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notesSlides/notesSlide1.xml" ContentType="application/vnd.openxmlformats-officedocument.presentationml.notesSlide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notesSlides/notesSlide2.xml" ContentType="application/vnd.openxmlformats-officedocument.presentationml.notesSlide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notesSlides/notesSlide3.xml" ContentType="application/vnd.openxmlformats-officedocument.presentationml.notesSlide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notesSlides/notesSlide4.xml" ContentType="application/vnd.openxmlformats-officedocument.presentationml.notesSlide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notesSlides/notesSlide5.xml" ContentType="application/vnd.openxmlformats-officedocument.presentationml.notesSlide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notesSlides/notesSlide6.xml" ContentType="application/vnd.openxmlformats-officedocument.presentationml.notesSlide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notesSlides/notesSlide7.xml" ContentType="application/vnd.openxmlformats-officedocument.presentationml.notesSlide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notesSlides/notesSlide8.xml" ContentType="application/vnd.openxmlformats-officedocument.presentationml.notesSlide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media/image34.jpg" ContentType="image/png"/>
  <Override PartName="/ppt/notesSlides/notesSlide11.xml" ContentType="application/vnd.openxmlformats-officedocument.presentationml.notesSlide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notesSlides/notesSlide12.xml" ContentType="application/vnd.openxmlformats-officedocument.presentationml.notesSlide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notesSlides/notesSlide13.xml" ContentType="application/vnd.openxmlformats-officedocument.presentationml.notesSlide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9" r:id="rId17"/>
  </p:sldMasterIdLst>
  <p:notesMasterIdLst>
    <p:notesMasterId r:id="rId33"/>
  </p:notesMasterIdLst>
  <p:handoutMasterIdLst>
    <p:handoutMasterId r:id="rId34"/>
  </p:handoutMasterIdLst>
  <p:sldIdLst>
    <p:sldId id="952" r:id="rId18"/>
    <p:sldId id="1134" r:id="rId19"/>
    <p:sldId id="8583" r:id="rId20"/>
    <p:sldId id="8582" r:id="rId21"/>
    <p:sldId id="8584" r:id="rId22"/>
    <p:sldId id="8585" r:id="rId23"/>
    <p:sldId id="8586" r:id="rId24"/>
    <p:sldId id="8587" r:id="rId25"/>
    <p:sldId id="8588" r:id="rId26"/>
    <p:sldId id="1164" r:id="rId27"/>
    <p:sldId id="8597" r:id="rId28"/>
    <p:sldId id="8581" r:id="rId29"/>
    <p:sldId id="8591" r:id="rId30"/>
    <p:sldId id="8580" r:id="rId31"/>
    <p:sldId id="963" r:id="rId32"/>
  </p:sldIdLst>
  <p:sldSz cx="12198350" cy="6858000"/>
  <p:notesSz cx="6858000" cy="9686925"/>
  <p:custDataLst>
    <p:custData r:id="rId2"/>
    <p:tags r:id="rId35"/>
  </p:custDataLst>
  <p:defaultTextStyle>
    <a:defPPr>
      <a:defRPr lang="de-DE"/>
    </a:defPPr>
    <a:lvl1pPr algn="l" rtl="0" fontAlgn="base">
      <a:spcBef>
        <a:spcPct val="50000"/>
      </a:spcBef>
      <a:spcAft>
        <a:spcPct val="0"/>
      </a:spcAft>
      <a:defRPr kern="1200">
        <a:solidFill>
          <a:schemeClr val="bg2"/>
        </a:solidFill>
        <a:latin typeface="Arial" pitchFamily="34" charset="0"/>
        <a:ea typeface="ＭＳ Ｐゴシック" charset="-128"/>
        <a:cs typeface="+mn-cs"/>
      </a:defRPr>
    </a:lvl1pPr>
    <a:lvl2pPr marL="457200" algn="l" rtl="0" fontAlgn="base">
      <a:spcBef>
        <a:spcPct val="50000"/>
      </a:spcBef>
      <a:spcAft>
        <a:spcPct val="0"/>
      </a:spcAft>
      <a:defRPr kern="1200">
        <a:solidFill>
          <a:schemeClr val="bg2"/>
        </a:solidFill>
        <a:latin typeface="Arial" pitchFamily="34" charset="0"/>
        <a:ea typeface="ＭＳ Ｐゴシック" charset="-128"/>
        <a:cs typeface="+mn-cs"/>
      </a:defRPr>
    </a:lvl2pPr>
    <a:lvl3pPr marL="914400" algn="l" rtl="0" fontAlgn="base">
      <a:spcBef>
        <a:spcPct val="50000"/>
      </a:spcBef>
      <a:spcAft>
        <a:spcPct val="0"/>
      </a:spcAft>
      <a:defRPr kern="1200">
        <a:solidFill>
          <a:schemeClr val="bg2"/>
        </a:solidFill>
        <a:latin typeface="Arial" pitchFamily="34" charset="0"/>
        <a:ea typeface="ＭＳ Ｐゴシック" charset="-128"/>
        <a:cs typeface="+mn-cs"/>
      </a:defRPr>
    </a:lvl3pPr>
    <a:lvl4pPr marL="1371600" algn="l" rtl="0" fontAlgn="base">
      <a:spcBef>
        <a:spcPct val="50000"/>
      </a:spcBef>
      <a:spcAft>
        <a:spcPct val="0"/>
      </a:spcAft>
      <a:defRPr kern="1200">
        <a:solidFill>
          <a:schemeClr val="bg2"/>
        </a:solidFill>
        <a:latin typeface="Arial" pitchFamily="34" charset="0"/>
        <a:ea typeface="ＭＳ Ｐゴシック" charset="-128"/>
        <a:cs typeface="+mn-cs"/>
      </a:defRPr>
    </a:lvl4pPr>
    <a:lvl5pPr marL="1828800" algn="l" rtl="0" fontAlgn="base">
      <a:spcBef>
        <a:spcPct val="50000"/>
      </a:spcBef>
      <a:spcAft>
        <a:spcPct val="0"/>
      </a:spcAft>
      <a:defRPr kern="1200">
        <a:solidFill>
          <a:schemeClr val="bg2"/>
        </a:solidFill>
        <a:latin typeface="Arial" pitchFamily="34" charset="0"/>
        <a:ea typeface="ＭＳ Ｐゴシック" charset="-128"/>
        <a:cs typeface="+mn-cs"/>
      </a:defRPr>
    </a:lvl5pPr>
    <a:lvl6pPr marL="2286000" algn="l" defTabSz="914400" rtl="0" eaLnBrk="1" latinLnBrk="0" hangingPunct="1">
      <a:defRPr kern="1200">
        <a:solidFill>
          <a:schemeClr val="bg2"/>
        </a:solidFill>
        <a:latin typeface="Arial" pitchFamily="34" charset="0"/>
        <a:ea typeface="ＭＳ Ｐゴシック" charset="-128"/>
        <a:cs typeface="+mn-cs"/>
      </a:defRPr>
    </a:lvl6pPr>
    <a:lvl7pPr marL="2743200" algn="l" defTabSz="914400" rtl="0" eaLnBrk="1" latinLnBrk="0" hangingPunct="1">
      <a:defRPr kern="1200">
        <a:solidFill>
          <a:schemeClr val="bg2"/>
        </a:solidFill>
        <a:latin typeface="Arial" pitchFamily="34" charset="0"/>
        <a:ea typeface="ＭＳ Ｐゴシック" charset="-128"/>
        <a:cs typeface="+mn-cs"/>
      </a:defRPr>
    </a:lvl7pPr>
    <a:lvl8pPr marL="3200400" algn="l" defTabSz="914400" rtl="0" eaLnBrk="1" latinLnBrk="0" hangingPunct="1">
      <a:defRPr kern="1200">
        <a:solidFill>
          <a:schemeClr val="bg2"/>
        </a:solidFill>
        <a:latin typeface="Arial" pitchFamily="34" charset="0"/>
        <a:ea typeface="ＭＳ Ｐゴシック" charset="-128"/>
        <a:cs typeface="+mn-cs"/>
      </a:defRPr>
    </a:lvl8pPr>
    <a:lvl9pPr marL="3657600" algn="l" defTabSz="914400" rtl="0" eaLnBrk="1" latinLnBrk="0" hangingPunct="1">
      <a:defRPr kern="1200">
        <a:solidFill>
          <a:schemeClr val="bg2"/>
        </a:solidFill>
        <a:latin typeface="Arial" pitchFamily="34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6" orient="horz" pos="210">
          <p15:clr>
            <a:srgbClr val="A4A3A4"/>
          </p15:clr>
        </p15:guide>
        <p15:guide id="7" pos="395">
          <p15:clr>
            <a:srgbClr val="A4A3A4"/>
          </p15:clr>
        </p15:guide>
        <p15:guide id="8" pos="3842">
          <p15:clr>
            <a:srgbClr val="A4A3A4"/>
          </p15:clr>
        </p15:guide>
        <p15:guide id="9" pos="3933">
          <p15:clr>
            <a:srgbClr val="A4A3A4"/>
          </p15:clr>
        </p15:guide>
        <p15:guide id="10" pos="7380">
          <p15:clr>
            <a:srgbClr val="A4A3A4"/>
          </p15:clr>
        </p15:guide>
        <p15:guide id="11" pos="5566">
          <p15:clr>
            <a:srgbClr val="A4A3A4"/>
          </p15:clr>
        </p15:guide>
        <p15:guide id="12" orient="horz" pos="3902" userDrawn="1">
          <p15:clr>
            <a:srgbClr val="A4A3A4"/>
          </p15:clr>
        </p15:guide>
        <p15:guide id="13" orient="horz" pos="654">
          <p15:clr>
            <a:srgbClr val="A4A3A4"/>
          </p15:clr>
        </p15:guide>
        <p15:guide id="14" orient="horz" pos="2453" userDrawn="1">
          <p15:clr>
            <a:srgbClr val="A4A3A4"/>
          </p15:clr>
        </p15:guide>
        <p15:guide id="15" orient="horz" pos="2360">
          <p15:clr>
            <a:srgbClr val="A4A3A4"/>
          </p15:clr>
        </p15:guide>
        <p15:guide id="16" orient="horz" pos="90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  <p15:guide id="3" orient="horz" pos="3051">
          <p15:clr>
            <a:srgbClr val="A4A3A4"/>
          </p15:clr>
        </p15:guide>
        <p15:guide id="4" pos="2160">
          <p15:clr>
            <a:srgbClr val="A4A3A4"/>
          </p15:clr>
        </p15:guide>
        <p15:guide id="5" orient="horz" pos="2870">
          <p15:clr>
            <a:srgbClr val="A4A3A4"/>
          </p15:clr>
        </p15:guide>
        <p15:guide id="6" orient="horz" pos="466">
          <p15:clr>
            <a:srgbClr val="A4A3A4"/>
          </p15:clr>
        </p15:guide>
        <p15:guide id="7" orient="horz" pos="5637">
          <p15:clr>
            <a:srgbClr val="A4A3A4"/>
          </p15:clr>
        </p15:guide>
        <p15:guide id="8" orient="horz" pos="2733">
          <p15:clr>
            <a:srgbClr val="A4A3A4"/>
          </p15:clr>
        </p15:guide>
        <p15:guide id="9" pos="4156">
          <p15:clr>
            <a:srgbClr val="A4A3A4"/>
          </p15:clr>
        </p15:guide>
        <p15:guide id="10" pos="16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ang, Yang - Gavin (CT RDA IOT INW-CN)" initials="WY-G(RII" lastIdx="1" clrIdx="0">
    <p:extLst>
      <p:ext uri="{19B8F6BF-5375-455C-9EA6-DF929625EA0E}">
        <p15:presenceInfo xmlns:p15="http://schemas.microsoft.com/office/powerpoint/2012/main" userId="S::wangywyang@siemens.com::3bfd8117-d247-4416-84f8-c693ddb0b51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8287"/>
    <a:srgbClr val="4BB9B9"/>
    <a:srgbClr val="51B6B6"/>
    <a:srgbClr val="FFFFFF"/>
    <a:srgbClr val="99D8D8"/>
    <a:srgbClr val="32A0A0"/>
    <a:srgbClr val="BFBFBF"/>
    <a:srgbClr val="F2F2F2"/>
    <a:srgbClr val="86C9C9"/>
    <a:srgbClr val="41AA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02" autoAdjust="0"/>
    <p:restoredTop sz="93372" autoAdjust="0"/>
  </p:normalViewPr>
  <p:slideViewPr>
    <p:cSldViewPr snapToObjects="1" showGuides="1">
      <p:cViewPr varScale="1">
        <p:scale>
          <a:sx n="58" d="100"/>
          <a:sy n="58" d="100"/>
        </p:scale>
        <p:origin x="460" y="52"/>
      </p:cViewPr>
      <p:guideLst>
        <p:guide orient="horz" pos="210"/>
        <p:guide pos="395"/>
        <p:guide pos="3842"/>
        <p:guide pos="3933"/>
        <p:guide pos="7380"/>
        <p:guide pos="5566"/>
        <p:guide orient="horz" pos="3902"/>
        <p:guide orient="horz" pos="654"/>
        <p:guide orient="horz" pos="2453"/>
        <p:guide orient="horz" pos="2360"/>
        <p:guide orient="horz" pos="909"/>
      </p:guideLst>
    </p:cSldViewPr>
  </p:slideViewPr>
  <p:outlineViewPr>
    <p:cViewPr>
      <p:scale>
        <a:sx n="33" d="100"/>
        <a:sy n="33" d="100"/>
      </p:scale>
      <p:origin x="0" y="127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Objects="1" showGuides="1">
      <p:cViewPr>
        <p:scale>
          <a:sx n="60" d="100"/>
          <a:sy n="60" d="100"/>
        </p:scale>
        <p:origin x="-3654" y="-342"/>
      </p:cViewPr>
      <p:guideLst>
        <p:guide orient="horz" pos="3224"/>
        <p:guide pos="2236"/>
        <p:guide orient="horz" pos="3051"/>
        <p:guide pos="2160"/>
        <p:guide orient="horz" pos="2870"/>
        <p:guide orient="horz" pos="466"/>
        <p:guide orient="horz" pos="5637"/>
        <p:guide orient="horz" pos="2733"/>
        <p:guide pos="4156"/>
        <p:guide pos="16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customXml" Target="../customXml/item13.xml"/><Relationship Id="rId18" Type="http://schemas.openxmlformats.org/officeDocument/2006/relationships/slide" Target="slides/slide1.xml"/><Relationship Id="rId26" Type="http://schemas.openxmlformats.org/officeDocument/2006/relationships/slide" Target="slides/slide9.xml"/><Relationship Id="rId39" Type="http://schemas.openxmlformats.org/officeDocument/2006/relationships/theme" Target="theme/theme1.xml"/><Relationship Id="rId21" Type="http://schemas.openxmlformats.org/officeDocument/2006/relationships/slide" Target="slides/slide4.xml"/><Relationship Id="rId34" Type="http://schemas.openxmlformats.org/officeDocument/2006/relationships/handoutMaster" Target="handoutMasters/handoutMaster1.xml"/><Relationship Id="rId7" Type="http://schemas.openxmlformats.org/officeDocument/2006/relationships/customXml" Target="../customXml/item7.xml"/><Relationship Id="rId12" Type="http://schemas.openxmlformats.org/officeDocument/2006/relationships/customXml" Target="../customXml/item12.xml"/><Relationship Id="rId17" Type="http://schemas.openxmlformats.org/officeDocument/2006/relationships/slideMaster" Target="slideMasters/slideMaster1.xml"/><Relationship Id="rId25" Type="http://schemas.openxmlformats.org/officeDocument/2006/relationships/slide" Target="slides/slide8.xml"/><Relationship Id="rId33" Type="http://schemas.openxmlformats.org/officeDocument/2006/relationships/notesMaster" Target="notesMasters/notesMaster1.xml"/><Relationship Id="rId38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customXml" Target="../customXml/item16.xml"/><Relationship Id="rId20" Type="http://schemas.openxmlformats.org/officeDocument/2006/relationships/slide" Target="slides/slide3.xml"/><Relationship Id="rId29" Type="http://schemas.openxmlformats.org/officeDocument/2006/relationships/slide" Target="slides/slide12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customXml" Target="../customXml/item11.xml"/><Relationship Id="rId24" Type="http://schemas.openxmlformats.org/officeDocument/2006/relationships/slide" Target="slides/slide7.xml"/><Relationship Id="rId32" Type="http://schemas.openxmlformats.org/officeDocument/2006/relationships/slide" Target="slides/slide15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customXml" Target="../customXml/item5.xml"/><Relationship Id="rId15" Type="http://schemas.openxmlformats.org/officeDocument/2006/relationships/customXml" Target="../customXml/item15.xml"/><Relationship Id="rId23" Type="http://schemas.openxmlformats.org/officeDocument/2006/relationships/slide" Target="slides/slide6.xml"/><Relationship Id="rId28" Type="http://schemas.openxmlformats.org/officeDocument/2006/relationships/slide" Target="slides/slide11.xml"/><Relationship Id="rId36" Type="http://schemas.openxmlformats.org/officeDocument/2006/relationships/commentAuthors" Target="commentAuthors.xml"/><Relationship Id="rId10" Type="http://schemas.openxmlformats.org/officeDocument/2006/relationships/customXml" Target="../customXml/item10.xml"/><Relationship Id="rId19" Type="http://schemas.openxmlformats.org/officeDocument/2006/relationships/slide" Target="slides/slide2.xml"/><Relationship Id="rId31" Type="http://schemas.openxmlformats.org/officeDocument/2006/relationships/slide" Target="slides/slide14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customXml" Target="../customXml/item14.xml"/><Relationship Id="rId22" Type="http://schemas.openxmlformats.org/officeDocument/2006/relationships/slide" Target="slides/slide5.xml"/><Relationship Id="rId27" Type="http://schemas.openxmlformats.org/officeDocument/2006/relationships/slide" Target="slides/slide10.xml"/><Relationship Id="rId30" Type="http://schemas.openxmlformats.org/officeDocument/2006/relationships/slide" Target="slides/slide13.xml"/><Relationship Id="rId35" Type="http://schemas.openxmlformats.org/officeDocument/2006/relationships/tags" Target="tags/tag1.xml"/><Relationship Id="rId8" Type="http://schemas.openxmlformats.org/officeDocument/2006/relationships/customXml" Target="../customXml/item8.xml"/><Relationship Id="rId3" Type="http://schemas.openxmlformats.org/officeDocument/2006/relationships/customXml" Target="../customXml/item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B783C63-0356-41E1-9877-AB4D21B26935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</dgm:pt>
    <dgm:pt modelId="{94FE92EC-72FE-4F3C-ADE8-D2D3C92339D7}">
      <dgm:prSet phldrT="[Text]" custT="1"/>
      <dgm:spPr>
        <a:solidFill>
          <a:srgbClr val="4BB9B9"/>
        </a:solidFill>
      </dgm:spPr>
      <dgm:t>
        <a:bodyPr/>
        <a:lstStyle/>
        <a:p>
          <a:pPr algn="l"/>
          <a:r>
            <a:rPr lang="en-US" altLang="zh-CN" sz="1200" b="1" dirty="0"/>
            <a:t>Aug. 2018</a:t>
          </a:r>
          <a:endParaRPr lang="en-US" sz="1200" b="1" dirty="0"/>
        </a:p>
      </dgm:t>
    </dgm:pt>
    <dgm:pt modelId="{433C7975-1B4D-4893-8685-85D86AE14046}" type="parTrans" cxnId="{63DBDCD5-1E2F-4A42-A67C-CAF40CD83A75}">
      <dgm:prSet/>
      <dgm:spPr/>
      <dgm:t>
        <a:bodyPr/>
        <a:lstStyle/>
        <a:p>
          <a:endParaRPr lang="en-US"/>
        </a:p>
      </dgm:t>
    </dgm:pt>
    <dgm:pt modelId="{B7DC260A-2136-4846-B5A7-894A4A261703}" type="sibTrans" cxnId="{63DBDCD5-1E2F-4A42-A67C-CAF40CD83A75}">
      <dgm:prSet/>
      <dgm:spPr/>
      <dgm:t>
        <a:bodyPr/>
        <a:lstStyle/>
        <a:p>
          <a:endParaRPr lang="en-US"/>
        </a:p>
      </dgm:t>
    </dgm:pt>
    <dgm:pt modelId="{974B642C-F50B-4C9D-A426-39CBDD9F7759}">
      <dgm:prSet phldrT="[Text]" custT="1"/>
      <dgm:spPr>
        <a:solidFill>
          <a:srgbClr val="4BB9B9"/>
        </a:solidFill>
      </dgm:spPr>
      <dgm:t>
        <a:bodyPr/>
        <a:lstStyle/>
        <a:p>
          <a:pPr algn="l"/>
          <a:r>
            <a:rPr lang="en-US" altLang="zh-CN" sz="1200" b="1" dirty="0"/>
            <a:t>Jun. 2019</a:t>
          </a:r>
          <a:endParaRPr lang="en-US" sz="1200" b="1" dirty="0"/>
        </a:p>
      </dgm:t>
    </dgm:pt>
    <dgm:pt modelId="{DF2EC3BE-BD01-4C2E-96A0-25A3B4A40D3A}" type="parTrans" cxnId="{B2FA24BE-B3DD-46B1-81FD-39CA478C1C9D}">
      <dgm:prSet/>
      <dgm:spPr/>
      <dgm:t>
        <a:bodyPr/>
        <a:lstStyle/>
        <a:p>
          <a:endParaRPr lang="en-US"/>
        </a:p>
      </dgm:t>
    </dgm:pt>
    <dgm:pt modelId="{0FED100F-5074-4EC9-A3F1-59378EF24D8C}" type="sibTrans" cxnId="{B2FA24BE-B3DD-46B1-81FD-39CA478C1C9D}">
      <dgm:prSet/>
      <dgm:spPr/>
      <dgm:t>
        <a:bodyPr/>
        <a:lstStyle/>
        <a:p>
          <a:endParaRPr lang="en-US"/>
        </a:p>
      </dgm:t>
    </dgm:pt>
    <dgm:pt modelId="{FABD56DF-19B1-4BB5-B100-172C2DE4C6FF}">
      <dgm:prSet phldrT="[Text]"/>
      <dgm:spPr>
        <a:solidFill>
          <a:srgbClr val="4BB9B9"/>
        </a:solidFill>
      </dgm:spPr>
      <dgm:t>
        <a:bodyPr/>
        <a:lstStyle/>
        <a:p>
          <a:pPr algn="l"/>
          <a:r>
            <a:rPr lang="en-US" altLang="zh-CN" b="1" dirty="0"/>
            <a:t>Dec. 2019</a:t>
          </a:r>
          <a:endParaRPr lang="en-US" b="1" dirty="0"/>
        </a:p>
      </dgm:t>
    </dgm:pt>
    <dgm:pt modelId="{D90D176F-6FFA-478D-9FBF-C5AF759C36B6}" type="parTrans" cxnId="{99B03689-A8EC-4536-84E5-C4F32ED5F215}">
      <dgm:prSet/>
      <dgm:spPr/>
      <dgm:t>
        <a:bodyPr/>
        <a:lstStyle/>
        <a:p>
          <a:endParaRPr lang="en-US"/>
        </a:p>
      </dgm:t>
    </dgm:pt>
    <dgm:pt modelId="{25ED7DE8-5B9B-4ED6-A281-A89C36106B70}" type="sibTrans" cxnId="{99B03689-A8EC-4536-84E5-C4F32ED5F215}">
      <dgm:prSet/>
      <dgm:spPr/>
      <dgm:t>
        <a:bodyPr/>
        <a:lstStyle/>
        <a:p>
          <a:endParaRPr lang="en-US"/>
        </a:p>
      </dgm:t>
    </dgm:pt>
    <dgm:pt modelId="{AD8E9FC5-8FC5-4289-A310-46120A40800E}">
      <dgm:prSet phldrT="[Text]"/>
      <dgm:spPr>
        <a:solidFill>
          <a:srgbClr val="4BB9B9"/>
        </a:solidFill>
      </dgm:spPr>
      <dgm:t>
        <a:bodyPr/>
        <a:lstStyle/>
        <a:p>
          <a:pPr algn="l"/>
          <a:r>
            <a:rPr lang="en-US" altLang="zh-CN" b="1" dirty="0"/>
            <a:t>July. 2020</a:t>
          </a:r>
          <a:endParaRPr lang="en-US" b="1" dirty="0"/>
        </a:p>
      </dgm:t>
    </dgm:pt>
    <dgm:pt modelId="{6F5793C3-EB78-4CBD-9DD0-F716605E0651}" type="parTrans" cxnId="{5FB4EB85-EA84-44E0-835D-8C46B54207A1}">
      <dgm:prSet/>
      <dgm:spPr/>
      <dgm:t>
        <a:bodyPr/>
        <a:lstStyle/>
        <a:p>
          <a:endParaRPr lang="en-US"/>
        </a:p>
      </dgm:t>
    </dgm:pt>
    <dgm:pt modelId="{FB11908E-4777-4B48-8B56-FD867D253345}" type="sibTrans" cxnId="{5FB4EB85-EA84-44E0-835D-8C46B54207A1}">
      <dgm:prSet/>
      <dgm:spPr/>
      <dgm:t>
        <a:bodyPr/>
        <a:lstStyle/>
        <a:p>
          <a:endParaRPr lang="en-US"/>
        </a:p>
      </dgm:t>
    </dgm:pt>
    <dgm:pt modelId="{25F0427E-ED34-483E-9D47-660FF95B0B99}" type="pres">
      <dgm:prSet presAssocID="{1B783C63-0356-41E1-9877-AB4D21B26935}" presName="Name0" presStyleCnt="0">
        <dgm:presLayoutVars>
          <dgm:dir/>
          <dgm:resizeHandles val="exact"/>
        </dgm:presLayoutVars>
      </dgm:prSet>
      <dgm:spPr/>
    </dgm:pt>
    <dgm:pt modelId="{24B90F73-C7AA-4059-B04C-8AA064E9752F}" type="pres">
      <dgm:prSet presAssocID="{94FE92EC-72FE-4F3C-ADE8-D2D3C92339D7}" presName="parTxOnly" presStyleLbl="node1" presStyleIdx="0" presStyleCnt="4" custScaleX="77385">
        <dgm:presLayoutVars>
          <dgm:bulletEnabled val="1"/>
        </dgm:presLayoutVars>
      </dgm:prSet>
      <dgm:spPr/>
    </dgm:pt>
    <dgm:pt modelId="{1E8608A1-C321-4303-A2A7-051DEE9B547D}" type="pres">
      <dgm:prSet presAssocID="{B7DC260A-2136-4846-B5A7-894A4A261703}" presName="parSpace" presStyleCnt="0"/>
      <dgm:spPr/>
    </dgm:pt>
    <dgm:pt modelId="{9E9E939E-EF96-46B5-8701-56BA68023F06}" type="pres">
      <dgm:prSet presAssocID="{974B642C-F50B-4C9D-A426-39CBDD9F7759}" presName="parTxOnly" presStyleLbl="node1" presStyleIdx="1" presStyleCnt="4" custScaleX="74120" custLinFactNeighborX="21057" custLinFactNeighborY="-11064">
        <dgm:presLayoutVars>
          <dgm:bulletEnabled val="1"/>
        </dgm:presLayoutVars>
      </dgm:prSet>
      <dgm:spPr/>
    </dgm:pt>
    <dgm:pt modelId="{A9FBE586-7E8C-47C8-8E49-4881B768029D}" type="pres">
      <dgm:prSet presAssocID="{0FED100F-5074-4EC9-A3F1-59378EF24D8C}" presName="parSpace" presStyleCnt="0"/>
      <dgm:spPr/>
    </dgm:pt>
    <dgm:pt modelId="{50382C04-20D4-478A-845F-BE4641B4B0C7}" type="pres">
      <dgm:prSet presAssocID="{FABD56DF-19B1-4BB5-B100-172C2DE4C6FF}" presName="parTxOnly" presStyleLbl="node1" presStyleIdx="2" presStyleCnt="4" custLinFactX="12" custLinFactNeighborX="100000" custLinFactNeighborY="3827">
        <dgm:presLayoutVars>
          <dgm:bulletEnabled val="1"/>
        </dgm:presLayoutVars>
      </dgm:prSet>
      <dgm:spPr/>
    </dgm:pt>
    <dgm:pt modelId="{388AEB1D-67F5-495F-834E-1C6EFE239703}" type="pres">
      <dgm:prSet presAssocID="{25ED7DE8-5B9B-4ED6-A281-A89C36106B70}" presName="parSpace" presStyleCnt="0"/>
      <dgm:spPr/>
    </dgm:pt>
    <dgm:pt modelId="{ADEBCD73-6D71-4CC3-A6F5-432AFAF1306D}" type="pres">
      <dgm:prSet presAssocID="{AD8E9FC5-8FC5-4289-A310-46120A40800E}" presName="parTxOnly" presStyleLbl="node1" presStyleIdx="3" presStyleCnt="4" custScaleX="66926" custLinFactNeighborX="5369" custLinFactNeighborY="-7689">
        <dgm:presLayoutVars>
          <dgm:bulletEnabled val="1"/>
        </dgm:presLayoutVars>
      </dgm:prSet>
      <dgm:spPr/>
    </dgm:pt>
  </dgm:ptLst>
  <dgm:cxnLst>
    <dgm:cxn modelId="{A4953E40-B9C9-4FB8-A447-667A0F54DC42}" type="presOf" srcId="{AD8E9FC5-8FC5-4289-A310-46120A40800E}" destId="{ADEBCD73-6D71-4CC3-A6F5-432AFAF1306D}" srcOrd="0" destOrd="0" presId="urn:microsoft.com/office/officeart/2005/8/layout/hChevron3"/>
    <dgm:cxn modelId="{7489DA68-83EB-434C-A8D9-7B3484775F0E}" type="presOf" srcId="{FABD56DF-19B1-4BB5-B100-172C2DE4C6FF}" destId="{50382C04-20D4-478A-845F-BE4641B4B0C7}" srcOrd="0" destOrd="0" presId="urn:microsoft.com/office/officeart/2005/8/layout/hChevron3"/>
    <dgm:cxn modelId="{109D8A4D-BEA8-4B66-AAF0-35B513827369}" type="presOf" srcId="{1B783C63-0356-41E1-9877-AB4D21B26935}" destId="{25F0427E-ED34-483E-9D47-660FF95B0B99}" srcOrd="0" destOrd="0" presId="urn:microsoft.com/office/officeart/2005/8/layout/hChevron3"/>
    <dgm:cxn modelId="{5FB4EB85-EA84-44E0-835D-8C46B54207A1}" srcId="{1B783C63-0356-41E1-9877-AB4D21B26935}" destId="{AD8E9FC5-8FC5-4289-A310-46120A40800E}" srcOrd="3" destOrd="0" parTransId="{6F5793C3-EB78-4CBD-9DD0-F716605E0651}" sibTransId="{FB11908E-4777-4B48-8B56-FD867D253345}"/>
    <dgm:cxn modelId="{99B03689-A8EC-4536-84E5-C4F32ED5F215}" srcId="{1B783C63-0356-41E1-9877-AB4D21B26935}" destId="{FABD56DF-19B1-4BB5-B100-172C2DE4C6FF}" srcOrd="2" destOrd="0" parTransId="{D90D176F-6FFA-478D-9FBF-C5AF759C36B6}" sibTransId="{25ED7DE8-5B9B-4ED6-A281-A89C36106B70}"/>
    <dgm:cxn modelId="{B2FA24BE-B3DD-46B1-81FD-39CA478C1C9D}" srcId="{1B783C63-0356-41E1-9877-AB4D21B26935}" destId="{974B642C-F50B-4C9D-A426-39CBDD9F7759}" srcOrd="1" destOrd="0" parTransId="{DF2EC3BE-BD01-4C2E-96A0-25A3B4A40D3A}" sibTransId="{0FED100F-5074-4EC9-A3F1-59378EF24D8C}"/>
    <dgm:cxn modelId="{63DBDCD5-1E2F-4A42-A67C-CAF40CD83A75}" srcId="{1B783C63-0356-41E1-9877-AB4D21B26935}" destId="{94FE92EC-72FE-4F3C-ADE8-D2D3C92339D7}" srcOrd="0" destOrd="0" parTransId="{433C7975-1B4D-4893-8685-85D86AE14046}" sibTransId="{B7DC260A-2136-4846-B5A7-894A4A261703}"/>
    <dgm:cxn modelId="{FEB686F0-C69E-43AC-8FE2-E976C21B51A3}" type="presOf" srcId="{94FE92EC-72FE-4F3C-ADE8-D2D3C92339D7}" destId="{24B90F73-C7AA-4059-B04C-8AA064E9752F}" srcOrd="0" destOrd="0" presId="urn:microsoft.com/office/officeart/2005/8/layout/hChevron3"/>
    <dgm:cxn modelId="{D00106FE-82D2-4D8B-A3BD-2BAAD807D86E}" type="presOf" srcId="{974B642C-F50B-4C9D-A426-39CBDD9F7759}" destId="{9E9E939E-EF96-46B5-8701-56BA68023F06}" srcOrd="0" destOrd="0" presId="urn:microsoft.com/office/officeart/2005/8/layout/hChevron3"/>
    <dgm:cxn modelId="{9184E955-99BB-4AF2-9F6F-36A62724FEB6}" type="presParOf" srcId="{25F0427E-ED34-483E-9D47-660FF95B0B99}" destId="{24B90F73-C7AA-4059-B04C-8AA064E9752F}" srcOrd="0" destOrd="0" presId="urn:microsoft.com/office/officeart/2005/8/layout/hChevron3"/>
    <dgm:cxn modelId="{6C4BDCE8-0BAD-4F95-80FA-99F60B347572}" type="presParOf" srcId="{25F0427E-ED34-483E-9D47-660FF95B0B99}" destId="{1E8608A1-C321-4303-A2A7-051DEE9B547D}" srcOrd="1" destOrd="0" presId="urn:microsoft.com/office/officeart/2005/8/layout/hChevron3"/>
    <dgm:cxn modelId="{361FE8A1-2B20-4E5F-9908-3A03244DA479}" type="presParOf" srcId="{25F0427E-ED34-483E-9D47-660FF95B0B99}" destId="{9E9E939E-EF96-46B5-8701-56BA68023F06}" srcOrd="2" destOrd="0" presId="urn:microsoft.com/office/officeart/2005/8/layout/hChevron3"/>
    <dgm:cxn modelId="{FC8A04AB-0974-42CC-A823-C517ADFB9945}" type="presParOf" srcId="{25F0427E-ED34-483E-9D47-660FF95B0B99}" destId="{A9FBE586-7E8C-47C8-8E49-4881B768029D}" srcOrd="3" destOrd="0" presId="urn:microsoft.com/office/officeart/2005/8/layout/hChevron3"/>
    <dgm:cxn modelId="{A1F72015-9CA3-4CA7-A1CB-C5FEBE527840}" type="presParOf" srcId="{25F0427E-ED34-483E-9D47-660FF95B0B99}" destId="{50382C04-20D4-478A-845F-BE4641B4B0C7}" srcOrd="4" destOrd="0" presId="urn:microsoft.com/office/officeart/2005/8/layout/hChevron3"/>
    <dgm:cxn modelId="{02BE9A02-8E8B-43B5-9B7D-5EB99F10317B}" type="presParOf" srcId="{25F0427E-ED34-483E-9D47-660FF95B0B99}" destId="{388AEB1D-67F5-495F-834E-1C6EFE239703}" srcOrd="5" destOrd="0" presId="urn:microsoft.com/office/officeart/2005/8/layout/hChevron3"/>
    <dgm:cxn modelId="{F1FD3D87-FF69-43F6-B245-7277E0D540F5}" type="presParOf" srcId="{25F0427E-ED34-483E-9D47-660FF95B0B99}" destId="{ADEBCD73-6D71-4CC3-A6F5-432AFAF1306D}" srcOrd="6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B90F73-C7AA-4059-B04C-8AA064E9752F}">
      <dsp:nvSpPr>
        <dsp:cNvPr id="0" name=""/>
        <dsp:cNvSpPr/>
      </dsp:nvSpPr>
      <dsp:spPr>
        <a:xfrm>
          <a:off x="3422" y="0"/>
          <a:ext cx="3420568" cy="226113"/>
        </a:xfrm>
        <a:prstGeom prst="homePlate">
          <a:avLst/>
        </a:prstGeom>
        <a:solidFill>
          <a:srgbClr val="4BB9B9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32004" rIns="16002" bIns="3200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b="1" kern="1200" dirty="0"/>
            <a:t>Aug. 2018</a:t>
          </a:r>
          <a:endParaRPr lang="en-US" sz="1200" b="1" kern="1200" dirty="0"/>
        </a:p>
      </dsp:txBody>
      <dsp:txXfrm>
        <a:off x="3422" y="0"/>
        <a:ext cx="3364040" cy="226113"/>
      </dsp:txXfrm>
    </dsp:sp>
    <dsp:sp modelId="{9E9E939E-EF96-46B5-8701-56BA68023F06}">
      <dsp:nvSpPr>
        <dsp:cNvPr id="0" name=""/>
        <dsp:cNvSpPr/>
      </dsp:nvSpPr>
      <dsp:spPr>
        <a:xfrm>
          <a:off x="2726103" y="0"/>
          <a:ext cx="3276248" cy="226113"/>
        </a:xfrm>
        <a:prstGeom prst="chevron">
          <a:avLst/>
        </a:prstGeom>
        <a:solidFill>
          <a:srgbClr val="4BB9B9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b="1" kern="1200" dirty="0"/>
            <a:t>Jun. 2019</a:t>
          </a:r>
          <a:endParaRPr lang="en-US" sz="1200" b="1" kern="1200" dirty="0"/>
        </a:p>
      </dsp:txBody>
      <dsp:txXfrm>
        <a:off x="2839160" y="0"/>
        <a:ext cx="3050135" cy="226113"/>
      </dsp:txXfrm>
    </dsp:sp>
    <dsp:sp modelId="{50382C04-20D4-478A-845F-BE4641B4B0C7}">
      <dsp:nvSpPr>
        <dsp:cNvPr id="0" name=""/>
        <dsp:cNvSpPr/>
      </dsp:nvSpPr>
      <dsp:spPr>
        <a:xfrm>
          <a:off x="5816730" y="0"/>
          <a:ext cx="4420195" cy="226113"/>
        </a:xfrm>
        <a:prstGeom prst="chevron">
          <a:avLst/>
        </a:prstGeom>
        <a:solidFill>
          <a:srgbClr val="4BB9B9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29337" rIns="14669" bIns="29337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100" b="1" kern="1200" dirty="0"/>
            <a:t>Dec. 2019</a:t>
          </a:r>
          <a:endParaRPr lang="en-US" sz="1100" b="1" kern="1200" dirty="0"/>
        </a:p>
      </dsp:txBody>
      <dsp:txXfrm>
        <a:off x="5929787" y="0"/>
        <a:ext cx="4194082" cy="226113"/>
      </dsp:txXfrm>
    </dsp:sp>
    <dsp:sp modelId="{ADEBCD73-6D71-4CC3-A6F5-432AFAF1306D}">
      <dsp:nvSpPr>
        <dsp:cNvPr id="0" name=""/>
        <dsp:cNvSpPr/>
      </dsp:nvSpPr>
      <dsp:spPr>
        <a:xfrm>
          <a:off x="8471740" y="0"/>
          <a:ext cx="2958259" cy="226113"/>
        </a:xfrm>
        <a:prstGeom prst="chevron">
          <a:avLst/>
        </a:prstGeom>
        <a:solidFill>
          <a:srgbClr val="4BB9B9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29337" rIns="14669" bIns="29337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100" b="1" kern="1200" dirty="0"/>
            <a:t>July. 2020</a:t>
          </a:r>
          <a:endParaRPr lang="en-US" sz="1100" b="1" kern="1200" dirty="0"/>
        </a:p>
      </dsp:txBody>
      <dsp:txXfrm>
        <a:off x="8584797" y="0"/>
        <a:ext cx="2732146" cy="2261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4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4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4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4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emf"/></Relationships>
</file>

<file path=ppt/drawings/_rels/vmlDrawing4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139161" cy="522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52000" tIns="144000" rIns="252000" bIns="144000" numCol="1" anchor="t" anchorCtr="0" compatLnSpc="1">
            <a:prstTxWarp prst="textNoShape">
              <a:avLst/>
            </a:prstTxWarp>
          </a:bodyPr>
          <a:lstStyle>
            <a:lvl1pPr defTabSz="899975">
              <a:spcBef>
                <a:spcPct val="0"/>
              </a:spcBef>
              <a:defRPr sz="1100">
                <a:solidFill>
                  <a:schemeClr val="bg1"/>
                </a:solidFill>
                <a:latin typeface="Siemens Sans" pitchFamily="2" charset="0"/>
              </a:defRPr>
            </a:lvl1pPr>
          </a:lstStyle>
          <a:p>
            <a:endParaRPr lang="en-US" dirty="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1730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18840" y="0"/>
            <a:ext cx="3139160" cy="522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52000" tIns="144000" rIns="252000" bIns="144000" numCol="1" anchor="t" anchorCtr="0" compatLnSpc="1">
            <a:prstTxWarp prst="textNoShape">
              <a:avLst/>
            </a:prstTxWarp>
          </a:bodyPr>
          <a:lstStyle>
            <a:lvl1pPr algn="r" defTabSz="899975">
              <a:spcBef>
                <a:spcPct val="0"/>
              </a:spcBef>
              <a:defRPr sz="1100">
                <a:solidFill>
                  <a:schemeClr val="bg1"/>
                </a:solidFill>
                <a:latin typeface="Siemens Sans" pitchFamily="2" charset="0"/>
              </a:defRPr>
            </a:lvl1pPr>
          </a:lstStyle>
          <a:p>
            <a:endParaRPr lang="en-US" dirty="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1730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164038"/>
            <a:ext cx="3139161" cy="522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52000" tIns="144000" rIns="252000" bIns="144000" numCol="1" anchor="b" anchorCtr="0" compatLnSpc="1">
            <a:prstTxWarp prst="textNoShape">
              <a:avLst/>
            </a:prstTxWarp>
          </a:bodyPr>
          <a:lstStyle>
            <a:lvl1pPr defTabSz="899975">
              <a:spcBef>
                <a:spcPct val="0"/>
              </a:spcBef>
              <a:defRPr sz="1100">
                <a:solidFill>
                  <a:schemeClr val="tx1"/>
                </a:solidFill>
                <a:latin typeface="Siemens Sans" pitchFamily="2" charset="0"/>
              </a:defRPr>
            </a:lvl1pPr>
          </a:lstStyle>
          <a:p>
            <a:endParaRPr lang="en-US" dirty="0">
              <a:latin typeface="Arial" pitchFamily="34" charset="0"/>
            </a:endParaRPr>
          </a:p>
        </p:txBody>
      </p:sp>
      <p:sp>
        <p:nvSpPr>
          <p:cNvPr id="1730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18840" y="9164038"/>
            <a:ext cx="3139160" cy="522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52000" tIns="144000" rIns="252000" bIns="144000" numCol="1" anchor="b" anchorCtr="0" compatLnSpc="1">
            <a:prstTxWarp prst="textNoShape">
              <a:avLst/>
            </a:prstTxWarp>
          </a:bodyPr>
          <a:lstStyle>
            <a:lvl1pPr algn="r" defTabSz="899975">
              <a:spcBef>
                <a:spcPct val="0"/>
              </a:spcBef>
              <a:defRPr sz="1100">
                <a:solidFill>
                  <a:schemeClr val="tx1"/>
                </a:solidFill>
                <a:latin typeface="Siemens Sans" pitchFamily="2" charset="0"/>
              </a:defRPr>
            </a:lvl1pPr>
          </a:lstStyle>
          <a:p>
            <a:r>
              <a:rPr lang="de-DE" dirty="0">
                <a:latin typeface="Arial" pitchFamily="34" charset="0"/>
              </a:rPr>
              <a:t>Handout </a:t>
            </a:r>
            <a:fld id="{BFC713D8-7968-482B-A79F-9C586FE5053A}" type="slidenum">
              <a:rPr lang="de-DE" smtClean="0">
                <a:latin typeface="Arial" pitchFamily="34" charset="0"/>
              </a:rPr>
              <a:pPr/>
              <a:t>‹#›</a:t>
            </a:fld>
            <a:endParaRPr lang="de-DE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31723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139161" cy="522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52000" tIns="144000" rIns="252000" bIns="144000" numCol="1" anchor="t" anchorCtr="0" compatLnSpc="1">
            <a:prstTxWarp prst="textNoShape">
              <a:avLst/>
            </a:prstTxWarp>
          </a:bodyPr>
          <a:lstStyle>
            <a:lvl1pPr defTabSz="899975">
              <a:spcBef>
                <a:spcPct val="0"/>
              </a:spcBef>
              <a:defRPr sz="1100">
                <a:solidFill>
                  <a:schemeClr val="tx1"/>
                </a:solidFill>
                <a:latin typeface="Arial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18840" y="0"/>
            <a:ext cx="3137627" cy="522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52000" tIns="144000" rIns="252000" bIns="144000" numCol="1" anchor="t" anchorCtr="0" compatLnSpc="1">
            <a:prstTxWarp prst="textNoShape">
              <a:avLst/>
            </a:prstTxWarp>
          </a:bodyPr>
          <a:lstStyle>
            <a:lvl1pPr algn="r" defTabSz="899975">
              <a:spcBef>
                <a:spcPct val="0"/>
              </a:spcBef>
              <a:defRPr sz="1100">
                <a:solidFill>
                  <a:schemeClr val="tx1"/>
                </a:solidFill>
                <a:latin typeface="Arial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78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51702" y="739006"/>
            <a:ext cx="6338250" cy="3564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78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260351" y="4564740"/>
            <a:ext cx="6337300" cy="43213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778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164038"/>
            <a:ext cx="3139161" cy="5213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52000" tIns="144000" rIns="252000" bIns="144000" numCol="1" anchor="b" anchorCtr="0" compatLnSpc="1">
            <a:prstTxWarp prst="textNoShape">
              <a:avLst/>
            </a:prstTxWarp>
          </a:bodyPr>
          <a:lstStyle>
            <a:lvl1pPr defTabSz="899975">
              <a:spcBef>
                <a:spcPct val="0"/>
              </a:spcBef>
              <a:defRPr sz="1100">
                <a:solidFill>
                  <a:schemeClr val="tx1"/>
                </a:solidFill>
                <a:latin typeface="Arial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78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18840" y="9164038"/>
            <a:ext cx="3137627" cy="5213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52000" tIns="144000" rIns="252000" bIns="144000" numCol="1" anchor="b" anchorCtr="0" compatLnSpc="1">
            <a:prstTxWarp prst="textNoShape">
              <a:avLst/>
            </a:prstTxWarp>
          </a:bodyPr>
          <a:lstStyle>
            <a:lvl1pPr algn="r" defTabSz="899975">
              <a:spcBef>
                <a:spcPct val="0"/>
              </a:spcBef>
              <a:defRPr sz="1100">
                <a:solidFill>
                  <a:schemeClr val="tx1"/>
                </a:solidFill>
                <a:latin typeface="Siemens Sans" pitchFamily="2" charset="0"/>
              </a:defRPr>
            </a:lvl1pPr>
          </a:lstStyle>
          <a:p>
            <a:r>
              <a:rPr lang="de-DE" dirty="0">
                <a:latin typeface="Arial" pitchFamily="34" charset="0"/>
              </a:rPr>
              <a:t>Notes </a:t>
            </a:r>
            <a:fld id="{AD141568-5488-4AC9-B82D-9F5CE1225E2A}" type="slidenum">
              <a:rPr lang="de-DE" smtClean="0">
                <a:latin typeface="Arial" pitchFamily="34" charset="0"/>
              </a:rPr>
              <a:pPr/>
              <a:t>‹#›</a:t>
            </a:fld>
            <a:endParaRPr lang="de-DE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38778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rtl="0" eaLnBrk="0" fontAlgn="base" hangingPunct="0">
      <a:spcBef>
        <a:spcPts val="0"/>
      </a:spcBef>
      <a:spcAft>
        <a:spcPts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charset="-128"/>
        <a:cs typeface="Arial" panose="020B0604020202020204" pitchFamily="34" charset="0"/>
      </a:defRPr>
    </a:lvl1pPr>
    <a:lvl2pPr marL="126000" indent="-126000" algn="l" rtl="0" eaLnBrk="0" fontAlgn="base" hangingPunct="0">
      <a:spcBef>
        <a:spcPts val="0"/>
      </a:spcBef>
      <a:spcAft>
        <a:spcPts val="0"/>
      </a:spcAft>
      <a:buClr>
        <a:srgbClr val="879BAA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Arial" panose="020B0604020202020204" pitchFamily="34" charset="0"/>
        <a:ea typeface="ＭＳ Ｐゴシック" charset="-128"/>
        <a:cs typeface="Arial" panose="020B0604020202020204" pitchFamily="34" charset="0"/>
      </a:defRPr>
    </a:lvl2pPr>
    <a:lvl3pPr marL="252000" indent="-126000" algn="l" rtl="0" eaLnBrk="0" fontAlgn="base" hangingPunct="0">
      <a:spcBef>
        <a:spcPts val="0"/>
      </a:spcBef>
      <a:spcAft>
        <a:spcPts val="0"/>
      </a:spcAft>
      <a:buClr>
        <a:srgbClr val="879BAA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Arial" panose="020B0604020202020204" pitchFamily="34" charset="0"/>
        <a:ea typeface="ＭＳ Ｐゴシック" charset="-128"/>
        <a:cs typeface="Arial" panose="020B0604020202020204" pitchFamily="34" charset="0"/>
      </a:defRPr>
    </a:lvl3pPr>
    <a:lvl4pPr marL="378000" indent="-126000" algn="l" rtl="0" eaLnBrk="0" fontAlgn="base" hangingPunct="0">
      <a:spcBef>
        <a:spcPts val="0"/>
      </a:spcBef>
      <a:spcAft>
        <a:spcPts val="0"/>
      </a:spcAft>
      <a:buClr>
        <a:srgbClr val="879BAA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Arial" panose="020B0604020202020204" pitchFamily="34" charset="0"/>
        <a:ea typeface="ＭＳ Ｐゴシック" charset="-128"/>
        <a:cs typeface="Arial" panose="020B0604020202020204" pitchFamily="34" charset="0"/>
      </a:defRPr>
    </a:lvl4pPr>
    <a:lvl5pPr marL="504000" indent="-126000" algn="l" rtl="0" eaLnBrk="0" fontAlgn="base" hangingPunct="0">
      <a:spcBef>
        <a:spcPts val="0"/>
      </a:spcBef>
      <a:spcAft>
        <a:spcPts val="0"/>
      </a:spcAft>
      <a:buClr>
        <a:srgbClr val="879BAA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Arial" panose="020B0604020202020204" pitchFamily="34" charset="0"/>
        <a:ea typeface="ＭＳ Ｐゴシック" charset="-128"/>
        <a:cs typeface="Arial" panose="020B0604020202020204" pitchFamily="34" charset="0"/>
      </a:defRPr>
    </a:lvl5pPr>
    <a:lvl6pPr marL="504000" indent="-126000" algn="l" defTabSz="457200" rtl="0" eaLnBrk="1" latinLnBrk="0" hangingPunct="1">
      <a:spcBef>
        <a:spcPts val="0"/>
      </a:spcBef>
      <a:spcAft>
        <a:spcPts val="0"/>
      </a:spcAft>
      <a:buClr>
        <a:srgbClr val="BECDD7"/>
      </a:buClr>
      <a:buFont typeface="Wingdings" panose="05000000000000000000" pitchFamily="2" charset="2"/>
      <a:buChar char="§"/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504000" indent="-126000" algn="l" defTabSz="457200" rtl="0" eaLnBrk="1" latinLnBrk="0" hangingPunct="1">
      <a:spcBef>
        <a:spcPts val="0"/>
      </a:spcBef>
      <a:spcAft>
        <a:spcPts val="0"/>
      </a:spcAft>
      <a:buClr>
        <a:srgbClr val="BECDD7"/>
      </a:buClr>
      <a:buFont typeface="Wingdings" panose="05000000000000000000" pitchFamily="2" charset="2"/>
      <a:buChar char="§"/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504000" indent="-126000" algn="l" defTabSz="457200" rtl="0" eaLnBrk="1" latinLnBrk="0" hangingPunct="1">
      <a:spcBef>
        <a:spcPts val="0"/>
      </a:spcBef>
      <a:spcAft>
        <a:spcPts val="0"/>
      </a:spcAft>
      <a:buClr>
        <a:srgbClr val="BECDD7"/>
      </a:buClr>
      <a:buFont typeface="Wingdings" panose="05000000000000000000" pitchFamily="2" charset="2"/>
      <a:buChar char="§"/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504000" indent="-126000" algn="l" defTabSz="457200" rtl="0" eaLnBrk="1" latinLnBrk="0" hangingPunct="1">
      <a:spcBef>
        <a:spcPts val="0"/>
      </a:spcBef>
      <a:spcAft>
        <a:spcPts val="0"/>
      </a:spcAft>
      <a:buClr>
        <a:srgbClr val="BECDD7"/>
      </a:buClr>
      <a:buFont typeface="Wingdings" panose="05000000000000000000" pitchFamily="2" charset="2"/>
      <a:buChar char="§"/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252413" y="739775"/>
            <a:ext cx="6337300" cy="356393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de-DE" b="1" i="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>
                <a:latin typeface="Arial" pitchFamily="34" charset="0"/>
              </a:rPr>
              <a:t>Notes </a:t>
            </a:r>
            <a:fld id="{AD141568-5488-4AC9-B82D-9F5CE1225E2A}" type="slidenum">
              <a:rPr lang="de-DE" smtClean="0">
                <a:latin typeface="Arial" pitchFamily="34" charset="0"/>
              </a:rPr>
              <a:pPr/>
              <a:t>1</a:t>
            </a:fld>
            <a:endParaRPr lang="de-DE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8455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2413" y="739775"/>
            <a:ext cx="6337300" cy="35639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de-DE">
                <a:latin typeface="Arial" pitchFamily="34" charset="0"/>
              </a:rPr>
              <a:t>Notes </a:t>
            </a:r>
            <a:fld id="{AD141568-5488-4AC9-B82D-9F5CE1225E2A}" type="slidenum">
              <a:rPr lang="de-DE" smtClean="0">
                <a:latin typeface="Arial" pitchFamily="34" charset="0"/>
              </a:rPr>
              <a:pPr/>
              <a:t>2</a:t>
            </a:fld>
            <a:endParaRPr lang="de-DE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26789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2413" y="739775"/>
            <a:ext cx="6337300" cy="35639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de-DE">
                <a:latin typeface="Arial" pitchFamily="34" charset="0"/>
              </a:rPr>
              <a:t>Notes </a:t>
            </a:r>
            <a:fld id="{AD141568-5488-4AC9-B82D-9F5CE1225E2A}" type="slidenum">
              <a:rPr lang="de-DE" smtClean="0">
                <a:latin typeface="Arial" pitchFamily="34" charset="0"/>
              </a:rPr>
              <a:pPr/>
              <a:t>3</a:t>
            </a:fld>
            <a:endParaRPr lang="de-DE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4182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2413" y="739775"/>
            <a:ext cx="6337300" cy="35639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de-DE">
                <a:latin typeface="Arial" pitchFamily="34" charset="0"/>
              </a:rPr>
              <a:t>Notes </a:t>
            </a:r>
            <a:fld id="{AD141568-5488-4AC9-B82D-9F5CE1225E2A}" type="slidenum">
              <a:rPr lang="de-DE" smtClean="0">
                <a:latin typeface="Arial" pitchFamily="34" charset="0"/>
              </a:rPr>
              <a:pPr/>
              <a:t>4</a:t>
            </a:fld>
            <a:endParaRPr lang="de-DE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08817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2413" y="739775"/>
            <a:ext cx="6337300" cy="35639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de-DE">
                <a:latin typeface="Arial" pitchFamily="34" charset="0"/>
              </a:rPr>
              <a:t>Notes </a:t>
            </a:r>
            <a:fld id="{AD141568-5488-4AC9-B82D-9F5CE1225E2A}" type="slidenum">
              <a:rPr lang="de-DE" smtClean="0">
                <a:latin typeface="Arial" pitchFamily="34" charset="0"/>
              </a:rPr>
              <a:pPr/>
              <a:t>5</a:t>
            </a:fld>
            <a:endParaRPr lang="de-DE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89373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2413" y="739775"/>
            <a:ext cx="6337300" cy="35639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de-DE">
                <a:latin typeface="Arial" pitchFamily="34" charset="0"/>
              </a:rPr>
              <a:t>Notes </a:t>
            </a:r>
            <a:fld id="{AD141568-5488-4AC9-B82D-9F5CE1225E2A}" type="slidenum">
              <a:rPr lang="de-DE" smtClean="0">
                <a:latin typeface="Arial" pitchFamily="34" charset="0"/>
              </a:rPr>
              <a:pPr/>
              <a:t>6</a:t>
            </a:fld>
            <a:endParaRPr lang="de-DE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17296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2413" y="739775"/>
            <a:ext cx="6337300" cy="35639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de-DE">
                <a:latin typeface="Arial" pitchFamily="34" charset="0"/>
              </a:rPr>
              <a:t>Notes </a:t>
            </a:r>
            <a:fld id="{AD141568-5488-4AC9-B82D-9F5CE1225E2A}" type="slidenum">
              <a:rPr lang="de-DE" smtClean="0">
                <a:latin typeface="Arial" pitchFamily="34" charset="0"/>
              </a:rPr>
              <a:pPr/>
              <a:t>7</a:t>
            </a:fld>
            <a:endParaRPr lang="de-DE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06507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2413" y="739775"/>
            <a:ext cx="6337300" cy="35639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de-DE">
                <a:latin typeface="Arial" pitchFamily="34" charset="0"/>
              </a:rPr>
              <a:t>Notes </a:t>
            </a:r>
            <a:fld id="{AD141568-5488-4AC9-B82D-9F5CE1225E2A}" type="slidenum">
              <a:rPr lang="de-DE" smtClean="0">
                <a:latin typeface="Arial" pitchFamily="34" charset="0"/>
              </a:rPr>
              <a:pPr/>
              <a:t>8</a:t>
            </a:fld>
            <a:endParaRPr lang="de-DE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22493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2413" y="739775"/>
            <a:ext cx="6337300" cy="35639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de-DE">
                <a:latin typeface="Arial" pitchFamily="34" charset="0"/>
              </a:rPr>
              <a:t>Notes </a:t>
            </a:r>
            <a:fld id="{AD141568-5488-4AC9-B82D-9F5CE1225E2A}" type="slidenum">
              <a:rPr lang="de-DE" smtClean="0">
                <a:latin typeface="Arial" pitchFamily="34" charset="0"/>
              </a:rPr>
              <a:pPr/>
              <a:t>9</a:t>
            </a:fld>
            <a:endParaRPr lang="de-DE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94406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41275" y="739775"/>
            <a:ext cx="6588125" cy="370522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>
                <a:latin typeface="Arial" pitchFamily="34" charset="0"/>
              </a:rPr>
              <a:t>Notizen </a:t>
            </a:r>
            <a:fld id="{AD141568-5488-4AC9-B82D-9F5CE1225E2A}" type="slidenum">
              <a:rPr lang="en-US" smtClean="0">
                <a:latin typeface="Arial" pitchFamily="34" charset="0"/>
              </a:rPr>
              <a:pPr/>
              <a:t>10</a:t>
            </a:fld>
            <a:endParaRPr lang="en-US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08098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41275" y="739775"/>
            <a:ext cx="6588125" cy="370522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>
                <a:latin typeface="Arial" pitchFamily="34" charset="0"/>
              </a:rPr>
              <a:t>Notizen </a:t>
            </a:r>
            <a:fld id="{AD141568-5488-4AC9-B82D-9F5CE1225E2A}" type="slidenum">
              <a:rPr lang="en-US" smtClean="0">
                <a:latin typeface="Arial" pitchFamily="34" charset="0"/>
              </a:rPr>
              <a:pPr/>
              <a:t>11</a:t>
            </a:fld>
            <a:endParaRPr lang="en-US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2261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2413" y="739775"/>
            <a:ext cx="6337300" cy="35639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de-DE">
                <a:latin typeface="Arial" pitchFamily="34" charset="0"/>
              </a:rPr>
              <a:t>Notes </a:t>
            </a:r>
            <a:fld id="{AD141568-5488-4AC9-B82D-9F5CE1225E2A}" type="slidenum">
              <a:rPr lang="de-DE" smtClean="0">
                <a:latin typeface="Arial" pitchFamily="34" charset="0"/>
              </a:rPr>
              <a:pPr/>
              <a:t>12</a:t>
            </a:fld>
            <a:endParaRPr lang="de-DE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47336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2413" y="739775"/>
            <a:ext cx="6337300" cy="35639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de-DE">
                <a:latin typeface="Arial" pitchFamily="34" charset="0"/>
              </a:rPr>
              <a:t>Notes </a:t>
            </a:r>
            <a:fld id="{AD141568-5488-4AC9-B82D-9F5CE1225E2A}" type="slidenum">
              <a:rPr lang="de-DE" smtClean="0">
                <a:latin typeface="Arial" pitchFamily="34" charset="0"/>
              </a:rPr>
              <a:pPr/>
              <a:t>13</a:t>
            </a:fld>
            <a:endParaRPr lang="de-DE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10889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tags" Target="../tags/tag33.xml"/><Relationship Id="rId7" Type="http://schemas.openxmlformats.org/officeDocument/2006/relationships/oleObject" Target="../embeddings/oleObject2.bin"/><Relationship Id="rId2" Type="http://schemas.openxmlformats.org/officeDocument/2006/relationships/tags" Target="../tags/tag32.xml"/><Relationship Id="rId1" Type="http://schemas.openxmlformats.org/officeDocument/2006/relationships/vmlDrawing" Target="../drawings/vmlDrawing2.v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9" Type="http://schemas.openxmlformats.org/officeDocument/2006/relationships/image" Target="../media/image2.jpe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tags" Target="../tags/tag37.xml"/><Relationship Id="rId7" Type="http://schemas.openxmlformats.org/officeDocument/2006/relationships/oleObject" Target="../embeddings/oleObject3.bin"/><Relationship Id="rId2" Type="http://schemas.openxmlformats.org/officeDocument/2006/relationships/tags" Target="../tags/tag36.xml"/><Relationship Id="rId1" Type="http://schemas.openxmlformats.org/officeDocument/2006/relationships/vmlDrawing" Target="../drawings/vmlDrawing3.v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39.xml"/><Relationship Id="rId4" Type="http://schemas.openxmlformats.org/officeDocument/2006/relationships/tags" Target="../tags/tag38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tags" Target="../tags/tag41.xml"/><Relationship Id="rId7" Type="http://schemas.openxmlformats.org/officeDocument/2006/relationships/oleObject" Target="../embeddings/oleObject4.bin"/><Relationship Id="rId2" Type="http://schemas.openxmlformats.org/officeDocument/2006/relationships/tags" Target="../tags/tag40.xml"/><Relationship Id="rId1" Type="http://schemas.openxmlformats.org/officeDocument/2006/relationships/vmlDrawing" Target="../drawings/vmlDrawing4.v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9" Type="http://schemas.openxmlformats.org/officeDocument/2006/relationships/image" Target="../media/image2.jpe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tags" Target="../tags/tag45.xml"/><Relationship Id="rId7" Type="http://schemas.openxmlformats.org/officeDocument/2006/relationships/oleObject" Target="../embeddings/oleObject5.bin"/><Relationship Id="rId2" Type="http://schemas.openxmlformats.org/officeDocument/2006/relationships/tags" Target="../tags/tag44.xml"/><Relationship Id="rId1" Type="http://schemas.openxmlformats.org/officeDocument/2006/relationships/vmlDrawing" Target="../drawings/vmlDrawing5.v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tags" Target="../tags/tag49.xml"/><Relationship Id="rId7" Type="http://schemas.openxmlformats.org/officeDocument/2006/relationships/oleObject" Target="../embeddings/oleObject6.bin"/><Relationship Id="rId2" Type="http://schemas.openxmlformats.org/officeDocument/2006/relationships/tags" Target="../tags/tag48.xml"/><Relationship Id="rId1" Type="http://schemas.openxmlformats.org/officeDocument/2006/relationships/vmlDrawing" Target="../drawings/vmlDrawing6.v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1.xml"/><Relationship Id="rId4" Type="http://schemas.openxmlformats.org/officeDocument/2006/relationships/tags" Target="../tags/tag50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tags" Target="../tags/tag53.xml"/><Relationship Id="rId7" Type="http://schemas.openxmlformats.org/officeDocument/2006/relationships/oleObject" Target="../embeddings/oleObject7.bin"/><Relationship Id="rId2" Type="http://schemas.openxmlformats.org/officeDocument/2006/relationships/tags" Target="../tags/tag52.xml"/><Relationship Id="rId1" Type="http://schemas.openxmlformats.org/officeDocument/2006/relationships/vmlDrawing" Target="../drawings/vmlDrawing7.v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5.xml"/><Relationship Id="rId4" Type="http://schemas.openxmlformats.org/officeDocument/2006/relationships/tags" Target="../tags/tag54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7" Type="http://schemas.openxmlformats.org/officeDocument/2006/relationships/image" Target="../media/image1.emf"/><Relationship Id="rId2" Type="http://schemas.openxmlformats.org/officeDocument/2006/relationships/tags" Target="../tags/tag56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8.bin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8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59.xml"/><Relationship Id="rId7" Type="http://schemas.openxmlformats.org/officeDocument/2006/relationships/tags" Target="../tags/tag63.xml"/><Relationship Id="rId2" Type="http://schemas.openxmlformats.org/officeDocument/2006/relationships/customXml" Target="../../customXml/item15.xml"/><Relationship Id="rId1" Type="http://schemas.openxmlformats.org/officeDocument/2006/relationships/vmlDrawing" Target="../drawings/vmlDrawing9.vml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10" Type="http://schemas.openxmlformats.org/officeDocument/2006/relationships/image" Target="../media/image1.emf"/><Relationship Id="rId4" Type="http://schemas.openxmlformats.org/officeDocument/2006/relationships/tags" Target="../tags/tag60.xml"/><Relationship Id="rId9" Type="http://schemas.openxmlformats.org/officeDocument/2006/relationships/oleObject" Target="../embeddings/oleObject9.bin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64.xml"/><Relationship Id="rId7" Type="http://schemas.openxmlformats.org/officeDocument/2006/relationships/image" Target="../media/image1.emf"/><Relationship Id="rId2" Type="http://schemas.openxmlformats.org/officeDocument/2006/relationships/customXml" Target="../../customXml/item7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10.bin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65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1.bin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2.bin"/><Relationship Id="rId4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3.bin"/><Relationship Id="rId4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4.bin"/><Relationship Id="rId4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3" Type="http://schemas.openxmlformats.org/officeDocument/2006/relationships/tags" Target="../tags/tag74.xml"/><Relationship Id="rId7" Type="http://schemas.openxmlformats.org/officeDocument/2006/relationships/slideMaster" Target="../slideMasters/slideMaster1.xml"/><Relationship Id="rId2" Type="http://schemas.openxmlformats.org/officeDocument/2006/relationships/customXml" Target="../../customXml/item11.xml"/><Relationship Id="rId1" Type="http://schemas.openxmlformats.org/officeDocument/2006/relationships/vmlDrawing" Target="../drawings/vmlDrawing15.vml"/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9" Type="http://schemas.openxmlformats.org/officeDocument/2006/relationships/image" Target="../media/image1.emf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3" Type="http://schemas.openxmlformats.org/officeDocument/2006/relationships/tags" Target="../tags/tag78.xml"/><Relationship Id="rId7" Type="http://schemas.openxmlformats.org/officeDocument/2006/relationships/slideMaster" Target="../slideMasters/slideMaster1.xml"/><Relationship Id="rId2" Type="http://schemas.openxmlformats.org/officeDocument/2006/relationships/customXml" Target="../../customXml/item1.xml"/><Relationship Id="rId1" Type="http://schemas.openxmlformats.org/officeDocument/2006/relationships/vmlDrawing" Target="../drawings/vmlDrawing16.vml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tags" Target="../tags/tag79.xml"/><Relationship Id="rId9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3" Type="http://schemas.openxmlformats.org/officeDocument/2006/relationships/tags" Target="../tags/tag82.xml"/><Relationship Id="rId7" Type="http://schemas.openxmlformats.org/officeDocument/2006/relationships/slideMaster" Target="../slideMasters/slideMaster1.xml"/><Relationship Id="rId2" Type="http://schemas.openxmlformats.org/officeDocument/2006/relationships/customXml" Target="../../customXml/item12.xml"/><Relationship Id="rId1" Type="http://schemas.openxmlformats.org/officeDocument/2006/relationships/vmlDrawing" Target="../drawings/vmlDrawing17.vml"/><Relationship Id="rId6" Type="http://schemas.openxmlformats.org/officeDocument/2006/relationships/tags" Target="../tags/tag85.xml"/><Relationship Id="rId5" Type="http://schemas.openxmlformats.org/officeDocument/2006/relationships/tags" Target="../tags/tag84.xml"/><Relationship Id="rId4" Type="http://schemas.openxmlformats.org/officeDocument/2006/relationships/tags" Target="../tags/tag83.xml"/><Relationship Id="rId9" Type="http://schemas.openxmlformats.org/officeDocument/2006/relationships/image" Target="../media/image1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87.xml"/><Relationship Id="rId7" Type="http://schemas.openxmlformats.org/officeDocument/2006/relationships/image" Target="../media/image1.emf"/><Relationship Id="rId2" Type="http://schemas.openxmlformats.org/officeDocument/2006/relationships/tags" Target="../tags/tag86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18.bin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88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90.xml"/><Relationship Id="rId7" Type="http://schemas.openxmlformats.org/officeDocument/2006/relationships/image" Target="../media/image1.emf"/><Relationship Id="rId2" Type="http://schemas.openxmlformats.org/officeDocument/2006/relationships/tags" Target="../tags/tag89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19.bin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91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92.xml"/><Relationship Id="rId7" Type="http://schemas.openxmlformats.org/officeDocument/2006/relationships/tags" Target="../tags/tag96.xml"/><Relationship Id="rId2" Type="http://schemas.openxmlformats.org/officeDocument/2006/relationships/customXml" Target="../../customXml/item5.xml"/><Relationship Id="rId1" Type="http://schemas.openxmlformats.org/officeDocument/2006/relationships/vmlDrawing" Target="../drawings/vmlDrawing20.v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10" Type="http://schemas.openxmlformats.org/officeDocument/2006/relationships/image" Target="../media/image1.emf"/><Relationship Id="rId4" Type="http://schemas.openxmlformats.org/officeDocument/2006/relationships/tags" Target="../tags/tag93.xml"/><Relationship Id="rId9" Type="http://schemas.openxmlformats.org/officeDocument/2006/relationships/oleObject" Target="../embeddings/oleObject20.bin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tags" Target="../tags/tag102.xml"/><Relationship Id="rId3" Type="http://schemas.openxmlformats.org/officeDocument/2006/relationships/tags" Target="../tags/tag97.xml"/><Relationship Id="rId7" Type="http://schemas.openxmlformats.org/officeDocument/2006/relationships/tags" Target="../tags/tag101.xml"/><Relationship Id="rId2" Type="http://schemas.openxmlformats.org/officeDocument/2006/relationships/customXml" Target="../../customXml/item9.xml"/><Relationship Id="rId1" Type="http://schemas.openxmlformats.org/officeDocument/2006/relationships/vmlDrawing" Target="../drawings/vmlDrawing21.vml"/><Relationship Id="rId6" Type="http://schemas.openxmlformats.org/officeDocument/2006/relationships/tags" Target="../tags/tag100.xml"/><Relationship Id="rId11" Type="http://schemas.openxmlformats.org/officeDocument/2006/relationships/image" Target="../media/image1.emf"/><Relationship Id="rId5" Type="http://schemas.openxmlformats.org/officeDocument/2006/relationships/tags" Target="../tags/tag99.xml"/><Relationship Id="rId10" Type="http://schemas.openxmlformats.org/officeDocument/2006/relationships/oleObject" Target="../embeddings/oleObject21.bin"/><Relationship Id="rId4" Type="http://schemas.openxmlformats.org/officeDocument/2006/relationships/tags" Target="../tags/tag98.xml"/><Relationship Id="rId9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tags" Target="../tags/tag108.xml"/><Relationship Id="rId3" Type="http://schemas.openxmlformats.org/officeDocument/2006/relationships/tags" Target="../tags/tag103.xml"/><Relationship Id="rId7" Type="http://schemas.openxmlformats.org/officeDocument/2006/relationships/tags" Target="../tags/tag107.xml"/><Relationship Id="rId2" Type="http://schemas.openxmlformats.org/officeDocument/2006/relationships/customXml" Target="../../customXml/item4.xml"/><Relationship Id="rId1" Type="http://schemas.openxmlformats.org/officeDocument/2006/relationships/vmlDrawing" Target="../drawings/vmlDrawing22.vml"/><Relationship Id="rId6" Type="http://schemas.openxmlformats.org/officeDocument/2006/relationships/tags" Target="../tags/tag106.xml"/><Relationship Id="rId11" Type="http://schemas.openxmlformats.org/officeDocument/2006/relationships/image" Target="../media/image1.emf"/><Relationship Id="rId5" Type="http://schemas.openxmlformats.org/officeDocument/2006/relationships/tags" Target="../tags/tag105.xml"/><Relationship Id="rId10" Type="http://schemas.openxmlformats.org/officeDocument/2006/relationships/oleObject" Target="../embeddings/oleObject22.bin"/><Relationship Id="rId4" Type="http://schemas.openxmlformats.org/officeDocument/2006/relationships/tags" Target="../tags/tag104.xml"/><Relationship Id="rId9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.bin"/><Relationship Id="rId3" Type="http://schemas.openxmlformats.org/officeDocument/2006/relationships/tags" Target="../tags/tag109.xml"/><Relationship Id="rId7" Type="http://schemas.openxmlformats.org/officeDocument/2006/relationships/slideMaster" Target="../slideMasters/slideMaster1.xml"/><Relationship Id="rId2" Type="http://schemas.openxmlformats.org/officeDocument/2006/relationships/customXml" Target="../../customXml/item16.xml"/><Relationship Id="rId1" Type="http://schemas.openxmlformats.org/officeDocument/2006/relationships/vmlDrawing" Target="../drawings/vmlDrawing23.vml"/><Relationship Id="rId6" Type="http://schemas.openxmlformats.org/officeDocument/2006/relationships/tags" Target="../tags/tag112.xml"/><Relationship Id="rId5" Type="http://schemas.openxmlformats.org/officeDocument/2006/relationships/tags" Target="../tags/tag111.xml"/><Relationship Id="rId4" Type="http://schemas.openxmlformats.org/officeDocument/2006/relationships/tags" Target="../tags/tag110.xml"/><Relationship Id="rId9" Type="http://schemas.openxmlformats.org/officeDocument/2006/relationships/image" Target="../media/image1.emf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13.xml"/><Relationship Id="rId7" Type="http://schemas.openxmlformats.org/officeDocument/2006/relationships/tags" Target="../tags/tag117.xml"/><Relationship Id="rId2" Type="http://schemas.openxmlformats.org/officeDocument/2006/relationships/customXml" Target="../../customXml/item14.xml"/><Relationship Id="rId1" Type="http://schemas.openxmlformats.org/officeDocument/2006/relationships/vmlDrawing" Target="../drawings/vmlDrawing24.vml"/><Relationship Id="rId6" Type="http://schemas.openxmlformats.org/officeDocument/2006/relationships/tags" Target="../tags/tag116.xml"/><Relationship Id="rId5" Type="http://schemas.openxmlformats.org/officeDocument/2006/relationships/tags" Target="../tags/tag115.xml"/><Relationship Id="rId10" Type="http://schemas.openxmlformats.org/officeDocument/2006/relationships/image" Target="../media/image1.emf"/><Relationship Id="rId4" Type="http://schemas.openxmlformats.org/officeDocument/2006/relationships/tags" Target="../tags/tag114.xml"/><Relationship Id="rId9" Type="http://schemas.openxmlformats.org/officeDocument/2006/relationships/oleObject" Target="../embeddings/oleObject24.bin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18.xml"/><Relationship Id="rId7" Type="http://schemas.openxmlformats.org/officeDocument/2006/relationships/tags" Target="../tags/tag122.xml"/><Relationship Id="rId2" Type="http://schemas.openxmlformats.org/officeDocument/2006/relationships/customXml" Target="../../customXml/item3.xml"/><Relationship Id="rId1" Type="http://schemas.openxmlformats.org/officeDocument/2006/relationships/vmlDrawing" Target="../drawings/vmlDrawing25.vml"/><Relationship Id="rId6" Type="http://schemas.openxmlformats.org/officeDocument/2006/relationships/tags" Target="../tags/tag121.xml"/><Relationship Id="rId5" Type="http://schemas.openxmlformats.org/officeDocument/2006/relationships/tags" Target="../tags/tag120.xml"/><Relationship Id="rId10" Type="http://schemas.openxmlformats.org/officeDocument/2006/relationships/image" Target="../media/image1.emf"/><Relationship Id="rId4" Type="http://schemas.openxmlformats.org/officeDocument/2006/relationships/tags" Target="../tags/tag119.xml"/><Relationship Id="rId9" Type="http://schemas.openxmlformats.org/officeDocument/2006/relationships/oleObject" Target="../embeddings/oleObject25.bin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tags" Target="../tags/tag128.xml"/><Relationship Id="rId3" Type="http://schemas.openxmlformats.org/officeDocument/2006/relationships/tags" Target="../tags/tag123.xml"/><Relationship Id="rId7" Type="http://schemas.openxmlformats.org/officeDocument/2006/relationships/tags" Target="../tags/tag127.xml"/><Relationship Id="rId2" Type="http://schemas.openxmlformats.org/officeDocument/2006/relationships/customXml" Target="../../customXml/item8.xml"/><Relationship Id="rId1" Type="http://schemas.openxmlformats.org/officeDocument/2006/relationships/vmlDrawing" Target="../drawings/vmlDrawing26.vml"/><Relationship Id="rId6" Type="http://schemas.openxmlformats.org/officeDocument/2006/relationships/tags" Target="../tags/tag126.xml"/><Relationship Id="rId11" Type="http://schemas.openxmlformats.org/officeDocument/2006/relationships/image" Target="../media/image1.emf"/><Relationship Id="rId5" Type="http://schemas.openxmlformats.org/officeDocument/2006/relationships/tags" Target="../tags/tag125.xml"/><Relationship Id="rId10" Type="http://schemas.openxmlformats.org/officeDocument/2006/relationships/oleObject" Target="../embeddings/oleObject26.bin"/><Relationship Id="rId4" Type="http://schemas.openxmlformats.org/officeDocument/2006/relationships/tags" Target="../tags/tag124.xml"/><Relationship Id="rId9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tags" Target="../tags/tag134.xml"/><Relationship Id="rId3" Type="http://schemas.openxmlformats.org/officeDocument/2006/relationships/tags" Target="../tags/tag129.xml"/><Relationship Id="rId7" Type="http://schemas.openxmlformats.org/officeDocument/2006/relationships/tags" Target="../tags/tag133.xml"/><Relationship Id="rId12" Type="http://schemas.openxmlformats.org/officeDocument/2006/relationships/image" Target="../media/image1.emf"/><Relationship Id="rId2" Type="http://schemas.openxmlformats.org/officeDocument/2006/relationships/customXml" Target="../../customXml/item13.xml"/><Relationship Id="rId1" Type="http://schemas.openxmlformats.org/officeDocument/2006/relationships/vmlDrawing" Target="../drawings/vmlDrawing27.vml"/><Relationship Id="rId6" Type="http://schemas.openxmlformats.org/officeDocument/2006/relationships/tags" Target="../tags/tag132.xml"/><Relationship Id="rId11" Type="http://schemas.openxmlformats.org/officeDocument/2006/relationships/oleObject" Target="../embeddings/oleObject27.bin"/><Relationship Id="rId5" Type="http://schemas.openxmlformats.org/officeDocument/2006/relationships/tags" Target="../tags/tag131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30.xml"/><Relationship Id="rId9" Type="http://schemas.openxmlformats.org/officeDocument/2006/relationships/tags" Target="../tags/tag135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tags" Target="../tags/tag141.xml"/><Relationship Id="rId3" Type="http://schemas.openxmlformats.org/officeDocument/2006/relationships/tags" Target="../tags/tag136.xml"/><Relationship Id="rId7" Type="http://schemas.openxmlformats.org/officeDocument/2006/relationships/tags" Target="../tags/tag140.xml"/><Relationship Id="rId2" Type="http://schemas.openxmlformats.org/officeDocument/2006/relationships/customXml" Target="../../customXml/item6.xml"/><Relationship Id="rId1" Type="http://schemas.openxmlformats.org/officeDocument/2006/relationships/vmlDrawing" Target="../drawings/vmlDrawing28.vml"/><Relationship Id="rId6" Type="http://schemas.openxmlformats.org/officeDocument/2006/relationships/tags" Target="../tags/tag139.xml"/><Relationship Id="rId11" Type="http://schemas.openxmlformats.org/officeDocument/2006/relationships/image" Target="../media/image1.emf"/><Relationship Id="rId5" Type="http://schemas.openxmlformats.org/officeDocument/2006/relationships/tags" Target="../tags/tag138.xml"/><Relationship Id="rId10" Type="http://schemas.openxmlformats.org/officeDocument/2006/relationships/oleObject" Target="../embeddings/oleObject28.bin"/><Relationship Id="rId4" Type="http://schemas.openxmlformats.org/officeDocument/2006/relationships/tags" Target="../tags/tag137.xml"/><Relationship Id="rId9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tags" Target="../tags/tag147.xml"/><Relationship Id="rId13" Type="http://schemas.openxmlformats.org/officeDocument/2006/relationships/image" Target="../media/image1.emf"/><Relationship Id="rId3" Type="http://schemas.openxmlformats.org/officeDocument/2006/relationships/tags" Target="../tags/tag142.xml"/><Relationship Id="rId7" Type="http://schemas.openxmlformats.org/officeDocument/2006/relationships/tags" Target="../tags/tag146.xml"/><Relationship Id="rId12" Type="http://schemas.openxmlformats.org/officeDocument/2006/relationships/oleObject" Target="../embeddings/oleObject29.bin"/><Relationship Id="rId2" Type="http://schemas.openxmlformats.org/officeDocument/2006/relationships/customXml" Target="../../customXml/item10.xml"/><Relationship Id="rId1" Type="http://schemas.openxmlformats.org/officeDocument/2006/relationships/vmlDrawing" Target="../drawings/vmlDrawing29.vml"/><Relationship Id="rId6" Type="http://schemas.openxmlformats.org/officeDocument/2006/relationships/tags" Target="../tags/tag145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144.xml"/><Relationship Id="rId10" Type="http://schemas.openxmlformats.org/officeDocument/2006/relationships/tags" Target="../tags/tag149.xml"/><Relationship Id="rId4" Type="http://schemas.openxmlformats.org/officeDocument/2006/relationships/tags" Target="../tags/tag143.xml"/><Relationship Id="rId9" Type="http://schemas.openxmlformats.org/officeDocument/2006/relationships/tags" Target="../tags/tag148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tags" Target="../tags/tag151.xml"/><Relationship Id="rId7" Type="http://schemas.openxmlformats.org/officeDocument/2006/relationships/image" Target="../media/image1.emf"/><Relationship Id="rId2" Type="http://schemas.openxmlformats.org/officeDocument/2006/relationships/tags" Target="../tags/tag150.xml"/><Relationship Id="rId1" Type="http://schemas.openxmlformats.org/officeDocument/2006/relationships/vmlDrawing" Target="../drawings/vmlDrawing30.vml"/><Relationship Id="rId6" Type="http://schemas.openxmlformats.org/officeDocument/2006/relationships/oleObject" Target="../embeddings/oleObject30.bin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52.xml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tags" Target="../tags/tag154.xml"/><Relationship Id="rId7" Type="http://schemas.openxmlformats.org/officeDocument/2006/relationships/image" Target="../media/image3.emf"/><Relationship Id="rId2" Type="http://schemas.openxmlformats.org/officeDocument/2006/relationships/tags" Target="../tags/tag153.xml"/><Relationship Id="rId1" Type="http://schemas.openxmlformats.org/officeDocument/2006/relationships/vmlDrawing" Target="../drawings/vmlDrawing31.vml"/><Relationship Id="rId6" Type="http://schemas.openxmlformats.org/officeDocument/2006/relationships/oleObject" Target="../embeddings/oleObject31.bin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5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A3E7EA0D-CBAA-4118-953D-369B238E0DC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376721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4" name="think-cell Slide" r:id="rId7" imgW="622" imgH="623" progId="TCLayout.ActiveDocument.1">
                  <p:embed/>
                </p:oleObj>
              </mc:Choice>
              <mc:Fallback>
                <p:oleObj name="think-cell Slide" r:id="rId7" imgW="622" imgH="62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546FD4F-4BC8-4BC8-BD25-08976A122B58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charset="0"/>
              <a:buNone/>
            </a:pPr>
            <a:endParaRPr lang="en-US" sz="4400" b="1" i="0" baseline="0" dirty="0">
              <a:solidFill>
                <a:schemeClr val="tx1"/>
              </a:solidFill>
              <a:latin typeface="Arial" panose="020B0604020202020204" pitchFamily="34" charset="0"/>
              <a:ea typeface="Siemens Sans Global" pitchFamily="2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59" name="Picture 2">
            <a:extLst>
              <a:ext uri="{FF2B5EF4-FFF2-40B4-BE49-F238E27FC236}">
                <a16:creationId xmlns:a16="http://schemas.microsoft.com/office/drawing/2014/main" id="{C530AD33-C7EA-4AB1-9F87-87BA4D37E673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9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0"/>
            <a:ext cx="121983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dtRectangle 115 Id57350"/>
          <p:cNvSpPr>
            <a:spLocks noGrp="1" noChangeArrowheads="1"/>
          </p:cNvSpPr>
          <p:nvPr>
            <p:ph type="ctrTitle"/>
            <p:custDataLst>
              <p:tags r:id="rId4"/>
            </p:custDataLst>
          </p:nvPr>
        </p:nvSpPr>
        <p:spPr bwMode="ltGray">
          <a:xfrm>
            <a:off x="627063" y="3462181"/>
            <a:ext cx="6480000" cy="2340314"/>
          </a:xfrm>
          <a:gradFill>
            <a:gsLst>
              <a:gs pos="83000">
                <a:srgbClr val="0099B0">
                  <a:alpha val="85000"/>
                </a:srgbClr>
              </a:gs>
              <a:gs pos="50000">
                <a:srgbClr val="009999">
                  <a:alpha val="85000"/>
                </a:srgbClr>
              </a:gs>
              <a:gs pos="0">
                <a:srgbClr val="50BEBE">
                  <a:alpha val="85000"/>
                </a:srgbClr>
              </a:gs>
              <a:gs pos="100000">
                <a:srgbClr val="0099CB">
                  <a:alpha val="85000"/>
                </a:srgbClr>
              </a:gs>
            </a:gsLst>
            <a:lin ang="0" scaled="0"/>
          </a:gradFill>
        </p:spPr>
        <p:txBody>
          <a:bodyPr wrap="square" lIns="216000" tIns="90000" rIns="216000" bIns="216000" anchor="b" anchorCtr="0">
            <a:spAutoFit/>
          </a:bodyPr>
          <a:lstStyle>
            <a:lvl1pPr>
              <a:defRPr sz="4400" smtClean="0">
                <a:solidFill>
                  <a:srgbClr val="FFFFFF"/>
                </a:solidFill>
                <a:latin typeface="Arial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5" name="cdtText Box 101 Id11"/>
          <p:cNvSpPr txBox="1">
            <a:spLocks noChangeArrowheads="1"/>
          </p:cNvSpPr>
          <p:nvPr userDrawn="1">
            <p:custDataLst>
              <p:tags r:id="rId5"/>
            </p:custDataLst>
          </p:nvPr>
        </p:nvSpPr>
        <p:spPr bwMode="auto">
          <a:xfrm>
            <a:off x="6099175" y="0"/>
            <a:ext cx="1588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0">
            <a:noAutofit/>
          </a:bodyPr>
          <a:lstStyle/>
          <a:p>
            <a:pPr algn="ctr">
              <a:buClrTx/>
              <a:buFontTx/>
              <a:buNone/>
            </a:pPr>
            <a:endParaRPr lang="en-US" sz="1100" b="1" noProof="0" dirty="0">
              <a:solidFill>
                <a:srgbClr val="990000"/>
              </a:solidFill>
            </a:endParaRPr>
          </a:p>
        </p:txBody>
      </p:sp>
      <p:sp>
        <p:nvSpPr>
          <p:cNvPr id="9" name="Textplatzhalter 57343"/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627063" y="5907600"/>
            <a:ext cx="6480000" cy="324000"/>
          </a:xfrm>
          <a:solidFill>
            <a:schemeClr val="bg1">
              <a:alpha val="85000"/>
            </a:schemeClr>
          </a:solidFill>
        </p:spPr>
        <p:txBody>
          <a:bodyPr lIns="216000" tIns="90000" rIns="216000" bIns="46800"/>
          <a:lstStyle>
            <a:lvl1pPr algn="r">
              <a:lnSpc>
                <a:spcPct val="100000"/>
              </a:lnSpc>
              <a:defRPr sz="1000" b="1"/>
            </a:lvl1pPr>
            <a:lvl2pPr marL="1588" indent="0">
              <a:buNone/>
              <a:defRPr/>
            </a:lvl2pPr>
          </a:lstStyle>
          <a:p>
            <a:pPr lvl="0"/>
            <a:r>
              <a:rPr lang="en-US" noProof="0" dirty="0"/>
              <a:t>Please insert URL</a:t>
            </a:r>
          </a:p>
        </p:txBody>
      </p:sp>
      <p:sp>
        <p:nvSpPr>
          <p:cNvPr id="10" name="Textplatzhalter 57343"/>
          <p:cNvSpPr>
            <a:spLocks noGrp="1"/>
          </p:cNvSpPr>
          <p:nvPr>
            <p:ph type="body" sz="quarter" idx="13" hasCustomPrompt="1"/>
          </p:nvPr>
        </p:nvSpPr>
        <p:spPr>
          <a:xfrm>
            <a:off x="627062" y="5907600"/>
            <a:ext cx="3311525" cy="324000"/>
          </a:xfrm>
        </p:spPr>
        <p:txBody>
          <a:bodyPr lIns="216000" tIns="90000" rIns="0" bIns="46800"/>
          <a:lstStyle>
            <a:lvl1pPr algn="l">
              <a:lnSpc>
                <a:spcPct val="100000"/>
              </a:lnSpc>
              <a:defRPr sz="1000" b="1"/>
            </a:lvl1pPr>
            <a:lvl2pPr marL="1588" indent="0">
              <a:buNone/>
              <a:defRPr/>
            </a:lvl2pPr>
          </a:lstStyle>
          <a:p>
            <a:pPr lvl="0"/>
            <a:r>
              <a:rPr lang="en-US" noProof="0"/>
              <a:t>Please insert Restrictedity note</a:t>
            </a:r>
            <a:endParaRPr lang="en-US" noProof="0" dirty="0"/>
          </a:p>
        </p:txBody>
      </p:sp>
      <p:grpSp>
        <p:nvGrpSpPr>
          <p:cNvPr id="83" name="Gruppieren 82"/>
          <p:cNvGrpSpPr/>
          <p:nvPr userDrawn="1"/>
        </p:nvGrpSpPr>
        <p:grpSpPr>
          <a:xfrm>
            <a:off x="-216000" y="-216000"/>
            <a:ext cx="12628800" cy="7290000"/>
            <a:chOff x="-216000" y="-216000"/>
            <a:chExt cx="12628800" cy="7290000"/>
          </a:xfrm>
        </p:grpSpPr>
        <p:cxnSp>
          <p:nvCxnSpPr>
            <p:cNvPr id="84" name="Gerade Verbindung 83"/>
            <p:cNvCxnSpPr/>
            <p:nvPr userDrawn="1"/>
          </p:nvCxnSpPr>
          <p:spPr bwMode="auto">
            <a:xfrm>
              <a:off x="627063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5" name="Gerade Verbindung 84"/>
            <p:cNvCxnSpPr/>
            <p:nvPr userDrawn="1"/>
          </p:nvCxnSpPr>
          <p:spPr bwMode="auto">
            <a:xfrm>
              <a:off x="6099175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6" name="Gerade Verbindung 85"/>
            <p:cNvCxnSpPr/>
            <p:nvPr userDrawn="1"/>
          </p:nvCxnSpPr>
          <p:spPr bwMode="auto">
            <a:xfrm>
              <a:off x="62420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7" name="Gerade Verbindung 86"/>
            <p:cNvCxnSpPr/>
            <p:nvPr userDrawn="1"/>
          </p:nvCxnSpPr>
          <p:spPr bwMode="auto">
            <a:xfrm>
              <a:off x="8835479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8" name="Gerade Verbindung 87"/>
            <p:cNvCxnSpPr/>
            <p:nvPr userDrawn="1"/>
          </p:nvCxnSpPr>
          <p:spPr bwMode="auto">
            <a:xfrm>
              <a:off x="117157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9" name="Gerade Verbindung 88"/>
            <p:cNvCxnSpPr/>
            <p:nvPr userDrawn="1"/>
          </p:nvCxnSpPr>
          <p:spPr bwMode="auto">
            <a:xfrm rot="5400000">
              <a:off x="123228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0" name="Gerade Verbindung 89"/>
            <p:cNvCxnSpPr/>
            <p:nvPr userDrawn="1"/>
          </p:nvCxnSpPr>
          <p:spPr bwMode="auto">
            <a:xfrm rot="5400000">
              <a:off x="12322800" y="945844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1" name="Gerade Verbindung 90"/>
            <p:cNvCxnSpPr/>
            <p:nvPr userDrawn="1"/>
          </p:nvCxnSpPr>
          <p:spPr bwMode="auto">
            <a:xfrm rot="5400000">
              <a:off x="12322800" y="135145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2" name="Gerade Verbindung 91"/>
            <p:cNvCxnSpPr/>
            <p:nvPr userDrawn="1"/>
          </p:nvCxnSpPr>
          <p:spPr bwMode="auto">
            <a:xfrm rot="5400000">
              <a:off x="12322800" y="3653512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3" name="Gerade Verbindung 92"/>
            <p:cNvCxnSpPr/>
            <p:nvPr userDrawn="1"/>
          </p:nvCxnSpPr>
          <p:spPr bwMode="auto">
            <a:xfrm rot="5400000">
              <a:off x="12322800" y="3801055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4" name="Gerade Verbindung 93"/>
            <p:cNvCxnSpPr/>
            <p:nvPr userDrawn="1"/>
          </p:nvCxnSpPr>
          <p:spPr bwMode="auto">
            <a:xfrm rot="5400000">
              <a:off x="12322800" y="6101999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5" name="Gerade Verbindung 94"/>
            <p:cNvCxnSpPr/>
            <p:nvPr userDrawn="1"/>
          </p:nvCxnSpPr>
          <p:spPr bwMode="auto">
            <a:xfrm>
              <a:off x="627063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6" name="Gerade Verbindung 95"/>
            <p:cNvCxnSpPr/>
            <p:nvPr userDrawn="1"/>
          </p:nvCxnSpPr>
          <p:spPr bwMode="auto">
            <a:xfrm>
              <a:off x="6099175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7" name="Gerade Verbindung 96"/>
            <p:cNvCxnSpPr/>
            <p:nvPr userDrawn="1"/>
          </p:nvCxnSpPr>
          <p:spPr bwMode="auto">
            <a:xfrm>
              <a:off x="62420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8" name="Gerade Verbindung 97"/>
            <p:cNvCxnSpPr/>
            <p:nvPr userDrawn="1"/>
          </p:nvCxnSpPr>
          <p:spPr bwMode="auto">
            <a:xfrm>
              <a:off x="8835479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9" name="Gerade Verbindung 98"/>
            <p:cNvCxnSpPr/>
            <p:nvPr userDrawn="1"/>
          </p:nvCxnSpPr>
          <p:spPr bwMode="auto">
            <a:xfrm>
              <a:off x="117157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0" name="Gerade Verbindung 99"/>
            <p:cNvCxnSpPr/>
            <p:nvPr userDrawn="1"/>
          </p:nvCxnSpPr>
          <p:spPr bwMode="auto">
            <a:xfrm rot="5400000">
              <a:off x="-1260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1" name="Gerade Verbindung 100"/>
            <p:cNvCxnSpPr/>
            <p:nvPr userDrawn="1"/>
          </p:nvCxnSpPr>
          <p:spPr bwMode="auto">
            <a:xfrm rot="5400000">
              <a:off x="-126000" y="946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2" name="Gerade Verbindung 101"/>
            <p:cNvCxnSpPr/>
            <p:nvPr userDrawn="1"/>
          </p:nvCxnSpPr>
          <p:spPr bwMode="auto">
            <a:xfrm rot="5400000">
              <a:off x="-126000" y="135145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3" name="Gerade Verbindung 102"/>
            <p:cNvCxnSpPr/>
            <p:nvPr userDrawn="1"/>
          </p:nvCxnSpPr>
          <p:spPr bwMode="auto">
            <a:xfrm rot="5400000">
              <a:off x="-126000" y="3653512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4" name="Gerade Verbindung 103"/>
            <p:cNvCxnSpPr/>
            <p:nvPr userDrawn="1"/>
          </p:nvCxnSpPr>
          <p:spPr bwMode="auto">
            <a:xfrm rot="5400000">
              <a:off x="-126000" y="3801055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5" name="Gerade Verbindung 104"/>
            <p:cNvCxnSpPr/>
            <p:nvPr userDrawn="1"/>
          </p:nvCxnSpPr>
          <p:spPr bwMode="auto">
            <a:xfrm rot="5400000">
              <a:off x="-126000" y="6101999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0" name="Group 33"/>
          <p:cNvGrpSpPr>
            <a:grpSpLocks noChangeAspect="1"/>
          </p:cNvGrpSpPr>
          <p:nvPr userDrawn="1"/>
        </p:nvGrpSpPr>
        <p:grpSpPr bwMode="gray">
          <a:xfrm>
            <a:off x="9555163" y="323850"/>
            <a:ext cx="2159000" cy="914400"/>
            <a:chOff x="6019" y="204"/>
            <a:chExt cx="1360" cy="576"/>
          </a:xfrm>
        </p:grpSpPr>
        <p:sp>
          <p:nvSpPr>
            <p:cNvPr id="32" name="AutoShape 32"/>
            <p:cNvSpPr>
              <a:spLocks noChangeAspect="1" noChangeArrowheads="1" noTextEdit="1"/>
            </p:cNvSpPr>
            <p:nvPr userDrawn="1"/>
          </p:nvSpPr>
          <p:spPr bwMode="gray">
            <a:xfrm>
              <a:off x="6019" y="204"/>
              <a:ext cx="1360" cy="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33" name="Rectangle 34"/>
            <p:cNvSpPr>
              <a:spLocks noChangeArrowheads="1"/>
            </p:cNvSpPr>
            <p:nvPr userDrawn="1"/>
          </p:nvSpPr>
          <p:spPr bwMode="gray">
            <a:xfrm>
              <a:off x="6019" y="204"/>
              <a:ext cx="1360" cy="57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34" name="Freeform 35"/>
            <p:cNvSpPr>
              <a:spLocks/>
            </p:cNvSpPr>
            <p:nvPr userDrawn="1"/>
          </p:nvSpPr>
          <p:spPr bwMode="gray">
            <a:xfrm>
              <a:off x="6765" y="562"/>
              <a:ext cx="98" cy="156"/>
            </a:xfrm>
            <a:custGeom>
              <a:avLst/>
              <a:gdLst>
                <a:gd name="T0" fmla="*/ 705 w 1179"/>
                <a:gd name="T1" fmla="*/ 998 h 1866"/>
                <a:gd name="T2" fmla="*/ 588 w 1179"/>
                <a:gd name="T3" fmla="*/ 1280 h 1866"/>
                <a:gd name="T4" fmla="*/ 458 w 1179"/>
                <a:gd name="T5" fmla="*/ 1547 h 1866"/>
                <a:gd name="T6" fmla="*/ 277 w 1179"/>
                <a:gd name="T7" fmla="*/ 1824 h 1866"/>
                <a:gd name="T8" fmla="*/ 270 w 1179"/>
                <a:gd name="T9" fmla="*/ 1854 h 1866"/>
                <a:gd name="T10" fmla="*/ 295 w 1179"/>
                <a:gd name="T11" fmla="*/ 1866 h 1866"/>
                <a:gd name="T12" fmla="*/ 363 w 1179"/>
                <a:gd name="T13" fmla="*/ 1834 h 1866"/>
                <a:gd name="T14" fmla="*/ 442 w 1179"/>
                <a:gd name="T15" fmla="*/ 1757 h 1866"/>
                <a:gd name="T16" fmla="*/ 627 w 1179"/>
                <a:gd name="T17" fmla="*/ 1494 h 1866"/>
                <a:gd name="T18" fmla="*/ 832 w 1179"/>
                <a:gd name="T19" fmla="*/ 1110 h 1866"/>
                <a:gd name="T20" fmla="*/ 972 w 1179"/>
                <a:gd name="T21" fmla="*/ 852 h 1866"/>
                <a:gd name="T22" fmla="*/ 1080 w 1179"/>
                <a:gd name="T23" fmla="*/ 704 h 1866"/>
                <a:gd name="T24" fmla="*/ 1172 w 1179"/>
                <a:gd name="T25" fmla="*/ 601 h 1866"/>
                <a:gd name="T26" fmla="*/ 1178 w 1179"/>
                <a:gd name="T27" fmla="*/ 575 h 1866"/>
                <a:gd name="T28" fmla="*/ 1137 w 1179"/>
                <a:gd name="T29" fmla="*/ 537 h 1866"/>
                <a:gd name="T30" fmla="*/ 1056 w 1179"/>
                <a:gd name="T31" fmla="*/ 517 h 1866"/>
                <a:gd name="T32" fmla="*/ 1012 w 1179"/>
                <a:gd name="T33" fmla="*/ 528 h 1866"/>
                <a:gd name="T34" fmla="*/ 948 w 1179"/>
                <a:gd name="T35" fmla="*/ 593 h 1866"/>
                <a:gd name="T36" fmla="*/ 778 w 1179"/>
                <a:gd name="T37" fmla="*/ 756 h 1866"/>
                <a:gd name="T38" fmla="*/ 713 w 1179"/>
                <a:gd name="T39" fmla="*/ 790 h 1866"/>
                <a:gd name="T40" fmla="*/ 676 w 1179"/>
                <a:gd name="T41" fmla="*/ 779 h 1866"/>
                <a:gd name="T42" fmla="*/ 653 w 1179"/>
                <a:gd name="T43" fmla="*/ 730 h 1866"/>
                <a:gd name="T44" fmla="*/ 655 w 1179"/>
                <a:gd name="T45" fmla="*/ 622 h 1866"/>
                <a:gd name="T46" fmla="*/ 650 w 1179"/>
                <a:gd name="T47" fmla="*/ 579 h 1866"/>
                <a:gd name="T48" fmla="*/ 622 w 1179"/>
                <a:gd name="T49" fmla="*/ 552 h 1866"/>
                <a:gd name="T50" fmla="*/ 493 w 1179"/>
                <a:gd name="T51" fmla="*/ 530 h 1866"/>
                <a:gd name="T52" fmla="*/ 272 w 1179"/>
                <a:gd name="T53" fmla="*/ 517 h 1866"/>
                <a:gd name="T54" fmla="*/ 340 w 1179"/>
                <a:gd name="T55" fmla="*/ 248 h 1866"/>
                <a:gd name="T56" fmla="*/ 393 w 1179"/>
                <a:gd name="T57" fmla="*/ 122 h 1866"/>
                <a:gd name="T58" fmla="*/ 426 w 1179"/>
                <a:gd name="T59" fmla="*/ 45 h 1866"/>
                <a:gd name="T60" fmla="*/ 397 w 1179"/>
                <a:gd name="T61" fmla="*/ 16 h 1866"/>
                <a:gd name="T62" fmla="*/ 333 w 1179"/>
                <a:gd name="T63" fmla="*/ 0 h 1866"/>
                <a:gd name="T64" fmla="*/ 279 w 1179"/>
                <a:gd name="T65" fmla="*/ 11 h 1866"/>
                <a:gd name="T66" fmla="*/ 240 w 1179"/>
                <a:gd name="T67" fmla="*/ 61 h 1866"/>
                <a:gd name="T68" fmla="*/ 150 w 1179"/>
                <a:gd name="T69" fmla="*/ 340 h 1866"/>
                <a:gd name="T70" fmla="*/ 89 w 1179"/>
                <a:gd name="T71" fmla="*/ 509 h 1866"/>
                <a:gd name="T72" fmla="*/ 11 w 1179"/>
                <a:gd name="T73" fmla="*/ 514 h 1866"/>
                <a:gd name="T74" fmla="*/ 0 w 1179"/>
                <a:gd name="T75" fmla="*/ 531 h 1866"/>
                <a:gd name="T76" fmla="*/ 25 w 1179"/>
                <a:gd name="T77" fmla="*/ 588 h 1866"/>
                <a:gd name="T78" fmla="*/ 69 w 1179"/>
                <a:gd name="T79" fmla="*/ 627 h 1866"/>
                <a:gd name="T80" fmla="*/ 100 w 1179"/>
                <a:gd name="T81" fmla="*/ 669 h 1866"/>
                <a:gd name="T82" fmla="*/ 102 w 1179"/>
                <a:gd name="T83" fmla="*/ 825 h 1866"/>
                <a:gd name="T84" fmla="*/ 141 w 1179"/>
                <a:gd name="T85" fmla="*/ 948 h 1866"/>
                <a:gd name="T86" fmla="*/ 220 w 1179"/>
                <a:gd name="T87" fmla="*/ 1011 h 1866"/>
                <a:gd name="T88" fmla="*/ 273 w 1179"/>
                <a:gd name="T89" fmla="*/ 1012 h 1866"/>
                <a:gd name="T90" fmla="*/ 282 w 1179"/>
                <a:gd name="T91" fmla="*/ 989 h 1866"/>
                <a:gd name="T92" fmla="*/ 251 w 1179"/>
                <a:gd name="T93" fmla="*/ 888 h 1866"/>
                <a:gd name="T94" fmla="*/ 244 w 1179"/>
                <a:gd name="T95" fmla="*/ 748 h 1866"/>
                <a:gd name="T96" fmla="*/ 282 w 1179"/>
                <a:gd name="T97" fmla="*/ 625 h 1866"/>
                <a:gd name="T98" fmla="*/ 428 w 1179"/>
                <a:gd name="T99" fmla="*/ 608 h 1866"/>
                <a:gd name="T100" fmla="*/ 477 w 1179"/>
                <a:gd name="T101" fmla="*/ 617 h 1866"/>
                <a:gd name="T102" fmla="*/ 483 w 1179"/>
                <a:gd name="T103" fmla="*/ 645 h 1866"/>
                <a:gd name="T104" fmla="*/ 495 w 1179"/>
                <a:gd name="T105" fmla="*/ 741 h 1866"/>
                <a:gd name="T106" fmla="*/ 539 w 1179"/>
                <a:gd name="T107" fmla="*/ 816 h 1866"/>
                <a:gd name="T108" fmla="*/ 600 w 1179"/>
                <a:gd name="T109" fmla="*/ 858 h 1866"/>
                <a:gd name="T110" fmla="*/ 682 w 1179"/>
                <a:gd name="T111" fmla="*/ 882 h 18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179" h="1866">
                  <a:moveTo>
                    <a:pt x="756" y="885"/>
                  </a:moveTo>
                  <a:lnTo>
                    <a:pt x="752" y="893"/>
                  </a:lnTo>
                  <a:lnTo>
                    <a:pt x="741" y="919"/>
                  </a:lnTo>
                  <a:lnTo>
                    <a:pt x="729" y="944"/>
                  </a:lnTo>
                  <a:lnTo>
                    <a:pt x="718" y="971"/>
                  </a:lnTo>
                  <a:lnTo>
                    <a:pt x="705" y="998"/>
                  </a:lnTo>
                  <a:lnTo>
                    <a:pt x="694" y="1026"/>
                  </a:lnTo>
                  <a:lnTo>
                    <a:pt x="682" y="1054"/>
                  </a:lnTo>
                  <a:lnTo>
                    <a:pt x="671" y="1083"/>
                  </a:lnTo>
                  <a:lnTo>
                    <a:pt x="659" y="1112"/>
                  </a:lnTo>
                  <a:lnTo>
                    <a:pt x="624" y="1194"/>
                  </a:lnTo>
                  <a:lnTo>
                    <a:pt x="588" y="1280"/>
                  </a:lnTo>
                  <a:lnTo>
                    <a:pt x="569" y="1324"/>
                  </a:lnTo>
                  <a:lnTo>
                    <a:pt x="548" y="1368"/>
                  </a:lnTo>
                  <a:lnTo>
                    <a:pt x="527" y="1412"/>
                  </a:lnTo>
                  <a:lnTo>
                    <a:pt x="506" y="1457"/>
                  </a:lnTo>
                  <a:lnTo>
                    <a:pt x="482" y="1501"/>
                  </a:lnTo>
                  <a:lnTo>
                    <a:pt x="458" y="1547"/>
                  </a:lnTo>
                  <a:lnTo>
                    <a:pt x="432" y="1593"/>
                  </a:lnTo>
                  <a:lnTo>
                    <a:pt x="405" y="1639"/>
                  </a:lnTo>
                  <a:lnTo>
                    <a:pt x="375" y="1685"/>
                  </a:lnTo>
                  <a:lnTo>
                    <a:pt x="344" y="1731"/>
                  </a:lnTo>
                  <a:lnTo>
                    <a:pt x="312" y="1778"/>
                  </a:lnTo>
                  <a:lnTo>
                    <a:pt x="277" y="1824"/>
                  </a:lnTo>
                  <a:lnTo>
                    <a:pt x="272" y="1832"/>
                  </a:lnTo>
                  <a:lnTo>
                    <a:pt x="269" y="1840"/>
                  </a:lnTo>
                  <a:lnTo>
                    <a:pt x="269" y="1844"/>
                  </a:lnTo>
                  <a:lnTo>
                    <a:pt x="268" y="1847"/>
                  </a:lnTo>
                  <a:lnTo>
                    <a:pt x="269" y="1851"/>
                  </a:lnTo>
                  <a:lnTo>
                    <a:pt x="270" y="1854"/>
                  </a:lnTo>
                  <a:lnTo>
                    <a:pt x="272" y="1857"/>
                  </a:lnTo>
                  <a:lnTo>
                    <a:pt x="274" y="1859"/>
                  </a:lnTo>
                  <a:lnTo>
                    <a:pt x="276" y="1861"/>
                  </a:lnTo>
                  <a:lnTo>
                    <a:pt x="279" y="1863"/>
                  </a:lnTo>
                  <a:lnTo>
                    <a:pt x="287" y="1865"/>
                  </a:lnTo>
                  <a:lnTo>
                    <a:pt x="295" y="1866"/>
                  </a:lnTo>
                  <a:lnTo>
                    <a:pt x="306" y="1865"/>
                  </a:lnTo>
                  <a:lnTo>
                    <a:pt x="317" y="1862"/>
                  </a:lnTo>
                  <a:lnTo>
                    <a:pt x="327" y="1858"/>
                  </a:lnTo>
                  <a:lnTo>
                    <a:pt x="338" y="1852"/>
                  </a:lnTo>
                  <a:lnTo>
                    <a:pt x="350" y="1843"/>
                  </a:lnTo>
                  <a:lnTo>
                    <a:pt x="363" y="1834"/>
                  </a:lnTo>
                  <a:lnTo>
                    <a:pt x="375" y="1824"/>
                  </a:lnTo>
                  <a:lnTo>
                    <a:pt x="388" y="1813"/>
                  </a:lnTo>
                  <a:lnTo>
                    <a:pt x="401" y="1801"/>
                  </a:lnTo>
                  <a:lnTo>
                    <a:pt x="415" y="1786"/>
                  </a:lnTo>
                  <a:lnTo>
                    <a:pt x="429" y="1772"/>
                  </a:lnTo>
                  <a:lnTo>
                    <a:pt x="442" y="1757"/>
                  </a:lnTo>
                  <a:lnTo>
                    <a:pt x="471" y="1722"/>
                  </a:lnTo>
                  <a:lnTo>
                    <a:pt x="500" y="1684"/>
                  </a:lnTo>
                  <a:lnTo>
                    <a:pt x="531" y="1642"/>
                  </a:lnTo>
                  <a:lnTo>
                    <a:pt x="563" y="1596"/>
                  </a:lnTo>
                  <a:lnTo>
                    <a:pt x="594" y="1547"/>
                  </a:lnTo>
                  <a:lnTo>
                    <a:pt x="627" y="1494"/>
                  </a:lnTo>
                  <a:lnTo>
                    <a:pt x="661" y="1438"/>
                  </a:lnTo>
                  <a:lnTo>
                    <a:pt x="694" y="1379"/>
                  </a:lnTo>
                  <a:lnTo>
                    <a:pt x="728" y="1317"/>
                  </a:lnTo>
                  <a:lnTo>
                    <a:pt x="763" y="1250"/>
                  </a:lnTo>
                  <a:lnTo>
                    <a:pt x="797" y="1181"/>
                  </a:lnTo>
                  <a:lnTo>
                    <a:pt x="832" y="1110"/>
                  </a:lnTo>
                  <a:lnTo>
                    <a:pt x="858" y="1056"/>
                  </a:lnTo>
                  <a:lnTo>
                    <a:pt x="883" y="1008"/>
                  </a:lnTo>
                  <a:lnTo>
                    <a:pt x="906" y="964"/>
                  </a:lnTo>
                  <a:lnTo>
                    <a:pt x="930" y="923"/>
                  </a:lnTo>
                  <a:lnTo>
                    <a:pt x="951" y="886"/>
                  </a:lnTo>
                  <a:lnTo>
                    <a:pt x="972" y="852"/>
                  </a:lnTo>
                  <a:lnTo>
                    <a:pt x="992" y="822"/>
                  </a:lnTo>
                  <a:lnTo>
                    <a:pt x="1010" y="793"/>
                  </a:lnTo>
                  <a:lnTo>
                    <a:pt x="1029" y="768"/>
                  </a:lnTo>
                  <a:lnTo>
                    <a:pt x="1047" y="745"/>
                  </a:lnTo>
                  <a:lnTo>
                    <a:pt x="1063" y="724"/>
                  </a:lnTo>
                  <a:lnTo>
                    <a:pt x="1080" y="704"/>
                  </a:lnTo>
                  <a:lnTo>
                    <a:pt x="1110" y="670"/>
                  </a:lnTo>
                  <a:lnTo>
                    <a:pt x="1139" y="639"/>
                  </a:lnTo>
                  <a:lnTo>
                    <a:pt x="1152" y="625"/>
                  </a:lnTo>
                  <a:lnTo>
                    <a:pt x="1164" y="610"/>
                  </a:lnTo>
                  <a:lnTo>
                    <a:pt x="1169" y="606"/>
                  </a:lnTo>
                  <a:lnTo>
                    <a:pt x="1172" y="601"/>
                  </a:lnTo>
                  <a:lnTo>
                    <a:pt x="1175" y="597"/>
                  </a:lnTo>
                  <a:lnTo>
                    <a:pt x="1177" y="592"/>
                  </a:lnTo>
                  <a:lnTo>
                    <a:pt x="1178" y="588"/>
                  </a:lnTo>
                  <a:lnTo>
                    <a:pt x="1179" y="584"/>
                  </a:lnTo>
                  <a:lnTo>
                    <a:pt x="1179" y="580"/>
                  </a:lnTo>
                  <a:lnTo>
                    <a:pt x="1178" y="575"/>
                  </a:lnTo>
                  <a:lnTo>
                    <a:pt x="1175" y="569"/>
                  </a:lnTo>
                  <a:lnTo>
                    <a:pt x="1171" y="561"/>
                  </a:lnTo>
                  <a:lnTo>
                    <a:pt x="1164" y="555"/>
                  </a:lnTo>
                  <a:lnTo>
                    <a:pt x="1157" y="549"/>
                  </a:lnTo>
                  <a:lnTo>
                    <a:pt x="1148" y="543"/>
                  </a:lnTo>
                  <a:lnTo>
                    <a:pt x="1137" y="537"/>
                  </a:lnTo>
                  <a:lnTo>
                    <a:pt x="1125" y="532"/>
                  </a:lnTo>
                  <a:lnTo>
                    <a:pt x="1111" y="527"/>
                  </a:lnTo>
                  <a:lnTo>
                    <a:pt x="1092" y="521"/>
                  </a:lnTo>
                  <a:lnTo>
                    <a:pt x="1074" y="518"/>
                  </a:lnTo>
                  <a:lnTo>
                    <a:pt x="1065" y="517"/>
                  </a:lnTo>
                  <a:lnTo>
                    <a:pt x="1056" y="517"/>
                  </a:lnTo>
                  <a:lnTo>
                    <a:pt x="1049" y="517"/>
                  </a:lnTo>
                  <a:lnTo>
                    <a:pt x="1041" y="518"/>
                  </a:lnTo>
                  <a:lnTo>
                    <a:pt x="1034" y="520"/>
                  </a:lnTo>
                  <a:lnTo>
                    <a:pt x="1027" y="522"/>
                  </a:lnTo>
                  <a:lnTo>
                    <a:pt x="1020" y="525"/>
                  </a:lnTo>
                  <a:lnTo>
                    <a:pt x="1012" y="528"/>
                  </a:lnTo>
                  <a:lnTo>
                    <a:pt x="1006" y="532"/>
                  </a:lnTo>
                  <a:lnTo>
                    <a:pt x="1000" y="537"/>
                  </a:lnTo>
                  <a:lnTo>
                    <a:pt x="994" y="542"/>
                  </a:lnTo>
                  <a:lnTo>
                    <a:pt x="989" y="548"/>
                  </a:lnTo>
                  <a:lnTo>
                    <a:pt x="985" y="551"/>
                  </a:lnTo>
                  <a:lnTo>
                    <a:pt x="948" y="593"/>
                  </a:lnTo>
                  <a:lnTo>
                    <a:pt x="909" y="635"/>
                  </a:lnTo>
                  <a:lnTo>
                    <a:pt x="870" y="675"/>
                  </a:lnTo>
                  <a:lnTo>
                    <a:pt x="832" y="711"/>
                  </a:lnTo>
                  <a:lnTo>
                    <a:pt x="813" y="728"/>
                  </a:lnTo>
                  <a:lnTo>
                    <a:pt x="795" y="743"/>
                  </a:lnTo>
                  <a:lnTo>
                    <a:pt x="778" y="756"/>
                  </a:lnTo>
                  <a:lnTo>
                    <a:pt x="762" y="769"/>
                  </a:lnTo>
                  <a:lnTo>
                    <a:pt x="746" y="778"/>
                  </a:lnTo>
                  <a:lnTo>
                    <a:pt x="732" y="784"/>
                  </a:lnTo>
                  <a:lnTo>
                    <a:pt x="725" y="787"/>
                  </a:lnTo>
                  <a:lnTo>
                    <a:pt x="719" y="789"/>
                  </a:lnTo>
                  <a:lnTo>
                    <a:pt x="713" y="790"/>
                  </a:lnTo>
                  <a:lnTo>
                    <a:pt x="707" y="790"/>
                  </a:lnTo>
                  <a:lnTo>
                    <a:pt x="697" y="789"/>
                  </a:lnTo>
                  <a:lnTo>
                    <a:pt x="688" y="786"/>
                  </a:lnTo>
                  <a:lnTo>
                    <a:pt x="684" y="784"/>
                  </a:lnTo>
                  <a:lnTo>
                    <a:pt x="680" y="782"/>
                  </a:lnTo>
                  <a:lnTo>
                    <a:pt x="676" y="779"/>
                  </a:lnTo>
                  <a:lnTo>
                    <a:pt x="673" y="776"/>
                  </a:lnTo>
                  <a:lnTo>
                    <a:pt x="668" y="770"/>
                  </a:lnTo>
                  <a:lnTo>
                    <a:pt x="664" y="762"/>
                  </a:lnTo>
                  <a:lnTo>
                    <a:pt x="661" y="755"/>
                  </a:lnTo>
                  <a:lnTo>
                    <a:pt x="657" y="747"/>
                  </a:lnTo>
                  <a:lnTo>
                    <a:pt x="653" y="730"/>
                  </a:lnTo>
                  <a:lnTo>
                    <a:pt x="651" y="711"/>
                  </a:lnTo>
                  <a:lnTo>
                    <a:pt x="651" y="692"/>
                  </a:lnTo>
                  <a:lnTo>
                    <a:pt x="651" y="672"/>
                  </a:lnTo>
                  <a:lnTo>
                    <a:pt x="653" y="652"/>
                  </a:lnTo>
                  <a:lnTo>
                    <a:pt x="654" y="634"/>
                  </a:lnTo>
                  <a:lnTo>
                    <a:pt x="655" y="622"/>
                  </a:lnTo>
                  <a:lnTo>
                    <a:pt x="656" y="611"/>
                  </a:lnTo>
                  <a:lnTo>
                    <a:pt x="656" y="604"/>
                  </a:lnTo>
                  <a:lnTo>
                    <a:pt x="655" y="597"/>
                  </a:lnTo>
                  <a:lnTo>
                    <a:pt x="654" y="591"/>
                  </a:lnTo>
                  <a:lnTo>
                    <a:pt x="652" y="585"/>
                  </a:lnTo>
                  <a:lnTo>
                    <a:pt x="650" y="579"/>
                  </a:lnTo>
                  <a:lnTo>
                    <a:pt x="647" y="574"/>
                  </a:lnTo>
                  <a:lnTo>
                    <a:pt x="644" y="569"/>
                  </a:lnTo>
                  <a:lnTo>
                    <a:pt x="639" y="564"/>
                  </a:lnTo>
                  <a:lnTo>
                    <a:pt x="634" y="560"/>
                  </a:lnTo>
                  <a:lnTo>
                    <a:pt x="629" y="556"/>
                  </a:lnTo>
                  <a:lnTo>
                    <a:pt x="622" y="552"/>
                  </a:lnTo>
                  <a:lnTo>
                    <a:pt x="615" y="549"/>
                  </a:lnTo>
                  <a:lnTo>
                    <a:pt x="598" y="544"/>
                  </a:lnTo>
                  <a:lnTo>
                    <a:pt x="578" y="539"/>
                  </a:lnTo>
                  <a:lnTo>
                    <a:pt x="558" y="537"/>
                  </a:lnTo>
                  <a:lnTo>
                    <a:pt x="529" y="533"/>
                  </a:lnTo>
                  <a:lnTo>
                    <a:pt x="493" y="530"/>
                  </a:lnTo>
                  <a:lnTo>
                    <a:pt x="453" y="527"/>
                  </a:lnTo>
                  <a:lnTo>
                    <a:pt x="411" y="525"/>
                  </a:lnTo>
                  <a:lnTo>
                    <a:pt x="366" y="522"/>
                  </a:lnTo>
                  <a:lnTo>
                    <a:pt x="322" y="520"/>
                  </a:lnTo>
                  <a:lnTo>
                    <a:pt x="279" y="517"/>
                  </a:lnTo>
                  <a:lnTo>
                    <a:pt x="272" y="517"/>
                  </a:lnTo>
                  <a:lnTo>
                    <a:pt x="273" y="510"/>
                  </a:lnTo>
                  <a:lnTo>
                    <a:pt x="286" y="448"/>
                  </a:lnTo>
                  <a:lnTo>
                    <a:pt x="300" y="387"/>
                  </a:lnTo>
                  <a:lnTo>
                    <a:pt x="316" y="329"/>
                  </a:lnTo>
                  <a:lnTo>
                    <a:pt x="332" y="274"/>
                  </a:lnTo>
                  <a:lnTo>
                    <a:pt x="340" y="248"/>
                  </a:lnTo>
                  <a:lnTo>
                    <a:pt x="349" y="223"/>
                  </a:lnTo>
                  <a:lnTo>
                    <a:pt x="358" y="199"/>
                  </a:lnTo>
                  <a:lnTo>
                    <a:pt x="367" y="178"/>
                  </a:lnTo>
                  <a:lnTo>
                    <a:pt x="376" y="157"/>
                  </a:lnTo>
                  <a:lnTo>
                    <a:pt x="384" y="138"/>
                  </a:lnTo>
                  <a:lnTo>
                    <a:pt x="393" y="122"/>
                  </a:lnTo>
                  <a:lnTo>
                    <a:pt x="401" y="106"/>
                  </a:lnTo>
                  <a:lnTo>
                    <a:pt x="413" y="86"/>
                  </a:lnTo>
                  <a:lnTo>
                    <a:pt x="422" y="67"/>
                  </a:lnTo>
                  <a:lnTo>
                    <a:pt x="425" y="59"/>
                  </a:lnTo>
                  <a:lnTo>
                    <a:pt x="426" y="52"/>
                  </a:lnTo>
                  <a:lnTo>
                    <a:pt x="426" y="45"/>
                  </a:lnTo>
                  <a:lnTo>
                    <a:pt x="424" y="39"/>
                  </a:lnTo>
                  <a:lnTo>
                    <a:pt x="422" y="34"/>
                  </a:lnTo>
                  <a:lnTo>
                    <a:pt x="418" y="30"/>
                  </a:lnTo>
                  <a:lnTo>
                    <a:pt x="413" y="25"/>
                  </a:lnTo>
                  <a:lnTo>
                    <a:pt x="406" y="20"/>
                  </a:lnTo>
                  <a:lnTo>
                    <a:pt x="397" y="16"/>
                  </a:lnTo>
                  <a:lnTo>
                    <a:pt x="387" y="13"/>
                  </a:lnTo>
                  <a:lnTo>
                    <a:pt x="376" y="9"/>
                  </a:lnTo>
                  <a:lnTo>
                    <a:pt x="364" y="6"/>
                  </a:lnTo>
                  <a:lnTo>
                    <a:pt x="353" y="3"/>
                  </a:lnTo>
                  <a:lnTo>
                    <a:pt x="342" y="1"/>
                  </a:lnTo>
                  <a:lnTo>
                    <a:pt x="333" y="0"/>
                  </a:lnTo>
                  <a:lnTo>
                    <a:pt x="323" y="0"/>
                  </a:lnTo>
                  <a:lnTo>
                    <a:pt x="313" y="1"/>
                  </a:lnTo>
                  <a:lnTo>
                    <a:pt x="304" y="2"/>
                  </a:lnTo>
                  <a:lnTo>
                    <a:pt x="294" y="4"/>
                  </a:lnTo>
                  <a:lnTo>
                    <a:pt x="286" y="7"/>
                  </a:lnTo>
                  <a:lnTo>
                    <a:pt x="279" y="11"/>
                  </a:lnTo>
                  <a:lnTo>
                    <a:pt x="273" y="15"/>
                  </a:lnTo>
                  <a:lnTo>
                    <a:pt x="267" y="20"/>
                  </a:lnTo>
                  <a:lnTo>
                    <a:pt x="262" y="26"/>
                  </a:lnTo>
                  <a:lnTo>
                    <a:pt x="253" y="37"/>
                  </a:lnTo>
                  <a:lnTo>
                    <a:pt x="245" y="49"/>
                  </a:lnTo>
                  <a:lnTo>
                    <a:pt x="240" y="61"/>
                  </a:lnTo>
                  <a:lnTo>
                    <a:pt x="235" y="73"/>
                  </a:lnTo>
                  <a:lnTo>
                    <a:pt x="216" y="124"/>
                  </a:lnTo>
                  <a:lnTo>
                    <a:pt x="197" y="177"/>
                  </a:lnTo>
                  <a:lnTo>
                    <a:pt x="180" y="230"/>
                  </a:lnTo>
                  <a:lnTo>
                    <a:pt x="164" y="285"/>
                  </a:lnTo>
                  <a:lnTo>
                    <a:pt x="150" y="340"/>
                  </a:lnTo>
                  <a:lnTo>
                    <a:pt x="137" y="395"/>
                  </a:lnTo>
                  <a:lnTo>
                    <a:pt x="126" y="450"/>
                  </a:lnTo>
                  <a:lnTo>
                    <a:pt x="117" y="505"/>
                  </a:lnTo>
                  <a:lnTo>
                    <a:pt x="116" y="510"/>
                  </a:lnTo>
                  <a:lnTo>
                    <a:pt x="111" y="510"/>
                  </a:lnTo>
                  <a:lnTo>
                    <a:pt x="89" y="509"/>
                  </a:lnTo>
                  <a:lnTo>
                    <a:pt x="71" y="509"/>
                  </a:lnTo>
                  <a:lnTo>
                    <a:pt x="54" y="509"/>
                  </a:lnTo>
                  <a:lnTo>
                    <a:pt x="39" y="509"/>
                  </a:lnTo>
                  <a:lnTo>
                    <a:pt x="26" y="510"/>
                  </a:lnTo>
                  <a:lnTo>
                    <a:pt x="16" y="512"/>
                  </a:lnTo>
                  <a:lnTo>
                    <a:pt x="11" y="514"/>
                  </a:lnTo>
                  <a:lnTo>
                    <a:pt x="8" y="517"/>
                  </a:lnTo>
                  <a:lnTo>
                    <a:pt x="5" y="519"/>
                  </a:lnTo>
                  <a:lnTo>
                    <a:pt x="3" y="522"/>
                  </a:lnTo>
                  <a:lnTo>
                    <a:pt x="2" y="524"/>
                  </a:lnTo>
                  <a:lnTo>
                    <a:pt x="1" y="528"/>
                  </a:lnTo>
                  <a:lnTo>
                    <a:pt x="0" y="531"/>
                  </a:lnTo>
                  <a:lnTo>
                    <a:pt x="0" y="535"/>
                  </a:lnTo>
                  <a:lnTo>
                    <a:pt x="2" y="545"/>
                  </a:lnTo>
                  <a:lnTo>
                    <a:pt x="6" y="555"/>
                  </a:lnTo>
                  <a:lnTo>
                    <a:pt x="11" y="566"/>
                  </a:lnTo>
                  <a:lnTo>
                    <a:pt x="17" y="577"/>
                  </a:lnTo>
                  <a:lnTo>
                    <a:pt x="25" y="588"/>
                  </a:lnTo>
                  <a:lnTo>
                    <a:pt x="34" y="600"/>
                  </a:lnTo>
                  <a:lnTo>
                    <a:pt x="40" y="606"/>
                  </a:lnTo>
                  <a:lnTo>
                    <a:pt x="47" y="611"/>
                  </a:lnTo>
                  <a:lnTo>
                    <a:pt x="54" y="618"/>
                  </a:lnTo>
                  <a:lnTo>
                    <a:pt x="61" y="623"/>
                  </a:lnTo>
                  <a:lnTo>
                    <a:pt x="69" y="627"/>
                  </a:lnTo>
                  <a:lnTo>
                    <a:pt x="77" y="631"/>
                  </a:lnTo>
                  <a:lnTo>
                    <a:pt x="86" y="635"/>
                  </a:lnTo>
                  <a:lnTo>
                    <a:pt x="96" y="638"/>
                  </a:lnTo>
                  <a:lnTo>
                    <a:pt x="102" y="640"/>
                  </a:lnTo>
                  <a:lnTo>
                    <a:pt x="101" y="644"/>
                  </a:lnTo>
                  <a:lnTo>
                    <a:pt x="100" y="669"/>
                  </a:lnTo>
                  <a:lnTo>
                    <a:pt x="99" y="693"/>
                  </a:lnTo>
                  <a:lnTo>
                    <a:pt x="98" y="718"/>
                  </a:lnTo>
                  <a:lnTo>
                    <a:pt x="98" y="741"/>
                  </a:lnTo>
                  <a:lnTo>
                    <a:pt x="98" y="771"/>
                  </a:lnTo>
                  <a:lnTo>
                    <a:pt x="99" y="798"/>
                  </a:lnTo>
                  <a:lnTo>
                    <a:pt x="102" y="825"/>
                  </a:lnTo>
                  <a:lnTo>
                    <a:pt x="106" y="849"/>
                  </a:lnTo>
                  <a:lnTo>
                    <a:pt x="110" y="873"/>
                  </a:lnTo>
                  <a:lnTo>
                    <a:pt x="116" y="894"/>
                  </a:lnTo>
                  <a:lnTo>
                    <a:pt x="123" y="914"/>
                  </a:lnTo>
                  <a:lnTo>
                    <a:pt x="131" y="932"/>
                  </a:lnTo>
                  <a:lnTo>
                    <a:pt x="141" y="948"/>
                  </a:lnTo>
                  <a:lnTo>
                    <a:pt x="152" y="963"/>
                  </a:lnTo>
                  <a:lnTo>
                    <a:pt x="163" y="976"/>
                  </a:lnTo>
                  <a:lnTo>
                    <a:pt x="176" y="987"/>
                  </a:lnTo>
                  <a:lnTo>
                    <a:pt x="189" y="997"/>
                  </a:lnTo>
                  <a:lnTo>
                    <a:pt x="204" y="1004"/>
                  </a:lnTo>
                  <a:lnTo>
                    <a:pt x="220" y="1011"/>
                  </a:lnTo>
                  <a:lnTo>
                    <a:pt x="236" y="1016"/>
                  </a:lnTo>
                  <a:lnTo>
                    <a:pt x="242" y="1017"/>
                  </a:lnTo>
                  <a:lnTo>
                    <a:pt x="248" y="1017"/>
                  </a:lnTo>
                  <a:lnTo>
                    <a:pt x="259" y="1016"/>
                  </a:lnTo>
                  <a:lnTo>
                    <a:pt x="268" y="1014"/>
                  </a:lnTo>
                  <a:lnTo>
                    <a:pt x="273" y="1012"/>
                  </a:lnTo>
                  <a:lnTo>
                    <a:pt x="277" y="1010"/>
                  </a:lnTo>
                  <a:lnTo>
                    <a:pt x="280" y="1007"/>
                  </a:lnTo>
                  <a:lnTo>
                    <a:pt x="282" y="1004"/>
                  </a:lnTo>
                  <a:lnTo>
                    <a:pt x="284" y="999"/>
                  </a:lnTo>
                  <a:lnTo>
                    <a:pt x="284" y="994"/>
                  </a:lnTo>
                  <a:lnTo>
                    <a:pt x="282" y="989"/>
                  </a:lnTo>
                  <a:lnTo>
                    <a:pt x="279" y="982"/>
                  </a:lnTo>
                  <a:lnTo>
                    <a:pt x="271" y="966"/>
                  </a:lnTo>
                  <a:lnTo>
                    <a:pt x="265" y="948"/>
                  </a:lnTo>
                  <a:lnTo>
                    <a:pt x="259" y="929"/>
                  </a:lnTo>
                  <a:lnTo>
                    <a:pt x="254" y="909"/>
                  </a:lnTo>
                  <a:lnTo>
                    <a:pt x="251" y="888"/>
                  </a:lnTo>
                  <a:lnTo>
                    <a:pt x="247" y="866"/>
                  </a:lnTo>
                  <a:lnTo>
                    <a:pt x="245" y="843"/>
                  </a:lnTo>
                  <a:lnTo>
                    <a:pt x="244" y="820"/>
                  </a:lnTo>
                  <a:lnTo>
                    <a:pt x="243" y="796"/>
                  </a:lnTo>
                  <a:lnTo>
                    <a:pt x="243" y="773"/>
                  </a:lnTo>
                  <a:lnTo>
                    <a:pt x="244" y="748"/>
                  </a:lnTo>
                  <a:lnTo>
                    <a:pt x="245" y="725"/>
                  </a:lnTo>
                  <a:lnTo>
                    <a:pt x="249" y="678"/>
                  </a:lnTo>
                  <a:lnTo>
                    <a:pt x="254" y="633"/>
                  </a:lnTo>
                  <a:lnTo>
                    <a:pt x="255" y="629"/>
                  </a:lnTo>
                  <a:lnTo>
                    <a:pt x="259" y="628"/>
                  </a:lnTo>
                  <a:lnTo>
                    <a:pt x="282" y="625"/>
                  </a:lnTo>
                  <a:lnTo>
                    <a:pt x="307" y="622"/>
                  </a:lnTo>
                  <a:lnTo>
                    <a:pt x="332" y="618"/>
                  </a:lnTo>
                  <a:lnTo>
                    <a:pt x="357" y="615"/>
                  </a:lnTo>
                  <a:lnTo>
                    <a:pt x="381" y="612"/>
                  </a:lnTo>
                  <a:lnTo>
                    <a:pt x="406" y="610"/>
                  </a:lnTo>
                  <a:lnTo>
                    <a:pt x="428" y="608"/>
                  </a:lnTo>
                  <a:lnTo>
                    <a:pt x="448" y="607"/>
                  </a:lnTo>
                  <a:lnTo>
                    <a:pt x="450" y="607"/>
                  </a:lnTo>
                  <a:lnTo>
                    <a:pt x="459" y="608"/>
                  </a:lnTo>
                  <a:lnTo>
                    <a:pt x="466" y="610"/>
                  </a:lnTo>
                  <a:lnTo>
                    <a:pt x="472" y="612"/>
                  </a:lnTo>
                  <a:lnTo>
                    <a:pt x="477" y="617"/>
                  </a:lnTo>
                  <a:lnTo>
                    <a:pt x="479" y="620"/>
                  </a:lnTo>
                  <a:lnTo>
                    <a:pt x="481" y="623"/>
                  </a:lnTo>
                  <a:lnTo>
                    <a:pt x="482" y="626"/>
                  </a:lnTo>
                  <a:lnTo>
                    <a:pt x="483" y="630"/>
                  </a:lnTo>
                  <a:lnTo>
                    <a:pt x="483" y="637"/>
                  </a:lnTo>
                  <a:lnTo>
                    <a:pt x="483" y="645"/>
                  </a:lnTo>
                  <a:lnTo>
                    <a:pt x="483" y="657"/>
                  </a:lnTo>
                  <a:lnTo>
                    <a:pt x="483" y="674"/>
                  </a:lnTo>
                  <a:lnTo>
                    <a:pt x="485" y="693"/>
                  </a:lnTo>
                  <a:lnTo>
                    <a:pt x="489" y="717"/>
                  </a:lnTo>
                  <a:lnTo>
                    <a:pt x="492" y="728"/>
                  </a:lnTo>
                  <a:lnTo>
                    <a:pt x="495" y="741"/>
                  </a:lnTo>
                  <a:lnTo>
                    <a:pt x="500" y="753"/>
                  </a:lnTo>
                  <a:lnTo>
                    <a:pt x="506" y="766"/>
                  </a:lnTo>
                  <a:lnTo>
                    <a:pt x="513" y="779"/>
                  </a:lnTo>
                  <a:lnTo>
                    <a:pt x="520" y="791"/>
                  </a:lnTo>
                  <a:lnTo>
                    <a:pt x="529" y="803"/>
                  </a:lnTo>
                  <a:lnTo>
                    <a:pt x="539" y="816"/>
                  </a:lnTo>
                  <a:lnTo>
                    <a:pt x="548" y="824"/>
                  </a:lnTo>
                  <a:lnTo>
                    <a:pt x="558" y="832"/>
                  </a:lnTo>
                  <a:lnTo>
                    <a:pt x="568" y="840"/>
                  </a:lnTo>
                  <a:lnTo>
                    <a:pt x="578" y="846"/>
                  </a:lnTo>
                  <a:lnTo>
                    <a:pt x="589" y="853"/>
                  </a:lnTo>
                  <a:lnTo>
                    <a:pt x="600" y="858"/>
                  </a:lnTo>
                  <a:lnTo>
                    <a:pt x="613" y="865"/>
                  </a:lnTo>
                  <a:lnTo>
                    <a:pt x="626" y="869"/>
                  </a:lnTo>
                  <a:lnTo>
                    <a:pt x="639" y="873"/>
                  </a:lnTo>
                  <a:lnTo>
                    <a:pt x="652" y="877"/>
                  </a:lnTo>
                  <a:lnTo>
                    <a:pt x="668" y="879"/>
                  </a:lnTo>
                  <a:lnTo>
                    <a:pt x="682" y="882"/>
                  </a:lnTo>
                  <a:lnTo>
                    <a:pt x="697" y="883"/>
                  </a:lnTo>
                  <a:lnTo>
                    <a:pt x="714" y="884"/>
                  </a:lnTo>
                  <a:lnTo>
                    <a:pt x="730" y="885"/>
                  </a:lnTo>
                  <a:lnTo>
                    <a:pt x="747" y="885"/>
                  </a:lnTo>
                  <a:lnTo>
                    <a:pt x="756" y="8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35" name="Freeform 36"/>
            <p:cNvSpPr>
              <a:spLocks/>
            </p:cNvSpPr>
            <p:nvPr userDrawn="1"/>
          </p:nvSpPr>
          <p:spPr bwMode="gray">
            <a:xfrm>
              <a:off x="6460" y="648"/>
              <a:ext cx="42" cy="70"/>
            </a:xfrm>
            <a:custGeom>
              <a:avLst/>
              <a:gdLst>
                <a:gd name="T0" fmla="*/ 395 w 504"/>
                <a:gd name="T1" fmla="*/ 126 h 840"/>
                <a:gd name="T2" fmla="*/ 353 w 504"/>
                <a:gd name="T3" fmla="*/ 165 h 840"/>
                <a:gd name="T4" fmla="*/ 314 w 504"/>
                <a:gd name="T5" fmla="*/ 203 h 840"/>
                <a:gd name="T6" fmla="*/ 279 w 504"/>
                <a:gd name="T7" fmla="*/ 243 h 840"/>
                <a:gd name="T8" fmla="*/ 248 w 504"/>
                <a:gd name="T9" fmla="*/ 283 h 840"/>
                <a:gd name="T10" fmla="*/ 219 w 504"/>
                <a:gd name="T11" fmla="*/ 323 h 840"/>
                <a:gd name="T12" fmla="*/ 195 w 504"/>
                <a:gd name="T13" fmla="*/ 365 h 840"/>
                <a:gd name="T14" fmla="*/ 174 w 504"/>
                <a:gd name="T15" fmla="*/ 407 h 840"/>
                <a:gd name="T16" fmla="*/ 156 w 504"/>
                <a:gd name="T17" fmla="*/ 451 h 840"/>
                <a:gd name="T18" fmla="*/ 135 w 504"/>
                <a:gd name="T19" fmla="*/ 514 h 840"/>
                <a:gd name="T20" fmla="*/ 122 w 504"/>
                <a:gd name="T21" fmla="*/ 567 h 840"/>
                <a:gd name="T22" fmla="*/ 115 w 504"/>
                <a:gd name="T23" fmla="*/ 613 h 840"/>
                <a:gd name="T24" fmla="*/ 114 w 504"/>
                <a:gd name="T25" fmla="*/ 650 h 840"/>
                <a:gd name="T26" fmla="*/ 116 w 504"/>
                <a:gd name="T27" fmla="*/ 681 h 840"/>
                <a:gd name="T28" fmla="*/ 121 w 504"/>
                <a:gd name="T29" fmla="*/ 704 h 840"/>
                <a:gd name="T30" fmla="*/ 127 w 504"/>
                <a:gd name="T31" fmla="*/ 723 h 840"/>
                <a:gd name="T32" fmla="*/ 135 w 504"/>
                <a:gd name="T33" fmla="*/ 736 h 840"/>
                <a:gd name="T34" fmla="*/ 146 w 504"/>
                <a:gd name="T35" fmla="*/ 748 h 840"/>
                <a:gd name="T36" fmla="*/ 159 w 504"/>
                <a:gd name="T37" fmla="*/ 757 h 840"/>
                <a:gd name="T38" fmla="*/ 173 w 504"/>
                <a:gd name="T39" fmla="*/ 762 h 840"/>
                <a:gd name="T40" fmla="*/ 188 w 504"/>
                <a:gd name="T41" fmla="*/ 764 h 840"/>
                <a:gd name="T42" fmla="*/ 208 w 504"/>
                <a:gd name="T43" fmla="*/ 840 h 840"/>
                <a:gd name="T44" fmla="*/ 182 w 504"/>
                <a:gd name="T45" fmla="*/ 839 h 840"/>
                <a:gd name="T46" fmla="*/ 159 w 504"/>
                <a:gd name="T47" fmla="*/ 835 h 840"/>
                <a:gd name="T48" fmla="*/ 136 w 504"/>
                <a:gd name="T49" fmla="*/ 829 h 840"/>
                <a:gd name="T50" fmla="*/ 115 w 504"/>
                <a:gd name="T51" fmla="*/ 821 h 840"/>
                <a:gd name="T52" fmla="*/ 96 w 504"/>
                <a:gd name="T53" fmla="*/ 809 h 840"/>
                <a:gd name="T54" fmla="*/ 77 w 504"/>
                <a:gd name="T55" fmla="*/ 795 h 840"/>
                <a:gd name="T56" fmla="*/ 61 w 504"/>
                <a:gd name="T57" fmla="*/ 780 h 840"/>
                <a:gd name="T58" fmla="*/ 47 w 504"/>
                <a:gd name="T59" fmla="*/ 761 h 840"/>
                <a:gd name="T60" fmla="*/ 28 w 504"/>
                <a:gd name="T61" fmla="*/ 731 h 840"/>
                <a:gd name="T62" fmla="*/ 14 w 504"/>
                <a:gd name="T63" fmla="*/ 696 h 840"/>
                <a:gd name="T64" fmla="*/ 5 w 504"/>
                <a:gd name="T65" fmla="*/ 658 h 840"/>
                <a:gd name="T66" fmla="*/ 1 w 504"/>
                <a:gd name="T67" fmla="*/ 618 h 840"/>
                <a:gd name="T68" fmla="*/ 1 w 504"/>
                <a:gd name="T69" fmla="*/ 576 h 840"/>
                <a:gd name="T70" fmla="*/ 5 w 504"/>
                <a:gd name="T71" fmla="*/ 532 h 840"/>
                <a:gd name="T72" fmla="*/ 14 w 504"/>
                <a:gd name="T73" fmla="*/ 486 h 840"/>
                <a:gd name="T74" fmla="*/ 27 w 504"/>
                <a:gd name="T75" fmla="*/ 439 h 840"/>
                <a:gd name="T76" fmla="*/ 51 w 504"/>
                <a:gd name="T77" fmla="*/ 380 h 840"/>
                <a:gd name="T78" fmla="*/ 81 w 504"/>
                <a:gd name="T79" fmla="*/ 321 h 840"/>
                <a:gd name="T80" fmla="*/ 118 w 504"/>
                <a:gd name="T81" fmla="*/ 264 h 840"/>
                <a:gd name="T82" fmla="*/ 162 w 504"/>
                <a:gd name="T83" fmla="*/ 209 h 840"/>
                <a:gd name="T84" fmla="*/ 212 w 504"/>
                <a:gd name="T85" fmla="*/ 156 h 840"/>
                <a:gd name="T86" fmla="*/ 269 w 504"/>
                <a:gd name="T87" fmla="*/ 103 h 840"/>
                <a:gd name="T88" fmla="*/ 332 w 504"/>
                <a:gd name="T89" fmla="*/ 52 h 840"/>
                <a:gd name="T90" fmla="*/ 403 w 504"/>
                <a:gd name="T91" fmla="*/ 2 h 840"/>
                <a:gd name="T92" fmla="*/ 504 w 504"/>
                <a:gd name="T93" fmla="*/ 26 h 8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04" h="840">
                  <a:moveTo>
                    <a:pt x="406" y="118"/>
                  </a:moveTo>
                  <a:lnTo>
                    <a:pt x="395" y="126"/>
                  </a:lnTo>
                  <a:lnTo>
                    <a:pt x="374" y="146"/>
                  </a:lnTo>
                  <a:lnTo>
                    <a:pt x="353" y="165"/>
                  </a:lnTo>
                  <a:lnTo>
                    <a:pt x="333" y="184"/>
                  </a:lnTo>
                  <a:lnTo>
                    <a:pt x="314" y="203"/>
                  </a:lnTo>
                  <a:lnTo>
                    <a:pt x="295" y="223"/>
                  </a:lnTo>
                  <a:lnTo>
                    <a:pt x="279" y="243"/>
                  </a:lnTo>
                  <a:lnTo>
                    <a:pt x="263" y="262"/>
                  </a:lnTo>
                  <a:lnTo>
                    <a:pt x="248" y="283"/>
                  </a:lnTo>
                  <a:lnTo>
                    <a:pt x="233" y="303"/>
                  </a:lnTo>
                  <a:lnTo>
                    <a:pt x="219" y="323"/>
                  </a:lnTo>
                  <a:lnTo>
                    <a:pt x="207" y="344"/>
                  </a:lnTo>
                  <a:lnTo>
                    <a:pt x="195" y="365"/>
                  </a:lnTo>
                  <a:lnTo>
                    <a:pt x="184" y="386"/>
                  </a:lnTo>
                  <a:lnTo>
                    <a:pt x="174" y="407"/>
                  </a:lnTo>
                  <a:lnTo>
                    <a:pt x="165" y="430"/>
                  </a:lnTo>
                  <a:lnTo>
                    <a:pt x="156" y="451"/>
                  </a:lnTo>
                  <a:lnTo>
                    <a:pt x="145" y="484"/>
                  </a:lnTo>
                  <a:lnTo>
                    <a:pt x="135" y="514"/>
                  </a:lnTo>
                  <a:lnTo>
                    <a:pt x="128" y="542"/>
                  </a:lnTo>
                  <a:lnTo>
                    <a:pt x="122" y="567"/>
                  </a:lnTo>
                  <a:lnTo>
                    <a:pt x="118" y="591"/>
                  </a:lnTo>
                  <a:lnTo>
                    <a:pt x="115" y="613"/>
                  </a:lnTo>
                  <a:lnTo>
                    <a:pt x="114" y="633"/>
                  </a:lnTo>
                  <a:lnTo>
                    <a:pt x="114" y="650"/>
                  </a:lnTo>
                  <a:lnTo>
                    <a:pt x="114" y="666"/>
                  </a:lnTo>
                  <a:lnTo>
                    <a:pt x="116" y="681"/>
                  </a:lnTo>
                  <a:lnTo>
                    <a:pt x="118" y="693"/>
                  </a:lnTo>
                  <a:lnTo>
                    <a:pt x="121" y="704"/>
                  </a:lnTo>
                  <a:lnTo>
                    <a:pt x="124" y="714"/>
                  </a:lnTo>
                  <a:lnTo>
                    <a:pt x="127" y="723"/>
                  </a:lnTo>
                  <a:lnTo>
                    <a:pt x="131" y="730"/>
                  </a:lnTo>
                  <a:lnTo>
                    <a:pt x="135" y="736"/>
                  </a:lnTo>
                  <a:lnTo>
                    <a:pt x="140" y="742"/>
                  </a:lnTo>
                  <a:lnTo>
                    <a:pt x="146" y="748"/>
                  </a:lnTo>
                  <a:lnTo>
                    <a:pt x="152" y="753"/>
                  </a:lnTo>
                  <a:lnTo>
                    <a:pt x="159" y="757"/>
                  </a:lnTo>
                  <a:lnTo>
                    <a:pt x="166" y="760"/>
                  </a:lnTo>
                  <a:lnTo>
                    <a:pt x="173" y="762"/>
                  </a:lnTo>
                  <a:lnTo>
                    <a:pt x="180" y="763"/>
                  </a:lnTo>
                  <a:lnTo>
                    <a:pt x="188" y="764"/>
                  </a:lnTo>
                  <a:lnTo>
                    <a:pt x="230" y="801"/>
                  </a:lnTo>
                  <a:lnTo>
                    <a:pt x="208" y="840"/>
                  </a:lnTo>
                  <a:lnTo>
                    <a:pt x="195" y="840"/>
                  </a:lnTo>
                  <a:lnTo>
                    <a:pt x="182" y="839"/>
                  </a:lnTo>
                  <a:lnTo>
                    <a:pt x="170" y="838"/>
                  </a:lnTo>
                  <a:lnTo>
                    <a:pt x="159" y="835"/>
                  </a:lnTo>
                  <a:lnTo>
                    <a:pt x="148" y="833"/>
                  </a:lnTo>
                  <a:lnTo>
                    <a:pt x="136" y="829"/>
                  </a:lnTo>
                  <a:lnTo>
                    <a:pt x="125" y="825"/>
                  </a:lnTo>
                  <a:lnTo>
                    <a:pt x="115" y="821"/>
                  </a:lnTo>
                  <a:lnTo>
                    <a:pt x="105" y="814"/>
                  </a:lnTo>
                  <a:lnTo>
                    <a:pt x="96" y="809"/>
                  </a:lnTo>
                  <a:lnTo>
                    <a:pt x="86" y="802"/>
                  </a:lnTo>
                  <a:lnTo>
                    <a:pt x="77" y="795"/>
                  </a:lnTo>
                  <a:lnTo>
                    <a:pt x="69" y="788"/>
                  </a:lnTo>
                  <a:lnTo>
                    <a:pt x="61" y="780"/>
                  </a:lnTo>
                  <a:lnTo>
                    <a:pt x="54" y="771"/>
                  </a:lnTo>
                  <a:lnTo>
                    <a:pt x="47" y="761"/>
                  </a:lnTo>
                  <a:lnTo>
                    <a:pt x="36" y="746"/>
                  </a:lnTo>
                  <a:lnTo>
                    <a:pt x="28" y="731"/>
                  </a:lnTo>
                  <a:lnTo>
                    <a:pt x="21" y="713"/>
                  </a:lnTo>
                  <a:lnTo>
                    <a:pt x="14" y="696"/>
                  </a:lnTo>
                  <a:lnTo>
                    <a:pt x="9" y="678"/>
                  </a:lnTo>
                  <a:lnTo>
                    <a:pt x="5" y="658"/>
                  </a:lnTo>
                  <a:lnTo>
                    <a:pt x="2" y="639"/>
                  </a:lnTo>
                  <a:lnTo>
                    <a:pt x="1" y="618"/>
                  </a:lnTo>
                  <a:lnTo>
                    <a:pt x="0" y="597"/>
                  </a:lnTo>
                  <a:lnTo>
                    <a:pt x="1" y="576"/>
                  </a:lnTo>
                  <a:lnTo>
                    <a:pt x="2" y="554"/>
                  </a:lnTo>
                  <a:lnTo>
                    <a:pt x="5" y="532"/>
                  </a:lnTo>
                  <a:lnTo>
                    <a:pt x="9" y="509"/>
                  </a:lnTo>
                  <a:lnTo>
                    <a:pt x="14" y="486"/>
                  </a:lnTo>
                  <a:lnTo>
                    <a:pt x="20" y="462"/>
                  </a:lnTo>
                  <a:lnTo>
                    <a:pt x="27" y="439"/>
                  </a:lnTo>
                  <a:lnTo>
                    <a:pt x="38" y="409"/>
                  </a:lnTo>
                  <a:lnTo>
                    <a:pt x="51" y="380"/>
                  </a:lnTo>
                  <a:lnTo>
                    <a:pt x="66" y="350"/>
                  </a:lnTo>
                  <a:lnTo>
                    <a:pt x="81" y="321"/>
                  </a:lnTo>
                  <a:lnTo>
                    <a:pt x="99" y="293"/>
                  </a:lnTo>
                  <a:lnTo>
                    <a:pt x="118" y="264"/>
                  </a:lnTo>
                  <a:lnTo>
                    <a:pt x="139" y="237"/>
                  </a:lnTo>
                  <a:lnTo>
                    <a:pt x="162" y="209"/>
                  </a:lnTo>
                  <a:lnTo>
                    <a:pt x="185" y="183"/>
                  </a:lnTo>
                  <a:lnTo>
                    <a:pt x="212" y="156"/>
                  </a:lnTo>
                  <a:lnTo>
                    <a:pt x="239" y="130"/>
                  </a:lnTo>
                  <a:lnTo>
                    <a:pt x="269" y="103"/>
                  </a:lnTo>
                  <a:lnTo>
                    <a:pt x="300" y="77"/>
                  </a:lnTo>
                  <a:lnTo>
                    <a:pt x="332" y="52"/>
                  </a:lnTo>
                  <a:lnTo>
                    <a:pt x="367" y="26"/>
                  </a:lnTo>
                  <a:lnTo>
                    <a:pt x="403" y="2"/>
                  </a:lnTo>
                  <a:lnTo>
                    <a:pt x="406" y="0"/>
                  </a:lnTo>
                  <a:lnTo>
                    <a:pt x="504" y="26"/>
                  </a:lnTo>
                  <a:lnTo>
                    <a:pt x="406" y="11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36" name="Freeform 37"/>
            <p:cNvSpPr>
              <a:spLocks/>
            </p:cNvSpPr>
            <p:nvPr userDrawn="1"/>
          </p:nvSpPr>
          <p:spPr bwMode="gray">
            <a:xfrm>
              <a:off x="7081" y="570"/>
              <a:ext cx="66" cy="83"/>
            </a:xfrm>
            <a:custGeom>
              <a:avLst/>
              <a:gdLst>
                <a:gd name="T0" fmla="*/ 575 w 783"/>
                <a:gd name="T1" fmla="*/ 794 h 1004"/>
                <a:gd name="T2" fmla="*/ 584 w 783"/>
                <a:gd name="T3" fmla="*/ 863 h 1004"/>
                <a:gd name="T4" fmla="*/ 607 w 783"/>
                <a:gd name="T5" fmla="*/ 922 h 1004"/>
                <a:gd name="T6" fmla="*/ 643 w 783"/>
                <a:gd name="T7" fmla="*/ 967 h 1004"/>
                <a:gd name="T8" fmla="*/ 692 w 783"/>
                <a:gd name="T9" fmla="*/ 1000 h 1004"/>
                <a:gd name="T10" fmla="*/ 718 w 783"/>
                <a:gd name="T11" fmla="*/ 1004 h 1004"/>
                <a:gd name="T12" fmla="*/ 738 w 783"/>
                <a:gd name="T13" fmla="*/ 997 h 1004"/>
                <a:gd name="T14" fmla="*/ 741 w 783"/>
                <a:gd name="T15" fmla="*/ 978 h 1004"/>
                <a:gd name="T16" fmla="*/ 727 w 783"/>
                <a:gd name="T17" fmla="*/ 902 h 1004"/>
                <a:gd name="T18" fmla="*/ 728 w 783"/>
                <a:gd name="T19" fmla="*/ 819 h 1004"/>
                <a:gd name="T20" fmla="*/ 742 w 783"/>
                <a:gd name="T21" fmla="*/ 732 h 1004"/>
                <a:gd name="T22" fmla="*/ 767 w 783"/>
                <a:gd name="T23" fmla="*/ 642 h 1004"/>
                <a:gd name="T24" fmla="*/ 783 w 783"/>
                <a:gd name="T25" fmla="*/ 583 h 1004"/>
                <a:gd name="T26" fmla="*/ 779 w 783"/>
                <a:gd name="T27" fmla="*/ 550 h 1004"/>
                <a:gd name="T28" fmla="*/ 756 w 783"/>
                <a:gd name="T29" fmla="*/ 522 h 1004"/>
                <a:gd name="T30" fmla="*/ 702 w 783"/>
                <a:gd name="T31" fmla="*/ 494 h 1004"/>
                <a:gd name="T32" fmla="*/ 674 w 783"/>
                <a:gd name="T33" fmla="*/ 489 h 1004"/>
                <a:gd name="T34" fmla="*/ 651 w 783"/>
                <a:gd name="T35" fmla="*/ 493 h 1004"/>
                <a:gd name="T36" fmla="*/ 633 w 783"/>
                <a:gd name="T37" fmla="*/ 508 h 1004"/>
                <a:gd name="T38" fmla="*/ 603 w 783"/>
                <a:gd name="T39" fmla="*/ 553 h 1004"/>
                <a:gd name="T40" fmla="*/ 506 w 783"/>
                <a:gd name="T41" fmla="*/ 676 h 1004"/>
                <a:gd name="T42" fmla="*/ 401 w 783"/>
                <a:gd name="T43" fmla="*/ 783 h 1004"/>
                <a:gd name="T44" fmla="*/ 336 w 783"/>
                <a:gd name="T45" fmla="*/ 834 h 1004"/>
                <a:gd name="T46" fmla="*/ 286 w 783"/>
                <a:gd name="T47" fmla="*/ 860 h 1004"/>
                <a:gd name="T48" fmla="*/ 240 w 783"/>
                <a:gd name="T49" fmla="*/ 873 h 1004"/>
                <a:gd name="T50" fmla="*/ 209 w 783"/>
                <a:gd name="T51" fmla="*/ 871 h 1004"/>
                <a:gd name="T52" fmla="*/ 188 w 783"/>
                <a:gd name="T53" fmla="*/ 858 h 1004"/>
                <a:gd name="T54" fmla="*/ 170 w 783"/>
                <a:gd name="T55" fmla="*/ 836 h 1004"/>
                <a:gd name="T56" fmla="*/ 155 w 783"/>
                <a:gd name="T57" fmla="*/ 776 h 1004"/>
                <a:gd name="T58" fmla="*/ 159 w 783"/>
                <a:gd name="T59" fmla="*/ 665 h 1004"/>
                <a:gd name="T60" fmla="*/ 188 w 783"/>
                <a:gd name="T61" fmla="*/ 507 h 1004"/>
                <a:gd name="T62" fmla="*/ 234 w 783"/>
                <a:gd name="T63" fmla="*/ 341 h 1004"/>
                <a:gd name="T64" fmla="*/ 291 w 783"/>
                <a:gd name="T65" fmla="*/ 188 h 1004"/>
                <a:gd name="T66" fmla="*/ 345 w 783"/>
                <a:gd name="T67" fmla="*/ 81 h 1004"/>
                <a:gd name="T68" fmla="*/ 360 w 783"/>
                <a:gd name="T69" fmla="*/ 40 h 1004"/>
                <a:gd name="T70" fmla="*/ 354 w 783"/>
                <a:gd name="T71" fmla="*/ 15 h 1004"/>
                <a:gd name="T72" fmla="*/ 327 w 783"/>
                <a:gd name="T73" fmla="*/ 3 h 1004"/>
                <a:gd name="T74" fmla="*/ 291 w 783"/>
                <a:gd name="T75" fmla="*/ 0 h 1004"/>
                <a:gd name="T76" fmla="*/ 240 w 783"/>
                <a:gd name="T77" fmla="*/ 7 h 1004"/>
                <a:gd name="T78" fmla="*/ 203 w 783"/>
                <a:gd name="T79" fmla="*/ 25 h 1004"/>
                <a:gd name="T80" fmla="*/ 178 w 783"/>
                <a:gd name="T81" fmla="*/ 52 h 1004"/>
                <a:gd name="T82" fmla="*/ 135 w 783"/>
                <a:gd name="T83" fmla="*/ 146 h 1004"/>
                <a:gd name="T84" fmla="*/ 81 w 783"/>
                <a:gd name="T85" fmla="*/ 292 h 1004"/>
                <a:gd name="T86" fmla="*/ 34 w 783"/>
                <a:gd name="T87" fmla="*/ 458 h 1004"/>
                <a:gd name="T88" fmla="*/ 5 w 783"/>
                <a:gd name="T89" fmla="*/ 639 h 1004"/>
                <a:gd name="T90" fmla="*/ 1 w 783"/>
                <a:gd name="T91" fmla="*/ 756 h 1004"/>
                <a:gd name="T92" fmla="*/ 8 w 783"/>
                <a:gd name="T93" fmla="*/ 802 h 1004"/>
                <a:gd name="T94" fmla="*/ 25 w 783"/>
                <a:gd name="T95" fmla="*/ 845 h 1004"/>
                <a:gd name="T96" fmla="*/ 51 w 783"/>
                <a:gd name="T97" fmla="*/ 884 h 1004"/>
                <a:gd name="T98" fmla="*/ 91 w 783"/>
                <a:gd name="T99" fmla="*/ 923 h 1004"/>
                <a:gd name="T100" fmla="*/ 141 w 783"/>
                <a:gd name="T101" fmla="*/ 955 h 1004"/>
                <a:gd name="T102" fmla="*/ 189 w 783"/>
                <a:gd name="T103" fmla="*/ 975 h 1004"/>
                <a:gd name="T104" fmla="*/ 248 w 783"/>
                <a:gd name="T105" fmla="*/ 986 h 1004"/>
                <a:gd name="T106" fmla="*/ 294 w 783"/>
                <a:gd name="T107" fmla="*/ 979 h 1004"/>
                <a:gd name="T108" fmla="*/ 339 w 783"/>
                <a:gd name="T109" fmla="*/ 961 h 1004"/>
                <a:gd name="T110" fmla="*/ 426 w 783"/>
                <a:gd name="T111" fmla="*/ 901 h 1004"/>
                <a:gd name="T112" fmla="*/ 504 w 783"/>
                <a:gd name="T113" fmla="*/ 825 h 10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83" h="1004">
                  <a:moveTo>
                    <a:pt x="576" y="737"/>
                  </a:moveTo>
                  <a:lnTo>
                    <a:pt x="575" y="755"/>
                  </a:lnTo>
                  <a:lnTo>
                    <a:pt x="575" y="775"/>
                  </a:lnTo>
                  <a:lnTo>
                    <a:pt x="575" y="794"/>
                  </a:lnTo>
                  <a:lnTo>
                    <a:pt x="576" y="812"/>
                  </a:lnTo>
                  <a:lnTo>
                    <a:pt x="578" y="831"/>
                  </a:lnTo>
                  <a:lnTo>
                    <a:pt x="581" y="847"/>
                  </a:lnTo>
                  <a:lnTo>
                    <a:pt x="584" y="863"/>
                  </a:lnTo>
                  <a:lnTo>
                    <a:pt x="590" y="879"/>
                  </a:lnTo>
                  <a:lnTo>
                    <a:pt x="595" y="894"/>
                  </a:lnTo>
                  <a:lnTo>
                    <a:pt x="601" y="908"/>
                  </a:lnTo>
                  <a:lnTo>
                    <a:pt x="607" y="922"/>
                  </a:lnTo>
                  <a:lnTo>
                    <a:pt x="615" y="934"/>
                  </a:lnTo>
                  <a:lnTo>
                    <a:pt x="623" y="946"/>
                  </a:lnTo>
                  <a:lnTo>
                    <a:pt x="632" y="956"/>
                  </a:lnTo>
                  <a:lnTo>
                    <a:pt x="643" y="967"/>
                  </a:lnTo>
                  <a:lnTo>
                    <a:pt x="654" y="977"/>
                  </a:lnTo>
                  <a:lnTo>
                    <a:pt x="666" y="986"/>
                  </a:lnTo>
                  <a:lnTo>
                    <a:pt x="678" y="994"/>
                  </a:lnTo>
                  <a:lnTo>
                    <a:pt x="692" y="1000"/>
                  </a:lnTo>
                  <a:lnTo>
                    <a:pt x="699" y="1002"/>
                  </a:lnTo>
                  <a:lnTo>
                    <a:pt x="705" y="1003"/>
                  </a:lnTo>
                  <a:lnTo>
                    <a:pt x="712" y="1004"/>
                  </a:lnTo>
                  <a:lnTo>
                    <a:pt x="718" y="1004"/>
                  </a:lnTo>
                  <a:lnTo>
                    <a:pt x="724" y="1004"/>
                  </a:lnTo>
                  <a:lnTo>
                    <a:pt x="730" y="1003"/>
                  </a:lnTo>
                  <a:lnTo>
                    <a:pt x="735" y="1000"/>
                  </a:lnTo>
                  <a:lnTo>
                    <a:pt x="738" y="997"/>
                  </a:lnTo>
                  <a:lnTo>
                    <a:pt x="741" y="993"/>
                  </a:lnTo>
                  <a:lnTo>
                    <a:pt x="742" y="989"/>
                  </a:lnTo>
                  <a:lnTo>
                    <a:pt x="742" y="984"/>
                  </a:lnTo>
                  <a:lnTo>
                    <a:pt x="741" y="978"/>
                  </a:lnTo>
                  <a:lnTo>
                    <a:pt x="735" y="959"/>
                  </a:lnTo>
                  <a:lnTo>
                    <a:pt x="732" y="941"/>
                  </a:lnTo>
                  <a:lnTo>
                    <a:pt x="729" y="922"/>
                  </a:lnTo>
                  <a:lnTo>
                    <a:pt x="727" y="902"/>
                  </a:lnTo>
                  <a:lnTo>
                    <a:pt x="726" y="883"/>
                  </a:lnTo>
                  <a:lnTo>
                    <a:pt x="726" y="861"/>
                  </a:lnTo>
                  <a:lnTo>
                    <a:pt x="726" y="841"/>
                  </a:lnTo>
                  <a:lnTo>
                    <a:pt x="728" y="819"/>
                  </a:lnTo>
                  <a:lnTo>
                    <a:pt x="730" y="798"/>
                  </a:lnTo>
                  <a:lnTo>
                    <a:pt x="733" y="776"/>
                  </a:lnTo>
                  <a:lnTo>
                    <a:pt x="736" y="754"/>
                  </a:lnTo>
                  <a:lnTo>
                    <a:pt x="742" y="732"/>
                  </a:lnTo>
                  <a:lnTo>
                    <a:pt x="747" y="709"/>
                  </a:lnTo>
                  <a:lnTo>
                    <a:pt x="753" y="687"/>
                  </a:lnTo>
                  <a:lnTo>
                    <a:pt x="760" y="664"/>
                  </a:lnTo>
                  <a:lnTo>
                    <a:pt x="767" y="642"/>
                  </a:lnTo>
                  <a:lnTo>
                    <a:pt x="775" y="620"/>
                  </a:lnTo>
                  <a:lnTo>
                    <a:pt x="780" y="600"/>
                  </a:lnTo>
                  <a:lnTo>
                    <a:pt x="782" y="591"/>
                  </a:lnTo>
                  <a:lnTo>
                    <a:pt x="783" y="583"/>
                  </a:lnTo>
                  <a:lnTo>
                    <a:pt x="783" y="573"/>
                  </a:lnTo>
                  <a:lnTo>
                    <a:pt x="783" y="565"/>
                  </a:lnTo>
                  <a:lnTo>
                    <a:pt x="781" y="558"/>
                  </a:lnTo>
                  <a:lnTo>
                    <a:pt x="779" y="550"/>
                  </a:lnTo>
                  <a:lnTo>
                    <a:pt x="775" y="543"/>
                  </a:lnTo>
                  <a:lnTo>
                    <a:pt x="770" y="536"/>
                  </a:lnTo>
                  <a:lnTo>
                    <a:pt x="764" y="530"/>
                  </a:lnTo>
                  <a:lnTo>
                    <a:pt x="756" y="522"/>
                  </a:lnTo>
                  <a:lnTo>
                    <a:pt x="747" y="515"/>
                  </a:lnTo>
                  <a:lnTo>
                    <a:pt x="735" y="509"/>
                  </a:lnTo>
                  <a:lnTo>
                    <a:pt x="718" y="500"/>
                  </a:lnTo>
                  <a:lnTo>
                    <a:pt x="702" y="494"/>
                  </a:lnTo>
                  <a:lnTo>
                    <a:pt x="695" y="492"/>
                  </a:lnTo>
                  <a:lnTo>
                    <a:pt x="687" y="490"/>
                  </a:lnTo>
                  <a:lnTo>
                    <a:pt x="680" y="489"/>
                  </a:lnTo>
                  <a:lnTo>
                    <a:pt x="674" y="489"/>
                  </a:lnTo>
                  <a:lnTo>
                    <a:pt x="667" y="489"/>
                  </a:lnTo>
                  <a:lnTo>
                    <a:pt x="662" y="490"/>
                  </a:lnTo>
                  <a:lnTo>
                    <a:pt x="656" y="491"/>
                  </a:lnTo>
                  <a:lnTo>
                    <a:pt x="651" y="493"/>
                  </a:lnTo>
                  <a:lnTo>
                    <a:pt x="646" y="496"/>
                  </a:lnTo>
                  <a:lnTo>
                    <a:pt x="642" y="499"/>
                  </a:lnTo>
                  <a:lnTo>
                    <a:pt x="637" y="503"/>
                  </a:lnTo>
                  <a:lnTo>
                    <a:pt x="633" y="508"/>
                  </a:lnTo>
                  <a:lnTo>
                    <a:pt x="630" y="512"/>
                  </a:lnTo>
                  <a:lnTo>
                    <a:pt x="627" y="516"/>
                  </a:lnTo>
                  <a:lnTo>
                    <a:pt x="624" y="522"/>
                  </a:lnTo>
                  <a:lnTo>
                    <a:pt x="603" y="553"/>
                  </a:lnTo>
                  <a:lnTo>
                    <a:pt x="579" y="584"/>
                  </a:lnTo>
                  <a:lnTo>
                    <a:pt x="556" y="615"/>
                  </a:lnTo>
                  <a:lnTo>
                    <a:pt x="531" y="646"/>
                  </a:lnTo>
                  <a:lnTo>
                    <a:pt x="506" y="676"/>
                  </a:lnTo>
                  <a:lnTo>
                    <a:pt x="480" y="704"/>
                  </a:lnTo>
                  <a:lnTo>
                    <a:pt x="454" y="733"/>
                  </a:lnTo>
                  <a:lnTo>
                    <a:pt x="427" y="758"/>
                  </a:lnTo>
                  <a:lnTo>
                    <a:pt x="401" y="783"/>
                  </a:lnTo>
                  <a:lnTo>
                    <a:pt x="374" y="805"/>
                  </a:lnTo>
                  <a:lnTo>
                    <a:pt x="362" y="815"/>
                  </a:lnTo>
                  <a:lnTo>
                    <a:pt x="349" y="825"/>
                  </a:lnTo>
                  <a:lnTo>
                    <a:pt x="336" y="834"/>
                  </a:lnTo>
                  <a:lnTo>
                    <a:pt x="323" y="841"/>
                  </a:lnTo>
                  <a:lnTo>
                    <a:pt x="310" y="848"/>
                  </a:lnTo>
                  <a:lnTo>
                    <a:pt x="298" y="855"/>
                  </a:lnTo>
                  <a:lnTo>
                    <a:pt x="286" y="860"/>
                  </a:lnTo>
                  <a:lnTo>
                    <a:pt x="273" y="865"/>
                  </a:lnTo>
                  <a:lnTo>
                    <a:pt x="262" y="868"/>
                  </a:lnTo>
                  <a:lnTo>
                    <a:pt x="251" y="872"/>
                  </a:lnTo>
                  <a:lnTo>
                    <a:pt x="240" y="873"/>
                  </a:lnTo>
                  <a:lnTo>
                    <a:pt x="228" y="874"/>
                  </a:lnTo>
                  <a:lnTo>
                    <a:pt x="221" y="874"/>
                  </a:lnTo>
                  <a:lnTo>
                    <a:pt x="215" y="873"/>
                  </a:lnTo>
                  <a:lnTo>
                    <a:pt x="209" y="871"/>
                  </a:lnTo>
                  <a:lnTo>
                    <a:pt x="203" y="868"/>
                  </a:lnTo>
                  <a:lnTo>
                    <a:pt x="198" y="865"/>
                  </a:lnTo>
                  <a:lnTo>
                    <a:pt x="193" y="862"/>
                  </a:lnTo>
                  <a:lnTo>
                    <a:pt x="188" y="858"/>
                  </a:lnTo>
                  <a:lnTo>
                    <a:pt x="183" y="853"/>
                  </a:lnTo>
                  <a:lnTo>
                    <a:pt x="178" y="848"/>
                  </a:lnTo>
                  <a:lnTo>
                    <a:pt x="174" y="843"/>
                  </a:lnTo>
                  <a:lnTo>
                    <a:pt x="170" y="836"/>
                  </a:lnTo>
                  <a:lnTo>
                    <a:pt x="167" y="830"/>
                  </a:lnTo>
                  <a:lnTo>
                    <a:pt x="162" y="813"/>
                  </a:lnTo>
                  <a:lnTo>
                    <a:pt x="158" y="796"/>
                  </a:lnTo>
                  <a:lnTo>
                    <a:pt x="155" y="776"/>
                  </a:lnTo>
                  <a:lnTo>
                    <a:pt x="154" y="753"/>
                  </a:lnTo>
                  <a:lnTo>
                    <a:pt x="154" y="729"/>
                  </a:lnTo>
                  <a:lnTo>
                    <a:pt x="155" y="702"/>
                  </a:lnTo>
                  <a:lnTo>
                    <a:pt x="159" y="665"/>
                  </a:lnTo>
                  <a:lnTo>
                    <a:pt x="164" y="628"/>
                  </a:lnTo>
                  <a:lnTo>
                    <a:pt x="170" y="589"/>
                  </a:lnTo>
                  <a:lnTo>
                    <a:pt x="178" y="548"/>
                  </a:lnTo>
                  <a:lnTo>
                    <a:pt x="188" y="507"/>
                  </a:lnTo>
                  <a:lnTo>
                    <a:pt x="197" y="465"/>
                  </a:lnTo>
                  <a:lnTo>
                    <a:pt x="208" y="423"/>
                  </a:lnTo>
                  <a:lnTo>
                    <a:pt x="220" y="382"/>
                  </a:lnTo>
                  <a:lnTo>
                    <a:pt x="234" y="341"/>
                  </a:lnTo>
                  <a:lnTo>
                    <a:pt x="247" y="301"/>
                  </a:lnTo>
                  <a:lnTo>
                    <a:pt x="261" y="261"/>
                  </a:lnTo>
                  <a:lnTo>
                    <a:pt x="275" y="223"/>
                  </a:lnTo>
                  <a:lnTo>
                    <a:pt x="291" y="188"/>
                  </a:lnTo>
                  <a:lnTo>
                    <a:pt x="306" y="154"/>
                  </a:lnTo>
                  <a:lnTo>
                    <a:pt x="322" y="122"/>
                  </a:lnTo>
                  <a:lnTo>
                    <a:pt x="338" y="94"/>
                  </a:lnTo>
                  <a:lnTo>
                    <a:pt x="345" y="81"/>
                  </a:lnTo>
                  <a:lnTo>
                    <a:pt x="351" y="68"/>
                  </a:lnTo>
                  <a:lnTo>
                    <a:pt x="356" y="58"/>
                  </a:lnTo>
                  <a:lnTo>
                    <a:pt x="359" y="48"/>
                  </a:lnTo>
                  <a:lnTo>
                    <a:pt x="360" y="40"/>
                  </a:lnTo>
                  <a:lnTo>
                    <a:pt x="361" y="33"/>
                  </a:lnTo>
                  <a:lnTo>
                    <a:pt x="360" y="25"/>
                  </a:lnTo>
                  <a:lnTo>
                    <a:pt x="357" y="20"/>
                  </a:lnTo>
                  <a:lnTo>
                    <a:pt x="354" y="15"/>
                  </a:lnTo>
                  <a:lnTo>
                    <a:pt x="350" y="11"/>
                  </a:lnTo>
                  <a:lnTo>
                    <a:pt x="344" y="8"/>
                  </a:lnTo>
                  <a:lnTo>
                    <a:pt x="337" y="5"/>
                  </a:lnTo>
                  <a:lnTo>
                    <a:pt x="327" y="3"/>
                  </a:lnTo>
                  <a:lnTo>
                    <a:pt x="318" y="1"/>
                  </a:lnTo>
                  <a:lnTo>
                    <a:pt x="307" y="0"/>
                  </a:lnTo>
                  <a:lnTo>
                    <a:pt x="295" y="0"/>
                  </a:lnTo>
                  <a:lnTo>
                    <a:pt x="291" y="0"/>
                  </a:lnTo>
                  <a:lnTo>
                    <a:pt x="276" y="0"/>
                  </a:lnTo>
                  <a:lnTo>
                    <a:pt x="263" y="2"/>
                  </a:lnTo>
                  <a:lnTo>
                    <a:pt x="251" y="4"/>
                  </a:lnTo>
                  <a:lnTo>
                    <a:pt x="240" y="7"/>
                  </a:lnTo>
                  <a:lnTo>
                    <a:pt x="229" y="11"/>
                  </a:lnTo>
                  <a:lnTo>
                    <a:pt x="219" y="15"/>
                  </a:lnTo>
                  <a:lnTo>
                    <a:pt x="211" y="20"/>
                  </a:lnTo>
                  <a:lnTo>
                    <a:pt x="203" y="25"/>
                  </a:lnTo>
                  <a:lnTo>
                    <a:pt x="196" y="32"/>
                  </a:lnTo>
                  <a:lnTo>
                    <a:pt x="190" y="39"/>
                  </a:lnTo>
                  <a:lnTo>
                    <a:pt x="184" y="45"/>
                  </a:lnTo>
                  <a:lnTo>
                    <a:pt x="178" y="52"/>
                  </a:lnTo>
                  <a:lnTo>
                    <a:pt x="169" y="67"/>
                  </a:lnTo>
                  <a:lnTo>
                    <a:pt x="162" y="83"/>
                  </a:lnTo>
                  <a:lnTo>
                    <a:pt x="148" y="113"/>
                  </a:lnTo>
                  <a:lnTo>
                    <a:pt x="135" y="146"/>
                  </a:lnTo>
                  <a:lnTo>
                    <a:pt x="120" y="180"/>
                  </a:lnTo>
                  <a:lnTo>
                    <a:pt x="107" y="215"/>
                  </a:lnTo>
                  <a:lnTo>
                    <a:pt x="94" y="253"/>
                  </a:lnTo>
                  <a:lnTo>
                    <a:pt x="81" y="292"/>
                  </a:lnTo>
                  <a:lnTo>
                    <a:pt x="67" y="332"/>
                  </a:lnTo>
                  <a:lnTo>
                    <a:pt x="56" y="372"/>
                  </a:lnTo>
                  <a:lnTo>
                    <a:pt x="45" y="414"/>
                  </a:lnTo>
                  <a:lnTo>
                    <a:pt x="34" y="458"/>
                  </a:lnTo>
                  <a:lnTo>
                    <a:pt x="24" y="502"/>
                  </a:lnTo>
                  <a:lnTo>
                    <a:pt x="17" y="547"/>
                  </a:lnTo>
                  <a:lnTo>
                    <a:pt x="10" y="593"/>
                  </a:lnTo>
                  <a:lnTo>
                    <a:pt x="5" y="639"/>
                  </a:lnTo>
                  <a:lnTo>
                    <a:pt x="2" y="685"/>
                  </a:lnTo>
                  <a:lnTo>
                    <a:pt x="0" y="732"/>
                  </a:lnTo>
                  <a:lnTo>
                    <a:pt x="0" y="744"/>
                  </a:lnTo>
                  <a:lnTo>
                    <a:pt x="1" y="756"/>
                  </a:lnTo>
                  <a:lnTo>
                    <a:pt x="2" y="768"/>
                  </a:lnTo>
                  <a:lnTo>
                    <a:pt x="3" y="780"/>
                  </a:lnTo>
                  <a:lnTo>
                    <a:pt x="6" y="791"/>
                  </a:lnTo>
                  <a:lnTo>
                    <a:pt x="8" y="802"/>
                  </a:lnTo>
                  <a:lnTo>
                    <a:pt x="12" y="813"/>
                  </a:lnTo>
                  <a:lnTo>
                    <a:pt x="16" y="825"/>
                  </a:lnTo>
                  <a:lnTo>
                    <a:pt x="20" y="835"/>
                  </a:lnTo>
                  <a:lnTo>
                    <a:pt x="25" y="845"/>
                  </a:lnTo>
                  <a:lnTo>
                    <a:pt x="31" y="855"/>
                  </a:lnTo>
                  <a:lnTo>
                    <a:pt x="37" y="864"/>
                  </a:lnTo>
                  <a:lnTo>
                    <a:pt x="44" y="875"/>
                  </a:lnTo>
                  <a:lnTo>
                    <a:pt x="51" y="884"/>
                  </a:lnTo>
                  <a:lnTo>
                    <a:pt x="58" y="893"/>
                  </a:lnTo>
                  <a:lnTo>
                    <a:pt x="66" y="901"/>
                  </a:lnTo>
                  <a:lnTo>
                    <a:pt x="79" y="912"/>
                  </a:lnTo>
                  <a:lnTo>
                    <a:pt x="91" y="923"/>
                  </a:lnTo>
                  <a:lnTo>
                    <a:pt x="103" y="932"/>
                  </a:lnTo>
                  <a:lnTo>
                    <a:pt x="115" y="941"/>
                  </a:lnTo>
                  <a:lnTo>
                    <a:pt x="127" y="948"/>
                  </a:lnTo>
                  <a:lnTo>
                    <a:pt x="141" y="955"/>
                  </a:lnTo>
                  <a:lnTo>
                    <a:pt x="153" y="961"/>
                  </a:lnTo>
                  <a:lnTo>
                    <a:pt x="165" y="966"/>
                  </a:lnTo>
                  <a:lnTo>
                    <a:pt x="177" y="972"/>
                  </a:lnTo>
                  <a:lnTo>
                    <a:pt x="189" y="975"/>
                  </a:lnTo>
                  <a:lnTo>
                    <a:pt x="201" y="979"/>
                  </a:lnTo>
                  <a:lnTo>
                    <a:pt x="211" y="981"/>
                  </a:lnTo>
                  <a:lnTo>
                    <a:pt x="232" y="985"/>
                  </a:lnTo>
                  <a:lnTo>
                    <a:pt x="248" y="986"/>
                  </a:lnTo>
                  <a:lnTo>
                    <a:pt x="259" y="985"/>
                  </a:lnTo>
                  <a:lnTo>
                    <a:pt x="270" y="984"/>
                  </a:lnTo>
                  <a:lnTo>
                    <a:pt x="282" y="982"/>
                  </a:lnTo>
                  <a:lnTo>
                    <a:pt x="294" y="979"/>
                  </a:lnTo>
                  <a:lnTo>
                    <a:pt x="305" y="976"/>
                  </a:lnTo>
                  <a:lnTo>
                    <a:pt x="316" y="972"/>
                  </a:lnTo>
                  <a:lnTo>
                    <a:pt x="327" y="966"/>
                  </a:lnTo>
                  <a:lnTo>
                    <a:pt x="339" y="961"/>
                  </a:lnTo>
                  <a:lnTo>
                    <a:pt x="361" y="949"/>
                  </a:lnTo>
                  <a:lnTo>
                    <a:pt x="384" y="935"/>
                  </a:lnTo>
                  <a:lnTo>
                    <a:pt x="405" y="918"/>
                  </a:lnTo>
                  <a:lnTo>
                    <a:pt x="426" y="901"/>
                  </a:lnTo>
                  <a:lnTo>
                    <a:pt x="448" y="883"/>
                  </a:lnTo>
                  <a:lnTo>
                    <a:pt x="467" y="863"/>
                  </a:lnTo>
                  <a:lnTo>
                    <a:pt x="487" y="844"/>
                  </a:lnTo>
                  <a:lnTo>
                    <a:pt x="504" y="825"/>
                  </a:lnTo>
                  <a:lnTo>
                    <a:pt x="538" y="786"/>
                  </a:lnTo>
                  <a:lnTo>
                    <a:pt x="565" y="751"/>
                  </a:lnTo>
                  <a:lnTo>
                    <a:pt x="576" y="73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37" name="Freeform 38"/>
            <p:cNvSpPr>
              <a:spLocks/>
            </p:cNvSpPr>
            <p:nvPr userDrawn="1"/>
          </p:nvSpPr>
          <p:spPr bwMode="gray">
            <a:xfrm>
              <a:off x="6357" y="558"/>
              <a:ext cx="28" cy="94"/>
            </a:xfrm>
            <a:custGeom>
              <a:avLst/>
              <a:gdLst>
                <a:gd name="T0" fmla="*/ 211 w 340"/>
                <a:gd name="T1" fmla="*/ 0 h 1127"/>
                <a:gd name="T2" fmla="*/ 198 w 340"/>
                <a:gd name="T3" fmla="*/ 2 h 1127"/>
                <a:gd name="T4" fmla="*/ 187 w 340"/>
                <a:gd name="T5" fmla="*/ 6 h 1127"/>
                <a:gd name="T6" fmla="*/ 178 w 340"/>
                <a:gd name="T7" fmla="*/ 12 h 1127"/>
                <a:gd name="T8" fmla="*/ 167 w 340"/>
                <a:gd name="T9" fmla="*/ 24 h 1127"/>
                <a:gd name="T10" fmla="*/ 158 w 340"/>
                <a:gd name="T11" fmla="*/ 41 h 1127"/>
                <a:gd name="T12" fmla="*/ 151 w 340"/>
                <a:gd name="T13" fmla="*/ 66 h 1127"/>
                <a:gd name="T14" fmla="*/ 144 w 340"/>
                <a:gd name="T15" fmla="*/ 103 h 1127"/>
                <a:gd name="T16" fmla="*/ 134 w 340"/>
                <a:gd name="T17" fmla="*/ 147 h 1127"/>
                <a:gd name="T18" fmla="*/ 123 w 340"/>
                <a:gd name="T19" fmla="*/ 195 h 1127"/>
                <a:gd name="T20" fmla="*/ 101 w 340"/>
                <a:gd name="T21" fmla="*/ 292 h 1127"/>
                <a:gd name="T22" fmla="*/ 67 w 340"/>
                <a:gd name="T23" fmla="*/ 447 h 1127"/>
                <a:gd name="T24" fmla="*/ 35 w 340"/>
                <a:gd name="T25" fmla="*/ 608 h 1127"/>
                <a:gd name="T26" fmla="*/ 16 w 340"/>
                <a:gd name="T27" fmla="*/ 725 h 1127"/>
                <a:gd name="T28" fmla="*/ 7 w 340"/>
                <a:gd name="T29" fmla="*/ 797 h 1127"/>
                <a:gd name="T30" fmla="*/ 1 w 340"/>
                <a:gd name="T31" fmla="*/ 872 h 1127"/>
                <a:gd name="T32" fmla="*/ 0 w 340"/>
                <a:gd name="T33" fmla="*/ 941 h 1127"/>
                <a:gd name="T34" fmla="*/ 5 w 340"/>
                <a:gd name="T35" fmla="*/ 996 h 1127"/>
                <a:gd name="T36" fmla="*/ 14 w 340"/>
                <a:gd name="T37" fmla="*/ 1039 h 1127"/>
                <a:gd name="T38" fmla="*/ 27 w 340"/>
                <a:gd name="T39" fmla="*/ 1071 h 1127"/>
                <a:gd name="T40" fmla="*/ 43 w 340"/>
                <a:gd name="T41" fmla="*/ 1094 h 1127"/>
                <a:gd name="T42" fmla="*/ 62 w 340"/>
                <a:gd name="T43" fmla="*/ 1111 h 1127"/>
                <a:gd name="T44" fmla="*/ 82 w 340"/>
                <a:gd name="T45" fmla="*/ 1121 h 1127"/>
                <a:gd name="T46" fmla="*/ 102 w 340"/>
                <a:gd name="T47" fmla="*/ 1127 h 1127"/>
                <a:gd name="T48" fmla="*/ 116 w 340"/>
                <a:gd name="T49" fmla="*/ 1127 h 1127"/>
                <a:gd name="T50" fmla="*/ 122 w 340"/>
                <a:gd name="T51" fmla="*/ 1124 h 1127"/>
                <a:gd name="T52" fmla="*/ 129 w 340"/>
                <a:gd name="T53" fmla="*/ 1116 h 1127"/>
                <a:gd name="T54" fmla="*/ 134 w 340"/>
                <a:gd name="T55" fmla="*/ 1099 h 1127"/>
                <a:gd name="T56" fmla="*/ 134 w 340"/>
                <a:gd name="T57" fmla="*/ 1070 h 1127"/>
                <a:gd name="T58" fmla="*/ 137 w 340"/>
                <a:gd name="T59" fmla="*/ 1026 h 1127"/>
                <a:gd name="T60" fmla="*/ 145 w 340"/>
                <a:gd name="T61" fmla="*/ 948 h 1127"/>
                <a:gd name="T62" fmla="*/ 165 w 340"/>
                <a:gd name="T63" fmla="*/ 829 h 1127"/>
                <a:gd name="T64" fmla="*/ 191 w 340"/>
                <a:gd name="T65" fmla="*/ 696 h 1127"/>
                <a:gd name="T66" fmla="*/ 222 w 340"/>
                <a:gd name="T67" fmla="*/ 559 h 1127"/>
                <a:gd name="T68" fmla="*/ 253 w 340"/>
                <a:gd name="T69" fmla="*/ 425 h 1127"/>
                <a:gd name="T70" fmla="*/ 286 w 340"/>
                <a:gd name="T71" fmla="*/ 301 h 1127"/>
                <a:gd name="T72" fmla="*/ 316 w 340"/>
                <a:gd name="T73" fmla="*/ 195 h 1127"/>
                <a:gd name="T74" fmla="*/ 333 w 340"/>
                <a:gd name="T75" fmla="*/ 136 h 1127"/>
                <a:gd name="T76" fmla="*/ 338 w 340"/>
                <a:gd name="T77" fmla="*/ 110 h 1127"/>
                <a:gd name="T78" fmla="*/ 340 w 340"/>
                <a:gd name="T79" fmla="*/ 88 h 1127"/>
                <a:gd name="T80" fmla="*/ 337 w 340"/>
                <a:gd name="T81" fmla="*/ 70 h 1127"/>
                <a:gd name="T82" fmla="*/ 331 w 340"/>
                <a:gd name="T83" fmla="*/ 55 h 1127"/>
                <a:gd name="T84" fmla="*/ 321 w 340"/>
                <a:gd name="T85" fmla="*/ 42 h 1127"/>
                <a:gd name="T86" fmla="*/ 307 w 340"/>
                <a:gd name="T87" fmla="*/ 31 h 1127"/>
                <a:gd name="T88" fmla="*/ 292 w 340"/>
                <a:gd name="T89" fmla="*/ 22 h 1127"/>
                <a:gd name="T90" fmla="*/ 266 w 340"/>
                <a:gd name="T91" fmla="*/ 9 h 1127"/>
                <a:gd name="T92" fmla="*/ 233 w 340"/>
                <a:gd name="T93" fmla="*/ 1 h 1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40" h="1127">
                  <a:moveTo>
                    <a:pt x="218" y="0"/>
                  </a:moveTo>
                  <a:lnTo>
                    <a:pt x="211" y="0"/>
                  </a:lnTo>
                  <a:lnTo>
                    <a:pt x="204" y="1"/>
                  </a:lnTo>
                  <a:lnTo>
                    <a:pt x="198" y="2"/>
                  </a:lnTo>
                  <a:lnTo>
                    <a:pt x="192" y="4"/>
                  </a:lnTo>
                  <a:lnTo>
                    <a:pt x="187" y="6"/>
                  </a:lnTo>
                  <a:lnTo>
                    <a:pt x="182" y="9"/>
                  </a:lnTo>
                  <a:lnTo>
                    <a:pt x="178" y="12"/>
                  </a:lnTo>
                  <a:lnTo>
                    <a:pt x="174" y="16"/>
                  </a:lnTo>
                  <a:lnTo>
                    <a:pt x="167" y="24"/>
                  </a:lnTo>
                  <a:lnTo>
                    <a:pt x="162" y="33"/>
                  </a:lnTo>
                  <a:lnTo>
                    <a:pt x="158" y="41"/>
                  </a:lnTo>
                  <a:lnTo>
                    <a:pt x="154" y="51"/>
                  </a:lnTo>
                  <a:lnTo>
                    <a:pt x="151" y="66"/>
                  </a:lnTo>
                  <a:lnTo>
                    <a:pt x="148" y="84"/>
                  </a:lnTo>
                  <a:lnTo>
                    <a:pt x="144" y="103"/>
                  </a:lnTo>
                  <a:lnTo>
                    <a:pt x="139" y="125"/>
                  </a:lnTo>
                  <a:lnTo>
                    <a:pt x="134" y="147"/>
                  </a:lnTo>
                  <a:lnTo>
                    <a:pt x="129" y="171"/>
                  </a:lnTo>
                  <a:lnTo>
                    <a:pt x="123" y="195"/>
                  </a:lnTo>
                  <a:lnTo>
                    <a:pt x="118" y="222"/>
                  </a:lnTo>
                  <a:lnTo>
                    <a:pt x="101" y="292"/>
                  </a:lnTo>
                  <a:lnTo>
                    <a:pt x="84" y="369"/>
                  </a:lnTo>
                  <a:lnTo>
                    <a:pt x="67" y="447"/>
                  </a:lnTo>
                  <a:lnTo>
                    <a:pt x="50" y="528"/>
                  </a:lnTo>
                  <a:lnTo>
                    <a:pt x="35" y="608"/>
                  </a:lnTo>
                  <a:lnTo>
                    <a:pt x="22" y="687"/>
                  </a:lnTo>
                  <a:lnTo>
                    <a:pt x="16" y="725"/>
                  </a:lnTo>
                  <a:lnTo>
                    <a:pt x="11" y="762"/>
                  </a:lnTo>
                  <a:lnTo>
                    <a:pt x="7" y="797"/>
                  </a:lnTo>
                  <a:lnTo>
                    <a:pt x="3" y="832"/>
                  </a:lnTo>
                  <a:lnTo>
                    <a:pt x="1" y="872"/>
                  </a:lnTo>
                  <a:lnTo>
                    <a:pt x="0" y="909"/>
                  </a:lnTo>
                  <a:lnTo>
                    <a:pt x="0" y="941"/>
                  </a:lnTo>
                  <a:lnTo>
                    <a:pt x="1" y="971"/>
                  </a:lnTo>
                  <a:lnTo>
                    <a:pt x="5" y="996"/>
                  </a:lnTo>
                  <a:lnTo>
                    <a:pt x="9" y="1019"/>
                  </a:lnTo>
                  <a:lnTo>
                    <a:pt x="14" y="1039"/>
                  </a:lnTo>
                  <a:lnTo>
                    <a:pt x="20" y="1057"/>
                  </a:lnTo>
                  <a:lnTo>
                    <a:pt x="27" y="1071"/>
                  </a:lnTo>
                  <a:lnTo>
                    <a:pt x="35" y="1084"/>
                  </a:lnTo>
                  <a:lnTo>
                    <a:pt x="43" y="1094"/>
                  </a:lnTo>
                  <a:lnTo>
                    <a:pt x="52" y="1103"/>
                  </a:lnTo>
                  <a:lnTo>
                    <a:pt x="62" y="1111"/>
                  </a:lnTo>
                  <a:lnTo>
                    <a:pt x="72" y="1117"/>
                  </a:lnTo>
                  <a:lnTo>
                    <a:pt x="82" y="1121"/>
                  </a:lnTo>
                  <a:lnTo>
                    <a:pt x="93" y="1125"/>
                  </a:lnTo>
                  <a:lnTo>
                    <a:pt x="102" y="1127"/>
                  </a:lnTo>
                  <a:lnTo>
                    <a:pt x="112" y="1127"/>
                  </a:lnTo>
                  <a:lnTo>
                    <a:pt x="116" y="1127"/>
                  </a:lnTo>
                  <a:lnTo>
                    <a:pt x="119" y="1125"/>
                  </a:lnTo>
                  <a:lnTo>
                    <a:pt x="122" y="1124"/>
                  </a:lnTo>
                  <a:lnTo>
                    <a:pt x="125" y="1121"/>
                  </a:lnTo>
                  <a:lnTo>
                    <a:pt x="129" y="1116"/>
                  </a:lnTo>
                  <a:lnTo>
                    <a:pt x="132" y="1109"/>
                  </a:lnTo>
                  <a:lnTo>
                    <a:pt x="134" y="1099"/>
                  </a:lnTo>
                  <a:lnTo>
                    <a:pt x="134" y="1089"/>
                  </a:lnTo>
                  <a:lnTo>
                    <a:pt x="134" y="1070"/>
                  </a:lnTo>
                  <a:lnTo>
                    <a:pt x="135" y="1048"/>
                  </a:lnTo>
                  <a:lnTo>
                    <a:pt x="137" y="1026"/>
                  </a:lnTo>
                  <a:lnTo>
                    <a:pt x="139" y="1001"/>
                  </a:lnTo>
                  <a:lnTo>
                    <a:pt x="145" y="948"/>
                  </a:lnTo>
                  <a:lnTo>
                    <a:pt x="154" y="891"/>
                  </a:lnTo>
                  <a:lnTo>
                    <a:pt x="165" y="829"/>
                  </a:lnTo>
                  <a:lnTo>
                    <a:pt x="177" y="764"/>
                  </a:lnTo>
                  <a:lnTo>
                    <a:pt x="191" y="696"/>
                  </a:lnTo>
                  <a:lnTo>
                    <a:pt x="205" y="628"/>
                  </a:lnTo>
                  <a:lnTo>
                    <a:pt x="222" y="559"/>
                  </a:lnTo>
                  <a:lnTo>
                    <a:pt x="237" y="492"/>
                  </a:lnTo>
                  <a:lnTo>
                    <a:pt x="253" y="425"/>
                  </a:lnTo>
                  <a:lnTo>
                    <a:pt x="270" y="361"/>
                  </a:lnTo>
                  <a:lnTo>
                    <a:pt x="286" y="301"/>
                  </a:lnTo>
                  <a:lnTo>
                    <a:pt x="301" y="245"/>
                  </a:lnTo>
                  <a:lnTo>
                    <a:pt x="316" y="195"/>
                  </a:lnTo>
                  <a:lnTo>
                    <a:pt x="329" y="150"/>
                  </a:lnTo>
                  <a:lnTo>
                    <a:pt x="333" y="136"/>
                  </a:lnTo>
                  <a:lnTo>
                    <a:pt x="336" y="123"/>
                  </a:lnTo>
                  <a:lnTo>
                    <a:pt x="338" y="110"/>
                  </a:lnTo>
                  <a:lnTo>
                    <a:pt x="339" y="98"/>
                  </a:lnTo>
                  <a:lnTo>
                    <a:pt x="340" y="88"/>
                  </a:lnTo>
                  <a:lnTo>
                    <a:pt x="339" y="79"/>
                  </a:lnTo>
                  <a:lnTo>
                    <a:pt x="337" y="70"/>
                  </a:lnTo>
                  <a:lnTo>
                    <a:pt x="334" y="62"/>
                  </a:lnTo>
                  <a:lnTo>
                    <a:pt x="331" y="55"/>
                  </a:lnTo>
                  <a:lnTo>
                    <a:pt x="326" y="48"/>
                  </a:lnTo>
                  <a:lnTo>
                    <a:pt x="321" y="42"/>
                  </a:lnTo>
                  <a:lnTo>
                    <a:pt x="315" y="37"/>
                  </a:lnTo>
                  <a:lnTo>
                    <a:pt x="307" y="31"/>
                  </a:lnTo>
                  <a:lnTo>
                    <a:pt x="300" y="27"/>
                  </a:lnTo>
                  <a:lnTo>
                    <a:pt x="292" y="22"/>
                  </a:lnTo>
                  <a:lnTo>
                    <a:pt x="283" y="17"/>
                  </a:lnTo>
                  <a:lnTo>
                    <a:pt x="266" y="9"/>
                  </a:lnTo>
                  <a:lnTo>
                    <a:pt x="248" y="4"/>
                  </a:lnTo>
                  <a:lnTo>
                    <a:pt x="233" y="1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38" name="Freeform 39"/>
            <p:cNvSpPr>
              <a:spLocks/>
            </p:cNvSpPr>
            <p:nvPr userDrawn="1"/>
          </p:nvSpPr>
          <p:spPr bwMode="gray">
            <a:xfrm>
              <a:off x="7003" y="607"/>
              <a:ext cx="58" cy="42"/>
            </a:xfrm>
            <a:custGeom>
              <a:avLst/>
              <a:gdLst>
                <a:gd name="T0" fmla="*/ 50 w 695"/>
                <a:gd name="T1" fmla="*/ 38 h 503"/>
                <a:gd name="T2" fmla="*/ 37 w 695"/>
                <a:gd name="T3" fmla="*/ 44 h 503"/>
                <a:gd name="T4" fmla="*/ 31 w 695"/>
                <a:gd name="T5" fmla="*/ 54 h 503"/>
                <a:gd name="T6" fmla="*/ 30 w 695"/>
                <a:gd name="T7" fmla="*/ 70 h 503"/>
                <a:gd name="T8" fmla="*/ 37 w 695"/>
                <a:gd name="T9" fmla="*/ 108 h 503"/>
                <a:gd name="T10" fmla="*/ 39 w 695"/>
                <a:gd name="T11" fmla="*/ 159 h 503"/>
                <a:gd name="T12" fmla="*/ 35 w 695"/>
                <a:gd name="T13" fmla="*/ 214 h 503"/>
                <a:gd name="T14" fmla="*/ 17 w 695"/>
                <a:gd name="T15" fmla="*/ 323 h 503"/>
                <a:gd name="T16" fmla="*/ 4 w 695"/>
                <a:gd name="T17" fmla="*/ 384 h 503"/>
                <a:gd name="T18" fmla="*/ 0 w 695"/>
                <a:gd name="T19" fmla="*/ 414 h 503"/>
                <a:gd name="T20" fmla="*/ 6 w 695"/>
                <a:gd name="T21" fmla="*/ 438 h 503"/>
                <a:gd name="T22" fmla="*/ 17 w 695"/>
                <a:gd name="T23" fmla="*/ 455 h 503"/>
                <a:gd name="T24" fmla="*/ 32 w 695"/>
                <a:gd name="T25" fmla="*/ 470 h 503"/>
                <a:gd name="T26" fmla="*/ 74 w 695"/>
                <a:gd name="T27" fmla="*/ 494 h 503"/>
                <a:gd name="T28" fmla="*/ 114 w 695"/>
                <a:gd name="T29" fmla="*/ 503 h 503"/>
                <a:gd name="T30" fmla="*/ 134 w 695"/>
                <a:gd name="T31" fmla="*/ 500 h 503"/>
                <a:gd name="T32" fmla="*/ 152 w 695"/>
                <a:gd name="T33" fmla="*/ 486 h 503"/>
                <a:gd name="T34" fmla="*/ 171 w 695"/>
                <a:gd name="T35" fmla="*/ 441 h 503"/>
                <a:gd name="T36" fmla="*/ 212 w 695"/>
                <a:gd name="T37" fmla="*/ 349 h 503"/>
                <a:gd name="T38" fmla="*/ 241 w 695"/>
                <a:gd name="T39" fmla="*/ 301 h 503"/>
                <a:gd name="T40" fmla="*/ 278 w 695"/>
                <a:gd name="T41" fmla="*/ 253 h 503"/>
                <a:gd name="T42" fmla="*/ 322 w 695"/>
                <a:gd name="T43" fmla="*/ 208 h 503"/>
                <a:gd name="T44" fmla="*/ 374 w 695"/>
                <a:gd name="T45" fmla="*/ 167 h 503"/>
                <a:gd name="T46" fmla="*/ 435 w 695"/>
                <a:gd name="T47" fmla="*/ 131 h 503"/>
                <a:gd name="T48" fmla="*/ 505 w 695"/>
                <a:gd name="T49" fmla="*/ 102 h 503"/>
                <a:gd name="T50" fmla="*/ 585 w 695"/>
                <a:gd name="T51" fmla="*/ 82 h 503"/>
                <a:gd name="T52" fmla="*/ 677 w 695"/>
                <a:gd name="T53" fmla="*/ 72 h 503"/>
                <a:gd name="T54" fmla="*/ 686 w 695"/>
                <a:gd name="T55" fmla="*/ 69 h 503"/>
                <a:gd name="T56" fmla="*/ 692 w 695"/>
                <a:gd name="T57" fmla="*/ 62 h 503"/>
                <a:gd name="T58" fmla="*/ 695 w 695"/>
                <a:gd name="T59" fmla="*/ 51 h 503"/>
                <a:gd name="T60" fmla="*/ 690 w 695"/>
                <a:gd name="T61" fmla="*/ 34 h 503"/>
                <a:gd name="T62" fmla="*/ 674 w 695"/>
                <a:gd name="T63" fmla="*/ 18 h 503"/>
                <a:gd name="T64" fmla="*/ 648 w 695"/>
                <a:gd name="T65" fmla="*/ 8 h 503"/>
                <a:gd name="T66" fmla="*/ 604 w 695"/>
                <a:gd name="T67" fmla="*/ 1 h 503"/>
                <a:gd name="T68" fmla="*/ 536 w 695"/>
                <a:gd name="T69" fmla="*/ 2 h 503"/>
                <a:gd name="T70" fmla="*/ 469 w 695"/>
                <a:gd name="T71" fmla="*/ 13 h 503"/>
                <a:gd name="T72" fmla="*/ 397 w 695"/>
                <a:gd name="T73" fmla="*/ 33 h 503"/>
                <a:gd name="T74" fmla="*/ 328 w 695"/>
                <a:gd name="T75" fmla="*/ 60 h 503"/>
                <a:gd name="T76" fmla="*/ 262 w 695"/>
                <a:gd name="T77" fmla="*/ 94 h 503"/>
                <a:gd name="T78" fmla="*/ 214 w 695"/>
                <a:gd name="T79" fmla="*/ 124 h 503"/>
                <a:gd name="T80" fmla="*/ 200 w 695"/>
                <a:gd name="T81" fmla="*/ 101 h 503"/>
                <a:gd name="T82" fmla="*/ 160 w 695"/>
                <a:gd name="T83" fmla="*/ 66 h 503"/>
                <a:gd name="T84" fmla="*/ 124 w 695"/>
                <a:gd name="T85" fmla="*/ 46 h 503"/>
                <a:gd name="T86" fmla="*/ 96 w 695"/>
                <a:gd name="T87" fmla="*/ 38 h 503"/>
                <a:gd name="T88" fmla="*/ 71 w 695"/>
                <a:gd name="T89" fmla="*/ 35 h 5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695" h="503">
                  <a:moveTo>
                    <a:pt x="71" y="35"/>
                  </a:moveTo>
                  <a:lnTo>
                    <a:pt x="61" y="36"/>
                  </a:lnTo>
                  <a:lnTo>
                    <a:pt x="50" y="38"/>
                  </a:lnTo>
                  <a:lnTo>
                    <a:pt x="45" y="39"/>
                  </a:lnTo>
                  <a:lnTo>
                    <a:pt x="41" y="42"/>
                  </a:lnTo>
                  <a:lnTo>
                    <a:pt x="37" y="44"/>
                  </a:lnTo>
                  <a:lnTo>
                    <a:pt x="34" y="48"/>
                  </a:lnTo>
                  <a:lnTo>
                    <a:pt x="32" y="51"/>
                  </a:lnTo>
                  <a:lnTo>
                    <a:pt x="31" y="54"/>
                  </a:lnTo>
                  <a:lnTo>
                    <a:pt x="30" y="58"/>
                  </a:lnTo>
                  <a:lnTo>
                    <a:pt x="29" y="61"/>
                  </a:lnTo>
                  <a:lnTo>
                    <a:pt x="30" y="70"/>
                  </a:lnTo>
                  <a:lnTo>
                    <a:pt x="32" y="81"/>
                  </a:lnTo>
                  <a:lnTo>
                    <a:pt x="35" y="94"/>
                  </a:lnTo>
                  <a:lnTo>
                    <a:pt x="37" y="108"/>
                  </a:lnTo>
                  <a:lnTo>
                    <a:pt x="39" y="125"/>
                  </a:lnTo>
                  <a:lnTo>
                    <a:pt x="39" y="141"/>
                  </a:lnTo>
                  <a:lnTo>
                    <a:pt x="39" y="159"/>
                  </a:lnTo>
                  <a:lnTo>
                    <a:pt x="38" y="177"/>
                  </a:lnTo>
                  <a:lnTo>
                    <a:pt x="37" y="195"/>
                  </a:lnTo>
                  <a:lnTo>
                    <a:pt x="35" y="214"/>
                  </a:lnTo>
                  <a:lnTo>
                    <a:pt x="29" y="252"/>
                  </a:lnTo>
                  <a:lnTo>
                    <a:pt x="23" y="288"/>
                  </a:lnTo>
                  <a:lnTo>
                    <a:pt x="17" y="323"/>
                  </a:lnTo>
                  <a:lnTo>
                    <a:pt x="10" y="353"/>
                  </a:lnTo>
                  <a:lnTo>
                    <a:pt x="7" y="370"/>
                  </a:lnTo>
                  <a:lnTo>
                    <a:pt x="4" y="384"/>
                  </a:lnTo>
                  <a:lnTo>
                    <a:pt x="1" y="395"/>
                  </a:lnTo>
                  <a:lnTo>
                    <a:pt x="0" y="405"/>
                  </a:lnTo>
                  <a:lnTo>
                    <a:pt x="0" y="414"/>
                  </a:lnTo>
                  <a:lnTo>
                    <a:pt x="1" y="424"/>
                  </a:lnTo>
                  <a:lnTo>
                    <a:pt x="4" y="431"/>
                  </a:lnTo>
                  <a:lnTo>
                    <a:pt x="6" y="438"/>
                  </a:lnTo>
                  <a:lnTo>
                    <a:pt x="9" y="444"/>
                  </a:lnTo>
                  <a:lnTo>
                    <a:pt x="13" y="450"/>
                  </a:lnTo>
                  <a:lnTo>
                    <a:pt x="17" y="455"/>
                  </a:lnTo>
                  <a:lnTo>
                    <a:pt x="22" y="460"/>
                  </a:lnTo>
                  <a:lnTo>
                    <a:pt x="27" y="464"/>
                  </a:lnTo>
                  <a:lnTo>
                    <a:pt x="32" y="470"/>
                  </a:lnTo>
                  <a:lnTo>
                    <a:pt x="45" y="478"/>
                  </a:lnTo>
                  <a:lnTo>
                    <a:pt x="60" y="486"/>
                  </a:lnTo>
                  <a:lnTo>
                    <a:pt x="74" y="494"/>
                  </a:lnTo>
                  <a:lnTo>
                    <a:pt x="87" y="499"/>
                  </a:lnTo>
                  <a:lnTo>
                    <a:pt x="101" y="502"/>
                  </a:lnTo>
                  <a:lnTo>
                    <a:pt x="114" y="503"/>
                  </a:lnTo>
                  <a:lnTo>
                    <a:pt x="121" y="503"/>
                  </a:lnTo>
                  <a:lnTo>
                    <a:pt x="127" y="502"/>
                  </a:lnTo>
                  <a:lnTo>
                    <a:pt x="134" y="500"/>
                  </a:lnTo>
                  <a:lnTo>
                    <a:pt x="140" y="496"/>
                  </a:lnTo>
                  <a:lnTo>
                    <a:pt x="146" y="492"/>
                  </a:lnTo>
                  <a:lnTo>
                    <a:pt x="152" y="486"/>
                  </a:lnTo>
                  <a:lnTo>
                    <a:pt x="158" y="478"/>
                  </a:lnTo>
                  <a:lnTo>
                    <a:pt x="161" y="469"/>
                  </a:lnTo>
                  <a:lnTo>
                    <a:pt x="171" y="441"/>
                  </a:lnTo>
                  <a:lnTo>
                    <a:pt x="182" y="411"/>
                  </a:lnTo>
                  <a:lnTo>
                    <a:pt x="195" y="381"/>
                  </a:lnTo>
                  <a:lnTo>
                    <a:pt x="212" y="349"/>
                  </a:lnTo>
                  <a:lnTo>
                    <a:pt x="221" y="333"/>
                  </a:lnTo>
                  <a:lnTo>
                    <a:pt x="231" y="316"/>
                  </a:lnTo>
                  <a:lnTo>
                    <a:pt x="241" y="301"/>
                  </a:lnTo>
                  <a:lnTo>
                    <a:pt x="253" y="285"/>
                  </a:lnTo>
                  <a:lnTo>
                    <a:pt x="265" y="270"/>
                  </a:lnTo>
                  <a:lnTo>
                    <a:pt x="278" y="253"/>
                  </a:lnTo>
                  <a:lnTo>
                    <a:pt x="292" y="238"/>
                  </a:lnTo>
                  <a:lnTo>
                    <a:pt x="306" y="223"/>
                  </a:lnTo>
                  <a:lnTo>
                    <a:pt x="322" y="208"/>
                  </a:lnTo>
                  <a:lnTo>
                    <a:pt x="338" y="194"/>
                  </a:lnTo>
                  <a:lnTo>
                    <a:pt x="355" y="181"/>
                  </a:lnTo>
                  <a:lnTo>
                    <a:pt x="374" y="167"/>
                  </a:lnTo>
                  <a:lnTo>
                    <a:pt x="393" y="154"/>
                  </a:lnTo>
                  <a:lnTo>
                    <a:pt x="414" y="142"/>
                  </a:lnTo>
                  <a:lnTo>
                    <a:pt x="435" y="131"/>
                  </a:lnTo>
                  <a:lnTo>
                    <a:pt x="457" y="120"/>
                  </a:lnTo>
                  <a:lnTo>
                    <a:pt x="480" y="111"/>
                  </a:lnTo>
                  <a:lnTo>
                    <a:pt x="505" y="102"/>
                  </a:lnTo>
                  <a:lnTo>
                    <a:pt x="531" y="94"/>
                  </a:lnTo>
                  <a:lnTo>
                    <a:pt x="557" y="88"/>
                  </a:lnTo>
                  <a:lnTo>
                    <a:pt x="585" y="82"/>
                  </a:lnTo>
                  <a:lnTo>
                    <a:pt x="614" y="78"/>
                  </a:lnTo>
                  <a:lnTo>
                    <a:pt x="645" y="75"/>
                  </a:lnTo>
                  <a:lnTo>
                    <a:pt x="677" y="72"/>
                  </a:lnTo>
                  <a:lnTo>
                    <a:pt x="680" y="72"/>
                  </a:lnTo>
                  <a:lnTo>
                    <a:pt x="683" y="70"/>
                  </a:lnTo>
                  <a:lnTo>
                    <a:pt x="686" y="69"/>
                  </a:lnTo>
                  <a:lnTo>
                    <a:pt x="688" y="67"/>
                  </a:lnTo>
                  <a:lnTo>
                    <a:pt x="691" y="65"/>
                  </a:lnTo>
                  <a:lnTo>
                    <a:pt x="692" y="62"/>
                  </a:lnTo>
                  <a:lnTo>
                    <a:pt x="694" y="59"/>
                  </a:lnTo>
                  <a:lnTo>
                    <a:pt x="694" y="56"/>
                  </a:lnTo>
                  <a:lnTo>
                    <a:pt x="695" y="51"/>
                  </a:lnTo>
                  <a:lnTo>
                    <a:pt x="694" y="45"/>
                  </a:lnTo>
                  <a:lnTo>
                    <a:pt x="693" y="40"/>
                  </a:lnTo>
                  <a:lnTo>
                    <a:pt x="690" y="34"/>
                  </a:lnTo>
                  <a:lnTo>
                    <a:pt x="686" y="29"/>
                  </a:lnTo>
                  <a:lnTo>
                    <a:pt x="681" y="24"/>
                  </a:lnTo>
                  <a:lnTo>
                    <a:pt x="674" y="18"/>
                  </a:lnTo>
                  <a:lnTo>
                    <a:pt x="667" y="14"/>
                  </a:lnTo>
                  <a:lnTo>
                    <a:pt x="657" y="11"/>
                  </a:lnTo>
                  <a:lnTo>
                    <a:pt x="648" y="8"/>
                  </a:lnTo>
                  <a:lnTo>
                    <a:pt x="638" y="6"/>
                  </a:lnTo>
                  <a:lnTo>
                    <a:pt x="628" y="4"/>
                  </a:lnTo>
                  <a:lnTo>
                    <a:pt x="604" y="1"/>
                  </a:lnTo>
                  <a:lnTo>
                    <a:pt x="579" y="0"/>
                  </a:lnTo>
                  <a:lnTo>
                    <a:pt x="558" y="0"/>
                  </a:lnTo>
                  <a:lnTo>
                    <a:pt x="536" y="2"/>
                  </a:lnTo>
                  <a:lnTo>
                    <a:pt x="515" y="5"/>
                  </a:lnTo>
                  <a:lnTo>
                    <a:pt x="491" y="8"/>
                  </a:lnTo>
                  <a:lnTo>
                    <a:pt x="469" y="13"/>
                  </a:lnTo>
                  <a:lnTo>
                    <a:pt x="445" y="19"/>
                  </a:lnTo>
                  <a:lnTo>
                    <a:pt x="422" y="26"/>
                  </a:lnTo>
                  <a:lnTo>
                    <a:pt x="397" y="33"/>
                  </a:lnTo>
                  <a:lnTo>
                    <a:pt x="374" y="41"/>
                  </a:lnTo>
                  <a:lnTo>
                    <a:pt x="350" y="50"/>
                  </a:lnTo>
                  <a:lnTo>
                    <a:pt x="328" y="60"/>
                  </a:lnTo>
                  <a:lnTo>
                    <a:pt x="305" y="70"/>
                  </a:lnTo>
                  <a:lnTo>
                    <a:pt x="283" y="82"/>
                  </a:lnTo>
                  <a:lnTo>
                    <a:pt x="262" y="94"/>
                  </a:lnTo>
                  <a:lnTo>
                    <a:pt x="240" y="106"/>
                  </a:lnTo>
                  <a:lnTo>
                    <a:pt x="221" y="119"/>
                  </a:lnTo>
                  <a:lnTo>
                    <a:pt x="214" y="124"/>
                  </a:lnTo>
                  <a:lnTo>
                    <a:pt x="212" y="116"/>
                  </a:lnTo>
                  <a:lnTo>
                    <a:pt x="209" y="110"/>
                  </a:lnTo>
                  <a:lnTo>
                    <a:pt x="200" y="101"/>
                  </a:lnTo>
                  <a:lnTo>
                    <a:pt x="190" y="91"/>
                  </a:lnTo>
                  <a:lnTo>
                    <a:pt x="176" y="79"/>
                  </a:lnTo>
                  <a:lnTo>
                    <a:pt x="160" y="66"/>
                  </a:lnTo>
                  <a:lnTo>
                    <a:pt x="142" y="55"/>
                  </a:lnTo>
                  <a:lnTo>
                    <a:pt x="133" y="50"/>
                  </a:lnTo>
                  <a:lnTo>
                    <a:pt x="124" y="46"/>
                  </a:lnTo>
                  <a:lnTo>
                    <a:pt x="114" y="42"/>
                  </a:lnTo>
                  <a:lnTo>
                    <a:pt x="104" y="40"/>
                  </a:lnTo>
                  <a:lnTo>
                    <a:pt x="96" y="38"/>
                  </a:lnTo>
                  <a:lnTo>
                    <a:pt x="87" y="36"/>
                  </a:lnTo>
                  <a:lnTo>
                    <a:pt x="79" y="36"/>
                  </a:lnTo>
                  <a:lnTo>
                    <a:pt x="71" y="3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39" name="Freeform 40"/>
            <p:cNvSpPr>
              <a:spLocks/>
            </p:cNvSpPr>
            <p:nvPr userDrawn="1"/>
          </p:nvSpPr>
          <p:spPr bwMode="gray">
            <a:xfrm>
              <a:off x="6388" y="599"/>
              <a:ext cx="74" cy="49"/>
            </a:xfrm>
            <a:custGeom>
              <a:avLst/>
              <a:gdLst>
                <a:gd name="T0" fmla="*/ 144 w 883"/>
                <a:gd name="T1" fmla="*/ 3 h 595"/>
                <a:gd name="T2" fmla="*/ 125 w 883"/>
                <a:gd name="T3" fmla="*/ 13 h 595"/>
                <a:gd name="T4" fmla="*/ 100 w 883"/>
                <a:gd name="T5" fmla="*/ 49 h 595"/>
                <a:gd name="T6" fmla="*/ 55 w 883"/>
                <a:gd name="T7" fmla="*/ 183 h 595"/>
                <a:gd name="T8" fmla="*/ 10 w 883"/>
                <a:gd name="T9" fmla="*/ 382 h 595"/>
                <a:gd name="T10" fmla="*/ 0 w 883"/>
                <a:gd name="T11" fmla="*/ 465 h 595"/>
                <a:gd name="T12" fmla="*/ 7 w 883"/>
                <a:gd name="T13" fmla="*/ 503 h 595"/>
                <a:gd name="T14" fmla="*/ 25 w 883"/>
                <a:gd name="T15" fmla="*/ 532 h 595"/>
                <a:gd name="T16" fmla="*/ 77 w 883"/>
                <a:gd name="T17" fmla="*/ 571 h 595"/>
                <a:gd name="T18" fmla="*/ 122 w 883"/>
                <a:gd name="T19" fmla="*/ 590 h 595"/>
                <a:gd name="T20" fmla="*/ 164 w 883"/>
                <a:gd name="T21" fmla="*/ 595 h 595"/>
                <a:gd name="T22" fmla="*/ 201 w 883"/>
                <a:gd name="T23" fmla="*/ 585 h 595"/>
                <a:gd name="T24" fmla="*/ 234 w 883"/>
                <a:gd name="T25" fmla="*/ 555 h 595"/>
                <a:gd name="T26" fmla="*/ 295 w 883"/>
                <a:gd name="T27" fmla="*/ 487 h 595"/>
                <a:gd name="T28" fmla="*/ 404 w 883"/>
                <a:gd name="T29" fmla="*/ 369 h 595"/>
                <a:gd name="T30" fmla="*/ 491 w 883"/>
                <a:gd name="T31" fmla="*/ 296 h 595"/>
                <a:gd name="T32" fmla="*/ 514 w 883"/>
                <a:gd name="T33" fmla="*/ 299 h 595"/>
                <a:gd name="T34" fmla="*/ 534 w 883"/>
                <a:gd name="T35" fmla="*/ 336 h 595"/>
                <a:gd name="T36" fmla="*/ 568 w 883"/>
                <a:gd name="T37" fmla="*/ 405 h 595"/>
                <a:gd name="T38" fmla="*/ 605 w 883"/>
                <a:gd name="T39" fmla="*/ 459 h 595"/>
                <a:gd name="T40" fmla="*/ 644 w 883"/>
                <a:gd name="T41" fmla="*/ 500 h 595"/>
                <a:gd name="T42" fmla="*/ 693 w 883"/>
                <a:gd name="T43" fmla="*/ 535 h 595"/>
                <a:gd name="T44" fmla="*/ 767 w 883"/>
                <a:gd name="T45" fmla="*/ 561 h 595"/>
                <a:gd name="T46" fmla="*/ 828 w 883"/>
                <a:gd name="T47" fmla="*/ 565 h 595"/>
                <a:gd name="T48" fmla="*/ 868 w 883"/>
                <a:gd name="T49" fmla="*/ 555 h 595"/>
                <a:gd name="T50" fmla="*/ 883 w 883"/>
                <a:gd name="T51" fmla="*/ 533 h 595"/>
                <a:gd name="T52" fmla="*/ 880 w 883"/>
                <a:gd name="T53" fmla="*/ 518 h 595"/>
                <a:gd name="T54" fmla="*/ 868 w 883"/>
                <a:gd name="T55" fmla="*/ 512 h 595"/>
                <a:gd name="T56" fmla="*/ 840 w 883"/>
                <a:gd name="T57" fmla="*/ 510 h 595"/>
                <a:gd name="T58" fmla="*/ 808 w 883"/>
                <a:gd name="T59" fmla="*/ 501 h 595"/>
                <a:gd name="T60" fmla="*/ 781 w 883"/>
                <a:gd name="T61" fmla="*/ 483 h 595"/>
                <a:gd name="T62" fmla="*/ 751 w 883"/>
                <a:gd name="T63" fmla="*/ 440 h 595"/>
                <a:gd name="T64" fmla="*/ 722 w 883"/>
                <a:gd name="T65" fmla="*/ 358 h 595"/>
                <a:gd name="T66" fmla="*/ 694 w 883"/>
                <a:gd name="T67" fmla="*/ 231 h 595"/>
                <a:gd name="T68" fmla="*/ 679 w 883"/>
                <a:gd name="T69" fmla="*/ 197 h 595"/>
                <a:gd name="T70" fmla="*/ 655 w 883"/>
                <a:gd name="T71" fmla="*/ 168 h 595"/>
                <a:gd name="T72" fmla="*/ 622 w 883"/>
                <a:gd name="T73" fmla="*/ 145 h 595"/>
                <a:gd name="T74" fmla="*/ 580 w 883"/>
                <a:gd name="T75" fmla="*/ 127 h 595"/>
                <a:gd name="T76" fmla="*/ 537 w 883"/>
                <a:gd name="T77" fmla="*/ 122 h 595"/>
                <a:gd name="T78" fmla="*/ 494 w 883"/>
                <a:gd name="T79" fmla="*/ 140 h 595"/>
                <a:gd name="T80" fmla="*/ 409 w 883"/>
                <a:gd name="T81" fmla="*/ 209 h 595"/>
                <a:gd name="T82" fmla="*/ 308 w 883"/>
                <a:gd name="T83" fmla="*/ 309 h 595"/>
                <a:gd name="T84" fmla="*/ 207 w 883"/>
                <a:gd name="T85" fmla="*/ 410 h 595"/>
                <a:gd name="T86" fmla="*/ 179 w 883"/>
                <a:gd name="T87" fmla="*/ 427 h 595"/>
                <a:gd name="T88" fmla="*/ 201 w 883"/>
                <a:gd name="T89" fmla="*/ 322 h 595"/>
                <a:gd name="T90" fmla="*/ 255 w 883"/>
                <a:gd name="T91" fmla="*/ 149 h 595"/>
                <a:gd name="T92" fmla="*/ 277 w 883"/>
                <a:gd name="T93" fmla="*/ 89 h 595"/>
                <a:gd name="T94" fmla="*/ 276 w 883"/>
                <a:gd name="T95" fmla="*/ 67 h 595"/>
                <a:gd name="T96" fmla="*/ 261 w 883"/>
                <a:gd name="T97" fmla="*/ 42 h 595"/>
                <a:gd name="T98" fmla="*/ 226 w 883"/>
                <a:gd name="T99" fmla="*/ 18 h 595"/>
                <a:gd name="T100" fmla="*/ 174 w 883"/>
                <a:gd name="T101" fmla="*/ 1 h 5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83" h="595">
                  <a:moveTo>
                    <a:pt x="162" y="0"/>
                  </a:moveTo>
                  <a:lnTo>
                    <a:pt x="156" y="0"/>
                  </a:lnTo>
                  <a:lnTo>
                    <a:pt x="150" y="1"/>
                  </a:lnTo>
                  <a:lnTo>
                    <a:pt x="144" y="3"/>
                  </a:lnTo>
                  <a:lnTo>
                    <a:pt x="139" y="4"/>
                  </a:lnTo>
                  <a:lnTo>
                    <a:pt x="134" y="7"/>
                  </a:lnTo>
                  <a:lnTo>
                    <a:pt x="129" y="10"/>
                  </a:lnTo>
                  <a:lnTo>
                    <a:pt x="125" y="13"/>
                  </a:lnTo>
                  <a:lnTo>
                    <a:pt x="121" y="17"/>
                  </a:lnTo>
                  <a:lnTo>
                    <a:pt x="113" y="26"/>
                  </a:lnTo>
                  <a:lnTo>
                    <a:pt x="106" y="37"/>
                  </a:lnTo>
                  <a:lnTo>
                    <a:pt x="100" y="49"/>
                  </a:lnTo>
                  <a:lnTo>
                    <a:pt x="94" y="63"/>
                  </a:lnTo>
                  <a:lnTo>
                    <a:pt x="82" y="97"/>
                  </a:lnTo>
                  <a:lnTo>
                    <a:pt x="68" y="137"/>
                  </a:lnTo>
                  <a:lnTo>
                    <a:pt x="55" y="183"/>
                  </a:lnTo>
                  <a:lnTo>
                    <a:pt x="43" y="232"/>
                  </a:lnTo>
                  <a:lnTo>
                    <a:pt x="31" y="282"/>
                  </a:lnTo>
                  <a:lnTo>
                    <a:pt x="19" y="333"/>
                  </a:lnTo>
                  <a:lnTo>
                    <a:pt x="10" y="382"/>
                  </a:lnTo>
                  <a:lnTo>
                    <a:pt x="3" y="429"/>
                  </a:lnTo>
                  <a:lnTo>
                    <a:pt x="1" y="442"/>
                  </a:lnTo>
                  <a:lnTo>
                    <a:pt x="0" y="454"/>
                  </a:lnTo>
                  <a:lnTo>
                    <a:pt x="0" y="465"/>
                  </a:lnTo>
                  <a:lnTo>
                    <a:pt x="1" y="477"/>
                  </a:lnTo>
                  <a:lnTo>
                    <a:pt x="2" y="486"/>
                  </a:lnTo>
                  <a:lnTo>
                    <a:pt x="4" y="495"/>
                  </a:lnTo>
                  <a:lnTo>
                    <a:pt x="7" y="503"/>
                  </a:lnTo>
                  <a:lnTo>
                    <a:pt x="10" y="511"/>
                  </a:lnTo>
                  <a:lnTo>
                    <a:pt x="14" y="518"/>
                  </a:lnTo>
                  <a:lnTo>
                    <a:pt x="19" y="526"/>
                  </a:lnTo>
                  <a:lnTo>
                    <a:pt x="25" y="532"/>
                  </a:lnTo>
                  <a:lnTo>
                    <a:pt x="32" y="539"/>
                  </a:lnTo>
                  <a:lnTo>
                    <a:pt x="47" y="551"/>
                  </a:lnTo>
                  <a:lnTo>
                    <a:pt x="65" y="564"/>
                  </a:lnTo>
                  <a:lnTo>
                    <a:pt x="77" y="571"/>
                  </a:lnTo>
                  <a:lnTo>
                    <a:pt x="89" y="577"/>
                  </a:lnTo>
                  <a:lnTo>
                    <a:pt x="100" y="582"/>
                  </a:lnTo>
                  <a:lnTo>
                    <a:pt x="111" y="587"/>
                  </a:lnTo>
                  <a:lnTo>
                    <a:pt x="122" y="590"/>
                  </a:lnTo>
                  <a:lnTo>
                    <a:pt x="133" y="592"/>
                  </a:lnTo>
                  <a:lnTo>
                    <a:pt x="144" y="594"/>
                  </a:lnTo>
                  <a:lnTo>
                    <a:pt x="154" y="595"/>
                  </a:lnTo>
                  <a:lnTo>
                    <a:pt x="164" y="595"/>
                  </a:lnTo>
                  <a:lnTo>
                    <a:pt x="174" y="593"/>
                  </a:lnTo>
                  <a:lnTo>
                    <a:pt x="184" y="591"/>
                  </a:lnTo>
                  <a:lnTo>
                    <a:pt x="192" y="589"/>
                  </a:lnTo>
                  <a:lnTo>
                    <a:pt x="201" y="585"/>
                  </a:lnTo>
                  <a:lnTo>
                    <a:pt x="208" y="580"/>
                  </a:lnTo>
                  <a:lnTo>
                    <a:pt x="216" y="575"/>
                  </a:lnTo>
                  <a:lnTo>
                    <a:pt x="222" y="567"/>
                  </a:lnTo>
                  <a:lnTo>
                    <a:pt x="234" y="555"/>
                  </a:lnTo>
                  <a:lnTo>
                    <a:pt x="245" y="542"/>
                  </a:lnTo>
                  <a:lnTo>
                    <a:pt x="257" y="530"/>
                  </a:lnTo>
                  <a:lnTo>
                    <a:pt x="268" y="516"/>
                  </a:lnTo>
                  <a:lnTo>
                    <a:pt x="295" y="487"/>
                  </a:lnTo>
                  <a:lnTo>
                    <a:pt x="321" y="456"/>
                  </a:lnTo>
                  <a:lnTo>
                    <a:pt x="349" y="427"/>
                  </a:lnTo>
                  <a:lnTo>
                    <a:pt x="376" y="397"/>
                  </a:lnTo>
                  <a:lnTo>
                    <a:pt x="404" y="369"/>
                  </a:lnTo>
                  <a:lnTo>
                    <a:pt x="431" y="343"/>
                  </a:lnTo>
                  <a:lnTo>
                    <a:pt x="458" y="320"/>
                  </a:lnTo>
                  <a:lnTo>
                    <a:pt x="484" y="300"/>
                  </a:lnTo>
                  <a:lnTo>
                    <a:pt x="491" y="296"/>
                  </a:lnTo>
                  <a:lnTo>
                    <a:pt x="497" y="295"/>
                  </a:lnTo>
                  <a:lnTo>
                    <a:pt x="503" y="295"/>
                  </a:lnTo>
                  <a:lnTo>
                    <a:pt x="509" y="296"/>
                  </a:lnTo>
                  <a:lnTo>
                    <a:pt x="514" y="299"/>
                  </a:lnTo>
                  <a:lnTo>
                    <a:pt x="519" y="303"/>
                  </a:lnTo>
                  <a:lnTo>
                    <a:pt x="523" y="309"/>
                  </a:lnTo>
                  <a:lnTo>
                    <a:pt x="527" y="316"/>
                  </a:lnTo>
                  <a:lnTo>
                    <a:pt x="534" y="336"/>
                  </a:lnTo>
                  <a:lnTo>
                    <a:pt x="543" y="355"/>
                  </a:lnTo>
                  <a:lnTo>
                    <a:pt x="551" y="372"/>
                  </a:lnTo>
                  <a:lnTo>
                    <a:pt x="560" y="390"/>
                  </a:lnTo>
                  <a:lnTo>
                    <a:pt x="568" y="405"/>
                  </a:lnTo>
                  <a:lnTo>
                    <a:pt x="577" y="420"/>
                  </a:lnTo>
                  <a:lnTo>
                    <a:pt x="586" y="434"/>
                  </a:lnTo>
                  <a:lnTo>
                    <a:pt x="596" y="447"/>
                  </a:lnTo>
                  <a:lnTo>
                    <a:pt x="605" y="459"/>
                  </a:lnTo>
                  <a:lnTo>
                    <a:pt x="615" y="470"/>
                  </a:lnTo>
                  <a:lnTo>
                    <a:pt x="624" y="481"/>
                  </a:lnTo>
                  <a:lnTo>
                    <a:pt x="634" y="491"/>
                  </a:lnTo>
                  <a:lnTo>
                    <a:pt x="644" y="500"/>
                  </a:lnTo>
                  <a:lnTo>
                    <a:pt x="654" y="508"/>
                  </a:lnTo>
                  <a:lnTo>
                    <a:pt x="663" y="515"/>
                  </a:lnTo>
                  <a:lnTo>
                    <a:pt x="673" y="523"/>
                  </a:lnTo>
                  <a:lnTo>
                    <a:pt x="693" y="535"/>
                  </a:lnTo>
                  <a:lnTo>
                    <a:pt x="712" y="545"/>
                  </a:lnTo>
                  <a:lnTo>
                    <a:pt x="731" y="552"/>
                  </a:lnTo>
                  <a:lnTo>
                    <a:pt x="749" y="558"/>
                  </a:lnTo>
                  <a:lnTo>
                    <a:pt x="767" y="561"/>
                  </a:lnTo>
                  <a:lnTo>
                    <a:pt x="783" y="564"/>
                  </a:lnTo>
                  <a:lnTo>
                    <a:pt x="799" y="565"/>
                  </a:lnTo>
                  <a:lnTo>
                    <a:pt x="813" y="566"/>
                  </a:lnTo>
                  <a:lnTo>
                    <a:pt x="828" y="565"/>
                  </a:lnTo>
                  <a:lnTo>
                    <a:pt x="843" y="564"/>
                  </a:lnTo>
                  <a:lnTo>
                    <a:pt x="853" y="562"/>
                  </a:lnTo>
                  <a:lnTo>
                    <a:pt x="861" y="559"/>
                  </a:lnTo>
                  <a:lnTo>
                    <a:pt x="868" y="555"/>
                  </a:lnTo>
                  <a:lnTo>
                    <a:pt x="874" y="550"/>
                  </a:lnTo>
                  <a:lnTo>
                    <a:pt x="878" y="545"/>
                  </a:lnTo>
                  <a:lnTo>
                    <a:pt x="881" y="539"/>
                  </a:lnTo>
                  <a:lnTo>
                    <a:pt x="883" y="533"/>
                  </a:lnTo>
                  <a:lnTo>
                    <a:pt x="883" y="528"/>
                  </a:lnTo>
                  <a:lnTo>
                    <a:pt x="883" y="524"/>
                  </a:lnTo>
                  <a:lnTo>
                    <a:pt x="882" y="520"/>
                  </a:lnTo>
                  <a:lnTo>
                    <a:pt x="880" y="518"/>
                  </a:lnTo>
                  <a:lnTo>
                    <a:pt x="878" y="515"/>
                  </a:lnTo>
                  <a:lnTo>
                    <a:pt x="875" y="514"/>
                  </a:lnTo>
                  <a:lnTo>
                    <a:pt x="872" y="512"/>
                  </a:lnTo>
                  <a:lnTo>
                    <a:pt x="868" y="512"/>
                  </a:lnTo>
                  <a:lnTo>
                    <a:pt x="864" y="511"/>
                  </a:lnTo>
                  <a:lnTo>
                    <a:pt x="860" y="511"/>
                  </a:lnTo>
                  <a:lnTo>
                    <a:pt x="851" y="511"/>
                  </a:lnTo>
                  <a:lnTo>
                    <a:pt x="840" y="510"/>
                  </a:lnTo>
                  <a:lnTo>
                    <a:pt x="832" y="509"/>
                  </a:lnTo>
                  <a:lnTo>
                    <a:pt x="823" y="507"/>
                  </a:lnTo>
                  <a:lnTo>
                    <a:pt x="815" y="504"/>
                  </a:lnTo>
                  <a:lnTo>
                    <a:pt x="808" y="501"/>
                  </a:lnTo>
                  <a:lnTo>
                    <a:pt x="801" y="497"/>
                  </a:lnTo>
                  <a:lnTo>
                    <a:pt x="794" y="493"/>
                  </a:lnTo>
                  <a:lnTo>
                    <a:pt x="787" y="488"/>
                  </a:lnTo>
                  <a:lnTo>
                    <a:pt x="781" y="483"/>
                  </a:lnTo>
                  <a:lnTo>
                    <a:pt x="775" y="477"/>
                  </a:lnTo>
                  <a:lnTo>
                    <a:pt x="770" y="469"/>
                  </a:lnTo>
                  <a:lnTo>
                    <a:pt x="760" y="455"/>
                  </a:lnTo>
                  <a:lnTo>
                    <a:pt x="751" y="440"/>
                  </a:lnTo>
                  <a:lnTo>
                    <a:pt x="743" y="421"/>
                  </a:lnTo>
                  <a:lnTo>
                    <a:pt x="735" y="402"/>
                  </a:lnTo>
                  <a:lnTo>
                    <a:pt x="728" y="381"/>
                  </a:lnTo>
                  <a:lnTo>
                    <a:pt x="722" y="358"/>
                  </a:lnTo>
                  <a:lnTo>
                    <a:pt x="711" y="309"/>
                  </a:lnTo>
                  <a:lnTo>
                    <a:pt x="700" y="255"/>
                  </a:lnTo>
                  <a:lnTo>
                    <a:pt x="697" y="240"/>
                  </a:lnTo>
                  <a:lnTo>
                    <a:pt x="694" y="231"/>
                  </a:lnTo>
                  <a:lnTo>
                    <a:pt x="692" y="222"/>
                  </a:lnTo>
                  <a:lnTo>
                    <a:pt x="687" y="213"/>
                  </a:lnTo>
                  <a:lnTo>
                    <a:pt x="683" y="205"/>
                  </a:lnTo>
                  <a:lnTo>
                    <a:pt x="679" y="197"/>
                  </a:lnTo>
                  <a:lnTo>
                    <a:pt x="674" y="189"/>
                  </a:lnTo>
                  <a:lnTo>
                    <a:pt x="668" y="182"/>
                  </a:lnTo>
                  <a:lnTo>
                    <a:pt x="662" y="174"/>
                  </a:lnTo>
                  <a:lnTo>
                    <a:pt x="655" y="168"/>
                  </a:lnTo>
                  <a:lnTo>
                    <a:pt x="648" y="161"/>
                  </a:lnTo>
                  <a:lnTo>
                    <a:pt x="639" y="155"/>
                  </a:lnTo>
                  <a:lnTo>
                    <a:pt x="631" y="150"/>
                  </a:lnTo>
                  <a:lnTo>
                    <a:pt x="622" y="145"/>
                  </a:lnTo>
                  <a:lnTo>
                    <a:pt x="613" y="140"/>
                  </a:lnTo>
                  <a:lnTo>
                    <a:pt x="603" y="135"/>
                  </a:lnTo>
                  <a:lnTo>
                    <a:pt x="592" y="131"/>
                  </a:lnTo>
                  <a:lnTo>
                    <a:pt x="580" y="127"/>
                  </a:lnTo>
                  <a:lnTo>
                    <a:pt x="569" y="124"/>
                  </a:lnTo>
                  <a:lnTo>
                    <a:pt x="559" y="122"/>
                  </a:lnTo>
                  <a:lnTo>
                    <a:pt x="549" y="121"/>
                  </a:lnTo>
                  <a:lnTo>
                    <a:pt x="537" y="122"/>
                  </a:lnTo>
                  <a:lnTo>
                    <a:pt x="527" y="124"/>
                  </a:lnTo>
                  <a:lnTo>
                    <a:pt x="518" y="128"/>
                  </a:lnTo>
                  <a:lnTo>
                    <a:pt x="510" y="131"/>
                  </a:lnTo>
                  <a:lnTo>
                    <a:pt x="494" y="140"/>
                  </a:lnTo>
                  <a:lnTo>
                    <a:pt x="478" y="150"/>
                  </a:lnTo>
                  <a:lnTo>
                    <a:pt x="457" y="167"/>
                  </a:lnTo>
                  <a:lnTo>
                    <a:pt x="433" y="187"/>
                  </a:lnTo>
                  <a:lnTo>
                    <a:pt x="409" y="209"/>
                  </a:lnTo>
                  <a:lnTo>
                    <a:pt x="383" y="233"/>
                  </a:lnTo>
                  <a:lnTo>
                    <a:pt x="358" y="258"/>
                  </a:lnTo>
                  <a:lnTo>
                    <a:pt x="332" y="284"/>
                  </a:lnTo>
                  <a:lnTo>
                    <a:pt x="308" y="309"/>
                  </a:lnTo>
                  <a:lnTo>
                    <a:pt x="284" y="334"/>
                  </a:lnTo>
                  <a:lnTo>
                    <a:pt x="246" y="372"/>
                  </a:lnTo>
                  <a:lnTo>
                    <a:pt x="218" y="400"/>
                  </a:lnTo>
                  <a:lnTo>
                    <a:pt x="207" y="410"/>
                  </a:lnTo>
                  <a:lnTo>
                    <a:pt x="199" y="417"/>
                  </a:lnTo>
                  <a:lnTo>
                    <a:pt x="192" y="423"/>
                  </a:lnTo>
                  <a:lnTo>
                    <a:pt x="188" y="425"/>
                  </a:lnTo>
                  <a:lnTo>
                    <a:pt x="179" y="427"/>
                  </a:lnTo>
                  <a:lnTo>
                    <a:pt x="180" y="417"/>
                  </a:lnTo>
                  <a:lnTo>
                    <a:pt x="185" y="392"/>
                  </a:lnTo>
                  <a:lnTo>
                    <a:pt x="192" y="360"/>
                  </a:lnTo>
                  <a:lnTo>
                    <a:pt x="201" y="322"/>
                  </a:lnTo>
                  <a:lnTo>
                    <a:pt x="211" y="283"/>
                  </a:lnTo>
                  <a:lnTo>
                    <a:pt x="224" y="239"/>
                  </a:lnTo>
                  <a:lnTo>
                    <a:pt x="239" y="194"/>
                  </a:lnTo>
                  <a:lnTo>
                    <a:pt x="255" y="149"/>
                  </a:lnTo>
                  <a:lnTo>
                    <a:pt x="272" y="105"/>
                  </a:lnTo>
                  <a:lnTo>
                    <a:pt x="275" y="100"/>
                  </a:lnTo>
                  <a:lnTo>
                    <a:pt x="276" y="94"/>
                  </a:lnTo>
                  <a:lnTo>
                    <a:pt x="277" y="89"/>
                  </a:lnTo>
                  <a:lnTo>
                    <a:pt x="278" y="84"/>
                  </a:lnTo>
                  <a:lnTo>
                    <a:pt x="278" y="78"/>
                  </a:lnTo>
                  <a:lnTo>
                    <a:pt x="277" y="72"/>
                  </a:lnTo>
                  <a:lnTo>
                    <a:pt x="276" y="67"/>
                  </a:lnTo>
                  <a:lnTo>
                    <a:pt x="274" y="62"/>
                  </a:lnTo>
                  <a:lnTo>
                    <a:pt x="271" y="55"/>
                  </a:lnTo>
                  <a:lnTo>
                    <a:pt x="266" y="48"/>
                  </a:lnTo>
                  <a:lnTo>
                    <a:pt x="261" y="42"/>
                  </a:lnTo>
                  <a:lnTo>
                    <a:pt x="254" y="36"/>
                  </a:lnTo>
                  <a:lnTo>
                    <a:pt x="246" y="30"/>
                  </a:lnTo>
                  <a:lnTo>
                    <a:pt x="237" y="23"/>
                  </a:lnTo>
                  <a:lnTo>
                    <a:pt x="226" y="18"/>
                  </a:lnTo>
                  <a:lnTo>
                    <a:pt x="215" y="13"/>
                  </a:lnTo>
                  <a:lnTo>
                    <a:pt x="201" y="7"/>
                  </a:lnTo>
                  <a:lnTo>
                    <a:pt x="187" y="3"/>
                  </a:lnTo>
                  <a:lnTo>
                    <a:pt x="174" y="1"/>
                  </a:lnTo>
                  <a:lnTo>
                    <a:pt x="16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40" name="Freeform 41"/>
            <p:cNvSpPr>
              <a:spLocks/>
            </p:cNvSpPr>
            <p:nvPr userDrawn="1"/>
          </p:nvSpPr>
          <p:spPr bwMode="gray">
            <a:xfrm>
              <a:off x="6666" y="603"/>
              <a:ext cx="60" cy="44"/>
            </a:xfrm>
            <a:custGeom>
              <a:avLst/>
              <a:gdLst>
                <a:gd name="T0" fmla="*/ 518 w 721"/>
                <a:gd name="T1" fmla="*/ 321 h 522"/>
                <a:gd name="T2" fmla="*/ 536 w 721"/>
                <a:gd name="T3" fmla="*/ 387 h 522"/>
                <a:gd name="T4" fmla="*/ 575 w 721"/>
                <a:gd name="T5" fmla="*/ 455 h 522"/>
                <a:gd name="T6" fmla="*/ 622 w 721"/>
                <a:gd name="T7" fmla="*/ 498 h 522"/>
                <a:gd name="T8" fmla="*/ 664 w 721"/>
                <a:gd name="T9" fmla="*/ 519 h 522"/>
                <a:gd name="T10" fmla="*/ 699 w 721"/>
                <a:gd name="T11" fmla="*/ 522 h 522"/>
                <a:gd name="T12" fmla="*/ 719 w 721"/>
                <a:gd name="T13" fmla="*/ 510 h 522"/>
                <a:gd name="T14" fmla="*/ 717 w 721"/>
                <a:gd name="T15" fmla="*/ 488 h 522"/>
                <a:gd name="T16" fmla="*/ 698 w 721"/>
                <a:gd name="T17" fmla="*/ 444 h 522"/>
                <a:gd name="T18" fmla="*/ 682 w 721"/>
                <a:gd name="T19" fmla="*/ 342 h 522"/>
                <a:gd name="T20" fmla="*/ 685 w 721"/>
                <a:gd name="T21" fmla="*/ 242 h 522"/>
                <a:gd name="T22" fmla="*/ 697 w 721"/>
                <a:gd name="T23" fmla="*/ 155 h 522"/>
                <a:gd name="T24" fmla="*/ 699 w 721"/>
                <a:gd name="T25" fmla="*/ 112 h 522"/>
                <a:gd name="T26" fmla="*/ 687 w 721"/>
                <a:gd name="T27" fmla="*/ 82 h 522"/>
                <a:gd name="T28" fmla="*/ 664 w 721"/>
                <a:gd name="T29" fmla="*/ 59 h 522"/>
                <a:gd name="T30" fmla="*/ 622 w 721"/>
                <a:gd name="T31" fmla="*/ 34 h 522"/>
                <a:gd name="T32" fmla="*/ 574 w 721"/>
                <a:gd name="T33" fmla="*/ 25 h 522"/>
                <a:gd name="T34" fmla="*/ 553 w 721"/>
                <a:gd name="T35" fmla="*/ 38 h 522"/>
                <a:gd name="T36" fmla="*/ 510 w 721"/>
                <a:gd name="T37" fmla="*/ 116 h 522"/>
                <a:gd name="T38" fmla="*/ 432 w 721"/>
                <a:gd name="T39" fmla="*/ 216 h 522"/>
                <a:gd name="T40" fmla="*/ 343 w 721"/>
                <a:gd name="T41" fmla="*/ 300 h 522"/>
                <a:gd name="T42" fmla="*/ 291 w 721"/>
                <a:gd name="T43" fmla="*/ 334 h 522"/>
                <a:gd name="T44" fmla="*/ 254 w 721"/>
                <a:gd name="T45" fmla="*/ 345 h 522"/>
                <a:gd name="T46" fmla="*/ 222 w 721"/>
                <a:gd name="T47" fmla="*/ 342 h 522"/>
                <a:gd name="T48" fmla="*/ 197 w 721"/>
                <a:gd name="T49" fmla="*/ 326 h 522"/>
                <a:gd name="T50" fmla="*/ 183 w 721"/>
                <a:gd name="T51" fmla="*/ 290 h 522"/>
                <a:gd name="T52" fmla="*/ 183 w 721"/>
                <a:gd name="T53" fmla="*/ 242 h 522"/>
                <a:gd name="T54" fmla="*/ 195 w 721"/>
                <a:gd name="T55" fmla="*/ 187 h 522"/>
                <a:gd name="T56" fmla="*/ 225 w 721"/>
                <a:gd name="T57" fmla="*/ 111 h 522"/>
                <a:gd name="T58" fmla="*/ 231 w 721"/>
                <a:gd name="T59" fmla="*/ 83 h 522"/>
                <a:gd name="T60" fmla="*/ 225 w 721"/>
                <a:gd name="T61" fmla="*/ 58 h 522"/>
                <a:gd name="T62" fmla="*/ 205 w 721"/>
                <a:gd name="T63" fmla="*/ 36 h 522"/>
                <a:gd name="T64" fmla="*/ 163 w 721"/>
                <a:gd name="T65" fmla="*/ 12 h 522"/>
                <a:gd name="T66" fmla="*/ 123 w 721"/>
                <a:gd name="T67" fmla="*/ 1 h 522"/>
                <a:gd name="T68" fmla="*/ 91 w 721"/>
                <a:gd name="T69" fmla="*/ 5 h 522"/>
                <a:gd name="T70" fmla="*/ 68 w 721"/>
                <a:gd name="T71" fmla="*/ 26 h 522"/>
                <a:gd name="T72" fmla="*/ 42 w 721"/>
                <a:gd name="T73" fmla="*/ 90 h 522"/>
                <a:gd name="T74" fmla="*/ 9 w 721"/>
                <a:gd name="T75" fmla="*/ 214 h 522"/>
                <a:gd name="T76" fmla="*/ 0 w 721"/>
                <a:gd name="T77" fmla="*/ 279 h 522"/>
                <a:gd name="T78" fmla="*/ 5 w 721"/>
                <a:gd name="T79" fmla="*/ 313 h 522"/>
                <a:gd name="T80" fmla="*/ 34 w 721"/>
                <a:gd name="T81" fmla="*/ 375 h 522"/>
                <a:gd name="T82" fmla="*/ 73 w 721"/>
                <a:gd name="T83" fmla="*/ 418 h 522"/>
                <a:gd name="T84" fmla="*/ 112 w 721"/>
                <a:gd name="T85" fmla="*/ 446 h 522"/>
                <a:gd name="T86" fmla="*/ 155 w 721"/>
                <a:gd name="T87" fmla="*/ 466 h 522"/>
                <a:gd name="T88" fmla="*/ 198 w 721"/>
                <a:gd name="T89" fmla="*/ 475 h 522"/>
                <a:gd name="T90" fmla="*/ 251 w 721"/>
                <a:gd name="T91" fmla="*/ 469 h 522"/>
                <a:gd name="T92" fmla="*/ 316 w 721"/>
                <a:gd name="T93" fmla="*/ 440 h 522"/>
                <a:gd name="T94" fmla="*/ 394 w 721"/>
                <a:gd name="T95" fmla="*/ 388 h 522"/>
                <a:gd name="T96" fmla="*/ 483 w 721"/>
                <a:gd name="T97" fmla="*/ 313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721" h="522">
                  <a:moveTo>
                    <a:pt x="515" y="282"/>
                  </a:moveTo>
                  <a:lnTo>
                    <a:pt x="516" y="294"/>
                  </a:lnTo>
                  <a:lnTo>
                    <a:pt x="516" y="307"/>
                  </a:lnTo>
                  <a:lnTo>
                    <a:pt x="518" y="321"/>
                  </a:lnTo>
                  <a:lnTo>
                    <a:pt x="520" y="332"/>
                  </a:lnTo>
                  <a:lnTo>
                    <a:pt x="522" y="344"/>
                  </a:lnTo>
                  <a:lnTo>
                    <a:pt x="528" y="367"/>
                  </a:lnTo>
                  <a:lnTo>
                    <a:pt x="536" y="387"/>
                  </a:lnTo>
                  <a:lnTo>
                    <a:pt x="544" y="406"/>
                  </a:lnTo>
                  <a:lnTo>
                    <a:pt x="553" y="424"/>
                  </a:lnTo>
                  <a:lnTo>
                    <a:pt x="564" y="440"/>
                  </a:lnTo>
                  <a:lnTo>
                    <a:pt x="575" y="455"/>
                  </a:lnTo>
                  <a:lnTo>
                    <a:pt x="587" y="468"/>
                  </a:lnTo>
                  <a:lnTo>
                    <a:pt x="599" y="480"/>
                  </a:lnTo>
                  <a:lnTo>
                    <a:pt x="610" y="490"/>
                  </a:lnTo>
                  <a:lnTo>
                    <a:pt x="622" y="498"/>
                  </a:lnTo>
                  <a:lnTo>
                    <a:pt x="634" y="505"/>
                  </a:lnTo>
                  <a:lnTo>
                    <a:pt x="645" y="511"/>
                  </a:lnTo>
                  <a:lnTo>
                    <a:pt x="655" y="516"/>
                  </a:lnTo>
                  <a:lnTo>
                    <a:pt x="664" y="519"/>
                  </a:lnTo>
                  <a:lnTo>
                    <a:pt x="673" y="521"/>
                  </a:lnTo>
                  <a:lnTo>
                    <a:pt x="683" y="522"/>
                  </a:lnTo>
                  <a:lnTo>
                    <a:pt x="692" y="522"/>
                  </a:lnTo>
                  <a:lnTo>
                    <a:pt x="699" y="522"/>
                  </a:lnTo>
                  <a:lnTo>
                    <a:pt x="706" y="520"/>
                  </a:lnTo>
                  <a:lnTo>
                    <a:pt x="712" y="518"/>
                  </a:lnTo>
                  <a:lnTo>
                    <a:pt x="716" y="515"/>
                  </a:lnTo>
                  <a:lnTo>
                    <a:pt x="719" y="510"/>
                  </a:lnTo>
                  <a:lnTo>
                    <a:pt x="721" y="505"/>
                  </a:lnTo>
                  <a:lnTo>
                    <a:pt x="721" y="500"/>
                  </a:lnTo>
                  <a:lnTo>
                    <a:pt x="720" y="494"/>
                  </a:lnTo>
                  <a:lnTo>
                    <a:pt x="717" y="488"/>
                  </a:lnTo>
                  <a:lnTo>
                    <a:pt x="711" y="478"/>
                  </a:lnTo>
                  <a:lnTo>
                    <a:pt x="706" y="467"/>
                  </a:lnTo>
                  <a:lnTo>
                    <a:pt x="702" y="455"/>
                  </a:lnTo>
                  <a:lnTo>
                    <a:pt x="698" y="444"/>
                  </a:lnTo>
                  <a:lnTo>
                    <a:pt x="692" y="420"/>
                  </a:lnTo>
                  <a:lnTo>
                    <a:pt x="687" y="394"/>
                  </a:lnTo>
                  <a:lnTo>
                    <a:pt x="684" y="368"/>
                  </a:lnTo>
                  <a:lnTo>
                    <a:pt x="682" y="342"/>
                  </a:lnTo>
                  <a:lnTo>
                    <a:pt x="682" y="315"/>
                  </a:lnTo>
                  <a:lnTo>
                    <a:pt x="682" y="290"/>
                  </a:lnTo>
                  <a:lnTo>
                    <a:pt x="683" y="265"/>
                  </a:lnTo>
                  <a:lnTo>
                    <a:pt x="685" y="242"/>
                  </a:lnTo>
                  <a:lnTo>
                    <a:pt x="687" y="221"/>
                  </a:lnTo>
                  <a:lnTo>
                    <a:pt x="690" y="202"/>
                  </a:lnTo>
                  <a:lnTo>
                    <a:pt x="694" y="172"/>
                  </a:lnTo>
                  <a:lnTo>
                    <a:pt x="697" y="155"/>
                  </a:lnTo>
                  <a:lnTo>
                    <a:pt x="699" y="143"/>
                  </a:lnTo>
                  <a:lnTo>
                    <a:pt x="700" y="132"/>
                  </a:lnTo>
                  <a:lnTo>
                    <a:pt x="700" y="122"/>
                  </a:lnTo>
                  <a:lnTo>
                    <a:pt x="699" y="112"/>
                  </a:lnTo>
                  <a:lnTo>
                    <a:pt x="697" y="103"/>
                  </a:lnTo>
                  <a:lnTo>
                    <a:pt x="695" y="96"/>
                  </a:lnTo>
                  <a:lnTo>
                    <a:pt x="691" y="89"/>
                  </a:lnTo>
                  <a:lnTo>
                    <a:pt x="687" y="82"/>
                  </a:lnTo>
                  <a:lnTo>
                    <a:pt x="682" y="76"/>
                  </a:lnTo>
                  <a:lnTo>
                    <a:pt x="676" y="69"/>
                  </a:lnTo>
                  <a:lnTo>
                    <a:pt x="671" y="64"/>
                  </a:lnTo>
                  <a:lnTo>
                    <a:pt x="664" y="59"/>
                  </a:lnTo>
                  <a:lnTo>
                    <a:pt x="651" y="50"/>
                  </a:lnTo>
                  <a:lnTo>
                    <a:pt x="638" y="42"/>
                  </a:lnTo>
                  <a:lnTo>
                    <a:pt x="636" y="41"/>
                  </a:lnTo>
                  <a:lnTo>
                    <a:pt x="622" y="34"/>
                  </a:lnTo>
                  <a:lnTo>
                    <a:pt x="609" y="29"/>
                  </a:lnTo>
                  <a:lnTo>
                    <a:pt x="596" y="26"/>
                  </a:lnTo>
                  <a:lnTo>
                    <a:pt x="584" y="24"/>
                  </a:lnTo>
                  <a:lnTo>
                    <a:pt x="574" y="25"/>
                  </a:lnTo>
                  <a:lnTo>
                    <a:pt x="565" y="28"/>
                  </a:lnTo>
                  <a:lnTo>
                    <a:pt x="561" y="30"/>
                  </a:lnTo>
                  <a:lnTo>
                    <a:pt x="557" y="34"/>
                  </a:lnTo>
                  <a:lnTo>
                    <a:pt x="553" y="38"/>
                  </a:lnTo>
                  <a:lnTo>
                    <a:pt x="551" y="43"/>
                  </a:lnTo>
                  <a:lnTo>
                    <a:pt x="540" y="66"/>
                  </a:lnTo>
                  <a:lnTo>
                    <a:pt x="526" y="91"/>
                  </a:lnTo>
                  <a:lnTo>
                    <a:pt x="510" y="116"/>
                  </a:lnTo>
                  <a:lnTo>
                    <a:pt x="493" y="142"/>
                  </a:lnTo>
                  <a:lnTo>
                    <a:pt x="473" y="167"/>
                  </a:lnTo>
                  <a:lnTo>
                    <a:pt x="453" y="192"/>
                  </a:lnTo>
                  <a:lnTo>
                    <a:pt x="432" y="216"/>
                  </a:lnTo>
                  <a:lnTo>
                    <a:pt x="409" y="240"/>
                  </a:lnTo>
                  <a:lnTo>
                    <a:pt x="388" y="262"/>
                  </a:lnTo>
                  <a:lnTo>
                    <a:pt x="365" y="282"/>
                  </a:lnTo>
                  <a:lnTo>
                    <a:pt x="343" y="300"/>
                  </a:lnTo>
                  <a:lnTo>
                    <a:pt x="322" y="315"/>
                  </a:lnTo>
                  <a:lnTo>
                    <a:pt x="310" y="323"/>
                  </a:lnTo>
                  <a:lnTo>
                    <a:pt x="300" y="329"/>
                  </a:lnTo>
                  <a:lnTo>
                    <a:pt x="291" y="334"/>
                  </a:lnTo>
                  <a:lnTo>
                    <a:pt x="281" y="338"/>
                  </a:lnTo>
                  <a:lnTo>
                    <a:pt x="272" y="341"/>
                  </a:lnTo>
                  <a:lnTo>
                    <a:pt x="262" y="344"/>
                  </a:lnTo>
                  <a:lnTo>
                    <a:pt x="254" y="345"/>
                  </a:lnTo>
                  <a:lnTo>
                    <a:pt x="246" y="346"/>
                  </a:lnTo>
                  <a:lnTo>
                    <a:pt x="238" y="345"/>
                  </a:lnTo>
                  <a:lnTo>
                    <a:pt x="230" y="344"/>
                  </a:lnTo>
                  <a:lnTo>
                    <a:pt x="222" y="342"/>
                  </a:lnTo>
                  <a:lnTo>
                    <a:pt x="214" y="339"/>
                  </a:lnTo>
                  <a:lnTo>
                    <a:pt x="208" y="336"/>
                  </a:lnTo>
                  <a:lnTo>
                    <a:pt x="202" y="331"/>
                  </a:lnTo>
                  <a:lnTo>
                    <a:pt x="197" y="326"/>
                  </a:lnTo>
                  <a:lnTo>
                    <a:pt x="193" y="320"/>
                  </a:lnTo>
                  <a:lnTo>
                    <a:pt x="188" y="310"/>
                  </a:lnTo>
                  <a:lnTo>
                    <a:pt x="185" y="301"/>
                  </a:lnTo>
                  <a:lnTo>
                    <a:pt x="183" y="290"/>
                  </a:lnTo>
                  <a:lnTo>
                    <a:pt x="181" y="279"/>
                  </a:lnTo>
                  <a:lnTo>
                    <a:pt x="181" y="267"/>
                  </a:lnTo>
                  <a:lnTo>
                    <a:pt x="181" y="255"/>
                  </a:lnTo>
                  <a:lnTo>
                    <a:pt x="183" y="242"/>
                  </a:lnTo>
                  <a:lnTo>
                    <a:pt x="185" y="229"/>
                  </a:lnTo>
                  <a:lnTo>
                    <a:pt x="187" y="214"/>
                  </a:lnTo>
                  <a:lnTo>
                    <a:pt x="191" y="201"/>
                  </a:lnTo>
                  <a:lnTo>
                    <a:pt x="195" y="187"/>
                  </a:lnTo>
                  <a:lnTo>
                    <a:pt x="199" y="174"/>
                  </a:lnTo>
                  <a:lnTo>
                    <a:pt x="209" y="146"/>
                  </a:lnTo>
                  <a:lnTo>
                    <a:pt x="221" y="120"/>
                  </a:lnTo>
                  <a:lnTo>
                    <a:pt x="225" y="111"/>
                  </a:lnTo>
                  <a:lnTo>
                    <a:pt x="227" y="104"/>
                  </a:lnTo>
                  <a:lnTo>
                    <a:pt x="229" y="97"/>
                  </a:lnTo>
                  <a:lnTo>
                    <a:pt x="231" y="90"/>
                  </a:lnTo>
                  <a:lnTo>
                    <a:pt x="231" y="83"/>
                  </a:lnTo>
                  <a:lnTo>
                    <a:pt x="231" y="77"/>
                  </a:lnTo>
                  <a:lnTo>
                    <a:pt x="229" y="71"/>
                  </a:lnTo>
                  <a:lnTo>
                    <a:pt x="228" y="64"/>
                  </a:lnTo>
                  <a:lnTo>
                    <a:pt x="225" y="58"/>
                  </a:lnTo>
                  <a:lnTo>
                    <a:pt x="221" y="52"/>
                  </a:lnTo>
                  <a:lnTo>
                    <a:pt x="216" y="47"/>
                  </a:lnTo>
                  <a:lnTo>
                    <a:pt x="211" y="42"/>
                  </a:lnTo>
                  <a:lnTo>
                    <a:pt x="205" y="36"/>
                  </a:lnTo>
                  <a:lnTo>
                    <a:pt x="198" y="31"/>
                  </a:lnTo>
                  <a:lnTo>
                    <a:pt x="190" y="26"/>
                  </a:lnTo>
                  <a:lnTo>
                    <a:pt x="181" y="20"/>
                  </a:lnTo>
                  <a:lnTo>
                    <a:pt x="163" y="12"/>
                  </a:lnTo>
                  <a:lnTo>
                    <a:pt x="146" y="5"/>
                  </a:lnTo>
                  <a:lnTo>
                    <a:pt x="138" y="3"/>
                  </a:lnTo>
                  <a:lnTo>
                    <a:pt x="130" y="2"/>
                  </a:lnTo>
                  <a:lnTo>
                    <a:pt x="123" y="1"/>
                  </a:lnTo>
                  <a:lnTo>
                    <a:pt x="115" y="0"/>
                  </a:lnTo>
                  <a:lnTo>
                    <a:pt x="106" y="1"/>
                  </a:lnTo>
                  <a:lnTo>
                    <a:pt x="98" y="2"/>
                  </a:lnTo>
                  <a:lnTo>
                    <a:pt x="91" y="5"/>
                  </a:lnTo>
                  <a:lnTo>
                    <a:pt x="84" y="8"/>
                  </a:lnTo>
                  <a:lnTo>
                    <a:pt x="78" y="13"/>
                  </a:lnTo>
                  <a:lnTo>
                    <a:pt x="73" y="18"/>
                  </a:lnTo>
                  <a:lnTo>
                    <a:pt x="68" y="26"/>
                  </a:lnTo>
                  <a:lnTo>
                    <a:pt x="63" y="33"/>
                  </a:lnTo>
                  <a:lnTo>
                    <a:pt x="57" y="48"/>
                  </a:lnTo>
                  <a:lnTo>
                    <a:pt x="50" y="66"/>
                  </a:lnTo>
                  <a:lnTo>
                    <a:pt x="42" y="90"/>
                  </a:lnTo>
                  <a:lnTo>
                    <a:pt x="34" y="116"/>
                  </a:lnTo>
                  <a:lnTo>
                    <a:pt x="25" y="146"/>
                  </a:lnTo>
                  <a:lnTo>
                    <a:pt x="17" y="179"/>
                  </a:lnTo>
                  <a:lnTo>
                    <a:pt x="9" y="214"/>
                  </a:lnTo>
                  <a:lnTo>
                    <a:pt x="2" y="252"/>
                  </a:lnTo>
                  <a:lnTo>
                    <a:pt x="1" y="260"/>
                  </a:lnTo>
                  <a:lnTo>
                    <a:pt x="0" y="270"/>
                  </a:lnTo>
                  <a:lnTo>
                    <a:pt x="0" y="279"/>
                  </a:lnTo>
                  <a:lnTo>
                    <a:pt x="1" y="287"/>
                  </a:lnTo>
                  <a:lnTo>
                    <a:pt x="2" y="296"/>
                  </a:lnTo>
                  <a:lnTo>
                    <a:pt x="3" y="305"/>
                  </a:lnTo>
                  <a:lnTo>
                    <a:pt x="5" y="313"/>
                  </a:lnTo>
                  <a:lnTo>
                    <a:pt x="8" y="323"/>
                  </a:lnTo>
                  <a:lnTo>
                    <a:pt x="14" y="340"/>
                  </a:lnTo>
                  <a:lnTo>
                    <a:pt x="24" y="357"/>
                  </a:lnTo>
                  <a:lnTo>
                    <a:pt x="34" y="375"/>
                  </a:lnTo>
                  <a:lnTo>
                    <a:pt x="46" y="391"/>
                  </a:lnTo>
                  <a:lnTo>
                    <a:pt x="55" y="400"/>
                  </a:lnTo>
                  <a:lnTo>
                    <a:pt x="63" y="408"/>
                  </a:lnTo>
                  <a:lnTo>
                    <a:pt x="73" y="418"/>
                  </a:lnTo>
                  <a:lnTo>
                    <a:pt x="83" y="425"/>
                  </a:lnTo>
                  <a:lnTo>
                    <a:pt x="92" y="433"/>
                  </a:lnTo>
                  <a:lnTo>
                    <a:pt x="102" y="440"/>
                  </a:lnTo>
                  <a:lnTo>
                    <a:pt x="112" y="446"/>
                  </a:lnTo>
                  <a:lnTo>
                    <a:pt x="124" y="452"/>
                  </a:lnTo>
                  <a:lnTo>
                    <a:pt x="134" y="457"/>
                  </a:lnTo>
                  <a:lnTo>
                    <a:pt x="145" y="461"/>
                  </a:lnTo>
                  <a:lnTo>
                    <a:pt x="155" y="466"/>
                  </a:lnTo>
                  <a:lnTo>
                    <a:pt x="166" y="469"/>
                  </a:lnTo>
                  <a:lnTo>
                    <a:pt x="177" y="472"/>
                  </a:lnTo>
                  <a:lnTo>
                    <a:pt x="188" y="474"/>
                  </a:lnTo>
                  <a:lnTo>
                    <a:pt x="198" y="475"/>
                  </a:lnTo>
                  <a:lnTo>
                    <a:pt x="208" y="475"/>
                  </a:lnTo>
                  <a:lnTo>
                    <a:pt x="222" y="475"/>
                  </a:lnTo>
                  <a:lnTo>
                    <a:pt x="236" y="473"/>
                  </a:lnTo>
                  <a:lnTo>
                    <a:pt x="251" y="469"/>
                  </a:lnTo>
                  <a:lnTo>
                    <a:pt x="266" y="463"/>
                  </a:lnTo>
                  <a:lnTo>
                    <a:pt x="283" y="457"/>
                  </a:lnTo>
                  <a:lnTo>
                    <a:pt x="299" y="449"/>
                  </a:lnTo>
                  <a:lnTo>
                    <a:pt x="316" y="440"/>
                  </a:lnTo>
                  <a:lnTo>
                    <a:pt x="335" y="430"/>
                  </a:lnTo>
                  <a:lnTo>
                    <a:pt x="354" y="418"/>
                  </a:lnTo>
                  <a:lnTo>
                    <a:pt x="374" y="403"/>
                  </a:lnTo>
                  <a:lnTo>
                    <a:pt x="394" y="388"/>
                  </a:lnTo>
                  <a:lnTo>
                    <a:pt x="414" y="372"/>
                  </a:lnTo>
                  <a:lnTo>
                    <a:pt x="437" y="353"/>
                  </a:lnTo>
                  <a:lnTo>
                    <a:pt x="459" y="334"/>
                  </a:lnTo>
                  <a:lnTo>
                    <a:pt x="483" y="313"/>
                  </a:lnTo>
                  <a:lnTo>
                    <a:pt x="506" y="291"/>
                  </a:lnTo>
                  <a:lnTo>
                    <a:pt x="515" y="28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41" name="Freeform 42"/>
            <p:cNvSpPr>
              <a:spLocks/>
            </p:cNvSpPr>
            <p:nvPr userDrawn="1"/>
          </p:nvSpPr>
          <p:spPr bwMode="gray">
            <a:xfrm>
              <a:off x="6739" y="604"/>
              <a:ext cx="18" cy="42"/>
            </a:xfrm>
            <a:custGeom>
              <a:avLst/>
              <a:gdLst>
                <a:gd name="T0" fmla="*/ 85 w 214"/>
                <a:gd name="T1" fmla="*/ 0 h 504"/>
                <a:gd name="T2" fmla="*/ 74 w 214"/>
                <a:gd name="T3" fmla="*/ 2 h 504"/>
                <a:gd name="T4" fmla="*/ 65 w 214"/>
                <a:gd name="T5" fmla="*/ 6 h 504"/>
                <a:gd name="T6" fmla="*/ 56 w 214"/>
                <a:gd name="T7" fmla="*/ 13 h 504"/>
                <a:gd name="T8" fmla="*/ 44 w 214"/>
                <a:gd name="T9" fmla="*/ 29 h 504"/>
                <a:gd name="T10" fmla="*/ 31 w 214"/>
                <a:gd name="T11" fmla="*/ 57 h 504"/>
                <a:gd name="T12" fmla="*/ 19 w 214"/>
                <a:gd name="T13" fmla="*/ 102 h 504"/>
                <a:gd name="T14" fmla="*/ 9 w 214"/>
                <a:gd name="T15" fmla="*/ 155 h 504"/>
                <a:gd name="T16" fmla="*/ 2 w 214"/>
                <a:gd name="T17" fmla="*/ 206 h 504"/>
                <a:gd name="T18" fmla="*/ 0 w 214"/>
                <a:gd name="T19" fmla="*/ 254 h 504"/>
                <a:gd name="T20" fmla="*/ 2 w 214"/>
                <a:gd name="T21" fmla="*/ 299 h 504"/>
                <a:gd name="T22" fmla="*/ 9 w 214"/>
                <a:gd name="T23" fmla="*/ 341 h 504"/>
                <a:gd name="T24" fmla="*/ 19 w 214"/>
                <a:gd name="T25" fmla="*/ 380 h 504"/>
                <a:gd name="T26" fmla="*/ 33 w 214"/>
                <a:gd name="T27" fmla="*/ 413 h 504"/>
                <a:gd name="T28" fmla="*/ 51 w 214"/>
                <a:gd name="T29" fmla="*/ 443 h 504"/>
                <a:gd name="T30" fmla="*/ 74 w 214"/>
                <a:gd name="T31" fmla="*/ 468 h 504"/>
                <a:gd name="T32" fmla="*/ 100 w 214"/>
                <a:gd name="T33" fmla="*/ 486 h 504"/>
                <a:gd name="T34" fmla="*/ 130 w 214"/>
                <a:gd name="T35" fmla="*/ 498 h 504"/>
                <a:gd name="T36" fmla="*/ 154 w 214"/>
                <a:gd name="T37" fmla="*/ 504 h 504"/>
                <a:gd name="T38" fmla="*/ 171 w 214"/>
                <a:gd name="T39" fmla="*/ 504 h 504"/>
                <a:gd name="T40" fmla="*/ 184 w 214"/>
                <a:gd name="T41" fmla="*/ 502 h 504"/>
                <a:gd name="T42" fmla="*/ 194 w 214"/>
                <a:gd name="T43" fmla="*/ 497 h 504"/>
                <a:gd name="T44" fmla="*/ 199 w 214"/>
                <a:gd name="T45" fmla="*/ 488 h 504"/>
                <a:gd name="T46" fmla="*/ 199 w 214"/>
                <a:gd name="T47" fmla="*/ 479 h 504"/>
                <a:gd name="T48" fmla="*/ 191 w 214"/>
                <a:gd name="T49" fmla="*/ 459 h 504"/>
                <a:gd name="T50" fmla="*/ 180 w 214"/>
                <a:gd name="T51" fmla="*/ 424 h 504"/>
                <a:gd name="T52" fmla="*/ 172 w 214"/>
                <a:gd name="T53" fmla="*/ 384 h 504"/>
                <a:gd name="T54" fmla="*/ 167 w 214"/>
                <a:gd name="T55" fmla="*/ 341 h 504"/>
                <a:gd name="T56" fmla="*/ 167 w 214"/>
                <a:gd name="T57" fmla="*/ 295 h 504"/>
                <a:gd name="T58" fmla="*/ 170 w 214"/>
                <a:gd name="T59" fmla="*/ 249 h 504"/>
                <a:gd name="T60" fmla="*/ 179 w 214"/>
                <a:gd name="T61" fmla="*/ 202 h 504"/>
                <a:gd name="T62" fmla="*/ 192 w 214"/>
                <a:gd name="T63" fmla="*/ 157 h 504"/>
                <a:gd name="T64" fmla="*/ 205 w 214"/>
                <a:gd name="T65" fmla="*/ 125 h 504"/>
                <a:gd name="T66" fmla="*/ 212 w 214"/>
                <a:gd name="T67" fmla="*/ 104 h 504"/>
                <a:gd name="T68" fmla="*/ 214 w 214"/>
                <a:gd name="T69" fmla="*/ 87 h 504"/>
                <a:gd name="T70" fmla="*/ 212 w 214"/>
                <a:gd name="T71" fmla="*/ 72 h 504"/>
                <a:gd name="T72" fmla="*/ 206 w 214"/>
                <a:gd name="T73" fmla="*/ 57 h 504"/>
                <a:gd name="T74" fmla="*/ 196 w 214"/>
                <a:gd name="T75" fmla="*/ 45 h 504"/>
                <a:gd name="T76" fmla="*/ 183 w 214"/>
                <a:gd name="T77" fmla="*/ 34 h 504"/>
                <a:gd name="T78" fmla="*/ 165 w 214"/>
                <a:gd name="T79" fmla="*/ 23 h 504"/>
                <a:gd name="T80" fmla="*/ 136 w 214"/>
                <a:gd name="T81" fmla="*/ 9 h 504"/>
                <a:gd name="T82" fmla="*/ 104 w 214"/>
                <a:gd name="T83" fmla="*/ 1 h 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14" h="504">
                  <a:moveTo>
                    <a:pt x="91" y="0"/>
                  </a:moveTo>
                  <a:lnTo>
                    <a:pt x="85" y="0"/>
                  </a:lnTo>
                  <a:lnTo>
                    <a:pt x="80" y="1"/>
                  </a:lnTo>
                  <a:lnTo>
                    <a:pt x="74" y="2"/>
                  </a:lnTo>
                  <a:lnTo>
                    <a:pt x="69" y="4"/>
                  </a:lnTo>
                  <a:lnTo>
                    <a:pt x="65" y="6"/>
                  </a:lnTo>
                  <a:lnTo>
                    <a:pt x="60" y="9"/>
                  </a:lnTo>
                  <a:lnTo>
                    <a:pt x="56" y="13"/>
                  </a:lnTo>
                  <a:lnTo>
                    <a:pt x="51" y="17"/>
                  </a:lnTo>
                  <a:lnTo>
                    <a:pt x="44" y="29"/>
                  </a:lnTo>
                  <a:lnTo>
                    <a:pt x="37" y="41"/>
                  </a:lnTo>
                  <a:lnTo>
                    <a:pt x="31" y="57"/>
                  </a:lnTo>
                  <a:lnTo>
                    <a:pt x="26" y="76"/>
                  </a:lnTo>
                  <a:lnTo>
                    <a:pt x="19" y="102"/>
                  </a:lnTo>
                  <a:lnTo>
                    <a:pt x="13" y="130"/>
                  </a:lnTo>
                  <a:lnTo>
                    <a:pt x="9" y="155"/>
                  </a:lnTo>
                  <a:lnTo>
                    <a:pt x="5" y="181"/>
                  </a:lnTo>
                  <a:lnTo>
                    <a:pt x="2" y="206"/>
                  </a:lnTo>
                  <a:lnTo>
                    <a:pt x="0" y="231"/>
                  </a:lnTo>
                  <a:lnTo>
                    <a:pt x="0" y="254"/>
                  </a:lnTo>
                  <a:lnTo>
                    <a:pt x="0" y="278"/>
                  </a:lnTo>
                  <a:lnTo>
                    <a:pt x="2" y="299"/>
                  </a:lnTo>
                  <a:lnTo>
                    <a:pt x="5" y="321"/>
                  </a:lnTo>
                  <a:lnTo>
                    <a:pt x="9" y="341"/>
                  </a:lnTo>
                  <a:lnTo>
                    <a:pt x="14" y="360"/>
                  </a:lnTo>
                  <a:lnTo>
                    <a:pt x="19" y="380"/>
                  </a:lnTo>
                  <a:lnTo>
                    <a:pt x="26" y="397"/>
                  </a:lnTo>
                  <a:lnTo>
                    <a:pt x="33" y="413"/>
                  </a:lnTo>
                  <a:lnTo>
                    <a:pt x="42" y="429"/>
                  </a:lnTo>
                  <a:lnTo>
                    <a:pt x="51" y="443"/>
                  </a:lnTo>
                  <a:lnTo>
                    <a:pt x="63" y="456"/>
                  </a:lnTo>
                  <a:lnTo>
                    <a:pt x="74" y="468"/>
                  </a:lnTo>
                  <a:lnTo>
                    <a:pt x="87" y="478"/>
                  </a:lnTo>
                  <a:lnTo>
                    <a:pt x="100" y="486"/>
                  </a:lnTo>
                  <a:lnTo>
                    <a:pt x="115" y="493"/>
                  </a:lnTo>
                  <a:lnTo>
                    <a:pt x="130" y="498"/>
                  </a:lnTo>
                  <a:lnTo>
                    <a:pt x="145" y="502"/>
                  </a:lnTo>
                  <a:lnTo>
                    <a:pt x="154" y="504"/>
                  </a:lnTo>
                  <a:lnTo>
                    <a:pt x="164" y="504"/>
                  </a:lnTo>
                  <a:lnTo>
                    <a:pt x="171" y="504"/>
                  </a:lnTo>
                  <a:lnTo>
                    <a:pt x="178" y="503"/>
                  </a:lnTo>
                  <a:lnTo>
                    <a:pt x="184" y="502"/>
                  </a:lnTo>
                  <a:lnTo>
                    <a:pt x="190" y="500"/>
                  </a:lnTo>
                  <a:lnTo>
                    <a:pt x="194" y="497"/>
                  </a:lnTo>
                  <a:lnTo>
                    <a:pt x="197" y="493"/>
                  </a:lnTo>
                  <a:lnTo>
                    <a:pt x="199" y="488"/>
                  </a:lnTo>
                  <a:lnTo>
                    <a:pt x="199" y="484"/>
                  </a:lnTo>
                  <a:lnTo>
                    <a:pt x="199" y="479"/>
                  </a:lnTo>
                  <a:lnTo>
                    <a:pt x="197" y="475"/>
                  </a:lnTo>
                  <a:lnTo>
                    <a:pt x="191" y="459"/>
                  </a:lnTo>
                  <a:lnTo>
                    <a:pt x="185" y="442"/>
                  </a:lnTo>
                  <a:lnTo>
                    <a:pt x="180" y="424"/>
                  </a:lnTo>
                  <a:lnTo>
                    <a:pt x="175" y="404"/>
                  </a:lnTo>
                  <a:lnTo>
                    <a:pt x="172" y="384"/>
                  </a:lnTo>
                  <a:lnTo>
                    <a:pt x="169" y="362"/>
                  </a:lnTo>
                  <a:lnTo>
                    <a:pt x="167" y="341"/>
                  </a:lnTo>
                  <a:lnTo>
                    <a:pt x="167" y="319"/>
                  </a:lnTo>
                  <a:lnTo>
                    <a:pt x="167" y="295"/>
                  </a:lnTo>
                  <a:lnTo>
                    <a:pt x="168" y="273"/>
                  </a:lnTo>
                  <a:lnTo>
                    <a:pt x="170" y="249"/>
                  </a:lnTo>
                  <a:lnTo>
                    <a:pt x="174" y="226"/>
                  </a:lnTo>
                  <a:lnTo>
                    <a:pt x="179" y="202"/>
                  </a:lnTo>
                  <a:lnTo>
                    <a:pt x="185" y="180"/>
                  </a:lnTo>
                  <a:lnTo>
                    <a:pt x="192" y="157"/>
                  </a:lnTo>
                  <a:lnTo>
                    <a:pt x="200" y="135"/>
                  </a:lnTo>
                  <a:lnTo>
                    <a:pt x="205" y="125"/>
                  </a:lnTo>
                  <a:lnTo>
                    <a:pt x="209" y="114"/>
                  </a:lnTo>
                  <a:lnTo>
                    <a:pt x="212" y="104"/>
                  </a:lnTo>
                  <a:lnTo>
                    <a:pt x="213" y="96"/>
                  </a:lnTo>
                  <a:lnTo>
                    <a:pt x="214" y="87"/>
                  </a:lnTo>
                  <a:lnTo>
                    <a:pt x="214" y="79"/>
                  </a:lnTo>
                  <a:lnTo>
                    <a:pt x="212" y="72"/>
                  </a:lnTo>
                  <a:lnTo>
                    <a:pt x="210" y="64"/>
                  </a:lnTo>
                  <a:lnTo>
                    <a:pt x="206" y="57"/>
                  </a:lnTo>
                  <a:lnTo>
                    <a:pt x="202" y="51"/>
                  </a:lnTo>
                  <a:lnTo>
                    <a:pt x="196" y="45"/>
                  </a:lnTo>
                  <a:lnTo>
                    <a:pt x="190" y="39"/>
                  </a:lnTo>
                  <a:lnTo>
                    <a:pt x="183" y="34"/>
                  </a:lnTo>
                  <a:lnTo>
                    <a:pt x="175" y="28"/>
                  </a:lnTo>
                  <a:lnTo>
                    <a:pt x="165" y="23"/>
                  </a:lnTo>
                  <a:lnTo>
                    <a:pt x="154" y="17"/>
                  </a:lnTo>
                  <a:lnTo>
                    <a:pt x="136" y="9"/>
                  </a:lnTo>
                  <a:lnTo>
                    <a:pt x="119" y="4"/>
                  </a:lnTo>
                  <a:lnTo>
                    <a:pt x="104" y="1"/>
                  </a:lnTo>
                  <a:lnTo>
                    <a:pt x="9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42" name="Freeform 43"/>
            <p:cNvSpPr>
              <a:spLocks/>
            </p:cNvSpPr>
            <p:nvPr userDrawn="1"/>
          </p:nvSpPr>
          <p:spPr bwMode="gray">
            <a:xfrm>
              <a:off x="6966" y="608"/>
              <a:ext cx="26" cy="41"/>
            </a:xfrm>
            <a:custGeom>
              <a:avLst/>
              <a:gdLst>
                <a:gd name="T0" fmla="*/ 91 w 315"/>
                <a:gd name="T1" fmla="*/ 120 h 486"/>
                <a:gd name="T2" fmla="*/ 110 w 315"/>
                <a:gd name="T3" fmla="*/ 124 h 486"/>
                <a:gd name="T4" fmla="*/ 128 w 315"/>
                <a:gd name="T5" fmla="*/ 132 h 486"/>
                <a:gd name="T6" fmla="*/ 144 w 315"/>
                <a:gd name="T7" fmla="*/ 143 h 486"/>
                <a:gd name="T8" fmla="*/ 160 w 315"/>
                <a:gd name="T9" fmla="*/ 161 h 486"/>
                <a:gd name="T10" fmla="*/ 172 w 315"/>
                <a:gd name="T11" fmla="*/ 183 h 486"/>
                <a:gd name="T12" fmla="*/ 180 w 315"/>
                <a:gd name="T13" fmla="*/ 206 h 486"/>
                <a:gd name="T14" fmla="*/ 183 w 315"/>
                <a:gd name="T15" fmla="*/ 228 h 486"/>
                <a:gd name="T16" fmla="*/ 181 w 315"/>
                <a:gd name="T17" fmla="*/ 251 h 486"/>
                <a:gd name="T18" fmla="*/ 174 w 315"/>
                <a:gd name="T19" fmla="*/ 279 h 486"/>
                <a:gd name="T20" fmla="*/ 161 w 315"/>
                <a:gd name="T21" fmla="*/ 304 h 486"/>
                <a:gd name="T22" fmla="*/ 144 w 315"/>
                <a:gd name="T23" fmla="*/ 327 h 486"/>
                <a:gd name="T24" fmla="*/ 123 w 315"/>
                <a:gd name="T25" fmla="*/ 347 h 486"/>
                <a:gd name="T26" fmla="*/ 100 w 315"/>
                <a:gd name="T27" fmla="*/ 363 h 486"/>
                <a:gd name="T28" fmla="*/ 74 w 315"/>
                <a:gd name="T29" fmla="*/ 374 h 486"/>
                <a:gd name="T30" fmla="*/ 47 w 315"/>
                <a:gd name="T31" fmla="*/ 380 h 486"/>
                <a:gd name="T32" fmla="*/ 0 w 315"/>
                <a:gd name="T33" fmla="*/ 434 h 486"/>
                <a:gd name="T34" fmla="*/ 74 w 315"/>
                <a:gd name="T35" fmla="*/ 486 h 486"/>
                <a:gd name="T36" fmla="*/ 97 w 315"/>
                <a:gd name="T37" fmla="*/ 484 h 486"/>
                <a:gd name="T38" fmla="*/ 129 w 315"/>
                <a:gd name="T39" fmla="*/ 476 h 486"/>
                <a:gd name="T40" fmla="*/ 172 w 315"/>
                <a:gd name="T41" fmla="*/ 460 h 486"/>
                <a:gd name="T42" fmla="*/ 213 w 315"/>
                <a:gd name="T43" fmla="*/ 435 h 486"/>
                <a:gd name="T44" fmla="*/ 250 w 315"/>
                <a:gd name="T45" fmla="*/ 406 h 486"/>
                <a:gd name="T46" fmla="*/ 273 w 315"/>
                <a:gd name="T47" fmla="*/ 379 h 486"/>
                <a:gd name="T48" fmla="*/ 286 w 315"/>
                <a:gd name="T49" fmla="*/ 361 h 486"/>
                <a:gd name="T50" fmla="*/ 297 w 315"/>
                <a:gd name="T51" fmla="*/ 340 h 486"/>
                <a:gd name="T52" fmla="*/ 306 w 315"/>
                <a:gd name="T53" fmla="*/ 320 h 486"/>
                <a:gd name="T54" fmla="*/ 312 w 315"/>
                <a:gd name="T55" fmla="*/ 297 h 486"/>
                <a:gd name="T56" fmla="*/ 315 w 315"/>
                <a:gd name="T57" fmla="*/ 275 h 486"/>
                <a:gd name="T58" fmla="*/ 315 w 315"/>
                <a:gd name="T59" fmla="*/ 249 h 486"/>
                <a:gd name="T60" fmla="*/ 312 w 315"/>
                <a:gd name="T61" fmla="*/ 221 h 486"/>
                <a:gd name="T62" fmla="*/ 306 w 315"/>
                <a:gd name="T63" fmla="*/ 194 h 486"/>
                <a:gd name="T64" fmla="*/ 298 w 315"/>
                <a:gd name="T65" fmla="*/ 169 h 486"/>
                <a:gd name="T66" fmla="*/ 287 w 315"/>
                <a:gd name="T67" fmla="*/ 144 h 486"/>
                <a:gd name="T68" fmla="*/ 274 w 315"/>
                <a:gd name="T69" fmla="*/ 122 h 486"/>
                <a:gd name="T70" fmla="*/ 259 w 315"/>
                <a:gd name="T71" fmla="*/ 101 h 486"/>
                <a:gd name="T72" fmla="*/ 243 w 315"/>
                <a:gd name="T73" fmla="*/ 82 h 486"/>
                <a:gd name="T74" fmla="*/ 224 w 315"/>
                <a:gd name="T75" fmla="*/ 65 h 486"/>
                <a:gd name="T76" fmla="*/ 205 w 315"/>
                <a:gd name="T77" fmla="*/ 49 h 486"/>
                <a:gd name="T78" fmla="*/ 184 w 315"/>
                <a:gd name="T79" fmla="*/ 36 h 486"/>
                <a:gd name="T80" fmla="*/ 163 w 315"/>
                <a:gd name="T81" fmla="*/ 25 h 486"/>
                <a:gd name="T82" fmla="*/ 141 w 315"/>
                <a:gd name="T83" fmla="*/ 15 h 486"/>
                <a:gd name="T84" fmla="*/ 118 w 315"/>
                <a:gd name="T85" fmla="*/ 7 h 486"/>
                <a:gd name="T86" fmla="*/ 95 w 315"/>
                <a:gd name="T87" fmla="*/ 3 h 486"/>
                <a:gd name="T88" fmla="*/ 72 w 315"/>
                <a:gd name="T89" fmla="*/ 0 h 486"/>
                <a:gd name="T90" fmla="*/ 21 w 315"/>
                <a:gd name="T91" fmla="*/ 68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15" h="486">
                  <a:moveTo>
                    <a:pt x="80" y="120"/>
                  </a:moveTo>
                  <a:lnTo>
                    <a:pt x="91" y="120"/>
                  </a:lnTo>
                  <a:lnTo>
                    <a:pt x="101" y="122"/>
                  </a:lnTo>
                  <a:lnTo>
                    <a:pt x="110" y="124"/>
                  </a:lnTo>
                  <a:lnTo>
                    <a:pt x="119" y="128"/>
                  </a:lnTo>
                  <a:lnTo>
                    <a:pt x="128" y="132"/>
                  </a:lnTo>
                  <a:lnTo>
                    <a:pt x="136" y="137"/>
                  </a:lnTo>
                  <a:lnTo>
                    <a:pt x="144" y="143"/>
                  </a:lnTo>
                  <a:lnTo>
                    <a:pt x="151" y="150"/>
                  </a:lnTo>
                  <a:lnTo>
                    <a:pt x="160" y="161"/>
                  </a:lnTo>
                  <a:lnTo>
                    <a:pt x="167" y="172"/>
                  </a:lnTo>
                  <a:lnTo>
                    <a:pt x="172" y="183"/>
                  </a:lnTo>
                  <a:lnTo>
                    <a:pt x="177" y="194"/>
                  </a:lnTo>
                  <a:lnTo>
                    <a:pt x="180" y="206"/>
                  </a:lnTo>
                  <a:lnTo>
                    <a:pt x="182" y="218"/>
                  </a:lnTo>
                  <a:lnTo>
                    <a:pt x="183" y="228"/>
                  </a:lnTo>
                  <a:lnTo>
                    <a:pt x="183" y="237"/>
                  </a:lnTo>
                  <a:lnTo>
                    <a:pt x="181" y="251"/>
                  </a:lnTo>
                  <a:lnTo>
                    <a:pt x="178" y="266"/>
                  </a:lnTo>
                  <a:lnTo>
                    <a:pt x="174" y="279"/>
                  </a:lnTo>
                  <a:lnTo>
                    <a:pt x="168" y="292"/>
                  </a:lnTo>
                  <a:lnTo>
                    <a:pt x="161" y="304"/>
                  </a:lnTo>
                  <a:lnTo>
                    <a:pt x="153" y="317"/>
                  </a:lnTo>
                  <a:lnTo>
                    <a:pt x="144" y="327"/>
                  </a:lnTo>
                  <a:lnTo>
                    <a:pt x="134" y="338"/>
                  </a:lnTo>
                  <a:lnTo>
                    <a:pt x="123" y="347"/>
                  </a:lnTo>
                  <a:lnTo>
                    <a:pt x="112" y="355"/>
                  </a:lnTo>
                  <a:lnTo>
                    <a:pt x="100" y="363"/>
                  </a:lnTo>
                  <a:lnTo>
                    <a:pt x="87" y="369"/>
                  </a:lnTo>
                  <a:lnTo>
                    <a:pt x="74" y="374"/>
                  </a:lnTo>
                  <a:lnTo>
                    <a:pt x="61" y="378"/>
                  </a:lnTo>
                  <a:lnTo>
                    <a:pt x="47" y="380"/>
                  </a:lnTo>
                  <a:lnTo>
                    <a:pt x="33" y="381"/>
                  </a:lnTo>
                  <a:lnTo>
                    <a:pt x="0" y="434"/>
                  </a:lnTo>
                  <a:lnTo>
                    <a:pt x="64" y="486"/>
                  </a:lnTo>
                  <a:lnTo>
                    <a:pt x="74" y="486"/>
                  </a:lnTo>
                  <a:lnTo>
                    <a:pt x="85" y="485"/>
                  </a:lnTo>
                  <a:lnTo>
                    <a:pt x="97" y="484"/>
                  </a:lnTo>
                  <a:lnTo>
                    <a:pt x="107" y="482"/>
                  </a:lnTo>
                  <a:lnTo>
                    <a:pt x="129" y="476"/>
                  </a:lnTo>
                  <a:lnTo>
                    <a:pt x="151" y="469"/>
                  </a:lnTo>
                  <a:lnTo>
                    <a:pt x="172" y="460"/>
                  </a:lnTo>
                  <a:lnTo>
                    <a:pt x="194" y="448"/>
                  </a:lnTo>
                  <a:lnTo>
                    <a:pt x="213" y="435"/>
                  </a:lnTo>
                  <a:lnTo>
                    <a:pt x="232" y="421"/>
                  </a:lnTo>
                  <a:lnTo>
                    <a:pt x="250" y="406"/>
                  </a:lnTo>
                  <a:lnTo>
                    <a:pt x="266" y="388"/>
                  </a:lnTo>
                  <a:lnTo>
                    <a:pt x="273" y="379"/>
                  </a:lnTo>
                  <a:lnTo>
                    <a:pt x="279" y="370"/>
                  </a:lnTo>
                  <a:lnTo>
                    <a:pt x="286" y="361"/>
                  </a:lnTo>
                  <a:lnTo>
                    <a:pt x="291" y="350"/>
                  </a:lnTo>
                  <a:lnTo>
                    <a:pt x="297" y="340"/>
                  </a:lnTo>
                  <a:lnTo>
                    <a:pt x="302" y="330"/>
                  </a:lnTo>
                  <a:lnTo>
                    <a:pt x="306" y="320"/>
                  </a:lnTo>
                  <a:lnTo>
                    <a:pt x="309" y="309"/>
                  </a:lnTo>
                  <a:lnTo>
                    <a:pt x="312" y="297"/>
                  </a:lnTo>
                  <a:lnTo>
                    <a:pt x="314" y="287"/>
                  </a:lnTo>
                  <a:lnTo>
                    <a:pt x="315" y="275"/>
                  </a:lnTo>
                  <a:lnTo>
                    <a:pt x="315" y="264"/>
                  </a:lnTo>
                  <a:lnTo>
                    <a:pt x="315" y="249"/>
                  </a:lnTo>
                  <a:lnTo>
                    <a:pt x="314" y="235"/>
                  </a:lnTo>
                  <a:lnTo>
                    <a:pt x="312" y="221"/>
                  </a:lnTo>
                  <a:lnTo>
                    <a:pt x="309" y="207"/>
                  </a:lnTo>
                  <a:lnTo>
                    <a:pt x="306" y="194"/>
                  </a:lnTo>
                  <a:lnTo>
                    <a:pt x="302" y="181"/>
                  </a:lnTo>
                  <a:lnTo>
                    <a:pt x="298" y="169"/>
                  </a:lnTo>
                  <a:lnTo>
                    <a:pt x="293" y="156"/>
                  </a:lnTo>
                  <a:lnTo>
                    <a:pt x="287" y="144"/>
                  </a:lnTo>
                  <a:lnTo>
                    <a:pt x="280" y="133"/>
                  </a:lnTo>
                  <a:lnTo>
                    <a:pt x="274" y="122"/>
                  </a:lnTo>
                  <a:lnTo>
                    <a:pt x="267" y="112"/>
                  </a:lnTo>
                  <a:lnTo>
                    <a:pt x="259" y="101"/>
                  </a:lnTo>
                  <a:lnTo>
                    <a:pt x="251" y="91"/>
                  </a:lnTo>
                  <a:lnTo>
                    <a:pt x="243" y="82"/>
                  </a:lnTo>
                  <a:lnTo>
                    <a:pt x="233" y="73"/>
                  </a:lnTo>
                  <a:lnTo>
                    <a:pt x="224" y="65"/>
                  </a:lnTo>
                  <a:lnTo>
                    <a:pt x="215" y="56"/>
                  </a:lnTo>
                  <a:lnTo>
                    <a:pt x="205" y="49"/>
                  </a:lnTo>
                  <a:lnTo>
                    <a:pt x="195" y="42"/>
                  </a:lnTo>
                  <a:lnTo>
                    <a:pt x="184" y="36"/>
                  </a:lnTo>
                  <a:lnTo>
                    <a:pt x="174" y="30"/>
                  </a:lnTo>
                  <a:lnTo>
                    <a:pt x="163" y="25"/>
                  </a:lnTo>
                  <a:lnTo>
                    <a:pt x="152" y="20"/>
                  </a:lnTo>
                  <a:lnTo>
                    <a:pt x="141" y="15"/>
                  </a:lnTo>
                  <a:lnTo>
                    <a:pt x="129" y="12"/>
                  </a:lnTo>
                  <a:lnTo>
                    <a:pt x="118" y="7"/>
                  </a:lnTo>
                  <a:lnTo>
                    <a:pt x="107" y="5"/>
                  </a:lnTo>
                  <a:lnTo>
                    <a:pt x="95" y="3"/>
                  </a:lnTo>
                  <a:lnTo>
                    <a:pt x="83" y="1"/>
                  </a:lnTo>
                  <a:lnTo>
                    <a:pt x="72" y="0"/>
                  </a:lnTo>
                  <a:lnTo>
                    <a:pt x="60" y="0"/>
                  </a:lnTo>
                  <a:lnTo>
                    <a:pt x="21" y="68"/>
                  </a:lnTo>
                  <a:lnTo>
                    <a:pt x="80" y="12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43" name="Freeform 44"/>
            <p:cNvSpPr>
              <a:spLocks/>
            </p:cNvSpPr>
            <p:nvPr userDrawn="1"/>
          </p:nvSpPr>
          <p:spPr bwMode="gray">
            <a:xfrm>
              <a:off x="6884" y="562"/>
              <a:ext cx="92" cy="118"/>
            </a:xfrm>
            <a:custGeom>
              <a:avLst/>
              <a:gdLst>
                <a:gd name="T0" fmla="*/ 1007 w 1095"/>
                <a:gd name="T1" fmla="*/ 693 h 1421"/>
                <a:gd name="T2" fmla="*/ 952 w 1095"/>
                <a:gd name="T3" fmla="*/ 735 h 1421"/>
                <a:gd name="T4" fmla="*/ 915 w 1095"/>
                <a:gd name="T5" fmla="*/ 791 h 1421"/>
                <a:gd name="T6" fmla="*/ 906 w 1095"/>
                <a:gd name="T7" fmla="*/ 852 h 1421"/>
                <a:gd name="T8" fmla="*/ 929 w 1095"/>
                <a:gd name="T9" fmla="*/ 906 h 1421"/>
                <a:gd name="T10" fmla="*/ 974 w 1095"/>
                <a:gd name="T11" fmla="*/ 937 h 1421"/>
                <a:gd name="T12" fmla="*/ 1040 w 1095"/>
                <a:gd name="T13" fmla="*/ 1047 h 1421"/>
                <a:gd name="T14" fmla="*/ 955 w 1095"/>
                <a:gd name="T15" fmla="*/ 1038 h 1421"/>
                <a:gd name="T16" fmla="*/ 881 w 1095"/>
                <a:gd name="T17" fmla="*/ 1012 h 1421"/>
                <a:gd name="T18" fmla="*/ 821 w 1095"/>
                <a:gd name="T19" fmla="*/ 976 h 1421"/>
                <a:gd name="T20" fmla="*/ 774 w 1095"/>
                <a:gd name="T21" fmla="*/ 931 h 1421"/>
                <a:gd name="T22" fmla="*/ 741 w 1095"/>
                <a:gd name="T23" fmla="*/ 883 h 1421"/>
                <a:gd name="T24" fmla="*/ 726 w 1095"/>
                <a:gd name="T25" fmla="*/ 835 h 1421"/>
                <a:gd name="T26" fmla="*/ 728 w 1095"/>
                <a:gd name="T27" fmla="*/ 774 h 1421"/>
                <a:gd name="T28" fmla="*/ 749 w 1095"/>
                <a:gd name="T29" fmla="*/ 723 h 1421"/>
                <a:gd name="T30" fmla="*/ 650 w 1095"/>
                <a:gd name="T31" fmla="*/ 723 h 1421"/>
                <a:gd name="T32" fmla="*/ 491 w 1095"/>
                <a:gd name="T33" fmla="*/ 745 h 1421"/>
                <a:gd name="T34" fmla="*/ 462 w 1095"/>
                <a:gd name="T35" fmla="*/ 886 h 1421"/>
                <a:gd name="T36" fmla="*/ 435 w 1095"/>
                <a:gd name="T37" fmla="*/ 1103 h 1421"/>
                <a:gd name="T38" fmla="*/ 427 w 1095"/>
                <a:gd name="T39" fmla="*/ 1291 h 1421"/>
                <a:gd name="T40" fmla="*/ 431 w 1095"/>
                <a:gd name="T41" fmla="*/ 1398 h 1421"/>
                <a:gd name="T42" fmla="*/ 416 w 1095"/>
                <a:gd name="T43" fmla="*/ 1418 h 1421"/>
                <a:gd name="T44" fmla="*/ 378 w 1095"/>
                <a:gd name="T45" fmla="*/ 1418 h 1421"/>
                <a:gd name="T46" fmla="*/ 337 w 1095"/>
                <a:gd name="T47" fmla="*/ 1390 h 1421"/>
                <a:gd name="T48" fmla="*/ 310 w 1095"/>
                <a:gd name="T49" fmla="*/ 1337 h 1421"/>
                <a:gd name="T50" fmla="*/ 293 w 1095"/>
                <a:gd name="T51" fmla="*/ 1256 h 1421"/>
                <a:gd name="T52" fmla="*/ 288 w 1095"/>
                <a:gd name="T53" fmla="*/ 1109 h 1421"/>
                <a:gd name="T54" fmla="*/ 313 w 1095"/>
                <a:gd name="T55" fmla="*/ 843 h 1421"/>
                <a:gd name="T56" fmla="*/ 226 w 1095"/>
                <a:gd name="T57" fmla="*/ 803 h 1421"/>
                <a:gd name="T58" fmla="*/ 161 w 1095"/>
                <a:gd name="T59" fmla="*/ 831 h 1421"/>
                <a:gd name="T60" fmla="*/ 125 w 1095"/>
                <a:gd name="T61" fmla="*/ 840 h 1421"/>
                <a:gd name="T62" fmla="*/ 86 w 1095"/>
                <a:gd name="T63" fmla="*/ 834 h 1421"/>
                <a:gd name="T64" fmla="*/ 24 w 1095"/>
                <a:gd name="T65" fmla="*/ 796 h 1421"/>
                <a:gd name="T66" fmla="*/ 0 w 1095"/>
                <a:gd name="T67" fmla="*/ 762 h 1421"/>
                <a:gd name="T68" fmla="*/ 8 w 1095"/>
                <a:gd name="T69" fmla="*/ 740 h 1421"/>
                <a:gd name="T70" fmla="*/ 62 w 1095"/>
                <a:gd name="T71" fmla="*/ 713 h 1421"/>
                <a:gd name="T72" fmla="*/ 251 w 1095"/>
                <a:gd name="T73" fmla="*/ 663 h 1421"/>
                <a:gd name="T74" fmla="*/ 364 w 1095"/>
                <a:gd name="T75" fmla="*/ 577 h 1421"/>
                <a:gd name="T76" fmla="*/ 431 w 1095"/>
                <a:gd name="T77" fmla="*/ 350 h 1421"/>
                <a:gd name="T78" fmla="*/ 514 w 1095"/>
                <a:gd name="T79" fmla="*/ 162 h 1421"/>
                <a:gd name="T80" fmla="*/ 599 w 1095"/>
                <a:gd name="T81" fmla="*/ 34 h 1421"/>
                <a:gd name="T82" fmla="*/ 669 w 1095"/>
                <a:gd name="T83" fmla="*/ 1 h 1421"/>
                <a:gd name="T84" fmla="*/ 732 w 1095"/>
                <a:gd name="T85" fmla="*/ 7 h 1421"/>
                <a:gd name="T86" fmla="*/ 799 w 1095"/>
                <a:gd name="T87" fmla="*/ 37 h 1421"/>
                <a:gd name="T88" fmla="*/ 852 w 1095"/>
                <a:gd name="T89" fmla="*/ 97 h 1421"/>
                <a:gd name="T90" fmla="*/ 866 w 1095"/>
                <a:gd name="T91" fmla="*/ 159 h 1421"/>
                <a:gd name="T92" fmla="*/ 852 w 1095"/>
                <a:gd name="T93" fmla="*/ 204 h 1421"/>
                <a:gd name="T94" fmla="*/ 824 w 1095"/>
                <a:gd name="T95" fmla="*/ 224 h 1421"/>
                <a:gd name="T96" fmla="*/ 807 w 1095"/>
                <a:gd name="T97" fmla="*/ 220 h 1421"/>
                <a:gd name="T98" fmla="*/ 778 w 1095"/>
                <a:gd name="T99" fmla="*/ 172 h 1421"/>
                <a:gd name="T100" fmla="*/ 731 w 1095"/>
                <a:gd name="T101" fmla="*/ 149 h 1421"/>
                <a:gd name="T102" fmla="*/ 697 w 1095"/>
                <a:gd name="T103" fmla="*/ 160 h 1421"/>
                <a:gd name="T104" fmla="*/ 660 w 1095"/>
                <a:gd name="T105" fmla="*/ 210 h 1421"/>
                <a:gd name="T106" fmla="*/ 601 w 1095"/>
                <a:gd name="T107" fmla="*/ 339 h 1421"/>
                <a:gd name="T108" fmla="*/ 514 w 1095"/>
                <a:gd name="T109" fmla="*/ 627 h 1421"/>
                <a:gd name="T110" fmla="*/ 618 w 1095"/>
                <a:gd name="T111" fmla="*/ 629 h 1421"/>
                <a:gd name="T112" fmla="*/ 798 w 1095"/>
                <a:gd name="T113" fmla="*/ 626 h 1421"/>
                <a:gd name="T114" fmla="*/ 892 w 1095"/>
                <a:gd name="T115" fmla="*/ 627 h 1421"/>
                <a:gd name="T116" fmla="*/ 961 w 1095"/>
                <a:gd name="T117" fmla="*/ 578 h 1421"/>
                <a:gd name="T118" fmla="*/ 1027 w 1095"/>
                <a:gd name="T119" fmla="*/ 561 h 1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095" h="1421">
                  <a:moveTo>
                    <a:pt x="1056" y="681"/>
                  </a:moveTo>
                  <a:lnTo>
                    <a:pt x="1044" y="682"/>
                  </a:lnTo>
                  <a:lnTo>
                    <a:pt x="1032" y="684"/>
                  </a:lnTo>
                  <a:lnTo>
                    <a:pt x="1020" y="688"/>
                  </a:lnTo>
                  <a:lnTo>
                    <a:pt x="1007" y="693"/>
                  </a:lnTo>
                  <a:lnTo>
                    <a:pt x="995" y="699"/>
                  </a:lnTo>
                  <a:lnTo>
                    <a:pt x="984" y="707"/>
                  </a:lnTo>
                  <a:lnTo>
                    <a:pt x="973" y="715"/>
                  </a:lnTo>
                  <a:lnTo>
                    <a:pt x="961" y="725"/>
                  </a:lnTo>
                  <a:lnTo>
                    <a:pt x="952" y="735"/>
                  </a:lnTo>
                  <a:lnTo>
                    <a:pt x="943" y="745"/>
                  </a:lnTo>
                  <a:lnTo>
                    <a:pt x="934" y="756"/>
                  </a:lnTo>
                  <a:lnTo>
                    <a:pt x="927" y="767"/>
                  </a:lnTo>
                  <a:lnTo>
                    <a:pt x="921" y="779"/>
                  </a:lnTo>
                  <a:lnTo>
                    <a:pt x="915" y="791"/>
                  </a:lnTo>
                  <a:lnTo>
                    <a:pt x="910" y="802"/>
                  </a:lnTo>
                  <a:lnTo>
                    <a:pt x="908" y="813"/>
                  </a:lnTo>
                  <a:lnTo>
                    <a:pt x="906" y="827"/>
                  </a:lnTo>
                  <a:lnTo>
                    <a:pt x="905" y="839"/>
                  </a:lnTo>
                  <a:lnTo>
                    <a:pt x="906" y="852"/>
                  </a:lnTo>
                  <a:lnTo>
                    <a:pt x="908" y="863"/>
                  </a:lnTo>
                  <a:lnTo>
                    <a:pt x="912" y="876"/>
                  </a:lnTo>
                  <a:lnTo>
                    <a:pt x="917" y="886"/>
                  </a:lnTo>
                  <a:lnTo>
                    <a:pt x="922" y="897"/>
                  </a:lnTo>
                  <a:lnTo>
                    <a:pt x="929" y="906"/>
                  </a:lnTo>
                  <a:lnTo>
                    <a:pt x="936" y="914"/>
                  </a:lnTo>
                  <a:lnTo>
                    <a:pt x="945" y="922"/>
                  </a:lnTo>
                  <a:lnTo>
                    <a:pt x="953" y="928"/>
                  </a:lnTo>
                  <a:lnTo>
                    <a:pt x="964" y="933"/>
                  </a:lnTo>
                  <a:lnTo>
                    <a:pt x="974" y="937"/>
                  </a:lnTo>
                  <a:lnTo>
                    <a:pt x="985" y="940"/>
                  </a:lnTo>
                  <a:lnTo>
                    <a:pt x="997" y="941"/>
                  </a:lnTo>
                  <a:lnTo>
                    <a:pt x="1009" y="942"/>
                  </a:lnTo>
                  <a:lnTo>
                    <a:pt x="1073" y="984"/>
                  </a:lnTo>
                  <a:lnTo>
                    <a:pt x="1040" y="1047"/>
                  </a:lnTo>
                  <a:lnTo>
                    <a:pt x="1022" y="1047"/>
                  </a:lnTo>
                  <a:lnTo>
                    <a:pt x="1004" y="1046"/>
                  </a:lnTo>
                  <a:lnTo>
                    <a:pt x="988" y="1044"/>
                  </a:lnTo>
                  <a:lnTo>
                    <a:pt x="971" y="1041"/>
                  </a:lnTo>
                  <a:lnTo>
                    <a:pt x="955" y="1038"/>
                  </a:lnTo>
                  <a:lnTo>
                    <a:pt x="939" y="1034"/>
                  </a:lnTo>
                  <a:lnTo>
                    <a:pt x="924" y="1030"/>
                  </a:lnTo>
                  <a:lnTo>
                    <a:pt x="909" y="1025"/>
                  </a:lnTo>
                  <a:lnTo>
                    <a:pt x="895" y="1019"/>
                  </a:lnTo>
                  <a:lnTo>
                    <a:pt x="881" y="1012"/>
                  </a:lnTo>
                  <a:lnTo>
                    <a:pt x="869" y="1006"/>
                  </a:lnTo>
                  <a:lnTo>
                    <a:pt x="855" y="999"/>
                  </a:lnTo>
                  <a:lnTo>
                    <a:pt x="843" y="992"/>
                  </a:lnTo>
                  <a:lnTo>
                    <a:pt x="832" y="984"/>
                  </a:lnTo>
                  <a:lnTo>
                    <a:pt x="821" y="976"/>
                  </a:lnTo>
                  <a:lnTo>
                    <a:pt x="810" y="968"/>
                  </a:lnTo>
                  <a:lnTo>
                    <a:pt x="800" y="958"/>
                  </a:lnTo>
                  <a:lnTo>
                    <a:pt x="790" y="949"/>
                  </a:lnTo>
                  <a:lnTo>
                    <a:pt x="782" y="940"/>
                  </a:lnTo>
                  <a:lnTo>
                    <a:pt x="774" y="931"/>
                  </a:lnTo>
                  <a:lnTo>
                    <a:pt x="766" y="922"/>
                  </a:lnTo>
                  <a:lnTo>
                    <a:pt x="759" y="911"/>
                  </a:lnTo>
                  <a:lnTo>
                    <a:pt x="752" y="902"/>
                  </a:lnTo>
                  <a:lnTo>
                    <a:pt x="746" y="892"/>
                  </a:lnTo>
                  <a:lnTo>
                    <a:pt x="741" y="883"/>
                  </a:lnTo>
                  <a:lnTo>
                    <a:pt x="737" y="873"/>
                  </a:lnTo>
                  <a:lnTo>
                    <a:pt x="733" y="863"/>
                  </a:lnTo>
                  <a:lnTo>
                    <a:pt x="730" y="853"/>
                  </a:lnTo>
                  <a:lnTo>
                    <a:pt x="728" y="844"/>
                  </a:lnTo>
                  <a:lnTo>
                    <a:pt x="726" y="835"/>
                  </a:lnTo>
                  <a:lnTo>
                    <a:pt x="725" y="826"/>
                  </a:lnTo>
                  <a:lnTo>
                    <a:pt x="725" y="816"/>
                  </a:lnTo>
                  <a:lnTo>
                    <a:pt x="725" y="801"/>
                  </a:lnTo>
                  <a:lnTo>
                    <a:pt x="726" y="787"/>
                  </a:lnTo>
                  <a:lnTo>
                    <a:pt x="728" y="774"/>
                  </a:lnTo>
                  <a:lnTo>
                    <a:pt x="731" y="761"/>
                  </a:lnTo>
                  <a:lnTo>
                    <a:pt x="734" y="750"/>
                  </a:lnTo>
                  <a:lnTo>
                    <a:pt x="739" y="740"/>
                  </a:lnTo>
                  <a:lnTo>
                    <a:pt x="744" y="731"/>
                  </a:lnTo>
                  <a:lnTo>
                    <a:pt x="749" y="723"/>
                  </a:lnTo>
                  <a:lnTo>
                    <a:pt x="759" y="712"/>
                  </a:lnTo>
                  <a:lnTo>
                    <a:pt x="745" y="713"/>
                  </a:lnTo>
                  <a:lnTo>
                    <a:pt x="714" y="716"/>
                  </a:lnTo>
                  <a:lnTo>
                    <a:pt x="682" y="720"/>
                  </a:lnTo>
                  <a:lnTo>
                    <a:pt x="650" y="723"/>
                  </a:lnTo>
                  <a:lnTo>
                    <a:pt x="619" y="727"/>
                  </a:lnTo>
                  <a:lnTo>
                    <a:pt x="586" y="731"/>
                  </a:lnTo>
                  <a:lnTo>
                    <a:pt x="555" y="735"/>
                  </a:lnTo>
                  <a:lnTo>
                    <a:pt x="523" y="740"/>
                  </a:lnTo>
                  <a:lnTo>
                    <a:pt x="491" y="745"/>
                  </a:lnTo>
                  <a:lnTo>
                    <a:pt x="487" y="745"/>
                  </a:lnTo>
                  <a:lnTo>
                    <a:pt x="487" y="749"/>
                  </a:lnTo>
                  <a:lnTo>
                    <a:pt x="478" y="795"/>
                  </a:lnTo>
                  <a:lnTo>
                    <a:pt x="470" y="841"/>
                  </a:lnTo>
                  <a:lnTo>
                    <a:pt x="462" y="886"/>
                  </a:lnTo>
                  <a:lnTo>
                    <a:pt x="455" y="931"/>
                  </a:lnTo>
                  <a:lnTo>
                    <a:pt x="448" y="976"/>
                  </a:lnTo>
                  <a:lnTo>
                    <a:pt x="443" y="1019"/>
                  </a:lnTo>
                  <a:lnTo>
                    <a:pt x="439" y="1061"/>
                  </a:lnTo>
                  <a:lnTo>
                    <a:pt x="435" y="1103"/>
                  </a:lnTo>
                  <a:lnTo>
                    <a:pt x="432" y="1143"/>
                  </a:lnTo>
                  <a:lnTo>
                    <a:pt x="429" y="1183"/>
                  </a:lnTo>
                  <a:lnTo>
                    <a:pt x="428" y="1221"/>
                  </a:lnTo>
                  <a:lnTo>
                    <a:pt x="427" y="1256"/>
                  </a:lnTo>
                  <a:lnTo>
                    <a:pt x="427" y="1291"/>
                  </a:lnTo>
                  <a:lnTo>
                    <a:pt x="428" y="1323"/>
                  </a:lnTo>
                  <a:lnTo>
                    <a:pt x="429" y="1353"/>
                  </a:lnTo>
                  <a:lnTo>
                    <a:pt x="432" y="1382"/>
                  </a:lnTo>
                  <a:lnTo>
                    <a:pt x="432" y="1391"/>
                  </a:lnTo>
                  <a:lnTo>
                    <a:pt x="431" y="1398"/>
                  </a:lnTo>
                  <a:lnTo>
                    <a:pt x="429" y="1405"/>
                  </a:lnTo>
                  <a:lnTo>
                    <a:pt x="426" y="1411"/>
                  </a:lnTo>
                  <a:lnTo>
                    <a:pt x="423" y="1414"/>
                  </a:lnTo>
                  <a:lnTo>
                    <a:pt x="420" y="1416"/>
                  </a:lnTo>
                  <a:lnTo>
                    <a:pt x="416" y="1418"/>
                  </a:lnTo>
                  <a:lnTo>
                    <a:pt x="413" y="1419"/>
                  </a:lnTo>
                  <a:lnTo>
                    <a:pt x="406" y="1420"/>
                  </a:lnTo>
                  <a:lnTo>
                    <a:pt x="398" y="1421"/>
                  </a:lnTo>
                  <a:lnTo>
                    <a:pt x="388" y="1420"/>
                  </a:lnTo>
                  <a:lnTo>
                    <a:pt x="378" y="1418"/>
                  </a:lnTo>
                  <a:lnTo>
                    <a:pt x="368" y="1414"/>
                  </a:lnTo>
                  <a:lnTo>
                    <a:pt x="359" y="1409"/>
                  </a:lnTo>
                  <a:lnTo>
                    <a:pt x="352" y="1403"/>
                  </a:lnTo>
                  <a:lnTo>
                    <a:pt x="344" y="1397"/>
                  </a:lnTo>
                  <a:lnTo>
                    <a:pt x="337" y="1390"/>
                  </a:lnTo>
                  <a:lnTo>
                    <a:pt x="331" y="1381"/>
                  </a:lnTo>
                  <a:lnTo>
                    <a:pt x="325" y="1372"/>
                  </a:lnTo>
                  <a:lnTo>
                    <a:pt x="319" y="1362"/>
                  </a:lnTo>
                  <a:lnTo>
                    <a:pt x="314" y="1349"/>
                  </a:lnTo>
                  <a:lnTo>
                    <a:pt x="310" y="1337"/>
                  </a:lnTo>
                  <a:lnTo>
                    <a:pt x="306" y="1323"/>
                  </a:lnTo>
                  <a:lnTo>
                    <a:pt x="302" y="1307"/>
                  </a:lnTo>
                  <a:lnTo>
                    <a:pt x="298" y="1292"/>
                  </a:lnTo>
                  <a:lnTo>
                    <a:pt x="295" y="1275"/>
                  </a:lnTo>
                  <a:lnTo>
                    <a:pt x="293" y="1256"/>
                  </a:lnTo>
                  <a:lnTo>
                    <a:pt x="291" y="1237"/>
                  </a:lnTo>
                  <a:lnTo>
                    <a:pt x="289" y="1217"/>
                  </a:lnTo>
                  <a:lnTo>
                    <a:pt x="288" y="1195"/>
                  </a:lnTo>
                  <a:lnTo>
                    <a:pt x="287" y="1154"/>
                  </a:lnTo>
                  <a:lnTo>
                    <a:pt x="288" y="1109"/>
                  </a:lnTo>
                  <a:lnTo>
                    <a:pt x="290" y="1060"/>
                  </a:lnTo>
                  <a:lnTo>
                    <a:pt x="294" y="1009"/>
                  </a:lnTo>
                  <a:lnTo>
                    <a:pt x="298" y="955"/>
                  </a:lnTo>
                  <a:lnTo>
                    <a:pt x="306" y="900"/>
                  </a:lnTo>
                  <a:lnTo>
                    <a:pt x="313" y="843"/>
                  </a:lnTo>
                  <a:lnTo>
                    <a:pt x="322" y="786"/>
                  </a:lnTo>
                  <a:lnTo>
                    <a:pt x="323" y="777"/>
                  </a:lnTo>
                  <a:lnTo>
                    <a:pt x="315" y="779"/>
                  </a:lnTo>
                  <a:lnTo>
                    <a:pt x="267" y="791"/>
                  </a:lnTo>
                  <a:lnTo>
                    <a:pt x="226" y="803"/>
                  </a:lnTo>
                  <a:lnTo>
                    <a:pt x="209" y="809"/>
                  </a:lnTo>
                  <a:lnTo>
                    <a:pt x="193" y="815"/>
                  </a:lnTo>
                  <a:lnTo>
                    <a:pt x="180" y="822"/>
                  </a:lnTo>
                  <a:lnTo>
                    <a:pt x="168" y="827"/>
                  </a:lnTo>
                  <a:lnTo>
                    <a:pt x="161" y="831"/>
                  </a:lnTo>
                  <a:lnTo>
                    <a:pt x="154" y="834"/>
                  </a:lnTo>
                  <a:lnTo>
                    <a:pt x="147" y="836"/>
                  </a:lnTo>
                  <a:lnTo>
                    <a:pt x="139" y="838"/>
                  </a:lnTo>
                  <a:lnTo>
                    <a:pt x="132" y="839"/>
                  </a:lnTo>
                  <a:lnTo>
                    <a:pt x="125" y="840"/>
                  </a:lnTo>
                  <a:lnTo>
                    <a:pt x="117" y="840"/>
                  </a:lnTo>
                  <a:lnTo>
                    <a:pt x="110" y="839"/>
                  </a:lnTo>
                  <a:lnTo>
                    <a:pt x="102" y="838"/>
                  </a:lnTo>
                  <a:lnTo>
                    <a:pt x="94" y="836"/>
                  </a:lnTo>
                  <a:lnTo>
                    <a:pt x="86" y="834"/>
                  </a:lnTo>
                  <a:lnTo>
                    <a:pt x="78" y="830"/>
                  </a:lnTo>
                  <a:lnTo>
                    <a:pt x="62" y="822"/>
                  </a:lnTo>
                  <a:lnTo>
                    <a:pt x="45" y="811"/>
                  </a:lnTo>
                  <a:lnTo>
                    <a:pt x="33" y="803"/>
                  </a:lnTo>
                  <a:lnTo>
                    <a:pt x="24" y="796"/>
                  </a:lnTo>
                  <a:lnTo>
                    <a:pt x="16" y="789"/>
                  </a:lnTo>
                  <a:lnTo>
                    <a:pt x="10" y="782"/>
                  </a:lnTo>
                  <a:lnTo>
                    <a:pt x="5" y="775"/>
                  </a:lnTo>
                  <a:lnTo>
                    <a:pt x="2" y="768"/>
                  </a:lnTo>
                  <a:lnTo>
                    <a:pt x="0" y="762"/>
                  </a:lnTo>
                  <a:lnTo>
                    <a:pt x="0" y="756"/>
                  </a:lnTo>
                  <a:lnTo>
                    <a:pt x="0" y="752"/>
                  </a:lnTo>
                  <a:lnTo>
                    <a:pt x="2" y="748"/>
                  </a:lnTo>
                  <a:lnTo>
                    <a:pt x="5" y="744"/>
                  </a:lnTo>
                  <a:lnTo>
                    <a:pt x="8" y="740"/>
                  </a:lnTo>
                  <a:lnTo>
                    <a:pt x="13" y="736"/>
                  </a:lnTo>
                  <a:lnTo>
                    <a:pt x="18" y="733"/>
                  </a:lnTo>
                  <a:lnTo>
                    <a:pt x="24" y="729"/>
                  </a:lnTo>
                  <a:lnTo>
                    <a:pt x="31" y="726"/>
                  </a:lnTo>
                  <a:lnTo>
                    <a:pt x="62" y="713"/>
                  </a:lnTo>
                  <a:lnTo>
                    <a:pt x="94" y="701"/>
                  </a:lnTo>
                  <a:lnTo>
                    <a:pt x="129" y="691"/>
                  </a:lnTo>
                  <a:lnTo>
                    <a:pt x="167" y="681"/>
                  </a:lnTo>
                  <a:lnTo>
                    <a:pt x="208" y="672"/>
                  </a:lnTo>
                  <a:lnTo>
                    <a:pt x="251" y="663"/>
                  </a:lnTo>
                  <a:lnTo>
                    <a:pt x="295" y="656"/>
                  </a:lnTo>
                  <a:lnTo>
                    <a:pt x="343" y="649"/>
                  </a:lnTo>
                  <a:lnTo>
                    <a:pt x="347" y="649"/>
                  </a:lnTo>
                  <a:lnTo>
                    <a:pt x="348" y="645"/>
                  </a:lnTo>
                  <a:lnTo>
                    <a:pt x="364" y="577"/>
                  </a:lnTo>
                  <a:lnTo>
                    <a:pt x="383" y="503"/>
                  </a:lnTo>
                  <a:lnTo>
                    <a:pt x="393" y="465"/>
                  </a:lnTo>
                  <a:lnTo>
                    <a:pt x="406" y="428"/>
                  </a:lnTo>
                  <a:lnTo>
                    <a:pt x="418" y="389"/>
                  </a:lnTo>
                  <a:lnTo>
                    <a:pt x="431" y="350"/>
                  </a:lnTo>
                  <a:lnTo>
                    <a:pt x="445" y="311"/>
                  </a:lnTo>
                  <a:lnTo>
                    <a:pt x="462" y="272"/>
                  </a:lnTo>
                  <a:lnTo>
                    <a:pt x="478" y="235"/>
                  </a:lnTo>
                  <a:lnTo>
                    <a:pt x="495" y="198"/>
                  </a:lnTo>
                  <a:lnTo>
                    <a:pt x="514" y="162"/>
                  </a:lnTo>
                  <a:lnTo>
                    <a:pt x="533" y="126"/>
                  </a:lnTo>
                  <a:lnTo>
                    <a:pt x="555" y="93"/>
                  </a:lnTo>
                  <a:lnTo>
                    <a:pt x="576" y="61"/>
                  </a:lnTo>
                  <a:lnTo>
                    <a:pt x="588" y="47"/>
                  </a:lnTo>
                  <a:lnTo>
                    <a:pt x="599" y="34"/>
                  </a:lnTo>
                  <a:lnTo>
                    <a:pt x="613" y="23"/>
                  </a:lnTo>
                  <a:lnTo>
                    <a:pt x="626" y="15"/>
                  </a:lnTo>
                  <a:lnTo>
                    <a:pt x="639" y="8"/>
                  </a:lnTo>
                  <a:lnTo>
                    <a:pt x="653" y="3"/>
                  </a:lnTo>
                  <a:lnTo>
                    <a:pt x="669" y="1"/>
                  </a:lnTo>
                  <a:lnTo>
                    <a:pt x="684" y="0"/>
                  </a:lnTo>
                  <a:lnTo>
                    <a:pt x="695" y="0"/>
                  </a:lnTo>
                  <a:lnTo>
                    <a:pt x="708" y="2"/>
                  </a:lnTo>
                  <a:lnTo>
                    <a:pt x="719" y="4"/>
                  </a:lnTo>
                  <a:lnTo>
                    <a:pt x="732" y="7"/>
                  </a:lnTo>
                  <a:lnTo>
                    <a:pt x="744" y="11"/>
                  </a:lnTo>
                  <a:lnTo>
                    <a:pt x="757" y="16"/>
                  </a:lnTo>
                  <a:lnTo>
                    <a:pt x="771" y="22"/>
                  </a:lnTo>
                  <a:lnTo>
                    <a:pt x="785" y="29"/>
                  </a:lnTo>
                  <a:lnTo>
                    <a:pt x="799" y="37"/>
                  </a:lnTo>
                  <a:lnTo>
                    <a:pt x="813" y="47"/>
                  </a:lnTo>
                  <a:lnTo>
                    <a:pt x="825" y="58"/>
                  </a:lnTo>
                  <a:lnTo>
                    <a:pt x="835" y="70"/>
                  </a:lnTo>
                  <a:lnTo>
                    <a:pt x="844" y="83"/>
                  </a:lnTo>
                  <a:lnTo>
                    <a:pt x="852" y="97"/>
                  </a:lnTo>
                  <a:lnTo>
                    <a:pt x="858" y="111"/>
                  </a:lnTo>
                  <a:lnTo>
                    <a:pt x="863" y="126"/>
                  </a:lnTo>
                  <a:lnTo>
                    <a:pt x="865" y="138"/>
                  </a:lnTo>
                  <a:lnTo>
                    <a:pt x="866" y="149"/>
                  </a:lnTo>
                  <a:lnTo>
                    <a:pt x="866" y="159"/>
                  </a:lnTo>
                  <a:lnTo>
                    <a:pt x="865" y="169"/>
                  </a:lnTo>
                  <a:lnTo>
                    <a:pt x="864" y="180"/>
                  </a:lnTo>
                  <a:lnTo>
                    <a:pt x="861" y="188"/>
                  </a:lnTo>
                  <a:lnTo>
                    <a:pt x="856" y="196"/>
                  </a:lnTo>
                  <a:lnTo>
                    <a:pt x="852" y="204"/>
                  </a:lnTo>
                  <a:lnTo>
                    <a:pt x="844" y="213"/>
                  </a:lnTo>
                  <a:lnTo>
                    <a:pt x="836" y="219"/>
                  </a:lnTo>
                  <a:lnTo>
                    <a:pt x="832" y="222"/>
                  </a:lnTo>
                  <a:lnTo>
                    <a:pt x="828" y="223"/>
                  </a:lnTo>
                  <a:lnTo>
                    <a:pt x="824" y="224"/>
                  </a:lnTo>
                  <a:lnTo>
                    <a:pt x="820" y="226"/>
                  </a:lnTo>
                  <a:lnTo>
                    <a:pt x="817" y="224"/>
                  </a:lnTo>
                  <a:lnTo>
                    <a:pt x="813" y="223"/>
                  </a:lnTo>
                  <a:lnTo>
                    <a:pt x="810" y="222"/>
                  </a:lnTo>
                  <a:lnTo>
                    <a:pt x="807" y="220"/>
                  </a:lnTo>
                  <a:lnTo>
                    <a:pt x="802" y="215"/>
                  </a:lnTo>
                  <a:lnTo>
                    <a:pt x="799" y="209"/>
                  </a:lnTo>
                  <a:lnTo>
                    <a:pt x="792" y="195"/>
                  </a:lnTo>
                  <a:lnTo>
                    <a:pt x="785" y="184"/>
                  </a:lnTo>
                  <a:lnTo>
                    <a:pt x="778" y="172"/>
                  </a:lnTo>
                  <a:lnTo>
                    <a:pt x="770" y="164"/>
                  </a:lnTo>
                  <a:lnTo>
                    <a:pt x="761" y="158"/>
                  </a:lnTo>
                  <a:lnTo>
                    <a:pt x="751" y="153"/>
                  </a:lnTo>
                  <a:lnTo>
                    <a:pt x="741" y="150"/>
                  </a:lnTo>
                  <a:lnTo>
                    <a:pt x="731" y="149"/>
                  </a:lnTo>
                  <a:lnTo>
                    <a:pt x="728" y="149"/>
                  </a:lnTo>
                  <a:lnTo>
                    <a:pt x="725" y="150"/>
                  </a:lnTo>
                  <a:lnTo>
                    <a:pt x="715" y="152"/>
                  </a:lnTo>
                  <a:lnTo>
                    <a:pt x="705" y="155"/>
                  </a:lnTo>
                  <a:lnTo>
                    <a:pt x="697" y="160"/>
                  </a:lnTo>
                  <a:lnTo>
                    <a:pt x="689" y="166"/>
                  </a:lnTo>
                  <a:lnTo>
                    <a:pt x="682" y="174"/>
                  </a:lnTo>
                  <a:lnTo>
                    <a:pt x="675" y="185"/>
                  </a:lnTo>
                  <a:lnTo>
                    <a:pt x="668" y="196"/>
                  </a:lnTo>
                  <a:lnTo>
                    <a:pt x="660" y="210"/>
                  </a:lnTo>
                  <a:lnTo>
                    <a:pt x="650" y="229"/>
                  </a:lnTo>
                  <a:lnTo>
                    <a:pt x="640" y="249"/>
                  </a:lnTo>
                  <a:lnTo>
                    <a:pt x="630" y="270"/>
                  </a:lnTo>
                  <a:lnTo>
                    <a:pt x="621" y="292"/>
                  </a:lnTo>
                  <a:lnTo>
                    <a:pt x="601" y="339"/>
                  </a:lnTo>
                  <a:lnTo>
                    <a:pt x="583" y="390"/>
                  </a:lnTo>
                  <a:lnTo>
                    <a:pt x="565" y="444"/>
                  </a:lnTo>
                  <a:lnTo>
                    <a:pt x="547" y="502"/>
                  </a:lnTo>
                  <a:lnTo>
                    <a:pt x="530" y="562"/>
                  </a:lnTo>
                  <a:lnTo>
                    <a:pt x="514" y="627"/>
                  </a:lnTo>
                  <a:lnTo>
                    <a:pt x="512" y="634"/>
                  </a:lnTo>
                  <a:lnTo>
                    <a:pt x="520" y="634"/>
                  </a:lnTo>
                  <a:lnTo>
                    <a:pt x="551" y="632"/>
                  </a:lnTo>
                  <a:lnTo>
                    <a:pt x="584" y="630"/>
                  </a:lnTo>
                  <a:lnTo>
                    <a:pt x="618" y="629"/>
                  </a:lnTo>
                  <a:lnTo>
                    <a:pt x="652" y="628"/>
                  </a:lnTo>
                  <a:lnTo>
                    <a:pt x="688" y="627"/>
                  </a:lnTo>
                  <a:lnTo>
                    <a:pt x="724" y="627"/>
                  </a:lnTo>
                  <a:lnTo>
                    <a:pt x="761" y="626"/>
                  </a:lnTo>
                  <a:lnTo>
                    <a:pt x="798" y="626"/>
                  </a:lnTo>
                  <a:lnTo>
                    <a:pt x="821" y="626"/>
                  </a:lnTo>
                  <a:lnTo>
                    <a:pt x="843" y="626"/>
                  </a:lnTo>
                  <a:lnTo>
                    <a:pt x="867" y="627"/>
                  </a:lnTo>
                  <a:lnTo>
                    <a:pt x="889" y="627"/>
                  </a:lnTo>
                  <a:lnTo>
                    <a:pt x="892" y="627"/>
                  </a:lnTo>
                  <a:lnTo>
                    <a:pt x="893" y="625"/>
                  </a:lnTo>
                  <a:lnTo>
                    <a:pt x="909" y="610"/>
                  </a:lnTo>
                  <a:lnTo>
                    <a:pt x="926" y="598"/>
                  </a:lnTo>
                  <a:lnTo>
                    <a:pt x="943" y="587"/>
                  </a:lnTo>
                  <a:lnTo>
                    <a:pt x="961" y="578"/>
                  </a:lnTo>
                  <a:lnTo>
                    <a:pt x="980" y="570"/>
                  </a:lnTo>
                  <a:lnTo>
                    <a:pt x="998" y="565"/>
                  </a:lnTo>
                  <a:lnTo>
                    <a:pt x="1007" y="563"/>
                  </a:lnTo>
                  <a:lnTo>
                    <a:pt x="1018" y="562"/>
                  </a:lnTo>
                  <a:lnTo>
                    <a:pt x="1027" y="561"/>
                  </a:lnTo>
                  <a:lnTo>
                    <a:pt x="1036" y="561"/>
                  </a:lnTo>
                  <a:lnTo>
                    <a:pt x="1095" y="622"/>
                  </a:lnTo>
                  <a:lnTo>
                    <a:pt x="1056" y="68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44" name="Freeform 45"/>
            <p:cNvSpPr>
              <a:spLocks/>
            </p:cNvSpPr>
            <p:nvPr userDrawn="1"/>
          </p:nvSpPr>
          <p:spPr bwMode="gray">
            <a:xfrm>
              <a:off x="6462" y="602"/>
              <a:ext cx="36" cy="42"/>
            </a:xfrm>
            <a:custGeom>
              <a:avLst/>
              <a:gdLst>
                <a:gd name="T0" fmla="*/ 212 w 427"/>
                <a:gd name="T1" fmla="*/ 377 h 496"/>
                <a:gd name="T2" fmla="*/ 201 w 427"/>
                <a:gd name="T3" fmla="*/ 371 h 496"/>
                <a:gd name="T4" fmla="*/ 196 w 427"/>
                <a:gd name="T5" fmla="*/ 364 h 496"/>
                <a:gd name="T6" fmla="*/ 193 w 427"/>
                <a:gd name="T7" fmla="*/ 355 h 496"/>
                <a:gd name="T8" fmla="*/ 192 w 427"/>
                <a:gd name="T9" fmla="*/ 345 h 496"/>
                <a:gd name="T10" fmla="*/ 193 w 427"/>
                <a:gd name="T11" fmla="*/ 333 h 496"/>
                <a:gd name="T12" fmla="*/ 199 w 427"/>
                <a:gd name="T13" fmla="*/ 315 h 496"/>
                <a:gd name="T14" fmla="*/ 213 w 427"/>
                <a:gd name="T15" fmla="*/ 286 h 496"/>
                <a:gd name="T16" fmla="*/ 235 w 427"/>
                <a:gd name="T17" fmla="*/ 250 h 496"/>
                <a:gd name="T18" fmla="*/ 260 w 427"/>
                <a:gd name="T19" fmla="*/ 212 h 496"/>
                <a:gd name="T20" fmla="*/ 289 w 427"/>
                <a:gd name="T21" fmla="*/ 174 h 496"/>
                <a:gd name="T22" fmla="*/ 318 w 427"/>
                <a:gd name="T23" fmla="*/ 142 h 496"/>
                <a:gd name="T24" fmla="*/ 346 w 427"/>
                <a:gd name="T25" fmla="*/ 116 h 496"/>
                <a:gd name="T26" fmla="*/ 365 w 427"/>
                <a:gd name="T27" fmla="*/ 104 h 496"/>
                <a:gd name="T28" fmla="*/ 377 w 427"/>
                <a:gd name="T29" fmla="*/ 101 h 496"/>
                <a:gd name="T30" fmla="*/ 427 w 427"/>
                <a:gd name="T31" fmla="*/ 50 h 496"/>
                <a:gd name="T32" fmla="*/ 359 w 427"/>
                <a:gd name="T33" fmla="*/ 1 h 496"/>
                <a:gd name="T34" fmla="*/ 331 w 427"/>
                <a:gd name="T35" fmla="*/ 6 h 496"/>
                <a:gd name="T36" fmla="*/ 301 w 427"/>
                <a:gd name="T37" fmla="*/ 17 h 496"/>
                <a:gd name="T38" fmla="*/ 272 w 427"/>
                <a:gd name="T39" fmla="*/ 31 h 496"/>
                <a:gd name="T40" fmla="*/ 241 w 427"/>
                <a:gd name="T41" fmla="*/ 50 h 496"/>
                <a:gd name="T42" fmla="*/ 210 w 427"/>
                <a:gd name="T43" fmla="*/ 72 h 496"/>
                <a:gd name="T44" fmla="*/ 167 w 427"/>
                <a:gd name="T45" fmla="*/ 109 h 496"/>
                <a:gd name="T46" fmla="*/ 112 w 427"/>
                <a:gd name="T47" fmla="*/ 165 h 496"/>
                <a:gd name="T48" fmla="*/ 66 w 427"/>
                <a:gd name="T49" fmla="*/ 222 h 496"/>
                <a:gd name="T50" fmla="*/ 37 w 427"/>
                <a:gd name="T51" fmla="*/ 264 h 496"/>
                <a:gd name="T52" fmla="*/ 22 w 427"/>
                <a:gd name="T53" fmla="*/ 291 h 496"/>
                <a:gd name="T54" fmla="*/ 10 w 427"/>
                <a:gd name="T55" fmla="*/ 315 h 496"/>
                <a:gd name="T56" fmla="*/ 3 w 427"/>
                <a:gd name="T57" fmla="*/ 337 h 496"/>
                <a:gd name="T58" fmla="*/ 0 w 427"/>
                <a:gd name="T59" fmla="*/ 356 h 496"/>
                <a:gd name="T60" fmla="*/ 1 w 427"/>
                <a:gd name="T61" fmla="*/ 374 h 496"/>
                <a:gd name="T62" fmla="*/ 7 w 427"/>
                <a:gd name="T63" fmla="*/ 394 h 496"/>
                <a:gd name="T64" fmla="*/ 19 w 427"/>
                <a:gd name="T65" fmla="*/ 412 h 496"/>
                <a:gd name="T66" fmla="*/ 33 w 427"/>
                <a:gd name="T67" fmla="*/ 429 h 496"/>
                <a:gd name="T68" fmla="*/ 51 w 427"/>
                <a:gd name="T69" fmla="*/ 445 h 496"/>
                <a:gd name="T70" fmla="*/ 72 w 427"/>
                <a:gd name="T71" fmla="*/ 459 h 496"/>
                <a:gd name="T72" fmla="*/ 94 w 427"/>
                <a:gd name="T73" fmla="*/ 471 h 496"/>
                <a:gd name="T74" fmla="*/ 119 w 427"/>
                <a:gd name="T75" fmla="*/ 482 h 496"/>
                <a:gd name="T76" fmla="*/ 144 w 427"/>
                <a:gd name="T77" fmla="*/ 490 h 496"/>
                <a:gd name="T78" fmla="*/ 169 w 427"/>
                <a:gd name="T79" fmla="*/ 494 h 496"/>
                <a:gd name="T80" fmla="*/ 193 w 427"/>
                <a:gd name="T81" fmla="*/ 496 h 496"/>
                <a:gd name="T82" fmla="*/ 262 w 427"/>
                <a:gd name="T83" fmla="*/ 437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427" h="496">
                  <a:moveTo>
                    <a:pt x="222" y="377"/>
                  </a:moveTo>
                  <a:lnTo>
                    <a:pt x="212" y="377"/>
                  </a:lnTo>
                  <a:lnTo>
                    <a:pt x="206" y="374"/>
                  </a:lnTo>
                  <a:lnTo>
                    <a:pt x="201" y="371"/>
                  </a:lnTo>
                  <a:lnTo>
                    <a:pt x="198" y="367"/>
                  </a:lnTo>
                  <a:lnTo>
                    <a:pt x="196" y="364"/>
                  </a:lnTo>
                  <a:lnTo>
                    <a:pt x="194" y="359"/>
                  </a:lnTo>
                  <a:lnTo>
                    <a:pt x="193" y="355"/>
                  </a:lnTo>
                  <a:lnTo>
                    <a:pt x="192" y="350"/>
                  </a:lnTo>
                  <a:lnTo>
                    <a:pt x="192" y="345"/>
                  </a:lnTo>
                  <a:lnTo>
                    <a:pt x="192" y="339"/>
                  </a:lnTo>
                  <a:lnTo>
                    <a:pt x="193" y="333"/>
                  </a:lnTo>
                  <a:lnTo>
                    <a:pt x="195" y="326"/>
                  </a:lnTo>
                  <a:lnTo>
                    <a:pt x="199" y="315"/>
                  </a:lnTo>
                  <a:lnTo>
                    <a:pt x="205" y="302"/>
                  </a:lnTo>
                  <a:lnTo>
                    <a:pt x="213" y="286"/>
                  </a:lnTo>
                  <a:lnTo>
                    <a:pt x="224" y="268"/>
                  </a:lnTo>
                  <a:lnTo>
                    <a:pt x="235" y="250"/>
                  </a:lnTo>
                  <a:lnTo>
                    <a:pt x="247" y="231"/>
                  </a:lnTo>
                  <a:lnTo>
                    <a:pt x="260" y="212"/>
                  </a:lnTo>
                  <a:lnTo>
                    <a:pt x="275" y="193"/>
                  </a:lnTo>
                  <a:lnTo>
                    <a:pt x="289" y="174"/>
                  </a:lnTo>
                  <a:lnTo>
                    <a:pt x="303" y="157"/>
                  </a:lnTo>
                  <a:lnTo>
                    <a:pt x="318" y="142"/>
                  </a:lnTo>
                  <a:lnTo>
                    <a:pt x="333" y="127"/>
                  </a:lnTo>
                  <a:lnTo>
                    <a:pt x="346" y="116"/>
                  </a:lnTo>
                  <a:lnTo>
                    <a:pt x="359" y="107"/>
                  </a:lnTo>
                  <a:lnTo>
                    <a:pt x="365" y="104"/>
                  </a:lnTo>
                  <a:lnTo>
                    <a:pt x="372" y="102"/>
                  </a:lnTo>
                  <a:lnTo>
                    <a:pt x="377" y="101"/>
                  </a:lnTo>
                  <a:lnTo>
                    <a:pt x="383" y="100"/>
                  </a:lnTo>
                  <a:lnTo>
                    <a:pt x="427" y="50"/>
                  </a:lnTo>
                  <a:lnTo>
                    <a:pt x="373" y="0"/>
                  </a:lnTo>
                  <a:lnTo>
                    <a:pt x="359" y="1"/>
                  </a:lnTo>
                  <a:lnTo>
                    <a:pt x="345" y="3"/>
                  </a:lnTo>
                  <a:lnTo>
                    <a:pt x="331" y="6"/>
                  </a:lnTo>
                  <a:lnTo>
                    <a:pt x="316" y="11"/>
                  </a:lnTo>
                  <a:lnTo>
                    <a:pt x="301" y="17"/>
                  </a:lnTo>
                  <a:lnTo>
                    <a:pt x="286" y="23"/>
                  </a:lnTo>
                  <a:lnTo>
                    <a:pt x="272" y="31"/>
                  </a:lnTo>
                  <a:lnTo>
                    <a:pt x="256" y="41"/>
                  </a:lnTo>
                  <a:lnTo>
                    <a:pt x="241" y="50"/>
                  </a:lnTo>
                  <a:lnTo>
                    <a:pt x="226" y="61"/>
                  </a:lnTo>
                  <a:lnTo>
                    <a:pt x="210" y="72"/>
                  </a:lnTo>
                  <a:lnTo>
                    <a:pt x="196" y="83"/>
                  </a:lnTo>
                  <a:lnTo>
                    <a:pt x="167" y="109"/>
                  </a:lnTo>
                  <a:lnTo>
                    <a:pt x="139" y="137"/>
                  </a:lnTo>
                  <a:lnTo>
                    <a:pt x="112" y="165"/>
                  </a:lnTo>
                  <a:lnTo>
                    <a:pt x="88" y="194"/>
                  </a:lnTo>
                  <a:lnTo>
                    <a:pt x="66" y="222"/>
                  </a:lnTo>
                  <a:lnTo>
                    <a:pt x="45" y="251"/>
                  </a:lnTo>
                  <a:lnTo>
                    <a:pt x="37" y="264"/>
                  </a:lnTo>
                  <a:lnTo>
                    <a:pt x="29" y="278"/>
                  </a:lnTo>
                  <a:lnTo>
                    <a:pt x="22" y="291"/>
                  </a:lnTo>
                  <a:lnTo>
                    <a:pt x="16" y="303"/>
                  </a:lnTo>
                  <a:lnTo>
                    <a:pt x="10" y="315"/>
                  </a:lnTo>
                  <a:lnTo>
                    <a:pt x="6" y="326"/>
                  </a:lnTo>
                  <a:lnTo>
                    <a:pt x="3" y="337"/>
                  </a:lnTo>
                  <a:lnTo>
                    <a:pt x="1" y="346"/>
                  </a:lnTo>
                  <a:lnTo>
                    <a:pt x="0" y="356"/>
                  </a:lnTo>
                  <a:lnTo>
                    <a:pt x="0" y="365"/>
                  </a:lnTo>
                  <a:lnTo>
                    <a:pt x="1" y="374"/>
                  </a:lnTo>
                  <a:lnTo>
                    <a:pt x="4" y="385"/>
                  </a:lnTo>
                  <a:lnTo>
                    <a:pt x="7" y="394"/>
                  </a:lnTo>
                  <a:lnTo>
                    <a:pt x="13" y="403"/>
                  </a:lnTo>
                  <a:lnTo>
                    <a:pt x="19" y="412"/>
                  </a:lnTo>
                  <a:lnTo>
                    <a:pt x="26" y="420"/>
                  </a:lnTo>
                  <a:lnTo>
                    <a:pt x="33" y="429"/>
                  </a:lnTo>
                  <a:lnTo>
                    <a:pt x="42" y="437"/>
                  </a:lnTo>
                  <a:lnTo>
                    <a:pt x="51" y="445"/>
                  </a:lnTo>
                  <a:lnTo>
                    <a:pt x="61" y="452"/>
                  </a:lnTo>
                  <a:lnTo>
                    <a:pt x="72" y="459"/>
                  </a:lnTo>
                  <a:lnTo>
                    <a:pt x="83" y="465"/>
                  </a:lnTo>
                  <a:lnTo>
                    <a:pt x="94" y="471"/>
                  </a:lnTo>
                  <a:lnTo>
                    <a:pt x="106" y="476"/>
                  </a:lnTo>
                  <a:lnTo>
                    <a:pt x="119" y="482"/>
                  </a:lnTo>
                  <a:lnTo>
                    <a:pt x="131" y="486"/>
                  </a:lnTo>
                  <a:lnTo>
                    <a:pt x="144" y="490"/>
                  </a:lnTo>
                  <a:lnTo>
                    <a:pt x="156" y="492"/>
                  </a:lnTo>
                  <a:lnTo>
                    <a:pt x="169" y="494"/>
                  </a:lnTo>
                  <a:lnTo>
                    <a:pt x="181" y="496"/>
                  </a:lnTo>
                  <a:lnTo>
                    <a:pt x="193" y="496"/>
                  </a:lnTo>
                  <a:lnTo>
                    <a:pt x="204" y="496"/>
                  </a:lnTo>
                  <a:lnTo>
                    <a:pt x="262" y="437"/>
                  </a:lnTo>
                  <a:lnTo>
                    <a:pt x="222" y="37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45" name="Freeform 46"/>
            <p:cNvSpPr>
              <a:spLocks/>
            </p:cNvSpPr>
            <p:nvPr userDrawn="1"/>
          </p:nvSpPr>
          <p:spPr bwMode="gray">
            <a:xfrm>
              <a:off x="7208" y="606"/>
              <a:ext cx="34" cy="28"/>
            </a:xfrm>
            <a:custGeom>
              <a:avLst/>
              <a:gdLst>
                <a:gd name="T0" fmla="*/ 217 w 410"/>
                <a:gd name="T1" fmla="*/ 96 h 335"/>
                <a:gd name="T2" fmla="*/ 233 w 410"/>
                <a:gd name="T3" fmla="*/ 100 h 335"/>
                <a:gd name="T4" fmla="*/ 248 w 410"/>
                <a:gd name="T5" fmla="*/ 107 h 335"/>
                <a:gd name="T6" fmla="*/ 258 w 410"/>
                <a:gd name="T7" fmla="*/ 117 h 335"/>
                <a:gd name="T8" fmla="*/ 264 w 410"/>
                <a:gd name="T9" fmla="*/ 129 h 335"/>
                <a:gd name="T10" fmla="*/ 265 w 410"/>
                <a:gd name="T11" fmla="*/ 141 h 335"/>
                <a:gd name="T12" fmla="*/ 263 w 410"/>
                <a:gd name="T13" fmla="*/ 155 h 335"/>
                <a:gd name="T14" fmla="*/ 256 w 410"/>
                <a:gd name="T15" fmla="*/ 169 h 335"/>
                <a:gd name="T16" fmla="*/ 245 w 410"/>
                <a:gd name="T17" fmla="*/ 183 h 335"/>
                <a:gd name="T18" fmla="*/ 227 w 410"/>
                <a:gd name="T19" fmla="*/ 199 h 335"/>
                <a:gd name="T20" fmla="*/ 208 w 410"/>
                <a:gd name="T21" fmla="*/ 211 h 335"/>
                <a:gd name="T22" fmla="*/ 185 w 410"/>
                <a:gd name="T23" fmla="*/ 221 h 335"/>
                <a:gd name="T24" fmla="*/ 151 w 410"/>
                <a:gd name="T25" fmla="*/ 233 h 335"/>
                <a:gd name="T26" fmla="*/ 107 w 410"/>
                <a:gd name="T27" fmla="*/ 245 h 335"/>
                <a:gd name="T28" fmla="*/ 81 w 410"/>
                <a:gd name="T29" fmla="*/ 249 h 335"/>
                <a:gd name="T30" fmla="*/ 112 w 410"/>
                <a:gd name="T31" fmla="*/ 335 h 335"/>
                <a:gd name="T32" fmla="*/ 144 w 410"/>
                <a:gd name="T33" fmla="*/ 331 h 335"/>
                <a:gd name="T34" fmla="*/ 189 w 410"/>
                <a:gd name="T35" fmla="*/ 321 h 335"/>
                <a:gd name="T36" fmla="*/ 232 w 410"/>
                <a:gd name="T37" fmla="*/ 308 h 335"/>
                <a:gd name="T38" fmla="*/ 275 w 410"/>
                <a:gd name="T39" fmla="*/ 292 h 335"/>
                <a:gd name="T40" fmla="*/ 315 w 410"/>
                <a:gd name="T41" fmla="*/ 273 h 335"/>
                <a:gd name="T42" fmla="*/ 349 w 410"/>
                <a:gd name="T43" fmla="*/ 253 h 335"/>
                <a:gd name="T44" fmla="*/ 376 w 410"/>
                <a:gd name="T45" fmla="*/ 232 h 335"/>
                <a:gd name="T46" fmla="*/ 395 w 410"/>
                <a:gd name="T47" fmla="*/ 212 h 335"/>
                <a:gd name="T48" fmla="*/ 404 w 410"/>
                <a:gd name="T49" fmla="*/ 194 h 335"/>
                <a:gd name="T50" fmla="*/ 408 w 410"/>
                <a:gd name="T51" fmla="*/ 177 h 335"/>
                <a:gd name="T52" fmla="*/ 410 w 410"/>
                <a:gd name="T53" fmla="*/ 162 h 335"/>
                <a:gd name="T54" fmla="*/ 409 w 410"/>
                <a:gd name="T55" fmla="*/ 147 h 335"/>
                <a:gd name="T56" fmla="*/ 405 w 410"/>
                <a:gd name="T57" fmla="*/ 126 h 335"/>
                <a:gd name="T58" fmla="*/ 395 w 410"/>
                <a:gd name="T59" fmla="*/ 103 h 335"/>
                <a:gd name="T60" fmla="*/ 381 w 410"/>
                <a:gd name="T61" fmla="*/ 83 h 335"/>
                <a:gd name="T62" fmla="*/ 365 w 410"/>
                <a:gd name="T63" fmla="*/ 64 h 335"/>
                <a:gd name="T64" fmla="*/ 346 w 410"/>
                <a:gd name="T65" fmla="*/ 48 h 335"/>
                <a:gd name="T66" fmla="*/ 323 w 410"/>
                <a:gd name="T67" fmla="*/ 32 h 335"/>
                <a:gd name="T68" fmla="*/ 301 w 410"/>
                <a:gd name="T69" fmla="*/ 20 h 335"/>
                <a:gd name="T70" fmla="*/ 276 w 410"/>
                <a:gd name="T71" fmla="*/ 11 h 335"/>
                <a:gd name="T72" fmla="*/ 251 w 410"/>
                <a:gd name="T73" fmla="*/ 4 h 335"/>
                <a:gd name="T74" fmla="*/ 225 w 410"/>
                <a:gd name="T75" fmla="*/ 1 h 335"/>
                <a:gd name="T76" fmla="*/ 162 w 410"/>
                <a:gd name="T77" fmla="*/ 56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410" h="335">
                  <a:moveTo>
                    <a:pt x="209" y="96"/>
                  </a:moveTo>
                  <a:lnTo>
                    <a:pt x="217" y="96"/>
                  </a:lnTo>
                  <a:lnTo>
                    <a:pt x="226" y="98"/>
                  </a:lnTo>
                  <a:lnTo>
                    <a:pt x="233" y="100"/>
                  </a:lnTo>
                  <a:lnTo>
                    <a:pt x="241" y="103"/>
                  </a:lnTo>
                  <a:lnTo>
                    <a:pt x="248" y="107"/>
                  </a:lnTo>
                  <a:lnTo>
                    <a:pt x="253" y="111"/>
                  </a:lnTo>
                  <a:lnTo>
                    <a:pt x="258" y="117"/>
                  </a:lnTo>
                  <a:lnTo>
                    <a:pt x="261" y="123"/>
                  </a:lnTo>
                  <a:lnTo>
                    <a:pt x="264" y="129"/>
                  </a:lnTo>
                  <a:lnTo>
                    <a:pt x="265" y="135"/>
                  </a:lnTo>
                  <a:lnTo>
                    <a:pt x="265" y="141"/>
                  </a:lnTo>
                  <a:lnTo>
                    <a:pt x="264" y="148"/>
                  </a:lnTo>
                  <a:lnTo>
                    <a:pt x="263" y="155"/>
                  </a:lnTo>
                  <a:lnTo>
                    <a:pt x="260" y="162"/>
                  </a:lnTo>
                  <a:lnTo>
                    <a:pt x="256" y="169"/>
                  </a:lnTo>
                  <a:lnTo>
                    <a:pt x="252" y="175"/>
                  </a:lnTo>
                  <a:lnTo>
                    <a:pt x="245" y="183"/>
                  </a:lnTo>
                  <a:lnTo>
                    <a:pt x="236" y="192"/>
                  </a:lnTo>
                  <a:lnTo>
                    <a:pt x="227" y="199"/>
                  </a:lnTo>
                  <a:lnTo>
                    <a:pt x="218" y="205"/>
                  </a:lnTo>
                  <a:lnTo>
                    <a:pt x="208" y="211"/>
                  </a:lnTo>
                  <a:lnTo>
                    <a:pt x="197" y="216"/>
                  </a:lnTo>
                  <a:lnTo>
                    <a:pt x="185" y="221"/>
                  </a:lnTo>
                  <a:lnTo>
                    <a:pt x="174" y="226"/>
                  </a:lnTo>
                  <a:lnTo>
                    <a:pt x="151" y="233"/>
                  </a:lnTo>
                  <a:lnTo>
                    <a:pt x="128" y="239"/>
                  </a:lnTo>
                  <a:lnTo>
                    <a:pt x="107" y="245"/>
                  </a:lnTo>
                  <a:lnTo>
                    <a:pt x="88" y="248"/>
                  </a:lnTo>
                  <a:lnTo>
                    <a:pt x="81" y="249"/>
                  </a:lnTo>
                  <a:lnTo>
                    <a:pt x="0" y="328"/>
                  </a:lnTo>
                  <a:lnTo>
                    <a:pt x="112" y="335"/>
                  </a:lnTo>
                  <a:lnTo>
                    <a:pt x="121" y="334"/>
                  </a:lnTo>
                  <a:lnTo>
                    <a:pt x="144" y="331"/>
                  </a:lnTo>
                  <a:lnTo>
                    <a:pt x="165" y="326"/>
                  </a:lnTo>
                  <a:lnTo>
                    <a:pt x="189" y="321"/>
                  </a:lnTo>
                  <a:lnTo>
                    <a:pt x="211" y="315"/>
                  </a:lnTo>
                  <a:lnTo>
                    <a:pt x="232" y="308"/>
                  </a:lnTo>
                  <a:lnTo>
                    <a:pt x="255" y="300"/>
                  </a:lnTo>
                  <a:lnTo>
                    <a:pt x="275" y="292"/>
                  </a:lnTo>
                  <a:lnTo>
                    <a:pt x="296" y="282"/>
                  </a:lnTo>
                  <a:lnTo>
                    <a:pt x="315" y="273"/>
                  </a:lnTo>
                  <a:lnTo>
                    <a:pt x="332" y="263"/>
                  </a:lnTo>
                  <a:lnTo>
                    <a:pt x="349" y="253"/>
                  </a:lnTo>
                  <a:lnTo>
                    <a:pt x="363" y="243"/>
                  </a:lnTo>
                  <a:lnTo>
                    <a:pt x="376" y="232"/>
                  </a:lnTo>
                  <a:lnTo>
                    <a:pt x="386" y="222"/>
                  </a:lnTo>
                  <a:lnTo>
                    <a:pt x="395" y="212"/>
                  </a:lnTo>
                  <a:lnTo>
                    <a:pt x="400" y="203"/>
                  </a:lnTo>
                  <a:lnTo>
                    <a:pt x="404" y="194"/>
                  </a:lnTo>
                  <a:lnTo>
                    <a:pt x="406" y="185"/>
                  </a:lnTo>
                  <a:lnTo>
                    <a:pt x="408" y="177"/>
                  </a:lnTo>
                  <a:lnTo>
                    <a:pt x="409" y="169"/>
                  </a:lnTo>
                  <a:lnTo>
                    <a:pt x="410" y="162"/>
                  </a:lnTo>
                  <a:lnTo>
                    <a:pt x="409" y="154"/>
                  </a:lnTo>
                  <a:lnTo>
                    <a:pt x="409" y="147"/>
                  </a:lnTo>
                  <a:lnTo>
                    <a:pt x="408" y="139"/>
                  </a:lnTo>
                  <a:lnTo>
                    <a:pt x="405" y="126"/>
                  </a:lnTo>
                  <a:lnTo>
                    <a:pt x="400" y="114"/>
                  </a:lnTo>
                  <a:lnTo>
                    <a:pt x="395" y="103"/>
                  </a:lnTo>
                  <a:lnTo>
                    <a:pt x="388" y="93"/>
                  </a:lnTo>
                  <a:lnTo>
                    <a:pt x="381" y="83"/>
                  </a:lnTo>
                  <a:lnTo>
                    <a:pt x="373" y="73"/>
                  </a:lnTo>
                  <a:lnTo>
                    <a:pt x="365" y="64"/>
                  </a:lnTo>
                  <a:lnTo>
                    <a:pt x="355" y="56"/>
                  </a:lnTo>
                  <a:lnTo>
                    <a:pt x="346" y="48"/>
                  </a:lnTo>
                  <a:lnTo>
                    <a:pt x="334" y="39"/>
                  </a:lnTo>
                  <a:lnTo>
                    <a:pt x="323" y="32"/>
                  </a:lnTo>
                  <a:lnTo>
                    <a:pt x="312" y="26"/>
                  </a:lnTo>
                  <a:lnTo>
                    <a:pt x="301" y="20"/>
                  </a:lnTo>
                  <a:lnTo>
                    <a:pt x="288" y="15"/>
                  </a:lnTo>
                  <a:lnTo>
                    <a:pt x="276" y="11"/>
                  </a:lnTo>
                  <a:lnTo>
                    <a:pt x="263" y="7"/>
                  </a:lnTo>
                  <a:lnTo>
                    <a:pt x="251" y="4"/>
                  </a:lnTo>
                  <a:lnTo>
                    <a:pt x="239" y="2"/>
                  </a:lnTo>
                  <a:lnTo>
                    <a:pt x="225" y="1"/>
                  </a:lnTo>
                  <a:lnTo>
                    <a:pt x="213" y="0"/>
                  </a:lnTo>
                  <a:lnTo>
                    <a:pt x="162" y="56"/>
                  </a:lnTo>
                  <a:lnTo>
                    <a:pt x="209" y="9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46" name="Freeform 47"/>
            <p:cNvSpPr>
              <a:spLocks/>
            </p:cNvSpPr>
            <p:nvPr userDrawn="1"/>
          </p:nvSpPr>
          <p:spPr bwMode="gray">
            <a:xfrm>
              <a:off x="7156" y="565"/>
              <a:ext cx="109" cy="121"/>
            </a:xfrm>
            <a:custGeom>
              <a:avLst/>
              <a:gdLst>
                <a:gd name="T0" fmla="*/ 802 w 1307"/>
                <a:gd name="T1" fmla="*/ 593 h 1456"/>
                <a:gd name="T2" fmla="*/ 746 w 1307"/>
                <a:gd name="T3" fmla="*/ 629 h 1456"/>
                <a:gd name="T4" fmla="*/ 713 w 1307"/>
                <a:gd name="T5" fmla="*/ 692 h 1456"/>
                <a:gd name="T6" fmla="*/ 748 w 1307"/>
                <a:gd name="T7" fmla="*/ 832 h 1456"/>
                <a:gd name="T8" fmla="*/ 838 w 1307"/>
                <a:gd name="T9" fmla="*/ 916 h 1456"/>
                <a:gd name="T10" fmla="*/ 970 w 1307"/>
                <a:gd name="T11" fmla="*/ 963 h 1456"/>
                <a:gd name="T12" fmla="*/ 1127 w 1307"/>
                <a:gd name="T13" fmla="*/ 971 h 1456"/>
                <a:gd name="T14" fmla="*/ 1282 w 1307"/>
                <a:gd name="T15" fmla="*/ 944 h 1456"/>
                <a:gd name="T16" fmla="*/ 1306 w 1307"/>
                <a:gd name="T17" fmla="*/ 948 h 1456"/>
                <a:gd name="T18" fmla="*/ 1299 w 1307"/>
                <a:gd name="T19" fmla="*/ 972 h 1456"/>
                <a:gd name="T20" fmla="*/ 1255 w 1307"/>
                <a:gd name="T21" fmla="*/ 1007 h 1456"/>
                <a:gd name="T22" fmla="*/ 1166 w 1307"/>
                <a:gd name="T23" fmla="*/ 1042 h 1456"/>
                <a:gd name="T24" fmla="*/ 1051 w 1307"/>
                <a:gd name="T25" fmla="*/ 1057 h 1456"/>
                <a:gd name="T26" fmla="*/ 851 w 1307"/>
                <a:gd name="T27" fmla="*/ 1032 h 1456"/>
                <a:gd name="T28" fmla="*/ 687 w 1307"/>
                <a:gd name="T29" fmla="*/ 959 h 1456"/>
                <a:gd name="T30" fmla="*/ 585 w 1307"/>
                <a:gd name="T31" fmla="*/ 864 h 1456"/>
                <a:gd name="T32" fmla="*/ 547 w 1307"/>
                <a:gd name="T33" fmla="*/ 796 h 1456"/>
                <a:gd name="T34" fmla="*/ 533 w 1307"/>
                <a:gd name="T35" fmla="*/ 728 h 1456"/>
                <a:gd name="T36" fmla="*/ 471 w 1307"/>
                <a:gd name="T37" fmla="*/ 717 h 1456"/>
                <a:gd name="T38" fmla="*/ 295 w 1307"/>
                <a:gd name="T39" fmla="*/ 760 h 1456"/>
                <a:gd name="T40" fmla="*/ 263 w 1307"/>
                <a:gd name="T41" fmla="*/ 950 h 1456"/>
                <a:gd name="T42" fmla="*/ 242 w 1307"/>
                <a:gd name="T43" fmla="*/ 1207 h 1456"/>
                <a:gd name="T44" fmla="*/ 249 w 1307"/>
                <a:gd name="T45" fmla="*/ 1425 h 1456"/>
                <a:gd name="T46" fmla="*/ 235 w 1307"/>
                <a:gd name="T47" fmla="*/ 1455 h 1456"/>
                <a:gd name="T48" fmla="*/ 183 w 1307"/>
                <a:gd name="T49" fmla="*/ 1441 h 1456"/>
                <a:gd name="T50" fmla="*/ 132 w 1307"/>
                <a:gd name="T51" fmla="*/ 1388 h 1456"/>
                <a:gd name="T52" fmla="*/ 101 w 1307"/>
                <a:gd name="T53" fmla="*/ 1291 h 1456"/>
                <a:gd name="T54" fmla="*/ 98 w 1307"/>
                <a:gd name="T55" fmla="*/ 1045 h 1456"/>
                <a:gd name="T56" fmla="*/ 123 w 1307"/>
                <a:gd name="T57" fmla="*/ 785 h 1456"/>
                <a:gd name="T58" fmla="*/ 59 w 1307"/>
                <a:gd name="T59" fmla="*/ 774 h 1456"/>
                <a:gd name="T60" fmla="*/ 29 w 1307"/>
                <a:gd name="T61" fmla="*/ 747 h 1456"/>
                <a:gd name="T62" fmla="*/ 0 w 1307"/>
                <a:gd name="T63" fmla="*/ 679 h 1456"/>
                <a:gd name="T64" fmla="*/ 21 w 1307"/>
                <a:gd name="T65" fmla="*/ 654 h 1456"/>
                <a:gd name="T66" fmla="*/ 95 w 1307"/>
                <a:gd name="T67" fmla="*/ 659 h 1456"/>
                <a:gd name="T68" fmla="*/ 174 w 1307"/>
                <a:gd name="T69" fmla="*/ 563 h 1456"/>
                <a:gd name="T70" fmla="*/ 246 w 1307"/>
                <a:gd name="T71" fmla="*/ 312 h 1456"/>
                <a:gd name="T72" fmla="*/ 332 w 1307"/>
                <a:gd name="T73" fmla="*/ 113 h 1456"/>
                <a:gd name="T74" fmla="*/ 407 w 1307"/>
                <a:gd name="T75" fmla="*/ 15 h 1456"/>
                <a:gd name="T76" fmla="*/ 488 w 1307"/>
                <a:gd name="T77" fmla="*/ 3 h 1456"/>
                <a:gd name="T78" fmla="*/ 569 w 1307"/>
                <a:gd name="T79" fmla="*/ 39 h 1456"/>
                <a:gd name="T80" fmla="*/ 619 w 1307"/>
                <a:gd name="T81" fmla="*/ 95 h 1456"/>
                <a:gd name="T82" fmla="*/ 634 w 1307"/>
                <a:gd name="T83" fmla="*/ 156 h 1456"/>
                <a:gd name="T84" fmla="*/ 621 w 1307"/>
                <a:gd name="T85" fmla="*/ 200 h 1456"/>
                <a:gd name="T86" fmla="*/ 598 w 1307"/>
                <a:gd name="T87" fmla="*/ 214 h 1456"/>
                <a:gd name="T88" fmla="*/ 578 w 1307"/>
                <a:gd name="T89" fmla="*/ 195 h 1456"/>
                <a:gd name="T90" fmla="*/ 535 w 1307"/>
                <a:gd name="T91" fmla="*/ 146 h 1456"/>
                <a:gd name="T92" fmla="*/ 494 w 1307"/>
                <a:gd name="T93" fmla="*/ 149 h 1456"/>
                <a:gd name="T94" fmla="*/ 451 w 1307"/>
                <a:gd name="T95" fmla="*/ 206 h 1456"/>
                <a:gd name="T96" fmla="*/ 345 w 1307"/>
                <a:gd name="T97" fmla="*/ 519 h 1456"/>
                <a:gd name="T98" fmla="*/ 388 w 1307"/>
                <a:gd name="T99" fmla="*/ 638 h 1456"/>
                <a:gd name="T100" fmla="*/ 594 w 1307"/>
                <a:gd name="T101" fmla="*/ 595 h 1456"/>
                <a:gd name="T102" fmla="*/ 650 w 1307"/>
                <a:gd name="T103" fmla="*/ 551 h 1456"/>
                <a:gd name="T104" fmla="*/ 746 w 1307"/>
                <a:gd name="T105" fmla="*/ 506 h 1456"/>
                <a:gd name="T106" fmla="*/ 844 w 1307"/>
                <a:gd name="T107" fmla="*/ 489 h 1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307" h="1456">
                  <a:moveTo>
                    <a:pt x="840" y="585"/>
                  </a:moveTo>
                  <a:lnTo>
                    <a:pt x="833" y="585"/>
                  </a:lnTo>
                  <a:lnTo>
                    <a:pt x="826" y="586"/>
                  </a:lnTo>
                  <a:lnTo>
                    <a:pt x="820" y="587"/>
                  </a:lnTo>
                  <a:lnTo>
                    <a:pt x="812" y="589"/>
                  </a:lnTo>
                  <a:lnTo>
                    <a:pt x="802" y="593"/>
                  </a:lnTo>
                  <a:lnTo>
                    <a:pt x="792" y="597"/>
                  </a:lnTo>
                  <a:lnTo>
                    <a:pt x="783" y="602"/>
                  </a:lnTo>
                  <a:lnTo>
                    <a:pt x="773" y="608"/>
                  </a:lnTo>
                  <a:lnTo>
                    <a:pt x="763" y="615"/>
                  </a:lnTo>
                  <a:lnTo>
                    <a:pt x="755" y="622"/>
                  </a:lnTo>
                  <a:lnTo>
                    <a:pt x="746" y="629"/>
                  </a:lnTo>
                  <a:lnTo>
                    <a:pt x="739" y="639"/>
                  </a:lnTo>
                  <a:lnTo>
                    <a:pt x="732" y="648"/>
                  </a:lnTo>
                  <a:lnTo>
                    <a:pt x="726" y="658"/>
                  </a:lnTo>
                  <a:lnTo>
                    <a:pt x="721" y="668"/>
                  </a:lnTo>
                  <a:lnTo>
                    <a:pt x="717" y="679"/>
                  </a:lnTo>
                  <a:lnTo>
                    <a:pt x="713" y="692"/>
                  </a:lnTo>
                  <a:lnTo>
                    <a:pt x="711" y="704"/>
                  </a:lnTo>
                  <a:lnTo>
                    <a:pt x="711" y="717"/>
                  </a:lnTo>
                  <a:lnTo>
                    <a:pt x="711" y="732"/>
                  </a:lnTo>
                  <a:lnTo>
                    <a:pt x="712" y="738"/>
                  </a:lnTo>
                  <a:lnTo>
                    <a:pt x="743" y="824"/>
                  </a:lnTo>
                  <a:lnTo>
                    <a:pt x="748" y="832"/>
                  </a:lnTo>
                  <a:lnTo>
                    <a:pt x="759" y="848"/>
                  </a:lnTo>
                  <a:lnTo>
                    <a:pt x="773" y="863"/>
                  </a:lnTo>
                  <a:lnTo>
                    <a:pt x="787" y="879"/>
                  </a:lnTo>
                  <a:lnTo>
                    <a:pt x="803" y="892"/>
                  </a:lnTo>
                  <a:lnTo>
                    <a:pt x="820" y="904"/>
                  </a:lnTo>
                  <a:lnTo>
                    <a:pt x="838" y="916"/>
                  </a:lnTo>
                  <a:lnTo>
                    <a:pt x="857" y="926"/>
                  </a:lnTo>
                  <a:lnTo>
                    <a:pt x="878" y="936"/>
                  </a:lnTo>
                  <a:lnTo>
                    <a:pt x="899" y="945"/>
                  </a:lnTo>
                  <a:lnTo>
                    <a:pt x="922" y="952"/>
                  </a:lnTo>
                  <a:lnTo>
                    <a:pt x="946" y="958"/>
                  </a:lnTo>
                  <a:lnTo>
                    <a:pt x="970" y="963"/>
                  </a:lnTo>
                  <a:lnTo>
                    <a:pt x="996" y="967"/>
                  </a:lnTo>
                  <a:lnTo>
                    <a:pt x="1021" y="970"/>
                  </a:lnTo>
                  <a:lnTo>
                    <a:pt x="1049" y="972"/>
                  </a:lnTo>
                  <a:lnTo>
                    <a:pt x="1077" y="973"/>
                  </a:lnTo>
                  <a:lnTo>
                    <a:pt x="1102" y="972"/>
                  </a:lnTo>
                  <a:lnTo>
                    <a:pt x="1127" y="971"/>
                  </a:lnTo>
                  <a:lnTo>
                    <a:pt x="1152" y="968"/>
                  </a:lnTo>
                  <a:lnTo>
                    <a:pt x="1178" y="965"/>
                  </a:lnTo>
                  <a:lnTo>
                    <a:pt x="1204" y="961"/>
                  </a:lnTo>
                  <a:lnTo>
                    <a:pt x="1230" y="956"/>
                  </a:lnTo>
                  <a:lnTo>
                    <a:pt x="1255" y="950"/>
                  </a:lnTo>
                  <a:lnTo>
                    <a:pt x="1282" y="944"/>
                  </a:lnTo>
                  <a:lnTo>
                    <a:pt x="1291" y="942"/>
                  </a:lnTo>
                  <a:lnTo>
                    <a:pt x="1298" y="942"/>
                  </a:lnTo>
                  <a:lnTo>
                    <a:pt x="1301" y="943"/>
                  </a:lnTo>
                  <a:lnTo>
                    <a:pt x="1303" y="944"/>
                  </a:lnTo>
                  <a:lnTo>
                    <a:pt x="1305" y="945"/>
                  </a:lnTo>
                  <a:lnTo>
                    <a:pt x="1306" y="948"/>
                  </a:lnTo>
                  <a:lnTo>
                    <a:pt x="1307" y="951"/>
                  </a:lnTo>
                  <a:lnTo>
                    <a:pt x="1307" y="954"/>
                  </a:lnTo>
                  <a:lnTo>
                    <a:pt x="1306" y="958"/>
                  </a:lnTo>
                  <a:lnTo>
                    <a:pt x="1305" y="963"/>
                  </a:lnTo>
                  <a:lnTo>
                    <a:pt x="1302" y="967"/>
                  </a:lnTo>
                  <a:lnTo>
                    <a:pt x="1299" y="972"/>
                  </a:lnTo>
                  <a:lnTo>
                    <a:pt x="1295" y="978"/>
                  </a:lnTo>
                  <a:lnTo>
                    <a:pt x="1291" y="983"/>
                  </a:lnTo>
                  <a:lnTo>
                    <a:pt x="1284" y="989"/>
                  </a:lnTo>
                  <a:lnTo>
                    <a:pt x="1275" y="995"/>
                  </a:lnTo>
                  <a:lnTo>
                    <a:pt x="1265" y="1001"/>
                  </a:lnTo>
                  <a:lnTo>
                    <a:pt x="1255" y="1007"/>
                  </a:lnTo>
                  <a:lnTo>
                    <a:pt x="1243" y="1013"/>
                  </a:lnTo>
                  <a:lnTo>
                    <a:pt x="1230" y="1019"/>
                  </a:lnTo>
                  <a:lnTo>
                    <a:pt x="1215" y="1025"/>
                  </a:lnTo>
                  <a:lnTo>
                    <a:pt x="1200" y="1032"/>
                  </a:lnTo>
                  <a:lnTo>
                    <a:pt x="1184" y="1037"/>
                  </a:lnTo>
                  <a:lnTo>
                    <a:pt x="1166" y="1042"/>
                  </a:lnTo>
                  <a:lnTo>
                    <a:pt x="1149" y="1046"/>
                  </a:lnTo>
                  <a:lnTo>
                    <a:pt x="1131" y="1050"/>
                  </a:lnTo>
                  <a:lnTo>
                    <a:pt x="1111" y="1053"/>
                  </a:lnTo>
                  <a:lnTo>
                    <a:pt x="1092" y="1055"/>
                  </a:lnTo>
                  <a:lnTo>
                    <a:pt x="1071" y="1056"/>
                  </a:lnTo>
                  <a:lnTo>
                    <a:pt x="1051" y="1057"/>
                  </a:lnTo>
                  <a:lnTo>
                    <a:pt x="1015" y="1056"/>
                  </a:lnTo>
                  <a:lnTo>
                    <a:pt x="981" y="1054"/>
                  </a:lnTo>
                  <a:lnTo>
                    <a:pt x="947" y="1050"/>
                  </a:lnTo>
                  <a:lnTo>
                    <a:pt x="914" y="1046"/>
                  </a:lnTo>
                  <a:lnTo>
                    <a:pt x="882" y="1039"/>
                  </a:lnTo>
                  <a:lnTo>
                    <a:pt x="851" y="1032"/>
                  </a:lnTo>
                  <a:lnTo>
                    <a:pt x="821" y="1022"/>
                  </a:lnTo>
                  <a:lnTo>
                    <a:pt x="792" y="1012"/>
                  </a:lnTo>
                  <a:lnTo>
                    <a:pt x="763" y="1001"/>
                  </a:lnTo>
                  <a:lnTo>
                    <a:pt x="737" y="988"/>
                  </a:lnTo>
                  <a:lnTo>
                    <a:pt x="710" y="974"/>
                  </a:lnTo>
                  <a:lnTo>
                    <a:pt x="687" y="959"/>
                  </a:lnTo>
                  <a:lnTo>
                    <a:pt x="663" y="943"/>
                  </a:lnTo>
                  <a:lnTo>
                    <a:pt x="642" y="925"/>
                  </a:lnTo>
                  <a:lnTo>
                    <a:pt x="622" y="906"/>
                  </a:lnTo>
                  <a:lnTo>
                    <a:pt x="603" y="887"/>
                  </a:lnTo>
                  <a:lnTo>
                    <a:pt x="594" y="875"/>
                  </a:lnTo>
                  <a:lnTo>
                    <a:pt x="585" y="864"/>
                  </a:lnTo>
                  <a:lnTo>
                    <a:pt x="577" y="853"/>
                  </a:lnTo>
                  <a:lnTo>
                    <a:pt x="570" y="842"/>
                  </a:lnTo>
                  <a:lnTo>
                    <a:pt x="562" y="831"/>
                  </a:lnTo>
                  <a:lnTo>
                    <a:pt x="557" y="819"/>
                  </a:lnTo>
                  <a:lnTo>
                    <a:pt x="551" y="808"/>
                  </a:lnTo>
                  <a:lnTo>
                    <a:pt x="547" y="796"/>
                  </a:lnTo>
                  <a:lnTo>
                    <a:pt x="543" y="785"/>
                  </a:lnTo>
                  <a:lnTo>
                    <a:pt x="539" y="773"/>
                  </a:lnTo>
                  <a:lnTo>
                    <a:pt x="537" y="762"/>
                  </a:lnTo>
                  <a:lnTo>
                    <a:pt x="535" y="751"/>
                  </a:lnTo>
                  <a:lnTo>
                    <a:pt x="534" y="740"/>
                  </a:lnTo>
                  <a:lnTo>
                    <a:pt x="533" y="728"/>
                  </a:lnTo>
                  <a:lnTo>
                    <a:pt x="533" y="718"/>
                  </a:lnTo>
                  <a:lnTo>
                    <a:pt x="534" y="707"/>
                  </a:lnTo>
                  <a:lnTo>
                    <a:pt x="535" y="699"/>
                  </a:lnTo>
                  <a:lnTo>
                    <a:pt x="527" y="701"/>
                  </a:lnTo>
                  <a:lnTo>
                    <a:pt x="499" y="709"/>
                  </a:lnTo>
                  <a:lnTo>
                    <a:pt x="471" y="717"/>
                  </a:lnTo>
                  <a:lnTo>
                    <a:pt x="442" y="725"/>
                  </a:lnTo>
                  <a:lnTo>
                    <a:pt x="413" y="733"/>
                  </a:lnTo>
                  <a:lnTo>
                    <a:pt x="383" y="740"/>
                  </a:lnTo>
                  <a:lnTo>
                    <a:pt x="353" y="747"/>
                  </a:lnTo>
                  <a:lnTo>
                    <a:pt x="325" y="754"/>
                  </a:lnTo>
                  <a:lnTo>
                    <a:pt x="295" y="760"/>
                  </a:lnTo>
                  <a:lnTo>
                    <a:pt x="292" y="761"/>
                  </a:lnTo>
                  <a:lnTo>
                    <a:pt x="291" y="764"/>
                  </a:lnTo>
                  <a:lnTo>
                    <a:pt x="283" y="811"/>
                  </a:lnTo>
                  <a:lnTo>
                    <a:pt x="275" y="858"/>
                  </a:lnTo>
                  <a:lnTo>
                    <a:pt x="269" y="904"/>
                  </a:lnTo>
                  <a:lnTo>
                    <a:pt x="263" y="950"/>
                  </a:lnTo>
                  <a:lnTo>
                    <a:pt x="258" y="995"/>
                  </a:lnTo>
                  <a:lnTo>
                    <a:pt x="252" y="1039"/>
                  </a:lnTo>
                  <a:lnTo>
                    <a:pt x="248" y="1083"/>
                  </a:lnTo>
                  <a:lnTo>
                    <a:pt x="245" y="1126"/>
                  </a:lnTo>
                  <a:lnTo>
                    <a:pt x="243" y="1167"/>
                  </a:lnTo>
                  <a:lnTo>
                    <a:pt x="242" y="1207"/>
                  </a:lnTo>
                  <a:lnTo>
                    <a:pt x="241" y="1247"/>
                  </a:lnTo>
                  <a:lnTo>
                    <a:pt x="241" y="1286"/>
                  </a:lnTo>
                  <a:lnTo>
                    <a:pt x="242" y="1323"/>
                  </a:lnTo>
                  <a:lnTo>
                    <a:pt x="243" y="1358"/>
                  </a:lnTo>
                  <a:lnTo>
                    <a:pt x="246" y="1392"/>
                  </a:lnTo>
                  <a:lnTo>
                    <a:pt x="249" y="1425"/>
                  </a:lnTo>
                  <a:lnTo>
                    <a:pt x="250" y="1433"/>
                  </a:lnTo>
                  <a:lnTo>
                    <a:pt x="249" y="1440"/>
                  </a:lnTo>
                  <a:lnTo>
                    <a:pt x="247" y="1446"/>
                  </a:lnTo>
                  <a:lnTo>
                    <a:pt x="245" y="1450"/>
                  </a:lnTo>
                  <a:lnTo>
                    <a:pt x="240" y="1454"/>
                  </a:lnTo>
                  <a:lnTo>
                    <a:pt x="235" y="1455"/>
                  </a:lnTo>
                  <a:lnTo>
                    <a:pt x="228" y="1456"/>
                  </a:lnTo>
                  <a:lnTo>
                    <a:pt x="221" y="1455"/>
                  </a:lnTo>
                  <a:lnTo>
                    <a:pt x="212" y="1453"/>
                  </a:lnTo>
                  <a:lnTo>
                    <a:pt x="202" y="1450"/>
                  </a:lnTo>
                  <a:lnTo>
                    <a:pt x="193" y="1446"/>
                  </a:lnTo>
                  <a:lnTo>
                    <a:pt x="183" y="1441"/>
                  </a:lnTo>
                  <a:lnTo>
                    <a:pt x="171" y="1434"/>
                  </a:lnTo>
                  <a:lnTo>
                    <a:pt x="158" y="1423"/>
                  </a:lnTo>
                  <a:lnTo>
                    <a:pt x="150" y="1415"/>
                  </a:lnTo>
                  <a:lnTo>
                    <a:pt x="144" y="1407"/>
                  </a:lnTo>
                  <a:lnTo>
                    <a:pt x="138" y="1398"/>
                  </a:lnTo>
                  <a:lnTo>
                    <a:pt x="132" y="1388"/>
                  </a:lnTo>
                  <a:lnTo>
                    <a:pt x="126" y="1376"/>
                  </a:lnTo>
                  <a:lnTo>
                    <a:pt x="120" y="1362"/>
                  </a:lnTo>
                  <a:lnTo>
                    <a:pt x="115" y="1347"/>
                  </a:lnTo>
                  <a:lnTo>
                    <a:pt x="110" y="1331"/>
                  </a:lnTo>
                  <a:lnTo>
                    <a:pt x="106" y="1311"/>
                  </a:lnTo>
                  <a:lnTo>
                    <a:pt x="101" y="1291"/>
                  </a:lnTo>
                  <a:lnTo>
                    <a:pt x="98" y="1268"/>
                  </a:lnTo>
                  <a:lnTo>
                    <a:pt x="96" y="1243"/>
                  </a:lnTo>
                  <a:lnTo>
                    <a:pt x="94" y="1201"/>
                  </a:lnTo>
                  <a:lnTo>
                    <a:pt x="94" y="1154"/>
                  </a:lnTo>
                  <a:lnTo>
                    <a:pt x="95" y="1101"/>
                  </a:lnTo>
                  <a:lnTo>
                    <a:pt x="98" y="1045"/>
                  </a:lnTo>
                  <a:lnTo>
                    <a:pt x="103" y="985"/>
                  </a:lnTo>
                  <a:lnTo>
                    <a:pt x="111" y="922"/>
                  </a:lnTo>
                  <a:lnTo>
                    <a:pt x="119" y="858"/>
                  </a:lnTo>
                  <a:lnTo>
                    <a:pt x="129" y="791"/>
                  </a:lnTo>
                  <a:lnTo>
                    <a:pt x="130" y="785"/>
                  </a:lnTo>
                  <a:lnTo>
                    <a:pt x="123" y="785"/>
                  </a:lnTo>
                  <a:lnTo>
                    <a:pt x="109" y="785"/>
                  </a:lnTo>
                  <a:lnTo>
                    <a:pt x="95" y="784"/>
                  </a:lnTo>
                  <a:lnTo>
                    <a:pt x="82" y="782"/>
                  </a:lnTo>
                  <a:lnTo>
                    <a:pt x="70" y="778"/>
                  </a:lnTo>
                  <a:lnTo>
                    <a:pt x="64" y="776"/>
                  </a:lnTo>
                  <a:lnTo>
                    <a:pt x="59" y="774"/>
                  </a:lnTo>
                  <a:lnTo>
                    <a:pt x="52" y="771"/>
                  </a:lnTo>
                  <a:lnTo>
                    <a:pt x="47" y="767"/>
                  </a:lnTo>
                  <a:lnTo>
                    <a:pt x="42" y="763"/>
                  </a:lnTo>
                  <a:lnTo>
                    <a:pt x="38" y="758"/>
                  </a:lnTo>
                  <a:lnTo>
                    <a:pt x="33" y="753"/>
                  </a:lnTo>
                  <a:lnTo>
                    <a:pt x="29" y="747"/>
                  </a:lnTo>
                  <a:lnTo>
                    <a:pt x="21" y="734"/>
                  </a:lnTo>
                  <a:lnTo>
                    <a:pt x="14" y="721"/>
                  </a:lnTo>
                  <a:lnTo>
                    <a:pt x="8" y="709"/>
                  </a:lnTo>
                  <a:lnTo>
                    <a:pt x="4" y="698"/>
                  </a:lnTo>
                  <a:lnTo>
                    <a:pt x="1" y="689"/>
                  </a:lnTo>
                  <a:lnTo>
                    <a:pt x="0" y="679"/>
                  </a:lnTo>
                  <a:lnTo>
                    <a:pt x="1" y="672"/>
                  </a:lnTo>
                  <a:lnTo>
                    <a:pt x="4" y="665"/>
                  </a:lnTo>
                  <a:lnTo>
                    <a:pt x="7" y="662"/>
                  </a:lnTo>
                  <a:lnTo>
                    <a:pt x="10" y="658"/>
                  </a:lnTo>
                  <a:lnTo>
                    <a:pt x="15" y="656"/>
                  </a:lnTo>
                  <a:lnTo>
                    <a:pt x="21" y="654"/>
                  </a:lnTo>
                  <a:lnTo>
                    <a:pt x="27" y="653"/>
                  </a:lnTo>
                  <a:lnTo>
                    <a:pt x="35" y="653"/>
                  </a:lnTo>
                  <a:lnTo>
                    <a:pt x="43" y="653"/>
                  </a:lnTo>
                  <a:lnTo>
                    <a:pt x="52" y="655"/>
                  </a:lnTo>
                  <a:lnTo>
                    <a:pt x="73" y="657"/>
                  </a:lnTo>
                  <a:lnTo>
                    <a:pt x="95" y="659"/>
                  </a:lnTo>
                  <a:lnTo>
                    <a:pt x="119" y="661"/>
                  </a:lnTo>
                  <a:lnTo>
                    <a:pt x="145" y="661"/>
                  </a:lnTo>
                  <a:lnTo>
                    <a:pt x="152" y="661"/>
                  </a:lnTo>
                  <a:lnTo>
                    <a:pt x="153" y="656"/>
                  </a:lnTo>
                  <a:lnTo>
                    <a:pt x="164" y="609"/>
                  </a:lnTo>
                  <a:lnTo>
                    <a:pt x="174" y="563"/>
                  </a:lnTo>
                  <a:lnTo>
                    <a:pt x="184" y="518"/>
                  </a:lnTo>
                  <a:lnTo>
                    <a:pt x="196" y="474"/>
                  </a:lnTo>
                  <a:lnTo>
                    <a:pt x="208" y="431"/>
                  </a:lnTo>
                  <a:lnTo>
                    <a:pt x="220" y="391"/>
                  </a:lnTo>
                  <a:lnTo>
                    <a:pt x="233" y="351"/>
                  </a:lnTo>
                  <a:lnTo>
                    <a:pt x="246" y="312"/>
                  </a:lnTo>
                  <a:lnTo>
                    <a:pt x="260" y="275"/>
                  </a:lnTo>
                  <a:lnTo>
                    <a:pt x="273" y="240"/>
                  </a:lnTo>
                  <a:lnTo>
                    <a:pt x="287" y="205"/>
                  </a:lnTo>
                  <a:lnTo>
                    <a:pt x="301" y="172"/>
                  </a:lnTo>
                  <a:lnTo>
                    <a:pt x="317" y="142"/>
                  </a:lnTo>
                  <a:lnTo>
                    <a:pt x="332" y="113"/>
                  </a:lnTo>
                  <a:lnTo>
                    <a:pt x="347" y="85"/>
                  </a:lnTo>
                  <a:lnTo>
                    <a:pt x="363" y="60"/>
                  </a:lnTo>
                  <a:lnTo>
                    <a:pt x="373" y="46"/>
                  </a:lnTo>
                  <a:lnTo>
                    <a:pt x="383" y="34"/>
                  </a:lnTo>
                  <a:lnTo>
                    <a:pt x="395" y="23"/>
                  </a:lnTo>
                  <a:lnTo>
                    <a:pt x="407" y="15"/>
                  </a:lnTo>
                  <a:lnTo>
                    <a:pt x="420" y="9"/>
                  </a:lnTo>
                  <a:lnTo>
                    <a:pt x="434" y="4"/>
                  </a:lnTo>
                  <a:lnTo>
                    <a:pt x="448" y="1"/>
                  </a:lnTo>
                  <a:lnTo>
                    <a:pt x="463" y="0"/>
                  </a:lnTo>
                  <a:lnTo>
                    <a:pt x="475" y="1"/>
                  </a:lnTo>
                  <a:lnTo>
                    <a:pt x="488" y="3"/>
                  </a:lnTo>
                  <a:lnTo>
                    <a:pt x="500" y="5"/>
                  </a:lnTo>
                  <a:lnTo>
                    <a:pt x="514" y="10"/>
                  </a:lnTo>
                  <a:lnTo>
                    <a:pt x="527" y="15"/>
                  </a:lnTo>
                  <a:lnTo>
                    <a:pt x="541" y="21"/>
                  </a:lnTo>
                  <a:lnTo>
                    <a:pt x="554" y="29"/>
                  </a:lnTo>
                  <a:lnTo>
                    <a:pt x="569" y="39"/>
                  </a:lnTo>
                  <a:lnTo>
                    <a:pt x="580" y="47"/>
                  </a:lnTo>
                  <a:lnTo>
                    <a:pt x="589" y="55"/>
                  </a:lnTo>
                  <a:lnTo>
                    <a:pt x="598" y="64"/>
                  </a:lnTo>
                  <a:lnTo>
                    <a:pt x="606" y="74"/>
                  </a:lnTo>
                  <a:lnTo>
                    <a:pt x="612" y="84"/>
                  </a:lnTo>
                  <a:lnTo>
                    <a:pt x="619" y="95"/>
                  </a:lnTo>
                  <a:lnTo>
                    <a:pt x="624" y="105"/>
                  </a:lnTo>
                  <a:lnTo>
                    <a:pt x="627" y="115"/>
                  </a:lnTo>
                  <a:lnTo>
                    <a:pt x="630" y="126"/>
                  </a:lnTo>
                  <a:lnTo>
                    <a:pt x="632" y="136"/>
                  </a:lnTo>
                  <a:lnTo>
                    <a:pt x="633" y="146"/>
                  </a:lnTo>
                  <a:lnTo>
                    <a:pt x="634" y="156"/>
                  </a:lnTo>
                  <a:lnTo>
                    <a:pt x="633" y="165"/>
                  </a:lnTo>
                  <a:lnTo>
                    <a:pt x="632" y="173"/>
                  </a:lnTo>
                  <a:lnTo>
                    <a:pt x="630" y="181"/>
                  </a:lnTo>
                  <a:lnTo>
                    <a:pt x="627" y="188"/>
                  </a:lnTo>
                  <a:lnTo>
                    <a:pt x="624" y="194"/>
                  </a:lnTo>
                  <a:lnTo>
                    <a:pt x="621" y="200"/>
                  </a:lnTo>
                  <a:lnTo>
                    <a:pt x="617" y="204"/>
                  </a:lnTo>
                  <a:lnTo>
                    <a:pt x="613" y="208"/>
                  </a:lnTo>
                  <a:lnTo>
                    <a:pt x="609" y="210"/>
                  </a:lnTo>
                  <a:lnTo>
                    <a:pt x="606" y="213"/>
                  </a:lnTo>
                  <a:lnTo>
                    <a:pt x="602" y="214"/>
                  </a:lnTo>
                  <a:lnTo>
                    <a:pt x="598" y="214"/>
                  </a:lnTo>
                  <a:lnTo>
                    <a:pt x="595" y="214"/>
                  </a:lnTo>
                  <a:lnTo>
                    <a:pt x="592" y="213"/>
                  </a:lnTo>
                  <a:lnTo>
                    <a:pt x="589" y="211"/>
                  </a:lnTo>
                  <a:lnTo>
                    <a:pt x="587" y="209"/>
                  </a:lnTo>
                  <a:lnTo>
                    <a:pt x="582" y="203"/>
                  </a:lnTo>
                  <a:lnTo>
                    <a:pt x="578" y="195"/>
                  </a:lnTo>
                  <a:lnTo>
                    <a:pt x="573" y="182"/>
                  </a:lnTo>
                  <a:lnTo>
                    <a:pt x="567" y="172"/>
                  </a:lnTo>
                  <a:lnTo>
                    <a:pt x="559" y="163"/>
                  </a:lnTo>
                  <a:lnTo>
                    <a:pt x="552" y="155"/>
                  </a:lnTo>
                  <a:lnTo>
                    <a:pt x="544" y="150"/>
                  </a:lnTo>
                  <a:lnTo>
                    <a:pt x="535" y="146"/>
                  </a:lnTo>
                  <a:lnTo>
                    <a:pt x="525" y="144"/>
                  </a:lnTo>
                  <a:lnTo>
                    <a:pt x="515" y="144"/>
                  </a:lnTo>
                  <a:lnTo>
                    <a:pt x="509" y="144"/>
                  </a:lnTo>
                  <a:lnTo>
                    <a:pt x="503" y="145"/>
                  </a:lnTo>
                  <a:lnTo>
                    <a:pt x="499" y="147"/>
                  </a:lnTo>
                  <a:lnTo>
                    <a:pt x="494" y="149"/>
                  </a:lnTo>
                  <a:lnTo>
                    <a:pt x="486" y="154"/>
                  </a:lnTo>
                  <a:lnTo>
                    <a:pt x="478" y="161"/>
                  </a:lnTo>
                  <a:lnTo>
                    <a:pt x="471" y="170"/>
                  </a:lnTo>
                  <a:lnTo>
                    <a:pt x="464" y="180"/>
                  </a:lnTo>
                  <a:lnTo>
                    <a:pt x="457" y="193"/>
                  </a:lnTo>
                  <a:lnTo>
                    <a:pt x="451" y="206"/>
                  </a:lnTo>
                  <a:lnTo>
                    <a:pt x="432" y="252"/>
                  </a:lnTo>
                  <a:lnTo>
                    <a:pt x="414" y="300"/>
                  </a:lnTo>
                  <a:lnTo>
                    <a:pt x="396" y="351"/>
                  </a:lnTo>
                  <a:lnTo>
                    <a:pt x="378" y="405"/>
                  </a:lnTo>
                  <a:lnTo>
                    <a:pt x="362" y="461"/>
                  </a:lnTo>
                  <a:lnTo>
                    <a:pt x="345" y="519"/>
                  </a:lnTo>
                  <a:lnTo>
                    <a:pt x="331" y="579"/>
                  </a:lnTo>
                  <a:lnTo>
                    <a:pt x="316" y="641"/>
                  </a:lnTo>
                  <a:lnTo>
                    <a:pt x="315" y="649"/>
                  </a:lnTo>
                  <a:lnTo>
                    <a:pt x="323" y="648"/>
                  </a:lnTo>
                  <a:lnTo>
                    <a:pt x="354" y="643"/>
                  </a:lnTo>
                  <a:lnTo>
                    <a:pt x="388" y="638"/>
                  </a:lnTo>
                  <a:lnTo>
                    <a:pt x="422" y="633"/>
                  </a:lnTo>
                  <a:lnTo>
                    <a:pt x="455" y="625"/>
                  </a:lnTo>
                  <a:lnTo>
                    <a:pt x="490" y="619"/>
                  </a:lnTo>
                  <a:lnTo>
                    <a:pt x="525" y="611"/>
                  </a:lnTo>
                  <a:lnTo>
                    <a:pt x="559" y="604"/>
                  </a:lnTo>
                  <a:lnTo>
                    <a:pt x="594" y="595"/>
                  </a:lnTo>
                  <a:lnTo>
                    <a:pt x="595" y="595"/>
                  </a:lnTo>
                  <a:lnTo>
                    <a:pt x="596" y="594"/>
                  </a:lnTo>
                  <a:lnTo>
                    <a:pt x="608" y="583"/>
                  </a:lnTo>
                  <a:lnTo>
                    <a:pt x="622" y="571"/>
                  </a:lnTo>
                  <a:lnTo>
                    <a:pt x="636" y="561"/>
                  </a:lnTo>
                  <a:lnTo>
                    <a:pt x="650" y="551"/>
                  </a:lnTo>
                  <a:lnTo>
                    <a:pt x="666" y="542"/>
                  </a:lnTo>
                  <a:lnTo>
                    <a:pt x="681" y="534"/>
                  </a:lnTo>
                  <a:lnTo>
                    <a:pt x="696" y="525"/>
                  </a:lnTo>
                  <a:lnTo>
                    <a:pt x="712" y="518"/>
                  </a:lnTo>
                  <a:lnTo>
                    <a:pt x="730" y="511"/>
                  </a:lnTo>
                  <a:lnTo>
                    <a:pt x="746" y="506"/>
                  </a:lnTo>
                  <a:lnTo>
                    <a:pt x="762" y="501"/>
                  </a:lnTo>
                  <a:lnTo>
                    <a:pt x="780" y="497"/>
                  </a:lnTo>
                  <a:lnTo>
                    <a:pt x="796" y="493"/>
                  </a:lnTo>
                  <a:lnTo>
                    <a:pt x="812" y="491"/>
                  </a:lnTo>
                  <a:lnTo>
                    <a:pt x="829" y="490"/>
                  </a:lnTo>
                  <a:lnTo>
                    <a:pt x="844" y="489"/>
                  </a:lnTo>
                  <a:lnTo>
                    <a:pt x="891" y="544"/>
                  </a:lnTo>
                  <a:lnTo>
                    <a:pt x="840" y="5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47" name="Freeform 48"/>
            <p:cNvSpPr>
              <a:spLocks/>
            </p:cNvSpPr>
            <p:nvPr userDrawn="1"/>
          </p:nvSpPr>
          <p:spPr bwMode="gray">
            <a:xfrm>
              <a:off x="6540" y="596"/>
              <a:ext cx="34" cy="32"/>
            </a:xfrm>
            <a:custGeom>
              <a:avLst/>
              <a:gdLst>
                <a:gd name="T0" fmla="*/ 255 w 405"/>
                <a:gd name="T1" fmla="*/ 101 h 383"/>
                <a:gd name="T2" fmla="*/ 269 w 405"/>
                <a:gd name="T3" fmla="*/ 105 h 383"/>
                <a:gd name="T4" fmla="*/ 281 w 405"/>
                <a:gd name="T5" fmla="*/ 113 h 383"/>
                <a:gd name="T6" fmla="*/ 289 w 405"/>
                <a:gd name="T7" fmla="*/ 122 h 383"/>
                <a:gd name="T8" fmla="*/ 293 w 405"/>
                <a:gd name="T9" fmla="*/ 132 h 383"/>
                <a:gd name="T10" fmla="*/ 294 w 405"/>
                <a:gd name="T11" fmla="*/ 143 h 383"/>
                <a:gd name="T12" fmla="*/ 290 w 405"/>
                <a:gd name="T13" fmla="*/ 159 h 383"/>
                <a:gd name="T14" fmla="*/ 277 w 405"/>
                <a:gd name="T15" fmla="*/ 177 h 383"/>
                <a:gd name="T16" fmla="*/ 254 w 405"/>
                <a:gd name="T17" fmla="*/ 199 h 383"/>
                <a:gd name="T18" fmla="*/ 221 w 405"/>
                <a:gd name="T19" fmla="*/ 224 h 383"/>
                <a:gd name="T20" fmla="*/ 182 w 405"/>
                <a:gd name="T21" fmla="*/ 249 h 383"/>
                <a:gd name="T22" fmla="*/ 136 w 405"/>
                <a:gd name="T23" fmla="*/ 275 h 383"/>
                <a:gd name="T24" fmla="*/ 99 w 405"/>
                <a:gd name="T25" fmla="*/ 294 h 383"/>
                <a:gd name="T26" fmla="*/ 95 w 405"/>
                <a:gd name="T27" fmla="*/ 383 h 383"/>
                <a:gd name="T28" fmla="*/ 141 w 405"/>
                <a:gd name="T29" fmla="*/ 362 h 383"/>
                <a:gd name="T30" fmla="*/ 223 w 405"/>
                <a:gd name="T31" fmla="*/ 322 h 383"/>
                <a:gd name="T32" fmla="*/ 279 w 405"/>
                <a:gd name="T33" fmla="*/ 289 h 383"/>
                <a:gd name="T34" fmla="*/ 312 w 405"/>
                <a:gd name="T35" fmla="*/ 268 h 383"/>
                <a:gd name="T36" fmla="*/ 341 w 405"/>
                <a:gd name="T37" fmla="*/ 244 h 383"/>
                <a:gd name="T38" fmla="*/ 367 w 405"/>
                <a:gd name="T39" fmla="*/ 221 h 383"/>
                <a:gd name="T40" fmla="*/ 384 w 405"/>
                <a:gd name="T41" fmla="*/ 200 h 383"/>
                <a:gd name="T42" fmla="*/ 394 w 405"/>
                <a:gd name="T43" fmla="*/ 183 h 383"/>
                <a:gd name="T44" fmla="*/ 401 w 405"/>
                <a:gd name="T45" fmla="*/ 167 h 383"/>
                <a:gd name="T46" fmla="*/ 404 w 405"/>
                <a:gd name="T47" fmla="*/ 150 h 383"/>
                <a:gd name="T48" fmla="*/ 405 w 405"/>
                <a:gd name="T49" fmla="*/ 129 h 383"/>
                <a:gd name="T50" fmla="*/ 400 w 405"/>
                <a:gd name="T51" fmla="*/ 103 h 383"/>
                <a:gd name="T52" fmla="*/ 390 w 405"/>
                <a:gd name="T53" fmla="*/ 83 h 383"/>
                <a:gd name="T54" fmla="*/ 378 w 405"/>
                <a:gd name="T55" fmla="*/ 65 h 383"/>
                <a:gd name="T56" fmla="*/ 363 w 405"/>
                <a:gd name="T57" fmla="*/ 48 h 383"/>
                <a:gd name="T58" fmla="*/ 344 w 405"/>
                <a:gd name="T59" fmla="*/ 34 h 383"/>
                <a:gd name="T60" fmla="*/ 324 w 405"/>
                <a:gd name="T61" fmla="*/ 22 h 383"/>
                <a:gd name="T62" fmla="*/ 302 w 405"/>
                <a:gd name="T63" fmla="*/ 12 h 383"/>
                <a:gd name="T64" fmla="*/ 281 w 405"/>
                <a:gd name="T65" fmla="*/ 4 h 383"/>
                <a:gd name="T66" fmla="*/ 259 w 405"/>
                <a:gd name="T67" fmla="*/ 1 h 383"/>
                <a:gd name="T68" fmla="*/ 198 w 405"/>
                <a:gd name="T69" fmla="*/ 59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05" h="383">
                  <a:moveTo>
                    <a:pt x="247" y="101"/>
                  </a:moveTo>
                  <a:lnTo>
                    <a:pt x="255" y="101"/>
                  </a:lnTo>
                  <a:lnTo>
                    <a:pt x="262" y="103"/>
                  </a:lnTo>
                  <a:lnTo>
                    <a:pt x="269" y="105"/>
                  </a:lnTo>
                  <a:lnTo>
                    <a:pt x="275" y="109"/>
                  </a:lnTo>
                  <a:lnTo>
                    <a:pt x="281" y="113"/>
                  </a:lnTo>
                  <a:lnTo>
                    <a:pt x="285" y="117"/>
                  </a:lnTo>
                  <a:lnTo>
                    <a:pt x="289" y="122"/>
                  </a:lnTo>
                  <a:lnTo>
                    <a:pt x="292" y="127"/>
                  </a:lnTo>
                  <a:lnTo>
                    <a:pt x="293" y="132"/>
                  </a:lnTo>
                  <a:lnTo>
                    <a:pt x="294" y="137"/>
                  </a:lnTo>
                  <a:lnTo>
                    <a:pt x="294" y="143"/>
                  </a:lnTo>
                  <a:lnTo>
                    <a:pt x="292" y="150"/>
                  </a:lnTo>
                  <a:lnTo>
                    <a:pt x="290" y="159"/>
                  </a:lnTo>
                  <a:lnTo>
                    <a:pt x="285" y="168"/>
                  </a:lnTo>
                  <a:lnTo>
                    <a:pt x="277" y="177"/>
                  </a:lnTo>
                  <a:lnTo>
                    <a:pt x="268" y="187"/>
                  </a:lnTo>
                  <a:lnTo>
                    <a:pt x="254" y="199"/>
                  </a:lnTo>
                  <a:lnTo>
                    <a:pt x="238" y="212"/>
                  </a:lnTo>
                  <a:lnTo>
                    <a:pt x="221" y="224"/>
                  </a:lnTo>
                  <a:lnTo>
                    <a:pt x="203" y="237"/>
                  </a:lnTo>
                  <a:lnTo>
                    <a:pt x="182" y="249"/>
                  </a:lnTo>
                  <a:lnTo>
                    <a:pt x="160" y="263"/>
                  </a:lnTo>
                  <a:lnTo>
                    <a:pt x="136" y="275"/>
                  </a:lnTo>
                  <a:lnTo>
                    <a:pt x="111" y="288"/>
                  </a:lnTo>
                  <a:lnTo>
                    <a:pt x="99" y="294"/>
                  </a:lnTo>
                  <a:lnTo>
                    <a:pt x="0" y="370"/>
                  </a:lnTo>
                  <a:lnTo>
                    <a:pt x="95" y="383"/>
                  </a:lnTo>
                  <a:lnTo>
                    <a:pt x="99" y="381"/>
                  </a:lnTo>
                  <a:lnTo>
                    <a:pt x="141" y="362"/>
                  </a:lnTo>
                  <a:lnTo>
                    <a:pt x="183" y="342"/>
                  </a:lnTo>
                  <a:lnTo>
                    <a:pt x="223" y="322"/>
                  </a:lnTo>
                  <a:lnTo>
                    <a:pt x="261" y="300"/>
                  </a:lnTo>
                  <a:lnTo>
                    <a:pt x="279" y="289"/>
                  </a:lnTo>
                  <a:lnTo>
                    <a:pt x="295" y="279"/>
                  </a:lnTo>
                  <a:lnTo>
                    <a:pt x="312" y="268"/>
                  </a:lnTo>
                  <a:lnTo>
                    <a:pt x="327" y="257"/>
                  </a:lnTo>
                  <a:lnTo>
                    <a:pt x="341" y="244"/>
                  </a:lnTo>
                  <a:lnTo>
                    <a:pt x="354" y="233"/>
                  </a:lnTo>
                  <a:lnTo>
                    <a:pt x="367" y="221"/>
                  </a:lnTo>
                  <a:lnTo>
                    <a:pt x="377" y="210"/>
                  </a:lnTo>
                  <a:lnTo>
                    <a:pt x="384" y="200"/>
                  </a:lnTo>
                  <a:lnTo>
                    <a:pt x="389" y="192"/>
                  </a:lnTo>
                  <a:lnTo>
                    <a:pt x="394" y="183"/>
                  </a:lnTo>
                  <a:lnTo>
                    <a:pt x="398" y="175"/>
                  </a:lnTo>
                  <a:lnTo>
                    <a:pt x="401" y="167"/>
                  </a:lnTo>
                  <a:lnTo>
                    <a:pt x="403" y="159"/>
                  </a:lnTo>
                  <a:lnTo>
                    <a:pt x="404" y="150"/>
                  </a:lnTo>
                  <a:lnTo>
                    <a:pt x="405" y="143"/>
                  </a:lnTo>
                  <a:lnTo>
                    <a:pt x="405" y="129"/>
                  </a:lnTo>
                  <a:lnTo>
                    <a:pt x="403" y="116"/>
                  </a:lnTo>
                  <a:lnTo>
                    <a:pt x="400" y="103"/>
                  </a:lnTo>
                  <a:lnTo>
                    <a:pt x="395" y="92"/>
                  </a:lnTo>
                  <a:lnTo>
                    <a:pt x="390" y="83"/>
                  </a:lnTo>
                  <a:lnTo>
                    <a:pt x="385" y="74"/>
                  </a:lnTo>
                  <a:lnTo>
                    <a:pt x="378" y="65"/>
                  </a:lnTo>
                  <a:lnTo>
                    <a:pt x="371" y="56"/>
                  </a:lnTo>
                  <a:lnTo>
                    <a:pt x="363" y="48"/>
                  </a:lnTo>
                  <a:lnTo>
                    <a:pt x="353" y="40"/>
                  </a:lnTo>
                  <a:lnTo>
                    <a:pt x="344" y="34"/>
                  </a:lnTo>
                  <a:lnTo>
                    <a:pt x="334" y="27"/>
                  </a:lnTo>
                  <a:lnTo>
                    <a:pt x="324" y="22"/>
                  </a:lnTo>
                  <a:lnTo>
                    <a:pt x="314" y="16"/>
                  </a:lnTo>
                  <a:lnTo>
                    <a:pt x="302" y="12"/>
                  </a:lnTo>
                  <a:lnTo>
                    <a:pt x="292" y="7"/>
                  </a:lnTo>
                  <a:lnTo>
                    <a:pt x="281" y="4"/>
                  </a:lnTo>
                  <a:lnTo>
                    <a:pt x="270" y="2"/>
                  </a:lnTo>
                  <a:lnTo>
                    <a:pt x="259" y="1"/>
                  </a:lnTo>
                  <a:lnTo>
                    <a:pt x="247" y="0"/>
                  </a:lnTo>
                  <a:lnTo>
                    <a:pt x="198" y="59"/>
                  </a:lnTo>
                  <a:lnTo>
                    <a:pt x="247" y="10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48" name="Freeform 49"/>
            <p:cNvSpPr>
              <a:spLocks/>
            </p:cNvSpPr>
            <p:nvPr userDrawn="1"/>
          </p:nvSpPr>
          <p:spPr bwMode="gray">
            <a:xfrm>
              <a:off x="6473" y="596"/>
              <a:ext cx="191" cy="122"/>
            </a:xfrm>
            <a:custGeom>
              <a:avLst/>
              <a:gdLst>
                <a:gd name="T0" fmla="*/ 982 w 2289"/>
                <a:gd name="T1" fmla="*/ 130 h 1460"/>
                <a:gd name="T2" fmla="*/ 920 w 2289"/>
                <a:gd name="T3" fmla="*/ 214 h 1460"/>
                <a:gd name="T4" fmla="*/ 891 w 2289"/>
                <a:gd name="T5" fmla="*/ 387 h 1460"/>
                <a:gd name="T6" fmla="*/ 936 w 2289"/>
                <a:gd name="T7" fmla="*/ 481 h 1460"/>
                <a:gd name="T8" fmla="*/ 1034 w 2289"/>
                <a:gd name="T9" fmla="*/ 514 h 1460"/>
                <a:gd name="T10" fmla="*/ 1200 w 2289"/>
                <a:gd name="T11" fmla="*/ 464 h 1460"/>
                <a:gd name="T12" fmla="*/ 1394 w 2289"/>
                <a:gd name="T13" fmla="*/ 312 h 1460"/>
                <a:gd name="T14" fmla="*/ 1433 w 2289"/>
                <a:gd name="T15" fmla="*/ 157 h 1460"/>
                <a:gd name="T16" fmla="*/ 1486 w 2289"/>
                <a:gd name="T17" fmla="*/ 59 h 1460"/>
                <a:gd name="T18" fmla="*/ 1544 w 2289"/>
                <a:gd name="T19" fmla="*/ 51 h 1460"/>
                <a:gd name="T20" fmla="*/ 1625 w 2289"/>
                <a:gd name="T21" fmla="*/ 91 h 1460"/>
                <a:gd name="T22" fmla="*/ 1634 w 2289"/>
                <a:gd name="T23" fmla="*/ 139 h 1460"/>
                <a:gd name="T24" fmla="*/ 1565 w 2289"/>
                <a:gd name="T25" fmla="*/ 346 h 1460"/>
                <a:gd name="T26" fmla="*/ 1568 w 2289"/>
                <a:gd name="T27" fmla="*/ 436 h 1460"/>
                <a:gd name="T28" fmla="*/ 1616 w 2289"/>
                <a:gd name="T29" fmla="*/ 424 h 1460"/>
                <a:gd name="T30" fmla="*/ 1755 w 2289"/>
                <a:gd name="T31" fmla="*/ 283 h 1460"/>
                <a:gd name="T32" fmla="*/ 1888 w 2289"/>
                <a:gd name="T33" fmla="*/ 183 h 1460"/>
                <a:gd name="T34" fmla="*/ 1988 w 2289"/>
                <a:gd name="T35" fmla="*/ 199 h 1460"/>
                <a:gd name="T36" fmla="*/ 2063 w 2289"/>
                <a:gd name="T37" fmla="*/ 256 h 1460"/>
                <a:gd name="T38" fmla="*/ 2136 w 2289"/>
                <a:gd name="T39" fmla="*/ 408 h 1460"/>
                <a:gd name="T40" fmla="*/ 2229 w 2289"/>
                <a:gd name="T41" fmla="*/ 531 h 1460"/>
                <a:gd name="T42" fmla="*/ 2287 w 2289"/>
                <a:gd name="T43" fmla="*/ 580 h 1460"/>
                <a:gd name="T44" fmla="*/ 2259 w 2289"/>
                <a:gd name="T45" fmla="*/ 612 h 1460"/>
                <a:gd name="T46" fmla="*/ 2126 w 2289"/>
                <a:gd name="T47" fmla="*/ 583 h 1460"/>
                <a:gd name="T48" fmla="*/ 1973 w 2289"/>
                <a:gd name="T49" fmla="*/ 441 h 1460"/>
                <a:gd name="T50" fmla="*/ 1884 w 2289"/>
                <a:gd name="T51" fmla="*/ 335 h 1460"/>
                <a:gd name="T52" fmla="*/ 1759 w 2289"/>
                <a:gd name="T53" fmla="*/ 434 h 1460"/>
                <a:gd name="T54" fmla="*/ 1620 w 2289"/>
                <a:gd name="T55" fmla="*/ 580 h 1460"/>
                <a:gd name="T56" fmla="*/ 1534 w 2289"/>
                <a:gd name="T57" fmla="*/ 588 h 1460"/>
                <a:gd name="T58" fmla="*/ 1425 w 2289"/>
                <a:gd name="T59" fmla="*/ 523 h 1460"/>
                <a:gd name="T60" fmla="*/ 1351 w 2289"/>
                <a:gd name="T61" fmla="*/ 466 h 1460"/>
                <a:gd name="T62" fmla="*/ 1157 w 2289"/>
                <a:gd name="T63" fmla="*/ 584 h 1460"/>
                <a:gd name="T64" fmla="*/ 993 w 2289"/>
                <a:gd name="T65" fmla="*/ 613 h 1460"/>
                <a:gd name="T66" fmla="*/ 823 w 2289"/>
                <a:gd name="T67" fmla="*/ 555 h 1460"/>
                <a:gd name="T68" fmla="*/ 720 w 2289"/>
                <a:gd name="T69" fmla="*/ 457 h 1460"/>
                <a:gd name="T70" fmla="*/ 448 w 2289"/>
                <a:gd name="T71" fmla="*/ 594 h 1460"/>
                <a:gd name="T72" fmla="*/ 392 w 2289"/>
                <a:gd name="T73" fmla="*/ 862 h 1460"/>
                <a:gd name="T74" fmla="*/ 328 w 2289"/>
                <a:gd name="T75" fmla="*/ 1161 h 1460"/>
                <a:gd name="T76" fmla="*/ 215 w 2289"/>
                <a:gd name="T77" fmla="*/ 1376 h 1460"/>
                <a:gd name="T78" fmla="*/ 114 w 2289"/>
                <a:gd name="T79" fmla="*/ 1448 h 1460"/>
                <a:gd name="T80" fmla="*/ 0 w 2289"/>
                <a:gd name="T81" fmla="*/ 1423 h 1460"/>
                <a:gd name="T82" fmla="*/ 95 w 2289"/>
                <a:gd name="T83" fmla="*/ 1349 h 1460"/>
                <a:gd name="T84" fmla="*/ 163 w 2289"/>
                <a:gd name="T85" fmla="*/ 1228 h 1460"/>
                <a:gd name="T86" fmla="*/ 213 w 2289"/>
                <a:gd name="T87" fmla="*/ 1035 h 1460"/>
                <a:gd name="T88" fmla="*/ 240 w 2289"/>
                <a:gd name="T89" fmla="*/ 617 h 1460"/>
                <a:gd name="T90" fmla="*/ 195 w 2289"/>
                <a:gd name="T91" fmla="*/ 511 h 1460"/>
                <a:gd name="T92" fmla="*/ 92 w 2289"/>
                <a:gd name="T93" fmla="*/ 565 h 1460"/>
                <a:gd name="T94" fmla="*/ 143 w 2289"/>
                <a:gd name="T95" fmla="*/ 433 h 1460"/>
                <a:gd name="T96" fmla="*/ 254 w 2289"/>
                <a:gd name="T97" fmla="*/ 332 h 1460"/>
                <a:gd name="T98" fmla="*/ 297 w 2289"/>
                <a:gd name="T99" fmla="*/ 230 h 1460"/>
                <a:gd name="T100" fmla="*/ 267 w 2289"/>
                <a:gd name="T101" fmla="*/ 178 h 1460"/>
                <a:gd name="T102" fmla="*/ 261 w 2289"/>
                <a:gd name="T103" fmla="*/ 74 h 1460"/>
                <a:gd name="T104" fmla="*/ 335 w 2289"/>
                <a:gd name="T105" fmla="*/ 118 h 1460"/>
                <a:gd name="T106" fmla="*/ 398 w 2289"/>
                <a:gd name="T107" fmla="*/ 108 h 1460"/>
                <a:gd name="T108" fmla="*/ 489 w 2289"/>
                <a:gd name="T109" fmla="*/ 137 h 1460"/>
                <a:gd name="T110" fmla="*/ 505 w 2289"/>
                <a:gd name="T111" fmla="*/ 181 h 1460"/>
                <a:gd name="T112" fmla="*/ 456 w 2289"/>
                <a:gd name="T113" fmla="*/ 322 h 1460"/>
                <a:gd name="T114" fmla="*/ 427 w 2289"/>
                <a:gd name="T115" fmla="*/ 510 h 1460"/>
                <a:gd name="T116" fmla="*/ 690 w 2289"/>
                <a:gd name="T117" fmla="*/ 385 h 1460"/>
                <a:gd name="T118" fmla="*/ 720 w 2289"/>
                <a:gd name="T119" fmla="*/ 256 h 1460"/>
                <a:gd name="T120" fmla="*/ 812 w 2289"/>
                <a:gd name="T121" fmla="*/ 126 h 1460"/>
                <a:gd name="T122" fmla="*/ 957 w 2289"/>
                <a:gd name="T123" fmla="*/ 26 h 1460"/>
                <a:gd name="T124" fmla="*/ 1042 w 2289"/>
                <a:gd name="T125" fmla="*/ 101 h 14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289" h="1460">
                  <a:moveTo>
                    <a:pt x="1042" y="101"/>
                  </a:moveTo>
                  <a:lnTo>
                    <a:pt x="1034" y="101"/>
                  </a:lnTo>
                  <a:lnTo>
                    <a:pt x="1027" y="103"/>
                  </a:lnTo>
                  <a:lnTo>
                    <a:pt x="1020" y="105"/>
                  </a:lnTo>
                  <a:lnTo>
                    <a:pt x="1013" y="109"/>
                  </a:lnTo>
                  <a:lnTo>
                    <a:pt x="1003" y="116"/>
                  </a:lnTo>
                  <a:lnTo>
                    <a:pt x="992" y="122"/>
                  </a:lnTo>
                  <a:lnTo>
                    <a:pt x="982" y="130"/>
                  </a:lnTo>
                  <a:lnTo>
                    <a:pt x="973" y="138"/>
                  </a:lnTo>
                  <a:lnTo>
                    <a:pt x="964" y="147"/>
                  </a:lnTo>
                  <a:lnTo>
                    <a:pt x="956" y="158"/>
                  </a:lnTo>
                  <a:lnTo>
                    <a:pt x="948" y="168"/>
                  </a:lnTo>
                  <a:lnTo>
                    <a:pt x="939" y="178"/>
                  </a:lnTo>
                  <a:lnTo>
                    <a:pt x="932" y="189"/>
                  </a:lnTo>
                  <a:lnTo>
                    <a:pt x="926" y="201"/>
                  </a:lnTo>
                  <a:lnTo>
                    <a:pt x="920" y="214"/>
                  </a:lnTo>
                  <a:lnTo>
                    <a:pt x="914" y="226"/>
                  </a:lnTo>
                  <a:lnTo>
                    <a:pt x="909" y="239"/>
                  </a:lnTo>
                  <a:lnTo>
                    <a:pt x="905" y="253"/>
                  </a:lnTo>
                  <a:lnTo>
                    <a:pt x="901" y="268"/>
                  </a:lnTo>
                  <a:lnTo>
                    <a:pt x="898" y="282"/>
                  </a:lnTo>
                  <a:lnTo>
                    <a:pt x="894" y="294"/>
                  </a:lnTo>
                  <a:lnTo>
                    <a:pt x="890" y="383"/>
                  </a:lnTo>
                  <a:lnTo>
                    <a:pt x="891" y="387"/>
                  </a:lnTo>
                  <a:lnTo>
                    <a:pt x="893" y="401"/>
                  </a:lnTo>
                  <a:lnTo>
                    <a:pt x="898" y="416"/>
                  </a:lnTo>
                  <a:lnTo>
                    <a:pt x="902" y="429"/>
                  </a:lnTo>
                  <a:lnTo>
                    <a:pt x="907" y="441"/>
                  </a:lnTo>
                  <a:lnTo>
                    <a:pt x="913" y="453"/>
                  </a:lnTo>
                  <a:lnTo>
                    <a:pt x="920" y="463"/>
                  </a:lnTo>
                  <a:lnTo>
                    <a:pt x="928" y="472"/>
                  </a:lnTo>
                  <a:lnTo>
                    <a:pt x="936" y="481"/>
                  </a:lnTo>
                  <a:lnTo>
                    <a:pt x="947" y="488"/>
                  </a:lnTo>
                  <a:lnTo>
                    <a:pt x="957" y="495"/>
                  </a:lnTo>
                  <a:lnTo>
                    <a:pt x="968" y="500"/>
                  </a:lnTo>
                  <a:lnTo>
                    <a:pt x="979" y="506"/>
                  </a:lnTo>
                  <a:lnTo>
                    <a:pt x="992" y="510"/>
                  </a:lnTo>
                  <a:lnTo>
                    <a:pt x="1006" y="512"/>
                  </a:lnTo>
                  <a:lnTo>
                    <a:pt x="1019" y="514"/>
                  </a:lnTo>
                  <a:lnTo>
                    <a:pt x="1034" y="514"/>
                  </a:lnTo>
                  <a:lnTo>
                    <a:pt x="1054" y="513"/>
                  </a:lnTo>
                  <a:lnTo>
                    <a:pt x="1073" y="511"/>
                  </a:lnTo>
                  <a:lnTo>
                    <a:pt x="1093" y="507"/>
                  </a:lnTo>
                  <a:lnTo>
                    <a:pt x="1114" y="501"/>
                  </a:lnTo>
                  <a:lnTo>
                    <a:pt x="1135" y="494"/>
                  </a:lnTo>
                  <a:lnTo>
                    <a:pt x="1157" y="485"/>
                  </a:lnTo>
                  <a:lnTo>
                    <a:pt x="1178" y="475"/>
                  </a:lnTo>
                  <a:lnTo>
                    <a:pt x="1200" y="464"/>
                  </a:lnTo>
                  <a:lnTo>
                    <a:pt x="1224" y="449"/>
                  </a:lnTo>
                  <a:lnTo>
                    <a:pt x="1246" y="435"/>
                  </a:lnTo>
                  <a:lnTo>
                    <a:pt x="1271" y="418"/>
                  </a:lnTo>
                  <a:lnTo>
                    <a:pt x="1294" y="400"/>
                  </a:lnTo>
                  <a:lnTo>
                    <a:pt x="1319" y="380"/>
                  </a:lnTo>
                  <a:lnTo>
                    <a:pt x="1343" y="359"/>
                  </a:lnTo>
                  <a:lnTo>
                    <a:pt x="1369" y="336"/>
                  </a:lnTo>
                  <a:lnTo>
                    <a:pt x="1394" y="312"/>
                  </a:lnTo>
                  <a:lnTo>
                    <a:pt x="1395" y="311"/>
                  </a:lnTo>
                  <a:lnTo>
                    <a:pt x="1396" y="309"/>
                  </a:lnTo>
                  <a:lnTo>
                    <a:pt x="1401" y="279"/>
                  </a:lnTo>
                  <a:lnTo>
                    <a:pt x="1407" y="252"/>
                  </a:lnTo>
                  <a:lnTo>
                    <a:pt x="1413" y="227"/>
                  </a:lnTo>
                  <a:lnTo>
                    <a:pt x="1419" y="203"/>
                  </a:lnTo>
                  <a:lnTo>
                    <a:pt x="1425" y="180"/>
                  </a:lnTo>
                  <a:lnTo>
                    <a:pt x="1433" y="157"/>
                  </a:lnTo>
                  <a:lnTo>
                    <a:pt x="1441" y="133"/>
                  </a:lnTo>
                  <a:lnTo>
                    <a:pt x="1450" y="110"/>
                  </a:lnTo>
                  <a:lnTo>
                    <a:pt x="1457" y="96"/>
                  </a:lnTo>
                  <a:lnTo>
                    <a:pt x="1463" y="84"/>
                  </a:lnTo>
                  <a:lnTo>
                    <a:pt x="1470" y="74"/>
                  </a:lnTo>
                  <a:lnTo>
                    <a:pt x="1477" y="65"/>
                  </a:lnTo>
                  <a:lnTo>
                    <a:pt x="1482" y="62"/>
                  </a:lnTo>
                  <a:lnTo>
                    <a:pt x="1486" y="59"/>
                  </a:lnTo>
                  <a:lnTo>
                    <a:pt x="1491" y="55"/>
                  </a:lnTo>
                  <a:lnTo>
                    <a:pt x="1496" y="52"/>
                  </a:lnTo>
                  <a:lnTo>
                    <a:pt x="1501" y="51"/>
                  </a:lnTo>
                  <a:lnTo>
                    <a:pt x="1508" y="49"/>
                  </a:lnTo>
                  <a:lnTo>
                    <a:pt x="1515" y="48"/>
                  </a:lnTo>
                  <a:lnTo>
                    <a:pt x="1521" y="48"/>
                  </a:lnTo>
                  <a:lnTo>
                    <a:pt x="1532" y="49"/>
                  </a:lnTo>
                  <a:lnTo>
                    <a:pt x="1544" y="51"/>
                  </a:lnTo>
                  <a:lnTo>
                    <a:pt x="1557" y="54"/>
                  </a:lnTo>
                  <a:lnTo>
                    <a:pt x="1573" y="59"/>
                  </a:lnTo>
                  <a:lnTo>
                    <a:pt x="1584" y="64"/>
                  </a:lnTo>
                  <a:lnTo>
                    <a:pt x="1594" y="68"/>
                  </a:lnTo>
                  <a:lnTo>
                    <a:pt x="1603" y="73"/>
                  </a:lnTo>
                  <a:lnTo>
                    <a:pt x="1612" y="79"/>
                  </a:lnTo>
                  <a:lnTo>
                    <a:pt x="1619" y="85"/>
                  </a:lnTo>
                  <a:lnTo>
                    <a:pt x="1625" y="91"/>
                  </a:lnTo>
                  <a:lnTo>
                    <a:pt x="1629" y="97"/>
                  </a:lnTo>
                  <a:lnTo>
                    <a:pt x="1633" y="104"/>
                  </a:lnTo>
                  <a:lnTo>
                    <a:pt x="1635" y="110"/>
                  </a:lnTo>
                  <a:lnTo>
                    <a:pt x="1636" y="116"/>
                  </a:lnTo>
                  <a:lnTo>
                    <a:pt x="1636" y="121"/>
                  </a:lnTo>
                  <a:lnTo>
                    <a:pt x="1636" y="127"/>
                  </a:lnTo>
                  <a:lnTo>
                    <a:pt x="1636" y="133"/>
                  </a:lnTo>
                  <a:lnTo>
                    <a:pt x="1634" y="139"/>
                  </a:lnTo>
                  <a:lnTo>
                    <a:pt x="1632" y="145"/>
                  </a:lnTo>
                  <a:lnTo>
                    <a:pt x="1630" y="151"/>
                  </a:lnTo>
                  <a:lnTo>
                    <a:pt x="1614" y="187"/>
                  </a:lnTo>
                  <a:lnTo>
                    <a:pt x="1599" y="222"/>
                  </a:lnTo>
                  <a:lnTo>
                    <a:pt x="1588" y="254"/>
                  </a:lnTo>
                  <a:lnTo>
                    <a:pt x="1579" y="286"/>
                  </a:lnTo>
                  <a:lnTo>
                    <a:pt x="1571" y="317"/>
                  </a:lnTo>
                  <a:lnTo>
                    <a:pt x="1565" y="346"/>
                  </a:lnTo>
                  <a:lnTo>
                    <a:pt x="1562" y="376"/>
                  </a:lnTo>
                  <a:lnTo>
                    <a:pt x="1560" y="406"/>
                  </a:lnTo>
                  <a:lnTo>
                    <a:pt x="1560" y="414"/>
                  </a:lnTo>
                  <a:lnTo>
                    <a:pt x="1561" y="422"/>
                  </a:lnTo>
                  <a:lnTo>
                    <a:pt x="1562" y="426"/>
                  </a:lnTo>
                  <a:lnTo>
                    <a:pt x="1563" y="430"/>
                  </a:lnTo>
                  <a:lnTo>
                    <a:pt x="1565" y="433"/>
                  </a:lnTo>
                  <a:lnTo>
                    <a:pt x="1568" y="436"/>
                  </a:lnTo>
                  <a:lnTo>
                    <a:pt x="1572" y="439"/>
                  </a:lnTo>
                  <a:lnTo>
                    <a:pt x="1576" y="441"/>
                  </a:lnTo>
                  <a:lnTo>
                    <a:pt x="1581" y="442"/>
                  </a:lnTo>
                  <a:lnTo>
                    <a:pt x="1587" y="441"/>
                  </a:lnTo>
                  <a:lnTo>
                    <a:pt x="1593" y="439"/>
                  </a:lnTo>
                  <a:lnTo>
                    <a:pt x="1600" y="435"/>
                  </a:lnTo>
                  <a:lnTo>
                    <a:pt x="1607" y="430"/>
                  </a:lnTo>
                  <a:lnTo>
                    <a:pt x="1616" y="424"/>
                  </a:lnTo>
                  <a:lnTo>
                    <a:pt x="1626" y="414"/>
                  </a:lnTo>
                  <a:lnTo>
                    <a:pt x="1639" y="401"/>
                  </a:lnTo>
                  <a:lnTo>
                    <a:pt x="1653" y="386"/>
                  </a:lnTo>
                  <a:lnTo>
                    <a:pt x="1670" y="369"/>
                  </a:lnTo>
                  <a:lnTo>
                    <a:pt x="1690" y="348"/>
                  </a:lnTo>
                  <a:lnTo>
                    <a:pt x="1710" y="327"/>
                  </a:lnTo>
                  <a:lnTo>
                    <a:pt x="1733" y="306"/>
                  </a:lnTo>
                  <a:lnTo>
                    <a:pt x="1755" y="283"/>
                  </a:lnTo>
                  <a:lnTo>
                    <a:pt x="1778" y="262"/>
                  </a:lnTo>
                  <a:lnTo>
                    <a:pt x="1801" y="242"/>
                  </a:lnTo>
                  <a:lnTo>
                    <a:pt x="1824" y="224"/>
                  </a:lnTo>
                  <a:lnTo>
                    <a:pt x="1845" y="208"/>
                  </a:lnTo>
                  <a:lnTo>
                    <a:pt x="1850" y="204"/>
                  </a:lnTo>
                  <a:lnTo>
                    <a:pt x="1865" y="195"/>
                  </a:lnTo>
                  <a:lnTo>
                    <a:pt x="1880" y="187"/>
                  </a:lnTo>
                  <a:lnTo>
                    <a:pt x="1888" y="183"/>
                  </a:lnTo>
                  <a:lnTo>
                    <a:pt x="1897" y="181"/>
                  </a:lnTo>
                  <a:lnTo>
                    <a:pt x="1906" y="179"/>
                  </a:lnTo>
                  <a:lnTo>
                    <a:pt x="1917" y="178"/>
                  </a:lnTo>
                  <a:lnTo>
                    <a:pt x="1927" y="179"/>
                  </a:lnTo>
                  <a:lnTo>
                    <a:pt x="1937" y="181"/>
                  </a:lnTo>
                  <a:lnTo>
                    <a:pt x="1948" y="183"/>
                  </a:lnTo>
                  <a:lnTo>
                    <a:pt x="1959" y="187"/>
                  </a:lnTo>
                  <a:lnTo>
                    <a:pt x="1988" y="199"/>
                  </a:lnTo>
                  <a:lnTo>
                    <a:pt x="2011" y="212"/>
                  </a:lnTo>
                  <a:lnTo>
                    <a:pt x="2022" y="218"/>
                  </a:lnTo>
                  <a:lnTo>
                    <a:pt x="2030" y="224"/>
                  </a:lnTo>
                  <a:lnTo>
                    <a:pt x="2039" y="230"/>
                  </a:lnTo>
                  <a:lnTo>
                    <a:pt x="2046" y="236"/>
                  </a:lnTo>
                  <a:lnTo>
                    <a:pt x="2052" y="242"/>
                  </a:lnTo>
                  <a:lnTo>
                    <a:pt x="2058" y="249"/>
                  </a:lnTo>
                  <a:lnTo>
                    <a:pt x="2063" y="256"/>
                  </a:lnTo>
                  <a:lnTo>
                    <a:pt x="2069" y="263"/>
                  </a:lnTo>
                  <a:lnTo>
                    <a:pt x="2077" y="278"/>
                  </a:lnTo>
                  <a:lnTo>
                    <a:pt x="2084" y="294"/>
                  </a:lnTo>
                  <a:lnTo>
                    <a:pt x="2094" y="320"/>
                  </a:lnTo>
                  <a:lnTo>
                    <a:pt x="2104" y="343"/>
                  </a:lnTo>
                  <a:lnTo>
                    <a:pt x="2115" y="366"/>
                  </a:lnTo>
                  <a:lnTo>
                    <a:pt x="2126" y="387"/>
                  </a:lnTo>
                  <a:lnTo>
                    <a:pt x="2136" y="408"/>
                  </a:lnTo>
                  <a:lnTo>
                    <a:pt x="2147" y="427"/>
                  </a:lnTo>
                  <a:lnTo>
                    <a:pt x="2158" y="444"/>
                  </a:lnTo>
                  <a:lnTo>
                    <a:pt x="2169" y="462"/>
                  </a:lnTo>
                  <a:lnTo>
                    <a:pt x="2181" y="478"/>
                  </a:lnTo>
                  <a:lnTo>
                    <a:pt x="2192" y="492"/>
                  </a:lnTo>
                  <a:lnTo>
                    <a:pt x="2204" y="507"/>
                  </a:lnTo>
                  <a:lnTo>
                    <a:pt x="2216" y="519"/>
                  </a:lnTo>
                  <a:lnTo>
                    <a:pt x="2229" y="531"/>
                  </a:lnTo>
                  <a:lnTo>
                    <a:pt x="2241" y="541"/>
                  </a:lnTo>
                  <a:lnTo>
                    <a:pt x="2253" y="552"/>
                  </a:lnTo>
                  <a:lnTo>
                    <a:pt x="2266" y="560"/>
                  </a:lnTo>
                  <a:lnTo>
                    <a:pt x="2273" y="564"/>
                  </a:lnTo>
                  <a:lnTo>
                    <a:pt x="2278" y="568"/>
                  </a:lnTo>
                  <a:lnTo>
                    <a:pt x="2282" y="572"/>
                  </a:lnTo>
                  <a:lnTo>
                    <a:pt x="2285" y="576"/>
                  </a:lnTo>
                  <a:lnTo>
                    <a:pt x="2287" y="580"/>
                  </a:lnTo>
                  <a:lnTo>
                    <a:pt x="2289" y="584"/>
                  </a:lnTo>
                  <a:lnTo>
                    <a:pt x="2289" y="588"/>
                  </a:lnTo>
                  <a:lnTo>
                    <a:pt x="2289" y="592"/>
                  </a:lnTo>
                  <a:lnTo>
                    <a:pt x="2286" y="597"/>
                  </a:lnTo>
                  <a:lnTo>
                    <a:pt x="2282" y="602"/>
                  </a:lnTo>
                  <a:lnTo>
                    <a:pt x="2276" y="606"/>
                  </a:lnTo>
                  <a:lnTo>
                    <a:pt x="2267" y="609"/>
                  </a:lnTo>
                  <a:lnTo>
                    <a:pt x="2259" y="612"/>
                  </a:lnTo>
                  <a:lnTo>
                    <a:pt x="2249" y="613"/>
                  </a:lnTo>
                  <a:lnTo>
                    <a:pt x="2238" y="614"/>
                  </a:lnTo>
                  <a:lnTo>
                    <a:pt x="2226" y="614"/>
                  </a:lnTo>
                  <a:lnTo>
                    <a:pt x="2205" y="611"/>
                  </a:lnTo>
                  <a:lnTo>
                    <a:pt x="2186" y="607"/>
                  </a:lnTo>
                  <a:lnTo>
                    <a:pt x="2165" y="601"/>
                  </a:lnTo>
                  <a:lnTo>
                    <a:pt x="2145" y="592"/>
                  </a:lnTo>
                  <a:lnTo>
                    <a:pt x="2126" y="583"/>
                  </a:lnTo>
                  <a:lnTo>
                    <a:pt x="2106" y="571"/>
                  </a:lnTo>
                  <a:lnTo>
                    <a:pt x="2086" y="558"/>
                  </a:lnTo>
                  <a:lnTo>
                    <a:pt x="2066" y="543"/>
                  </a:lnTo>
                  <a:lnTo>
                    <a:pt x="2047" y="526"/>
                  </a:lnTo>
                  <a:lnTo>
                    <a:pt x="2029" y="508"/>
                  </a:lnTo>
                  <a:lnTo>
                    <a:pt x="2009" y="487"/>
                  </a:lnTo>
                  <a:lnTo>
                    <a:pt x="1991" y="465"/>
                  </a:lnTo>
                  <a:lnTo>
                    <a:pt x="1973" y="441"/>
                  </a:lnTo>
                  <a:lnTo>
                    <a:pt x="1954" y="416"/>
                  </a:lnTo>
                  <a:lnTo>
                    <a:pt x="1937" y="388"/>
                  </a:lnTo>
                  <a:lnTo>
                    <a:pt x="1920" y="360"/>
                  </a:lnTo>
                  <a:lnTo>
                    <a:pt x="1913" y="351"/>
                  </a:lnTo>
                  <a:lnTo>
                    <a:pt x="1906" y="344"/>
                  </a:lnTo>
                  <a:lnTo>
                    <a:pt x="1899" y="339"/>
                  </a:lnTo>
                  <a:lnTo>
                    <a:pt x="1892" y="336"/>
                  </a:lnTo>
                  <a:lnTo>
                    <a:pt x="1884" y="335"/>
                  </a:lnTo>
                  <a:lnTo>
                    <a:pt x="1875" y="335"/>
                  </a:lnTo>
                  <a:lnTo>
                    <a:pt x="1867" y="338"/>
                  </a:lnTo>
                  <a:lnTo>
                    <a:pt x="1857" y="343"/>
                  </a:lnTo>
                  <a:lnTo>
                    <a:pt x="1838" y="358"/>
                  </a:lnTo>
                  <a:lnTo>
                    <a:pt x="1821" y="372"/>
                  </a:lnTo>
                  <a:lnTo>
                    <a:pt x="1804" y="387"/>
                  </a:lnTo>
                  <a:lnTo>
                    <a:pt x="1789" y="402"/>
                  </a:lnTo>
                  <a:lnTo>
                    <a:pt x="1759" y="434"/>
                  </a:lnTo>
                  <a:lnTo>
                    <a:pt x="1730" y="468"/>
                  </a:lnTo>
                  <a:lnTo>
                    <a:pt x="1712" y="488"/>
                  </a:lnTo>
                  <a:lnTo>
                    <a:pt x="1692" y="511"/>
                  </a:lnTo>
                  <a:lnTo>
                    <a:pt x="1671" y="535"/>
                  </a:lnTo>
                  <a:lnTo>
                    <a:pt x="1647" y="560"/>
                  </a:lnTo>
                  <a:lnTo>
                    <a:pt x="1638" y="568"/>
                  </a:lnTo>
                  <a:lnTo>
                    <a:pt x="1629" y="574"/>
                  </a:lnTo>
                  <a:lnTo>
                    <a:pt x="1620" y="580"/>
                  </a:lnTo>
                  <a:lnTo>
                    <a:pt x="1611" y="585"/>
                  </a:lnTo>
                  <a:lnTo>
                    <a:pt x="1600" y="588"/>
                  </a:lnTo>
                  <a:lnTo>
                    <a:pt x="1590" y="591"/>
                  </a:lnTo>
                  <a:lnTo>
                    <a:pt x="1580" y="592"/>
                  </a:lnTo>
                  <a:lnTo>
                    <a:pt x="1569" y="593"/>
                  </a:lnTo>
                  <a:lnTo>
                    <a:pt x="1557" y="592"/>
                  </a:lnTo>
                  <a:lnTo>
                    <a:pt x="1545" y="590"/>
                  </a:lnTo>
                  <a:lnTo>
                    <a:pt x="1534" y="588"/>
                  </a:lnTo>
                  <a:lnTo>
                    <a:pt x="1522" y="584"/>
                  </a:lnTo>
                  <a:lnTo>
                    <a:pt x="1509" y="579"/>
                  </a:lnTo>
                  <a:lnTo>
                    <a:pt x="1495" y="573"/>
                  </a:lnTo>
                  <a:lnTo>
                    <a:pt x="1482" y="566"/>
                  </a:lnTo>
                  <a:lnTo>
                    <a:pt x="1469" y="558"/>
                  </a:lnTo>
                  <a:lnTo>
                    <a:pt x="1452" y="546"/>
                  </a:lnTo>
                  <a:lnTo>
                    <a:pt x="1438" y="535"/>
                  </a:lnTo>
                  <a:lnTo>
                    <a:pt x="1425" y="523"/>
                  </a:lnTo>
                  <a:lnTo>
                    <a:pt x="1414" y="510"/>
                  </a:lnTo>
                  <a:lnTo>
                    <a:pt x="1404" y="495"/>
                  </a:lnTo>
                  <a:lnTo>
                    <a:pt x="1397" y="480"/>
                  </a:lnTo>
                  <a:lnTo>
                    <a:pt x="1391" y="464"/>
                  </a:lnTo>
                  <a:lnTo>
                    <a:pt x="1387" y="446"/>
                  </a:lnTo>
                  <a:lnTo>
                    <a:pt x="1385" y="437"/>
                  </a:lnTo>
                  <a:lnTo>
                    <a:pt x="1378" y="443"/>
                  </a:lnTo>
                  <a:lnTo>
                    <a:pt x="1351" y="466"/>
                  </a:lnTo>
                  <a:lnTo>
                    <a:pt x="1319" y="491"/>
                  </a:lnTo>
                  <a:lnTo>
                    <a:pt x="1299" y="506"/>
                  </a:lnTo>
                  <a:lnTo>
                    <a:pt x="1279" y="520"/>
                  </a:lnTo>
                  <a:lnTo>
                    <a:pt x="1257" y="534"/>
                  </a:lnTo>
                  <a:lnTo>
                    <a:pt x="1233" y="547"/>
                  </a:lnTo>
                  <a:lnTo>
                    <a:pt x="1209" y="561"/>
                  </a:lnTo>
                  <a:lnTo>
                    <a:pt x="1183" y="573"/>
                  </a:lnTo>
                  <a:lnTo>
                    <a:pt x="1157" y="584"/>
                  </a:lnTo>
                  <a:lnTo>
                    <a:pt x="1130" y="594"/>
                  </a:lnTo>
                  <a:lnTo>
                    <a:pt x="1103" y="603"/>
                  </a:lnTo>
                  <a:lnTo>
                    <a:pt x="1074" y="609"/>
                  </a:lnTo>
                  <a:lnTo>
                    <a:pt x="1060" y="611"/>
                  </a:lnTo>
                  <a:lnTo>
                    <a:pt x="1045" y="613"/>
                  </a:lnTo>
                  <a:lnTo>
                    <a:pt x="1031" y="613"/>
                  </a:lnTo>
                  <a:lnTo>
                    <a:pt x="1017" y="614"/>
                  </a:lnTo>
                  <a:lnTo>
                    <a:pt x="993" y="613"/>
                  </a:lnTo>
                  <a:lnTo>
                    <a:pt x="970" y="610"/>
                  </a:lnTo>
                  <a:lnTo>
                    <a:pt x="948" y="606"/>
                  </a:lnTo>
                  <a:lnTo>
                    <a:pt x="925" y="601"/>
                  </a:lnTo>
                  <a:lnTo>
                    <a:pt x="904" y="593"/>
                  </a:lnTo>
                  <a:lnTo>
                    <a:pt x="882" y="585"/>
                  </a:lnTo>
                  <a:lnTo>
                    <a:pt x="862" y="576"/>
                  </a:lnTo>
                  <a:lnTo>
                    <a:pt x="842" y="566"/>
                  </a:lnTo>
                  <a:lnTo>
                    <a:pt x="823" y="555"/>
                  </a:lnTo>
                  <a:lnTo>
                    <a:pt x="806" y="542"/>
                  </a:lnTo>
                  <a:lnTo>
                    <a:pt x="788" y="530"/>
                  </a:lnTo>
                  <a:lnTo>
                    <a:pt x="773" y="517"/>
                  </a:lnTo>
                  <a:lnTo>
                    <a:pt x="759" y="503"/>
                  </a:lnTo>
                  <a:lnTo>
                    <a:pt x="746" y="489"/>
                  </a:lnTo>
                  <a:lnTo>
                    <a:pt x="733" y="475"/>
                  </a:lnTo>
                  <a:lnTo>
                    <a:pt x="723" y="461"/>
                  </a:lnTo>
                  <a:lnTo>
                    <a:pt x="720" y="457"/>
                  </a:lnTo>
                  <a:lnTo>
                    <a:pt x="716" y="459"/>
                  </a:lnTo>
                  <a:lnTo>
                    <a:pt x="673" y="477"/>
                  </a:lnTo>
                  <a:lnTo>
                    <a:pt x="632" y="496"/>
                  </a:lnTo>
                  <a:lnTo>
                    <a:pt x="593" y="516"/>
                  </a:lnTo>
                  <a:lnTo>
                    <a:pt x="555" y="535"/>
                  </a:lnTo>
                  <a:lnTo>
                    <a:pt x="517" y="556"/>
                  </a:lnTo>
                  <a:lnTo>
                    <a:pt x="481" y="575"/>
                  </a:lnTo>
                  <a:lnTo>
                    <a:pt x="448" y="594"/>
                  </a:lnTo>
                  <a:lnTo>
                    <a:pt x="414" y="615"/>
                  </a:lnTo>
                  <a:lnTo>
                    <a:pt x="412" y="616"/>
                  </a:lnTo>
                  <a:lnTo>
                    <a:pt x="412" y="619"/>
                  </a:lnTo>
                  <a:lnTo>
                    <a:pt x="408" y="683"/>
                  </a:lnTo>
                  <a:lnTo>
                    <a:pt x="404" y="752"/>
                  </a:lnTo>
                  <a:lnTo>
                    <a:pt x="401" y="787"/>
                  </a:lnTo>
                  <a:lnTo>
                    <a:pt x="397" y="824"/>
                  </a:lnTo>
                  <a:lnTo>
                    <a:pt x="392" y="862"/>
                  </a:lnTo>
                  <a:lnTo>
                    <a:pt x="387" y="900"/>
                  </a:lnTo>
                  <a:lnTo>
                    <a:pt x="381" y="937"/>
                  </a:lnTo>
                  <a:lnTo>
                    <a:pt x="374" y="975"/>
                  </a:lnTo>
                  <a:lnTo>
                    <a:pt x="367" y="1013"/>
                  </a:lnTo>
                  <a:lnTo>
                    <a:pt x="359" y="1051"/>
                  </a:lnTo>
                  <a:lnTo>
                    <a:pt x="350" y="1088"/>
                  </a:lnTo>
                  <a:lnTo>
                    <a:pt x="340" y="1125"/>
                  </a:lnTo>
                  <a:lnTo>
                    <a:pt x="328" y="1161"/>
                  </a:lnTo>
                  <a:lnTo>
                    <a:pt x="316" y="1196"/>
                  </a:lnTo>
                  <a:lnTo>
                    <a:pt x="304" y="1227"/>
                  </a:lnTo>
                  <a:lnTo>
                    <a:pt x="291" y="1257"/>
                  </a:lnTo>
                  <a:lnTo>
                    <a:pt x="276" y="1285"/>
                  </a:lnTo>
                  <a:lnTo>
                    <a:pt x="262" y="1311"/>
                  </a:lnTo>
                  <a:lnTo>
                    <a:pt x="247" y="1334"/>
                  </a:lnTo>
                  <a:lnTo>
                    <a:pt x="231" y="1357"/>
                  </a:lnTo>
                  <a:lnTo>
                    <a:pt x="215" y="1376"/>
                  </a:lnTo>
                  <a:lnTo>
                    <a:pt x="199" y="1394"/>
                  </a:lnTo>
                  <a:lnTo>
                    <a:pt x="180" y="1409"/>
                  </a:lnTo>
                  <a:lnTo>
                    <a:pt x="163" y="1423"/>
                  </a:lnTo>
                  <a:lnTo>
                    <a:pt x="153" y="1429"/>
                  </a:lnTo>
                  <a:lnTo>
                    <a:pt x="144" y="1434"/>
                  </a:lnTo>
                  <a:lnTo>
                    <a:pt x="135" y="1439"/>
                  </a:lnTo>
                  <a:lnTo>
                    <a:pt x="124" y="1444"/>
                  </a:lnTo>
                  <a:lnTo>
                    <a:pt x="114" y="1448"/>
                  </a:lnTo>
                  <a:lnTo>
                    <a:pt x="105" y="1451"/>
                  </a:lnTo>
                  <a:lnTo>
                    <a:pt x="95" y="1454"/>
                  </a:lnTo>
                  <a:lnTo>
                    <a:pt x="85" y="1456"/>
                  </a:lnTo>
                  <a:lnTo>
                    <a:pt x="73" y="1458"/>
                  </a:lnTo>
                  <a:lnTo>
                    <a:pt x="63" y="1459"/>
                  </a:lnTo>
                  <a:lnTo>
                    <a:pt x="52" y="1460"/>
                  </a:lnTo>
                  <a:lnTo>
                    <a:pt x="42" y="1460"/>
                  </a:lnTo>
                  <a:lnTo>
                    <a:pt x="0" y="1423"/>
                  </a:lnTo>
                  <a:lnTo>
                    <a:pt x="22" y="1384"/>
                  </a:lnTo>
                  <a:lnTo>
                    <a:pt x="34" y="1383"/>
                  </a:lnTo>
                  <a:lnTo>
                    <a:pt x="44" y="1381"/>
                  </a:lnTo>
                  <a:lnTo>
                    <a:pt x="55" y="1377"/>
                  </a:lnTo>
                  <a:lnTo>
                    <a:pt x="65" y="1372"/>
                  </a:lnTo>
                  <a:lnTo>
                    <a:pt x="75" y="1366"/>
                  </a:lnTo>
                  <a:lnTo>
                    <a:pt x="86" y="1358"/>
                  </a:lnTo>
                  <a:lnTo>
                    <a:pt x="95" y="1349"/>
                  </a:lnTo>
                  <a:lnTo>
                    <a:pt x="104" y="1337"/>
                  </a:lnTo>
                  <a:lnTo>
                    <a:pt x="113" y="1326"/>
                  </a:lnTo>
                  <a:lnTo>
                    <a:pt x="122" y="1313"/>
                  </a:lnTo>
                  <a:lnTo>
                    <a:pt x="132" y="1298"/>
                  </a:lnTo>
                  <a:lnTo>
                    <a:pt x="140" y="1282"/>
                  </a:lnTo>
                  <a:lnTo>
                    <a:pt x="148" y="1265"/>
                  </a:lnTo>
                  <a:lnTo>
                    <a:pt x="156" y="1248"/>
                  </a:lnTo>
                  <a:lnTo>
                    <a:pt x="163" y="1228"/>
                  </a:lnTo>
                  <a:lnTo>
                    <a:pt x="171" y="1208"/>
                  </a:lnTo>
                  <a:lnTo>
                    <a:pt x="177" y="1186"/>
                  </a:lnTo>
                  <a:lnTo>
                    <a:pt x="185" y="1164"/>
                  </a:lnTo>
                  <a:lnTo>
                    <a:pt x="191" y="1140"/>
                  </a:lnTo>
                  <a:lnTo>
                    <a:pt x="197" y="1115"/>
                  </a:lnTo>
                  <a:lnTo>
                    <a:pt x="203" y="1089"/>
                  </a:lnTo>
                  <a:lnTo>
                    <a:pt x="208" y="1063"/>
                  </a:lnTo>
                  <a:lnTo>
                    <a:pt x="213" y="1035"/>
                  </a:lnTo>
                  <a:lnTo>
                    <a:pt x="217" y="1008"/>
                  </a:lnTo>
                  <a:lnTo>
                    <a:pt x="225" y="949"/>
                  </a:lnTo>
                  <a:lnTo>
                    <a:pt x="231" y="885"/>
                  </a:lnTo>
                  <a:lnTo>
                    <a:pt x="237" y="820"/>
                  </a:lnTo>
                  <a:lnTo>
                    <a:pt x="239" y="752"/>
                  </a:lnTo>
                  <a:lnTo>
                    <a:pt x="240" y="738"/>
                  </a:lnTo>
                  <a:lnTo>
                    <a:pt x="240" y="620"/>
                  </a:lnTo>
                  <a:lnTo>
                    <a:pt x="240" y="617"/>
                  </a:lnTo>
                  <a:lnTo>
                    <a:pt x="239" y="585"/>
                  </a:lnTo>
                  <a:lnTo>
                    <a:pt x="238" y="553"/>
                  </a:lnTo>
                  <a:lnTo>
                    <a:pt x="236" y="519"/>
                  </a:lnTo>
                  <a:lnTo>
                    <a:pt x="235" y="485"/>
                  </a:lnTo>
                  <a:lnTo>
                    <a:pt x="234" y="470"/>
                  </a:lnTo>
                  <a:lnTo>
                    <a:pt x="224" y="481"/>
                  </a:lnTo>
                  <a:lnTo>
                    <a:pt x="210" y="496"/>
                  </a:lnTo>
                  <a:lnTo>
                    <a:pt x="195" y="511"/>
                  </a:lnTo>
                  <a:lnTo>
                    <a:pt x="176" y="525"/>
                  </a:lnTo>
                  <a:lnTo>
                    <a:pt x="157" y="538"/>
                  </a:lnTo>
                  <a:lnTo>
                    <a:pt x="147" y="544"/>
                  </a:lnTo>
                  <a:lnTo>
                    <a:pt x="136" y="549"/>
                  </a:lnTo>
                  <a:lnTo>
                    <a:pt x="125" y="555"/>
                  </a:lnTo>
                  <a:lnTo>
                    <a:pt x="114" y="559"/>
                  </a:lnTo>
                  <a:lnTo>
                    <a:pt x="103" y="562"/>
                  </a:lnTo>
                  <a:lnTo>
                    <a:pt x="92" y="565"/>
                  </a:lnTo>
                  <a:lnTo>
                    <a:pt x="80" y="567"/>
                  </a:lnTo>
                  <a:lnTo>
                    <a:pt x="68" y="568"/>
                  </a:lnTo>
                  <a:lnTo>
                    <a:pt x="27" y="514"/>
                  </a:lnTo>
                  <a:lnTo>
                    <a:pt x="86" y="449"/>
                  </a:lnTo>
                  <a:lnTo>
                    <a:pt x="99" y="448"/>
                  </a:lnTo>
                  <a:lnTo>
                    <a:pt x="113" y="445"/>
                  </a:lnTo>
                  <a:lnTo>
                    <a:pt x="128" y="440"/>
                  </a:lnTo>
                  <a:lnTo>
                    <a:pt x="143" y="433"/>
                  </a:lnTo>
                  <a:lnTo>
                    <a:pt x="158" y="425"/>
                  </a:lnTo>
                  <a:lnTo>
                    <a:pt x="172" y="415"/>
                  </a:lnTo>
                  <a:lnTo>
                    <a:pt x="188" y="402"/>
                  </a:lnTo>
                  <a:lnTo>
                    <a:pt x="202" y="390"/>
                  </a:lnTo>
                  <a:lnTo>
                    <a:pt x="216" y="377"/>
                  </a:lnTo>
                  <a:lnTo>
                    <a:pt x="229" y="363"/>
                  </a:lnTo>
                  <a:lnTo>
                    <a:pt x="242" y="347"/>
                  </a:lnTo>
                  <a:lnTo>
                    <a:pt x="254" y="332"/>
                  </a:lnTo>
                  <a:lnTo>
                    <a:pt x="265" y="316"/>
                  </a:lnTo>
                  <a:lnTo>
                    <a:pt x="274" y="300"/>
                  </a:lnTo>
                  <a:lnTo>
                    <a:pt x="284" y="285"/>
                  </a:lnTo>
                  <a:lnTo>
                    <a:pt x="291" y="269"/>
                  </a:lnTo>
                  <a:lnTo>
                    <a:pt x="294" y="260"/>
                  </a:lnTo>
                  <a:lnTo>
                    <a:pt x="296" y="249"/>
                  </a:lnTo>
                  <a:lnTo>
                    <a:pt x="297" y="240"/>
                  </a:lnTo>
                  <a:lnTo>
                    <a:pt x="297" y="230"/>
                  </a:lnTo>
                  <a:lnTo>
                    <a:pt x="296" y="221"/>
                  </a:lnTo>
                  <a:lnTo>
                    <a:pt x="293" y="212"/>
                  </a:lnTo>
                  <a:lnTo>
                    <a:pt x="290" y="202"/>
                  </a:lnTo>
                  <a:lnTo>
                    <a:pt x="285" y="194"/>
                  </a:lnTo>
                  <a:lnTo>
                    <a:pt x="281" y="189"/>
                  </a:lnTo>
                  <a:lnTo>
                    <a:pt x="277" y="185"/>
                  </a:lnTo>
                  <a:lnTo>
                    <a:pt x="272" y="181"/>
                  </a:lnTo>
                  <a:lnTo>
                    <a:pt x="267" y="178"/>
                  </a:lnTo>
                  <a:lnTo>
                    <a:pt x="263" y="175"/>
                  </a:lnTo>
                  <a:lnTo>
                    <a:pt x="257" y="174"/>
                  </a:lnTo>
                  <a:lnTo>
                    <a:pt x="252" y="172"/>
                  </a:lnTo>
                  <a:lnTo>
                    <a:pt x="247" y="172"/>
                  </a:lnTo>
                  <a:lnTo>
                    <a:pt x="193" y="124"/>
                  </a:lnTo>
                  <a:lnTo>
                    <a:pt x="237" y="72"/>
                  </a:lnTo>
                  <a:lnTo>
                    <a:pt x="250" y="73"/>
                  </a:lnTo>
                  <a:lnTo>
                    <a:pt x="261" y="74"/>
                  </a:lnTo>
                  <a:lnTo>
                    <a:pt x="272" y="77"/>
                  </a:lnTo>
                  <a:lnTo>
                    <a:pt x="282" y="80"/>
                  </a:lnTo>
                  <a:lnTo>
                    <a:pt x="292" y="84"/>
                  </a:lnTo>
                  <a:lnTo>
                    <a:pt x="301" y="89"/>
                  </a:lnTo>
                  <a:lnTo>
                    <a:pt x="308" y="94"/>
                  </a:lnTo>
                  <a:lnTo>
                    <a:pt x="315" y="99"/>
                  </a:lnTo>
                  <a:lnTo>
                    <a:pt x="326" y="109"/>
                  </a:lnTo>
                  <a:lnTo>
                    <a:pt x="335" y="118"/>
                  </a:lnTo>
                  <a:lnTo>
                    <a:pt x="340" y="124"/>
                  </a:lnTo>
                  <a:lnTo>
                    <a:pt x="342" y="127"/>
                  </a:lnTo>
                  <a:lnTo>
                    <a:pt x="345" y="132"/>
                  </a:lnTo>
                  <a:lnTo>
                    <a:pt x="350" y="128"/>
                  </a:lnTo>
                  <a:lnTo>
                    <a:pt x="361" y="120"/>
                  </a:lnTo>
                  <a:lnTo>
                    <a:pt x="372" y="114"/>
                  </a:lnTo>
                  <a:lnTo>
                    <a:pt x="386" y="110"/>
                  </a:lnTo>
                  <a:lnTo>
                    <a:pt x="398" y="108"/>
                  </a:lnTo>
                  <a:lnTo>
                    <a:pt x="412" y="106"/>
                  </a:lnTo>
                  <a:lnTo>
                    <a:pt x="425" y="109"/>
                  </a:lnTo>
                  <a:lnTo>
                    <a:pt x="440" y="112"/>
                  </a:lnTo>
                  <a:lnTo>
                    <a:pt x="454" y="118"/>
                  </a:lnTo>
                  <a:lnTo>
                    <a:pt x="464" y="123"/>
                  </a:lnTo>
                  <a:lnTo>
                    <a:pt x="473" y="127"/>
                  </a:lnTo>
                  <a:lnTo>
                    <a:pt x="481" y="132"/>
                  </a:lnTo>
                  <a:lnTo>
                    <a:pt x="489" y="137"/>
                  </a:lnTo>
                  <a:lnTo>
                    <a:pt x="494" y="141"/>
                  </a:lnTo>
                  <a:lnTo>
                    <a:pt x="498" y="146"/>
                  </a:lnTo>
                  <a:lnTo>
                    <a:pt x="502" y="151"/>
                  </a:lnTo>
                  <a:lnTo>
                    <a:pt x="504" y="157"/>
                  </a:lnTo>
                  <a:lnTo>
                    <a:pt x="505" y="162"/>
                  </a:lnTo>
                  <a:lnTo>
                    <a:pt x="506" y="168"/>
                  </a:lnTo>
                  <a:lnTo>
                    <a:pt x="506" y="174"/>
                  </a:lnTo>
                  <a:lnTo>
                    <a:pt x="505" y="181"/>
                  </a:lnTo>
                  <a:lnTo>
                    <a:pt x="504" y="188"/>
                  </a:lnTo>
                  <a:lnTo>
                    <a:pt x="501" y="196"/>
                  </a:lnTo>
                  <a:lnTo>
                    <a:pt x="498" y="206"/>
                  </a:lnTo>
                  <a:lnTo>
                    <a:pt x="494" y="215"/>
                  </a:lnTo>
                  <a:lnTo>
                    <a:pt x="485" y="233"/>
                  </a:lnTo>
                  <a:lnTo>
                    <a:pt x="476" y="258"/>
                  </a:lnTo>
                  <a:lnTo>
                    <a:pt x="466" y="287"/>
                  </a:lnTo>
                  <a:lnTo>
                    <a:pt x="456" y="322"/>
                  </a:lnTo>
                  <a:lnTo>
                    <a:pt x="445" y="362"/>
                  </a:lnTo>
                  <a:lnTo>
                    <a:pt x="435" y="406"/>
                  </a:lnTo>
                  <a:lnTo>
                    <a:pt x="430" y="429"/>
                  </a:lnTo>
                  <a:lnTo>
                    <a:pt x="426" y="454"/>
                  </a:lnTo>
                  <a:lnTo>
                    <a:pt x="422" y="478"/>
                  </a:lnTo>
                  <a:lnTo>
                    <a:pt x="419" y="504"/>
                  </a:lnTo>
                  <a:lnTo>
                    <a:pt x="418" y="515"/>
                  </a:lnTo>
                  <a:lnTo>
                    <a:pt x="427" y="510"/>
                  </a:lnTo>
                  <a:lnTo>
                    <a:pt x="464" y="490"/>
                  </a:lnTo>
                  <a:lnTo>
                    <a:pt x="501" y="472"/>
                  </a:lnTo>
                  <a:lnTo>
                    <a:pt x="536" y="455"/>
                  </a:lnTo>
                  <a:lnTo>
                    <a:pt x="571" y="438"/>
                  </a:lnTo>
                  <a:lnTo>
                    <a:pt x="604" y="423"/>
                  </a:lnTo>
                  <a:lnTo>
                    <a:pt x="635" y="410"/>
                  </a:lnTo>
                  <a:lnTo>
                    <a:pt x="664" y="396"/>
                  </a:lnTo>
                  <a:lnTo>
                    <a:pt x="690" y="385"/>
                  </a:lnTo>
                  <a:lnTo>
                    <a:pt x="694" y="383"/>
                  </a:lnTo>
                  <a:lnTo>
                    <a:pt x="694" y="380"/>
                  </a:lnTo>
                  <a:lnTo>
                    <a:pt x="695" y="358"/>
                  </a:lnTo>
                  <a:lnTo>
                    <a:pt x="697" y="335"/>
                  </a:lnTo>
                  <a:lnTo>
                    <a:pt x="701" y="315"/>
                  </a:lnTo>
                  <a:lnTo>
                    <a:pt x="706" y="294"/>
                  </a:lnTo>
                  <a:lnTo>
                    <a:pt x="712" y="274"/>
                  </a:lnTo>
                  <a:lnTo>
                    <a:pt x="720" y="256"/>
                  </a:lnTo>
                  <a:lnTo>
                    <a:pt x="728" y="236"/>
                  </a:lnTo>
                  <a:lnTo>
                    <a:pt x="737" y="219"/>
                  </a:lnTo>
                  <a:lnTo>
                    <a:pt x="749" y="201"/>
                  </a:lnTo>
                  <a:lnTo>
                    <a:pt x="760" y="185"/>
                  </a:lnTo>
                  <a:lnTo>
                    <a:pt x="772" y="169"/>
                  </a:lnTo>
                  <a:lnTo>
                    <a:pt x="784" y="153"/>
                  </a:lnTo>
                  <a:lnTo>
                    <a:pt x="798" y="139"/>
                  </a:lnTo>
                  <a:lnTo>
                    <a:pt x="812" y="126"/>
                  </a:lnTo>
                  <a:lnTo>
                    <a:pt x="826" y="113"/>
                  </a:lnTo>
                  <a:lnTo>
                    <a:pt x="840" y="99"/>
                  </a:lnTo>
                  <a:lnTo>
                    <a:pt x="855" y="88"/>
                  </a:lnTo>
                  <a:lnTo>
                    <a:pt x="870" y="77"/>
                  </a:lnTo>
                  <a:lnTo>
                    <a:pt x="884" y="67"/>
                  </a:lnTo>
                  <a:lnTo>
                    <a:pt x="900" y="58"/>
                  </a:lnTo>
                  <a:lnTo>
                    <a:pt x="928" y="40"/>
                  </a:lnTo>
                  <a:lnTo>
                    <a:pt x="957" y="26"/>
                  </a:lnTo>
                  <a:lnTo>
                    <a:pt x="982" y="15"/>
                  </a:lnTo>
                  <a:lnTo>
                    <a:pt x="1006" y="7"/>
                  </a:lnTo>
                  <a:lnTo>
                    <a:pt x="1017" y="4"/>
                  </a:lnTo>
                  <a:lnTo>
                    <a:pt x="1026" y="2"/>
                  </a:lnTo>
                  <a:lnTo>
                    <a:pt x="1035" y="1"/>
                  </a:lnTo>
                  <a:lnTo>
                    <a:pt x="1042" y="0"/>
                  </a:lnTo>
                  <a:lnTo>
                    <a:pt x="1091" y="53"/>
                  </a:lnTo>
                  <a:lnTo>
                    <a:pt x="1042" y="10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49" name="Freeform 50"/>
            <p:cNvSpPr>
              <a:spLocks/>
            </p:cNvSpPr>
            <p:nvPr userDrawn="1"/>
          </p:nvSpPr>
          <p:spPr bwMode="gray">
            <a:xfrm>
              <a:off x="7147" y="571"/>
              <a:ext cx="17" cy="15"/>
            </a:xfrm>
            <a:custGeom>
              <a:avLst/>
              <a:gdLst>
                <a:gd name="T0" fmla="*/ 44 w 202"/>
                <a:gd name="T1" fmla="*/ 0 h 178"/>
                <a:gd name="T2" fmla="*/ 32 w 202"/>
                <a:gd name="T3" fmla="*/ 1 h 178"/>
                <a:gd name="T4" fmla="*/ 21 w 202"/>
                <a:gd name="T5" fmla="*/ 3 h 178"/>
                <a:gd name="T6" fmla="*/ 17 w 202"/>
                <a:gd name="T7" fmla="*/ 5 h 178"/>
                <a:gd name="T8" fmla="*/ 13 w 202"/>
                <a:gd name="T9" fmla="*/ 7 h 178"/>
                <a:gd name="T10" fmla="*/ 10 w 202"/>
                <a:gd name="T11" fmla="*/ 9 h 178"/>
                <a:gd name="T12" fmla="*/ 8 w 202"/>
                <a:gd name="T13" fmla="*/ 12 h 178"/>
                <a:gd name="T14" fmla="*/ 4 w 202"/>
                <a:gd name="T15" fmla="*/ 19 h 178"/>
                <a:gd name="T16" fmla="*/ 1 w 202"/>
                <a:gd name="T17" fmla="*/ 25 h 178"/>
                <a:gd name="T18" fmla="*/ 0 w 202"/>
                <a:gd name="T19" fmla="*/ 32 h 178"/>
                <a:gd name="T20" fmla="*/ 1 w 202"/>
                <a:gd name="T21" fmla="*/ 38 h 178"/>
                <a:gd name="T22" fmla="*/ 2 w 202"/>
                <a:gd name="T23" fmla="*/ 45 h 178"/>
                <a:gd name="T24" fmla="*/ 5 w 202"/>
                <a:gd name="T25" fmla="*/ 51 h 178"/>
                <a:gd name="T26" fmla="*/ 7 w 202"/>
                <a:gd name="T27" fmla="*/ 57 h 178"/>
                <a:gd name="T28" fmla="*/ 10 w 202"/>
                <a:gd name="T29" fmla="*/ 63 h 178"/>
                <a:gd name="T30" fmla="*/ 15 w 202"/>
                <a:gd name="T31" fmla="*/ 74 h 178"/>
                <a:gd name="T32" fmla="*/ 22 w 202"/>
                <a:gd name="T33" fmla="*/ 84 h 178"/>
                <a:gd name="T34" fmla="*/ 30 w 202"/>
                <a:gd name="T35" fmla="*/ 95 h 178"/>
                <a:gd name="T36" fmla="*/ 38 w 202"/>
                <a:gd name="T37" fmla="*/ 104 h 178"/>
                <a:gd name="T38" fmla="*/ 48 w 202"/>
                <a:gd name="T39" fmla="*/ 114 h 178"/>
                <a:gd name="T40" fmla="*/ 59 w 202"/>
                <a:gd name="T41" fmla="*/ 124 h 178"/>
                <a:gd name="T42" fmla="*/ 69 w 202"/>
                <a:gd name="T43" fmla="*/ 133 h 178"/>
                <a:gd name="T44" fmla="*/ 80 w 202"/>
                <a:gd name="T45" fmla="*/ 141 h 178"/>
                <a:gd name="T46" fmla="*/ 91 w 202"/>
                <a:gd name="T47" fmla="*/ 149 h 178"/>
                <a:gd name="T48" fmla="*/ 102 w 202"/>
                <a:gd name="T49" fmla="*/ 156 h 178"/>
                <a:gd name="T50" fmla="*/ 114 w 202"/>
                <a:gd name="T51" fmla="*/ 162 h 178"/>
                <a:gd name="T52" fmla="*/ 125 w 202"/>
                <a:gd name="T53" fmla="*/ 168 h 178"/>
                <a:gd name="T54" fmla="*/ 136 w 202"/>
                <a:gd name="T55" fmla="*/ 172 h 178"/>
                <a:gd name="T56" fmla="*/ 146 w 202"/>
                <a:gd name="T57" fmla="*/ 175 h 178"/>
                <a:gd name="T58" fmla="*/ 157 w 202"/>
                <a:gd name="T59" fmla="*/ 177 h 178"/>
                <a:gd name="T60" fmla="*/ 166 w 202"/>
                <a:gd name="T61" fmla="*/ 178 h 178"/>
                <a:gd name="T62" fmla="*/ 171 w 202"/>
                <a:gd name="T63" fmla="*/ 178 h 178"/>
                <a:gd name="T64" fmla="*/ 176 w 202"/>
                <a:gd name="T65" fmla="*/ 177 h 178"/>
                <a:gd name="T66" fmla="*/ 181 w 202"/>
                <a:gd name="T67" fmla="*/ 176 h 178"/>
                <a:gd name="T68" fmla="*/ 185 w 202"/>
                <a:gd name="T69" fmla="*/ 174 h 178"/>
                <a:gd name="T70" fmla="*/ 188 w 202"/>
                <a:gd name="T71" fmla="*/ 172 h 178"/>
                <a:gd name="T72" fmla="*/ 192 w 202"/>
                <a:gd name="T73" fmla="*/ 170 h 178"/>
                <a:gd name="T74" fmla="*/ 195 w 202"/>
                <a:gd name="T75" fmla="*/ 167 h 178"/>
                <a:gd name="T76" fmla="*/ 197 w 202"/>
                <a:gd name="T77" fmla="*/ 163 h 178"/>
                <a:gd name="T78" fmla="*/ 200 w 202"/>
                <a:gd name="T79" fmla="*/ 158 h 178"/>
                <a:gd name="T80" fmla="*/ 201 w 202"/>
                <a:gd name="T81" fmla="*/ 153 h 178"/>
                <a:gd name="T82" fmla="*/ 202 w 202"/>
                <a:gd name="T83" fmla="*/ 147 h 178"/>
                <a:gd name="T84" fmla="*/ 202 w 202"/>
                <a:gd name="T85" fmla="*/ 141 h 178"/>
                <a:gd name="T86" fmla="*/ 202 w 202"/>
                <a:gd name="T87" fmla="*/ 134 h 178"/>
                <a:gd name="T88" fmla="*/ 201 w 202"/>
                <a:gd name="T89" fmla="*/ 126 h 178"/>
                <a:gd name="T90" fmla="*/ 199 w 202"/>
                <a:gd name="T91" fmla="*/ 118 h 178"/>
                <a:gd name="T92" fmla="*/ 196 w 202"/>
                <a:gd name="T93" fmla="*/ 109 h 178"/>
                <a:gd name="T94" fmla="*/ 193 w 202"/>
                <a:gd name="T95" fmla="*/ 100 h 178"/>
                <a:gd name="T96" fmla="*/ 189 w 202"/>
                <a:gd name="T97" fmla="*/ 91 h 178"/>
                <a:gd name="T98" fmla="*/ 185 w 202"/>
                <a:gd name="T99" fmla="*/ 83 h 178"/>
                <a:gd name="T100" fmla="*/ 179 w 202"/>
                <a:gd name="T101" fmla="*/ 75 h 178"/>
                <a:gd name="T102" fmla="*/ 173 w 202"/>
                <a:gd name="T103" fmla="*/ 65 h 178"/>
                <a:gd name="T104" fmla="*/ 167 w 202"/>
                <a:gd name="T105" fmla="*/ 57 h 178"/>
                <a:gd name="T106" fmla="*/ 160 w 202"/>
                <a:gd name="T107" fmla="*/ 50 h 178"/>
                <a:gd name="T108" fmla="*/ 151 w 202"/>
                <a:gd name="T109" fmla="*/ 43 h 178"/>
                <a:gd name="T110" fmla="*/ 138 w 202"/>
                <a:gd name="T111" fmla="*/ 34 h 178"/>
                <a:gd name="T112" fmla="*/ 125 w 202"/>
                <a:gd name="T113" fmla="*/ 25 h 178"/>
                <a:gd name="T114" fmla="*/ 111 w 202"/>
                <a:gd name="T115" fmla="*/ 18 h 178"/>
                <a:gd name="T116" fmla="*/ 97 w 202"/>
                <a:gd name="T117" fmla="*/ 11 h 178"/>
                <a:gd name="T118" fmla="*/ 83 w 202"/>
                <a:gd name="T119" fmla="*/ 6 h 178"/>
                <a:gd name="T120" fmla="*/ 70 w 202"/>
                <a:gd name="T121" fmla="*/ 3 h 178"/>
                <a:gd name="T122" fmla="*/ 57 w 202"/>
                <a:gd name="T123" fmla="*/ 1 h 178"/>
                <a:gd name="T124" fmla="*/ 44 w 202"/>
                <a:gd name="T125" fmla="*/ 0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02" h="178">
                  <a:moveTo>
                    <a:pt x="44" y="0"/>
                  </a:moveTo>
                  <a:lnTo>
                    <a:pt x="32" y="1"/>
                  </a:lnTo>
                  <a:lnTo>
                    <a:pt x="21" y="3"/>
                  </a:lnTo>
                  <a:lnTo>
                    <a:pt x="17" y="5"/>
                  </a:lnTo>
                  <a:lnTo>
                    <a:pt x="13" y="7"/>
                  </a:lnTo>
                  <a:lnTo>
                    <a:pt x="10" y="9"/>
                  </a:lnTo>
                  <a:lnTo>
                    <a:pt x="8" y="12"/>
                  </a:lnTo>
                  <a:lnTo>
                    <a:pt x="4" y="19"/>
                  </a:lnTo>
                  <a:lnTo>
                    <a:pt x="1" y="25"/>
                  </a:lnTo>
                  <a:lnTo>
                    <a:pt x="0" y="32"/>
                  </a:lnTo>
                  <a:lnTo>
                    <a:pt x="1" y="38"/>
                  </a:lnTo>
                  <a:lnTo>
                    <a:pt x="2" y="45"/>
                  </a:lnTo>
                  <a:lnTo>
                    <a:pt x="5" y="51"/>
                  </a:lnTo>
                  <a:lnTo>
                    <a:pt x="7" y="57"/>
                  </a:lnTo>
                  <a:lnTo>
                    <a:pt x="10" y="63"/>
                  </a:lnTo>
                  <a:lnTo>
                    <a:pt x="15" y="74"/>
                  </a:lnTo>
                  <a:lnTo>
                    <a:pt x="22" y="84"/>
                  </a:lnTo>
                  <a:lnTo>
                    <a:pt x="30" y="95"/>
                  </a:lnTo>
                  <a:lnTo>
                    <a:pt x="38" y="104"/>
                  </a:lnTo>
                  <a:lnTo>
                    <a:pt x="48" y="114"/>
                  </a:lnTo>
                  <a:lnTo>
                    <a:pt x="59" y="124"/>
                  </a:lnTo>
                  <a:lnTo>
                    <a:pt x="69" y="133"/>
                  </a:lnTo>
                  <a:lnTo>
                    <a:pt x="80" y="141"/>
                  </a:lnTo>
                  <a:lnTo>
                    <a:pt x="91" y="149"/>
                  </a:lnTo>
                  <a:lnTo>
                    <a:pt x="102" y="156"/>
                  </a:lnTo>
                  <a:lnTo>
                    <a:pt x="114" y="162"/>
                  </a:lnTo>
                  <a:lnTo>
                    <a:pt x="125" y="168"/>
                  </a:lnTo>
                  <a:lnTo>
                    <a:pt x="136" y="172"/>
                  </a:lnTo>
                  <a:lnTo>
                    <a:pt x="146" y="175"/>
                  </a:lnTo>
                  <a:lnTo>
                    <a:pt x="157" y="177"/>
                  </a:lnTo>
                  <a:lnTo>
                    <a:pt x="166" y="178"/>
                  </a:lnTo>
                  <a:lnTo>
                    <a:pt x="171" y="178"/>
                  </a:lnTo>
                  <a:lnTo>
                    <a:pt x="176" y="177"/>
                  </a:lnTo>
                  <a:lnTo>
                    <a:pt x="181" y="176"/>
                  </a:lnTo>
                  <a:lnTo>
                    <a:pt x="185" y="174"/>
                  </a:lnTo>
                  <a:lnTo>
                    <a:pt x="188" y="172"/>
                  </a:lnTo>
                  <a:lnTo>
                    <a:pt x="192" y="170"/>
                  </a:lnTo>
                  <a:lnTo>
                    <a:pt x="195" y="167"/>
                  </a:lnTo>
                  <a:lnTo>
                    <a:pt x="197" y="163"/>
                  </a:lnTo>
                  <a:lnTo>
                    <a:pt x="200" y="158"/>
                  </a:lnTo>
                  <a:lnTo>
                    <a:pt x="201" y="153"/>
                  </a:lnTo>
                  <a:lnTo>
                    <a:pt x="202" y="147"/>
                  </a:lnTo>
                  <a:lnTo>
                    <a:pt x="202" y="141"/>
                  </a:lnTo>
                  <a:lnTo>
                    <a:pt x="202" y="134"/>
                  </a:lnTo>
                  <a:lnTo>
                    <a:pt x="201" y="126"/>
                  </a:lnTo>
                  <a:lnTo>
                    <a:pt x="199" y="118"/>
                  </a:lnTo>
                  <a:lnTo>
                    <a:pt x="196" y="109"/>
                  </a:lnTo>
                  <a:lnTo>
                    <a:pt x="193" y="100"/>
                  </a:lnTo>
                  <a:lnTo>
                    <a:pt x="189" y="91"/>
                  </a:lnTo>
                  <a:lnTo>
                    <a:pt x="185" y="83"/>
                  </a:lnTo>
                  <a:lnTo>
                    <a:pt x="179" y="75"/>
                  </a:lnTo>
                  <a:lnTo>
                    <a:pt x="173" y="65"/>
                  </a:lnTo>
                  <a:lnTo>
                    <a:pt x="167" y="57"/>
                  </a:lnTo>
                  <a:lnTo>
                    <a:pt x="160" y="50"/>
                  </a:lnTo>
                  <a:lnTo>
                    <a:pt x="151" y="43"/>
                  </a:lnTo>
                  <a:lnTo>
                    <a:pt x="138" y="34"/>
                  </a:lnTo>
                  <a:lnTo>
                    <a:pt x="125" y="25"/>
                  </a:lnTo>
                  <a:lnTo>
                    <a:pt x="111" y="18"/>
                  </a:lnTo>
                  <a:lnTo>
                    <a:pt x="97" y="11"/>
                  </a:lnTo>
                  <a:lnTo>
                    <a:pt x="83" y="6"/>
                  </a:lnTo>
                  <a:lnTo>
                    <a:pt x="70" y="3"/>
                  </a:lnTo>
                  <a:lnTo>
                    <a:pt x="57" y="1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50" name="Freeform 51"/>
            <p:cNvSpPr>
              <a:spLocks/>
            </p:cNvSpPr>
            <p:nvPr userDrawn="1"/>
          </p:nvSpPr>
          <p:spPr bwMode="gray">
            <a:xfrm>
              <a:off x="6747" y="571"/>
              <a:ext cx="17" cy="13"/>
            </a:xfrm>
            <a:custGeom>
              <a:avLst/>
              <a:gdLst>
                <a:gd name="T0" fmla="*/ 39 w 203"/>
                <a:gd name="T1" fmla="*/ 0 h 161"/>
                <a:gd name="T2" fmla="*/ 31 w 203"/>
                <a:gd name="T3" fmla="*/ 1 h 161"/>
                <a:gd name="T4" fmla="*/ 23 w 203"/>
                <a:gd name="T5" fmla="*/ 3 h 161"/>
                <a:gd name="T6" fmla="*/ 17 w 203"/>
                <a:gd name="T7" fmla="*/ 7 h 161"/>
                <a:gd name="T8" fmla="*/ 11 w 203"/>
                <a:gd name="T9" fmla="*/ 12 h 161"/>
                <a:gd name="T10" fmla="*/ 6 w 203"/>
                <a:gd name="T11" fmla="*/ 18 h 161"/>
                <a:gd name="T12" fmla="*/ 3 w 203"/>
                <a:gd name="T13" fmla="*/ 26 h 161"/>
                <a:gd name="T14" fmla="*/ 1 w 203"/>
                <a:gd name="T15" fmla="*/ 32 h 161"/>
                <a:gd name="T16" fmla="*/ 0 w 203"/>
                <a:gd name="T17" fmla="*/ 39 h 161"/>
                <a:gd name="T18" fmla="*/ 1 w 203"/>
                <a:gd name="T19" fmla="*/ 46 h 161"/>
                <a:gd name="T20" fmla="*/ 2 w 203"/>
                <a:gd name="T21" fmla="*/ 53 h 161"/>
                <a:gd name="T22" fmla="*/ 4 w 203"/>
                <a:gd name="T23" fmla="*/ 60 h 161"/>
                <a:gd name="T24" fmla="*/ 8 w 203"/>
                <a:gd name="T25" fmla="*/ 68 h 161"/>
                <a:gd name="T26" fmla="*/ 13 w 203"/>
                <a:gd name="T27" fmla="*/ 78 h 161"/>
                <a:gd name="T28" fmla="*/ 19 w 203"/>
                <a:gd name="T29" fmla="*/ 86 h 161"/>
                <a:gd name="T30" fmla="*/ 26 w 203"/>
                <a:gd name="T31" fmla="*/ 94 h 161"/>
                <a:gd name="T32" fmla="*/ 34 w 203"/>
                <a:gd name="T33" fmla="*/ 103 h 161"/>
                <a:gd name="T34" fmla="*/ 42 w 203"/>
                <a:gd name="T35" fmla="*/ 111 h 161"/>
                <a:gd name="T36" fmla="*/ 52 w 203"/>
                <a:gd name="T37" fmla="*/ 118 h 161"/>
                <a:gd name="T38" fmla="*/ 62 w 203"/>
                <a:gd name="T39" fmla="*/ 126 h 161"/>
                <a:gd name="T40" fmla="*/ 73 w 203"/>
                <a:gd name="T41" fmla="*/ 133 h 161"/>
                <a:gd name="T42" fmla="*/ 83 w 203"/>
                <a:gd name="T43" fmla="*/ 139 h 161"/>
                <a:gd name="T44" fmla="*/ 94 w 203"/>
                <a:gd name="T45" fmla="*/ 144 h 161"/>
                <a:gd name="T46" fmla="*/ 105 w 203"/>
                <a:gd name="T47" fmla="*/ 149 h 161"/>
                <a:gd name="T48" fmla="*/ 117 w 203"/>
                <a:gd name="T49" fmla="*/ 153 h 161"/>
                <a:gd name="T50" fmla="*/ 128 w 203"/>
                <a:gd name="T51" fmla="*/ 157 h 161"/>
                <a:gd name="T52" fmla="*/ 139 w 203"/>
                <a:gd name="T53" fmla="*/ 159 h 161"/>
                <a:gd name="T54" fmla="*/ 149 w 203"/>
                <a:gd name="T55" fmla="*/ 161 h 161"/>
                <a:gd name="T56" fmla="*/ 159 w 203"/>
                <a:gd name="T57" fmla="*/ 161 h 161"/>
                <a:gd name="T58" fmla="*/ 167 w 203"/>
                <a:gd name="T59" fmla="*/ 161 h 161"/>
                <a:gd name="T60" fmla="*/ 173 w 203"/>
                <a:gd name="T61" fmla="*/ 160 h 161"/>
                <a:gd name="T62" fmla="*/ 179 w 203"/>
                <a:gd name="T63" fmla="*/ 159 h 161"/>
                <a:gd name="T64" fmla="*/ 184 w 203"/>
                <a:gd name="T65" fmla="*/ 157 h 161"/>
                <a:gd name="T66" fmla="*/ 189 w 203"/>
                <a:gd name="T67" fmla="*/ 155 h 161"/>
                <a:gd name="T68" fmla="*/ 193 w 203"/>
                <a:gd name="T69" fmla="*/ 152 h 161"/>
                <a:gd name="T70" fmla="*/ 197 w 203"/>
                <a:gd name="T71" fmla="*/ 149 h 161"/>
                <a:gd name="T72" fmla="*/ 201 w 203"/>
                <a:gd name="T73" fmla="*/ 145 h 161"/>
                <a:gd name="T74" fmla="*/ 202 w 203"/>
                <a:gd name="T75" fmla="*/ 142 h 161"/>
                <a:gd name="T76" fmla="*/ 203 w 203"/>
                <a:gd name="T77" fmla="*/ 139 h 161"/>
                <a:gd name="T78" fmla="*/ 203 w 203"/>
                <a:gd name="T79" fmla="*/ 135 h 161"/>
                <a:gd name="T80" fmla="*/ 203 w 203"/>
                <a:gd name="T81" fmla="*/ 131 h 161"/>
                <a:gd name="T82" fmla="*/ 201 w 203"/>
                <a:gd name="T83" fmla="*/ 124 h 161"/>
                <a:gd name="T84" fmla="*/ 198 w 203"/>
                <a:gd name="T85" fmla="*/ 117 h 161"/>
                <a:gd name="T86" fmla="*/ 193 w 203"/>
                <a:gd name="T87" fmla="*/ 107 h 161"/>
                <a:gd name="T88" fmla="*/ 187 w 203"/>
                <a:gd name="T89" fmla="*/ 98 h 161"/>
                <a:gd name="T90" fmla="*/ 179 w 203"/>
                <a:gd name="T91" fmla="*/ 88 h 161"/>
                <a:gd name="T92" fmla="*/ 171 w 203"/>
                <a:gd name="T93" fmla="*/ 78 h 161"/>
                <a:gd name="T94" fmla="*/ 162 w 203"/>
                <a:gd name="T95" fmla="*/ 68 h 161"/>
                <a:gd name="T96" fmla="*/ 151 w 203"/>
                <a:gd name="T97" fmla="*/ 58 h 161"/>
                <a:gd name="T98" fmla="*/ 140 w 203"/>
                <a:gd name="T99" fmla="*/ 49 h 161"/>
                <a:gd name="T100" fmla="*/ 129 w 203"/>
                <a:gd name="T101" fmla="*/ 40 h 161"/>
                <a:gd name="T102" fmla="*/ 118 w 203"/>
                <a:gd name="T103" fmla="*/ 32 h 161"/>
                <a:gd name="T104" fmla="*/ 105 w 203"/>
                <a:gd name="T105" fmla="*/ 24 h 161"/>
                <a:gd name="T106" fmla="*/ 94 w 203"/>
                <a:gd name="T107" fmla="*/ 17 h 161"/>
                <a:gd name="T108" fmla="*/ 82 w 203"/>
                <a:gd name="T109" fmla="*/ 11 h 161"/>
                <a:gd name="T110" fmla="*/ 71 w 203"/>
                <a:gd name="T111" fmla="*/ 6 h 161"/>
                <a:gd name="T112" fmla="*/ 60 w 203"/>
                <a:gd name="T113" fmla="*/ 3 h 161"/>
                <a:gd name="T114" fmla="*/ 49 w 203"/>
                <a:gd name="T115" fmla="*/ 1 h 161"/>
                <a:gd name="T116" fmla="*/ 39 w 203"/>
                <a:gd name="T117" fmla="*/ 0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03" h="161">
                  <a:moveTo>
                    <a:pt x="39" y="0"/>
                  </a:moveTo>
                  <a:lnTo>
                    <a:pt x="31" y="1"/>
                  </a:lnTo>
                  <a:lnTo>
                    <a:pt x="23" y="3"/>
                  </a:lnTo>
                  <a:lnTo>
                    <a:pt x="17" y="7"/>
                  </a:lnTo>
                  <a:lnTo>
                    <a:pt x="11" y="12"/>
                  </a:lnTo>
                  <a:lnTo>
                    <a:pt x="6" y="18"/>
                  </a:lnTo>
                  <a:lnTo>
                    <a:pt x="3" y="26"/>
                  </a:lnTo>
                  <a:lnTo>
                    <a:pt x="1" y="32"/>
                  </a:lnTo>
                  <a:lnTo>
                    <a:pt x="0" y="39"/>
                  </a:lnTo>
                  <a:lnTo>
                    <a:pt x="1" y="46"/>
                  </a:lnTo>
                  <a:lnTo>
                    <a:pt x="2" y="53"/>
                  </a:lnTo>
                  <a:lnTo>
                    <a:pt x="4" y="60"/>
                  </a:lnTo>
                  <a:lnTo>
                    <a:pt x="8" y="68"/>
                  </a:lnTo>
                  <a:lnTo>
                    <a:pt x="13" y="78"/>
                  </a:lnTo>
                  <a:lnTo>
                    <a:pt x="19" y="86"/>
                  </a:lnTo>
                  <a:lnTo>
                    <a:pt x="26" y="94"/>
                  </a:lnTo>
                  <a:lnTo>
                    <a:pt x="34" y="103"/>
                  </a:lnTo>
                  <a:lnTo>
                    <a:pt x="42" y="111"/>
                  </a:lnTo>
                  <a:lnTo>
                    <a:pt x="52" y="118"/>
                  </a:lnTo>
                  <a:lnTo>
                    <a:pt x="62" y="126"/>
                  </a:lnTo>
                  <a:lnTo>
                    <a:pt x="73" y="133"/>
                  </a:lnTo>
                  <a:lnTo>
                    <a:pt x="83" y="139"/>
                  </a:lnTo>
                  <a:lnTo>
                    <a:pt x="94" y="144"/>
                  </a:lnTo>
                  <a:lnTo>
                    <a:pt x="105" y="149"/>
                  </a:lnTo>
                  <a:lnTo>
                    <a:pt x="117" y="153"/>
                  </a:lnTo>
                  <a:lnTo>
                    <a:pt x="128" y="157"/>
                  </a:lnTo>
                  <a:lnTo>
                    <a:pt x="139" y="159"/>
                  </a:lnTo>
                  <a:lnTo>
                    <a:pt x="149" y="161"/>
                  </a:lnTo>
                  <a:lnTo>
                    <a:pt x="159" y="161"/>
                  </a:lnTo>
                  <a:lnTo>
                    <a:pt x="167" y="161"/>
                  </a:lnTo>
                  <a:lnTo>
                    <a:pt x="173" y="160"/>
                  </a:lnTo>
                  <a:lnTo>
                    <a:pt x="179" y="159"/>
                  </a:lnTo>
                  <a:lnTo>
                    <a:pt x="184" y="157"/>
                  </a:lnTo>
                  <a:lnTo>
                    <a:pt x="189" y="155"/>
                  </a:lnTo>
                  <a:lnTo>
                    <a:pt x="193" y="152"/>
                  </a:lnTo>
                  <a:lnTo>
                    <a:pt x="197" y="149"/>
                  </a:lnTo>
                  <a:lnTo>
                    <a:pt x="201" y="145"/>
                  </a:lnTo>
                  <a:lnTo>
                    <a:pt x="202" y="142"/>
                  </a:lnTo>
                  <a:lnTo>
                    <a:pt x="203" y="139"/>
                  </a:lnTo>
                  <a:lnTo>
                    <a:pt x="203" y="135"/>
                  </a:lnTo>
                  <a:lnTo>
                    <a:pt x="203" y="131"/>
                  </a:lnTo>
                  <a:lnTo>
                    <a:pt x="201" y="124"/>
                  </a:lnTo>
                  <a:lnTo>
                    <a:pt x="198" y="117"/>
                  </a:lnTo>
                  <a:lnTo>
                    <a:pt x="193" y="107"/>
                  </a:lnTo>
                  <a:lnTo>
                    <a:pt x="187" y="98"/>
                  </a:lnTo>
                  <a:lnTo>
                    <a:pt x="179" y="88"/>
                  </a:lnTo>
                  <a:lnTo>
                    <a:pt x="171" y="78"/>
                  </a:lnTo>
                  <a:lnTo>
                    <a:pt x="162" y="68"/>
                  </a:lnTo>
                  <a:lnTo>
                    <a:pt x="151" y="58"/>
                  </a:lnTo>
                  <a:lnTo>
                    <a:pt x="140" y="49"/>
                  </a:lnTo>
                  <a:lnTo>
                    <a:pt x="129" y="40"/>
                  </a:lnTo>
                  <a:lnTo>
                    <a:pt x="118" y="32"/>
                  </a:lnTo>
                  <a:lnTo>
                    <a:pt x="105" y="24"/>
                  </a:lnTo>
                  <a:lnTo>
                    <a:pt x="94" y="17"/>
                  </a:lnTo>
                  <a:lnTo>
                    <a:pt x="82" y="11"/>
                  </a:lnTo>
                  <a:lnTo>
                    <a:pt x="71" y="6"/>
                  </a:lnTo>
                  <a:lnTo>
                    <a:pt x="60" y="3"/>
                  </a:lnTo>
                  <a:lnTo>
                    <a:pt x="49" y="1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51" name="Freeform 52"/>
            <p:cNvSpPr>
              <a:spLocks/>
            </p:cNvSpPr>
            <p:nvPr userDrawn="1"/>
          </p:nvSpPr>
          <p:spPr bwMode="gray">
            <a:xfrm>
              <a:off x="6162" y="347"/>
              <a:ext cx="109" cy="148"/>
            </a:xfrm>
            <a:custGeom>
              <a:avLst/>
              <a:gdLst>
                <a:gd name="T0" fmla="*/ 139 w 1310"/>
                <a:gd name="T1" fmla="*/ 1401 h 1770"/>
                <a:gd name="T2" fmla="*/ 306 w 1310"/>
                <a:gd name="T3" fmla="*/ 1438 h 1770"/>
                <a:gd name="T4" fmla="*/ 458 w 1310"/>
                <a:gd name="T5" fmla="*/ 1457 h 1770"/>
                <a:gd name="T6" fmla="*/ 615 w 1310"/>
                <a:gd name="T7" fmla="*/ 1458 h 1770"/>
                <a:gd name="T8" fmla="*/ 741 w 1310"/>
                <a:gd name="T9" fmla="*/ 1434 h 1770"/>
                <a:gd name="T10" fmla="*/ 790 w 1310"/>
                <a:gd name="T11" fmla="*/ 1409 h 1770"/>
                <a:gd name="T12" fmla="*/ 825 w 1310"/>
                <a:gd name="T13" fmla="*/ 1378 h 1770"/>
                <a:gd name="T14" fmla="*/ 844 w 1310"/>
                <a:gd name="T15" fmla="*/ 1337 h 1770"/>
                <a:gd name="T16" fmla="*/ 848 w 1310"/>
                <a:gd name="T17" fmla="*/ 1285 h 1770"/>
                <a:gd name="T18" fmla="*/ 824 w 1310"/>
                <a:gd name="T19" fmla="*/ 1220 h 1770"/>
                <a:gd name="T20" fmla="*/ 749 w 1310"/>
                <a:gd name="T21" fmla="*/ 1161 h 1770"/>
                <a:gd name="T22" fmla="*/ 571 w 1310"/>
                <a:gd name="T23" fmla="*/ 1078 h 1770"/>
                <a:gd name="T24" fmla="*/ 321 w 1310"/>
                <a:gd name="T25" fmla="*/ 964 h 1770"/>
                <a:gd name="T26" fmla="*/ 198 w 1310"/>
                <a:gd name="T27" fmla="*/ 893 h 1770"/>
                <a:gd name="T28" fmla="*/ 116 w 1310"/>
                <a:gd name="T29" fmla="*/ 826 h 1770"/>
                <a:gd name="T30" fmla="*/ 52 w 1310"/>
                <a:gd name="T31" fmla="*/ 736 h 1770"/>
                <a:gd name="T32" fmla="*/ 13 w 1310"/>
                <a:gd name="T33" fmla="*/ 633 h 1770"/>
                <a:gd name="T34" fmla="*/ 0 w 1310"/>
                <a:gd name="T35" fmla="*/ 516 h 1770"/>
                <a:gd name="T36" fmla="*/ 19 w 1310"/>
                <a:gd name="T37" fmla="*/ 370 h 1770"/>
                <a:gd name="T38" fmla="*/ 75 w 1310"/>
                <a:gd name="T39" fmla="*/ 247 h 1770"/>
                <a:gd name="T40" fmla="*/ 169 w 1310"/>
                <a:gd name="T41" fmla="*/ 148 h 1770"/>
                <a:gd name="T42" fmla="*/ 294 w 1310"/>
                <a:gd name="T43" fmla="*/ 73 h 1770"/>
                <a:gd name="T44" fmla="*/ 443 w 1310"/>
                <a:gd name="T45" fmla="*/ 24 h 1770"/>
                <a:gd name="T46" fmla="*/ 614 w 1310"/>
                <a:gd name="T47" fmla="*/ 2 h 1770"/>
                <a:gd name="T48" fmla="*/ 836 w 1310"/>
                <a:gd name="T49" fmla="*/ 8 h 1770"/>
                <a:gd name="T50" fmla="*/ 1177 w 1310"/>
                <a:gd name="T51" fmla="*/ 61 h 1770"/>
                <a:gd name="T52" fmla="*/ 1060 w 1310"/>
                <a:gd name="T53" fmla="*/ 344 h 1770"/>
                <a:gd name="T54" fmla="*/ 921 w 1310"/>
                <a:gd name="T55" fmla="*/ 309 h 1770"/>
                <a:gd name="T56" fmla="*/ 787 w 1310"/>
                <a:gd name="T57" fmla="*/ 292 h 1770"/>
                <a:gd name="T58" fmla="*/ 638 w 1310"/>
                <a:gd name="T59" fmla="*/ 296 h 1770"/>
                <a:gd name="T60" fmla="*/ 521 w 1310"/>
                <a:gd name="T61" fmla="*/ 331 h 1770"/>
                <a:gd name="T62" fmla="*/ 483 w 1310"/>
                <a:gd name="T63" fmla="*/ 359 h 1770"/>
                <a:gd name="T64" fmla="*/ 459 w 1310"/>
                <a:gd name="T65" fmla="*/ 395 h 1770"/>
                <a:gd name="T66" fmla="*/ 450 w 1310"/>
                <a:gd name="T67" fmla="*/ 439 h 1770"/>
                <a:gd name="T68" fmla="*/ 463 w 1310"/>
                <a:gd name="T69" fmla="*/ 502 h 1770"/>
                <a:gd name="T70" fmla="*/ 521 w 1310"/>
                <a:gd name="T71" fmla="*/ 553 h 1770"/>
                <a:gd name="T72" fmla="*/ 674 w 1310"/>
                <a:gd name="T73" fmla="*/ 629 h 1770"/>
                <a:gd name="T74" fmla="*/ 946 w 1310"/>
                <a:gd name="T75" fmla="*/ 756 h 1770"/>
                <a:gd name="T76" fmla="*/ 1080 w 1310"/>
                <a:gd name="T77" fmla="*/ 832 h 1770"/>
                <a:gd name="T78" fmla="*/ 1174 w 1310"/>
                <a:gd name="T79" fmla="*/ 901 h 1770"/>
                <a:gd name="T80" fmla="*/ 1241 w 1310"/>
                <a:gd name="T81" fmla="*/ 979 h 1770"/>
                <a:gd name="T82" fmla="*/ 1287 w 1310"/>
                <a:gd name="T83" fmla="*/ 1074 h 1770"/>
                <a:gd name="T84" fmla="*/ 1308 w 1310"/>
                <a:gd name="T85" fmla="*/ 1182 h 1770"/>
                <a:gd name="T86" fmla="*/ 1301 w 1310"/>
                <a:gd name="T87" fmla="*/ 1328 h 1770"/>
                <a:gd name="T88" fmla="*/ 1276 w 1310"/>
                <a:gd name="T89" fmla="*/ 1418 h 1770"/>
                <a:gd name="T90" fmla="*/ 1242 w 1310"/>
                <a:gd name="T91" fmla="*/ 1486 h 1770"/>
                <a:gd name="T92" fmla="*/ 1196 w 1310"/>
                <a:gd name="T93" fmla="*/ 1547 h 1770"/>
                <a:gd name="T94" fmla="*/ 1098 w 1310"/>
                <a:gd name="T95" fmla="*/ 1633 h 1770"/>
                <a:gd name="T96" fmla="*/ 965 w 1310"/>
                <a:gd name="T97" fmla="*/ 1703 h 1770"/>
                <a:gd name="T98" fmla="*/ 813 w 1310"/>
                <a:gd name="T99" fmla="*/ 1747 h 1770"/>
                <a:gd name="T100" fmla="*/ 639 w 1310"/>
                <a:gd name="T101" fmla="*/ 1768 h 1770"/>
                <a:gd name="T102" fmla="*/ 366 w 1310"/>
                <a:gd name="T103" fmla="*/ 1761 h 1770"/>
                <a:gd name="T104" fmla="*/ 34 w 1310"/>
                <a:gd name="T105" fmla="*/ 1707 h 17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310" h="1770">
                  <a:moveTo>
                    <a:pt x="34" y="1707"/>
                  </a:moveTo>
                  <a:lnTo>
                    <a:pt x="34" y="1371"/>
                  </a:lnTo>
                  <a:lnTo>
                    <a:pt x="70" y="1382"/>
                  </a:lnTo>
                  <a:lnTo>
                    <a:pt x="105" y="1392"/>
                  </a:lnTo>
                  <a:lnTo>
                    <a:pt x="139" y="1401"/>
                  </a:lnTo>
                  <a:lnTo>
                    <a:pt x="174" y="1410"/>
                  </a:lnTo>
                  <a:lnTo>
                    <a:pt x="208" y="1419"/>
                  </a:lnTo>
                  <a:lnTo>
                    <a:pt x="240" y="1426"/>
                  </a:lnTo>
                  <a:lnTo>
                    <a:pt x="273" y="1432"/>
                  </a:lnTo>
                  <a:lnTo>
                    <a:pt x="306" y="1438"/>
                  </a:lnTo>
                  <a:lnTo>
                    <a:pt x="336" y="1444"/>
                  </a:lnTo>
                  <a:lnTo>
                    <a:pt x="368" y="1448"/>
                  </a:lnTo>
                  <a:lnTo>
                    <a:pt x="399" y="1452"/>
                  </a:lnTo>
                  <a:lnTo>
                    <a:pt x="428" y="1455"/>
                  </a:lnTo>
                  <a:lnTo>
                    <a:pt x="458" y="1457"/>
                  </a:lnTo>
                  <a:lnTo>
                    <a:pt x="486" y="1459"/>
                  </a:lnTo>
                  <a:lnTo>
                    <a:pt x="515" y="1460"/>
                  </a:lnTo>
                  <a:lnTo>
                    <a:pt x="543" y="1461"/>
                  </a:lnTo>
                  <a:lnTo>
                    <a:pt x="580" y="1460"/>
                  </a:lnTo>
                  <a:lnTo>
                    <a:pt x="615" y="1458"/>
                  </a:lnTo>
                  <a:lnTo>
                    <a:pt x="646" y="1455"/>
                  </a:lnTo>
                  <a:lnTo>
                    <a:pt x="677" y="1451"/>
                  </a:lnTo>
                  <a:lnTo>
                    <a:pt x="705" y="1445"/>
                  </a:lnTo>
                  <a:lnTo>
                    <a:pt x="729" y="1438"/>
                  </a:lnTo>
                  <a:lnTo>
                    <a:pt x="741" y="1434"/>
                  </a:lnTo>
                  <a:lnTo>
                    <a:pt x="751" y="1430"/>
                  </a:lnTo>
                  <a:lnTo>
                    <a:pt x="763" y="1426"/>
                  </a:lnTo>
                  <a:lnTo>
                    <a:pt x="772" y="1421"/>
                  </a:lnTo>
                  <a:lnTo>
                    <a:pt x="781" y="1416"/>
                  </a:lnTo>
                  <a:lnTo>
                    <a:pt x="790" y="1409"/>
                  </a:lnTo>
                  <a:lnTo>
                    <a:pt x="798" y="1404"/>
                  </a:lnTo>
                  <a:lnTo>
                    <a:pt x="805" y="1398"/>
                  </a:lnTo>
                  <a:lnTo>
                    <a:pt x="813" y="1391"/>
                  </a:lnTo>
                  <a:lnTo>
                    <a:pt x="819" y="1385"/>
                  </a:lnTo>
                  <a:lnTo>
                    <a:pt x="825" y="1378"/>
                  </a:lnTo>
                  <a:lnTo>
                    <a:pt x="829" y="1370"/>
                  </a:lnTo>
                  <a:lnTo>
                    <a:pt x="834" y="1362"/>
                  </a:lnTo>
                  <a:lnTo>
                    <a:pt x="838" y="1354"/>
                  </a:lnTo>
                  <a:lnTo>
                    <a:pt x="841" y="1346"/>
                  </a:lnTo>
                  <a:lnTo>
                    <a:pt x="844" y="1337"/>
                  </a:lnTo>
                  <a:lnTo>
                    <a:pt x="846" y="1329"/>
                  </a:lnTo>
                  <a:lnTo>
                    <a:pt x="847" y="1319"/>
                  </a:lnTo>
                  <a:lnTo>
                    <a:pt x="848" y="1309"/>
                  </a:lnTo>
                  <a:lnTo>
                    <a:pt x="848" y="1299"/>
                  </a:lnTo>
                  <a:lnTo>
                    <a:pt x="848" y="1285"/>
                  </a:lnTo>
                  <a:lnTo>
                    <a:pt x="845" y="1271"/>
                  </a:lnTo>
                  <a:lnTo>
                    <a:pt x="842" y="1257"/>
                  </a:lnTo>
                  <a:lnTo>
                    <a:pt x="837" y="1244"/>
                  </a:lnTo>
                  <a:lnTo>
                    <a:pt x="831" y="1232"/>
                  </a:lnTo>
                  <a:lnTo>
                    <a:pt x="824" y="1220"/>
                  </a:lnTo>
                  <a:lnTo>
                    <a:pt x="815" y="1208"/>
                  </a:lnTo>
                  <a:lnTo>
                    <a:pt x="804" y="1198"/>
                  </a:lnTo>
                  <a:lnTo>
                    <a:pt x="790" y="1187"/>
                  </a:lnTo>
                  <a:lnTo>
                    <a:pt x="773" y="1175"/>
                  </a:lnTo>
                  <a:lnTo>
                    <a:pt x="749" y="1161"/>
                  </a:lnTo>
                  <a:lnTo>
                    <a:pt x="723" y="1146"/>
                  </a:lnTo>
                  <a:lnTo>
                    <a:pt x="691" y="1131"/>
                  </a:lnTo>
                  <a:lnTo>
                    <a:pt x="656" y="1114"/>
                  </a:lnTo>
                  <a:lnTo>
                    <a:pt x="616" y="1096"/>
                  </a:lnTo>
                  <a:lnTo>
                    <a:pt x="571" y="1078"/>
                  </a:lnTo>
                  <a:lnTo>
                    <a:pt x="490" y="1044"/>
                  </a:lnTo>
                  <a:lnTo>
                    <a:pt x="417" y="1011"/>
                  </a:lnTo>
                  <a:lnTo>
                    <a:pt x="383" y="995"/>
                  </a:lnTo>
                  <a:lnTo>
                    <a:pt x="352" y="980"/>
                  </a:lnTo>
                  <a:lnTo>
                    <a:pt x="321" y="964"/>
                  </a:lnTo>
                  <a:lnTo>
                    <a:pt x="292" y="949"/>
                  </a:lnTo>
                  <a:lnTo>
                    <a:pt x="266" y="935"/>
                  </a:lnTo>
                  <a:lnTo>
                    <a:pt x="241" y="921"/>
                  </a:lnTo>
                  <a:lnTo>
                    <a:pt x="219" y="906"/>
                  </a:lnTo>
                  <a:lnTo>
                    <a:pt x="198" y="893"/>
                  </a:lnTo>
                  <a:lnTo>
                    <a:pt x="178" y="880"/>
                  </a:lnTo>
                  <a:lnTo>
                    <a:pt x="161" y="866"/>
                  </a:lnTo>
                  <a:lnTo>
                    <a:pt x="146" y="854"/>
                  </a:lnTo>
                  <a:lnTo>
                    <a:pt x="132" y="842"/>
                  </a:lnTo>
                  <a:lnTo>
                    <a:pt x="116" y="826"/>
                  </a:lnTo>
                  <a:lnTo>
                    <a:pt x="101" y="808"/>
                  </a:lnTo>
                  <a:lnTo>
                    <a:pt x="87" y="791"/>
                  </a:lnTo>
                  <a:lnTo>
                    <a:pt x="74" y="773"/>
                  </a:lnTo>
                  <a:lnTo>
                    <a:pt x="62" y="754"/>
                  </a:lnTo>
                  <a:lnTo>
                    <a:pt x="52" y="736"/>
                  </a:lnTo>
                  <a:lnTo>
                    <a:pt x="42" y="715"/>
                  </a:lnTo>
                  <a:lnTo>
                    <a:pt x="32" y="696"/>
                  </a:lnTo>
                  <a:lnTo>
                    <a:pt x="25" y="676"/>
                  </a:lnTo>
                  <a:lnTo>
                    <a:pt x="18" y="654"/>
                  </a:lnTo>
                  <a:lnTo>
                    <a:pt x="13" y="633"/>
                  </a:lnTo>
                  <a:lnTo>
                    <a:pt x="8" y="610"/>
                  </a:lnTo>
                  <a:lnTo>
                    <a:pt x="5" y="588"/>
                  </a:lnTo>
                  <a:lnTo>
                    <a:pt x="2" y="564"/>
                  </a:lnTo>
                  <a:lnTo>
                    <a:pt x="1" y="541"/>
                  </a:lnTo>
                  <a:lnTo>
                    <a:pt x="0" y="516"/>
                  </a:lnTo>
                  <a:lnTo>
                    <a:pt x="1" y="485"/>
                  </a:lnTo>
                  <a:lnTo>
                    <a:pt x="3" y="455"/>
                  </a:lnTo>
                  <a:lnTo>
                    <a:pt x="7" y="425"/>
                  </a:lnTo>
                  <a:lnTo>
                    <a:pt x="12" y="397"/>
                  </a:lnTo>
                  <a:lnTo>
                    <a:pt x="19" y="370"/>
                  </a:lnTo>
                  <a:lnTo>
                    <a:pt x="27" y="344"/>
                  </a:lnTo>
                  <a:lnTo>
                    <a:pt x="36" y="318"/>
                  </a:lnTo>
                  <a:lnTo>
                    <a:pt x="48" y="294"/>
                  </a:lnTo>
                  <a:lnTo>
                    <a:pt x="61" y="269"/>
                  </a:lnTo>
                  <a:lnTo>
                    <a:pt x="75" y="247"/>
                  </a:lnTo>
                  <a:lnTo>
                    <a:pt x="90" y="225"/>
                  </a:lnTo>
                  <a:lnTo>
                    <a:pt x="108" y="204"/>
                  </a:lnTo>
                  <a:lnTo>
                    <a:pt x="127" y="185"/>
                  </a:lnTo>
                  <a:lnTo>
                    <a:pt x="148" y="165"/>
                  </a:lnTo>
                  <a:lnTo>
                    <a:pt x="169" y="148"/>
                  </a:lnTo>
                  <a:lnTo>
                    <a:pt x="192" y="131"/>
                  </a:lnTo>
                  <a:lnTo>
                    <a:pt x="217" y="115"/>
                  </a:lnTo>
                  <a:lnTo>
                    <a:pt x="241" y="100"/>
                  </a:lnTo>
                  <a:lnTo>
                    <a:pt x="268" y="86"/>
                  </a:lnTo>
                  <a:lnTo>
                    <a:pt x="294" y="73"/>
                  </a:lnTo>
                  <a:lnTo>
                    <a:pt x="323" y="61"/>
                  </a:lnTo>
                  <a:lnTo>
                    <a:pt x="352" y="51"/>
                  </a:lnTo>
                  <a:lnTo>
                    <a:pt x="381" y="41"/>
                  </a:lnTo>
                  <a:lnTo>
                    <a:pt x="412" y="33"/>
                  </a:lnTo>
                  <a:lnTo>
                    <a:pt x="443" y="24"/>
                  </a:lnTo>
                  <a:lnTo>
                    <a:pt x="476" y="18"/>
                  </a:lnTo>
                  <a:lnTo>
                    <a:pt x="509" y="12"/>
                  </a:lnTo>
                  <a:lnTo>
                    <a:pt x="543" y="8"/>
                  </a:lnTo>
                  <a:lnTo>
                    <a:pt x="578" y="4"/>
                  </a:lnTo>
                  <a:lnTo>
                    <a:pt x="614" y="2"/>
                  </a:lnTo>
                  <a:lnTo>
                    <a:pt x="651" y="0"/>
                  </a:lnTo>
                  <a:lnTo>
                    <a:pt x="689" y="0"/>
                  </a:lnTo>
                  <a:lnTo>
                    <a:pt x="733" y="0"/>
                  </a:lnTo>
                  <a:lnTo>
                    <a:pt x="783" y="3"/>
                  </a:lnTo>
                  <a:lnTo>
                    <a:pt x="836" y="8"/>
                  </a:lnTo>
                  <a:lnTo>
                    <a:pt x="895" y="15"/>
                  </a:lnTo>
                  <a:lnTo>
                    <a:pt x="958" y="23"/>
                  </a:lnTo>
                  <a:lnTo>
                    <a:pt x="1027" y="35"/>
                  </a:lnTo>
                  <a:lnTo>
                    <a:pt x="1099" y="47"/>
                  </a:lnTo>
                  <a:lnTo>
                    <a:pt x="1177" y="61"/>
                  </a:lnTo>
                  <a:lnTo>
                    <a:pt x="1177" y="386"/>
                  </a:lnTo>
                  <a:lnTo>
                    <a:pt x="1147" y="374"/>
                  </a:lnTo>
                  <a:lnTo>
                    <a:pt x="1118" y="363"/>
                  </a:lnTo>
                  <a:lnTo>
                    <a:pt x="1089" y="353"/>
                  </a:lnTo>
                  <a:lnTo>
                    <a:pt x="1060" y="344"/>
                  </a:lnTo>
                  <a:lnTo>
                    <a:pt x="1032" y="336"/>
                  </a:lnTo>
                  <a:lnTo>
                    <a:pt x="1003" y="327"/>
                  </a:lnTo>
                  <a:lnTo>
                    <a:pt x="976" y="320"/>
                  </a:lnTo>
                  <a:lnTo>
                    <a:pt x="947" y="314"/>
                  </a:lnTo>
                  <a:lnTo>
                    <a:pt x="921" y="309"/>
                  </a:lnTo>
                  <a:lnTo>
                    <a:pt x="893" y="304"/>
                  </a:lnTo>
                  <a:lnTo>
                    <a:pt x="867" y="300"/>
                  </a:lnTo>
                  <a:lnTo>
                    <a:pt x="839" y="297"/>
                  </a:lnTo>
                  <a:lnTo>
                    <a:pt x="814" y="294"/>
                  </a:lnTo>
                  <a:lnTo>
                    <a:pt x="787" y="292"/>
                  </a:lnTo>
                  <a:lnTo>
                    <a:pt x="762" y="291"/>
                  </a:lnTo>
                  <a:lnTo>
                    <a:pt x="736" y="291"/>
                  </a:lnTo>
                  <a:lnTo>
                    <a:pt x="700" y="292"/>
                  </a:lnTo>
                  <a:lnTo>
                    <a:pt x="669" y="293"/>
                  </a:lnTo>
                  <a:lnTo>
                    <a:pt x="638" y="296"/>
                  </a:lnTo>
                  <a:lnTo>
                    <a:pt x="610" y="301"/>
                  </a:lnTo>
                  <a:lnTo>
                    <a:pt x="584" y="306"/>
                  </a:lnTo>
                  <a:lnTo>
                    <a:pt x="561" y="313"/>
                  </a:lnTo>
                  <a:lnTo>
                    <a:pt x="539" y="321"/>
                  </a:lnTo>
                  <a:lnTo>
                    <a:pt x="521" y="331"/>
                  </a:lnTo>
                  <a:lnTo>
                    <a:pt x="512" y="336"/>
                  </a:lnTo>
                  <a:lnTo>
                    <a:pt x="504" y="341"/>
                  </a:lnTo>
                  <a:lnTo>
                    <a:pt x="496" y="346"/>
                  </a:lnTo>
                  <a:lnTo>
                    <a:pt x="489" y="352"/>
                  </a:lnTo>
                  <a:lnTo>
                    <a:pt x="483" y="359"/>
                  </a:lnTo>
                  <a:lnTo>
                    <a:pt x="477" y="365"/>
                  </a:lnTo>
                  <a:lnTo>
                    <a:pt x="472" y="372"/>
                  </a:lnTo>
                  <a:lnTo>
                    <a:pt x="467" y="380"/>
                  </a:lnTo>
                  <a:lnTo>
                    <a:pt x="463" y="387"/>
                  </a:lnTo>
                  <a:lnTo>
                    <a:pt x="459" y="395"/>
                  </a:lnTo>
                  <a:lnTo>
                    <a:pt x="456" y="403"/>
                  </a:lnTo>
                  <a:lnTo>
                    <a:pt x="454" y="411"/>
                  </a:lnTo>
                  <a:lnTo>
                    <a:pt x="452" y="420"/>
                  </a:lnTo>
                  <a:lnTo>
                    <a:pt x="450" y="430"/>
                  </a:lnTo>
                  <a:lnTo>
                    <a:pt x="450" y="439"/>
                  </a:lnTo>
                  <a:lnTo>
                    <a:pt x="448" y="449"/>
                  </a:lnTo>
                  <a:lnTo>
                    <a:pt x="450" y="463"/>
                  </a:lnTo>
                  <a:lnTo>
                    <a:pt x="453" y="477"/>
                  </a:lnTo>
                  <a:lnTo>
                    <a:pt x="457" y="490"/>
                  </a:lnTo>
                  <a:lnTo>
                    <a:pt x="463" y="502"/>
                  </a:lnTo>
                  <a:lnTo>
                    <a:pt x="471" y="514"/>
                  </a:lnTo>
                  <a:lnTo>
                    <a:pt x="481" y="524"/>
                  </a:lnTo>
                  <a:lnTo>
                    <a:pt x="493" y="536"/>
                  </a:lnTo>
                  <a:lnTo>
                    <a:pt x="507" y="545"/>
                  </a:lnTo>
                  <a:lnTo>
                    <a:pt x="521" y="553"/>
                  </a:lnTo>
                  <a:lnTo>
                    <a:pt x="541" y="564"/>
                  </a:lnTo>
                  <a:lnTo>
                    <a:pt x="567" y="577"/>
                  </a:lnTo>
                  <a:lnTo>
                    <a:pt x="597" y="592"/>
                  </a:lnTo>
                  <a:lnTo>
                    <a:pt x="633" y="609"/>
                  </a:lnTo>
                  <a:lnTo>
                    <a:pt x="674" y="629"/>
                  </a:lnTo>
                  <a:lnTo>
                    <a:pt x="720" y="649"/>
                  </a:lnTo>
                  <a:lnTo>
                    <a:pt x="772" y="672"/>
                  </a:lnTo>
                  <a:lnTo>
                    <a:pt x="846" y="707"/>
                  </a:lnTo>
                  <a:lnTo>
                    <a:pt x="915" y="740"/>
                  </a:lnTo>
                  <a:lnTo>
                    <a:pt x="946" y="756"/>
                  </a:lnTo>
                  <a:lnTo>
                    <a:pt x="976" y="771"/>
                  </a:lnTo>
                  <a:lnTo>
                    <a:pt x="1004" y="787"/>
                  </a:lnTo>
                  <a:lnTo>
                    <a:pt x="1032" y="802"/>
                  </a:lnTo>
                  <a:lnTo>
                    <a:pt x="1056" y="817"/>
                  </a:lnTo>
                  <a:lnTo>
                    <a:pt x="1080" y="832"/>
                  </a:lnTo>
                  <a:lnTo>
                    <a:pt x="1102" y="846"/>
                  </a:lnTo>
                  <a:lnTo>
                    <a:pt x="1123" y="860"/>
                  </a:lnTo>
                  <a:lnTo>
                    <a:pt x="1141" y="875"/>
                  </a:lnTo>
                  <a:lnTo>
                    <a:pt x="1158" y="888"/>
                  </a:lnTo>
                  <a:lnTo>
                    <a:pt x="1174" y="901"/>
                  </a:lnTo>
                  <a:lnTo>
                    <a:pt x="1187" y="913"/>
                  </a:lnTo>
                  <a:lnTo>
                    <a:pt x="1202" y="930"/>
                  </a:lnTo>
                  <a:lnTo>
                    <a:pt x="1216" y="945"/>
                  </a:lnTo>
                  <a:lnTo>
                    <a:pt x="1229" y="962"/>
                  </a:lnTo>
                  <a:lnTo>
                    <a:pt x="1241" y="979"/>
                  </a:lnTo>
                  <a:lnTo>
                    <a:pt x="1252" y="997"/>
                  </a:lnTo>
                  <a:lnTo>
                    <a:pt x="1262" y="1015"/>
                  </a:lnTo>
                  <a:lnTo>
                    <a:pt x="1271" y="1034"/>
                  </a:lnTo>
                  <a:lnTo>
                    <a:pt x="1279" y="1053"/>
                  </a:lnTo>
                  <a:lnTo>
                    <a:pt x="1287" y="1074"/>
                  </a:lnTo>
                  <a:lnTo>
                    <a:pt x="1293" y="1094"/>
                  </a:lnTo>
                  <a:lnTo>
                    <a:pt x="1298" y="1114"/>
                  </a:lnTo>
                  <a:lnTo>
                    <a:pt x="1302" y="1137"/>
                  </a:lnTo>
                  <a:lnTo>
                    <a:pt x="1305" y="1158"/>
                  </a:lnTo>
                  <a:lnTo>
                    <a:pt x="1308" y="1182"/>
                  </a:lnTo>
                  <a:lnTo>
                    <a:pt x="1309" y="1204"/>
                  </a:lnTo>
                  <a:lnTo>
                    <a:pt x="1310" y="1229"/>
                  </a:lnTo>
                  <a:lnTo>
                    <a:pt x="1309" y="1262"/>
                  </a:lnTo>
                  <a:lnTo>
                    <a:pt x="1306" y="1296"/>
                  </a:lnTo>
                  <a:lnTo>
                    <a:pt x="1301" y="1328"/>
                  </a:lnTo>
                  <a:lnTo>
                    <a:pt x="1295" y="1358"/>
                  </a:lnTo>
                  <a:lnTo>
                    <a:pt x="1291" y="1374"/>
                  </a:lnTo>
                  <a:lnTo>
                    <a:pt x="1287" y="1389"/>
                  </a:lnTo>
                  <a:lnTo>
                    <a:pt x="1282" y="1403"/>
                  </a:lnTo>
                  <a:lnTo>
                    <a:pt x="1276" y="1418"/>
                  </a:lnTo>
                  <a:lnTo>
                    <a:pt x="1271" y="1432"/>
                  </a:lnTo>
                  <a:lnTo>
                    <a:pt x="1263" y="1446"/>
                  </a:lnTo>
                  <a:lnTo>
                    <a:pt x="1257" y="1459"/>
                  </a:lnTo>
                  <a:lnTo>
                    <a:pt x="1250" y="1473"/>
                  </a:lnTo>
                  <a:lnTo>
                    <a:pt x="1242" y="1486"/>
                  </a:lnTo>
                  <a:lnTo>
                    <a:pt x="1234" y="1499"/>
                  </a:lnTo>
                  <a:lnTo>
                    <a:pt x="1225" y="1511"/>
                  </a:lnTo>
                  <a:lnTo>
                    <a:pt x="1216" y="1524"/>
                  </a:lnTo>
                  <a:lnTo>
                    <a:pt x="1206" y="1536"/>
                  </a:lnTo>
                  <a:lnTo>
                    <a:pt x="1196" y="1547"/>
                  </a:lnTo>
                  <a:lnTo>
                    <a:pt x="1186" y="1559"/>
                  </a:lnTo>
                  <a:lnTo>
                    <a:pt x="1175" y="1571"/>
                  </a:lnTo>
                  <a:lnTo>
                    <a:pt x="1151" y="1592"/>
                  </a:lnTo>
                  <a:lnTo>
                    <a:pt x="1126" y="1613"/>
                  </a:lnTo>
                  <a:lnTo>
                    <a:pt x="1098" y="1633"/>
                  </a:lnTo>
                  <a:lnTo>
                    <a:pt x="1069" y="1651"/>
                  </a:lnTo>
                  <a:lnTo>
                    <a:pt x="1044" y="1666"/>
                  </a:lnTo>
                  <a:lnTo>
                    <a:pt x="1019" y="1679"/>
                  </a:lnTo>
                  <a:lnTo>
                    <a:pt x="992" y="1691"/>
                  </a:lnTo>
                  <a:lnTo>
                    <a:pt x="965" y="1703"/>
                  </a:lnTo>
                  <a:lnTo>
                    <a:pt x="936" y="1714"/>
                  </a:lnTo>
                  <a:lnTo>
                    <a:pt x="906" y="1724"/>
                  </a:lnTo>
                  <a:lnTo>
                    <a:pt x="876" y="1732"/>
                  </a:lnTo>
                  <a:lnTo>
                    <a:pt x="845" y="1740"/>
                  </a:lnTo>
                  <a:lnTo>
                    <a:pt x="813" y="1747"/>
                  </a:lnTo>
                  <a:lnTo>
                    <a:pt x="780" y="1752"/>
                  </a:lnTo>
                  <a:lnTo>
                    <a:pt x="746" y="1757"/>
                  </a:lnTo>
                  <a:lnTo>
                    <a:pt x="712" y="1762"/>
                  </a:lnTo>
                  <a:lnTo>
                    <a:pt x="676" y="1766"/>
                  </a:lnTo>
                  <a:lnTo>
                    <a:pt x="639" y="1768"/>
                  </a:lnTo>
                  <a:lnTo>
                    <a:pt x="601" y="1769"/>
                  </a:lnTo>
                  <a:lnTo>
                    <a:pt x="563" y="1770"/>
                  </a:lnTo>
                  <a:lnTo>
                    <a:pt x="497" y="1769"/>
                  </a:lnTo>
                  <a:lnTo>
                    <a:pt x="431" y="1766"/>
                  </a:lnTo>
                  <a:lnTo>
                    <a:pt x="366" y="1761"/>
                  </a:lnTo>
                  <a:lnTo>
                    <a:pt x="300" y="1754"/>
                  </a:lnTo>
                  <a:lnTo>
                    <a:pt x="233" y="1745"/>
                  </a:lnTo>
                  <a:lnTo>
                    <a:pt x="167" y="1735"/>
                  </a:lnTo>
                  <a:lnTo>
                    <a:pt x="101" y="1722"/>
                  </a:lnTo>
                  <a:lnTo>
                    <a:pt x="34" y="1707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52" name="Freeform 53"/>
            <p:cNvSpPr>
              <a:spLocks/>
            </p:cNvSpPr>
            <p:nvPr userDrawn="1"/>
          </p:nvSpPr>
          <p:spPr bwMode="gray">
            <a:xfrm>
              <a:off x="6294" y="350"/>
              <a:ext cx="39" cy="142"/>
            </a:xfrm>
            <a:custGeom>
              <a:avLst/>
              <a:gdLst>
                <a:gd name="T0" fmla="*/ 476 w 476"/>
                <a:gd name="T1" fmla="*/ 0 h 1706"/>
                <a:gd name="T2" fmla="*/ 476 w 476"/>
                <a:gd name="T3" fmla="*/ 1706 h 1706"/>
                <a:gd name="T4" fmla="*/ 0 w 476"/>
                <a:gd name="T5" fmla="*/ 1706 h 1706"/>
                <a:gd name="T6" fmla="*/ 0 w 476"/>
                <a:gd name="T7" fmla="*/ 0 h 1706"/>
                <a:gd name="T8" fmla="*/ 238 w 476"/>
                <a:gd name="T9" fmla="*/ 285 h 1706"/>
                <a:gd name="T10" fmla="*/ 476 w 476"/>
                <a:gd name="T11" fmla="*/ 0 h 1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6" h="1706">
                  <a:moveTo>
                    <a:pt x="476" y="0"/>
                  </a:moveTo>
                  <a:lnTo>
                    <a:pt x="476" y="1706"/>
                  </a:lnTo>
                  <a:lnTo>
                    <a:pt x="0" y="1706"/>
                  </a:lnTo>
                  <a:lnTo>
                    <a:pt x="0" y="0"/>
                  </a:lnTo>
                  <a:lnTo>
                    <a:pt x="238" y="285"/>
                  </a:lnTo>
                  <a:lnTo>
                    <a:pt x="476" y="0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53" name="Freeform 54"/>
            <p:cNvSpPr>
              <a:spLocks/>
            </p:cNvSpPr>
            <p:nvPr userDrawn="1"/>
          </p:nvSpPr>
          <p:spPr bwMode="gray">
            <a:xfrm>
              <a:off x="6294" y="350"/>
              <a:ext cx="39" cy="44"/>
            </a:xfrm>
            <a:custGeom>
              <a:avLst/>
              <a:gdLst>
                <a:gd name="T0" fmla="*/ 476 w 476"/>
                <a:gd name="T1" fmla="*/ 0 h 530"/>
                <a:gd name="T2" fmla="*/ 0 w 476"/>
                <a:gd name="T3" fmla="*/ 0 h 530"/>
                <a:gd name="T4" fmla="*/ 238 w 476"/>
                <a:gd name="T5" fmla="*/ 530 h 530"/>
                <a:gd name="T6" fmla="*/ 476 w 476"/>
                <a:gd name="T7" fmla="*/ 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76" h="530">
                  <a:moveTo>
                    <a:pt x="476" y="0"/>
                  </a:moveTo>
                  <a:lnTo>
                    <a:pt x="0" y="0"/>
                  </a:lnTo>
                  <a:lnTo>
                    <a:pt x="238" y="530"/>
                  </a:lnTo>
                  <a:lnTo>
                    <a:pt x="476" y="0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54" name="Freeform 55"/>
            <p:cNvSpPr>
              <a:spLocks/>
            </p:cNvSpPr>
            <p:nvPr userDrawn="1"/>
          </p:nvSpPr>
          <p:spPr bwMode="gray">
            <a:xfrm>
              <a:off x="6370" y="350"/>
              <a:ext cx="103" cy="142"/>
            </a:xfrm>
            <a:custGeom>
              <a:avLst/>
              <a:gdLst>
                <a:gd name="T0" fmla="*/ 0 w 1241"/>
                <a:gd name="T1" fmla="*/ 1706 h 1706"/>
                <a:gd name="T2" fmla="*/ 0 w 1241"/>
                <a:gd name="T3" fmla="*/ 0 h 1706"/>
                <a:gd name="T4" fmla="*/ 1222 w 1241"/>
                <a:gd name="T5" fmla="*/ 0 h 1706"/>
                <a:gd name="T6" fmla="*/ 1222 w 1241"/>
                <a:gd name="T7" fmla="*/ 309 h 1706"/>
                <a:gd name="T8" fmla="*/ 459 w 1241"/>
                <a:gd name="T9" fmla="*/ 309 h 1706"/>
                <a:gd name="T10" fmla="*/ 459 w 1241"/>
                <a:gd name="T11" fmla="*/ 693 h 1706"/>
                <a:gd name="T12" fmla="*/ 1123 w 1241"/>
                <a:gd name="T13" fmla="*/ 693 h 1706"/>
                <a:gd name="T14" fmla="*/ 1123 w 1241"/>
                <a:gd name="T15" fmla="*/ 975 h 1706"/>
                <a:gd name="T16" fmla="*/ 459 w 1241"/>
                <a:gd name="T17" fmla="*/ 975 h 1706"/>
                <a:gd name="T18" fmla="*/ 459 w 1241"/>
                <a:gd name="T19" fmla="*/ 1380 h 1706"/>
                <a:gd name="T20" fmla="*/ 1241 w 1241"/>
                <a:gd name="T21" fmla="*/ 1380 h 1706"/>
                <a:gd name="T22" fmla="*/ 1241 w 1241"/>
                <a:gd name="T23" fmla="*/ 1706 h 1706"/>
                <a:gd name="T24" fmla="*/ 0 w 1241"/>
                <a:gd name="T25" fmla="*/ 1706 h 1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41" h="1706">
                  <a:moveTo>
                    <a:pt x="0" y="1706"/>
                  </a:moveTo>
                  <a:lnTo>
                    <a:pt x="0" y="0"/>
                  </a:lnTo>
                  <a:lnTo>
                    <a:pt x="1222" y="0"/>
                  </a:lnTo>
                  <a:lnTo>
                    <a:pt x="1222" y="309"/>
                  </a:lnTo>
                  <a:lnTo>
                    <a:pt x="459" y="309"/>
                  </a:lnTo>
                  <a:lnTo>
                    <a:pt x="459" y="693"/>
                  </a:lnTo>
                  <a:lnTo>
                    <a:pt x="1123" y="693"/>
                  </a:lnTo>
                  <a:lnTo>
                    <a:pt x="1123" y="975"/>
                  </a:lnTo>
                  <a:lnTo>
                    <a:pt x="459" y="975"/>
                  </a:lnTo>
                  <a:lnTo>
                    <a:pt x="459" y="1380"/>
                  </a:lnTo>
                  <a:lnTo>
                    <a:pt x="1241" y="1380"/>
                  </a:lnTo>
                  <a:lnTo>
                    <a:pt x="1241" y="1706"/>
                  </a:lnTo>
                  <a:lnTo>
                    <a:pt x="0" y="1706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55" name="Freeform 56"/>
            <p:cNvSpPr>
              <a:spLocks/>
            </p:cNvSpPr>
            <p:nvPr userDrawn="1"/>
          </p:nvSpPr>
          <p:spPr bwMode="gray">
            <a:xfrm>
              <a:off x="6499" y="350"/>
              <a:ext cx="173" cy="143"/>
            </a:xfrm>
            <a:custGeom>
              <a:avLst/>
              <a:gdLst>
                <a:gd name="T0" fmla="*/ 0 w 2073"/>
                <a:gd name="T1" fmla="*/ 1706 h 1723"/>
                <a:gd name="T2" fmla="*/ 0 w 2073"/>
                <a:gd name="T3" fmla="*/ 0 h 1723"/>
                <a:gd name="T4" fmla="*/ 617 w 2073"/>
                <a:gd name="T5" fmla="*/ 0 h 1723"/>
                <a:gd name="T6" fmla="*/ 1047 w 2073"/>
                <a:gd name="T7" fmla="*/ 1090 h 1723"/>
                <a:gd name="T8" fmla="*/ 1486 w 2073"/>
                <a:gd name="T9" fmla="*/ 0 h 1723"/>
                <a:gd name="T10" fmla="*/ 2073 w 2073"/>
                <a:gd name="T11" fmla="*/ 0 h 1723"/>
                <a:gd name="T12" fmla="*/ 2073 w 2073"/>
                <a:gd name="T13" fmla="*/ 1706 h 1723"/>
                <a:gd name="T14" fmla="*/ 1621 w 2073"/>
                <a:gd name="T15" fmla="*/ 1706 h 1723"/>
                <a:gd name="T16" fmla="*/ 1621 w 2073"/>
                <a:gd name="T17" fmla="*/ 499 h 1723"/>
                <a:gd name="T18" fmla="*/ 1121 w 2073"/>
                <a:gd name="T19" fmla="*/ 1723 h 1723"/>
                <a:gd name="T20" fmla="*/ 826 w 2073"/>
                <a:gd name="T21" fmla="*/ 1723 h 1723"/>
                <a:gd name="T22" fmla="*/ 336 w 2073"/>
                <a:gd name="T23" fmla="*/ 499 h 1723"/>
                <a:gd name="T24" fmla="*/ 336 w 2073"/>
                <a:gd name="T25" fmla="*/ 1706 h 1723"/>
                <a:gd name="T26" fmla="*/ 0 w 2073"/>
                <a:gd name="T27" fmla="*/ 1706 h 1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73" h="1723">
                  <a:moveTo>
                    <a:pt x="0" y="1706"/>
                  </a:moveTo>
                  <a:lnTo>
                    <a:pt x="0" y="0"/>
                  </a:lnTo>
                  <a:lnTo>
                    <a:pt x="617" y="0"/>
                  </a:lnTo>
                  <a:lnTo>
                    <a:pt x="1047" y="1090"/>
                  </a:lnTo>
                  <a:lnTo>
                    <a:pt x="1486" y="0"/>
                  </a:lnTo>
                  <a:lnTo>
                    <a:pt x="2073" y="0"/>
                  </a:lnTo>
                  <a:lnTo>
                    <a:pt x="2073" y="1706"/>
                  </a:lnTo>
                  <a:lnTo>
                    <a:pt x="1621" y="1706"/>
                  </a:lnTo>
                  <a:lnTo>
                    <a:pt x="1621" y="499"/>
                  </a:lnTo>
                  <a:lnTo>
                    <a:pt x="1121" y="1723"/>
                  </a:lnTo>
                  <a:lnTo>
                    <a:pt x="826" y="1723"/>
                  </a:lnTo>
                  <a:lnTo>
                    <a:pt x="336" y="499"/>
                  </a:lnTo>
                  <a:lnTo>
                    <a:pt x="336" y="1706"/>
                  </a:lnTo>
                  <a:lnTo>
                    <a:pt x="0" y="1706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56" name="Freeform 57"/>
            <p:cNvSpPr>
              <a:spLocks/>
            </p:cNvSpPr>
            <p:nvPr userDrawn="1"/>
          </p:nvSpPr>
          <p:spPr bwMode="gray">
            <a:xfrm>
              <a:off x="6708" y="350"/>
              <a:ext cx="104" cy="142"/>
            </a:xfrm>
            <a:custGeom>
              <a:avLst/>
              <a:gdLst>
                <a:gd name="T0" fmla="*/ 0 w 1242"/>
                <a:gd name="T1" fmla="*/ 1706 h 1706"/>
                <a:gd name="T2" fmla="*/ 0 w 1242"/>
                <a:gd name="T3" fmla="*/ 0 h 1706"/>
                <a:gd name="T4" fmla="*/ 1221 w 1242"/>
                <a:gd name="T5" fmla="*/ 0 h 1706"/>
                <a:gd name="T6" fmla="*/ 1221 w 1242"/>
                <a:gd name="T7" fmla="*/ 309 h 1706"/>
                <a:gd name="T8" fmla="*/ 459 w 1242"/>
                <a:gd name="T9" fmla="*/ 309 h 1706"/>
                <a:gd name="T10" fmla="*/ 459 w 1242"/>
                <a:gd name="T11" fmla="*/ 693 h 1706"/>
                <a:gd name="T12" fmla="*/ 1123 w 1242"/>
                <a:gd name="T13" fmla="*/ 693 h 1706"/>
                <a:gd name="T14" fmla="*/ 1123 w 1242"/>
                <a:gd name="T15" fmla="*/ 975 h 1706"/>
                <a:gd name="T16" fmla="*/ 459 w 1242"/>
                <a:gd name="T17" fmla="*/ 975 h 1706"/>
                <a:gd name="T18" fmla="*/ 459 w 1242"/>
                <a:gd name="T19" fmla="*/ 1380 h 1706"/>
                <a:gd name="T20" fmla="*/ 1242 w 1242"/>
                <a:gd name="T21" fmla="*/ 1380 h 1706"/>
                <a:gd name="T22" fmla="*/ 1242 w 1242"/>
                <a:gd name="T23" fmla="*/ 1706 h 1706"/>
                <a:gd name="T24" fmla="*/ 0 w 1242"/>
                <a:gd name="T25" fmla="*/ 1706 h 1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42" h="1706">
                  <a:moveTo>
                    <a:pt x="0" y="1706"/>
                  </a:moveTo>
                  <a:lnTo>
                    <a:pt x="0" y="0"/>
                  </a:lnTo>
                  <a:lnTo>
                    <a:pt x="1221" y="0"/>
                  </a:lnTo>
                  <a:lnTo>
                    <a:pt x="1221" y="309"/>
                  </a:lnTo>
                  <a:lnTo>
                    <a:pt x="459" y="309"/>
                  </a:lnTo>
                  <a:lnTo>
                    <a:pt x="459" y="693"/>
                  </a:lnTo>
                  <a:lnTo>
                    <a:pt x="1123" y="693"/>
                  </a:lnTo>
                  <a:lnTo>
                    <a:pt x="1123" y="975"/>
                  </a:lnTo>
                  <a:lnTo>
                    <a:pt x="459" y="975"/>
                  </a:lnTo>
                  <a:lnTo>
                    <a:pt x="459" y="1380"/>
                  </a:lnTo>
                  <a:lnTo>
                    <a:pt x="1242" y="1380"/>
                  </a:lnTo>
                  <a:lnTo>
                    <a:pt x="1242" y="1706"/>
                  </a:lnTo>
                  <a:lnTo>
                    <a:pt x="0" y="1706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57" name="Freeform 58"/>
            <p:cNvSpPr>
              <a:spLocks/>
            </p:cNvSpPr>
            <p:nvPr userDrawn="1"/>
          </p:nvSpPr>
          <p:spPr bwMode="gray">
            <a:xfrm>
              <a:off x="6838" y="350"/>
              <a:ext cx="123" cy="142"/>
            </a:xfrm>
            <a:custGeom>
              <a:avLst/>
              <a:gdLst>
                <a:gd name="T0" fmla="*/ 0 w 1473"/>
                <a:gd name="T1" fmla="*/ 1706 h 1706"/>
                <a:gd name="T2" fmla="*/ 0 w 1473"/>
                <a:gd name="T3" fmla="*/ 0 h 1706"/>
                <a:gd name="T4" fmla="*/ 551 w 1473"/>
                <a:gd name="T5" fmla="*/ 0 h 1706"/>
                <a:gd name="T6" fmla="*/ 1137 w 1473"/>
                <a:gd name="T7" fmla="*/ 1142 h 1706"/>
                <a:gd name="T8" fmla="*/ 1137 w 1473"/>
                <a:gd name="T9" fmla="*/ 0 h 1706"/>
                <a:gd name="T10" fmla="*/ 1473 w 1473"/>
                <a:gd name="T11" fmla="*/ 0 h 1706"/>
                <a:gd name="T12" fmla="*/ 1473 w 1473"/>
                <a:gd name="T13" fmla="*/ 1706 h 1706"/>
                <a:gd name="T14" fmla="*/ 936 w 1473"/>
                <a:gd name="T15" fmla="*/ 1706 h 1706"/>
                <a:gd name="T16" fmla="*/ 335 w 1473"/>
                <a:gd name="T17" fmla="*/ 549 h 1706"/>
                <a:gd name="T18" fmla="*/ 335 w 1473"/>
                <a:gd name="T19" fmla="*/ 1706 h 1706"/>
                <a:gd name="T20" fmla="*/ 0 w 1473"/>
                <a:gd name="T21" fmla="*/ 1706 h 1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73" h="1706">
                  <a:moveTo>
                    <a:pt x="0" y="1706"/>
                  </a:moveTo>
                  <a:lnTo>
                    <a:pt x="0" y="0"/>
                  </a:lnTo>
                  <a:lnTo>
                    <a:pt x="551" y="0"/>
                  </a:lnTo>
                  <a:lnTo>
                    <a:pt x="1137" y="1142"/>
                  </a:lnTo>
                  <a:lnTo>
                    <a:pt x="1137" y="0"/>
                  </a:lnTo>
                  <a:lnTo>
                    <a:pt x="1473" y="0"/>
                  </a:lnTo>
                  <a:lnTo>
                    <a:pt x="1473" y="1706"/>
                  </a:lnTo>
                  <a:lnTo>
                    <a:pt x="936" y="1706"/>
                  </a:lnTo>
                  <a:lnTo>
                    <a:pt x="335" y="549"/>
                  </a:lnTo>
                  <a:lnTo>
                    <a:pt x="335" y="1706"/>
                  </a:lnTo>
                  <a:lnTo>
                    <a:pt x="0" y="1706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58" name="Freeform 59"/>
            <p:cNvSpPr>
              <a:spLocks/>
            </p:cNvSpPr>
            <p:nvPr userDrawn="1"/>
          </p:nvSpPr>
          <p:spPr bwMode="gray">
            <a:xfrm>
              <a:off x="6986" y="347"/>
              <a:ext cx="109" cy="148"/>
            </a:xfrm>
            <a:custGeom>
              <a:avLst/>
              <a:gdLst>
                <a:gd name="T0" fmla="*/ 138 w 1309"/>
                <a:gd name="T1" fmla="*/ 1401 h 1770"/>
                <a:gd name="T2" fmla="*/ 303 w 1309"/>
                <a:gd name="T3" fmla="*/ 1438 h 1770"/>
                <a:gd name="T4" fmla="*/ 456 w 1309"/>
                <a:gd name="T5" fmla="*/ 1457 h 1770"/>
                <a:gd name="T6" fmla="*/ 615 w 1309"/>
                <a:gd name="T7" fmla="*/ 1458 h 1770"/>
                <a:gd name="T8" fmla="*/ 740 w 1309"/>
                <a:gd name="T9" fmla="*/ 1434 h 1770"/>
                <a:gd name="T10" fmla="*/ 790 w 1309"/>
                <a:gd name="T11" fmla="*/ 1409 h 1770"/>
                <a:gd name="T12" fmla="*/ 824 w 1309"/>
                <a:gd name="T13" fmla="*/ 1378 h 1770"/>
                <a:gd name="T14" fmla="*/ 843 w 1309"/>
                <a:gd name="T15" fmla="*/ 1337 h 1770"/>
                <a:gd name="T16" fmla="*/ 847 w 1309"/>
                <a:gd name="T17" fmla="*/ 1285 h 1770"/>
                <a:gd name="T18" fmla="*/ 824 w 1309"/>
                <a:gd name="T19" fmla="*/ 1220 h 1770"/>
                <a:gd name="T20" fmla="*/ 750 w 1309"/>
                <a:gd name="T21" fmla="*/ 1161 h 1770"/>
                <a:gd name="T22" fmla="*/ 571 w 1309"/>
                <a:gd name="T23" fmla="*/ 1078 h 1770"/>
                <a:gd name="T24" fmla="*/ 321 w 1309"/>
                <a:gd name="T25" fmla="*/ 965 h 1770"/>
                <a:gd name="T26" fmla="*/ 197 w 1309"/>
                <a:gd name="T27" fmla="*/ 893 h 1770"/>
                <a:gd name="T28" fmla="*/ 116 w 1309"/>
                <a:gd name="T29" fmla="*/ 826 h 1770"/>
                <a:gd name="T30" fmla="*/ 51 w 1309"/>
                <a:gd name="T31" fmla="*/ 736 h 1770"/>
                <a:gd name="T32" fmla="*/ 13 w 1309"/>
                <a:gd name="T33" fmla="*/ 633 h 1770"/>
                <a:gd name="T34" fmla="*/ 0 w 1309"/>
                <a:gd name="T35" fmla="*/ 515 h 1770"/>
                <a:gd name="T36" fmla="*/ 18 w 1309"/>
                <a:gd name="T37" fmla="*/ 369 h 1770"/>
                <a:gd name="T38" fmla="*/ 75 w 1309"/>
                <a:gd name="T39" fmla="*/ 247 h 1770"/>
                <a:gd name="T40" fmla="*/ 169 w 1309"/>
                <a:gd name="T41" fmla="*/ 148 h 1770"/>
                <a:gd name="T42" fmla="*/ 294 w 1309"/>
                <a:gd name="T43" fmla="*/ 73 h 1770"/>
                <a:gd name="T44" fmla="*/ 443 w 1309"/>
                <a:gd name="T45" fmla="*/ 24 h 1770"/>
                <a:gd name="T46" fmla="*/ 614 w 1309"/>
                <a:gd name="T47" fmla="*/ 2 h 1770"/>
                <a:gd name="T48" fmla="*/ 832 w 1309"/>
                <a:gd name="T49" fmla="*/ 7 h 1770"/>
                <a:gd name="T50" fmla="*/ 1134 w 1309"/>
                <a:gd name="T51" fmla="*/ 54 h 1770"/>
                <a:gd name="T52" fmla="*/ 1088 w 1309"/>
                <a:gd name="T53" fmla="*/ 353 h 1770"/>
                <a:gd name="T54" fmla="*/ 947 w 1309"/>
                <a:gd name="T55" fmla="*/ 314 h 1770"/>
                <a:gd name="T56" fmla="*/ 811 w 1309"/>
                <a:gd name="T57" fmla="*/ 294 h 1770"/>
                <a:gd name="T58" fmla="*/ 667 w 1309"/>
                <a:gd name="T59" fmla="*/ 293 h 1770"/>
                <a:gd name="T60" fmla="*/ 539 w 1309"/>
                <a:gd name="T61" fmla="*/ 321 h 1770"/>
                <a:gd name="T62" fmla="*/ 488 w 1309"/>
                <a:gd name="T63" fmla="*/ 352 h 1770"/>
                <a:gd name="T64" fmla="*/ 463 w 1309"/>
                <a:gd name="T65" fmla="*/ 387 h 1770"/>
                <a:gd name="T66" fmla="*/ 449 w 1309"/>
                <a:gd name="T67" fmla="*/ 430 h 1770"/>
                <a:gd name="T68" fmla="*/ 456 w 1309"/>
                <a:gd name="T69" fmla="*/ 490 h 1770"/>
                <a:gd name="T70" fmla="*/ 506 w 1309"/>
                <a:gd name="T71" fmla="*/ 545 h 1770"/>
                <a:gd name="T72" fmla="*/ 632 w 1309"/>
                <a:gd name="T73" fmla="*/ 608 h 1770"/>
                <a:gd name="T74" fmla="*/ 914 w 1309"/>
                <a:gd name="T75" fmla="*/ 740 h 1770"/>
                <a:gd name="T76" fmla="*/ 1101 w 1309"/>
                <a:gd name="T77" fmla="*/ 846 h 1770"/>
                <a:gd name="T78" fmla="*/ 1187 w 1309"/>
                <a:gd name="T79" fmla="*/ 913 h 1770"/>
                <a:gd name="T80" fmla="*/ 1251 w 1309"/>
                <a:gd name="T81" fmla="*/ 997 h 1770"/>
                <a:gd name="T82" fmla="*/ 1292 w 1309"/>
                <a:gd name="T83" fmla="*/ 1094 h 1770"/>
                <a:gd name="T84" fmla="*/ 1309 w 1309"/>
                <a:gd name="T85" fmla="*/ 1204 h 1770"/>
                <a:gd name="T86" fmla="*/ 1295 w 1309"/>
                <a:gd name="T87" fmla="*/ 1358 h 1770"/>
                <a:gd name="T88" fmla="*/ 1270 w 1309"/>
                <a:gd name="T89" fmla="*/ 1432 h 1770"/>
                <a:gd name="T90" fmla="*/ 1234 w 1309"/>
                <a:gd name="T91" fmla="*/ 1499 h 1770"/>
                <a:gd name="T92" fmla="*/ 1186 w 1309"/>
                <a:gd name="T93" fmla="*/ 1559 h 1770"/>
                <a:gd name="T94" fmla="*/ 1069 w 1309"/>
                <a:gd name="T95" fmla="*/ 1651 h 1770"/>
                <a:gd name="T96" fmla="*/ 936 w 1309"/>
                <a:gd name="T97" fmla="*/ 1714 h 1770"/>
                <a:gd name="T98" fmla="*/ 780 w 1309"/>
                <a:gd name="T99" fmla="*/ 1752 h 1770"/>
                <a:gd name="T100" fmla="*/ 601 w 1309"/>
                <a:gd name="T101" fmla="*/ 1769 h 1770"/>
                <a:gd name="T102" fmla="*/ 299 w 1309"/>
                <a:gd name="T103" fmla="*/ 1754 h 17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309" h="1770">
                  <a:moveTo>
                    <a:pt x="34" y="1707"/>
                  </a:moveTo>
                  <a:lnTo>
                    <a:pt x="34" y="1371"/>
                  </a:lnTo>
                  <a:lnTo>
                    <a:pt x="69" y="1382"/>
                  </a:lnTo>
                  <a:lnTo>
                    <a:pt x="105" y="1392"/>
                  </a:lnTo>
                  <a:lnTo>
                    <a:pt x="138" y="1401"/>
                  </a:lnTo>
                  <a:lnTo>
                    <a:pt x="173" y="1410"/>
                  </a:lnTo>
                  <a:lnTo>
                    <a:pt x="206" y="1419"/>
                  </a:lnTo>
                  <a:lnTo>
                    <a:pt x="239" y="1426"/>
                  </a:lnTo>
                  <a:lnTo>
                    <a:pt x="272" y="1432"/>
                  </a:lnTo>
                  <a:lnTo>
                    <a:pt x="303" y="1438"/>
                  </a:lnTo>
                  <a:lnTo>
                    <a:pt x="335" y="1444"/>
                  </a:lnTo>
                  <a:lnTo>
                    <a:pt x="366" y="1448"/>
                  </a:lnTo>
                  <a:lnTo>
                    <a:pt x="396" y="1452"/>
                  </a:lnTo>
                  <a:lnTo>
                    <a:pt x="427" y="1455"/>
                  </a:lnTo>
                  <a:lnTo>
                    <a:pt x="456" y="1457"/>
                  </a:lnTo>
                  <a:lnTo>
                    <a:pt x="486" y="1459"/>
                  </a:lnTo>
                  <a:lnTo>
                    <a:pt x="515" y="1460"/>
                  </a:lnTo>
                  <a:lnTo>
                    <a:pt x="542" y="1461"/>
                  </a:lnTo>
                  <a:lnTo>
                    <a:pt x="580" y="1460"/>
                  </a:lnTo>
                  <a:lnTo>
                    <a:pt x="615" y="1458"/>
                  </a:lnTo>
                  <a:lnTo>
                    <a:pt x="646" y="1455"/>
                  </a:lnTo>
                  <a:lnTo>
                    <a:pt x="676" y="1451"/>
                  </a:lnTo>
                  <a:lnTo>
                    <a:pt x="703" y="1445"/>
                  </a:lnTo>
                  <a:lnTo>
                    <a:pt x="729" y="1438"/>
                  </a:lnTo>
                  <a:lnTo>
                    <a:pt x="740" y="1434"/>
                  </a:lnTo>
                  <a:lnTo>
                    <a:pt x="751" y="1430"/>
                  </a:lnTo>
                  <a:lnTo>
                    <a:pt x="761" y="1426"/>
                  </a:lnTo>
                  <a:lnTo>
                    <a:pt x="772" y="1421"/>
                  </a:lnTo>
                  <a:lnTo>
                    <a:pt x="781" y="1416"/>
                  </a:lnTo>
                  <a:lnTo>
                    <a:pt x="790" y="1409"/>
                  </a:lnTo>
                  <a:lnTo>
                    <a:pt x="798" y="1404"/>
                  </a:lnTo>
                  <a:lnTo>
                    <a:pt x="805" y="1398"/>
                  </a:lnTo>
                  <a:lnTo>
                    <a:pt x="812" y="1391"/>
                  </a:lnTo>
                  <a:lnTo>
                    <a:pt x="819" y="1385"/>
                  </a:lnTo>
                  <a:lnTo>
                    <a:pt x="824" y="1378"/>
                  </a:lnTo>
                  <a:lnTo>
                    <a:pt x="829" y="1370"/>
                  </a:lnTo>
                  <a:lnTo>
                    <a:pt x="834" y="1362"/>
                  </a:lnTo>
                  <a:lnTo>
                    <a:pt x="837" y="1354"/>
                  </a:lnTo>
                  <a:lnTo>
                    <a:pt x="841" y="1346"/>
                  </a:lnTo>
                  <a:lnTo>
                    <a:pt x="843" y="1337"/>
                  </a:lnTo>
                  <a:lnTo>
                    <a:pt x="845" y="1329"/>
                  </a:lnTo>
                  <a:lnTo>
                    <a:pt x="847" y="1319"/>
                  </a:lnTo>
                  <a:lnTo>
                    <a:pt x="848" y="1309"/>
                  </a:lnTo>
                  <a:lnTo>
                    <a:pt x="848" y="1299"/>
                  </a:lnTo>
                  <a:lnTo>
                    <a:pt x="847" y="1285"/>
                  </a:lnTo>
                  <a:lnTo>
                    <a:pt x="845" y="1271"/>
                  </a:lnTo>
                  <a:lnTo>
                    <a:pt x="842" y="1257"/>
                  </a:lnTo>
                  <a:lnTo>
                    <a:pt x="837" y="1244"/>
                  </a:lnTo>
                  <a:lnTo>
                    <a:pt x="831" y="1232"/>
                  </a:lnTo>
                  <a:lnTo>
                    <a:pt x="824" y="1220"/>
                  </a:lnTo>
                  <a:lnTo>
                    <a:pt x="814" y="1208"/>
                  </a:lnTo>
                  <a:lnTo>
                    <a:pt x="805" y="1198"/>
                  </a:lnTo>
                  <a:lnTo>
                    <a:pt x="791" y="1187"/>
                  </a:lnTo>
                  <a:lnTo>
                    <a:pt x="773" y="1175"/>
                  </a:lnTo>
                  <a:lnTo>
                    <a:pt x="750" y="1161"/>
                  </a:lnTo>
                  <a:lnTo>
                    <a:pt x="724" y="1146"/>
                  </a:lnTo>
                  <a:lnTo>
                    <a:pt x="692" y="1131"/>
                  </a:lnTo>
                  <a:lnTo>
                    <a:pt x="655" y="1114"/>
                  </a:lnTo>
                  <a:lnTo>
                    <a:pt x="616" y="1096"/>
                  </a:lnTo>
                  <a:lnTo>
                    <a:pt x="571" y="1078"/>
                  </a:lnTo>
                  <a:lnTo>
                    <a:pt x="490" y="1044"/>
                  </a:lnTo>
                  <a:lnTo>
                    <a:pt x="417" y="1011"/>
                  </a:lnTo>
                  <a:lnTo>
                    <a:pt x="383" y="996"/>
                  </a:lnTo>
                  <a:lnTo>
                    <a:pt x="351" y="980"/>
                  </a:lnTo>
                  <a:lnTo>
                    <a:pt x="321" y="965"/>
                  </a:lnTo>
                  <a:lnTo>
                    <a:pt x="293" y="950"/>
                  </a:lnTo>
                  <a:lnTo>
                    <a:pt x="267" y="936"/>
                  </a:lnTo>
                  <a:lnTo>
                    <a:pt x="241" y="922"/>
                  </a:lnTo>
                  <a:lnTo>
                    <a:pt x="219" y="907"/>
                  </a:lnTo>
                  <a:lnTo>
                    <a:pt x="197" y="893"/>
                  </a:lnTo>
                  <a:lnTo>
                    <a:pt x="178" y="880"/>
                  </a:lnTo>
                  <a:lnTo>
                    <a:pt x="161" y="866"/>
                  </a:lnTo>
                  <a:lnTo>
                    <a:pt x="145" y="854"/>
                  </a:lnTo>
                  <a:lnTo>
                    <a:pt x="131" y="842"/>
                  </a:lnTo>
                  <a:lnTo>
                    <a:pt x="116" y="826"/>
                  </a:lnTo>
                  <a:lnTo>
                    <a:pt x="100" y="808"/>
                  </a:lnTo>
                  <a:lnTo>
                    <a:pt x="86" y="791"/>
                  </a:lnTo>
                  <a:lnTo>
                    <a:pt x="74" y="774"/>
                  </a:lnTo>
                  <a:lnTo>
                    <a:pt x="62" y="755"/>
                  </a:lnTo>
                  <a:lnTo>
                    <a:pt x="51" y="736"/>
                  </a:lnTo>
                  <a:lnTo>
                    <a:pt x="41" y="716"/>
                  </a:lnTo>
                  <a:lnTo>
                    <a:pt x="32" y="696"/>
                  </a:lnTo>
                  <a:lnTo>
                    <a:pt x="25" y="676"/>
                  </a:lnTo>
                  <a:lnTo>
                    <a:pt x="18" y="654"/>
                  </a:lnTo>
                  <a:lnTo>
                    <a:pt x="13" y="633"/>
                  </a:lnTo>
                  <a:lnTo>
                    <a:pt x="8" y="610"/>
                  </a:lnTo>
                  <a:lnTo>
                    <a:pt x="4" y="587"/>
                  </a:lnTo>
                  <a:lnTo>
                    <a:pt x="2" y="563"/>
                  </a:lnTo>
                  <a:lnTo>
                    <a:pt x="0" y="540"/>
                  </a:lnTo>
                  <a:lnTo>
                    <a:pt x="0" y="515"/>
                  </a:lnTo>
                  <a:lnTo>
                    <a:pt x="1" y="484"/>
                  </a:lnTo>
                  <a:lnTo>
                    <a:pt x="3" y="454"/>
                  </a:lnTo>
                  <a:lnTo>
                    <a:pt x="7" y="424"/>
                  </a:lnTo>
                  <a:lnTo>
                    <a:pt x="12" y="397"/>
                  </a:lnTo>
                  <a:lnTo>
                    <a:pt x="18" y="369"/>
                  </a:lnTo>
                  <a:lnTo>
                    <a:pt x="26" y="343"/>
                  </a:lnTo>
                  <a:lnTo>
                    <a:pt x="36" y="317"/>
                  </a:lnTo>
                  <a:lnTo>
                    <a:pt x="47" y="293"/>
                  </a:lnTo>
                  <a:lnTo>
                    <a:pt x="61" y="269"/>
                  </a:lnTo>
                  <a:lnTo>
                    <a:pt x="75" y="247"/>
                  </a:lnTo>
                  <a:lnTo>
                    <a:pt x="90" y="225"/>
                  </a:lnTo>
                  <a:lnTo>
                    <a:pt x="108" y="204"/>
                  </a:lnTo>
                  <a:lnTo>
                    <a:pt x="127" y="185"/>
                  </a:lnTo>
                  <a:lnTo>
                    <a:pt x="146" y="165"/>
                  </a:lnTo>
                  <a:lnTo>
                    <a:pt x="169" y="148"/>
                  </a:lnTo>
                  <a:lnTo>
                    <a:pt x="192" y="131"/>
                  </a:lnTo>
                  <a:lnTo>
                    <a:pt x="217" y="115"/>
                  </a:lnTo>
                  <a:lnTo>
                    <a:pt x="241" y="100"/>
                  </a:lnTo>
                  <a:lnTo>
                    <a:pt x="268" y="86"/>
                  </a:lnTo>
                  <a:lnTo>
                    <a:pt x="294" y="73"/>
                  </a:lnTo>
                  <a:lnTo>
                    <a:pt x="322" y="61"/>
                  </a:lnTo>
                  <a:lnTo>
                    <a:pt x="351" y="51"/>
                  </a:lnTo>
                  <a:lnTo>
                    <a:pt x="381" y="41"/>
                  </a:lnTo>
                  <a:lnTo>
                    <a:pt x="412" y="33"/>
                  </a:lnTo>
                  <a:lnTo>
                    <a:pt x="443" y="24"/>
                  </a:lnTo>
                  <a:lnTo>
                    <a:pt x="475" y="18"/>
                  </a:lnTo>
                  <a:lnTo>
                    <a:pt x="508" y="12"/>
                  </a:lnTo>
                  <a:lnTo>
                    <a:pt x="543" y="8"/>
                  </a:lnTo>
                  <a:lnTo>
                    <a:pt x="578" y="4"/>
                  </a:lnTo>
                  <a:lnTo>
                    <a:pt x="614" y="2"/>
                  </a:lnTo>
                  <a:lnTo>
                    <a:pt x="650" y="0"/>
                  </a:lnTo>
                  <a:lnTo>
                    <a:pt x="688" y="0"/>
                  </a:lnTo>
                  <a:lnTo>
                    <a:pt x="733" y="0"/>
                  </a:lnTo>
                  <a:lnTo>
                    <a:pt x="781" y="3"/>
                  </a:lnTo>
                  <a:lnTo>
                    <a:pt x="832" y="7"/>
                  </a:lnTo>
                  <a:lnTo>
                    <a:pt x="886" y="13"/>
                  </a:lnTo>
                  <a:lnTo>
                    <a:pt x="943" y="20"/>
                  </a:lnTo>
                  <a:lnTo>
                    <a:pt x="1004" y="30"/>
                  </a:lnTo>
                  <a:lnTo>
                    <a:pt x="1067" y="42"/>
                  </a:lnTo>
                  <a:lnTo>
                    <a:pt x="1134" y="54"/>
                  </a:lnTo>
                  <a:lnTo>
                    <a:pt x="1177" y="61"/>
                  </a:lnTo>
                  <a:lnTo>
                    <a:pt x="1177" y="386"/>
                  </a:lnTo>
                  <a:lnTo>
                    <a:pt x="1147" y="374"/>
                  </a:lnTo>
                  <a:lnTo>
                    <a:pt x="1117" y="363"/>
                  </a:lnTo>
                  <a:lnTo>
                    <a:pt x="1088" y="353"/>
                  </a:lnTo>
                  <a:lnTo>
                    <a:pt x="1059" y="344"/>
                  </a:lnTo>
                  <a:lnTo>
                    <a:pt x="1031" y="336"/>
                  </a:lnTo>
                  <a:lnTo>
                    <a:pt x="1003" y="327"/>
                  </a:lnTo>
                  <a:lnTo>
                    <a:pt x="975" y="320"/>
                  </a:lnTo>
                  <a:lnTo>
                    <a:pt x="947" y="314"/>
                  </a:lnTo>
                  <a:lnTo>
                    <a:pt x="920" y="309"/>
                  </a:lnTo>
                  <a:lnTo>
                    <a:pt x="892" y="304"/>
                  </a:lnTo>
                  <a:lnTo>
                    <a:pt x="865" y="300"/>
                  </a:lnTo>
                  <a:lnTo>
                    <a:pt x="838" y="297"/>
                  </a:lnTo>
                  <a:lnTo>
                    <a:pt x="811" y="294"/>
                  </a:lnTo>
                  <a:lnTo>
                    <a:pt x="786" y="292"/>
                  </a:lnTo>
                  <a:lnTo>
                    <a:pt x="759" y="291"/>
                  </a:lnTo>
                  <a:lnTo>
                    <a:pt x="734" y="291"/>
                  </a:lnTo>
                  <a:lnTo>
                    <a:pt x="699" y="292"/>
                  </a:lnTo>
                  <a:lnTo>
                    <a:pt x="667" y="293"/>
                  </a:lnTo>
                  <a:lnTo>
                    <a:pt x="637" y="296"/>
                  </a:lnTo>
                  <a:lnTo>
                    <a:pt x="609" y="301"/>
                  </a:lnTo>
                  <a:lnTo>
                    <a:pt x="583" y="306"/>
                  </a:lnTo>
                  <a:lnTo>
                    <a:pt x="559" y="313"/>
                  </a:lnTo>
                  <a:lnTo>
                    <a:pt x="539" y="321"/>
                  </a:lnTo>
                  <a:lnTo>
                    <a:pt x="520" y="331"/>
                  </a:lnTo>
                  <a:lnTo>
                    <a:pt x="512" y="336"/>
                  </a:lnTo>
                  <a:lnTo>
                    <a:pt x="503" y="341"/>
                  </a:lnTo>
                  <a:lnTo>
                    <a:pt x="495" y="346"/>
                  </a:lnTo>
                  <a:lnTo>
                    <a:pt x="488" y="352"/>
                  </a:lnTo>
                  <a:lnTo>
                    <a:pt x="482" y="359"/>
                  </a:lnTo>
                  <a:lnTo>
                    <a:pt x="476" y="365"/>
                  </a:lnTo>
                  <a:lnTo>
                    <a:pt x="471" y="372"/>
                  </a:lnTo>
                  <a:lnTo>
                    <a:pt x="467" y="380"/>
                  </a:lnTo>
                  <a:lnTo>
                    <a:pt x="463" y="387"/>
                  </a:lnTo>
                  <a:lnTo>
                    <a:pt x="459" y="395"/>
                  </a:lnTo>
                  <a:lnTo>
                    <a:pt x="455" y="403"/>
                  </a:lnTo>
                  <a:lnTo>
                    <a:pt x="453" y="411"/>
                  </a:lnTo>
                  <a:lnTo>
                    <a:pt x="451" y="420"/>
                  </a:lnTo>
                  <a:lnTo>
                    <a:pt x="449" y="430"/>
                  </a:lnTo>
                  <a:lnTo>
                    <a:pt x="448" y="439"/>
                  </a:lnTo>
                  <a:lnTo>
                    <a:pt x="448" y="449"/>
                  </a:lnTo>
                  <a:lnTo>
                    <a:pt x="449" y="463"/>
                  </a:lnTo>
                  <a:lnTo>
                    <a:pt x="452" y="477"/>
                  </a:lnTo>
                  <a:lnTo>
                    <a:pt x="456" y="490"/>
                  </a:lnTo>
                  <a:lnTo>
                    <a:pt x="463" y="502"/>
                  </a:lnTo>
                  <a:lnTo>
                    <a:pt x="471" y="514"/>
                  </a:lnTo>
                  <a:lnTo>
                    <a:pt x="481" y="524"/>
                  </a:lnTo>
                  <a:lnTo>
                    <a:pt x="492" y="536"/>
                  </a:lnTo>
                  <a:lnTo>
                    <a:pt x="506" y="545"/>
                  </a:lnTo>
                  <a:lnTo>
                    <a:pt x="521" y="553"/>
                  </a:lnTo>
                  <a:lnTo>
                    <a:pt x="540" y="564"/>
                  </a:lnTo>
                  <a:lnTo>
                    <a:pt x="565" y="577"/>
                  </a:lnTo>
                  <a:lnTo>
                    <a:pt x="595" y="592"/>
                  </a:lnTo>
                  <a:lnTo>
                    <a:pt x="632" y="608"/>
                  </a:lnTo>
                  <a:lnTo>
                    <a:pt x="673" y="628"/>
                  </a:lnTo>
                  <a:lnTo>
                    <a:pt x="720" y="649"/>
                  </a:lnTo>
                  <a:lnTo>
                    <a:pt x="773" y="672"/>
                  </a:lnTo>
                  <a:lnTo>
                    <a:pt x="846" y="707"/>
                  </a:lnTo>
                  <a:lnTo>
                    <a:pt x="914" y="740"/>
                  </a:lnTo>
                  <a:lnTo>
                    <a:pt x="976" y="771"/>
                  </a:lnTo>
                  <a:lnTo>
                    <a:pt x="1031" y="802"/>
                  </a:lnTo>
                  <a:lnTo>
                    <a:pt x="1056" y="817"/>
                  </a:lnTo>
                  <a:lnTo>
                    <a:pt x="1080" y="832"/>
                  </a:lnTo>
                  <a:lnTo>
                    <a:pt x="1101" y="846"/>
                  </a:lnTo>
                  <a:lnTo>
                    <a:pt x="1122" y="860"/>
                  </a:lnTo>
                  <a:lnTo>
                    <a:pt x="1140" y="875"/>
                  </a:lnTo>
                  <a:lnTo>
                    <a:pt x="1157" y="888"/>
                  </a:lnTo>
                  <a:lnTo>
                    <a:pt x="1173" y="901"/>
                  </a:lnTo>
                  <a:lnTo>
                    <a:pt x="1187" y="913"/>
                  </a:lnTo>
                  <a:lnTo>
                    <a:pt x="1201" y="930"/>
                  </a:lnTo>
                  <a:lnTo>
                    <a:pt x="1215" y="945"/>
                  </a:lnTo>
                  <a:lnTo>
                    <a:pt x="1229" y="962"/>
                  </a:lnTo>
                  <a:lnTo>
                    <a:pt x="1241" y="979"/>
                  </a:lnTo>
                  <a:lnTo>
                    <a:pt x="1251" y="997"/>
                  </a:lnTo>
                  <a:lnTo>
                    <a:pt x="1261" y="1015"/>
                  </a:lnTo>
                  <a:lnTo>
                    <a:pt x="1270" y="1034"/>
                  </a:lnTo>
                  <a:lnTo>
                    <a:pt x="1279" y="1053"/>
                  </a:lnTo>
                  <a:lnTo>
                    <a:pt x="1286" y="1074"/>
                  </a:lnTo>
                  <a:lnTo>
                    <a:pt x="1292" y="1094"/>
                  </a:lnTo>
                  <a:lnTo>
                    <a:pt x="1298" y="1114"/>
                  </a:lnTo>
                  <a:lnTo>
                    <a:pt x="1302" y="1137"/>
                  </a:lnTo>
                  <a:lnTo>
                    <a:pt x="1305" y="1158"/>
                  </a:lnTo>
                  <a:lnTo>
                    <a:pt x="1307" y="1182"/>
                  </a:lnTo>
                  <a:lnTo>
                    <a:pt x="1309" y="1204"/>
                  </a:lnTo>
                  <a:lnTo>
                    <a:pt x="1309" y="1229"/>
                  </a:lnTo>
                  <a:lnTo>
                    <a:pt x="1308" y="1262"/>
                  </a:lnTo>
                  <a:lnTo>
                    <a:pt x="1306" y="1296"/>
                  </a:lnTo>
                  <a:lnTo>
                    <a:pt x="1301" y="1328"/>
                  </a:lnTo>
                  <a:lnTo>
                    <a:pt x="1295" y="1358"/>
                  </a:lnTo>
                  <a:lnTo>
                    <a:pt x="1291" y="1374"/>
                  </a:lnTo>
                  <a:lnTo>
                    <a:pt x="1286" y="1389"/>
                  </a:lnTo>
                  <a:lnTo>
                    <a:pt x="1282" y="1403"/>
                  </a:lnTo>
                  <a:lnTo>
                    <a:pt x="1276" y="1418"/>
                  </a:lnTo>
                  <a:lnTo>
                    <a:pt x="1270" y="1432"/>
                  </a:lnTo>
                  <a:lnTo>
                    <a:pt x="1263" y="1446"/>
                  </a:lnTo>
                  <a:lnTo>
                    <a:pt x="1257" y="1459"/>
                  </a:lnTo>
                  <a:lnTo>
                    <a:pt x="1250" y="1473"/>
                  </a:lnTo>
                  <a:lnTo>
                    <a:pt x="1242" y="1486"/>
                  </a:lnTo>
                  <a:lnTo>
                    <a:pt x="1234" y="1499"/>
                  </a:lnTo>
                  <a:lnTo>
                    <a:pt x="1225" y="1511"/>
                  </a:lnTo>
                  <a:lnTo>
                    <a:pt x="1216" y="1524"/>
                  </a:lnTo>
                  <a:lnTo>
                    <a:pt x="1206" y="1536"/>
                  </a:lnTo>
                  <a:lnTo>
                    <a:pt x="1196" y="1547"/>
                  </a:lnTo>
                  <a:lnTo>
                    <a:pt x="1186" y="1559"/>
                  </a:lnTo>
                  <a:lnTo>
                    <a:pt x="1175" y="1571"/>
                  </a:lnTo>
                  <a:lnTo>
                    <a:pt x="1151" y="1592"/>
                  </a:lnTo>
                  <a:lnTo>
                    <a:pt x="1126" y="1613"/>
                  </a:lnTo>
                  <a:lnTo>
                    <a:pt x="1099" y="1633"/>
                  </a:lnTo>
                  <a:lnTo>
                    <a:pt x="1069" y="1651"/>
                  </a:lnTo>
                  <a:lnTo>
                    <a:pt x="1045" y="1666"/>
                  </a:lnTo>
                  <a:lnTo>
                    <a:pt x="1018" y="1679"/>
                  </a:lnTo>
                  <a:lnTo>
                    <a:pt x="992" y="1691"/>
                  </a:lnTo>
                  <a:lnTo>
                    <a:pt x="964" y="1703"/>
                  </a:lnTo>
                  <a:lnTo>
                    <a:pt x="936" y="1714"/>
                  </a:lnTo>
                  <a:lnTo>
                    <a:pt x="906" y="1724"/>
                  </a:lnTo>
                  <a:lnTo>
                    <a:pt x="876" y="1732"/>
                  </a:lnTo>
                  <a:lnTo>
                    <a:pt x="845" y="1740"/>
                  </a:lnTo>
                  <a:lnTo>
                    <a:pt x="812" y="1747"/>
                  </a:lnTo>
                  <a:lnTo>
                    <a:pt x="780" y="1752"/>
                  </a:lnTo>
                  <a:lnTo>
                    <a:pt x="746" y="1757"/>
                  </a:lnTo>
                  <a:lnTo>
                    <a:pt x="710" y="1762"/>
                  </a:lnTo>
                  <a:lnTo>
                    <a:pt x="675" y="1766"/>
                  </a:lnTo>
                  <a:lnTo>
                    <a:pt x="639" y="1768"/>
                  </a:lnTo>
                  <a:lnTo>
                    <a:pt x="601" y="1769"/>
                  </a:lnTo>
                  <a:lnTo>
                    <a:pt x="563" y="1770"/>
                  </a:lnTo>
                  <a:lnTo>
                    <a:pt x="497" y="1769"/>
                  </a:lnTo>
                  <a:lnTo>
                    <a:pt x="431" y="1766"/>
                  </a:lnTo>
                  <a:lnTo>
                    <a:pt x="365" y="1761"/>
                  </a:lnTo>
                  <a:lnTo>
                    <a:pt x="299" y="1754"/>
                  </a:lnTo>
                  <a:lnTo>
                    <a:pt x="233" y="1745"/>
                  </a:lnTo>
                  <a:lnTo>
                    <a:pt x="167" y="1735"/>
                  </a:lnTo>
                  <a:lnTo>
                    <a:pt x="100" y="1722"/>
                  </a:lnTo>
                  <a:lnTo>
                    <a:pt x="34" y="1707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2668618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lor fill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D20B67FD-D035-453C-892B-CAAA7F4D3DC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0238005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08" name="think-cell Slide" r:id="rId7" imgW="622" imgH="623" progId="TCLayout.ActiveDocument.1">
                  <p:embed/>
                </p:oleObj>
              </mc:Choice>
              <mc:Fallback>
                <p:oleObj name="think-cell Slide" r:id="rId7" imgW="622" imgH="62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3136C87-0276-443D-BA91-7BCCF90D80B0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charset="0"/>
              <a:buNone/>
            </a:pPr>
            <a:endParaRPr lang="en-US" sz="4400" b="1" i="0" baseline="0" dirty="0">
              <a:solidFill>
                <a:schemeClr val="tx1"/>
              </a:solidFill>
              <a:latin typeface="Arial" panose="020B0604020202020204" pitchFamily="34" charset="0"/>
              <a:ea typeface="Siemens Sans Global" pitchFamily="2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" name="cdtRectangle 115 Id57350"/>
          <p:cNvSpPr>
            <a:spLocks noGrp="1" noChangeArrowheads="1"/>
          </p:cNvSpPr>
          <p:nvPr>
            <p:ph type="ctrTitle"/>
            <p:custDataLst>
              <p:tags r:id="rId4"/>
            </p:custDataLst>
          </p:nvPr>
        </p:nvSpPr>
        <p:spPr bwMode="ltGray">
          <a:xfrm>
            <a:off x="627063" y="3462181"/>
            <a:ext cx="6480000" cy="2340314"/>
          </a:xfrm>
          <a:gradFill>
            <a:gsLst>
              <a:gs pos="83000">
                <a:srgbClr val="0099B0">
                  <a:alpha val="85000"/>
                </a:srgbClr>
              </a:gs>
              <a:gs pos="50000">
                <a:srgbClr val="009999">
                  <a:alpha val="85000"/>
                </a:srgbClr>
              </a:gs>
              <a:gs pos="0">
                <a:srgbClr val="50BEBE">
                  <a:alpha val="85000"/>
                </a:srgbClr>
              </a:gs>
              <a:gs pos="100000">
                <a:srgbClr val="0099CB">
                  <a:alpha val="85000"/>
                </a:srgbClr>
              </a:gs>
            </a:gsLst>
            <a:lin ang="0" scaled="0"/>
          </a:gradFill>
        </p:spPr>
        <p:txBody>
          <a:bodyPr wrap="square" lIns="216000" tIns="90000" rIns="216000" bIns="216000" anchor="b" anchorCtr="0">
            <a:spAutoFit/>
          </a:bodyPr>
          <a:lstStyle>
            <a:lvl1pPr>
              <a:defRPr sz="4400" smtClean="0">
                <a:solidFill>
                  <a:srgbClr val="FFFFFF"/>
                </a:solidFill>
                <a:latin typeface="Arial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4" name="cdtText Box 101 Id11"/>
          <p:cNvSpPr txBox="1">
            <a:spLocks noChangeArrowheads="1"/>
          </p:cNvSpPr>
          <p:nvPr userDrawn="1">
            <p:custDataLst>
              <p:tags r:id="rId5"/>
            </p:custDataLst>
          </p:nvPr>
        </p:nvSpPr>
        <p:spPr bwMode="auto">
          <a:xfrm>
            <a:off x="6099175" y="0"/>
            <a:ext cx="1588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0">
            <a:noAutofit/>
          </a:bodyPr>
          <a:lstStyle/>
          <a:p>
            <a:pPr algn="ctr">
              <a:buClrTx/>
              <a:buFontTx/>
              <a:buNone/>
            </a:pPr>
            <a:endParaRPr lang="en-US" sz="1100" b="1" noProof="0" dirty="0">
              <a:solidFill>
                <a:srgbClr val="990000"/>
              </a:solidFill>
            </a:endParaRPr>
          </a:p>
        </p:txBody>
      </p:sp>
      <p:sp>
        <p:nvSpPr>
          <p:cNvPr id="8" name="Textplatzhalter 57343"/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627063" y="5907600"/>
            <a:ext cx="6480000" cy="324000"/>
          </a:xfrm>
          <a:solidFill>
            <a:schemeClr val="bg1">
              <a:alpha val="85000"/>
            </a:schemeClr>
          </a:solidFill>
        </p:spPr>
        <p:txBody>
          <a:bodyPr lIns="216000" tIns="90000" rIns="216000" bIns="46800"/>
          <a:lstStyle>
            <a:lvl1pPr algn="r">
              <a:lnSpc>
                <a:spcPct val="100000"/>
              </a:lnSpc>
              <a:defRPr sz="1000" b="1"/>
            </a:lvl1pPr>
            <a:lvl2pPr marL="1588" indent="0">
              <a:buNone/>
              <a:defRPr/>
            </a:lvl2pPr>
          </a:lstStyle>
          <a:p>
            <a:pPr lvl="0"/>
            <a:r>
              <a:rPr lang="en-US" noProof="0" dirty="0"/>
              <a:t>Please insert URL</a:t>
            </a:r>
          </a:p>
        </p:txBody>
      </p:sp>
      <p:sp>
        <p:nvSpPr>
          <p:cNvPr id="11" name="Textplatzhalter 57343"/>
          <p:cNvSpPr>
            <a:spLocks noGrp="1"/>
          </p:cNvSpPr>
          <p:nvPr>
            <p:ph type="body" sz="quarter" idx="13" hasCustomPrompt="1"/>
          </p:nvPr>
        </p:nvSpPr>
        <p:spPr>
          <a:xfrm>
            <a:off x="627062" y="5907600"/>
            <a:ext cx="3311525" cy="324000"/>
          </a:xfrm>
        </p:spPr>
        <p:txBody>
          <a:bodyPr lIns="216000" tIns="90000" rIns="0" bIns="46800"/>
          <a:lstStyle>
            <a:lvl1pPr algn="l">
              <a:lnSpc>
                <a:spcPct val="100000"/>
              </a:lnSpc>
              <a:defRPr sz="1000" b="1"/>
            </a:lvl1pPr>
            <a:lvl2pPr marL="1588" indent="0">
              <a:buNone/>
              <a:defRPr/>
            </a:lvl2pPr>
          </a:lstStyle>
          <a:p>
            <a:pPr lvl="0"/>
            <a:r>
              <a:rPr lang="en-US" noProof="0"/>
              <a:t>Please insert Restrictedity note</a:t>
            </a:r>
            <a:endParaRPr lang="en-US" noProof="0" dirty="0"/>
          </a:p>
        </p:txBody>
      </p:sp>
      <p:grpSp>
        <p:nvGrpSpPr>
          <p:cNvPr id="82" name="Gruppieren 81"/>
          <p:cNvGrpSpPr/>
          <p:nvPr userDrawn="1"/>
        </p:nvGrpSpPr>
        <p:grpSpPr>
          <a:xfrm>
            <a:off x="-216000" y="-216000"/>
            <a:ext cx="12628800" cy="7290000"/>
            <a:chOff x="-216000" y="-216000"/>
            <a:chExt cx="12628800" cy="7290000"/>
          </a:xfrm>
        </p:grpSpPr>
        <p:cxnSp>
          <p:nvCxnSpPr>
            <p:cNvPr id="83" name="Gerade Verbindung 82"/>
            <p:cNvCxnSpPr/>
            <p:nvPr userDrawn="1"/>
          </p:nvCxnSpPr>
          <p:spPr bwMode="auto">
            <a:xfrm>
              <a:off x="627063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4" name="Gerade Verbindung 83"/>
            <p:cNvCxnSpPr/>
            <p:nvPr userDrawn="1"/>
          </p:nvCxnSpPr>
          <p:spPr bwMode="auto">
            <a:xfrm>
              <a:off x="6099175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5" name="Gerade Verbindung 84"/>
            <p:cNvCxnSpPr/>
            <p:nvPr userDrawn="1"/>
          </p:nvCxnSpPr>
          <p:spPr bwMode="auto">
            <a:xfrm>
              <a:off x="62420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6" name="Gerade Verbindung 85"/>
            <p:cNvCxnSpPr/>
            <p:nvPr userDrawn="1"/>
          </p:nvCxnSpPr>
          <p:spPr bwMode="auto">
            <a:xfrm>
              <a:off x="8835479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7" name="Gerade Verbindung 86"/>
            <p:cNvCxnSpPr/>
            <p:nvPr userDrawn="1"/>
          </p:nvCxnSpPr>
          <p:spPr bwMode="auto">
            <a:xfrm>
              <a:off x="117157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8" name="Gerade Verbindung 87"/>
            <p:cNvCxnSpPr/>
            <p:nvPr userDrawn="1"/>
          </p:nvCxnSpPr>
          <p:spPr bwMode="auto">
            <a:xfrm rot="5400000">
              <a:off x="123228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9" name="Gerade Verbindung 88"/>
            <p:cNvCxnSpPr/>
            <p:nvPr userDrawn="1"/>
          </p:nvCxnSpPr>
          <p:spPr bwMode="auto">
            <a:xfrm rot="5400000">
              <a:off x="12322800" y="945844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0" name="Gerade Verbindung 89"/>
            <p:cNvCxnSpPr/>
            <p:nvPr userDrawn="1"/>
          </p:nvCxnSpPr>
          <p:spPr bwMode="auto">
            <a:xfrm rot="5400000">
              <a:off x="12322800" y="135145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1" name="Gerade Verbindung 90"/>
            <p:cNvCxnSpPr/>
            <p:nvPr userDrawn="1"/>
          </p:nvCxnSpPr>
          <p:spPr bwMode="auto">
            <a:xfrm rot="5400000">
              <a:off x="12322800" y="3653512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2" name="Gerade Verbindung 91"/>
            <p:cNvCxnSpPr/>
            <p:nvPr userDrawn="1"/>
          </p:nvCxnSpPr>
          <p:spPr bwMode="auto">
            <a:xfrm rot="5400000">
              <a:off x="12322800" y="3801055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3" name="Gerade Verbindung 92"/>
            <p:cNvCxnSpPr/>
            <p:nvPr userDrawn="1"/>
          </p:nvCxnSpPr>
          <p:spPr bwMode="auto">
            <a:xfrm rot="5400000">
              <a:off x="12322800" y="6101999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4" name="Gerade Verbindung 93"/>
            <p:cNvCxnSpPr/>
            <p:nvPr userDrawn="1"/>
          </p:nvCxnSpPr>
          <p:spPr bwMode="auto">
            <a:xfrm>
              <a:off x="627063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5" name="Gerade Verbindung 94"/>
            <p:cNvCxnSpPr/>
            <p:nvPr userDrawn="1"/>
          </p:nvCxnSpPr>
          <p:spPr bwMode="auto">
            <a:xfrm>
              <a:off x="6099175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6" name="Gerade Verbindung 95"/>
            <p:cNvCxnSpPr/>
            <p:nvPr userDrawn="1"/>
          </p:nvCxnSpPr>
          <p:spPr bwMode="auto">
            <a:xfrm>
              <a:off x="62420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7" name="Gerade Verbindung 96"/>
            <p:cNvCxnSpPr/>
            <p:nvPr userDrawn="1"/>
          </p:nvCxnSpPr>
          <p:spPr bwMode="auto">
            <a:xfrm>
              <a:off x="8835479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8" name="Gerade Verbindung 97"/>
            <p:cNvCxnSpPr/>
            <p:nvPr userDrawn="1"/>
          </p:nvCxnSpPr>
          <p:spPr bwMode="auto">
            <a:xfrm>
              <a:off x="117157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9" name="Gerade Verbindung 98"/>
            <p:cNvCxnSpPr/>
            <p:nvPr userDrawn="1"/>
          </p:nvCxnSpPr>
          <p:spPr bwMode="auto">
            <a:xfrm rot="5400000">
              <a:off x="-1260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0" name="Gerade Verbindung 99"/>
            <p:cNvCxnSpPr/>
            <p:nvPr userDrawn="1"/>
          </p:nvCxnSpPr>
          <p:spPr bwMode="auto">
            <a:xfrm rot="5400000">
              <a:off x="-126000" y="946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1" name="Gerade Verbindung 100"/>
            <p:cNvCxnSpPr/>
            <p:nvPr userDrawn="1"/>
          </p:nvCxnSpPr>
          <p:spPr bwMode="auto">
            <a:xfrm rot="5400000">
              <a:off x="-126000" y="135145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2" name="Gerade Verbindung 101"/>
            <p:cNvCxnSpPr/>
            <p:nvPr userDrawn="1"/>
          </p:nvCxnSpPr>
          <p:spPr bwMode="auto">
            <a:xfrm rot="5400000">
              <a:off x="-126000" y="3653512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3" name="Gerade Verbindung 102"/>
            <p:cNvCxnSpPr/>
            <p:nvPr userDrawn="1"/>
          </p:nvCxnSpPr>
          <p:spPr bwMode="auto">
            <a:xfrm rot="5400000">
              <a:off x="-126000" y="3801055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4" name="Gerade Verbindung 103"/>
            <p:cNvCxnSpPr/>
            <p:nvPr userDrawn="1"/>
          </p:nvCxnSpPr>
          <p:spPr bwMode="auto">
            <a:xfrm rot="5400000">
              <a:off x="-126000" y="6101999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9" name="Group 33"/>
          <p:cNvGrpSpPr>
            <a:grpSpLocks noChangeAspect="1"/>
          </p:cNvGrpSpPr>
          <p:nvPr userDrawn="1"/>
        </p:nvGrpSpPr>
        <p:grpSpPr bwMode="gray">
          <a:xfrm>
            <a:off x="9555163" y="323850"/>
            <a:ext cx="2159000" cy="914400"/>
            <a:chOff x="6019" y="204"/>
            <a:chExt cx="1360" cy="576"/>
          </a:xfrm>
        </p:grpSpPr>
        <p:sp>
          <p:nvSpPr>
            <p:cNvPr id="30" name="AutoShape 32"/>
            <p:cNvSpPr>
              <a:spLocks noChangeAspect="1" noChangeArrowheads="1" noTextEdit="1"/>
            </p:cNvSpPr>
            <p:nvPr userDrawn="1"/>
          </p:nvSpPr>
          <p:spPr bwMode="gray">
            <a:xfrm>
              <a:off x="6019" y="204"/>
              <a:ext cx="1360" cy="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31" name="Rectangle 34"/>
            <p:cNvSpPr>
              <a:spLocks noChangeArrowheads="1"/>
            </p:cNvSpPr>
            <p:nvPr userDrawn="1"/>
          </p:nvSpPr>
          <p:spPr bwMode="gray">
            <a:xfrm>
              <a:off x="6019" y="204"/>
              <a:ext cx="1360" cy="57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32" name="Freeform 35"/>
            <p:cNvSpPr>
              <a:spLocks/>
            </p:cNvSpPr>
            <p:nvPr userDrawn="1"/>
          </p:nvSpPr>
          <p:spPr bwMode="gray">
            <a:xfrm>
              <a:off x="6765" y="562"/>
              <a:ext cx="98" cy="156"/>
            </a:xfrm>
            <a:custGeom>
              <a:avLst/>
              <a:gdLst>
                <a:gd name="T0" fmla="*/ 705 w 1179"/>
                <a:gd name="T1" fmla="*/ 998 h 1866"/>
                <a:gd name="T2" fmla="*/ 588 w 1179"/>
                <a:gd name="T3" fmla="*/ 1280 h 1866"/>
                <a:gd name="T4" fmla="*/ 458 w 1179"/>
                <a:gd name="T5" fmla="*/ 1547 h 1866"/>
                <a:gd name="T6" fmla="*/ 277 w 1179"/>
                <a:gd name="T7" fmla="*/ 1824 h 1866"/>
                <a:gd name="T8" fmla="*/ 270 w 1179"/>
                <a:gd name="T9" fmla="*/ 1854 h 1866"/>
                <a:gd name="T10" fmla="*/ 295 w 1179"/>
                <a:gd name="T11" fmla="*/ 1866 h 1866"/>
                <a:gd name="T12" fmla="*/ 363 w 1179"/>
                <a:gd name="T13" fmla="*/ 1834 h 1866"/>
                <a:gd name="T14" fmla="*/ 442 w 1179"/>
                <a:gd name="T15" fmla="*/ 1757 h 1866"/>
                <a:gd name="T16" fmla="*/ 627 w 1179"/>
                <a:gd name="T17" fmla="*/ 1494 h 1866"/>
                <a:gd name="T18" fmla="*/ 832 w 1179"/>
                <a:gd name="T19" fmla="*/ 1110 h 1866"/>
                <a:gd name="T20" fmla="*/ 972 w 1179"/>
                <a:gd name="T21" fmla="*/ 852 h 1866"/>
                <a:gd name="T22" fmla="*/ 1080 w 1179"/>
                <a:gd name="T23" fmla="*/ 704 h 1866"/>
                <a:gd name="T24" fmla="*/ 1172 w 1179"/>
                <a:gd name="T25" fmla="*/ 601 h 1866"/>
                <a:gd name="T26" fmla="*/ 1178 w 1179"/>
                <a:gd name="T27" fmla="*/ 575 h 1866"/>
                <a:gd name="T28" fmla="*/ 1137 w 1179"/>
                <a:gd name="T29" fmla="*/ 537 h 1866"/>
                <a:gd name="T30" fmla="*/ 1056 w 1179"/>
                <a:gd name="T31" fmla="*/ 517 h 1866"/>
                <a:gd name="T32" fmla="*/ 1012 w 1179"/>
                <a:gd name="T33" fmla="*/ 528 h 1866"/>
                <a:gd name="T34" fmla="*/ 948 w 1179"/>
                <a:gd name="T35" fmla="*/ 593 h 1866"/>
                <a:gd name="T36" fmla="*/ 778 w 1179"/>
                <a:gd name="T37" fmla="*/ 756 h 1866"/>
                <a:gd name="T38" fmla="*/ 713 w 1179"/>
                <a:gd name="T39" fmla="*/ 790 h 1866"/>
                <a:gd name="T40" fmla="*/ 676 w 1179"/>
                <a:gd name="T41" fmla="*/ 779 h 1866"/>
                <a:gd name="T42" fmla="*/ 653 w 1179"/>
                <a:gd name="T43" fmla="*/ 730 h 1866"/>
                <a:gd name="T44" fmla="*/ 655 w 1179"/>
                <a:gd name="T45" fmla="*/ 622 h 1866"/>
                <a:gd name="T46" fmla="*/ 650 w 1179"/>
                <a:gd name="T47" fmla="*/ 579 h 1866"/>
                <a:gd name="T48" fmla="*/ 622 w 1179"/>
                <a:gd name="T49" fmla="*/ 552 h 1866"/>
                <a:gd name="T50" fmla="*/ 493 w 1179"/>
                <a:gd name="T51" fmla="*/ 530 h 1866"/>
                <a:gd name="T52" fmla="*/ 272 w 1179"/>
                <a:gd name="T53" fmla="*/ 517 h 1866"/>
                <a:gd name="T54" fmla="*/ 340 w 1179"/>
                <a:gd name="T55" fmla="*/ 248 h 1866"/>
                <a:gd name="T56" fmla="*/ 393 w 1179"/>
                <a:gd name="T57" fmla="*/ 122 h 1866"/>
                <a:gd name="T58" fmla="*/ 426 w 1179"/>
                <a:gd name="T59" fmla="*/ 45 h 1866"/>
                <a:gd name="T60" fmla="*/ 397 w 1179"/>
                <a:gd name="T61" fmla="*/ 16 h 1866"/>
                <a:gd name="T62" fmla="*/ 333 w 1179"/>
                <a:gd name="T63" fmla="*/ 0 h 1866"/>
                <a:gd name="T64" fmla="*/ 279 w 1179"/>
                <a:gd name="T65" fmla="*/ 11 h 1866"/>
                <a:gd name="T66" fmla="*/ 240 w 1179"/>
                <a:gd name="T67" fmla="*/ 61 h 1866"/>
                <a:gd name="T68" fmla="*/ 150 w 1179"/>
                <a:gd name="T69" fmla="*/ 340 h 1866"/>
                <a:gd name="T70" fmla="*/ 89 w 1179"/>
                <a:gd name="T71" fmla="*/ 509 h 1866"/>
                <a:gd name="T72" fmla="*/ 11 w 1179"/>
                <a:gd name="T73" fmla="*/ 514 h 1866"/>
                <a:gd name="T74" fmla="*/ 0 w 1179"/>
                <a:gd name="T75" fmla="*/ 531 h 1866"/>
                <a:gd name="T76" fmla="*/ 25 w 1179"/>
                <a:gd name="T77" fmla="*/ 588 h 1866"/>
                <a:gd name="T78" fmla="*/ 69 w 1179"/>
                <a:gd name="T79" fmla="*/ 627 h 1866"/>
                <a:gd name="T80" fmla="*/ 100 w 1179"/>
                <a:gd name="T81" fmla="*/ 669 h 1866"/>
                <a:gd name="T82" fmla="*/ 102 w 1179"/>
                <a:gd name="T83" fmla="*/ 825 h 1866"/>
                <a:gd name="T84" fmla="*/ 141 w 1179"/>
                <a:gd name="T85" fmla="*/ 948 h 1866"/>
                <a:gd name="T86" fmla="*/ 220 w 1179"/>
                <a:gd name="T87" fmla="*/ 1011 h 1866"/>
                <a:gd name="T88" fmla="*/ 273 w 1179"/>
                <a:gd name="T89" fmla="*/ 1012 h 1866"/>
                <a:gd name="T90" fmla="*/ 282 w 1179"/>
                <a:gd name="T91" fmla="*/ 989 h 1866"/>
                <a:gd name="T92" fmla="*/ 251 w 1179"/>
                <a:gd name="T93" fmla="*/ 888 h 1866"/>
                <a:gd name="T94" fmla="*/ 244 w 1179"/>
                <a:gd name="T95" fmla="*/ 748 h 1866"/>
                <a:gd name="T96" fmla="*/ 282 w 1179"/>
                <a:gd name="T97" fmla="*/ 625 h 1866"/>
                <a:gd name="T98" fmla="*/ 428 w 1179"/>
                <a:gd name="T99" fmla="*/ 608 h 1866"/>
                <a:gd name="T100" fmla="*/ 477 w 1179"/>
                <a:gd name="T101" fmla="*/ 617 h 1866"/>
                <a:gd name="T102" fmla="*/ 483 w 1179"/>
                <a:gd name="T103" fmla="*/ 645 h 1866"/>
                <a:gd name="T104" fmla="*/ 495 w 1179"/>
                <a:gd name="T105" fmla="*/ 741 h 1866"/>
                <a:gd name="T106" fmla="*/ 539 w 1179"/>
                <a:gd name="T107" fmla="*/ 816 h 1866"/>
                <a:gd name="T108" fmla="*/ 600 w 1179"/>
                <a:gd name="T109" fmla="*/ 858 h 1866"/>
                <a:gd name="T110" fmla="*/ 682 w 1179"/>
                <a:gd name="T111" fmla="*/ 882 h 18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179" h="1866">
                  <a:moveTo>
                    <a:pt x="756" y="885"/>
                  </a:moveTo>
                  <a:lnTo>
                    <a:pt x="752" y="893"/>
                  </a:lnTo>
                  <a:lnTo>
                    <a:pt x="741" y="919"/>
                  </a:lnTo>
                  <a:lnTo>
                    <a:pt x="729" y="944"/>
                  </a:lnTo>
                  <a:lnTo>
                    <a:pt x="718" y="971"/>
                  </a:lnTo>
                  <a:lnTo>
                    <a:pt x="705" y="998"/>
                  </a:lnTo>
                  <a:lnTo>
                    <a:pt x="694" y="1026"/>
                  </a:lnTo>
                  <a:lnTo>
                    <a:pt x="682" y="1054"/>
                  </a:lnTo>
                  <a:lnTo>
                    <a:pt x="671" y="1083"/>
                  </a:lnTo>
                  <a:lnTo>
                    <a:pt x="659" y="1112"/>
                  </a:lnTo>
                  <a:lnTo>
                    <a:pt x="624" y="1194"/>
                  </a:lnTo>
                  <a:lnTo>
                    <a:pt x="588" y="1280"/>
                  </a:lnTo>
                  <a:lnTo>
                    <a:pt x="569" y="1324"/>
                  </a:lnTo>
                  <a:lnTo>
                    <a:pt x="548" y="1368"/>
                  </a:lnTo>
                  <a:lnTo>
                    <a:pt x="527" y="1412"/>
                  </a:lnTo>
                  <a:lnTo>
                    <a:pt x="506" y="1457"/>
                  </a:lnTo>
                  <a:lnTo>
                    <a:pt x="482" y="1501"/>
                  </a:lnTo>
                  <a:lnTo>
                    <a:pt x="458" y="1547"/>
                  </a:lnTo>
                  <a:lnTo>
                    <a:pt x="432" y="1593"/>
                  </a:lnTo>
                  <a:lnTo>
                    <a:pt x="405" y="1639"/>
                  </a:lnTo>
                  <a:lnTo>
                    <a:pt x="375" y="1685"/>
                  </a:lnTo>
                  <a:lnTo>
                    <a:pt x="344" y="1731"/>
                  </a:lnTo>
                  <a:lnTo>
                    <a:pt x="312" y="1778"/>
                  </a:lnTo>
                  <a:lnTo>
                    <a:pt x="277" y="1824"/>
                  </a:lnTo>
                  <a:lnTo>
                    <a:pt x="272" y="1832"/>
                  </a:lnTo>
                  <a:lnTo>
                    <a:pt x="269" y="1840"/>
                  </a:lnTo>
                  <a:lnTo>
                    <a:pt x="269" y="1844"/>
                  </a:lnTo>
                  <a:lnTo>
                    <a:pt x="268" y="1847"/>
                  </a:lnTo>
                  <a:lnTo>
                    <a:pt x="269" y="1851"/>
                  </a:lnTo>
                  <a:lnTo>
                    <a:pt x="270" y="1854"/>
                  </a:lnTo>
                  <a:lnTo>
                    <a:pt x="272" y="1857"/>
                  </a:lnTo>
                  <a:lnTo>
                    <a:pt x="274" y="1859"/>
                  </a:lnTo>
                  <a:lnTo>
                    <a:pt x="276" y="1861"/>
                  </a:lnTo>
                  <a:lnTo>
                    <a:pt x="279" y="1863"/>
                  </a:lnTo>
                  <a:lnTo>
                    <a:pt x="287" y="1865"/>
                  </a:lnTo>
                  <a:lnTo>
                    <a:pt x="295" y="1866"/>
                  </a:lnTo>
                  <a:lnTo>
                    <a:pt x="306" y="1865"/>
                  </a:lnTo>
                  <a:lnTo>
                    <a:pt x="317" y="1862"/>
                  </a:lnTo>
                  <a:lnTo>
                    <a:pt x="327" y="1858"/>
                  </a:lnTo>
                  <a:lnTo>
                    <a:pt x="338" y="1852"/>
                  </a:lnTo>
                  <a:lnTo>
                    <a:pt x="350" y="1843"/>
                  </a:lnTo>
                  <a:lnTo>
                    <a:pt x="363" y="1834"/>
                  </a:lnTo>
                  <a:lnTo>
                    <a:pt x="375" y="1824"/>
                  </a:lnTo>
                  <a:lnTo>
                    <a:pt x="388" y="1813"/>
                  </a:lnTo>
                  <a:lnTo>
                    <a:pt x="401" y="1801"/>
                  </a:lnTo>
                  <a:lnTo>
                    <a:pt x="415" y="1786"/>
                  </a:lnTo>
                  <a:lnTo>
                    <a:pt x="429" y="1772"/>
                  </a:lnTo>
                  <a:lnTo>
                    <a:pt x="442" y="1757"/>
                  </a:lnTo>
                  <a:lnTo>
                    <a:pt x="471" y="1722"/>
                  </a:lnTo>
                  <a:lnTo>
                    <a:pt x="500" y="1684"/>
                  </a:lnTo>
                  <a:lnTo>
                    <a:pt x="531" y="1642"/>
                  </a:lnTo>
                  <a:lnTo>
                    <a:pt x="563" y="1596"/>
                  </a:lnTo>
                  <a:lnTo>
                    <a:pt x="594" y="1547"/>
                  </a:lnTo>
                  <a:lnTo>
                    <a:pt x="627" y="1494"/>
                  </a:lnTo>
                  <a:lnTo>
                    <a:pt x="661" y="1438"/>
                  </a:lnTo>
                  <a:lnTo>
                    <a:pt x="694" y="1379"/>
                  </a:lnTo>
                  <a:lnTo>
                    <a:pt x="728" y="1317"/>
                  </a:lnTo>
                  <a:lnTo>
                    <a:pt x="763" y="1250"/>
                  </a:lnTo>
                  <a:lnTo>
                    <a:pt x="797" y="1181"/>
                  </a:lnTo>
                  <a:lnTo>
                    <a:pt x="832" y="1110"/>
                  </a:lnTo>
                  <a:lnTo>
                    <a:pt x="858" y="1056"/>
                  </a:lnTo>
                  <a:lnTo>
                    <a:pt x="883" y="1008"/>
                  </a:lnTo>
                  <a:lnTo>
                    <a:pt x="906" y="964"/>
                  </a:lnTo>
                  <a:lnTo>
                    <a:pt x="930" y="923"/>
                  </a:lnTo>
                  <a:lnTo>
                    <a:pt x="951" y="886"/>
                  </a:lnTo>
                  <a:lnTo>
                    <a:pt x="972" y="852"/>
                  </a:lnTo>
                  <a:lnTo>
                    <a:pt x="992" y="822"/>
                  </a:lnTo>
                  <a:lnTo>
                    <a:pt x="1010" y="793"/>
                  </a:lnTo>
                  <a:lnTo>
                    <a:pt x="1029" y="768"/>
                  </a:lnTo>
                  <a:lnTo>
                    <a:pt x="1047" y="745"/>
                  </a:lnTo>
                  <a:lnTo>
                    <a:pt x="1063" y="724"/>
                  </a:lnTo>
                  <a:lnTo>
                    <a:pt x="1080" y="704"/>
                  </a:lnTo>
                  <a:lnTo>
                    <a:pt x="1110" y="670"/>
                  </a:lnTo>
                  <a:lnTo>
                    <a:pt x="1139" y="639"/>
                  </a:lnTo>
                  <a:lnTo>
                    <a:pt x="1152" y="625"/>
                  </a:lnTo>
                  <a:lnTo>
                    <a:pt x="1164" y="610"/>
                  </a:lnTo>
                  <a:lnTo>
                    <a:pt x="1169" y="606"/>
                  </a:lnTo>
                  <a:lnTo>
                    <a:pt x="1172" y="601"/>
                  </a:lnTo>
                  <a:lnTo>
                    <a:pt x="1175" y="597"/>
                  </a:lnTo>
                  <a:lnTo>
                    <a:pt x="1177" y="592"/>
                  </a:lnTo>
                  <a:lnTo>
                    <a:pt x="1178" y="588"/>
                  </a:lnTo>
                  <a:lnTo>
                    <a:pt x="1179" y="584"/>
                  </a:lnTo>
                  <a:lnTo>
                    <a:pt x="1179" y="580"/>
                  </a:lnTo>
                  <a:lnTo>
                    <a:pt x="1178" y="575"/>
                  </a:lnTo>
                  <a:lnTo>
                    <a:pt x="1175" y="569"/>
                  </a:lnTo>
                  <a:lnTo>
                    <a:pt x="1171" y="561"/>
                  </a:lnTo>
                  <a:lnTo>
                    <a:pt x="1164" y="555"/>
                  </a:lnTo>
                  <a:lnTo>
                    <a:pt x="1157" y="549"/>
                  </a:lnTo>
                  <a:lnTo>
                    <a:pt x="1148" y="543"/>
                  </a:lnTo>
                  <a:lnTo>
                    <a:pt x="1137" y="537"/>
                  </a:lnTo>
                  <a:lnTo>
                    <a:pt x="1125" y="532"/>
                  </a:lnTo>
                  <a:lnTo>
                    <a:pt x="1111" y="527"/>
                  </a:lnTo>
                  <a:lnTo>
                    <a:pt x="1092" y="521"/>
                  </a:lnTo>
                  <a:lnTo>
                    <a:pt x="1074" y="518"/>
                  </a:lnTo>
                  <a:lnTo>
                    <a:pt x="1065" y="517"/>
                  </a:lnTo>
                  <a:lnTo>
                    <a:pt x="1056" y="517"/>
                  </a:lnTo>
                  <a:lnTo>
                    <a:pt x="1049" y="517"/>
                  </a:lnTo>
                  <a:lnTo>
                    <a:pt x="1041" y="518"/>
                  </a:lnTo>
                  <a:lnTo>
                    <a:pt x="1034" y="520"/>
                  </a:lnTo>
                  <a:lnTo>
                    <a:pt x="1027" y="522"/>
                  </a:lnTo>
                  <a:lnTo>
                    <a:pt x="1020" y="525"/>
                  </a:lnTo>
                  <a:lnTo>
                    <a:pt x="1012" y="528"/>
                  </a:lnTo>
                  <a:lnTo>
                    <a:pt x="1006" y="532"/>
                  </a:lnTo>
                  <a:lnTo>
                    <a:pt x="1000" y="537"/>
                  </a:lnTo>
                  <a:lnTo>
                    <a:pt x="994" y="542"/>
                  </a:lnTo>
                  <a:lnTo>
                    <a:pt x="989" y="548"/>
                  </a:lnTo>
                  <a:lnTo>
                    <a:pt x="985" y="551"/>
                  </a:lnTo>
                  <a:lnTo>
                    <a:pt x="948" y="593"/>
                  </a:lnTo>
                  <a:lnTo>
                    <a:pt x="909" y="635"/>
                  </a:lnTo>
                  <a:lnTo>
                    <a:pt x="870" y="675"/>
                  </a:lnTo>
                  <a:lnTo>
                    <a:pt x="832" y="711"/>
                  </a:lnTo>
                  <a:lnTo>
                    <a:pt x="813" y="728"/>
                  </a:lnTo>
                  <a:lnTo>
                    <a:pt x="795" y="743"/>
                  </a:lnTo>
                  <a:lnTo>
                    <a:pt x="778" y="756"/>
                  </a:lnTo>
                  <a:lnTo>
                    <a:pt x="762" y="769"/>
                  </a:lnTo>
                  <a:lnTo>
                    <a:pt x="746" y="778"/>
                  </a:lnTo>
                  <a:lnTo>
                    <a:pt x="732" y="784"/>
                  </a:lnTo>
                  <a:lnTo>
                    <a:pt x="725" y="787"/>
                  </a:lnTo>
                  <a:lnTo>
                    <a:pt x="719" y="789"/>
                  </a:lnTo>
                  <a:lnTo>
                    <a:pt x="713" y="790"/>
                  </a:lnTo>
                  <a:lnTo>
                    <a:pt x="707" y="790"/>
                  </a:lnTo>
                  <a:lnTo>
                    <a:pt x="697" y="789"/>
                  </a:lnTo>
                  <a:lnTo>
                    <a:pt x="688" y="786"/>
                  </a:lnTo>
                  <a:lnTo>
                    <a:pt x="684" y="784"/>
                  </a:lnTo>
                  <a:lnTo>
                    <a:pt x="680" y="782"/>
                  </a:lnTo>
                  <a:lnTo>
                    <a:pt x="676" y="779"/>
                  </a:lnTo>
                  <a:lnTo>
                    <a:pt x="673" y="776"/>
                  </a:lnTo>
                  <a:lnTo>
                    <a:pt x="668" y="770"/>
                  </a:lnTo>
                  <a:lnTo>
                    <a:pt x="664" y="762"/>
                  </a:lnTo>
                  <a:lnTo>
                    <a:pt x="661" y="755"/>
                  </a:lnTo>
                  <a:lnTo>
                    <a:pt x="657" y="747"/>
                  </a:lnTo>
                  <a:lnTo>
                    <a:pt x="653" y="730"/>
                  </a:lnTo>
                  <a:lnTo>
                    <a:pt x="651" y="711"/>
                  </a:lnTo>
                  <a:lnTo>
                    <a:pt x="651" y="692"/>
                  </a:lnTo>
                  <a:lnTo>
                    <a:pt x="651" y="672"/>
                  </a:lnTo>
                  <a:lnTo>
                    <a:pt x="653" y="652"/>
                  </a:lnTo>
                  <a:lnTo>
                    <a:pt x="654" y="634"/>
                  </a:lnTo>
                  <a:lnTo>
                    <a:pt x="655" y="622"/>
                  </a:lnTo>
                  <a:lnTo>
                    <a:pt x="656" y="611"/>
                  </a:lnTo>
                  <a:lnTo>
                    <a:pt x="656" y="604"/>
                  </a:lnTo>
                  <a:lnTo>
                    <a:pt x="655" y="597"/>
                  </a:lnTo>
                  <a:lnTo>
                    <a:pt x="654" y="591"/>
                  </a:lnTo>
                  <a:lnTo>
                    <a:pt x="652" y="585"/>
                  </a:lnTo>
                  <a:lnTo>
                    <a:pt x="650" y="579"/>
                  </a:lnTo>
                  <a:lnTo>
                    <a:pt x="647" y="574"/>
                  </a:lnTo>
                  <a:lnTo>
                    <a:pt x="644" y="569"/>
                  </a:lnTo>
                  <a:lnTo>
                    <a:pt x="639" y="564"/>
                  </a:lnTo>
                  <a:lnTo>
                    <a:pt x="634" y="560"/>
                  </a:lnTo>
                  <a:lnTo>
                    <a:pt x="629" y="556"/>
                  </a:lnTo>
                  <a:lnTo>
                    <a:pt x="622" y="552"/>
                  </a:lnTo>
                  <a:lnTo>
                    <a:pt x="615" y="549"/>
                  </a:lnTo>
                  <a:lnTo>
                    <a:pt x="598" y="544"/>
                  </a:lnTo>
                  <a:lnTo>
                    <a:pt x="578" y="539"/>
                  </a:lnTo>
                  <a:lnTo>
                    <a:pt x="558" y="537"/>
                  </a:lnTo>
                  <a:lnTo>
                    <a:pt x="529" y="533"/>
                  </a:lnTo>
                  <a:lnTo>
                    <a:pt x="493" y="530"/>
                  </a:lnTo>
                  <a:lnTo>
                    <a:pt x="453" y="527"/>
                  </a:lnTo>
                  <a:lnTo>
                    <a:pt x="411" y="525"/>
                  </a:lnTo>
                  <a:lnTo>
                    <a:pt x="366" y="522"/>
                  </a:lnTo>
                  <a:lnTo>
                    <a:pt x="322" y="520"/>
                  </a:lnTo>
                  <a:lnTo>
                    <a:pt x="279" y="517"/>
                  </a:lnTo>
                  <a:lnTo>
                    <a:pt x="272" y="517"/>
                  </a:lnTo>
                  <a:lnTo>
                    <a:pt x="273" y="510"/>
                  </a:lnTo>
                  <a:lnTo>
                    <a:pt x="286" y="448"/>
                  </a:lnTo>
                  <a:lnTo>
                    <a:pt x="300" y="387"/>
                  </a:lnTo>
                  <a:lnTo>
                    <a:pt x="316" y="329"/>
                  </a:lnTo>
                  <a:lnTo>
                    <a:pt x="332" y="274"/>
                  </a:lnTo>
                  <a:lnTo>
                    <a:pt x="340" y="248"/>
                  </a:lnTo>
                  <a:lnTo>
                    <a:pt x="349" y="223"/>
                  </a:lnTo>
                  <a:lnTo>
                    <a:pt x="358" y="199"/>
                  </a:lnTo>
                  <a:lnTo>
                    <a:pt x="367" y="178"/>
                  </a:lnTo>
                  <a:lnTo>
                    <a:pt x="376" y="157"/>
                  </a:lnTo>
                  <a:lnTo>
                    <a:pt x="384" y="138"/>
                  </a:lnTo>
                  <a:lnTo>
                    <a:pt x="393" y="122"/>
                  </a:lnTo>
                  <a:lnTo>
                    <a:pt x="401" y="106"/>
                  </a:lnTo>
                  <a:lnTo>
                    <a:pt x="413" y="86"/>
                  </a:lnTo>
                  <a:lnTo>
                    <a:pt x="422" y="67"/>
                  </a:lnTo>
                  <a:lnTo>
                    <a:pt x="425" y="59"/>
                  </a:lnTo>
                  <a:lnTo>
                    <a:pt x="426" y="52"/>
                  </a:lnTo>
                  <a:lnTo>
                    <a:pt x="426" y="45"/>
                  </a:lnTo>
                  <a:lnTo>
                    <a:pt x="424" y="39"/>
                  </a:lnTo>
                  <a:lnTo>
                    <a:pt x="422" y="34"/>
                  </a:lnTo>
                  <a:lnTo>
                    <a:pt x="418" y="30"/>
                  </a:lnTo>
                  <a:lnTo>
                    <a:pt x="413" y="25"/>
                  </a:lnTo>
                  <a:lnTo>
                    <a:pt x="406" y="20"/>
                  </a:lnTo>
                  <a:lnTo>
                    <a:pt x="397" y="16"/>
                  </a:lnTo>
                  <a:lnTo>
                    <a:pt x="387" y="13"/>
                  </a:lnTo>
                  <a:lnTo>
                    <a:pt x="376" y="9"/>
                  </a:lnTo>
                  <a:lnTo>
                    <a:pt x="364" y="6"/>
                  </a:lnTo>
                  <a:lnTo>
                    <a:pt x="353" y="3"/>
                  </a:lnTo>
                  <a:lnTo>
                    <a:pt x="342" y="1"/>
                  </a:lnTo>
                  <a:lnTo>
                    <a:pt x="333" y="0"/>
                  </a:lnTo>
                  <a:lnTo>
                    <a:pt x="323" y="0"/>
                  </a:lnTo>
                  <a:lnTo>
                    <a:pt x="313" y="1"/>
                  </a:lnTo>
                  <a:lnTo>
                    <a:pt x="304" y="2"/>
                  </a:lnTo>
                  <a:lnTo>
                    <a:pt x="294" y="4"/>
                  </a:lnTo>
                  <a:lnTo>
                    <a:pt x="286" y="7"/>
                  </a:lnTo>
                  <a:lnTo>
                    <a:pt x="279" y="11"/>
                  </a:lnTo>
                  <a:lnTo>
                    <a:pt x="273" y="15"/>
                  </a:lnTo>
                  <a:lnTo>
                    <a:pt x="267" y="20"/>
                  </a:lnTo>
                  <a:lnTo>
                    <a:pt x="262" y="26"/>
                  </a:lnTo>
                  <a:lnTo>
                    <a:pt x="253" y="37"/>
                  </a:lnTo>
                  <a:lnTo>
                    <a:pt x="245" y="49"/>
                  </a:lnTo>
                  <a:lnTo>
                    <a:pt x="240" y="61"/>
                  </a:lnTo>
                  <a:lnTo>
                    <a:pt x="235" y="73"/>
                  </a:lnTo>
                  <a:lnTo>
                    <a:pt x="216" y="124"/>
                  </a:lnTo>
                  <a:lnTo>
                    <a:pt x="197" y="177"/>
                  </a:lnTo>
                  <a:lnTo>
                    <a:pt x="180" y="230"/>
                  </a:lnTo>
                  <a:lnTo>
                    <a:pt x="164" y="285"/>
                  </a:lnTo>
                  <a:lnTo>
                    <a:pt x="150" y="340"/>
                  </a:lnTo>
                  <a:lnTo>
                    <a:pt x="137" y="395"/>
                  </a:lnTo>
                  <a:lnTo>
                    <a:pt x="126" y="450"/>
                  </a:lnTo>
                  <a:lnTo>
                    <a:pt x="117" y="505"/>
                  </a:lnTo>
                  <a:lnTo>
                    <a:pt x="116" y="510"/>
                  </a:lnTo>
                  <a:lnTo>
                    <a:pt x="111" y="510"/>
                  </a:lnTo>
                  <a:lnTo>
                    <a:pt x="89" y="509"/>
                  </a:lnTo>
                  <a:lnTo>
                    <a:pt x="71" y="509"/>
                  </a:lnTo>
                  <a:lnTo>
                    <a:pt x="54" y="509"/>
                  </a:lnTo>
                  <a:lnTo>
                    <a:pt x="39" y="509"/>
                  </a:lnTo>
                  <a:lnTo>
                    <a:pt x="26" y="510"/>
                  </a:lnTo>
                  <a:lnTo>
                    <a:pt x="16" y="512"/>
                  </a:lnTo>
                  <a:lnTo>
                    <a:pt x="11" y="514"/>
                  </a:lnTo>
                  <a:lnTo>
                    <a:pt x="8" y="517"/>
                  </a:lnTo>
                  <a:lnTo>
                    <a:pt x="5" y="519"/>
                  </a:lnTo>
                  <a:lnTo>
                    <a:pt x="3" y="522"/>
                  </a:lnTo>
                  <a:lnTo>
                    <a:pt x="2" y="524"/>
                  </a:lnTo>
                  <a:lnTo>
                    <a:pt x="1" y="528"/>
                  </a:lnTo>
                  <a:lnTo>
                    <a:pt x="0" y="531"/>
                  </a:lnTo>
                  <a:lnTo>
                    <a:pt x="0" y="535"/>
                  </a:lnTo>
                  <a:lnTo>
                    <a:pt x="2" y="545"/>
                  </a:lnTo>
                  <a:lnTo>
                    <a:pt x="6" y="555"/>
                  </a:lnTo>
                  <a:lnTo>
                    <a:pt x="11" y="566"/>
                  </a:lnTo>
                  <a:lnTo>
                    <a:pt x="17" y="577"/>
                  </a:lnTo>
                  <a:lnTo>
                    <a:pt x="25" y="588"/>
                  </a:lnTo>
                  <a:lnTo>
                    <a:pt x="34" y="600"/>
                  </a:lnTo>
                  <a:lnTo>
                    <a:pt x="40" y="606"/>
                  </a:lnTo>
                  <a:lnTo>
                    <a:pt x="47" y="611"/>
                  </a:lnTo>
                  <a:lnTo>
                    <a:pt x="54" y="618"/>
                  </a:lnTo>
                  <a:lnTo>
                    <a:pt x="61" y="623"/>
                  </a:lnTo>
                  <a:lnTo>
                    <a:pt x="69" y="627"/>
                  </a:lnTo>
                  <a:lnTo>
                    <a:pt x="77" y="631"/>
                  </a:lnTo>
                  <a:lnTo>
                    <a:pt x="86" y="635"/>
                  </a:lnTo>
                  <a:lnTo>
                    <a:pt x="96" y="638"/>
                  </a:lnTo>
                  <a:lnTo>
                    <a:pt x="102" y="640"/>
                  </a:lnTo>
                  <a:lnTo>
                    <a:pt x="101" y="644"/>
                  </a:lnTo>
                  <a:lnTo>
                    <a:pt x="100" y="669"/>
                  </a:lnTo>
                  <a:lnTo>
                    <a:pt x="99" y="693"/>
                  </a:lnTo>
                  <a:lnTo>
                    <a:pt x="98" y="718"/>
                  </a:lnTo>
                  <a:lnTo>
                    <a:pt x="98" y="741"/>
                  </a:lnTo>
                  <a:lnTo>
                    <a:pt x="98" y="771"/>
                  </a:lnTo>
                  <a:lnTo>
                    <a:pt x="99" y="798"/>
                  </a:lnTo>
                  <a:lnTo>
                    <a:pt x="102" y="825"/>
                  </a:lnTo>
                  <a:lnTo>
                    <a:pt x="106" y="849"/>
                  </a:lnTo>
                  <a:lnTo>
                    <a:pt x="110" y="873"/>
                  </a:lnTo>
                  <a:lnTo>
                    <a:pt x="116" y="894"/>
                  </a:lnTo>
                  <a:lnTo>
                    <a:pt x="123" y="914"/>
                  </a:lnTo>
                  <a:lnTo>
                    <a:pt x="131" y="932"/>
                  </a:lnTo>
                  <a:lnTo>
                    <a:pt x="141" y="948"/>
                  </a:lnTo>
                  <a:lnTo>
                    <a:pt x="152" y="963"/>
                  </a:lnTo>
                  <a:lnTo>
                    <a:pt x="163" y="976"/>
                  </a:lnTo>
                  <a:lnTo>
                    <a:pt x="176" y="987"/>
                  </a:lnTo>
                  <a:lnTo>
                    <a:pt x="189" y="997"/>
                  </a:lnTo>
                  <a:lnTo>
                    <a:pt x="204" y="1004"/>
                  </a:lnTo>
                  <a:lnTo>
                    <a:pt x="220" y="1011"/>
                  </a:lnTo>
                  <a:lnTo>
                    <a:pt x="236" y="1016"/>
                  </a:lnTo>
                  <a:lnTo>
                    <a:pt x="242" y="1017"/>
                  </a:lnTo>
                  <a:lnTo>
                    <a:pt x="248" y="1017"/>
                  </a:lnTo>
                  <a:lnTo>
                    <a:pt x="259" y="1016"/>
                  </a:lnTo>
                  <a:lnTo>
                    <a:pt x="268" y="1014"/>
                  </a:lnTo>
                  <a:lnTo>
                    <a:pt x="273" y="1012"/>
                  </a:lnTo>
                  <a:lnTo>
                    <a:pt x="277" y="1010"/>
                  </a:lnTo>
                  <a:lnTo>
                    <a:pt x="280" y="1007"/>
                  </a:lnTo>
                  <a:lnTo>
                    <a:pt x="282" y="1004"/>
                  </a:lnTo>
                  <a:lnTo>
                    <a:pt x="284" y="999"/>
                  </a:lnTo>
                  <a:lnTo>
                    <a:pt x="284" y="994"/>
                  </a:lnTo>
                  <a:lnTo>
                    <a:pt x="282" y="989"/>
                  </a:lnTo>
                  <a:lnTo>
                    <a:pt x="279" y="982"/>
                  </a:lnTo>
                  <a:lnTo>
                    <a:pt x="271" y="966"/>
                  </a:lnTo>
                  <a:lnTo>
                    <a:pt x="265" y="948"/>
                  </a:lnTo>
                  <a:lnTo>
                    <a:pt x="259" y="929"/>
                  </a:lnTo>
                  <a:lnTo>
                    <a:pt x="254" y="909"/>
                  </a:lnTo>
                  <a:lnTo>
                    <a:pt x="251" y="888"/>
                  </a:lnTo>
                  <a:lnTo>
                    <a:pt x="247" y="866"/>
                  </a:lnTo>
                  <a:lnTo>
                    <a:pt x="245" y="843"/>
                  </a:lnTo>
                  <a:lnTo>
                    <a:pt x="244" y="820"/>
                  </a:lnTo>
                  <a:lnTo>
                    <a:pt x="243" y="796"/>
                  </a:lnTo>
                  <a:lnTo>
                    <a:pt x="243" y="773"/>
                  </a:lnTo>
                  <a:lnTo>
                    <a:pt x="244" y="748"/>
                  </a:lnTo>
                  <a:lnTo>
                    <a:pt x="245" y="725"/>
                  </a:lnTo>
                  <a:lnTo>
                    <a:pt x="249" y="678"/>
                  </a:lnTo>
                  <a:lnTo>
                    <a:pt x="254" y="633"/>
                  </a:lnTo>
                  <a:lnTo>
                    <a:pt x="255" y="629"/>
                  </a:lnTo>
                  <a:lnTo>
                    <a:pt x="259" y="628"/>
                  </a:lnTo>
                  <a:lnTo>
                    <a:pt x="282" y="625"/>
                  </a:lnTo>
                  <a:lnTo>
                    <a:pt x="307" y="622"/>
                  </a:lnTo>
                  <a:lnTo>
                    <a:pt x="332" y="618"/>
                  </a:lnTo>
                  <a:lnTo>
                    <a:pt x="357" y="615"/>
                  </a:lnTo>
                  <a:lnTo>
                    <a:pt x="381" y="612"/>
                  </a:lnTo>
                  <a:lnTo>
                    <a:pt x="406" y="610"/>
                  </a:lnTo>
                  <a:lnTo>
                    <a:pt x="428" y="608"/>
                  </a:lnTo>
                  <a:lnTo>
                    <a:pt x="448" y="607"/>
                  </a:lnTo>
                  <a:lnTo>
                    <a:pt x="450" y="607"/>
                  </a:lnTo>
                  <a:lnTo>
                    <a:pt x="459" y="608"/>
                  </a:lnTo>
                  <a:lnTo>
                    <a:pt x="466" y="610"/>
                  </a:lnTo>
                  <a:lnTo>
                    <a:pt x="472" y="612"/>
                  </a:lnTo>
                  <a:lnTo>
                    <a:pt x="477" y="617"/>
                  </a:lnTo>
                  <a:lnTo>
                    <a:pt x="479" y="620"/>
                  </a:lnTo>
                  <a:lnTo>
                    <a:pt x="481" y="623"/>
                  </a:lnTo>
                  <a:lnTo>
                    <a:pt x="482" y="626"/>
                  </a:lnTo>
                  <a:lnTo>
                    <a:pt x="483" y="630"/>
                  </a:lnTo>
                  <a:lnTo>
                    <a:pt x="483" y="637"/>
                  </a:lnTo>
                  <a:lnTo>
                    <a:pt x="483" y="645"/>
                  </a:lnTo>
                  <a:lnTo>
                    <a:pt x="483" y="657"/>
                  </a:lnTo>
                  <a:lnTo>
                    <a:pt x="483" y="674"/>
                  </a:lnTo>
                  <a:lnTo>
                    <a:pt x="485" y="693"/>
                  </a:lnTo>
                  <a:lnTo>
                    <a:pt x="489" y="717"/>
                  </a:lnTo>
                  <a:lnTo>
                    <a:pt x="492" y="728"/>
                  </a:lnTo>
                  <a:lnTo>
                    <a:pt x="495" y="741"/>
                  </a:lnTo>
                  <a:lnTo>
                    <a:pt x="500" y="753"/>
                  </a:lnTo>
                  <a:lnTo>
                    <a:pt x="506" y="766"/>
                  </a:lnTo>
                  <a:lnTo>
                    <a:pt x="513" y="779"/>
                  </a:lnTo>
                  <a:lnTo>
                    <a:pt x="520" y="791"/>
                  </a:lnTo>
                  <a:lnTo>
                    <a:pt x="529" y="803"/>
                  </a:lnTo>
                  <a:lnTo>
                    <a:pt x="539" y="816"/>
                  </a:lnTo>
                  <a:lnTo>
                    <a:pt x="548" y="824"/>
                  </a:lnTo>
                  <a:lnTo>
                    <a:pt x="558" y="832"/>
                  </a:lnTo>
                  <a:lnTo>
                    <a:pt x="568" y="840"/>
                  </a:lnTo>
                  <a:lnTo>
                    <a:pt x="578" y="846"/>
                  </a:lnTo>
                  <a:lnTo>
                    <a:pt x="589" y="853"/>
                  </a:lnTo>
                  <a:lnTo>
                    <a:pt x="600" y="858"/>
                  </a:lnTo>
                  <a:lnTo>
                    <a:pt x="613" y="865"/>
                  </a:lnTo>
                  <a:lnTo>
                    <a:pt x="626" y="869"/>
                  </a:lnTo>
                  <a:lnTo>
                    <a:pt x="639" y="873"/>
                  </a:lnTo>
                  <a:lnTo>
                    <a:pt x="652" y="877"/>
                  </a:lnTo>
                  <a:lnTo>
                    <a:pt x="668" y="879"/>
                  </a:lnTo>
                  <a:lnTo>
                    <a:pt x="682" y="882"/>
                  </a:lnTo>
                  <a:lnTo>
                    <a:pt x="697" y="883"/>
                  </a:lnTo>
                  <a:lnTo>
                    <a:pt x="714" y="884"/>
                  </a:lnTo>
                  <a:lnTo>
                    <a:pt x="730" y="885"/>
                  </a:lnTo>
                  <a:lnTo>
                    <a:pt x="747" y="885"/>
                  </a:lnTo>
                  <a:lnTo>
                    <a:pt x="756" y="8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33" name="Freeform 36"/>
            <p:cNvSpPr>
              <a:spLocks/>
            </p:cNvSpPr>
            <p:nvPr userDrawn="1"/>
          </p:nvSpPr>
          <p:spPr bwMode="gray">
            <a:xfrm>
              <a:off x="6460" y="648"/>
              <a:ext cx="42" cy="70"/>
            </a:xfrm>
            <a:custGeom>
              <a:avLst/>
              <a:gdLst>
                <a:gd name="T0" fmla="*/ 395 w 504"/>
                <a:gd name="T1" fmla="*/ 126 h 840"/>
                <a:gd name="T2" fmla="*/ 353 w 504"/>
                <a:gd name="T3" fmla="*/ 165 h 840"/>
                <a:gd name="T4" fmla="*/ 314 w 504"/>
                <a:gd name="T5" fmla="*/ 203 h 840"/>
                <a:gd name="T6" fmla="*/ 279 w 504"/>
                <a:gd name="T7" fmla="*/ 243 h 840"/>
                <a:gd name="T8" fmla="*/ 248 w 504"/>
                <a:gd name="T9" fmla="*/ 283 h 840"/>
                <a:gd name="T10" fmla="*/ 219 w 504"/>
                <a:gd name="T11" fmla="*/ 323 h 840"/>
                <a:gd name="T12" fmla="*/ 195 w 504"/>
                <a:gd name="T13" fmla="*/ 365 h 840"/>
                <a:gd name="T14" fmla="*/ 174 w 504"/>
                <a:gd name="T15" fmla="*/ 407 h 840"/>
                <a:gd name="T16" fmla="*/ 156 w 504"/>
                <a:gd name="T17" fmla="*/ 451 h 840"/>
                <a:gd name="T18" fmla="*/ 135 w 504"/>
                <a:gd name="T19" fmla="*/ 514 h 840"/>
                <a:gd name="T20" fmla="*/ 122 w 504"/>
                <a:gd name="T21" fmla="*/ 567 h 840"/>
                <a:gd name="T22" fmla="*/ 115 w 504"/>
                <a:gd name="T23" fmla="*/ 613 h 840"/>
                <a:gd name="T24" fmla="*/ 114 w 504"/>
                <a:gd name="T25" fmla="*/ 650 h 840"/>
                <a:gd name="T26" fmla="*/ 116 w 504"/>
                <a:gd name="T27" fmla="*/ 681 h 840"/>
                <a:gd name="T28" fmla="*/ 121 w 504"/>
                <a:gd name="T29" fmla="*/ 704 h 840"/>
                <a:gd name="T30" fmla="*/ 127 w 504"/>
                <a:gd name="T31" fmla="*/ 723 h 840"/>
                <a:gd name="T32" fmla="*/ 135 w 504"/>
                <a:gd name="T33" fmla="*/ 736 h 840"/>
                <a:gd name="T34" fmla="*/ 146 w 504"/>
                <a:gd name="T35" fmla="*/ 748 h 840"/>
                <a:gd name="T36" fmla="*/ 159 w 504"/>
                <a:gd name="T37" fmla="*/ 757 h 840"/>
                <a:gd name="T38" fmla="*/ 173 w 504"/>
                <a:gd name="T39" fmla="*/ 762 h 840"/>
                <a:gd name="T40" fmla="*/ 188 w 504"/>
                <a:gd name="T41" fmla="*/ 764 h 840"/>
                <a:gd name="T42" fmla="*/ 208 w 504"/>
                <a:gd name="T43" fmla="*/ 840 h 840"/>
                <a:gd name="T44" fmla="*/ 182 w 504"/>
                <a:gd name="T45" fmla="*/ 839 h 840"/>
                <a:gd name="T46" fmla="*/ 159 w 504"/>
                <a:gd name="T47" fmla="*/ 835 h 840"/>
                <a:gd name="T48" fmla="*/ 136 w 504"/>
                <a:gd name="T49" fmla="*/ 829 h 840"/>
                <a:gd name="T50" fmla="*/ 115 w 504"/>
                <a:gd name="T51" fmla="*/ 821 h 840"/>
                <a:gd name="T52" fmla="*/ 96 w 504"/>
                <a:gd name="T53" fmla="*/ 809 h 840"/>
                <a:gd name="T54" fmla="*/ 77 w 504"/>
                <a:gd name="T55" fmla="*/ 795 h 840"/>
                <a:gd name="T56" fmla="*/ 61 w 504"/>
                <a:gd name="T57" fmla="*/ 780 h 840"/>
                <a:gd name="T58" fmla="*/ 47 w 504"/>
                <a:gd name="T59" fmla="*/ 761 h 840"/>
                <a:gd name="T60" fmla="*/ 28 w 504"/>
                <a:gd name="T61" fmla="*/ 731 h 840"/>
                <a:gd name="T62" fmla="*/ 14 w 504"/>
                <a:gd name="T63" fmla="*/ 696 h 840"/>
                <a:gd name="T64" fmla="*/ 5 w 504"/>
                <a:gd name="T65" fmla="*/ 658 h 840"/>
                <a:gd name="T66" fmla="*/ 1 w 504"/>
                <a:gd name="T67" fmla="*/ 618 h 840"/>
                <a:gd name="T68" fmla="*/ 1 w 504"/>
                <a:gd name="T69" fmla="*/ 576 h 840"/>
                <a:gd name="T70" fmla="*/ 5 w 504"/>
                <a:gd name="T71" fmla="*/ 532 h 840"/>
                <a:gd name="T72" fmla="*/ 14 w 504"/>
                <a:gd name="T73" fmla="*/ 486 h 840"/>
                <a:gd name="T74" fmla="*/ 27 w 504"/>
                <a:gd name="T75" fmla="*/ 439 h 840"/>
                <a:gd name="T76" fmla="*/ 51 w 504"/>
                <a:gd name="T77" fmla="*/ 380 h 840"/>
                <a:gd name="T78" fmla="*/ 81 w 504"/>
                <a:gd name="T79" fmla="*/ 321 h 840"/>
                <a:gd name="T80" fmla="*/ 118 w 504"/>
                <a:gd name="T81" fmla="*/ 264 h 840"/>
                <a:gd name="T82" fmla="*/ 162 w 504"/>
                <a:gd name="T83" fmla="*/ 209 h 840"/>
                <a:gd name="T84" fmla="*/ 212 w 504"/>
                <a:gd name="T85" fmla="*/ 156 h 840"/>
                <a:gd name="T86" fmla="*/ 269 w 504"/>
                <a:gd name="T87" fmla="*/ 103 h 840"/>
                <a:gd name="T88" fmla="*/ 332 w 504"/>
                <a:gd name="T89" fmla="*/ 52 h 840"/>
                <a:gd name="T90" fmla="*/ 403 w 504"/>
                <a:gd name="T91" fmla="*/ 2 h 840"/>
                <a:gd name="T92" fmla="*/ 504 w 504"/>
                <a:gd name="T93" fmla="*/ 26 h 8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04" h="840">
                  <a:moveTo>
                    <a:pt x="406" y="118"/>
                  </a:moveTo>
                  <a:lnTo>
                    <a:pt x="395" y="126"/>
                  </a:lnTo>
                  <a:lnTo>
                    <a:pt x="374" y="146"/>
                  </a:lnTo>
                  <a:lnTo>
                    <a:pt x="353" y="165"/>
                  </a:lnTo>
                  <a:lnTo>
                    <a:pt x="333" y="184"/>
                  </a:lnTo>
                  <a:lnTo>
                    <a:pt x="314" y="203"/>
                  </a:lnTo>
                  <a:lnTo>
                    <a:pt x="295" y="223"/>
                  </a:lnTo>
                  <a:lnTo>
                    <a:pt x="279" y="243"/>
                  </a:lnTo>
                  <a:lnTo>
                    <a:pt x="263" y="262"/>
                  </a:lnTo>
                  <a:lnTo>
                    <a:pt x="248" y="283"/>
                  </a:lnTo>
                  <a:lnTo>
                    <a:pt x="233" y="303"/>
                  </a:lnTo>
                  <a:lnTo>
                    <a:pt x="219" y="323"/>
                  </a:lnTo>
                  <a:lnTo>
                    <a:pt x="207" y="344"/>
                  </a:lnTo>
                  <a:lnTo>
                    <a:pt x="195" y="365"/>
                  </a:lnTo>
                  <a:lnTo>
                    <a:pt x="184" y="386"/>
                  </a:lnTo>
                  <a:lnTo>
                    <a:pt x="174" y="407"/>
                  </a:lnTo>
                  <a:lnTo>
                    <a:pt x="165" y="430"/>
                  </a:lnTo>
                  <a:lnTo>
                    <a:pt x="156" y="451"/>
                  </a:lnTo>
                  <a:lnTo>
                    <a:pt x="145" y="484"/>
                  </a:lnTo>
                  <a:lnTo>
                    <a:pt x="135" y="514"/>
                  </a:lnTo>
                  <a:lnTo>
                    <a:pt x="128" y="542"/>
                  </a:lnTo>
                  <a:lnTo>
                    <a:pt x="122" y="567"/>
                  </a:lnTo>
                  <a:lnTo>
                    <a:pt x="118" y="591"/>
                  </a:lnTo>
                  <a:lnTo>
                    <a:pt x="115" y="613"/>
                  </a:lnTo>
                  <a:lnTo>
                    <a:pt x="114" y="633"/>
                  </a:lnTo>
                  <a:lnTo>
                    <a:pt x="114" y="650"/>
                  </a:lnTo>
                  <a:lnTo>
                    <a:pt x="114" y="666"/>
                  </a:lnTo>
                  <a:lnTo>
                    <a:pt x="116" y="681"/>
                  </a:lnTo>
                  <a:lnTo>
                    <a:pt x="118" y="693"/>
                  </a:lnTo>
                  <a:lnTo>
                    <a:pt x="121" y="704"/>
                  </a:lnTo>
                  <a:lnTo>
                    <a:pt x="124" y="714"/>
                  </a:lnTo>
                  <a:lnTo>
                    <a:pt x="127" y="723"/>
                  </a:lnTo>
                  <a:lnTo>
                    <a:pt x="131" y="730"/>
                  </a:lnTo>
                  <a:lnTo>
                    <a:pt x="135" y="736"/>
                  </a:lnTo>
                  <a:lnTo>
                    <a:pt x="140" y="742"/>
                  </a:lnTo>
                  <a:lnTo>
                    <a:pt x="146" y="748"/>
                  </a:lnTo>
                  <a:lnTo>
                    <a:pt x="152" y="753"/>
                  </a:lnTo>
                  <a:lnTo>
                    <a:pt x="159" y="757"/>
                  </a:lnTo>
                  <a:lnTo>
                    <a:pt x="166" y="760"/>
                  </a:lnTo>
                  <a:lnTo>
                    <a:pt x="173" y="762"/>
                  </a:lnTo>
                  <a:lnTo>
                    <a:pt x="180" y="763"/>
                  </a:lnTo>
                  <a:lnTo>
                    <a:pt x="188" y="764"/>
                  </a:lnTo>
                  <a:lnTo>
                    <a:pt x="230" y="801"/>
                  </a:lnTo>
                  <a:lnTo>
                    <a:pt x="208" y="840"/>
                  </a:lnTo>
                  <a:lnTo>
                    <a:pt x="195" y="840"/>
                  </a:lnTo>
                  <a:lnTo>
                    <a:pt x="182" y="839"/>
                  </a:lnTo>
                  <a:lnTo>
                    <a:pt x="170" y="838"/>
                  </a:lnTo>
                  <a:lnTo>
                    <a:pt x="159" y="835"/>
                  </a:lnTo>
                  <a:lnTo>
                    <a:pt x="148" y="833"/>
                  </a:lnTo>
                  <a:lnTo>
                    <a:pt x="136" y="829"/>
                  </a:lnTo>
                  <a:lnTo>
                    <a:pt x="125" y="825"/>
                  </a:lnTo>
                  <a:lnTo>
                    <a:pt x="115" y="821"/>
                  </a:lnTo>
                  <a:lnTo>
                    <a:pt x="105" y="814"/>
                  </a:lnTo>
                  <a:lnTo>
                    <a:pt x="96" y="809"/>
                  </a:lnTo>
                  <a:lnTo>
                    <a:pt x="86" y="802"/>
                  </a:lnTo>
                  <a:lnTo>
                    <a:pt x="77" y="795"/>
                  </a:lnTo>
                  <a:lnTo>
                    <a:pt x="69" y="788"/>
                  </a:lnTo>
                  <a:lnTo>
                    <a:pt x="61" y="780"/>
                  </a:lnTo>
                  <a:lnTo>
                    <a:pt x="54" y="771"/>
                  </a:lnTo>
                  <a:lnTo>
                    <a:pt x="47" y="761"/>
                  </a:lnTo>
                  <a:lnTo>
                    <a:pt x="36" y="746"/>
                  </a:lnTo>
                  <a:lnTo>
                    <a:pt x="28" y="731"/>
                  </a:lnTo>
                  <a:lnTo>
                    <a:pt x="21" y="713"/>
                  </a:lnTo>
                  <a:lnTo>
                    <a:pt x="14" y="696"/>
                  </a:lnTo>
                  <a:lnTo>
                    <a:pt x="9" y="678"/>
                  </a:lnTo>
                  <a:lnTo>
                    <a:pt x="5" y="658"/>
                  </a:lnTo>
                  <a:lnTo>
                    <a:pt x="2" y="639"/>
                  </a:lnTo>
                  <a:lnTo>
                    <a:pt x="1" y="618"/>
                  </a:lnTo>
                  <a:lnTo>
                    <a:pt x="0" y="597"/>
                  </a:lnTo>
                  <a:lnTo>
                    <a:pt x="1" y="576"/>
                  </a:lnTo>
                  <a:lnTo>
                    <a:pt x="2" y="554"/>
                  </a:lnTo>
                  <a:lnTo>
                    <a:pt x="5" y="532"/>
                  </a:lnTo>
                  <a:lnTo>
                    <a:pt x="9" y="509"/>
                  </a:lnTo>
                  <a:lnTo>
                    <a:pt x="14" y="486"/>
                  </a:lnTo>
                  <a:lnTo>
                    <a:pt x="20" y="462"/>
                  </a:lnTo>
                  <a:lnTo>
                    <a:pt x="27" y="439"/>
                  </a:lnTo>
                  <a:lnTo>
                    <a:pt x="38" y="409"/>
                  </a:lnTo>
                  <a:lnTo>
                    <a:pt x="51" y="380"/>
                  </a:lnTo>
                  <a:lnTo>
                    <a:pt x="66" y="350"/>
                  </a:lnTo>
                  <a:lnTo>
                    <a:pt x="81" y="321"/>
                  </a:lnTo>
                  <a:lnTo>
                    <a:pt x="99" y="293"/>
                  </a:lnTo>
                  <a:lnTo>
                    <a:pt x="118" y="264"/>
                  </a:lnTo>
                  <a:lnTo>
                    <a:pt x="139" y="237"/>
                  </a:lnTo>
                  <a:lnTo>
                    <a:pt x="162" y="209"/>
                  </a:lnTo>
                  <a:lnTo>
                    <a:pt x="185" y="183"/>
                  </a:lnTo>
                  <a:lnTo>
                    <a:pt x="212" y="156"/>
                  </a:lnTo>
                  <a:lnTo>
                    <a:pt x="239" y="130"/>
                  </a:lnTo>
                  <a:lnTo>
                    <a:pt x="269" y="103"/>
                  </a:lnTo>
                  <a:lnTo>
                    <a:pt x="300" y="77"/>
                  </a:lnTo>
                  <a:lnTo>
                    <a:pt x="332" y="52"/>
                  </a:lnTo>
                  <a:lnTo>
                    <a:pt x="367" y="26"/>
                  </a:lnTo>
                  <a:lnTo>
                    <a:pt x="403" y="2"/>
                  </a:lnTo>
                  <a:lnTo>
                    <a:pt x="406" y="0"/>
                  </a:lnTo>
                  <a:lnTo>
                    <a:pt x="504" y="26"/>
                  </a:lnTo>
                  <a:lnTo>
                    <a:pt x="406" y="11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34" name="Freeform 37"/>
            <p:cNvSpPr>
              <a:spLocks/>
            </p:cNvSpPr>
            <p:nvPr userDrawn="1"/>
          </p:nvSpPr>
          <p:spPr bwMode="gray">
            <a:xfrm>
              <a:off x="7081" y="570"/>
              <a:ext cx="66" cy="83"/>
            </a:xfrm>
            <a:custGeom>
              <a:avLst/>
              <a:gdLst>
                <a:gd name="T0" fmla="*/ 575 w 783"/>
                <a:gd name="T1" fmla="*/ 794 h 1004"/>
                <a:gd name="T2" fmla="*/ 584 w 783"/>
                <a:gd name="T3" fmla="*/ 863 h 1004"/>
                <a:gd name="T4" fmla="*/ 607 w 783"/>
                <a:gd name="T5" fmla="*/ 922 h 1004"/>
                <a:gd name="T6" fmla="*/ 643 w 783"/>
                <a:gd name="T7" fmla="*/ 967 h 1004"/>
                <a:gd name="T8" fmla="*/ 692 w 783"/>
                <a:gd name="T9" fmla="*/ 1000 h 1004"/>
                <a:gd name="T10" fmla="*/ 718 w 783"/>
                <a:gd name="T11" fmla="*/ 1004 h 1004"/>
                <a:gd name="T12" fmla="*/ 738 w 783"/>
                <a:gd name="T13" fmla="*/ 997 h 1004"/>
                <a:gd name="T14" fmla="*/ 741 w 783"/>
                <a:gd name="T15" fmla="*/ 978 h 1004"/>
                <a:gd name="T16" fmla="*/ 727 w 783"/>
                <a:gd name="T17" fmla="*/ 902 h 1004"/>
                <a:gd name="T18" fmla="*/ 728 w 783"/>
                <a:gd name="T19" fmla="*/ 819 h 1004"/>
                <a:gd name="T20" fmla="*/ 742 w 783"/>
                <a:gd name="T21" fmla="*/ 732 h 1004"/>
                <a:gd name="T22" fmla="*/ 767 w 783"/>
                <a:gd name="T23" fmla="*/ 642 h 1004"/>
                <a:gd name="T24" fmla="*/ 783 w 783"/>
                <a:gd name="T25" fmla="*/ 583 h 1004"/>
                <a:gd name="T26" fmla="*/ 779 w 783"/>
                <a:gd name="T27" fmla="*/ 550 h 1004"/>
                <a:gd name="T28" fmla="*/ 756 w 783"/>
                <a:gd name="T29" fmla="*/ 522 h 1004"/>
                <a:gd name="T30" fmla="*/ 702 w 783"/>
                <a:gd name="T31" fmla="*/ 494 h 1004"/>
                <a:gd name="T32" fmla="*/ 674 w 783"/>
                <a:gd name="T33" fmla="*/ 489 h 1004"/>
                <a:gd name="T34" fmla="*/ 651 w 783"/>
                <a:gd name="T35" fmla="*/ 493 h 1004"/>
                <a:gd name="T36" fmla="*/ 633 w 783"/>
                <a:gd name="T37" fmla="*/ 508 h 1004"/>
                <a:gd name="T38" fmla="*/ 603 w 783"/>
                <a:gd name="T39" fmla="*/ 553 h 1004"/>
                <a:gd name="T40" fmla="*/ 506 w 783"/>
                <a:gd name="T41" fmla="*/ 676 h 1004"/>
                <a:gd name="T42" fmla="*/ 401 w 783"/>
                <a:gd name="T43" fmla="*/ 783 h 1004"/>
                <a:gd name="T44" fmla="*/ 336 w 783"/>
                <a:gd name="T45" fmla="*/ 834 h 1004"/>
                <a:gd name="T46" fmla="*/ 286 w 783"/>
                <a:gd name="T47" fmla="*/ 860 h 1004"/>
                <a:gd name="T48" fmla="*/ 240 w 783"/>
                <a:gd name="T49" fmla="*/ 873 h 1004"/>
                <a:gd name="T50" fmla="*/ 209 w 783"/>
                <a:gd name="T51" fmla="*/ 871 h 1004"/>
                <a:gd name="T52" fmla="*/ 188 w 783"/>
                <a:gd name="T53" fmla="*/ 858 h 1004"/>
                <a:gd name="T54" fmla="*/ 170 w 783"/>
                <a:gd name="T55" fmla="*/ 836 h 1004"/>
                <a:gd name="T56" fmla="*/ 155 w 783"/>
                <a:gd name="T57" fmla="*/ 776 h 1004"/>
                <a:gd name="T58" fmla="*/ 159 w 783"/>
                <a:gd name="T59" fmla="*/ 665 h 1004"/>
                <a:gd name="T60" fmla="*/ 188 w 783"/>
                <a:gd name="T61" fmla="*/ 507 h 1004"/>
                <a:gd name="T62" fmla="*/ 234 w 783"/>
                <a:gd name="T63" fmla="*/ 341 h 1004"/>
                <a:gd name="T64" fmla="*/ 291 w 783"/>
                <a:gd name="T65" fmla="*/ 188 h 1004"/>
                <a:gd name="T66" fmla="*/ 345 w 783"/>
                <a:gd name="T67" fmla="*/ 81 h 1004"/>
                <a:gd name="T68" fmla="*/ 360 w 783"/>
                <a:gd name="T69" fmla="*/ 40 h 1004"/>
                <a:gd name="T70" fmla="*/ 354 w 783"/>
                <a:gd name="T71" fmla="*/ 15 h 1004"/>
                <a:gd name="T72" fmla="*/ 327 w 783"/>
                <a:gd name="T73" fmla="*/ 3 h 1004"/>
                <a:gd name="T74" fmla="*/ 291 w 783"/>
                <a:gd name="T75" fmla="*/ 0 h 1004"/>
                <a:gd name="T76" fmla="*/ 240 w 783"/>
                <a:gd name="T77" fmla="*/ 7 h 1004"/>
                <a:gd name="T78" fmla="*/ 203 w 783"/>
                <a:gd name="T79" fmla="*/ 25 h 1004"/>
                <a:gd name="T80" fmla="*/ 178 w 783"/>
                <a:gd name="T81" fmla="*/ 52 h 1004"/>
                <a:gd name="T82" fmla="*/ 135 w 783"/>
                <a:gd name="T83" fmla="*/ 146 h 1004"/>
                <a:gd name="T84" fmla="*/ 81 w 783"/>
                <a:gd name="T85" fmla="*/ 292 h 1004"/>
                <a:gd name="T86" fmla="*/ 34 w 783"/>
                <a:gd name="T87" fmla="*/ 458 h 1004"/>
                <a:gd name="T88" fmla="*/ 5 w 783"/>
                <a:gd name="T89" fmla="*/ 639 h 1004"/>
                <a:gd name="T90" fmla="*/ 1 w 783"/>
                <a:gd name="T91" fmla="*/ 756 h 1004"/>
                <a:gd name="T92" fmla="*/ 8 w 783"/>
                <a:gd name="T93" fmla="*/ 802 h 1004"/>
                <a:gd name="T94" fmla="*/ 25 w 783"/>
                <a:gd name="T95" fmla="*/ 845 h 1004"/>
                <a:gd name="T96" fmla="*/ 51 w 783"/>
                <a:gd name="T97" fmla="*/ 884 h 1004"/>
                <a:gd name="T98" fmla="*/ 91 w 783"/>
                <a:gd name="T99" fmla="*/ 923 h 1004"/>
                <a:gd name="T100" fmla="*/ 141 w 783"/>
                <a:gd name="T101" fmla="*/ 955 h 1004"/>
                <a:gd name="T102" fmla="*/ 189 w 783"/>
                <a:gd name="T103" fmla="*/ 975 h 1004"/>
                <a:gd name="T104" fmla="*/ 248 w 783"/>
                <a:gd name="T105" fmla="*/ 986 h 1004"/>
                <a:gd name="T106" fmla="*/ 294 w 783"/>
                <a:gd name="T107" fmla="*/ 979 h 1004"/>
                <a:gd name="T108" fmla="*/ 339 w 783"/>
                <a:gd name="T109" fmla="*/ 961 h 1004"/>
                <a:gd name="T110" fmla="*/ 426 w 783"/>
                <a:gd name="T111" fmla="*/ 901 h 1004"/>
                <a:gd name="T112" fmla="*/ 504 w 783"/>
                <a:gd name="T113" fmla="*/ 825 h 10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83" h="1004">
                  <a:moveTo>
                    <a:pt x="576" y="737"/>
                  </a:moveTo>
                  <a:lnTo>
                    <a:pt x="575" y="755"/>
                  </a:lnTo>
                  <a:lnTo>
                    <a:pt x="575" y="775"/>
                  </a:lnTo>
                  <a:lnTo>
                    <a:pt x="575" y="794"/>
                  </a:lnTo>
                  <a:lnTo>
                    <a:pt x="576" y="812"/>
                  </a:lnTo>
                  <a:lnTo>
                    <a:pt x="578" y="831"/>
                  </a:lnTo>
                  <a:lnTo>
                    <a:pt x="581" y="847"/>
                  </a:lnTo>
                  <a:lnTo>
                    <a:pt x="584" y="863"/>
                  </a:lnTo>
                  <a:lnTo>
                    <a:pt x="590" y="879"/>
                  </a:lnTo>
                  <a:lnTo>
                    <a:pt x="595" y="894"/>
                  </a:lnTo>
                  <a:lnTo>
                    <a:pt x="601" y="908"/>
                  </a:lnTo>
                  <a:lnTo>
                    <a:pt x="607" y="922"/>
                  </a:lnTo>
                  <a:lnTo>
                    <a:pt x="615" y="934"/>
                  </a:lnTo>
                  <a:lnTo>
                    <a:pt x="623" y="946"/>
                  </a:lnTo>
                  <a:lnTo>
                    <a:pt x="632" y="956"/>
                  </a:lnTo>
                  <a:lnTo>
                    <a:pt x="643" y="967"/>
                  </a:lnTo>
                  <a:lnTo>
                    <a:pt x="654" y="977"/>
                  </a:lnTo>
                  <a:lnTo>
                    <a:pt x="666" y="986"/>
                  </a:lnTo>
                  <a:lnTo>
                    <a:pt x="678" y="994"/>
                  </a:lnTo>
                  <a:lnTo>
                    <a:pt x="692" y="1000"/>
                  </a:lnTo>
                  <a:lnTo>
                    <a:pt x="699" y="1002"/>
                  </a:lnTo>
                  <a:lnTo>
                    <a:pt x="705" y="1003"/>
                  </a:lnTo>
                  <a:lnTo>
                    <a:pt x="712" y="1004"/>
                  </a:lnTo>
                  <a:lnTo>
                    <a:pt x="718" y="1004"/>
                  </a:lnTo>
                  <a:lnTo>
                    <a:pt x="724" y="1004"/>
                  </a:lnTo>
                  <a:lnTo>
                    <a:pt x="730" y="1003"/>
                  </a:lnTo>
                  <a:lnTo>
                    <a:pt x="735" y="1000"/>
                  </a:lnTo>
                  <a:lnTo>
                    <a:pt x="738" y="997"/>
                  </a:lnTo>
                  <a:lnTo>
                    <a:pt x="741" y="993"/>
                  </a:lnTo>
                  <a:lnTo>
                    <a:pt x="742" y="989"/>
                  </a:lnTo>
                  <a:lnTo>
                    <a:pt x="742" y="984"/>
                  </a:lnTo>
                  <a:lnTo>
                    <a:pt x="741" y="978"/>
                  </a:lnTo>
                  <a:lnTo>
                    <a:pt x="735" y="959"/>
                  </a:lnTo>
                  <a:lnTo>
                    <a:pt x="732" y="941"/>
                  </a:lnTo>
                  <a:lnTo>
                    <a:pt x="729" y="922"/>
                  </a:lnTo>
                  <a:lnTo>
                    <a:pt x="727" y="902"/>
                  </a:lnTo>
                  <a:lnTo>
                    <a:pt x="726" y="883"/>
                  </a:lnTo>
                  <a:lnTo>
                    <a:pt x="726" y="861"/>
                  </a:lnTo>
                  <a:lnTo>
                    <a:pt x="726" y="841"/>
                  </a:lnTo>
                  <a:lnTo>
                    <a:pt x="728" y="819"/>
                  </a:lnTo>
                  <a:lnTo>
                    <a:pt x="730" y="798"/>
                  </a:lnTo>
                  <a:lnTo>
                    <a:pt x="733" y="776"/>
                  </a:lnTo>
                  <a:lnTo>
                    <a:pt x="736" y="754"/>
                  </a:lnTo>
                  <a:lnTo>
                    <a:pt x="742" y="732"/>
                  </a:lnTo>
                  <a:lnTo>
                    <a:pt x="747" y="709"/>
                  </a:lnTo>
                  <a:lnTo>
                    <a:pt x="753" y="687"/>
                  </a:lnTo>
                  <a:lnTo>
                    <a:pt x="760" y="664"/>
                  </a:lnTo>
                  <a:lnTo>
                    <a:pt x="767" y="642"/>
                  </a:lnTo>
                  <a:lnTo>
                    <a:pt x="775" y="620"/>
                  </a:lnTo>
                  <a:lnTo>
                    <a:pt x="780" y="600"/>
                  </a:lnTo>
                  <a:lnTo>
                    <a:pt x="782" y="591"/>
                  </a:lnTo>
                  <a:lnTo>
                    <a:pt x="783" y="583"/>
                  </a:lnTo>
                  <a:lnTo>
                    <a:pt x="783" y="573"/>
                  </a:lnTo>
                  <a:lnTo>
                    <a:pt x="783" y="565"/>
                  </a:lnTo>
                  <a:lnTo>
                    <a:pt x="781" y="558"/>
                  </a:lnTo>
                  <a:lnTo>
                    <a:pt x="779" y="550"/>
                  </a:lnTo>
                  <a:lnTo>
                    <a:pt x="775" y="543"/>
                  </a:lnTo>
                  <a:lnTo>
                    <a:pt x="770" y="536"/>
                  </a:lnTo>
                  <a:lnTo>
                    <a:pt x="764" y="530"/>
                  </a:lnTo>
                  <a:lnTo>
                    <a:pt x="756" y="522"/>
                  </a:lnTo>
                  <a:lnTo>
                    <a:pt x="747" y="515"/>
                  </a:lnTo>
                  <a:lnTo>
                    <a:pt x="735" y="509"/>
                  </a:lnTo>
                  <a:lnTo>
                    <a:pt x="718" y="500"/>
                  </a:lnTo>
                  <a:lnTo>
                    <a:pt x="702" y="494"/>
                  </a:lnTo>
                  <a:lnTo>
                    <a:pt x="695" y="492"/>
                  </a:lnTo>
                  <a:lnTo>
                    <a:pt x="687" y="490"/>
                  </a:lnTo>
                  <a:lnTo>
                    <a:pt x="680" y="489"/>
                  </a:lnTo>
                  <a:lnTo>
                    <a:pt x="674" y="489"/>
                  </a:lnTo>
                  <a:lnTo>
                    <a:pt x="667" y="489"/>
                  </a:lnTo>
                  <a:lnTo>
                    <a:pt x="662" y="490"/>
                  </a:lnTo>
                  <a:lnTo>
                    <a:pt x="656" y="491"/>
                  </a:lnTo>
                  <a:lnTo>
                    <a:pt x="651" y="493"/>
                  </a:lnTo>
                  <a:lnTo>
                    <a:pt x="646" y="496"/>
                  </a:lnTo>
                  <a:lnTo>
                    <a:pt x="642" y="499"/>
                  </a:lnTo>
                  <a:lnTo>
                    <a:pt x="637" y="503"/>
                  </a:lnTo>
                  <a:lnTo>
                    <a:pt x="633" y="508"/>
                  </a:lnTo>
                  <a:lnTo>
                    <a:pt x="630" y="512"/>
                  </a:lnTo>
                  <a:lnTo>
                    <a:pt x="627" y="516"/>
                  </a:lnTo>
                  <a:lnTo>
                    <a:pt x="624" y="522"/>
                  </a:lnTo>
                  <a:lnTo>
                    <a:pt x="603" y="553"/>
                  </a:lnTo>
                  <a:lnTo>
                    <a:pt x="579" y="584"/>
                  </a:lnTo>
                  <a:lnTo>
                    <a:pt x="556" y="615"/>
                  </a:lnTo>
                  <a:lnTo>
                    <a:pt x="531" y="646"/>
                  </a:lnTo>
                  <a:lnTo>
                    <a:pt x="506" y="676"/>
                  </a:lnTo>
                  <a:lnTo>
                    <a:pt x="480" y="704"/>
                  </a:lnTo>
                  <a:lnTo>
                    <a:pt x="454" y="733"/>
                  </a:lnTo>
                  <a:lnTo>
                    <a:pt x="427" y="758"/>
                  </a:lnTo>
                  <a:lnTo>
                    <a:pt x="401" y="783"/>
                  </a:lnTo>
                  <a:lnTo>
                    <a:pt x="374" y="805"/>
                  </a:lnTo>
                  <a:lnTo>
                    <a:pt x="362" y="815"/>
                  </a:lnTo>
                  <a:lnTo>
                    <a:pt x="349" y="825"/>
                  </a:lnTo>
                  <a:lnTo>
                    <a:pt x="336" y="834"/>
                  </a:lnTo>
                  <a:lnTo>
                    <a:pt x="323" y="841"/>
                  </a:lnTo>
                  <a:lnTo>
                    <a:pt x="310" y="848"/>
                  </a:lnTo>
                  <a:lnTo>
                    <a:pt x="298" y="855"/>
                  </a:lnTo>
                  <a:lnTo>
                    <a:pt x="286" y="860"/>
                  </a:lnTo>
                  <a:lnTo>
                    <a:pt x="273" y="865"/>
                  </a:lnTo>
                  <a:lnTo>
                    <a:pt x="262" y="868"/>
                  </a:lnTo>
                  <a:lnTo>
                    <a:pt x="251" y="872"/>
                  </a:lnTo>
                  <a:lnTo>
                    <a:pt x="240" y="873"/>
                  </a:lnTo>
                  <a:lnTo>
                    <a:pt x="228" y="874"/>
                  </a:lnTo>
                  <a:lnTo>
                    <a:pt x="221" y="874"/>
                  </a:lnTo>
                  <a:lnTo>
                    <a:pt x="215" y="873"/>
                  </a:lnTo>
                  <a:lnTo>
                    <a:pt x="209" y="871"/>
                  </a:lnTo>
                  <a:lnTo>
                    <a:pt x="203" y="868"/>
                  </a:lnTo>
                  <a:lnTo>
                    <a:pt x="198" y="865"/>
                  </a:lnTo>
                  <a:lnTo>
                    <a:pt x="193" y="862"/>
                  </a:lnTo>
                  <a:lnTo>
                    <a:pt x="188" y="858"/>
                  </a:lnTo>
                  <a:lnTo>
                    <a:pt x="183" y="853"/>
                  </a:lnTo>
                  <a:lnTo>
                    <a:pt x="178" y="848"/>
                  </a:lnTo>
                  <a:lnTo>
                    <a:pt x="174" y="843"/>
                  </a:lnTo>
                  <a:lnTo>
                    <a:pt x="170" y="836"/>
                  </a:lnTo>
                  <a:lnTo>
                    <a:pt x="167" y="830"/>
                  </a:lnTo>
                  <a:lnTo>
                    <a:pt x="162" y="813"/>
                  </a:lnTo>
                  <a:lnTo>
                    <a:pt x="158" y="796"/>
                  </a:lnTo>
                  <a:lnTo>
                    <a:pt x="155" y="776"/>
                  </a:lnTo>
                  <a:lnTo>
                    <a:pt x="154" y="753"/>
                  </a:lnTo>
                  <a:lnTo>
                    <a:pt x="154" y="729"/>
                  </a:lnTo>
                  <a:lnTo>
                    <a:pt x="155" y="702"/>
                  </a:lnTo>
                  <a:lnTo>
                    <a:pt x="159" y="665"/>
                  </a:lnTo>
                  <a:lnTo>
                    <a:pt x="164" y="628"/>
                  </a:lnTo>
                  <a:lnTo>
                    <a:pt x="170" y="589"/>
                  </a:lnTo>
                  <a:lnTo>
                    <a:pt x="178" y="548"/>
                  </a:lnTo>
                  <a:lnTo>
                    <a:pt x="188" y="507"/>
                  </a:lnTo>
                  <a:lnTo>
                    <a:pt x="197" y="465"/>
                  </a:lnTo>
                  <a:lnTo>
                    <a:pt x="208" y="423"/>
                  </a:lnTo>
                  <a:lnTo>
                    <a:pt x="220" y="382"/>
                  </a:lnTo>
                  <a:lnTo>
                    <a:pt x="234" y="341"/>
                  </a:lnTo>
                  <a:lnTo>
                    <a:pt x="247" y="301"/>
                  </a:lnTo>
                  <a:lnTo>
                    <a:pt x="261" y="261"/>
                  </a:lnTo>
                  <a:lnTo>
                    <a:pt x="275" y="223"/>
                  </a:lnTo>
                  <a:lnTo>
                    <a:pt x="291" y="188"/>
                  </a:lnTo>
                  <a:lnTo>
                    <a:pt x="306" y="154"/>
                  </a:lnTo>
                  <a:lnTo>
                    <a:pt x="322" y="122"/>
                  </a:lnTo>
                  <a:lnTo>
                    <a:pt x="338" y="94"/>
                  </a:lnTo>
                  <a:lnTo>
                    <a:pt x="345" y="81"/>
                  </a:lnTo>
                  <a:lnTo>
                    <a:pt x="351" y="68"/>
                  </a:lnTo>
                  <a:lnTo>
                    <a:pt x="356" y="58"/>
                  </a:lnTo>
                  <a:lnTo>
                    <a:pt x="359" y="48"/>
                  </a:lnTo>
                  <a:lnTo>
                    <a:pt x="360" y="40"/>
                  </a:lnTo>
                  <a:lnTo>
                    <a:pt x="361" y="33"/>
                  </a:lnTo>
                  <a:lnTo>
                    <a:pt x="360" y="25"/>
                  </a:lnTo>
                  <a:lnTo>
                    <a:pt x="357" y="20"/>
                  </a:lnTo>
                  <a:lnTo>
                    <a:pt x="354" y="15"/>
                  </a:lnTo>
                  <a:lnTo>
                    <a:pt x="350" y="11"/>
                  </a:lnTo>
                  <a:lnTo>
                    <a:pt x="344" y="8"/>
                  </a:lnTo>
                  <a:lnTo>
                    <a:pt x="337" y="5"/>
                  </a:lnTo>
                  <a:lnTo>
                    <a:pt x="327" y="3"/>
                  </a:lnTo>
                  <a:lnTo>
                    <a:pt x="318" y="1"/>
                  </a:lnTo>
                  <a:lnTo>
                    <a:pt x="307" y="0"/>
                  </a:lnTo>
                  <a:lnTo>
                    <a:pt x="295" y="0"/>
                  </a:lnTo>
                  <a:lnTo>
                    <a:pt x="291" y="0"/>
                  </a:lnTo>
                  <a:lnTo>
                    <a:pt x="276" y="0"/>
                  </a:lnTo>
                  <a:lnTo>
                    <a:pt x="263" y="2"/>
                  </a:lnTo>
                  <a:lnTo>
                    <a:pt x="251" y="4"/>
                  </a:lnTo>
                  <a:lnTo>
                    <a:pt x="240" y="7"/>
                  </a:lnTo>
                  <a:lnTo>
                    <a:pt x="229" y="11"/>
                  </a:lnTo>
                  <a:lnTo>
                    <a:pt x="219" y="15"/>
                  </a:lnTo>
                  <a:lnTo>
                    <a:pt x="211" y="20"/>
                  </a:lnTo>
                  <a:lnTo>
                    <a:pt x="203" y="25"/>
                  </a:lnTo>
                  <a:lnTo>
                    <a:pt x="196" y="32"/>
                  </a:lnTo>
                  <a:lnTo>
                    <a:pt x="190" y="39"/>
                  </a:lnTo>
                  <a:lnTo>
                    <a:pt x="184" y="45"/>
                  </a:lnTo>
                  <a:lnTo>
                    <a:pt x="178" y="52"/>
                  </a:lnTo>
                  <a:lnTo>
                    <a:pt x="169" y="67"/>
                  </a:lnTo>
                  <a:lnTo>
                    <a:pt x="162" y="83"/>
                  </a:lnTo>
                  <a:lnTo>
                    <a:pt x="148" y="113"/>
                  </a:lnTo>
                  <a:lnTo>
                    <a:pt x="135" y="146"/>
                  </a:lnTo>
                  <a:lnTo>
                    <a:pt x="120" y="180"/>
                  </a:lnTo>
                  <a:lnTo>
                    <a:pt x="107" y="215"/>
                  </a:lnTo>
                  <a:lnTo>
                    <a:pt x="94" y="253"/>
                  </a:lnTo>
                  <a:lnTo>
                    <a:pt x="81" y="292"/>
                  </a:lnTo>
                  <a:lnTo>
                    <a:pt x="67" y="332"/>
                  </a:lnTo>
                  <a:lnTo>
                    <a:pt x="56" y="372"/>
                  </a:lnTo>
                  <a:lnTo>
                    <a:pt x="45" y="414"/>
                  </a:lnTo>
                  <a:lnTo>
                    <a:pt x="34" y="458"/>
                  </a:lnTo>
                  <a:lnTo>
                    <a:pt x="24" y="502"/>
                  </a:lnTo>
                  <a:lnTo>
                    <a:pt x="17" y="547"/>
                  </a:lnTo>
                  <a:lnTo>
                    <a:pt x="10" y="593"/>
                  </a:lnTo>
                  <a:lnTo>
                    <a:pt x="5" y="639"/>
                  </a:lnTo>
                  <a:lnTo>
                    <a:pt x="2" y="685"/>
                  </a:lnTo>
                  <a:lnTo>
                    <a:pt x="0" y="732"/>
                  </a:lnTo>
                  <a:lnTo>
                    <a:pt x="0" y="744"/>
                  </a:lnTo>
                  <a:lnTo>
                    <a:pt x="1" y="756"/>
                  </a:lnTo>
                  <a:lnTo>
                    <a:pt x="2" y="768"/>
                  </a:lnTo>
                  <a:lnTo>
                    <a:pt x="3" y="780"/>
                  </a:lnTo>
                  <a:lnTo>
                    <a:pt x="6" y="791"/>
                  </a:lnTo>
                  <a:lnTo>
                    <a:pt x="8" y="802"/>
                  </a:lnTo>
                  <a:lnTo>
                    <a:pt x="12" y="813"/>
                  </a:lnTo>
                  <a:lnTo>
                    <a:pt x="16" y="825"/>
                  </a:lnTo>
                  <a:lnTo>
                    <a:pt x="20" y="835"/>
                  </a:lnTo>
                  <a:lnTo>
                    <a:pt x="25" y="845"/>
                  </a:lnTo>
                  <a:lnTo>
                    <a:pt x="31" y="855"/>
                  </a:lnTo>
                  <a:lnTo>
                    <a:pt x="37" y="864"/>
                  </a:lnTo>
                  <a:lnTo>
                    <a:pt x="44" y="875"/>
                  </a:lnTo>
                  <a:lnTo>
                    <a:pt x="51" y="884"/>
                  </a:lnTo>
                  <a:lnTo>
                    <a:pt x="58" y="893"/>
                  </a:lnTo>
                  <a:lnTo>
                    <a:pt x="66" y="901"/>
                  </a:lnTo>
                  <a:lnTo>
                    <a:pt x="79" y="912"/>
                  </a:lnTo>
                  <a:lnTo>
                    <a:pt x="91" y="923"/>
                  </a:lnTo>
                  <a:lnTo>
                    <a:pt x="103" y="932"/>
                  </a:lnTo>
                  <a:lnTo>
                    <a:pt x="115" y="941"/>
                  </a:lnTo>
                  <a:lnTo>
                    <a:pt x="127" y="948"/>
                  </a:lnTo>
                  <a:lnTo>
                    <a:pt x="141" y="955"/>
                  </a:lnTo>
                  <a:lnTo>
                    <a:pt x="153" y="961"/>
                  </a:lnTo>
                  <a:lnTo>
                    <a:pt x="165" y="966"/>
                  </a:lnTo>
                  <a:lnTo>
                    <a:pt x="177" y="972"/>
                  </a:lnTo>
                  <a:lnTo>
                    <a:pt x="189" y="975"/>
                  </a:lnTo>
                  <a:lnTo>
                    <a:pt x="201" y="979"/>
                  </a:lnTo>
                  <a:lnTo>
                    <a:pt x="211" y="981"/>
                  </a:lnTo>
                  <a:lnTo>
                    <a:pt x="232" y="985"/>
                  </a:lnTo>
                  <a:lnTo>
                    <a:pt x="248" y="986"/>
                  </a:lnTo>
                  <a:lnTo>
                    <a:pt x="259" y="985"/>
                  </a:lnTo>
                  <a:lnTo>
                    <a:pt x="270" y="984"/>
                  </a:lnTo>
                  <a:lnTo>
                    <a:pt x="282" y="982"/>
                  </a:lnTo>
                  <a:lnTo>
                    <a:pt x="294" y="979"/>
                  </a:lnTo>
                  <a:lnTo>
                    <a:pt x="305" y="976"/>
                  </a:lnTo>
                  <a:lnTo>
                    <a:pt x="316" y="972"/>
                  </a:lnTo>
                  <a:lnTo>
                    <a:pt x="327" y="966"/>
                  </a:lnTo>
                  <a:lnTo>
                    <a:pt x="339" y="961"/>
                  </a:lnTo>
                  <a:lnTo>
                    <a:pt x="361" y="949"/>
                  </a:lnTo>
                  <a:lnTo>
                    <a:pt x="384" y="935"/>
                  </a:lnTo>
                  <a:lnTo>
                    <a:pt x="405" y="918"/>
                  </a:lnTo>
                  <a:lnTo>
                    <a:pt x="426" y="901"/>
                  </a:lnTo>
                  <a:lnTo>
                    <a:pt x="448" y="883"/>
                  </a:lnTo>
                  <a:lnTo>
                    <a:pt x="467" y="863"/>
                  </a:lnTo>
                  <a:lnTo>
                    <a:pt x="487" y="844"/>
                  </a:lnTo>
                  <a:lnTo>
                    <a:pt x="504" y="825"/>
                  </a:lnTo>
                  <a:lnTo>
                    <a:pt x="538" y="786"/>
                  </a:lnTo>
                  <a:lnTo>
                    <a:pt x="565" y="751"/>
                  </a:lnTo>
                  <a:lnTo>
                    <a:pt x="576" y="73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35" name="Freeform 38"/>
            <p:cNvSpPr>
              <a:spLocks/>
            </p:cNvSpPr>
            <p:nvPr userDrawn="1"/>
          </p:nvSpPr>
          <p:spPr bwMode="gray">
            <a:xfrm>
              <a:off x="6357" y="558"/>
              <a:ext cx="28" cy="94"/>
            </a:xfrm>
            <a:custGeom>
              <a:avLst/>
              <a:gdLst>
                <a:gd name="T0" fmla="*/ 211 w 340"/>
                <a:gd name="T1" fmla="*/ 0 h 1127"/>
                <a:gd name="T2" fmla="*/ 198 w 340"/>
                <a:gd name="T3" fmla="*/ 2 h 1127"/>
                <a:gd name="T4" fmla="*/ 187 w 340"/>
                <a:gd name="T5" fmla="*/ 6 h 1127"/>
                <a:gd name="T6" fmla="*/ 178 w 340"/>
                <a:gd name="T7" fmla="*/ 12 h 1127"/>
                <a:gd name="T8" fmla="*/ 167 w 340"/>
                <a:gd name="T9" fmla="*/ 24 h 1127"/>
                <a:gd name="T10" fmla="*/ 158 w 340"/>
                <a:gd name="T11" fmla="*/ 41 h 1127"/>
                <a:gd name="T12" fmla="*/ 151 w 340"/>
                <a:gd name="T13" fmla="*/ 66 h 1127"/>
                <a:gd name="T14" fmla="*/ 144 w 340"/>
                <a:gd name="T15" fmla="*/ 103 h 1127"/>
                <a:gd name="T16" fmla="*/ 134 w 340"/>
                <a:gd name="T17" fmla="*/ 147 h 1127"/>
                <a:gd name="T18" fmla="*/ 123 w 340"/>
                <a:gd name="T19" fmla="*/ 195 h 1127"/>
                <a:gd name="T20" fmla="*/ 101 w 340"/>
                <a:gd name="T21" fmla="*/ 292 h 1127"/>
                <a:gd name="T22" fmla="*/ 67 w 340"/>
                <a:gd name="T23" fmla="*/ 447 h 1127"/>
                <a:gd name="T24" fmla="*/ 35 w 340"/>
                <a:gd name="T25" fmla="*/ 608 h 1127"/>
                <a:gd name="T26" fmla="*/ 16 w 340"/>
                <a:gd name="T27" fmla="*/ 725 h 1127"/>
                <a:gd name="T28" fmla="*/ 7 w 340"/>
                <a:gd name="T29" fmla="*/ 797 h 1127"/>
                <a:gd name="T30" fmla="*/ 1 w 340"/>
                <a:gd name="T31" fmla="*/ 872 h 1127"/>
                <a:gd name="T32" fmla="*/ 0 w 340"/>
                <a:gd name="T33" fmla="*/ 941 h 1127"/>
                <a:gd name="T34" fmla="*/ 5 w 340"/>
                <a:gd name="T35" fmla="*/ 996 h 1127"/>
                <a:gd name="T36" fmla="*/ 14 w 340"/>
                <a:gd name="T37" fmla="*/ 1039 h 1127"/>
                <a:gd name="T38" fmla="*/ 27 w 340"/>
                <a:gd name="T39" fmla="*/ 1071 h 1127"/>
                <a:gd name="T40" fmla="*/ 43 w 340"/>
                <a:gd name="T41" fmla="*/ 1094 h 1127"/>
                <a:gd name="T42" fmla="*/ 62 w 340"/>
                <a:gd name="T43" fmla="*/ 1111 h 1127"/>
                <a:gd name="T44" fmla="*/ 82 w 340"/>
                <a:gd name="T45" fmla="*/ 1121 h 1127"/>
                <a:gd name="T46" fmla="*/ 102 w 340"/>
                <a:gd name="T47" fmla="*/ 1127 h 1127"/>
                <a:gd name="T48" fmla="*/ 116 w 340"/>
                <a:gd name="T49" fmla="*/ 1127 h 1127"/>
                <a:gd name="T50" fmla="*/ 122 w 340"/>
                <a:gd name="T51" fmla="*/ 1124 h 1127"/>
                <a:gd name="T52" fmla="*/ 129 w 340"/>
                <a:gd name="T53" fmla="*/ 1116 h 1127"/>
                <a:gd name="T54" fmla="*/ 134 w 340"/>
                <a:gd name="T55" fmla="*/ 1099 h 1127"/>
                <a:gd name="T56" fmla="*/ 134 w 340"/>
                <a:gd name="T57" fmla="*/ 1070 h 1127"/>
                <a:gd name="T58" fmla="*/ 137 w 340"/>
                <a:gd name="T59" fmla="*/ 1026 h 1127"/>
                <a:gd name="T60" fmla="*/ 145 w 340"/>
                <a:gd name="T61" fmla="*/ 948 h 1127"/>
                <a:gd name="T62" fmla="*/ 165 w 340"/>
                <a:gd name="T63" fmla="*/ 829 h 1127"/>
                <a:gd name="T64" fmla="*/ 191 w 340"/>
                <a:gd name="T65" fmla="*/ 696 h 1127"/>
                <a:gd name="T66" fmla="*/ 222 w 340"/>
                <a:gd name="T67" fmla="*/ 559 h 1127"/>
                <a:gd name="T68" fmla="*/ 253 w 340"/>
                <a:gd name="T69" fmla="*/ 425 h 1127"/>
                <a:gd name="T70" fmla="*/ 286 w 340"/>
                <a:gd name="T71" fmla="*/ 301 h 1127"/>
                <a:gd name="T72" fmla="*/ 316 w 340"/>
                <a:gd name="T73" fmla="*/ 195 h 1127"/>
                <a:gd name="T74" fmla="*/ 333 w 340"/>
                <a:gd name="T75" fmla="*/ 136 h 1127"/>
                <a:gd name="T76" fmla="*/ 338 w 340"/>
                <a:gd name="T77" fmla="*/ 110 h 1127"/>
                <a:gd name="T78" fmla="*/ 340 w 340"/>
                <a:gd name="T79" fmla="*/ 88 h 1127"/>
                <a:gd name="T80" fmla="*/ 337 w 340"/>
                <a:gd name="T81" fmla="*/ 70 h 1127"/>
                <a:gd name="T82" fmla="*/ 331 w 340"/>
                <a:gd name="T83" fmla="*/ 55 h 1127"/>
                <a:gd name="T84" fmla="*/ 321 w 340"/>
                <a:gd name="T85" fmla="*/ 42 h 1127"/>
                <a:gd name="T86" fmla="*/ 307 w 340"/>
                <a:gd name="T87" fmla="*/ 31 h 1127"/>
                <a:gd name="T88" fmla="*/ 292 w 340"/>
                <a:gd name="T89" fmla="*/ 22 h 1127"/>
                <a:gd name="T90" fmla="*/ 266 w 340"/>
                <a:gd name="T91" fmla="*/ 9 h 1127"/>
                <a:gd name="T92" fmla="*/ 233 w 340"/>
                <a:gd name="T93" fmla="*/ 1 h 1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40" h="1127">
                  <a:moveTo>
                    <a:pt x="218" y="0"/>
                  </a:moveTo>
                  <a:lnTo>
                    <a:pt x="211" y="0"/>
                  </a:lnTo>
                  <a:lnTo>
                    <a:pt x="204" y="1"/>
                  </a:lnTo>
                  <a:lnTo>
                    <a:pt x="198" y="2"/>
                  </a:lnTo>
                  <a:lnTo>
                    <a:pt x="192" y="4"/>
                  </a:lnTo>
                  <a:lnTo>
                    <a:pt x="187" y="6"/>
                  </a:lnTo>
                  <a:lnTo>
                    <a:pt x="182" y="9"/>
                  </a:lnTo>
                  <a:lnTo>
                    <a:pt x="178" y="12"/>
                  </a:lnTo>
                  <a:lnTo>
                    <a:pt x="174" y="16"/>
                  </a:lnTo>
                  <a:lnTo>
                    <a:pt x="167" y="24"/>
                  </a:lnTo>
                  <a:lnTo>
                    <a:pt x="162" y="33"/>
                  </a:lnTo>
                  <a:lnTo>
                    <a:pt x="158" y="41"/>
                  </a:lnTo>
                  <a:lnTo>
                    <a:pt x="154" y="51"/>
                  </a:lnTo>
                  <a:lnTo>
                    <a:pt x="151" y="66"/>
                  </a:lnTo>
                  <a:lnTo>
                    <a:pt x="148" y="84"/>
                  </a:lnTo>
                  <a:lnTo>
                    <a:pt x="144" y="103"/>
                  </a:lnTo>
                  <a:lnTo>
                    <a:pt x="139" y="125"/>
                  </a:lnTo>
                  <a:lnTo>
                    <a:pt x="134" y="147"/>
                  </a:lnTo>
                  <a:lnTo>
                    <a:pt x="129" y="171"/>
                  </a:lnTo>
                  <a:lnTo>
                    <a:pt x="123" y="195"/>
                  </a:lnTo>
                  <a:lnTo>
                    <a:pt x="118" y="222"/>
                  </a:lnTo>
                  <a:lnTo>
                    <a:pt x="101" y="292"/>
                  </a:lnTo>
                  <a:lnTo>
                    <a:pt x="84" y="369"/>
                  </a:lnTo>
                  <a:lnTo>
                    <a:pt x="67" y="447"/>
                  </a:lnTo>
                  <a:lnTo>
                    <a:pt x="50" y="528"/>
                  </a:lnTo>
                  <a:lnTo>
                    <a:pt x="35" y="608"/>
                  </a:lnTo>
                  <a:lnTo>
                    <a:pt x="22" y="687"/>
                  </a:lnTo>
                  <a:lnTo>
                    <a:pt x="16" y="725"/>
                  </a:lnTo>
                  <a:lnTo>
                    <a:pt x="11" y="762"/>
                  </a:lnTo>
                  <a:lnTo>
                    <a:pt x="7" y="797"/>
                  </a:lnTo>
                  <a:lnTo>
                    <a:pt x="3" y="832"/>
                  </a:lnTo>
                  <a:lnTo>
                    <a:pt x="1" y="872"/>
                  </a:lnTo>
                  <a:lnTo>
                    <a:pt x="0" y="909"/>
                  </a:lnTo>
                  <a:lnTo>
                    <a:pt x="0" y="941"/>
                  </a:lnTo>
                  <a:lnTo>
                    <a:pt x="1" y="971"/>
                  </a:lnTo>
                  <a:lnTo>
                    <a:pt x="5" y="996"/>
                  </a:lnTo>
                  <a:lnTo>
                    <a:pt x="9" y="1019"/>
                  </a:lnTo>
                  <a:lnTo>
                    <a:pt x="14" y="1039"/>
                  </a:lnTo>
                  <a:lnTo>
                    <a:pt x="20" y="1057"/>
                  </a:lnTo>
                  <a:lnTo>
                    <a:pt x="27" y="1071"/>
                  </a:lnTo>
                  <a:lnTo>
                    <a:pt x="35" y="1084"/>
                  </a:lnTo>
                  <a:lnTo>
                    <a:pt x="43" y="1094"/>
                  </a:lnTo>
                  <a:lnTo>
                    <a:pt x="52" y="1103"/>
                  </a:lnTo>
                  <a:lnTo>
                    <a:pt x="62" y="1111"/>
                  </a:lnTo>
                  <a:lnTo>
                    <a:pt x="72" y="1117"/>
                  </a:lnTo>
                  <a:lnTo>
                    <a:pt x="82" y="1121"/>
                  </a:lnTo>
                  <a:lnTo>
                    <a:pt x="93" y="1125"/>
                  </a:lnTo>
                  <a:lnTo>
                    <a:pt x="102" y="1127"/>
                  </a:lnTo>
                  <a:lnTo>
                    <a:pt x="112" y="1127"/>
                  </a:lnTo>
                  <a:lnTo>
                    <a:pt x="116" y="1127"/>
                  </a:lnTo>
                  <a:lnTo>
                    <a:pt x="119" y="1125"/>
                  </a:lnTo>
                  <a:lnTo>
                    <a:pt x="122" y="1124"/>
                  </a:lnTo>
                  <a:lnTo>
                    <a:pt x="125" y="1121"/>
                  </a:lnTo>
                  <a:lnTo>
                    <a:pt x="129" y="1116"/>
                  </a:lnTo>
                  <a:lnTo>
                    <a:pt x="132" y="1109"/>
                  </a:lnTo>
                  <a:lnTo>
                    <a:pt x="134" y="1099"/>
                  </a:lnTo>
                  <a:lnTo>
                    <a:pt x="134" y="1089"/>
                  </a:lnTo>
                  <a:lnTo>
                    <a:pt x="134" y="1070"/>
                  </a:lnTo>
                  <a:lnTo>
                    <a:pt x="135" y="1048"/>
                  </a:lnTo>
                  <a:lnTo>
                    <a:pt x="137" y="1026"/>
                  </a:lnTo>
                  <a:lnTo>
                    <a:pt x="139" y="1001"/>
                  </a:lnTo>
                  <a:lnTo>
                    <a:pt x="145" y="948"/>
                  </a:lnTo>
                  <a:lnTo>
                    <a:pt x="154" y="891"/>
                  </a:lnTo>
                  <a:lnTo>
                    <a:pt x="165" y="829"/>
                  </a:lnTo>
                  <a:lnTo>
                    <a:pt x="177" y="764"/>
                  </a:lnTo>
                  <a:lnTo>
                    <a:pt x="191" y="696"/>
                  </a:lnTo>
                  <a:lnTo>
                    <a:pt x="205" y="628"/>
                  </a:lnTo>
                  <a:lnTo>
                    <a:pt x="222" y="559"/>
                  </a:lnTo>
                  <a:lnTo>
                    <a:pt x="237" y="492"/>
                  </a:lnTo>
                  <a:lnTo>
                    <a:pt x="253" y="425"/>
                  </a:lnTo>
                  <a:lnTo>
                    <a:pt x="270" y="361"/>
                  </a:lnTo>
                  <a:lnTo>
                    <a:pt x="286" y="301"/>
                  </a:lnTo>
                  <a:lnTo>
                    <a:pt x="301" y="245"/>
                  </a:lnTo>
                  <a:lnTo>
                    <a:pt x="316" y="195"/>
                  </a:lnTo>
                  <a:lnTo>
                    <a:pt x="329" y="150"/>
                  </a:lnTo>
                  <a:lnTo>
                    <a:pt x="333" y="136"/>
                  </a:lnTo>
                  <a:lnTo>
                    <a:pt x="336" y="123"/>
                  </a:lnTo>
                  <a:lnTo>
                    <a:pt x="338" y="110"/>
                  </a:lnTo>
                  <a:lnTo>
                    <a:pt x="339" y="98"/>
                  </a:lnTo>
                  <a:lnTo>
                    <a:pt x="340" y="88"/>
                  </a:lnTo>
                  <a:lnTo>
                    <a:pt x="339" y="79"/>
                  </a:lnTo>
                  <a:lnTo>
                    <a:pt x="337" y="70"/>
                  </a:lnTo>
                  <a:lnTo>
                    <a:pt x="334" y="62"/>
                  </a:lnTo>
                  <a:lnTo>
                    <a:pt x="331" y="55"/>
                  </a:lnTo>
                  <a:lnTo>
                    <a:pt x="326" y="48"/>
                  </a:lnTo>
                  <a:lnTo>
                    <a:pt x="321" y="42"/>
                  </a:lnTo>
                  <a:lnTo>
                    <a:pt x="315" y="37"/>
                  </a:lnTo>
                  <a:lnTo>
                    <a:pt x="307" y="31"/>
                  </a:lnTo>
                  <a:lnTo>
                    <a:pt x="300" y="27"/>
                  </a:lnTo>
                  <a:lnTo>
                    <a:pt x="292" y="22"/>
                  </a:lnTo>
                  <a:lnTo>
                    <a:pt x="283" y="17"/>
                  </a:lnTo>
                  <a:lnTo>
                    <a:pt x="266" y="9"/>
                  </a:lnTo>
                  <a:lnTo>
                    <a:pt x="248" y="4"/>
                  </a:lnTo>
                  <a:lnTo>
                    <a:pt x="233" y="1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36" name="Freeform 39"/>
            <p:cNvSpPr>
              <a:spLocks/>
            </p:cNvSpPr>
            <p:nvPr userDrawn="1"/>
          </p:nvSpPr>
          <p:spPr bwMode="gray">
            <a:xfrm>
              <a:off x="7003" y="607"/>
              <a:ext cx="58" cy="42"/>
            </a:xfrm>
            <a:custGeom>
              <a:avLst/>
              <a:gdLst>
                <a:gd name="T0" fmla="*/ 50 w 695"/>
                <a:gd name="T1" fmla="*/ 38 h 503"/>
                <a:gd name="T2" fmla="*/ 37 w 695"/>
                <a:gd name="T3" fmla="*/ 44 h 503"/>
                <a:gd name="T4" fmla="*/ 31 w 695"/>
                <a:gd name="T5" fmla="*/ 54 h 503"/>
                <a:gd name="T6" fmla="*/ 30 w 695"/>
                <a:gd name="T7" fmla="*/ 70 h 503"/>
                <a:gd name="T8" fmla="*/ 37 w 695"/>
                <a:gd name="T9" fmla="*/ 108 h 503"/>
                <a:gd name="T10" fmla="*/ 39 w 695"/>
                <a:gd name="T11" fmla="*/ 159 h 503"/>
                <a:gd name="T12" fmla="*/ 35 w 695"/>
                <a:gd name="T13" fmla="*/ 214 h 503"/>
                <a:gd name="T14" fmla="*/ 17 w 695"/>
                <a:gd name="T15" fmla="*/ 323 h 503"/>
                <a:gd name="T16" fmla="*/ 4 w 695"/>
                <a:gd name="T17" fmla="*/ 384 h 503"/>
                <a:gd name="T18" fmla="*/ 0 w 695"/>
                <a:gd name="T19" fmla="*/ 414 h 503"/>
                <a:gd name="T20" fmla="*/ 6 w 695"/>
                <a:gd name="T21" fmla="*/ 438 h 503"/>
                <a:gd name="T22" fmla="*/ 17 w 695"/>
                <a:gd name="T23" fmla="*/ 455 h 503"/>
                <a:gd name="T24" fmla="*/ 32 w 695"/>
                <a:gd name="T25" fmla="*/ 470 h 503"/>
                <a:gd name="T26" fmla="*/ 74 w 695"/>
                <a:gd name="T27" fmla="*/ 494 h 503"/>
                <a:gd name="T28" fmla="*/ 114 w 695"/>
                <a:gd name="T29" fmla="*/ 503 h 503"/>
                <a:gd name="T30" fmla="*/ 134 w 695"/>
                <a:gd name="T31" fmla="*/ 500 h 503"/>
                <a:gd name="T32" fmla="*/ 152 w 695"/>
                <a:gd name="T33" fmla="*/ 486 h 503"/>
                <a:gd name="T34" fmla="*/ 171 w 695"/>
                <a:gd name="T35" fmla="*/ 441 h 503"/>
                <a:gd name="T36" fmla="*/ 212 w 695"/>
                <a:gd name="T37" fmla="*/ 349 h 503"/>
                <a:gd name="T38" fmla="*/ 241 w 695"/>
                <a:gd name="T39" fmla="*/ 301 h 503"/>
                <a:gd name="T40" fmla="*/ 278 w 695"/>
                <a:gd name="T41" fmla="*/ 253 h 503"/>
                <a:gd name="T42" fmla="*/ 322 w 695"/>
                <a:gd name="T43" fmla="*/ 208 h 503"/>
                <a:gd name="T44" fmla="*/ 374 w 695"/>
                <a:gd name="T45" fmla="*/ 167 h 503"/>
                <a:gd name="T46" fmla="*/ 435 w 695"/>
                <a:gd name="T47" fmla="*/ 131 h 503"/>
                <a:gd name="T48" fmla="*/ 505 w 695"/>
                <a:gd name="T49" fmla="*/ 102 h 503"/>
                <a:gd name="T50" fmla="*/ 585 w 695"/>
                <a:gd name="T51" fmla="*/ 82 h 503"/>
                <a:gd name="T52" fmla="*/ 677 w 695"/>
                <a:gd name="T53" fmla="*/ 72 h 503"/>
                <a:gd name="T54" fmla="*/ 686 w 695"/>
                <a:gd name="T55" fmla="*/ 69 h 503"/>
                <a:gd name="T56" fmla="*/ 692 w 695"/>
                <a:gd name="T57" fmla="*/ 62 h 503"/>
                <a:gd name="T58" fmla="*/ 695 w 695"/>
                <a:gd name="T59" fmla="*/ 51 h 503"/>
                <a:gd name="T60" fmla="*/ 690 w 695"/>
                <a:gd name="T61" fmla="*/ 34 h 503"/>
                <a:gd name="T62" fmla="*/ 674 w 695"/>
                <a:gd name="T63" fmla="*/ 18 h 503"/>
                <a:gd name="T64" fmla="*/ 648 w 695"/>
                <a:gd name="T65" fmla="*/ 8 h 503"/>
                <a:gd name="T66" fmla="*/ 604 w 695"/>
                <a:gd name="T67" fmla="*/ 1 h 503"/>
                <a:gd name="T68" fmla="*/ 536 w 695"/>
                <a:gd name="T69" fmla="*/ 2 h 503"/>
                <a:gd name="T70" fmla="*/ 469 w 695"/>
                <a:gd name="T71" fmla="*/ 13 h 503"/>
                <a:gd name="T72" fmla="*/ 397 w 695"/>
                <a:gd name="T73" fmla="*/ 33 h 503"/>
                <a:gd name="T74" fmla="*/ 328 w 695"/>
                <a:gd name="T75" fmla="*/ 60 h 503"/>
                <a:gd name="T76" fmla="*/ 262 w 695"/>
                <a:gd name="T77" fmla="*/ 94 h 503"/>
                <a:gd name="T78" fmla="*/ 214 w 695"/>
                <a:gd name="T79" fmla="*/ 124 h 503"/>
                <a:gd name="T80" fmla="*/ 200 w 695"/>
                <a:gd name="T81" fmla="*/ 101 h 503"/>
                <a:gd name="T82" fmla="*/ 160 w 695"/>
                <a:gd name="T83" fmla="*/ 66 h 503"/>
                <a:gd name="T84" fmla="*/ 124 w 695"/>
                <a:gd name="T85" fmla="*/ 46 h 503"/>
                <a:gd name="T86" fmla="*/ 96 w 695"/>
                <a:gd name="T87" fmla="*/ 38 h 503"/>
                <a:gd name="T88" fmla="*/ 71 w 695"/>
                <a:gd name="T89" fmla="*/ 35 h 5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695" h="503">
                  <a:moveTo>
                    <a:pt x="71" y="35"/>
                  </a:moveTo>
                  <a:lnTo>
                    <a:pt x="61" y="36"/>
                  </a:lnTo>
                  <a:lnTo>
                    <a:pt x="50" y="38"/>
                  </a:lnTo>
                  <a:lnTo>
                    <a:pt x="45" y="39"/>
                  </a:lnTo>
                  <a:lnTo>
                    <a:pt x="41" y="42"/>
                  </a:lnTo>
                  <a:lnTo>
                    <a:pt x="37" y="44"/>
                  </a:lnTo>
                  <a:lnTo>
                    <a:pt x="34" y="48"/>
                  </a:lnTo>
                  <a:lnTo>
                    <a:pt x="32" y="51"/>
                  </a:lnTo>
                  <a:lnTo>
                    <a:pt x="31" y="54"/>
                  </a:lnTo>
                  <a:lnTo>
                    <a:pt x="30" y="58"/>
                  </a:lnTo>
                  <a:lnTo>
                    <a:pt x="29" y="61"/>
                  </a:lnTo>
                  <a:lnTo>
                    <a:pt x="30" y="70"/>
                  </a:lnTo>
                  <a:lnTo>
                    <a:pt x="32" y="81"/>
                  </a:lnTo>
                  <a:lnTo>
                    <a:pt x="35" y="94"/>
                  </a:lnTo>
                  <a:lnTo>
                    <a:pt x="37" y="108"/>
                  </a:lnTo>
                  <a:lnTo>
                    <a:pt x="39" y="125"/>
                  </a:lnTo>
                  <a:lnTo>
                    <a:pt x="39" y="141"/>
                  </a:lnTo>
                  <a:lnTo>
                    <a:pt x="39" y="159"/>
                  </a:lnTo>
                  <a:lnTo>
                    <a:pt x="38" y="177"/>
                  </a:lnTo>
                  <a:lnTo>
                    <a:pt x="37" y="195"/>
                  </a:lnTo>
                  <a:lnTo>
                    <a:pt x="35" y="214"/>
                  </a:lnTo>
                  <a:lnTo>
                    <a:pt x="29" y="252"/>
                  </a:lnTo>
                  <a:lnTo>
                    <a:pt x="23" y="288"/>
                  </a:lnTo>
                  <a:lnTo>
                    <a:pt x="17" y="323"/>
                  </a:lnTo>
                  <a:lnTo>
                    <a:pt x="10" y="353"/>
                  </a:lnTo>
                  <a:lnTo>
                    <a:pt x="7" y="370"/>
                  </a:lnTo>
                  <a:lnTo>
                    <a:pt x="4" y="384"/>
                  </a:lnTo>
                  <a:lnTo>
                    <a:pt x="1" y="395"/>
                  </a:lnTo>
                  <a:lnTo>
                    <a:pt x="0" y="405"/>
                  </a:lnTo>
                  <a:lnTo>
                    <a:pt x="0" y="414"/>
                  </a:lnTo>
                  <a:lnTo>
                    <a:pt x="1" y="424"/>
                  </a:lnTo>
                  <a:lnTo>
                    <a:pt x="4" y="431"/>
                  </a:lnTo>
                  <a:lnTo>
                    <a:pt x="6" y="438"/>
                  </a:lnTo>
                  <a:lnTo>
                    <a:pt x="9" y="444"/>
                  </a:lnTo>
                  <a:lnTo>
                    <a:pt x="13" y="450"/>
                  </a:lnTo>
                  <a:lnTo>
                    <a:pt x="17" y="455"/>
                  </a:lnTo>
                  <a:lnTo>
                    <a:pt x="22" y="460"/>
                  </a:lnTo>
                  <a:lnTo>
                    <a:pt x="27" y="464"/>
                  </a:lnTo>
                  <a:lnTo>
                    <a:pt x="32" y="470"/>
                  </a:lnTo>
                  <a:lnTo>
                    <a:pt x="45" y="478"/>
                  </a:lnTo>
                  <a:lnTo>
                    <a:pt x="60" y="486"/>
                  </a:lnTo>
                  <a:lnTo>
                    <a:pt x="74" y="494"/>
                  </a:lnTo>
                  <a:lnTo>
                    <a:pt x="87" y="499"/>
                  </a:lnTo>
                  <a:lnTo>
                    <a:pt x="101" y="502"/>
                  </a:lnTo>
                  <a:lnTo>
                    <a:pt x="114" y="503"/>
                  </a:lnTo>
                  <a:lnTo>
                    <a:pt x="121" y="503"/>
                  </a:lnTo>
                  <a:lnTo>
                    <a:pt x="127" y="502"/>
                  </a:lnTo>
                  <a:lnTo>
                    <a:pt x="134" y="500"/>
                  </a:lnTo>
                  <a:lnTo>
                    <a:pt x="140" y="496"/>
                  </a:lnTo>
                  <a:lnTo>
                    <a:pt x="146" y="492"/>
                  </a:lnTo>
                  <a:lnTo>
                    <a:pt x="152" y="486"/>
                  </a:lnTo>
                  <a:lnTo>
                    <a:pt x="158" y="478"/>
                  </a:lnTo>
                  <a:lnTo>
                    <a:pt x="161" y="469"/>
                  </a:lnTo>
                  <a:lnTo>
                    <a:pt x="171" y="441"/>
                  </a:lnTo>
                  <a:lnTo>
                    <a:pt x="182" y="411"/>
                  </a:lnTo>
                  <a:lnTo>
                    <a:pt x="195" y="381"/>
                  </a:lnTo>
                  <a:lnTo>
                    <a:pt x="212" y="349"/>
                  </a:lnTo>
                  <a:lnTo>
                    <a:pt x="221" y="333"/>
                  </a:lnTo>
                  <a:lnTo>
                    <a:pt x="231" y="316"/>
                  </a:lnTo>
                  <a:lnTo>
                    <a:pt x="241" y="301"/>
                  </a:lnTo>
                  <a:lnTo>
                    <a:pt x="253" y="285"/>
                  </a:lnTo>
                  <a:lnTo>
                    <a:pt x="265" y="270"/>
                  </a:lnTo>
                  <a:lnTo>
                    <a:pt x="278" y="253"/>
                  </a:lnTo>
                  <a:lnTo>
                    <a:pt x="292" y="238"/>
                  </a:lnTo>
                  <a:lnTo>
                    <a:pt x="306" y="223"/>
                  </a:lnTo>
                  <a:lnTo>
                    <a:pt x="322" y="208"/>
                  </a:lnTo>
                  <a:lnTo>
                    <a:pt x="338" y="194"/>
                  </a:lnTo>
                  <a:lnTo>
                    <a:pt x="355" y="181"/>
                  </a:lnTo>
                  <a:lnTo>
                    <a:pt x="374" y="167"/>
                  </a:lnTo>
                  <a:lnTo>
                    <a:pt x="393" y="154"/>
                  </a:lnTo>
                  <a:lnTo>
                    <a:pt x="414" y="142"/>
                  </a:lnTo>
                  <a:lnTo>
                    <a:pt x="435" y="131"/>
                  </a:lnTo>
                  <a:lnTo>
                    <a:pt x="457" y="120"/>
                  </a:lnTo>
                  <a:lnTo>
                    <a:pt x="480" y="111"/>
                  </a:lnTo>
                  <a:lnTo>
                    <a:pt x="505" y="102"/>
                  </a:lnTo>
                  <a:lnTo>
                    <a:pt x="531" y="94"/>
                  </a:lnTo>
                  <a:lnTo>
                    <a:pt x="557" y="88"/>
                  </a:lnTo>
                  <a:lnTo>
                    <a:pt x="585" y="82"/>
                  </a:lnTo>
                  <a:lnTo>
                    <a:pt x="614" y="78"/>
                  </a:lnTo>
                  <a:lnTo>
                    <a:pt x="645" y="75"/>
                  </a:lnTo>
                  <a:lnTo>
                    <a:pt x="677" y="72"/>
                  </a:lnTo>
                  <a:lnTo>
                    <a:pt x="680" y="72"/>
                  </a:lnTo>
                  <a:lnTo>
                    <a:pt x="683" y="70"/>
                  </a:lnTo>
                  <a:lnTo>
                    <a:pt x="686" y="69"/>
                  </a:lnTo>
                  <a:lnTo>
                    <a:pt x="688" y="67"/>
                  </a:lnTo>
                  <a:lnTo>
                    <a:pt x="691" y="65"/>
                  </a:lnTo>
                  <a:lnTo>
                    <a:pt x="692" y="62"/>
                  </a:lnTo>
                  <a:lnTo>
                    <a:pt x="694" y="59"/>
                  </a:lnTo>
                  <a:lnTo>
                    <a:pt x="694" y="56"/>
                  </a:lnTo>
                  <a:lnTo>
                    <a:pt x="695" y="51"/>
                  </a:lnTo>
                  <a:lnTo>
                    <a:pt x="694" y="45"/>
                  </a:lnTo>
                  <a:lnTo>
                    <a:pt x="693" y="40"/>
                  </a:lnTo>
                  <a:lnTo>
                    <a:pt x="690" y="34"/>
                  </a:lnTo>
                  <a:lnTo>
                    <a:pt x="686" y="29"/>
                  </a:lnTo>
                  <a:lnTo>
                    <a:pt x="681" y="24"/>
                  </a:lnTo>
                  <a:lnTo>
                    <a:pt x="674" y="18"/>
                  </a:lnTo>
                  <a:lnTo>
                    <a:pt x="667" y="14"/>
                  </a:lnTo>
                  <a:lnTo>
                    <a:pt x="657" y="11"/>
                  </a:lnTo>
                  <a:lnTo>
                    <a:pt x="648" y="8"/>
                  </a:lnTo>
                  <a:lnTo>
                    <a:pt x="638" y="6"/>
                  </a:lnTo>
                  <a:lnTo>
                    <a:pt x="628" y="4"/>
                  </a:lnTo>
                  <a:lnTo>
                    <a:pt x="604" y="1"/>
                  </a:lnTo>
                  <a:lnTo>
                    <a:pt x="579" y="0"/>
                  </a:lnTo>
                  <a:lnTo>
                    <a:pt x="558" y="0"/>
                  </a:lnTo>
                  <a:lnTo>
                    <a:pt x="536" y="2"/>
                  </a:lnTo>
                  <a:lnTo>
                    <a:pt x="515" y="5"/>
                  </a:lnTo>
                  <a:lnTo>
                    <a:pt x="491" y="8"/>
                  </a:lnTo>
                  <a:lnTo>
                    <a:pt x="469" y="13"/>
                  </a:lnTo>
                  <a:lnTo>
                    <a:pt x="445" y="19"/>
                  </a:lnTo>
                  <a:lnTo>
                    <a:pt x="422" y="26"/>
                  </a:lnTo>
                  <a:lnTo>
                    <a:pt x="397" y="33"/>
                  </a:lnTo>
                  <a:lnTo>
                    <a:pt x="374" y="41"/>
                  </a:lnTo>
                  <a:lnTo>
                    <a:pt x="350" y="50"/>
                  </a:lnTo>
                  <a:lnTo>
                    <a:pt x="328" y="60"/>
                  </a:lnTo>
                  <a:lnTo>
                    <a:pt x="305" y="70"/>
                  </a:lnTo>
                  <a:lnTo>
                    <a:pt x="283" y="82"/>
                  </a:lnTo>
                  <a:lnTo>
                    <a:pt x="262" y="94"/>
                  </a:lnTo>
                  <a:lnTo>
                    <a:pt x="240" y="106"/>
                  </a:lnTo>
                  <a:lnTo>
                    <a:pt x="221" y="119"/>
                  </a:lnTo>
                  <a:lnTo>
                    <a:pt x="214" y="124"/>
                  </a:lnTo>
                  <a:lnTo>
                    <a:pt x="212" y="116"/>
                  </a:lnTo>
                  <a:lnTo>
                    <a:pt x="209" y="110"/>
                  </a:lnTo>
                  <a:lnTo>
                    <a:pt x="200" y="101"/>
                  </a:lnTo>
                  <a:lnTo>
                    <a:pt x="190" y="91"/>
                  </a:lnTo>
                  <a:lnTo>
                    <a:pt x="176" y="79"/>
                  </a:lnTo>
                  <a:lnTo>
                    <a:pt x="160" y="66"/>
                  </a:lnTo>
                  <a:lnTo>
                    <a:pt x="142" y="55"/>
                  </a:lnTo>
                  <a:lnTo>
                    <a:pt x="133" y="50"/>
                  </a:lnTo>
                  <a:lnTo>
                    <a:pt x="124" y="46"/>
                  </a:lnTo>
                  <a:lnTo>
                    <a:pt x="114" y="42"/>
                  </a:lnTo>
                  <a:lnTo>
                    <a:pt x="104" y="40"/>
                  </a:lnTo>
                  <a:lnTo>
                    <a:pt x="96" y="38"/>
                  </a:lnTo>
                  <a:lnTo>
                    <a:pt x="87" y="36"/>
                  </a:lnTo>
                  <a:lnTo>
                    <a:pt x="79" y="36"/>
                  </a:lnTo>
                  <a:lnTo>
                    <a:pt x="71" y="3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37" name="Freeform 40"/>
            <p:cNvSpPr>
              <a:spLocks/>
            </p:cNvSpPr>
            <p:nvPr userDrawn="1"/>
          </p:nvSpPr>
          <p:spPr bwMode="gray">
            <a:xfrm>
              <a:off x="6388" y="599"/>
              <a:ext cx="74" cy="49"/>
            </a:xfrm>
            <a:custGeom>
              <a:avLst/>
              <a:gdLst>
                <a:gd name="T0" fmla="*/ 144 w 883"/>
                <a:gd name="T1" fmla="*/ 3 h 595"/>
                <a:gd name="T2" fmla="*/ 125 w 883"/>
                <a:gd name="T3" fmla="*/ 13 h 595"/>
                <a:gd name="T4" fmla="*/ 100 w 883"/>
                <a:gd name="T5" fmla="*/ 49 h 595"/>
                <a:gd name="T6" fmla="*/ 55 w 883"/>
                <a:gd name="T7" fmla="*/ 183 h 595"/>
                <a:gd name="T8" fmla="*/ 10 w 883"/>
                <a:gd name="T9" fmla="*/ 382 h 595"/>
                <a:gd name="T10" fmla="*/ 0 w 883"/>
                <a:gd name="T11" fmla="*/ 465 h 595"/>
                <a:gd name="T12" fmla="*/ 7 w 883"/>
                <a:gd name="T13" fmla="*/ 503 h 595"/>
                <a:gd name="T14" fmla="*/ 25 w 883"/>
                <a:gd name="T15" fmla="*/ 532 h 595"/>
                <a:gd name="T16" fmla="*/ 77 w 883"/>
                <a:gd name="T17" fmla="*/ 571 h 595"/>
                <a:gd name="T18" fmla="*/ 122 w 883"/>
                <a:gd name="T19" fmla="*/ 590 h 595"/>
                <a:gd name="T20" fmla="*/ 164 w 883"/>
                <a:gd name="T21" fmla="*/ 595 h 595"/>
                <a:gd name="T22" fmla="*/ 201 w 883"/>
                <a:gd name="T23" fmla="*/ 585 h 595"/>
                <a:gd name="T24" fmla="*/ 234 w 883"/>
                <a:gd name="T25" fmla="*/ 555 h 595"/>
                <a:gd name="T26" fmla="*/ 295 w 883"/>
                <a:gd name="T27" fmla="*/ 487 h 595"/>
                <a:gd name="T28" fmla="*/ 404 w 883"/>
                <a:gd name="T29" fmla="*/ 369 h 595"/>
                <a:gd name="T30" fmla="*/ 491 w 883"/>
                <a:gd name="T31" fmla="*/ 296 h 595"/>
                <a:gd name="T32" fmla="*/ 514 w 883"/>
                <a:gd name="T33" fmla="*/ 299 h 595"/>
                <a:gd name="T34" fmla="*/ 534 w 883"/>
                <a:gd name="T35" fmla="*/ 336 h 595"/>
                <a:gd name="T36" fmla="*/ 568 w 883"/>
                <a:gd name="T37" fmla="*/ 405 h 595"/>
                <a:gd name="T38" fmla="*/ 605 w 883"/>
                <a:gd name="T39" fmla="*/ 459 h 595"/>
                <a:gd name="T40" fmla="*/ 644 w 883"/>
                <a:gd name="T41" fmla="*/ 500 h 595"/>
                <a:gd name="T42" fmla="*/ 693 w 883"/>
                <a:gd name="T43" fmla="*/ 535 h 595"/>
                <a:gd name="T44" fmla="*/ 767 w 883"/>
                <a:gd name="T45" fmla="*/ 561 h 595"/>
                <a:gd name="T46" fmla="*/ 828 w 883"/>
                <a:gd name="T47" fmla="*/ 565 h 595"/>
                <a:gd name="T48" fmla="*/ 868 w 883"/>
                <a:gd name="T49" fmla="*/ 555 h 595"/>
                <a:gd name="T50" fmla="*/ 883 w 883"/>
                <a:gd name="T51" fmla="*/ 533 h 595"/>
                <a:gd name="T52" fmla="*/ 880 w 883"/>
                <a:gd name="T53" fmla="*/ 518 h 595"/>
                <a:gd name="T54" fmla="*/ 868 w 883"/>
                <a:gd name="T55" fmla="*/ 512 h 595"/>
                <a:gd name="T56" fmla="*/ 840 w 883"/>
                <a:gd name="T57" fmla="*/ 510 h 595"/>
                <a:gd name="T58" fmla="*/ 808 w 883"/>
                <a:gd name="T59" fmla="*/ 501 h 595"/>
                <a:gd name="T60" fmla="*/ 781 w 883"/>
                <a:gd name="T61" fmla="*/ 483 h 595"/>
                <a:gd name="T62" fmla="*/ 751 w 883"/>
                <a:gd name="T63" fmla="*/ 440 h 595"/>
                <a:gd name="T64" fmla="*/ 722 w 883"/>
                <a:gd name="T65" fmla="*/ 358 h 595"/>
                <a:gd name="T66" fmla="*/ 694 w 883"/>
                <a:gd name="T67" fmla="*/ 231 h 595"/>
                <a:gd name="T68" fmla="*/ 679 w 883"/>
                <a:gd name="T69" fmla="*/ 197 h 595"/>
                <a:gd name="T70" fmla="*/ 655 w 883"/>
                <a:gd name="T71" fmla="*/ 168 h 595"/>
                <a:gd name="T72" fmla="*/ 622 w 883"/>
                <a:gd name="T73" fmla="*/ 145 h 595"/>
                <a:gd name="T74" fmla="*/ 580 w 883"/>
                <a:gd name="T75" fmla="*/ 127 h 595"/>
                <a:gd name="T76" fmla="*/ 537 w 883"/>
                <a:gd name="T77" fmla="*/ 122 h 595"/>
                <a:gd name="T78" fmla="*/ 494 w 883"/>
                <a:gd name="T79" fmla="*/ 140 h 595"/>
                <a:gd name="T80" fmla="*/ 409 w 883"/>
                <a:gd name="T81" fmla="*/ 209 h 595"/>
                <a:gd name="T82" fmla="*/ 308 w 883"/>
                <a:gd name="T83" fmla="*/ 309 h 595"/>
                <a:gd name="T84" fmla="*/ 207 w 883"/>
                <a:gd name="T85" fmla="*/ 410 h 595"/>
                <a:gd name="T86" fmla="*/ 179 w 883"/>
                <a:gd name="T87" fmla="*/ 427 h 595"/>
                <a:gd name="T88" fmla="*/ 201 w 883"/>
                <a:gd name="T89" fmla="*/ 322 h 595"/>
                <a:gd name="T90" fmla="*/ 255 w 883"/>
                <a:gd name="T91" fmla="*/ 149 h 595"/>
                <a:gd name="T92" fmla="*/ 277 w 883"/>
                <a:gd name="T93" fmla="*/ 89 h 595"/>
                <a:gd name="T94" fmla="*/ 276 w 883"/>
                <a:gd name="T95" fmla="*/ 67 h 595"/>
                <a:gd name="T96" fmla="*/ 261 w 883"/>
                <a:gd name="T97" fmla="*/ 42 h 595"/>
                <a:gd name="T98" fmla="*/ 226 w 883"/>
                <a:gd name="T99" fmla="*/ 18 h 595"/>
                <a:gd name="T100" fmla="*/ 174 w 883"/>
                <a:gd name="T101" fmla="*/ 1 h 5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83" h="595">
                  <a:moveTo>
                    <a:pt x="162" y="0"/>
                  </a:moveTo>
                  <a:lnTo>
                    <a:pt x="156" y="0"/>
                  </a:lnTo>
                  <a:lnTo>
                    <a:pt x="150" y="1"/>
                  </a:lnTo>
                  <a:lnTo>
                    <a:pt x="144" y="3"/>
                  </a:lnTo>
                  <a:lnTo>
                    <a:pt x="139" y="4"/>
                  </a:lnTo>
                  <a:lnTo>
                    <a:pt x="134" y="7"/>
                  </a:lnTo>
                  <a:lnTo>
                    <a:pt x="129" y="10"/>
                  </a:lnTo>
                  <a:lnTo>
                    <a:pt x="125" y="13"/>
                  </a:lnTo>
                  <a:lnTo>
                    <a:pt x="121" y="17"/>
                  </a:lnTo>
                  <a:lnTo>
                    <a:pt x="113" y="26"/>
                  </a:lnTo>
                  <a:lnTo>
                    <a:pt x="106" y="37"/>
                  </a:lnTo>
                  <a:lnTo>
                    <a:pt x="100" y="49"/>
                  </a:lnTo>
                  <a:lnTo>
                    <a:pt x="94" y="63"/>
                  </a:lnTo>
                  <a:lnTo>
                    <a:pt x="82" y="97"/>
                  </a:lnTo>
                  <a:lnTo>
                    <a:pt x="68" y="137"/>
                  </a:lnTo>
                  <a:lnTo>
                    <a:pt x="55" y="183"/>
                  </a:lnTo>
                  <a:lnTo>
                    <a:pt x="43" y="232"/>
                  </a:lnTo>
                  <a:lnTo>
                    <a:pt x="31" y="282"/>
                  </a:lnTo>
                  <a:lnTo>
                    <a:pt x="19" y="333"/>
                  </a:lnTo>
                  <a:lnTo>
                    <a:pt x="10" y="382"/>
                  </a:lnTo>
                  <a:lnTo>
                    <a:pt x="3" y="429"/>
                  </a:lnTo>
                  <a:lnTo>
                    <a:pt x="1" y="442"/>
                  </a:lnTo>
                  <a:lnTo>
                    <a:pt x="0" y="454"/>
                  </a:lnTo>
                  <a:lnTo>
                    <a:pt x="0" y="465"/>
                  </a:lnTo>
                  <a:lnTo>
                    <a:pt x="1" y="477"/>
                  </a:lnTo>
                  <a:lnTo>
                    <a:pt x="2" y="486"/>
                  </a:lnTo>
                  <a:lnTo>
                    <a:pt x="4" y="495"/>
                  </a:lnTo>
                  <a:lnTo>
                    <a:pt x="7" y="503"/>
                  </a:lnTo>
                  <a:lnTo>
                    <a:pt x="10" y="511"/>
                  </a:lnTo>
                  <a:lnTo>
                    <a:pt x="14" y="518"/>
                  </a:lnTo>
                  <a:lnTo>
                    <a:pt x="19" y="526"/>
                  </a:lnTo>
                  <a:lnTo>
                    <a:pt x="25" y="532"/>
                  </a:lnTo>
                  <a:lnTo>
                    <a:pt x="32" y="539"/>
                  </a:lnTo>
                  <a:lnTo>
                    <a:pt x="47" y="551"/>
                  </a:lnTo>
                  <a:lnTo>
                    <a:pt x="65" y="564"/>
                  </a:lnTo>
                  <a:lnTo>
                    <a:pt x="77" y="571"/>
                  </a:lnTo>
                  <a:lnTo>
                    <a:pt x="89" y="577"/>
                  </a:lnTo>
                  <a:lnTo>
                    <a:pt x="100" y="582"/>
                  </a:lnTo>
                  <a:lnTo>
                    <a:pt x="111" y="587"/>
                  </a:lnTo>
                  <a:lnTo>
                    <a:pt x="122" y="590"/>
                  </a:lnTo>
                  <a:lnTo>
                    <a:pt x="133" y="592"/>
                  </a:lnTo>
                  <a:lnTo>
                    <a:pt x="144" y="594"/>
                  </a:lnTo>
                  <a:lnTo>
                    <a:pt x="154" y="595"/>
                  </a:lnTo>
                  <a:lnTo>
                    <a:pt x="164" y="595"/>
                  </a:lnTo>
                  <a:lnTo>
                    <a:pt x="174" y="593"/>
                  </a:lnTo>
                  <a:lnTo>
                    <a:pt x="184" y="591"/>
                  </a:lnTo>
                  <a:lnTo>
                    <a:pt x="192" y="589"/>
                  </a:lnTo>
                  <a:lnTo>
                    <a:pt x="201" y="585"/>
                  </a:lnTo>
                  <a:lnTo>
                    <a:pt x="208" y="580"/>
                  </a:lnTo>
                  <a:lnTo>
                    <a:pt x="216" y="575"/>
                  </a:lnTo>
                  <a:lnTo>
                    <a:pt x="222" y="567"/>
                  </a:lnTo>
                  <a:lnTo>
                    <a:pt x="234" y="555"/>
                  </a:lnTo>
                  <a:lnTo>
                    <a:pt x="245" y="542"/>
                  </a:lnTo>
                  <a:lnTo>
                    <a:pt x="257" y="530"/>
                  </a:lnTo>
                  <a:lnTo>
                    <a:pt x="268" y="516"/>
                  </a:lnTo>
                  <a:lnTo>
                    <a:pt x="295" y="487"/>
                  </a:lnTo>
                  <a:lnTo>
                    <a:pt x="321" y="456"/>
                  </a:lnTo>
                  <a:lnTo>
                    <a:pt x="349" y="427"/>
                  </a:lnTo>
                  <a:lnTo>
                    <a:pt x="376" y="397"/>
                  </a:lnTo>
                  <a:lnTo>
                    <a:pt x="404" y="369"/>
                  </a:lnTo>
                  <a:lnTo>
                    <a:pt x="431" y="343"/>
                  </a:lnTo>
                  <a:lnTo>
                    <a:pt x="458" y="320"/>
                  </a:lnTo>
                  <a:lnTo>
                    <a:pt x="484" y="300"/>
                  </a:lnTo>
                  <a:lnTo>
                    <a:pt x="491" y="296"/>
                  </a:lnTo>
                  <a:lnTo>
                    <a:pt x="497" y="295"/>
                  </a:lnTo>
                  <a:lnTo>
                    <a:pt x="503" y="295"/>
                  </a:lnTo>
                  <a:lnTo>
                    <a:pt x="509" y="296"/>
                  </a:lnTo>
                  <a:lnTo>
                    <a:pt x="514" y="299"/>
                  </a:lnTo>
                  <a:lnTo>
                    <a:pt x="519" y="303"/>
                  </a:lnTo>
                  <a:lnTo>
                    <a:pt x="523" y="309"/>
                  </a:lnTo>
                  <a:lnTo>
                    <a:pt x="527" y="316"/>
                  </a:lnTo>
                  <a:lnTo>
                    <a:pt x="534" y="336"/>
                  </a:lnTo>
                  <a:lnTo>
                    <a:pt x="543" y="355"/>
                  </a:lnTo>
                  <a:lnTo>
                    <a:pt x="551" y="372"/>
                  </a:lnTo>
                  <a:lnTo>
                    <a:pt x="560" y="390"/>
                  </a:lnTo>
                  <a:lnTo>
                    <a:pt x="568" y="405"/>
                  </a:lnTo>
                  <a:lnTo>
                    <a:pt x="577" y="420"/>
                  </a:lnTo>
                  <a:lnTo>
                    <a:pt x="586" y="434"/>
                  </a:lnTo>
                  <a:lnTo>
                    <a:pt x="596" y="447"/>
                  </a:lnTo>
                  <a:lnTo>
                    <a:pt x="605" y="459"/>
                  </a:lnTo>
                  <a:lnTo>
                    <a:pt x="615" y="470"/>
                  </a:lnTo>
                  <a:lnTo>
                    <a:pt x="624" y="481"/>
                  </a:lnTo>
                  <a:lnTo>
                    <a:pt x="634" y="491"/>
                  </a:lnTo>
                  <a:lnTo>
                    <a:pt x="644" y="500"/>
                  </a:lnTo>
                  <a:lnTo>
                    <a:pt x="654" y="508"/>
                  </a:lnTo>
                  <a:lnTo>
                    <a:pt x="663" y="515"/>
                  </a:lnTo>
                  <a:lnTo>
                    <a:pt x="673" y="523"/>
                  </a:lnTo>
                  <a:lnTo>
                    <a:pt x="693" y="535"/>
                  </a:lnTo>
                  <a:lnTo>
                    <a:pt x="712" y="545"/>
                  </a:lnTo>
                  <a:lnTo>
                    <a:pt x="731" y="552"/>
                  </a:lnTo>
                  <a:lnTo>
                    <a:pt x="749" y="558"/>
                  </a:lnTo>
                  <a:lnTo>
                    <a:pt x="767" y="561"/>
                  </a:lnTo>
                  <a:lnTo>
                    <a:pt x="783" y="564"/>
                  </a:lnTo>
                  <a:lnTo>
                    <a:pt x="799" y="565"/>
                  </a:lnTo>
                  <a:lnTo>
                    <a:pt x="813" y="566"/>
                  </a:lnTo>
                  <a:lnTo>
                    <a:pt x="828" y="565"/>
                  </a:lnTo>
                  <a:lnTo>
                    <a:pt x="843" y="564"/>
                  </a:lnTo>
                  <a:lnTo>
                    <a:pt x="853" y="562"/>
                  </a:lnTo>
                  <a:lnTo>
                    <a:pt x="861" y="559"/>
                  </a:lnTo>
                  <a:lnTo>
                    <a:pt x="868" y="555"/>
                  </a:lnTo>
                  <a:lnTo>
                    <a:pt x="874" y="550"/>
                  </a:lnTo>
                  <a:lnTo>
                    <a:pt x="878" y="545"/>
                  </a:lnTo>
                  <a:lnTo>
                    <a:pt x="881" y="539"/>
                  </a:lnTo>
                  <a:lnTo>
                    <a:pt x="883" y="533"/>
                  </a:lnTo>
                  <a:lnTo>
                    <a:pt x="883" y="528"/>
                  </a:lnTo>
                  <a:lnTo>
                    <a:pt x="883" y="524"/>
                  </a:lnTo>
                  <a:lnTo>
                    <a:pt x="882" y="520"/>
                  </a:lnTo>
                  <a:lnTo>
                    <a:pt x="880" y="518"/>
                  </a:lnTo>
                  <a:lnTo>
                    <a:pt x="878" y="515"/>
                  </a:lnTo>
                  <a:lnTo>
                    <a:pt x="875" y="514"/>
                  </a:lnTo>
                  <a:lnTo>
                    <a:pt x="872" y="512"/>
                  </a:lnTo>
                  <a:lnTo>
                    <a:pt x="868" y="512"/>
                  </a:lnTo>
                  <a:lnTo>
                    <a:pt x="864" y="511"/>
                  </a:lnTo>
                  <a:lnTo>
                    <a:pt x="860" y="511"/>
                  </a:lnTo>
                  <a:lnTo>
                    <a:pt x="851" y="511"/>
                  </a:lnTo>
                  <a:lnTo>
                    <a:pt x="840" y="510"/>
                  </a:lnTo>
                  <a:lnTo>
                    <a:pt x="832" y="509"/>
                  </a:lnTo>
                  <a:lnTo>
                    <a:pt x="823" y="507"/>
                  </a:lnTo>
                  <a:lnTo>
                    <a:pt x="815" y="504"/>
                  </a:lnTo>
                  <a:lnTo>
                    <a:pt x="808" y="501"/>
                  </a:lnTo>
                  <a:lnTo>
                    <a:pt x="801" y="497"/>
                  </a:lnTo>
                  <a:lnTo>
                    <a:pt x="794" y="493"/>
                  </a:lnTo>
                  <a:lnTo>
                    <a:pt x="787" y="488"/>
                  </a:lnTo>
                  <a:lnTo>
                    <a:pt x="781" y="483"/>
                  </a:lnTo>
                  <a:lnTo>
                    <a:pt x="775" y="477"/>
                  </a:lnTo>
                  <a:lnTo>
                    <a:pt x="770" y="469"/>
                  </a:lnTo>
                  <a:lnTo>
                    <a:pt x="760" y="455"/>
                  </a:lnTo>
                  <a:lnTo>
                    <a:pt x="751" y="440"/>
                  </a:lnTo>
                  <a:lnTo>
                    <a:pt x="743" y="421"/>
                  </a:lnTo>
                  <a:lnTo>
                    <a:pt x="735" y="402"/>
                  </a:lnTo>
                  <a:lnTo>
                    <a:pt x="728" y="381"/>
                  </a:lnTo>
                  <a:lnTo>
                    <a:pt x="722" y="358"/>
                  </a:lnTo>
                  <a:lnTo>
                    <a:pt x="711" y="309"/>
                  </a:lnTo>
                  <a:lnTo>
                    <a:pt x="700" y="255"/>
                  </a:lnTo>
                  <a:lnTo>
                    <a:pt x="697" y="240"/>
                  </a:lnTo>
                  <a:lnTo>
                    <a:pt x="694" y="231"/>
                  </a:lnTo>
                  <a:lnTo>
                    <a:pt x="692" y="222"/>
                  </a:lnTo>
                  <a:lnTo>
                    <a:pt x="687" y="213"/>
                  </a:lnTo>
                  <a:lnTo>
                    <a:pt x="683" y="205"/>
                  </a:lnTo>
                  <a:lnTo>
                    <a:pt x="679" y="197"/>
                  </a:lnTo>
                  <a:lnTo>
                    <a:pt x="674" y="189"/>
                  </a:lnTo>
                  <a:lnTo>
                    <a:pt x="668" y="182"/>
                  </a:lnTo>
                  <a:lnTo>
                    <a:pt x="662" y="174"/>
                  </a:lnTo>
                  <a:lnTo>
                    <a:pt x="655" y="168"/>
                  </a:lnTo>
                  <a:lnTo>
                    <a:pt x="648" y="161"/>
                  </a:lnTo>
                  <a:lnTo>
                    <a:pt x="639" y="155"/>
                  </a:lnTo>
                  <a:lnTo>
                    <a:pt x="631" y="150"/>
                  </a:lnTo>
                  <a:lnTo>
                    <a:pt x="622" y="145"/>
                  </a:lnTo>
                  <a:lnTo>
                    <a:pt x="613" y="140"/>
                  </a:lnTo>
                  <a:lnTo>
                    <a:pt x="603" y="135"/>
                  </a:lnTo>
                  <a:lnTo>
                    <a:pt x="592" y="131"/>
                  </a:lnTo>
                  <a:lnTo>
                    <a:pt x="580" y="127"/>
                  </a:lnTo>
                  <a:lnTo>
                    <a:pt x="569" y="124"/>
                  </a:lnTo>
                  <a:lnTo>
                    <a:pt x="559" y="122"/>
                  </a:lnTo>
                  <a:lnTo>
                    <a:pt x="549" y="121"/>
                  </a:lnTo>
                  <a:lnTo>
                    <a:pt x="537" y="122"/>
                  </a:lnTo>
                  <a:lnTo>
                    <a:pt x="527" y="124"/>
                  </a:lnTo>
                  <a:lnTo>
                    <a:pt x="518" y="128"/>
                  </a:lnTo>
                  <a:lnTo>
                    <a:pt x="510" y="131"/>
                  </a:lnTo>
                  <a:lnTo>
                    <a:pt x="494" y="140"/>
                  </a:lnTo>
                  <a:lnTo>
                    <a:pt x="478" y="150"/>
                  </a:lnTo>
                  <a:lnTo>
                    <a:pt x="457" y="167"/>
                  </a:lnTo>
                  <a:lnTo>
                    <a:pt x="433" y="187"/>
                  </a:lnTo>
                  <a:lnTo>
                    <a:pt x="409" y="209"/>
                  </a:lnTo>
                  <a:lnTo>
                    <a:pt x="383" y="233"/>
                  </a:lnTo>
                  <a:lnTo>
                    <a:pt x="358" y="258"/>
                  </a:lnTo>
                  <a:lnTo>
                    <a:pt x="332" y="284"/>
                  </a:lnTo>
                  <a:lnTo>
                    <a:pt x="308" y="309"/>
                  </a:lnTo>
                  <a:lnTo>
                    <a:pt x="284" y="334"/>
                  </a:lnTo>
                  <a:lnTo>
                    <a:pt x="246" y="372"/>
                  </a:lnTo>
                  <a:lnTo>
                    <a:pt x="218" y="400"/>
                  </a:lnTo>
                  <a:lnTo>
                    <a:pt x="207" y="410"/>
                  </a:lnTo>
                  <a:lnTo>
                    <a:pt x="199" y="417"/>
                  </a:lnTo>
                  <a:lnTo>
                    <a:pt x="192" y="423"/>
                  </a:lnTo>
                  <a:lnTo>
                    <a:pt x="188" y="425"/>
                  </a:lnTo>
                  <a:lnTo>
                    <a:pt x="179" y="427"/>
                  </a:lnTo>
                  <a:lnTo>
                    <a:pt x="180" y="417"/>
                  </a:lnTo>
                  <a:lnTo>
                    <a:pt x="185" y="392"/>
                  </a:lnTo>
                  <a:lnTo>
                    <a:pt x="192" y="360"/>
                  </a:lnTo>
                  <a:lnTo>
                    <a:pt x="201" y="322"/>
                  </a:lnTo>
                  <a:lnTo>
                    <a:pt x="211" y="283"/>
                  </a:lnTo>
                  <a:lnTo>
                    <a:pt x="224" y="239"/>
                  </a:lnTo>
                  <a:lnTo>
                    <a:pt x="239" y="194"/>
                  </a:lnTo>
                  <a:lnTo>
                    <a:pt x="255" y="149"/>
                  </a:lnTo>
                  <a:lnTo>
                    <a:pt x="272" y="105"/>
                  </a:lnTo>
                  <a:lnTo>
                    <a:pt x="275" y="100"/>
                  </a:lnTo>
                  <a:lnTo>
                    <a:pt x="276" y="94"/>
                  </a:lnTo>
                  <a:lnTo>
                    <a:pt x="277" y="89"/>
                  </a:lnTo>
                  <a:lnTo>
                    <a:pt x="278" y="84"/>
                  </a:lnTo>
                  <a:lnTo>
                    <a:pt x="278" y="78"/>
                  </a:lnTo>
                  <a:lnTo>
                    <a:pt x="277" y="72"/>
                  </a:lnTo>
                  <a:lnTo>
                    <a:pt x="276" y="67"/>
                  </a:lnTo>
                  <a:lnTo>
                    <a:pt x="274" y="62"/>
                  </a:lnTo>
                  <a:lnTo>
                    <a:pt x="271" y="55"/>
                  </a:lnTo>
                  <a:lnTo>
                    <a:pt x="266" y="48"/>
                  </a:lnTo>
                  <a:lnTo>
                    <a:pt x="261" y="42"/>
                  </a:lnTo>
                  <a:lnTo>
                    <a:pt x="254" y="36"/>
                  </a:lnTo>
                  <a:lnTo>
                    <a:pt x="246" y="30"/>
                  </a:lnTo>
                  <a:lnTo>
                    <a:pt x="237" y="23"/>
                  </a:lnTo>
                  <a:lnTo>
                    <a:pt x="226" y="18"/>
                  </a:lnTo>
                  <a:lnTo>
                    <a:pt x="215" y="13"/>
                  </a:lnTo>
                  <a:lnTo>
                    <a:pt x="201" y="7"/>
                  </a:lnTo>
                  <a:lnTo>
                    <a:pt x="187" y="3"/>
                  </a:lnTo>
                  <a:lnTo>
                    <a:pt x="174" y="1"/>
                  </a:lnTo>
                  <a:lnTo>
                    <a:pt x="16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38" name="Freeform 41"/>
            <p:cNvSpPr>
              <a:spLocks/>
            </p:cNvSpPr>
            <p:nvPr userDrawn="1"/>
          </p:nvSpPr>
          <p:spPr bwMode="gray">
            <a:xfrm>
              <a:off x="6666" y="603"/>
              <a:ext cx="60" cy="44"/>
            </a:xfrm>
            <a:custGeom>
              <a:avLst/>
              <a:gdLst>
                <a:gd name="T0" fmla="*/ 518 w 721"/>
                <a:gd name="T1" fmla="*/ 321 h 522"/>
                <a:gd name="T2" fmla="*/ 536 w 721"/>
                <a:gd name="T3" fmla="*/ 387 h 522"/>
                <a:gd name="T4" fmla="*/ 575 w 721"/>
                <a:gd name="T5" fmla="*/ 455 h 522"/>
                <a:gd name="T6" fmla="*/ 622 w 721"/>
                <a:gd name="T7" fmla="*/ 498 h 522"/>
                <a:gd name="T8" fmla="*/ 664 w 721"/>
                <a:gd name="T9" fmla="*/ 519 h 522"/>
                <a:gd name="T10" fmla="*/ 699 w 721"/>
                <a:gd name="T11" fmla="*/ 522 h 522"/>
                <a:gd name="T12" fmla="*/ 719 w 721"/>
                <a:gd name="T13" fmla="*/ 510 h 522"/>
                <a:gd name="T14" fmla="*/ 717 w 721"/>
                <a:gd name="T15" fmla="*/ 488 h 522"/>
                <a:gd name="T16" fmla="*/ 698 w 721"/>
                <a:gd name="T17" fmla="*/ 444 h 522"/>
                <a:gd name="T18" fmla="*/ 682 w 721"/>
                <a:gd name="T19" fmla="*/ 342 h 522"/>
                <a:gd name="T20" fmla="*/ 685 w 721"/>
                <a:gd name="T21" fmla="*/ 242 h 522"/>
                <a:gd name="T22" fmla="*/ 697 w 721"/>
                <a:gd name="T23" fmla="*/ 155 h 522"/>
                <a:gd name="T24" fmla="*/ 699 w 721"/>
                <a:gd name="T25" fmla="*/ 112 h 522"/>
                <a:gd name="T26" fmla="*/ 687 w 721"/>
                <a:gd name="T27" fmla="*/ 82 h 522"/>
                <a:gd name="T28" fmla="*/ 664 w 721"/>
                <a:gd name="T29" fmla="*/ 59 h 522"/>
                <a:gd name="T30" fmla="*/ 622 w 721"/>
                <a:gd name="T31" fmla="*/ 34 h 522"/>
                <a:gd name="T32" fmla="*/ 574 w 721"/>
                <a:gd name="T33" fmla="*/ 25 h 522"/>
                <a:gd name="T34" fmla="*/ 553 w 721"/>
                <a:gd name="T35" fmla="*/ 38 h 522"/>
                <a:gd name="T36" fmla="*/ 510 w 721"/>
                <a:gd name="T37" fmla="*/ 116 h 522"/>
                <a:gd name="T38" fmla="*/ 432 w 721"/>
                <a:gd name="T39" fmla="*/ 216 h 522"/>
                <a:gd name="T40" fmla="*/ 343 w 721"/>
                <a:gd name="T41" fmla="*/ 300 h 522"/>
                <a:gd name="T42" fmla="*/ 291 w 721"/>
                <a:gd name="T43" fmla="*/ 334 h 522"/>
                <a:gd name="T44" fmla="*/ 254 w 721"/>
                <a:gd name="T45" fmla="*/ 345 h 522"/>
                <a:gd name="T46" fmla="*/ 222 w 721"/>
                <a:gd name="T47" fmla="*/ 342 h 522"/>
                <a:gd name="T48" fmla="*/ 197 w 721"/>
                <a:gd name="T49" fmla="*/ 326 h 522"/>
                <a:gd name="T50" fmla="*/ 183 w 721"/>
                <a:gd name="T51" fmla="*/ 290 h 522"/>
                <a:gd name="T52" fmla="*/ 183 w 721"/>
                <a:gd name="T53" fmla="*/ 242 h 522"/>
                <a:gd name="T54" fmla="*/ 195 w 721"/>
                <a:gd name="T55" fmla="*/ 187 h 522"/>
                <a:gd name="T56" fmla="*/ 225 w 721"/>
                <a:gd name="T57" fmla="*/ 111 h 522"/>
                <a:gd name="T58" fmla="*/ 231 w 721"/>
                <a:gd name="T59" fmla="*/ 83 h 522"/>
                <a:gd name="T60" fmla="*/ 225 w 721"/>
                <a:gd name="T61" fmla="*/ 58 h 522"/>
                <a:gd name="T62" fmla="*/ 205 w 721"/>
                <a:gd name="T63" fmla="*/ 36 h 522"/>
                <a:gd name="T64" fmla="*/ 163 w 721"/>
                <a:gd name="T65" fmla="*/ 12 h 522"/>
                <a:gd name="T66" fmla="*/ 123 w 721"/>
                <a:gd name="T67" fmla="*/ 1 h 522"/>
                <a:gd name="T68" fmla="*/ 91 w 721"/>
                <a:gd name="T69" fmla="*/ 5 h 522"/>
                <a:gd name="T70" fmla="*/ 68 w 721"/>
                <a:gd name="T71" fmla="*/ 26 h 522"/>
                <a:gd name="T72" fmla="*/ 42 w 721"/>
                <a:gd name="T73" fmla="*/ 90 h 522"/>
                <a:gd name="T74" fmla="*/ 9 w 721"/>
                <a:gd name="T75" fmla="*/ 214 h 522"/>
                <a:gd name="T76" fmla="*/ 0 w 721"/>
                <a:gd name="T77" fmla="*/ 279 h 522"/>
                <a:gd name="T78" fmla="*/ 5 w 721"/>
                <a:gd name="T79" fmla="*/ 313 h 522"/>
                <a:gd name="T80" fmla="*/ 34 w 721"/>
                <a:gd name="T81" fmla="*/ 375 h 522"/>
                <a:gd name="T82" fmla="*/ 73 w 721"/>
                <a:gd name="T83" fmla="*/ 418 h 522"/>
                <a:gd name="T84" fmla="*/ 112 w 721"/>
                <a:gd name="T85" fmla="*/ 446 h 522"/>
                <a:gd name="T86" fmla="*/ 155 w 721"/>
                <a:gd name="T87" fmla="*/ 466 h 522"/>
                <a:gd name="T88" fmla="*/ 198 w 721"/>
                <a:gd name="T89" fmla="*/ 475 h 522"/>
                <a:gd name="T90" fmla="*/ 251 w 721"/>
                <a:gd name="T91" fmla="*/ 469 h 522"/>
                <a:gd name="T92" fmla="*/ 316 w 721"/>
                <a:gd name="T93" fmla="*/ 440 h 522"/>
                <a:gd name="T94" fmla="*/ 394 w 721"/>
                <a:gd name="T95" fmla="*/ 388 h 522"/>
                <a:gd name="T96" fmla="*/ 483 w 721"/>
                <a:gd name="T97" fmla="*/ 313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721" h="522">
                  <a:moveTo>
                    <a:pt x="515" y="282"/>
                  </a:moveTo>
                  <a:lnTo>
                    <a:pt x="516" y="294"/>
                  </a:lnTo>
                  <a:lnTo>
                    <a:pt x="516" y="307"/>
                  </a:lnTo>
                  <a:lnTo>
                    <a:pt x="518" y="321"/>
                  </a:lnTo>
                  <a:lnTo>
                    <a:pt x="520" y="332"/>
                  </a:lnTo>
                  <a:lnTo>
                    <a:pt x="522" y="344"/>
                  </a:lnTo>
                  <a:lnTo>
                    <a:pt x="528" y="367"/>
                  </a:lnTo>
                  <a:lnTo>
                    <a:pt x="536" y="387"/>
                  </a:lnTo>
                  <a:lnTo>
                    <a:pt x="544" y="406"/>
                  </a:lnTo>
                  <a:lnTo>
                    <a:pt x="553" y="424"/>
                  </a:lnTo>
                  <a:lnTo>
                    <a:pt x="564" y="440"/>
                  </a:lnTo>
                  <a:lnTo>
                    <a:pt x="575" y="455"/>
                  </a:lnTo>
                  <a:lnTo>
                    <a:pt x="587" y="468"/>
                  </a:lnTo>
                  <a:lnTo>
                    <a:pt x="599" y="480"/>
                  </a:lnTo>
                  <a:lnTo>
                    <a:pt x="610" y="490"/>
                  </a:lnTo>
                  <a:lnTo>
                    <a:pt x="622" y="498"/>
                  </a:lnTo>
                  <a:lnTo>
                    <a:pt x="634" y="505"/>
                  </a:lnTo>
                  <a:lnTo>
                    <a:pt x="645" y="511"/>
                  </a:lnTo>
                  <a:lnTo>
                    <a:pt x="655" y="516"/>
                  </a:lnTo>
                  <a:lnTo>
                    <a:pt x="664" y="519"/>
                  </a:lnTo>
                  <a:lnTo>
                    <a:pt x="673" y="521"/>
                  </a:lnTo>
                  <a:lnTo>
                    <a:pt x="683" y="522"/>
                  </a:lnTo>
                  <a:lnTo>
                    <a:pt x="692" y="522"/>
                  </a:lnTo>
                  <a:lnTo>
                    <a:pt x="699" y="522"/>
                  </a:lnTo>
                  <a:lnTo>
                    <a:pt x="706" y="520"/>
                  </a:lnTo>
                  <a:lnTo>
                    <a:pt x="712" y="518"/>
                  </a:lnTo>
                  <a:lnTo>
                    <a:pt x="716" y="515"/>
                  </a:lnTo>
                  <a:lnTo>
                    <a:pt x="719" y="510"/>
                  </a:lnTo>
                  <a:lnTo>
                    <a:pt x="721" y="505"/>
                  </a:lnTo>
                  <a:lnTo>
                    <a:pt x="721" y="500"/>
                  </a:lnTo>
                  <a:lnTo>
                    <a:pt x="720" y="494"/>
                  </a:lnTo>
                  <a:lnTo>
                    <a:pt x="717" y="488"/>
                  </a:lnTo>
                  <a:lnTo>
                    <a:pt x="711" y="478"/>
                  </a:lnTo>
                  <a:lnTo>
                    <a:pt x="706" y="467"/>
                  </a:lnTo>
                  <a:lnTo>
                    <a:pt x="702" y="455"/>
                  </a:lnTo>
                  <a:lnTo>
                    <a:pt x="698" y="444"/>
                  </a:lnTo>
                  <a:lnTo>
                    <a:pt x="692" y="420"/>
                  </a:lnTo>
                  <a:lnTo>
                    <a:pt x="687" y="394"/>
                  </a:lnTo>
                  <a:lnTo>
                    <a:pt x="684" y="368"/>
                  </a:lnTo>
                  <a:lnTo>
                    <a:pt x="682" y="342"/>
                  </a:lnTo>
                  <a:lnTo>
                    <a:pt x="682" y="315"/>
                  </a:lnTo>
                  <a:lnTo>
                    <a:pt x="682" y="290"/>
                  </a:lnTo>
                  <a:lnTo>
                    <a:pt x="683" y="265"/>
                  </a:lnTo>
                  <a:lnTo>
                    <a:pt x="685" y="242"/>
                  </a:lnTo>
                  <a:lnTo>
                    <a:pt x="687" y="221"/>
                  </a:lnTo>
                  <a:lnTo>
                    <a:pt x="690" y="202"/>
                  </a:lnTo>
                  <a:lnTo>
                    <a:pt x="694" y="172"/>
                  </a:lnTo>
                  <a:lnTo>
                    <a:pt x="697" y="155"/>
                  </a:lnTo>
                  <a:lnTo>
                    <a:pt x="699" y="143"/>
                  </a:lnTo>
                  <a:lnTo>
                    <a:pt x="700" y="132"/>
                  </a:lnTo>
                  <a:lnTo>
                    <a:pt x="700" y="122"/>
                  </a:lnTo>
                  <a:lnTo>
                    <a:pt x="699" y="112"/>
                  </a:lnTo>
                  <a:lnTo>
                    <a:pt x="697" y="103"/>
                  </a:lnTo>
                  <a:lnTo>
                    <a:pt x="695" y="96"/>
                  </a:lnTo>
                  <a:lnTo>
                    <a:pt x="691" y="89"/>
                  </a:lnTo>
                  <a:lnTo>
                    <a:pt x="687" y="82"/>
                  </a:lnTo>
                  <a:lnTo>
                    <a:pt x="682" y="76"/>
                  </a:lnTo>
                  <a:lnTo>
                    <a:pt x="676" y="69"/>
                  </a:lnTo>
                  <a:lnTo>
                    <a:pt x="671" y="64"/>
                  </a:lnTo>
                  <a:lnTo>
                    <a:pt x="664" y="59"/>
                  </a:lnTo>
                  <a:lnTo>
                    <a:pt x="651" y="50"/>
                  </a:lnTo>
                  <a:lnTo>
                    <a:pt x="638" y="42"/>
                  </a:lnTo>
                  <a:lnTo>
                    <a:pt x="636" y="41"/>
                  </a:lnTo>
                  <a:lnTo>
                    <a:pt x="622" y="34"/>
                  </a:lnTo>
                  <a:lnTo>
                    <a:pt x="609" y="29"/>
                  </a:lnTo>
                  <a:lnTo>
                    <a:pt x="596" y="26"/>
                  </a:lnTo>
                  <a:lnTo>
                    <a:pt x="584" y="24"/>
                  </a:lnTo>
                  <a:lnTo>
                    <a:pt x="574" y="25"/>
                  </a:lnTo>
                  <a:lnTo>
                    <a:pt x="565" y="28"/>
                  </a:lnTo>
                  <a:lnTo>
                    <a:pt x="561" y="30"/>
                  </a:lnTo>
                  <a:lnTo>
                    <a:pt x="557" y="34"/>
                  </a:lnTo>
                  <a:lnTo>
                    <a:pt x="553" y="38"/>
                  </a:lnTo>
                  <a:lnTo>
                    <a:pt x="551" y="43"/>
                  </a:lnTo>
                  <a:lnTo>
                    <a:pt x="540" y="66"/>
                  </a:lnTo>
                  <a:lnTo>
                    <a:pt x="526" y="91"/>
                  </a:lnTo>
                  <a:lnTo>
                    <a:pt x="510" y="116"/>
                  </a:lnTo>
                  <a:lnTo>
                    <a:pt x="493" y="142"/>
                  </a:lnTo>
                  <a:lnTo>
                    <a:pt x="473" y="167"/>
                  </a:lnTo>
                  <a:lnTo>
                    <a:pt x="453" y="192"/>
                  </a:lnTo>
                  <a:lnTo>
                    <a:pt x="432" y="216"/>
                  </a:lnTo>
                  <a:lnTo>
                    <a:pt x="409" y="240"/>
                  </a:lnTo>
                  <a:lnTo>
                    <a:pt x="388" y="262"/>
                  </a:lnTo>
                  <a:lnTo>
                    <a:pt x="365" y="282"/>
                  </a:lnTo>
                  <a:lnTo>
                    <a:pt x="343" y="300"/>
                  </a:lnTo>
                  <a:lnTo>
                    <a:pt x="322" y="315"/>
                  </a:lnTo>
                  <a:lnTo>
                    <a:pt x="310" y="323"/>
                  </a:lnTo>
                  <a:lnTo>
                    <a:pt x="300" y="329"/>
                  </a:lnTo>
                  <a:lnTo>
                    <a:pt x="291" y="334"/>
                  </a:lnTo>
                  <a:lnTo>
                    <a:pt x="281" y="338"/>
                  </a:lnTo>
                  <a:lnTo>
                    <a:pt x="272" y="341"/>
                  </a:lnTo>
                  <a:lnTo>
                    <a:pt x="262" y="344"/>
                  </a:lnTo>
                  <a:lnTo>
                    <a:pt x="254" y="345"/>
                  </a:lnTo>
                  <a:lnTo>
                    <a:pt x="246" y="346"/>
                  </a:lnTo>
                  <a:lnTo>
                    <a:pt x="238" y="345"/>
                  </a:lnTo>
                  <a:lnTo>
                    <a:pt x="230" y="344"/>
                  </a:lnTo>
                  <a:lnTo>
                    <a:pt x="222" y="342"/>
                  </a:lnTo>
                  <a:lnTo>
                    <a:pt x="214" y="339"/>
                  </a:lnTo>
                  <a:lnTo>
                    <a:pt x="208" y="336"/>
                  </a:lnTo>
                  <a:lnTo>
                    <a:pt x="202" y="331"/>
                  </a:lnTo>
                  <a:lnTo>
                    <a:pt x="197" y="326"/>
                  </a:lnTo>
                  <a:lnTo>
                    <a:pt x="193" y="320"/>
                  </a:lnTo>
                  <a:lnTo>
                    <a:pt x="188" y="310"/>
                  </a:lnTo>
                  <a:lnTo>
                    <a:pt x="185" y="301"/>
                  </a:lnTo>
                  <a:lnTo>
                    <a:pt x="183" y="290"/>
                  </a:lnTo>
                  <a:lnTo>
                    <a:pt x="181" y="279"/>
                  </a:lnTo>
                  <a:lnTo>
                    <a:pt x="181" y="267"/>
                  </a:lnTo>
                  <a:lnTo>
                    <a:pt x="181" y="255"/>
                  </a:lnTo>
                  <a:lnTo>
                    <a:pt x="183" y="242"/>
                  </a:lnTo>
                  <a:lnTo>
                    <a:pt x="185" y="229"/>
                  </a:lnTo>
                  <a:lnTo>
                    <a:pt x="187" y="214"/>
                  </a:lnTo>
                  <a:lnTo>
                    <a:pt x="191" y="201"/>
                  </a:lnTo>
                  <a:lnTo>
                    <a:pt x="195" y="187"/>
                  </a:lnTo>
                  <a:lnTo>
                    <a:pt x="199" y="174"/>
                  </a:lnTo>
                  <a:lnTo>
                    <a:pt x="209" y="146"/>
                  </a:lnTo>
                  <a:lnTo>
                    <a:pt x="221" y="120"/>
                  </a:lnTo>
                  <a:lnTo>
                    <a:pt x="225" y="111"/>
                  </a:lnTo>
                  <a:lnTo>
                    <a:pt x="227" y="104"/>
                  </a:lnTo>
                  <a:lnTo>
                    <a:pt x="229" y="97"/>
                  </a:lnTo>
                  <a:lnTo>
                    <a:pt x="231" y="90"/>
                  </a:lnTo>
                  <a:lnTo>
                    <a:pt x="231" y="83"/>
                  </a:lnTo>
                  <a:lnTo>
                    <a:pt x="231" y="77"/>
                  </a:lnTo>
                  <a:lnTo>
                    <a:pt x="229" y="71"/>
                  </a:lnTo>
                  <a:lnTo>
                    <a:pt x="228" y="64"/>
                  </a:lnTo>
                  <a:lnTo>
                    <a:pt x="225" y="58"/>
                  </a:lnTo>
                  <a:lnTo>
                    <a:pt x="221" y="52"/>
                  </a:lnTo>
                  <a:lnTo>
                    <a:pt x="216" y="47"/>
                  </a:lnTo>
                  <a:lnTo>
                    <a:pt x="211" y="42"/>
                  </a:lnTo>
                  <a:lnTo>
                    <a:pt x="205" y="36"/>
                  </a:lnTo>
                  <a:lnTo>
                    <a:pt x="198" y="31"/>
                  </a:lnTo>
                  <a:lnTo>
                    <a:pt x="190" y="26"/>
                  </a:lnTo>
                  <a:lnTo>
                    <a:pt x="181" y="20"/>
                  </a:lnTo>
                  <a:lnTo>
                    <a:pt x="163" y="12"/>
                  </a:lnTo>
                  <a:lnTo>
                    <a:pt x="146" y="5"/>
                  </a:lnTo>
                  <a:lnTo>
                    <a:pt x="138" y="3"/>
                  </a:lnTo>
                  <a:lnTo>
                    <a:pt x="130" y="2"/>
                  </a:lnTo>
                  <a:lnTo>
                    <a:pt x="123" y="1"/>
                  </a:lnTo>
                  <a:lnTo>
                    <a:pt x="115" y="0"/>
                  </a:lnTo>
                  <a:lnTo>
                    <a:pt x="106" y="1"/>
                  </a:lnTo>
                  <a:lnTo>
                    <a:pt x="98" y="2"/>
                  </a:lnTo>
                  <a:lnTo>
                    <a:pt x="91" y="5"/>
                  </a:lnTo>
                  <a:lnTo>
                    <a:pt x="84" y="8"/>
                  </a:lnTo>
                  <a:lnTo>
                    <a:pt x="78" y="13"/>
                  </a:lnTo>
                  <a:lnTo>
                    <a:pt x="73" y="18"/>
                  </a:lnTo>
                  <a:lnTo>
                    <a:pt x="68" y="26"/>
                  </a:lnTo>
                  <a:lnTo>
                    <a:pt x="63" y="33"/>
                  </a:lnTo>
                  <a:lnTo>
                    <a:pt x="57" y="48"/>
                  </a:lnTo>
                  <a:lnTo>
                    <a:pt x="50" y="66"/>
                  </a:lnTo>
                  <a:lnTo>
                    <a:pt x="42" y="90"/>
                  </a:lnTo>
                  <a:lnTo>
                    <a:pt x="34" y="116"/>
                  </a:lnTo>
                  <a:lnTo>
                    <a:pt x="25" y="146"/>
                  </a:lnTo>
                  <a:lnTo>
                    <a:pt x="17" y="179"/>
                  </a:lnTo>
                  <a:lnTo>
                    <a:pt x="9" y="214"/>
                  </a:lnTo>
                  <a:lnTo>
                    <a:pt x="2" y="252"/>
                  </a:lnTo>
                  <a:lnTo>
                    <a:pt x="1" y="260"/>
                  </a:lnTo>
                  <a:lnTo>
                    <a:pt x="0" y="270"/>
                  </a:lnTo>
                  <a:lnTo>
                    <a:pt x="0" y="279"/>
                  </a:lnTo>
                  <a:lnTo>
                    <a:pt x="1" y="287"/>
                  </a:lnTo>
                  <a:lnTo>
                    <a:pt x="2" y="296"/>
                  </a:lnTo>
                  <a:lnTo>
                    <a:pt x="3" y="305"/>
                  </a:lnTo>
                  <a:lnTo>
                    <a:pt x="5" y="313"/>
                  </a:lnTo>
                  <a:lnTo>
                    <a:pt x="8" y="323"/>
                  </a:lnTo>
                  <a:lnTo>
                    <a:pt x="14" y="340"/>
                  </a:lnTo>
                  <a:lnTo>
                    <a:pt x="24" y="357"/>
                  </a:lnTo>
                  <a:lnTo>
                    <a:pt x="34" y="375"/>
                  </a:lnTo>
                  <a:lnTo>
                    <a:pt x="46" y="391"/>
                  </a:lnTo>
                  <a:lnTo>
                    <a:pt x="55" y="400"/>
                  </a:lnTo>
                  <a:lnTo>
                    <a:pt x="63" y="408"/>
                  </a:lnTo>
                  <a:lnTo>
                    <a:pt x="73" y="418"/>
                  </a:lnTo>
                  <a:lnTo>
                    <a:pt x="83" y="425"/>
                  </a:lnTo>
                  <a:lnTo>
                    <a:pt x="92" y="433"/>
                  </a:lnTo>
                  <a:lnTo>
                    <a:pt x="102" y="440"/>
                  </a:lnTo>
                  <a:lnTo>
                    <a:pt x="112" y="446"/>
                  </a:lnTo>
                  <a:lnTo>
                    <a:pt x="124" y="452"/>
                  </a:lnTo>
                  <a:lnTo>
                    <a:pt x="134" y="457"/>
                  </a:lnTo>
                  <a:lnTo>
                    <a:pt x="145" y="461"/>
                  </a:lnTo>
                  <a:lnTo>
                    <a:pt x="155" y="466"/>
                  </a:lnTo>
                  <a:lnTo>
                    <a:pt x="166" y="469"/>
                  </a:lnTo>
                  <a:lnTo>
                    <a:pt x="177" y="472"/>
                  </a:lnTo>
                  <a:lnTo>
                    <a:pt x="188" y="474"/>
                  </a:lnTo>
                  <a:lnTo>
                    <a:pt x="198" y="475"/>
                  </a:lnTo>
                  <a:lnTo>
                    <a:pt x="208" y="475"/>
                  </a:lnTo>
                  <a:lnTo>
                    <a:pt x="222" y="475"/>
                  </a:lnTo>
                  <a:lnTo>
                    <a:pt x="236" y="473"/>
                  </a:lnTo>
                  <a:lnTo>
                    <a:pt x="251" y="469"/>
                  </a:lnTo>
                  <a:lnTo>
                    <a:pt x="266" y="463"/>
                  </a:lnTo>
                  <a:lnTo>
                    <a:pt x="283" y="457"/>
                  </a:lnTo>
                  <a:lnTo>
                    <a:pt x="299" y="449"/>
                  </a:lnTo>
                  <a:lnTo>
                    <a:pt x="316" y="440"/>
                  </a:lnTo>
                  <a:lnTo>
                    <a:pt x="335" y="430"/>
                  </a:lnTo>
                  <a:lnTo>
                    <a:pt x="354" y="418"/>
                  </a:lnTo>
                  <a:lnTo>
                    <a:pt x="374" y="403"/>
                  </a:lnTo>
                  <a:lnTo>
                    <a:pt x="394" y="388"/>
                  </a:lnTo>
                  <a:lnTo>
                    <a:pt x="414" y="372"/>
                  </a:lnTo>
                  <a:lnTo>
                    <a:pt x="437" y="353"/>
                  </a:lnTo>
                  <a:lnTo>
                    <a:pt x="459" y="334"/>
                  </a:lnTo>
                  <a:lnTo>
                    <a:pt x="483" y="313"/>
                  </a:lnTo>
                  <a:lnTo>
                    <a:pt x="506" y="291"/>
                  </a:lnTo>
                  <a:lnTo>
                    <a:pt x="515" y="28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39" name="Freeform 42"/>
            <p:cNvSpPr>
              <a:spLocks/>
            </p:cNvSpPr>
            <p:nvPr userDrawn="1"/>
          </p:nvSpPr>
          <p:spPr bwMode="gray">
            <a:xfrm>
              <a:off x="6739" y="604"/>
              <a:ext cx="18" cy="42"/>
            </a:xfrm>
            <a:custGeom>
              <a:avLst/>
              <a:gdLst>
                <a:gd name="T0" fmla="*/ 85 w 214"/>
                <a:gd name="T1" fmla="*/ 0 h 504"/>
                <a:gd name="T2" fmla="*/ 74 w 214"/>
                <a:gd name="T3" fmla="*/ 2 h 504"/>
                <a:gd name="T4" fmla="*/ 65 w 214"/>
                <a:gd name="T5" fmla="*/ 6 h 504"/>
                <a:gd name="T6" fmla="*/ 56 w 214"/>
                <a:gd name="T7" fmla="*/ 13 h 504"/>
                <a:gd name="T8" fmla="*/ 44 w 214"/>
                <a:gd name="T9" fmla="*/ 29 h 504"/>
                <a:gd name="T10" fmla="*/ 31 w 214"/>
                <a:gd name="T11" fmla="*/ 57 h 504"/>
                <a:gd name="T12" fmla="*/ 19 w 214"/>
                <a:gd name="T13" fmla="*/ 102 h 504"/>
                <a:gd name="T14" fmla="*/ 9 w 214"/>
                <a:gd name="T15" fmla="*/ 155 h 504"/>
                <a:gd name="T16" fmla="*/ 2 w 214"/>
                <a:gd name="T17" fmla="*/ 206 h 504"/>
                <a:gd name="T18" fmla="*/ 0 w 214"/>
                <a:gd name="T19" fmla="*/ 254 h 504"/>
                <a:gd name="T20" fmla="*/ 2 w 214"/>
                <a:gd name="T21" fmla="*/ 299 h 504"/>
                <a:gd name="T22" fmla="*/ 9 w 214"/>
                <a:gd name="T23" fmla="*/ 341 h 504"/>
                <a:gd name="T24" fmla="*/ 19 w 214"/>
                <a:gd name="T25" fmla="*/ 380 h 504"/>
                <a:gd name="T26" fmla="*/ 33 w 214"/>
                <a:gd name="T27" fmla="*/ 413 h 504"/>
                <a:gd name="T28" fmla="*/ 51 w 214"/>
                <a:gd name="T29" fmla="*/ 443 h 504"/>
                <a:gd name="T30" fmla="*/ 74 w 214"/>
                <a:gd name="T31" fmla="*/ 468 h 504"/>
                <a:gd name="T32" fmla="*/ 100 w 214"/>
                <a:gd name="T33" fmla="*/ 486 h 504"/>
                <a:gd name="T34" fmla="*/ 130 w 214"/>
                <a:gd name="T35" fmla="*/ 498 h 504"/>
                <a:gd name="T36" fmla="*/ 154 w 214"/>
                <a:gd name="T37" fmla="*/ 504 h 504"/>
                <a:gd name="T38" fmla="*/ 171 w 214"/>
                <a:gd name="T39" fmla="*/ 504 h 504"/>
                <a:gd name="T40" fmla="*/ 184 w 214"/>
                <a:gd name="T41" fmla="*/ 502 h 504"/>
                <a:gd name="T42" fmla="*/ 194 w 214"/>
                <a:gd name="T43" fmla="*/ 497 h 504"/>
                <a:gd name="T44" fmla="*/ 199 w 214"/>
                <a:gd name="T45" fmla="*/ 488 h 504"/>
                <a:gd name="T46" fmla="*/ 199 w 214"/>
                <a:gd name="T47" fmla="*/ 479 h 504"/>
                <a:gd name="T48" fmla="*/ 191 w 214"/>
                <a:gd name="T49" fmla="*/ 459 h 504"/>
                <a:gd name="T50" fmla="*/ 180 w 214"/>
                <a:gd name="T51" fmla="*/ 424 h 504"/>
                <a:gd name="T52" fmla="*/ 172 w 214"/>
                <a:gd name="T53" fmla="*/ 384 h 504"/>
                <a:gd name="T54" fmla="*/ 167 w 214"/>
                <a:gd name="T55" fmla="*/ 341 h 504"/>
                <a:gd name="T56" fmla="*/ 167 w 214"/>
                <a:gd name="T57" fmla="*/ 295 h 504"/>
                <a:gd name="T58" fmla="*/ 170 w 214"/>
                <a:gd name="T59" fmla="*/ 249 h 504"/>
                <a:gd name="T60" fmla="*/ 179 w 214"/>
                <a:gd name="T61" fmla="*/ 202 h 504"/>
                <a:gd name="T62" fmla="*/ 192 w 214"/>
                <a:gd name="T63" fmla="*/ 157 h 504"/>
                <a:gd name="T64" fmla="*/ 205 w 214"/>
                <a:gd name="T65" fmla="*/ 125 h 504"/>
                <a:gd name="T66" fmla="*/ 212 w 214"/>
                <a:gd name="T67" fmla="*/ 104 h 504"/>
                <a:gd name="T68" fmla="*/ 214 w 214"/>
                <a:gd name="T69" fmla="*/ 87 h 504"/>
                <a:gd name="T70" fmla="*/ 212 w 214"/>
                <a:gd name="T71" fmla="*/ 72 h 504"/>
                <a:gd name="T72" fmla="*/ 206 w 214"/>
                <a:gd name="T73" fmla="*/ 57 h 504"/>
                <a:gd name="T74" fmla="*/ 196 w 214"/>
                <a:gd name="T75" fmla="*/ 45 h 504"/>
                <a:gd name="T76" fmla="*/ 183 w 214"/>
                <a:gd name="T77" fmla="*/ 34 h 504"/>
                <a:gd name="T78" fmla="*/ 165 w 214"/>
                <a:gd name="T79" fmla="*/ 23 h 504"/>
                <a:gd name="T80" fmla="*/ 136 w 214"/>
                <a:gd name="T81" fmla="*/ 9 h 504"/>
                <a:gd name="T82" fmla="*/ 104 w 214"/>
                <a:gd name="T83" fmla="*/ 1 h 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14" h="504">
                  <a:moveTo>
                    <a:pt x="91" y="0"/>
                  </a:moveTo>
                  <a:lnTo>
                    <a:pt x="85" y="0"/>
                  </a:lnTo>
                  <a:lnTo>
                    <a:pt x="80" y="1"/>
                  </a:lnTo>
                  <a:lnTo>
                    <a:pt x="74" y="2"/>
                  </a:lnTo>
                  <a:lnTo>
                    <a:pt x="69" y="4"/>
                  </a:lnTo>
                  <a:lnTo>
                    <a:pt x="65" y="6"/>
                  </a:lnTo>
                  <a:lnTo>
                    <a:pt x="60" y="9"/>
                  </a:lnTo>
                  <a:lnTo>
                    <a:pt x="56" y="13"/>
                  </a:lnTo>
                  <a:lnTo>
                    <a:pt x="51" y="17"/>
                  </a:lnTo>
                  <a:lnTo>
                    <a:pt x="44" y="29"/>
                  </a:lnTo>
                  <a:lnTo>
                    <a:pt x="37" y="41"/>
                  </a:lnTo>
                  <a:lnTo>
                    <a:pt x="31" y="57"/>
                  </a:lnTo>
                  <a:lnTo>
                    <a:pt x="26" y="76"/>
                  </a:lnTo>
                  <a:lnTo>
                    <a:pt x="19" y="102"/>
                  </a:lnTo>
                  <a:lnTo>
                    <a:pt x="13" y="130"/>
                  </a:lnTo>
                  <a:lnTo>
                    <a:pt x="9" y="155"/>
                  </a:lnTo>
                  <a:lnTo>
                    <a:pt x="5" y="181"/>
                  </a:lnTo>
                  <a:lnTo>
                    <a:pt x="2" y="206"/>
                  </a:lnTo>
                  <a:lnTo>
                    <a:pt x="0" y="231"/>
                  </a:lnTo>
                  <a:lnTo>
                    <a:pt x="0" y="254"/>
                  </a:lnTo>
                  <a:lnTo>
                    <a:pt x="0" y="278"/>
                  </a:lnTo>
                  <a:lnTo>
                    <a:pt x="2" y="299"/>
                  </a:lnTo>
                  <a:lnTo>
                    <a:pt x="5" y="321"/>
                  </a:lnTo>
                  <a:lnTo>
                    <a:pt x="9" y="341"/>
                  </a:lnTo>
                  <a:lnTo>
                    <a:pt x="14" y="360"/>
                  </a:lnTo>
                  <a:lnTo>
                    <a:pt x="19" y="380"/>
                  </a:lnTo>
                  <a:lnTo>
                    <a:pt x="26" y="397"/>
                  </a:lnTo>
                  <a:lnTo>
                    <a:pt x="33" y="413"/>
                  </a:lnTo>
                  <a:lnTo>
                    <a:pt x="42" y="429"/>
                  </a:lnTo>
                  <a:lnTo>
                    <a:pt x="51" y="443"/>
                  </a:lnTo>
                  <a:lnTo>
                    <a:pt x="63" y="456"/>
                  </a:lnTo>
                  <a:lnTo>
                    <a:pt x="74" y="468"/>
                  </a:lnTo>
                  <a:lnTo>
                    <a:pt x="87" y="478"/>
                  </a:lnTo>
                  <a:lnTo>
                    <a:pt x="100" y="486"/>
                  </a:lnTo>
                  <a:lnTo>
                    <a:pt x="115" y="493"/>
                  </a:lnTo>
                  <a:lnTo>
                    <a:pt x="130" y="498"/>
                  </a:lnTo>
                  <a:lnTo>
                    <a:pt x="145" y="502"/>
                  </a:lnTo>
                  <a:lnTo>
                    <a:pt x="154" y="504"/>
                  </a:lnTo>
                  <a:lnTo>
                    <a:pt x="164" y="504"/>
                  </a:lnTo>
                  <a:lnTo>
                    <a:pt x="171" y="504"/>
                  </a:lnTo>
                  <a:lnTo>
                    <a:pt x="178" y="503"/>
                  </a:lnTo>
                  <a:lnTo>
                    <a:pt x="184" y="502"/>
                  </a:lnTo>
                  <a:lnTo>
                    <a:pt x="190" y="500"/>
                  </a:lnTo>
                  <a:lnTo>
                    <a:pt x="194" y="497"/>
                  </a:lnTo>
                  <a:lnTo>
                    <a:pt x="197" y="493"/>
                  </a:lnTo>
                  <a:lnTo>
                    <a:pt x="199" y="488"/>
                  </a:lnTo>
                  <a:lnTo>
                    <a:pt x="199" y="484"/>
                  </a:lnTo>
                  <a:lnTo>
                    <a:pt x="199" y="479"/>
                  </a:lnTo>
                  <a:lnTo>
                    <a:pt x="197" y="475"/>
                  </a:lnTo>
                  <a:lnTo>
                    <a:pt x="191" y="459"/>
                  </a:lnTo>
                  <a:lnTo>
                    <a:pt x="185" y="442"/>
                  </a:lnTo>
                  <a:lnTo>
                    <a:pt x="180" y="424"/>
                  </a:lnTo>
                  <a:lnTo>
                    <a:pt x="175" y="404"/>
                  </a:lnTo>
                  <a:lnTo>
                    <a:pt x="172" y="384"/>
                  </a:lnTo>
                  <a:lnTo>
                    <a:pt x="169" y="362"/>
                  </a:lnTo>
                  <a:lnTo>
                    <a:pt x="167" y="341"/>
                  </a:lnTo>
                  <a:lnTo>
                    <a:pt x="167" y="319"/>
                  </a:lnTo>
                  <a:lnTo>
                    <a:pt x="167" y="295"/>
                  </a:lnTo>
                  <a:lnTo>
                    <a:pt x="168" y="273"/>
                  </a:lnTo>
                  <a:lnTo>
                    <a:pt x="170" y="249"/>
                  </a:lnTo>
                  <a:lnTo>
                    <a:pt x="174" y="226"/>
                  </a:lnTo>
                  <a:lnTo>
                    <a:pt x="179" y="202"/>
                  </a:lnTo>
                  <a:lnTo>
                    <a:pt x="185" y="180"/>
                  </a:lnTo>
                  <a:lnTo>
                    <a:pt x="192" y="157"/>
                  </a:lnTo>
                  <a:lnTo>
                    <a:pt x="200" y="135"/>
                  </a:lnTo>
                  <a:lnTo>
                    <a:pt x="205" y="125"/>
                  </a:lnTo>
                  <a:lnTo>
                    <a:pt x="209" y="114"/>
                  </a:lnTo>
                  <a:lnTo>
                    <a:pt x="212" y="104"/>
                  </a:lnTo>
                  <a:lnTo>
                    <a:pt x="213" y="96"/>
                  </a:lnTo>
                  <a:lnTo>
                    <a:pt x="214" y="87"/>
                  </a:lnTo>
                  <a:lnTo>
                    <a:pt x="214" y="79"/>
                  </a:lnTo>
                  <a:lnTo>
                    <a:pt x="212" y="72"/>
                  </a:lnTo>
                  <a:lnTo>
                    <a:pt x="210" y="64"/>
                  </a:lnTo>
                  <a:lnTo>
                    <a:pt x="206" y="57"/>
                  </a:lnTo>
                  <a:lnTo>
                    <a:pt x="202" y="51"/>
                  </a:lnTo>
                  <a:lnTo>
                    <a:pt x="196" y="45"/>
                  </a:lnTo>
                  <a:lnTo>
                    <a:pt x="190" y="39"/>
                  </a:lnTo>
                  <a:lnTo>
                    <a:pt x="183" y="34"/>
                  </a:lnTo>
                  <a:lnTo>
                    <a:pt x="175" y="28"/>
                  </a:lnTo>
                  <a:lnTo>
                    <a:pt x="165" y="23"/>
                  </a:lnTo>
                  <a:lnTo>
                    <a:pt x="154" y="17"/>
                  </a:lnTo>
                  <a:lnTo>
                    <a:pt x="136" y="9"/>
                  </a:lnTo>
                  <a:lnTo>
                    <a:pt x="119" y="4"/>
                  </a:lnTo>
                  <a:lnTo>
                    <a:pt x="104" y="1"/>
                  </a:lnTo>
                  <a:lnTo>
                    <a:pt x="9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40" name="Freeform 43"/>
            <p:cNvSpPr>
              <a:spLocks/>
            </p:cNvSpPr>
            <p:nvPr userDrawn="1"/>
          </p:nvSpPr>
          <p:spPr bwMode="gray">
            <a:xfrm>
              <a:off x="6966" y="608"/>
              <a:ext cx="26" cy="41"/>
            </a:xfrm>
            <a:custGeom>
              <a:avLst/>
              <a:gdLst>
                <a:gd name="T0" fmla="*/ 91 w 315"/>
                <a:gd name="T1" fmla="*/ 120 h 486"/>
                <a:gd name="T2" fmla="*/ 110 w 315"/>
                <a:gd name="T3" fmla="*/ 124 h 486"/>
                <a:gd name="T4" fmla="*/ 128 w 315"/>
                <a:gd name="T5" fmla="*/ 132 h 486"/>
                <a:gd name="T6" fmla="*/ 144 w 315"/>
                <a:gd name="T7" fmla="*/ 143 h 486"/>
                <a:gd name="T8" fmla="*/ 160 w 315"/>
                <a:gd name="T9" fmla="*/ 161 h 486"/>
                <a:gd name="T10" fmla="*/ 172 w 315"/>
                <a:gd name="T11" fmla="*/ 183 h 486"/>
                <a:gd name="T12" fmla="*/ 180 w 315"/>
                <a:gd name="T13" fmla="*/ 206 h 486"/>
                <a:gd name="T14" fmla="*/ 183 w 315"/>
                <a:gd name="T15" fmla="*/ 228 h 486"/>
                <a:gd name="T16" fmla="*/ 181 w 315"/>
                <a:gd name="T17" fmla="*/ 251 h 486"/>
                <a:gd name="T18" fmla="*/ 174 w 315"/>
                <a:gd name="T19" fmla="*/ 279 h 486"/>
                <a:gd name="T20" fmla="*/ 161 w 315"/>
                <a:gd name="T21" fmla="*/ 304 h 486"/>
                <a:gd name="T22" fmla="*/ 144 w 315"/>
                <a:gd name="T23" fmla="*/ 327 h 486"/>
                <a:gd name="T24" fmla="*/ 123 w 315"/>
                <a:gd name="T25" fmla="*/ 347 h 486"/>
                <a:gd name="T26" fmla="*/ 100 w 315"/>
                <a:gd name="T27" fmla="*/ 363 h 486"/>
                <a:gd name="T28" fmla="*/ 74 w 315"/>
                <a:gd name="T29" fmla="*/ 374 h 486"/>
                <a:gd name="T30" fmla="*/ 47 w 315"/>
                <a:gd name="T31" fmla="*/ 380 h 486"/>
                <a:gd name="T32" fmla="*/ 0 w 315"/>
                <a:gd name="T33" fmla="*/ 434 h 486"/>
                <a:gd name="T34" fmla="*/ 74 w 315"/>
                <a:gd name="T35" fmla="*/ 486 h 486"/>
                <a:gd name="T36" fmla="*/ 97 w 315"/>
                <a:gd name="T37" fmla="*/ 484 h 486"/>
                <a:gd name="T38" fmla="*/ 129 w 315"/>
                <a:gd name="T39" fmla="*/ 476 h 486"/>
                <a:gd name="T40" fmla="*/ 172 w 315"/>
                <a:gd name="T41" fmla="*/ 460 h 486"/>
                <a:gd name="T42" fmla="*/ 213 w 315"/>
                <a:gd name="T43" fmla="*/ 435 h 486"/>
                <a:gd name="T44" fmla="*/ 250 w 315"/>
                <a:gd name="T45" fmla="*/ 406 h 486"/>
                <a:gd name="T46" fmla="*/ 273 w 315"/>
                <a:gd name="T47" fmla="*/ 379 h 486"/>
                <a:gd name="T48" fmla="*/ 286 w 315"/>
                <a:gd name="T49" fmla="*/ 361 h 486"/>
                <a:gd name="T50" fmla="*/ 297 w 315"/>
                <a:gd name="T51" fmla="*/ 340 h 486"/>
                <a:gd name="T52" fmla="*/ 306 w 315"/>
                <a:gd name="T53" fmla="*/ 320 h 486"/>
                <a:gd name="T54" fmla="*/ 312 w 315"/>
                <a:gd name="T55" fmla="*/ 297 h 486"/>
                <a:gd name="T56" fmla="*/ 315 w 315"/>
                <a:gd name="T57" fmla="*/ 275 h 486"/>
                <a:gd name="T58" fmla="*/ 315 w 315"/>
                <a:gd name="T59" fmla="*/ 249 h 486"/>
                <a:gd name="T60" fmla="*/ 312 w 315"/>
                <a:gd name="T61" fmla="*/ 221 h 486"/>
                <a:gd name="T62" fmla="*/ 306 w 315"/>
                <a:gd name="T63" fmla="*/ 194 h 486"/>
                <a:gd name="T64" fmla="*/ 298 w 315"/>
                <a:gd name="T65" fmla="*/ 169 h 486"/>
                <a:gd name="T66" fmla="*/ 287 w 315"/>
                <a:gd name="T67" fmla="*/ 144 h 486"/>
                <a:gd name="T68" fmla="*/ 274 w 315"/>
                <a:gd name="T69" fmla="*/ 122 h 486"/>
                <a:gd name="T70" fmla="*/ 259 w 315"/>
                <a:gd name="T71" fmla="*/ 101 h 486"/>
                <a:gd name="T72" fmla="*/ 243 w 315"/>
                <a:gd name="T73" fmla="*/ 82 h 486"/>
                <a:gd name="T74" fmla="*/ 224 w 315"/>
                <a:gd name="T75" fmla="*/ 65 h 486"/>
                <a:gd name="T76" fmla="*/ 205 w 315"/>
                <a:gd name="T77" fmla="*/ 49 h 486"/>
                <a:gd name="T78" fmla="*/ 184 w 315"/>
                <a:gd name="T79" fmla="*/ 36 h 486"/>
                <a:gd name="T80" fmla="*/ 163 w 315"/>
                <a:gd name="T81" fmla="*/ 25 h 486"/>
                <a:gd name="T82" fmla="*/ 141 w 315"/>
                <a:gd name="T83" fmla="*/ 15 h 486"/>
                <a:gd name="T84" fmla="*/ 118 w 315"/>
                <a:gd name="T85" fmla="*/ 7 h 486"/>
                <a:gd name="T86" fmla="*/ 95 w 315"/>
                <a:gd name="T87" fmla="*/ 3 h 486"/>
                <a:gd name="T88" fmla="*/ 72 w 315"/>
                <a:gd name="T89" fmla="*/ 0 h 486"/>
                <a:gd name="T90" fmla="*/ 21 w 315"/>
                <a:gd name="T91" fmla="*/ 68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15" h="486">
                  <a:moveTo>
                    <a:pt x="80" y="120"/>
                  </a:moveTo>
                  <a:lnTo>
                    <a:pt x="91" y="120"/>
                  </a:lnTo>
                  <a:lnTo>
                    <a:pt x="101" y="122"/>
                  </a:lnTo>
                  <a:lnTo>
                    <a:pt x="110" y="124"/>
                  </a:lnTo>
                  <a:lnTo>
                    <a:pt x="119" y="128"/>
                  </a:lnTo>
                  <a:lnTo>
                    <a:pt x="128" y="132"/>
                  </a:lnTo>
                  <a:lnTo>
                    <a:pt x="136" y="137"/>
                  </a:lnTo>
                  <a:lnTo>
                    <a:pt x="144" y="143"/>
                  </a:lnTo>
                  <a:lnTo>
                    <a:pt x="151" y="150"/>
                  </a:lnTo>
                  <a:lnTo>
                    <a:pt x="160" y="161"/>
                  </a:lnTo>
                  <a:lnTo>
                    <a:pt x="167" y="172"/>
                  </a:lnTo>
                  <a:lnTo>
                    <a:pt x="172" y="183"/>
                  </a:lnTo>
                  <a:lnTo>
                    <a:pt x="177" y="194"/>
                  </a:lnTo>
                  <a:lnTo>
                    <a:pt x="180" y="206"/>
                  </a:lnTo>
                  <a:lnTo>
                    <a:pt x="182" y="218"/>
                  </a:lnTo>
                  <a:lnTo>
                    <a:pt x="183" y="228"/>
                  </a:lnTo>
                  <a:lnTo>
                    <a:pt x="183" y="237"/>
                  </a:lnTo>
                  <a:lnTo>
                    <a:pt x="181" y="251"/>
                  </a:lnTo>
                  <a:lnTo>
                    <a:pt x="178" y="266"/>
                  </a:lnTo>
                  <a:lnTo>
                    <a:pt x="174" y="279"/>
                  </a:lnTo>
                  <a:lnTo>
                    <a:pt x="168" y="292"/>
                  </a:lnTo>
                  <a:lnTo>
                    <a:pt x="161" y="304"/>
                  </a:lnTo>
                  <a:lnTo>
                    <a:pt x="153" y="317"/>
                  </a:lnTo>
                  <a:lnTo>
                    <a:pt x="144" y="327"/>
                  </a:lnTo>
                  <a:lnTo>
                    <a:pt x="134" y="338"/>
                  </a:lnTo>
                  <a:lnTo>
                    <a:pt x="123" y="347"/>
                  </a:lnTo>
                  <a:lnTo>
                    <a:pt x="112" y="355"/>
                  </a:lnTo>
                  <a:lnTo>
                    <a:pt x="100" y="363"/>
                  </a:lnTo>
                  <a:lnTo>
                    <a:pt x="87" y="369"/>
                  </a:lnTo>
                  <a:lnTo>
                    <a:pt x="74" y="374"/>
                  </a:lnTo>
                  <a:lnTo>
                    <a:pt x="61" y="378"/>
                  </a:lnTo>
                  <a:lnTo>
                    <a:pt x="47" y="380"/>
                  </a:lnTo>
                  <a:lnTo>
                    <a:pt x="33" y="381"/>
                  </a:lnTo>
                  <a:lnTo>
                    <a:pt x="0" y="434"/>
                  </a:lnTo>
                  <a:lnTo>
                    <a:pt x="64" y="486"/>
                  </a:lnTo>
                  <a:lnTo>
                    <a:pt x="74" y="486"/>
                  </a:lnTo>
                  <a:lnTo>
                    <a:pt x="85" y="485"/>
                  </a:lnTo>
                  <a:lnTo>
                    <a:pt x="97" y="484"/>
                  </a:lnTo>
                  <a:lnTo>
                    <a:pt x="107" y="482"/>
                  </a:lnTo>
                  <a:lnTo>
                    <a:pt x="129" y="476"/>
                  </a:lnTo>
                  <a:lnTo>
                    <a:pt x="151" y="469"/>
                  </a:lnTo>
                  <a:lnTo>
                    <a:pt x="172" y="460"/>
                  </a:lnTo>
                  <a:lnTo>
                    <a:pt x="194" y="448"/>
                  </a:lnTo>
                  <a:lnTo>
                    <a:pt x="213" y="435"/>
                  </a:lnTo>
                  <a:lnTo>
                    <a:pt x="232" y="421"/>
                  </a:lnTo>
                  <a:lnTo>
                    <a:pt x="250" y="406"/>
                  </a:lnTo>
                  <a:lnTo>
                    <a:pt x="266" y="388"/>
                  </a:lnTo>
                  <a:lnTo>
                    <a:pt x="273" y="379"/>
                  </a:lnTo>
                  <a:lnTo>
                    <a:pt x="279" y="370"/>
                  </a:lnTo>
                  <a:lnTo>
                    <a:pt x="286" y="361"/>
                  </a:lnTo>
                  <a:lnTo>
                    <a:pt x="291" y="350"/>
                  </a:lnTo>
                  <a:lnTo>
                    <a:pt x="297" y="340"/>
                  </a:lnTo>
                  <a:lnTo>
                    <a:pt x="302" y="330"/>
                  </a:lnTo>
                  <a:lnTo>
                    <a:pt x="306" y="320"/>
                  </a:lnTo>
                  <a:lnTo>
                    <a:pt x="309" y="309"/>
                  </a:lnTo>
                  <a:lnTo>
                    <a:pt x="312" y="297"/>
                  </a:lnTo>
                  <a:lnTo>
                    <a:pt x="314" y="287"/>
                  </a:lnTo>
                  <a:lnTo>
                    <a:pt x="315" y="275"/>
                  </a:lnTo>
                  <a:lnTo>
                    <a:pt x="315" y="264"/>
                  </a:lnTo>
                  <a:lnTo>
                    <a:pt x="315" y="249"/>
                  </a:lnTo>
                  <a:lnTo>
                    <a:pt x="314" y="235"/>
                  </a:lnTo>
                  <a:lnTo>
                    <a:pt x="312" y="221"/>
                  </a:lnTo>
                  <a:lnTo>
                    <a:pt x="309" y="207"/>
                  </a:lnTo>
                  <a:lnTo>
                    <a:pt x="306" y="194"/>
                  </a:lnTo>
                  <a:lnTo>
                    <a:pt x="302" y="181"/>
                  </a:lnTo>
                  <a:lnTo>
                    <a:pt x="298" y="169"/>
                  </a:lnTo>
                  <a:lnTo>
                    <a:pt x="293" y="156"/>
                  </a:lnTo>
                  <a:lnTo>
                    <a:pt x="287" y="144"/>
                  </a:lnTo>
                  <a:lnTo>
                    <a:pt x="280" y="133"/>
                  </a:lnTo>
                  <a:lnTo>
                    <a:pt x="274" y="122"/>
                  </a:lnTo>
                  <a:lnTo>
                    <a:pt x="267" y="112"/>
                  </a:lnTo>
                  <a:lnTo>
                    <a:pt x="259" y="101"/>
                  </a:lnTo>
                  <a:lnTo>
                    <a:pt x="251" y="91"/>
                  </a:lnTo>
                  <a:lnTo>
                    <a:pt x="243" y="82"/>
                  </a:lnTo>
                  <a:lnTo>
                    <a:pt x="233" y="73"/>
                  </a:lnTo>
                  <a:lnTo>
                    <a:pt x="224" y="65"/>
                  </a:lnTo>
                  <a:lnTo>
                    <a:pt x="215" y="56"/>
                  </a:lnTo>
                  <a:lnTo>
                    <a:pt x="205" y="49"/>
                  </a:lnTo>
                  <a:lnTo>
                    <a:pt x="195" y="42"/>
                  </a:lnTo>
                  <a:lnTo>
                    <a:pt x="184" y="36"/>
                  </a:lnTo>
                  <a:lnTo>
                    <a:pt x="174" y="30"/>
                  </a:lnTo>
                  <a:lnTo>
                    <a:pt x="163" y="25"/>
                  </a:lnTo>
                  <a:lnTo>
                    <a:pt x="152" y="20"/>
                  </a:lnTo>
                  <a:lnTo>
                    <a:pt x="141" y="15"/>
                  </a:lnTo>
                  <a:lnTo>
                    <a:pt x="129" y="12"/>
                  </a:lnTo>
                  <a:lnTo>
                    <a:pt x="118" y="7"/>
                  </a:lnTo>
                  <a:lnTo>
                    <a:pt x="107" y="5"/>
                  </a:lnTo>
                  <a:lnTo>
                    <a:pt x="95" y="3"/>
                  </a:lnTo>
                  <a:lnTo>
                    <a:pt x="83" y="1"/>
                  </a:lnTo>
                  <a:lnTo>
                    <a:pt x="72" y="0"/>
                  </a:lnTo>
                  <a:lnTo>
                    <a:pt x="60" y="0"/>
                  </a:lnTo>
                  <a:lnTo>
                    <a:pt x="21" y="68"/>
                  </a:lnTo>
                  <a:lnTo>
                    <a:pt x="80" y="12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41" name="Freeform 44"/>
            <p:cNvSpPr>
              <a:spLocks/>
            </p:cNvSpPr>
            <p:nvPr userDrawn="1"/>
          </p:nvSpPr>
          <p:spPr bwMode="gray">
            <a:xfrm>
              <a:off x="6884" y="562"/>
              <a:ext cx="92" cy="118"/>
            </a:xfrm>
            <a:custGeom>
              <a:avLst/>
              <a:gdLst>
                <a:gd name="T0" fmla="*/ 1007 w 1095"/>
                <a:gd name="T1" fmla="*/ 693 h 1421"/>
                <a:gd name="T2" fmla="*/ 952 w 1095"/>
                <a:gd name="T3" fmla="*/ 735 h 1421"/>
                <a:gd name="T4" fmla="*/ 915 w 1095"/>
                <a:gd name="T5" fmla="*/ 791 h 1421"/>
                <a:gd name="T6" fmla="*/ 906 w 1095"/>
                <a:gd name="T7" fmla="*/ 852 h 1421"/>
                <a:gd name="T8" fmla="*/ 929 w 1095"/>
                <a:gd name="T9" fmla="*/ 906 h 1421"/>
                <a:gd name="T10" fmla="*/ 974 w 1095"/>
                <a:gd name="T11" fmla="*/ 937 h 1421"/>
                <a:gd name="T12" fmla="*/ 1040 w 1095"/>
                <a:gd name="T13" fmla="*/ 1047 h 1421"/>
                <a:gd name="T14" fmla="*/ 955 w 1095"/>
                <a:gd name="T15" fmla="*/ 1038 h 1421"/>
                <a:gd name="T16" fmla="*/ 881 w 1095"/>
                <a:gd name="T17" fmla="*/ 1012 h 1421"/>
                <a:gd name="T18" fmla="*/ 821 w 1095"/>
                <a:gd name="T19" fmla="*/ 976 h 1421"/>
                <a:gd name="T20" fmla="*/ 774 w 1095"/>
                <a:gd name="T21" fmla="*/ 931 h 1421"/>
                <a:gd name="T22" fmla="*/ 741 w 1095"/>
                <a:gd name="T23" fmla="*/ 883 h 1421"/>
                <a:gd name="T24" fmla="*/ 726 w 1095"/>
                <a:gd name="T25" fmla="*/ 835 h 1421"/>
                <a:gd name="T26" fmla="*/ 728 w 1095"/>
                <a:gd name="T27" fmla="*/ 774 h 1421"/>
                <a:gd name="T28" fmla="*/ 749 w 1095"/>
                <a:gd name="T29" fmla="*/ 723 h 1421"/>
                <a:gd name="T30" fmla="*/ 650 w 1095"/>
                <a:gd name="T31" fmla="*/ 723 h 1421"/>
                <a:gd name="T32" fmla="*/ 491 w 1095"/>
                <a:gd name="T33" fmla="*/ 745 h 1421"/>
                <a:gd name="T34" fmla="*/ 462 w 1095"/>
                <a:gd name="T35" fmla="*/ 886 h 1421"/>
                <a:gd name="T36" fmla="*/ 435 w 1095"/>
                <a:gd name="T37" fmla="*/ 1103 h 1421"/>
                <a:gd name="T38" fmla="*/ 427 w 1095"/>
                <a:gd name="T39" fmla="*/ 1291 h 1421"/>
                <a:gd name="T40" fmla="*/ 431 w 1095"/>
                <a:gd name="T41" fmla="*/ 1398 h 1421"/>
                <a:gd name="T42" fmla="*/ 416 w 1095"/>
                <a:gd name="T43" fmla="*/ 1418 h 1421"/>
                <a:gd name="T44" fmla="*/ 378 w 1095"/>
                <a:gd name="T45" fmla="*/ 1418 h 1421"/>
                <a:gd name="T46" fmla="*/ 337 w 1095"/>
                <a:gd name="T47" fmla="*/ 1390 h 1421"/>
                <a:gd name="T48" fmla="*/ 310 w 1095"/>
                <a:gd name="T49" fmla="*/ 1337 h 1421"/>
                <a:gd name="T50" fmla="*/ 293 w 1095"/>
                <a:gd name="T51" fmla="*/ 1256 h 1421"/>
                <a:gd name="T52" fmla="*/ 288 w 1095"/>
                <a:gd name="T53" fmla="*/ 1109 h 1421"/>
                <a:gd name="T54" fmla="*/ 313 w 1095"/>
                <a:gd name="T55" fmla="*/ 843 h 1421"/>
                <a:gd name="T56" fmla="*/ 226 w 1095"/>
                <a:gd name="T57" fmla="*/ 803 h 1421"/>
                <a:gd name="T58" fmla="*/ 161 w 1095"/>
                <a:gd name="T59" fmla="*/ 831 h 1421"/>
                <a:gd name="T60" fmla="*/ 125 w 1095"/>
                <a:gd name="T61" fmla="*/ 840 h 1421"/>
                <a:gd name="T62" fmla="*/ 86 w 1095"/>
                <a:gd name="T63" fmla="*/ 834 h 1421"/>
                <a:gd name="T64" fmla="*/ 24 w 1095"/>
                <a:gd name="T65" fmla="*/ 796 h 1421"/>
                <a:gd name="T66" fmla="*/ 0 w 1095"/>
                <a:gd name="T67" fmla="*/ 762 h 1421"/>
                <a:gd name="T68" fmla="*/ 8 w 1095"/>
                <a:gd name="T69" fmla="*/ 740 h 1421"/>
                <a:gd name="T70" fmla="*/ 62 w 1095"/>
                <a:gd name="T71" fmla="*/ 713 h 1421"/>
                <a:gd name="T72" fmla="*/ 251 w 1095"/>
                <a:gd name="T73" fmla="*/ 663 h 1421"/>
                <a:gd name="T74" fmla="*/ 364 w 1095"/>
                <a:gd name="T75" fmla="*/ 577 h 1421"/>
                <a:gd name="T76" fmla="*/ 431 w 1095"/>
                <a:gd name="T77" fmla="*/ 350 h 1421"/>
                <a:gd name="T78" fmla="*/ 514 w 1095"/>
                <a:gd name="T79" fmla="*/ 162 h 1421"/>
                <a:gd name="T80" fmla="*/ 599 w 1095"/>
                <a:gd name="T81" fmla="*/ 34 h 1421"/>
                <a:gd name="T82" fmla="*/ 669 w 1095"/>
                <a:gd name="T83" fmla="*/ 1 h 1421"/>
                <a:gd name="T84" fmla="*/ 732 w 1095"/>
                <a:gd name="T85" fmla="*/ 7 h 1421"/>
                <a:gd name="T86" fmla="*/ 799 w 1095"/>
                <a:gd name="T87" fmla="*/ 37 h 1421"/>
                <a:gd name="T88" fmla="*/ 852 w 1095"/>
                <a:gd name="T89" fmla="*/ 97 h 1421"/>
                <a:gd name="T90" fmla="*/ 866 w 1095"/>
                <a:gd name="T91" fmla="*/ 159 h 1421"/>
                <a:gd name="T92" fmla="*/ 852 w 1095"/>
                <a:gd name="T93" fmla="*/ 204 h 1421"/>
                <a:gd name="T94" fmla="*/ 824 w 1095"/>
                <a:gd name="T95" fmla="*/ 224 h 1421"/>
                <a:gd name="T96" fmla="*/ 807 w 1095"/>
                <a:gd name="T97" fmla="*/ 220 h 1421"/>
                <a:gd name="T98" fmla="*/ 778 w 1095"/>
                <a:gd name="T99" fmla="*/ 172 h 1421"/>
                <a:gd name="T100" fmla="*/ 731 w 1095"/>
                <a:gd name="T101" fmla="*/ 149 h 1421"/>
                <a:gd name="T102" fmla="*/ 697 w 1095"/>
                <a:gd name="T103" fmla="*/ 160 h 1421"/>
                <a:gd name="T104" fmla="*/ 660 w 1095"/>
                <a:gd name="T105" fmla="*/ 210 h 1421"/>
                <a:gd name="T106" fmla="*/ 601 w 1095"/>
                <a:gd name="T107" fmla="*/ 339 h 1421"/>
                <a:gd name="T108" fmla="*/ 514 w 1095"/>
                <a:gd name="T109" fmla="*/ 627 h 1421"/>
                <a:gd name="T110" fmla="*/ 618 w 1095"/>
                <a:gd name="T111" fmla="*/ 629 h 1421"/>
                <a:gd name="T112" fmla="*/ 798 w 1095"/>
                <a:gd name="T113" fmla="*/ 626 h 1421"/>
                <a:gd name="T114" fmla="*/ 892 w 1095"/>
                <a:gd name="T115" fmla="*/ 627 h 1421"/>
                <a:gd name="T116" fmla="*/ 961 w 1095"/>
                <a:gd name="T117" fmla="*/ 578 h 1421"/>
                <a:gd name="T118" fmla="*/ 1027 w 1095"/>
                <a:gd name="T119" fmla="*/ 561 h 1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095" h="1421">
                  <a:moveTo>
                    <a:pt x="1056" y="681"/>
                  </a:moveTo>
                  <a:lnTo>
                    <a:pt x="1044" y="682"/>
                  </a:lnTo>
                  <a:lnTo>
                    <a:pt x="1032" y="684"/>
                  </a:lnTo>
                  <a:lnTo>
                    <a:pt x="1020" y="688"/>
                  </a:lnTo>
                  <a:lnTo>
                    <a:pt x="1007" y="693"/>
                  </a:lnTo>
                  <a:lnTo>
                    <a:pt x="995" y="699"/>
                  </a:lnTo>
                  <a:lnTo>
                    <a:pt x="984" y="707"/>
                  </a:lnTo>
                  <a:lnTo>
                    <a:pt x="973" y="715"/>
                  </a:lnTo>
                  <a:lnTo>
                    <a:pt x="961" y="725"/>
                  </a:lnTo>
                  <a:lnTo>
                    <a:pt x="952" y="735"/>
                  </a:lnTo>
                  <a:lnTo>
                    <a:pt x="943" y="745"/>
                  </a:lnTo>
                  <a:lnTo>
                    <a:pt x="934" y="756"/>
                  </a:lnTo>
                  <a:lnTo>
                    <a:pt x="927" y="767"/>
                  </a:lnTo>
                  <a:lnTo>
                    <a:pt x="921" y="779"/>
                  </a:lnTo>
                  <a:lnTo>
                    <a:pt x="915" y="791"/>
                  </a:lnTo>
                  <a:lnTo>
                    <a:pt x="910" y="802"/>
                  </a:lnTo>
                  <a:lnTo>
                    <a:pt x="908" y="813"/>
                  </a:lnTo>
                  <a:lnTo>
                    <a:pt x="906" y="827"/>
                  </a:lnTo>
                  <a:lnTo>
                    <a:pt x="905" y="839"/>
                  </a:lnTo>
                  <a:lnTo>
                    <a:pt x="906" y="852"/>
                  </a:lnTo>
                  <a:lnTo>
                    <a:pt x="908" y="863"/>
                  </a:lnTo>
                  <a:lnTo>
                    <a:pt x="912" y="876"/>
                  </a:lnTo>
                  <a:lnTo>
                    <a:pt x="917" y="886"/>
                  </a:lnTo>
                  <a:lnTo>
                    <a:pt x="922" y="897"/>
                  </a:lnTo>
                  <a:lnTo>
                    <a:pt x="929" y="906"/>
                  </a:lnTo>
                  <a:lnTo>
                    <a:pt x="936" y="914"/>
                  </a:lnTo>
                  <a:lnTo>
                    <a:pt x="945" y="922"/>
                  </a:lnTo>
                  <a:lnTo>
                    <a:pt x="953" y="928"/>
                  </a:lnTo>
                  <a:lnTo>
                    <a:pt x="964" y="933"/>
                  </a:lnTo>
                  <a:lnTo>
                    <a:pt x="974" y="937"/>
                  </a:lnTo>
                  <a:lnTo>
                    <a:pt x="985" y="940"/>
                  </a:lnTo>
                  <a:lnTo>
                    <a:pt x="997" y="941"/>
                  </a:lnTo>
                  <a:lnTo>
                    <a:pt x="1009" y="942"/>
                  </a:lnTo>
                  <a:lnTo>
                    <a:pt x="1073" y="984"/>
                  </a:lnTo>
                  <a:lnTo>
                    <a:pt x="1040" y="1047"/>
                  </a:lnTo>
                  <a:lnTo>
                    <a:pt x="1022" y="1047"/>
                  </a:lnTo>
                  <a:lnTo>
                    <a:pt x="1004" y="1046"/>
                  </a:lnTo>
                  <a:lnTo>
                    <a:pt x="988" y="1044"/>
                  </a:lnTo>
                  <a:lnTo>
                    <a:pt x="971" y="1041"/>
                  </a:lnTo>
                  <a:lnTo>
                    <a:pt x="955" y="1038"/>
                  </a:lnTo>
                  <a:lnTo>
                    <a:pt x="939" y="1034"/>
                  </a:lnTo>
                  <a:lnTo>
                    <a:pt x="924" y="1030"/>
                  </a:lnTo>
                  <a:lnTo>
                    <a:pt x="909" y="1025"/>
                  </a:lnTo>
                  <a:lnTo>
                    <a:pt x="895" y="1019"/>
                  </a:lnTo>
                  <a:lnTo>
                    <a:pt x="881" y="1012"/>
                  </a:lnTo>
                  <a:lnTo>
                    <a:pt x="869" y="1006"/>
                  </a:lnTo>
                  <a:lnTo>
                    <a:pt x="855" y="999"/>
                  </a:lnTo>
                  <a:lnTo>
                    <a:pt x="843" y="992"/>
                  </a:lnTo>
                  <a:lnTo>
                    <a:pt x="832" y="984"/>
                  </a:lnTo>
                  <a:lnTo>
                    <a:pt x="821" y="976"/>
                  </a:lnTo>
                  <a:lnTo>
                    <a:pt x="810" y="968"/>
                  </a:lnTo>
                  <a:lnTo>
                    <a:pt x="800" y="958"/>
                  </a:lnTo>
                  <a:lnTo>
                    <a:pt x="790" y="949"/>
                  </a:lnTo>
                  <a:lnTo>
                    <a:pt x="782" y="940"/>
                  </a:lnTo>
                  <a:lnTo>
                    <a:pt x="774" y="931"/>
                  </a:lnTo>
                  <a:lnTo>
                    <a:pt x="766" y="922"/>
                  </a:lnTo>
                  <a:lnTo>
                    <a:pt x="759" y="911"/>
                  </a:lnTo>
                  <a:lnTo>
                    <a:pt x="752" y="902"/>
                  </a:lnTo>
                  <a:lnTo>
                    <a:pt x="746" y="892"/>
                  </a:lnTo>
                  <a:lnTo>
                    <a:pt x="741" y="883"/>
                  </a:lnTo>
                  <a:lnTo>
                    <a:pt x="737" y="873"/>
                  </a:lnTo>
                  <a:lnTo>
                    <a:pt x="733" y="863"/>
                  </a:lnTo>
                  <a:lnTo>
                    <a:pt x="730" y="853"/>
                  </a:lnTo>
                  <a:lnTo>
                    <a:pt x="728" y="844"/>
                  </a:lnTo>
                  <a:lnTo>
                    <a:pt x="726" y="835"/>
                  </a:lnTo>
                  <a:lnTo>
                    <a:pt x="725" y="826"/>
                  </a:lnTo>
                  <a:lnTo>
                    <a:pt x="725" y="816"/>
                  </a:lnTo>
                  <a:lnTo>
                    <a:pt x="725" y="801"/>
                  </a:lnTo>
                  <a:lnTo>
                    <a:pt x="726" y="787"/>
                  </a:lnTo>
                  <a:lnTo>
                    <a:pt x="728" y="774"/>
                  </a:lnTo>
                  <a:lnTo>
                    <a:pt x="731" y="761"/>
                  </a:lnTo>
                  <a:lnTo>
                    <a:pt x="734" y="750"/>
                  </a:lnTo>
                  <a:lnTo>
                    <a:pt x="739" y="740"/>
                  </a:lnTo>
                  <a:lnTo>
                    <a:pt x="744" y="731"/>
                  </a:lnTo>
                  <a:lnTo>
                    <a:pt x="749" y="723"/>
                  </a:lnTo>
                  <a:lnTo>
                    <a:pt x="759" y="712"/>
                  </a:lnTo>
                  <a:lnTo>
                    <a:pt x="745" y="713"/>
                  </a:lnTo>
                  <a:lnTo>
                    <a:pt x="714" y="716"/>
                  </a:lnTo>
                  <a:lnTo>
                    <a:pt x="682" y="720"/>
                  </a:lnTo>
                  <a:lnTo>
                    <a:pt x="650" y="723"/>
                  </a:lnTo>
                  <a:lnTo>
                    <a:pt x="619" y="727"/>
                  </a:lnTo>
                  <a:lnTo>
                    <a:pt x="586" y="731"/>
                  </a:lnTo>
                  <a:lnTo>
                    <a:pt x="555" y="735"/>
                  </a:lnTo>
                  <a:lnTo>
                    <a:pt x="523" y="740"/>
                  </a:lnTo>
                  <a:lnTo>
                    <a:pt x="491" y="745"/>
                  </a:lnTo>
                  <a:lnTo>
                    <a:pt x="487" y="745"/>
                  </a:lnTo>
                  <a:lnTo>
                    <a:pt x="487" y="749"/>
                  </a:lnTo>
                  <a:lnTo>
                    <a:pt x="478" y="795"/>
                  </a:lnTo>
                  <a:lnTo>
                    <a:pt x="470" y="841"/>
                  </a:lnTo>
                  <a:lnTo>
                    <a:pt x="462" y="886"/>
                  </a:lnTo>
                  <a:lnTo>
                    <a:pt x="455" y="931"/>
                  </a:lnTo>
                  <a:lnTo>
                    <a:pt x="448" y="976"/>
                  </a:lnTo>
                  <a:lnTo>
                    <a:pt x="443" y="1019"/>
                  </a:lnTo>
                  <a:lnTo>
                    <a:pt x="439" y="1061"/>
                  </a:lnTo>
                  <a:lnTo>
                    <a:pt x="435" y="1103"/>
                  </a:lnTo>
                  <a:lnTo>
                    <a:pt x="432" y="1143"/>
                  </a:lnTo>
                  <a:lnTo>
                    <a:pt x="429" y="1183"/>
                  </a:lnTo>
                  <a:lnTo>
                    <a:pt x="428" y="1221"/>
                  </a:lnTo>
                  <a:lnTo>
                    <a:pt x="427" y="1256"/>
                  </a:lnTo>
                  <a:lnTo>
                    <a:pt x="427" y="1291"/>
                  </a:lnTo>
                  <a:lnTo>
                    <a:pt x="428" y="1323"/>
                  </a:lnTo>
                  <a:lnTo>
                    <a:pt x="429" y="1353"/>
                  </a:lnTo>
                  <a:lnTo>
                    <a:pt x="432" y="1382"/>
                  </a:lnTo>
                  <a:lnTo>
                    <a:pt x="432" y="1391"/>
                  </a:lnTo>
                  <a:lnTo>
                    <a:pt x="431" y="1398"/>
                  </a:lnTo>
                  <a:lnTo>
                    <a:pt x="429" y="1405"/>
                  </a:lnTo>
                  <a:lnTo>
                    <a:pt x="426" y="1411"/>
                  </a:lnTo>
                  <a:lnTo>
                    <a:pt x="423" y="1414"/>
                  </a:lnTo>
                  <a:lnTo>
                    <a:pt x="420" y="1416"/>
                  </a:lnTo>
                  <a:lnTo>
                    <a:pt x="416" y="1418"/>
                  </a:lnTo>
                  <a:lnTo>
                    <a:pt x="413" y="1419"/>
                  </a:lnTo>
                  <a:lnTo>
                    <a:pt x="406" y="1420"/>
                  </a:lnTo>
                  <a:lnTo>
                    <a:pt x="398" y="1421"/>
                  </a:lnTo>
                  <a:lnTo>
                    <a:pt x="388" y="1420"/>
                  </a:lnTo>
                  <a:lnTo>
                    <a:pt x="378" y="1418"/>
                  </a:lnTo>
                  <a:lnTo>
                    <a:pt x="368" y="1414"/>
                  </a:lnTo>
                  <a:lnTo>
                    <a:pt x="359" y="1409"/>
                  </a:lnTo>
                  <a:lnTo>
                    <a:pt x="352" y="1403"/>
                  </a:lnTo>
                  <a:lnTo>
                    <a:pt x="344" y="1397"/>
                  </a:lnTo>
                  <a:lnTo>
                    <a:pt x="337" y="1390"/>
                  </a:lnTo>
                  <a:lnTo>
                    <a:pt x="331" y="1381"/>
                  </a:lnTo>
                  <a:lnTo>
                    <a:pt x="325" y="1372"/>
                  </a:lnTo>
                  <a:lnTo>
                    <a:pt x="319" y="1362"/>
                  </a:lnTo>
                  <a:lnTo>
                    <a:pt x="314" y="1349"/>
                  </a:lnTo>
                  <a:lnTo>
                    <a:pt x="310" y="1337"/>
                  </a:lnTo>
                  <a:lnTo>
                    <a:pt x="306" y="1323"/>
                  </a:lnTo>
                  <a:lnTo>
                    <a:pt x="302" y="1307"/>
                  </a:lnTo>
                  <a:lnTo>
                    <a:pt x="298" y="1292"/>
                  </a:lnTo>
                  <a:lnTo>
                    <a:pt x="295" y="1275"/>
                  </a:lnTo>
                  <a:lnTo>
                    <a:pt x="293" y="1256"/>
                  </a:lnTo>
                  <a:lnTo>
                    <a:pt x="291" y="1237"/>
                  </a:lnTo>
                  <a:lnTo>
                    <a:pt x="289" y="1217"/>
                  </a:lnTo>
                  <a:lnTo>
                    <a:pt x="288" y="1195"/>
                  </a:lnTo>
                  <a:lnTo>
                    <a:pt x="287" y="1154"/>
                  </a:lnTo>
                  <a:lnTo>
                    <a:pt x="288" y="1109"/>
                  </a:lnTo>
                  <a:lnTo>
                    <a:pt x="290" y="1060"/>
                  </a:lnTo>
                  <a:lnTo>
                    <a:pt x="294" y="1009"/>
                  </a:lnTo>
                  <a:lnTo>
                    <a:pt x="298" y="955"/>
                  </a:lnTo>
                  <a:lnTo>
                    <a:pt x="306" y="900"/>
                  </a:lnTo>
                  <a:lnTo>
                    <a:pt x="313" y="843"/>
                  </a:lnTo>
                  <a:lnTo>
                    <a:pt x="322" y="786"/>
                  </a:lnTo>
                  <a:lnTo>
                    <a:pt x="323" y="777"/>
                  </a:lnTo>
                  <a:lnTo>
                    <a:pt x="315" y="779"/>
                  </a:lnTo>
                  <a:lnTo>
                    <a:pt x="267" y="791"/>
                  </a:lnTo>
                  <a:lnTo>
                    <a:pt x="226" y="803"/>
                  </a:lnTo>
                  <a:lnTo>
                    <a:pt x="209" y="809"/>
                  </a:lnTo>
                  <a:lnTo>
                    <a:pt x="193" y="815"/>
                  </a:lnTo>
                  <a:lnTo>
                    <a:pt x="180" y="822"/>
                  </a:lnTo>
                  <a:lnTo>
                    <a:pt x="168" y="827"/>
                  </a:lnTo>
                  <a:lnTo>
                    <a:pt x="161" y="831"/>
                  </a:lnTo>
                  <a:lnTo>
                    <a:pt x="154" y="834"/>
                  </a:lnTo>
                  <a:lnTo>
                    <a:pt x="147" y="836"/>
                  </a:lnTo>
                  <a:lnTo>
                    <a:pt x="139" y="838"/>
                  </a:lnTo>
                  <a:lnTo>
                    <a:pt x="132" y="839"/>
                  </a:lnTo>
                  <a:lnTo>
                    <a:pt x="125" y="840"/>
                  </a:lnTo>
                  <a:lnTo>
                    <a:pt x="117" y="840"/>
                  </a:lnTo>
                  <a:lnTo>
                    <a:pt x="110" y="839"/>
                  </a:lnTo>
                  <a:lnTo>
                    <a:pt x="102" y="838"/>
                  </a:lnTo>
                  <a:lnTo>
                    <a:pt x="94" y="836"/>
                  </a:lnTo>
                  <a:lnTo>
                    <a:pt x="86" y="834"/>
                  </a:lnTo>
                  <a:lnTo>
                    <a:pt x="78" y="830"/>
                  </a:lnTo>
                  <a:lnTo>
                    <a:pt x="62" y="822"/>
                  </a:lnTo>
                  <a:lnTo>
                    <a:pt x="45" y="811"/>
                  </a:lnTo>
                  <a:lnTo>
                    <a:pt x="33" y="803"/>
                  </a:lnTo>
                  <a:lnTo>
                    <a:pt x="24" y="796"/>
                  </a:lnTo>
                  <a:lnTo>
                    <a:pt x="16" y="789"/>
                  </a:lnTo>
                  <a:lnTo>
                    <a:pt x="10" y="782"/>
                  </a:lnTo>
                  <a:lnTo>
                    <a:pt x="5" y="775"/>
                  </a:lnTo>
                  <a:lnTo>
                    <a:pt x="2" y="768"/>
                  </a:lnTo>
                  <a:lnTo>
                    <a:pt x="0" y="762"/>
                  </a:lnTo>
                  <a:lnTo>
                    <a:pt x="0" y="756"/>
                  </a:lnTo>
                  <a:lnTo>
                    <a:pt x="0" y="752"/>
                  </a:lnTo>
                  <a:lnTo>
                    <a:pt x="2" y="748"/>
                  </a:lnTo>
                  <a:lnTo>
                    <a:pt x="5" y="744"/>
                  </a:lnTo>
                  <a:lnTo>
                    <a:pt x="8" y="740"/>
                  </a:lnTo>
                  <a:lnTo>
                    <a:pt x="13" y="736"/>
                  </a:lnTo>
                  <a:lnTo>
                    <a:pt x="18" y="733"/>
                  </a:lnTo>
                  <a:lnTo>
                    <a:pt x="24" y="729"/>
                  </a:lnTo>
                  <a:lnTo>
                    <a:pt x="31" y="726"/>
                  </a:lnTo>
                  <a:lnTo>
                    <a:pt x="62" y="713"/>
                  </a:lnTo>
                  <a:lnTo>
                    <a:pt x="94" y="701"/>
                  </a:lnTo>
                  <a:lnTo>
                    <a:pt x="129" y="691"/>
                  </a:lnTo>
                  <a:lnTo>
                    <a:pt x="167" y="681"/>
                  </a:lnTo>
                  <a:lnTo>
                    <a:pt x="208" y="672"/>
                  </a:lnTo>
                  <a:lnTo>
                    <a:pt x="251" y="663"/>
                  </a:lnTo>
                  <a:lnTo>
                    <a:pt x="295" y="656"/>
                  </a:lnTo>
                  <a:lnTo>
                    <a:pt x="343" y="649"/>
                  </a:lnTo>
                  <a:lnTo>
                    <a:pt x="347" y="649"/>
                  </a:lnTo>
                  <a:lnTo>
                    <a:pt x="348" y="645"/>
                  </a:lnTo>
                  <a:lnTo>
                    <a:pt x="364" y="577"/>
                  </a:lnTo>
                  <a:lnTo>
                    <a:pt x="383" y="503"/>
                  </a:lnTo>
                  <a:lnTo>
                    <a:pt x="393" y="465"/>
                  </a:lnTo>
                  <a:lnTo>
                    <a:pt x="406" y="428"/>
                  </a:lnTo>
                  <a:lnTo>
                    <a:pt x="418" y="389"/>
                  </a:lnTo>
                  <a:lnTo>
                    <a:pt x="431" y="350"/>
                  </a:lnTo>
                  <a:lnTo>
                    <a:pt x="445" y="311"/>
                  </a:lnTo>
                  <a:lnTo>
                    <a:pt x="462" y="272"/>
                  </a:lnTo>
                  <a:lnTo>
                    <a:pt x="478" y="235"/>
                  </a:lnTo>
                  <a:lnTo>
                    <a:pt x="495" y="198"/>
                  </a:lnTo>
                  <a:lnTo>
                    <a:pt x="514" y="162"/>
                  </a:lnTo>
                  <a:lnTo>
                    <a:pt x="533" y="126"/>
                  </a:lnTo>
                  <a:lnTo>
                    <a:pt x="555" y="93"/>
                  </a:lnTo>
                  <a:lnTo>
                    <a:pt x="576" y="61"/>
                  </a:lnTo>
                  <a:lnTo>
                    <a:pt x="588" y="47"/>
                  </a:lnTo>
                  <a:lnTo>
                    <a:pt x="599" y="34"/>
                  </a:lnTo>
                  <a:lnTo>
                    <a:pt x="613" y="23"/>
                  </a:lnTo>
                  <a:lnTo>
                    <a:pt x="626" y="15"/>
                  </a:lnTo>
                  <a:lnTo>
                    <a:pt x="639" y="8"/>
                  </a:lnTo>
                  <a:lnTo>
                    <a:pt x="653" y="3"/>
                  </a:lnTo>
                  <a:lnTo>
                    <a:pt x="669" y="1"/>
                  </a:lnTo>
                  <a:lnTo>
                    <a:pt x="684" y="0"/>
                  </a:lnTo>
                  <a:lnTo>
                    <a:pt x="695" y="0"/>
                  </a:lnTo>
                  <a:lnTo>
                    <a:pt x="708" y="2"/>
                  </a:lnTo>
                  <a:lnTo>
                    <a:pt x="719" y="4"/>
                  </a:lnTo>
                  <a:lnTo>
                    <a:pt x="732" y="7"/>
                  </a:lnTo>
                  <a:lnTo>
                    <a:pt x="744" y="11"/>
                  </a:lnTo>
                  <a:lnTo>
                    <a:pt x="757" y="16"/>
                  </a:lnTo>
                  <a:lnTo>
                    <a:pt x="771" y="22"/>
                  </a:lnTo>
                  <a:lnTo>
                    <a:pt x="785" y="29"/>
                  </a:lnTo>
                  <a:lnTo>
                    <a:pt x="799" y="37"/>
                  </a:lnTo>
                  <a:lnTo>
                    <a:pt x="813" y="47"/>
                  </a:lnTo>
                  <a:lnTo>
                    <a:pt x="825" y="58"/>
                  </a:lnTo>
                  <a:lnTo>
                    <a:pt x="835" y="70"/>
                  </a:lnTo>
                  <a:lnTo>
                    <a:pt x="844" y="83"/>
                  </a:lnTo>
                  <a:lnTo>
                    <a:pt x="852" y="97"/>
                  </a:lnTo>
                  <a:lnTo>
                    <a:pt x="858" y="111"/>
                  </a:lnTo>
                  <a:lnTo>
                    <a:pt x="863" y="126"/>
                  </a:lnTo>
                  <a:lnTo>
                    <a:pt x="865" y="138"/>
                  </a:lnTo>
                  <a:lnTo>
                    <a:pt x="866" y="149"/>
                  </a:lnTo>
                  <a:lnTo>
                    <a:pt x="866" y="159"/>
                  </a:lnTo>
                  <a:lnTo>
                    <a:pt x="865" y="169"/>
                  </a:lnTo>
                  <a:lnTo>
                    <a:pt x="864" y="180"/>
                  </a:lnTo>
                  <a:lnTo>
                    <a:pt x="861" y="188"/>
                  </a:lnTo>
                  <a:lnTo>
                    <a:pt x="856" y="196"/>
                  </a:lnTo>
                  <a:lnTo>
                    <a:pt x="852" y="204"/>
                  </a:lnTo>
                  <a:lnTo>
                    <a:pt x="844" y="213"/>
                  </a:lnTo>
                  <a:lnTo>
                    <a:pt x="836" y="219"/>
                  </a:lnTo>
                  <a:lnTo>
                    <a:pt x="832" y="222"/>
                  </a:lnTo>
                  <a:lnTo>
                    <a:pt x="828" y="223"/>
                  </a:lnTo>
                  <a:lnTo>
                    <a:pt x="824" y="224"/>
                  </a:lnTo>
                  <a:lnTo>
                    <a:pt x="820" y="226"/>
                  </a:lnTo>
                  <a:lnTo>
                    <a:pt x="817" y="224"/>
                  </a:lnTo>
                  <a:lnTo>
                    <a:pt x="813" y="223"/>
                  </a:lnTo>
                  <a:lnTo>
                    <a:pt x="810" y="222"/>
                  </a:lnTo>
                  <a:lnTo>
                    <a:pt x="807" y="220"/>
                  </a:lnTo>
                  <a:lnTo>
                    <a:pt x="802" y="215"/>
                  </a:lnTo>
                  <a:lnTo>
                    <a:pt x="799" y="209"/>
                  </a:lnTo>
                  <a:lnTo>
                    <a:pt x="792" y="195"/>
                  </a:lnTo>
                  <a:lnTo>
                    <a:pt x="785" y="184"/>
                  </a:lnTo>
                  <a:lnTo>
                    <a:pt x="778" y="172"/>
                  </a:lnTo>
                  <a:lnTo>
                    <a:pt x="770" y="164"/>
                  </a:lnTo>
                  <a:lnTo>
                    <a:pt x="761" y="158"/>
                  </a:lnTo>
                  <a:lnTo>
                    <a:pt x="751" y="153"/>
                  </a:lnTo>
                  <a:lnTo>
                    <a:pt x="741" y="150"/>
                  </a:lnTo>
                  <a:lnTo>
                    <a:pt x="731" y="149"/>
                  </a:lnTo>
                  <a:lnTo>
                    <a:pt x="728" y="149"/>
                  </a:lnTo>
                  <a:lnTo>
                    <a:pt x="725" y="150"/>
                  </a:lnTo>
                  <a:lnTo>
                    <a:pt x="715" y="152"/>
                  </a:lnTo>
                  <a:lnTo>
                    <a:pt x="705" y="155"/>
                  </a:lnTo>
                  <a:lnTo>
                    <a:pt x="697" y="160"/>
                  </a:lnTo>
                  <a:lnTo>
                    <a:pt x="689" y="166"/>
                  </a:lnTo>
                  <a:lnTo>
                    <a:pt x="682" y="174"/>
                  </a:lnTo>
                  <a:lnTo>
                    <a:pt x="675" y="185"/>
                  </a:lnTo>
                  <a:lnTo>
                    <a:pt x="668" y="196"/>
                  </a:lnTo>
                  <a:lnTo>
                    <a:pt x="660" y="210"/>
                  </a:lnTo>
                  <a:lnTo>
                    <a:pt x="650" y="229"/>
                  </a:lnTo>
                  <a:lnTo>
                    <a:pt x="640" y="249"/>
                  </a:lnTo>
                  <a:lnTo>
                    <a:pt x="630" y="270"/>
                  </a:lnTo>
                  <a:lnTo>
                    <a:pt x="621" y="292"/>
                  </a:lnTo>
                  <a:lnTo>
                    <a:pt x="601" y="339"/>
                  </a:lnTo>
                  <a:lnTo>
                    <a:pt x="583" y="390"/>
                  </a:lnTo>
                  <a:lnTo>
                    <a:pt x="565" y="444"/>
                  </a:lnTo>
                  <a:lnTo>
                    <a:pt x="547" y="502"/>
                  </a:lnTo>
                  <a:lnTo>
                    <a:pt x="530" y="562"/>
                  </a:lnTo>
                  <a:lnTo>
                    <a:pt x="514" y="627"/>
                  </a:lnTo>
                  <a:lnTo>
                    <a:pt x="512" y="634"/>
                  </a:lnTo>
                  <a:lnTo>
                    <a:pt x="520" y="634"/>
                  </a:lnTo>
                  <a:lnTo>
                    <a:pt x="551" y="632"/>
                  </a:lnTo>
                  <a:lnTo>
                    <a:pt x="584" y="630"/>
                  </a:lnTo>
                  <a:lnTo>
                    <a:pt x="618" y="629"/>
                  </a:lnTo>
                  <a:lnTo>
                    <a:pt x="652" y="628"/>
                  </a:lnTo>
                  <a:lnTo>
                    <a:pt x="688" y="627"/>
                  </a:lnTo>
                  <a:lnTo>
                    <a:pt x="724" y="627"/>
                  </a:lnTo>
                  <a:lnTo>
                    <a:pt x="761" y="626"/>
                  </a:lnTo>
                  <a:lnTo>
                    <a:pt x="798" y="626"/>
                  </a:lnTo>
                  <a:lnTo>
                    <a:pt x="821" y="626"/>
                  </a:lnTo>
                  <a:lnTo>
                    <a:pt x="843" y="626"/>
                  </a:lnTo>
                  <a:lnTo>
                    <a:pt x="867" y="627"/>
                  </a:lnTo>
                  <a:lnTo>
                    <a:pt x="889" y="627"/>
                  </a:lnTo>
                  <a:lnTo>
                    <a:pt x="892" y="627"/>
                  </a:lnTo>
                  <a:lnTo>
                    <a:pt x="893" y="625"/>
                  </a:lnTo>
                  <a:lnTo>
                    <a:pt x="909" y="610"/>
                  </a:lnTo>
                  <a:lnTo>
                    <a:pt x="926" y="598"/>
                  </a:lnTo>
                  <a:lnTo>
                    <a:pt x="943" y="587"/>
                  </a:lnTo>
                  <a:lnTo>
                    <a:pt x="961" y="578"/>
                  </a:lnTo>
                  <a:lnTo>
                    <a:pt x="980" y="570"/>
                  </a:lnTo>
                  <a:lnTo>
                    <a:pt x="998" y="565"/>
                  </a:lnTo>
                  <a:lnTo>
                    <a:pt x="1007" y="563"/>
                  </a:lnTo>
                  <a:lnTo>
                    <a:pt x="1018" y="562"/>
                  </a:lnTo>
                  <a:lnTo>
                    <a:pt x="1027" y="561"/>
                  </a:lnTo>
                  <a:lnTo>
                    <a:pt x="1036" y="561"/>
                  </a:lnTo>
                  <a:lnTo>
                    <a:pt x="1095" y="622"/>
                  </a:lnTo>
                  <a:lnTo>
                    <a:pt x="1056" y="68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42" name="Freeform 45"/>
            <p:cNvSpPr>
              <a:spLocks/>
            </p:cNvSpPr>
            <p:nvPr userDrawn="1"/>
          </p:nvSpPr>
          <p:spPr bwMode="gray">
            <a:xfrm>
              <a:off x="6462" y="602"/>
              <a:ext cx="36" cy="42"/>
            </a:xfrm>
            <a:custGeom>
              <a:avLst/>
              <a:gdLst>
                <a:gd name="T0" fmla="*/ 212 w 427"/>
                <a:gd name="T1" fmla="*/ 377 h 496"/>
                <a:gd name="T2" fmla="*/ 201 w 427"/>
                <a:gd name="T3" fmla="*/ 371 h 496"/>
                <a:gd name="T4" fmla="*/ 196 w 427"/>
                <a:gd name="T5" fmla="*/ 364 h 496"/>
                <a:gd name="T6" fmla="*/ 193 w 427"/>
                <a:gd name="T7" fmla="*/ 355 h 496"/>
                <a:gd name="T8" fmla="*/ 192 w 427"/>
                <a:gd name="T9" fmla="*/ 345 h 496"/>
                <a:gd name="T10" fmla="*/ 193 w 427"/>
                <a:gd name="T11" fmla="*/ 333 h 496"/>
                <a:gd name="T12" fmla="*/ 199 w 427"/>
                <a:gd name="T13" fmla="*/ 315 h 496"/>
                <a:gd name="T14" fmla="*/ 213 w 427"/>
                <a:gd name="T15" fmla="*/ 286 h 496"/>
                <a:gd name="T16" fmla="*/ 235 w 427"/>
                <a:gd name="T17" fmla="*/ 250 h 496"/>
                <a:gd name="T18" fmla="*/ 260 w 427"/>
                <a:gd name="T19" fmla="*/ 212 h 496"/>
                <a:gd name="T20" fmla="*/ 289 w 427"/>
                <a:gd name="T21" fmla="*/ 174 h 496"/>
                <a:gd name="T22" fmla="*/ 318 w 427"/>
                <a:gd name="T23" fmla="*/ 142 h 496"/>
                <a:gd name="T24" fmla="*/ 346 w 427"/>
                <a:gd name="T25" fmla="*/ 116 h 496"/>
                <a:gd name="T26" fmla="*/ 365 w 427"/>
                <a:gd name="T27" fmla="*/ 104 h 496"/>
                <a:gd name="T28" fmla="*/ 377 w 427"/>
                <a:gd name="T29" fmla="*/ 101 h 496"/>
                <a:gd name="T30" fmla="*/ 427 w 427"/>
                <a:gd name="T31" fmla="*/ 50 h 496"/>
                <a:gd name="T32" fmla="*/ 359 w 427"/>
                <a:gd name="T33" fmla="*/ 1 h 496"/>
                <a:gd name="T34" fmla="*/ 331 w 427"/>
                <a:gd name="T35" fmla="*/ 6 h 496"/>
                <a:gd name="T36" fmla="*/ 301 w 427"/>
                <a:gd name="T37" fmla="*/ 17 h 496"/>
                <a:gd name="T38" fmla="*/ 272 w 427"/>
                <a:gd name="T39" fmla="*/ 31 h 496"/>
                <a:gd name="T40" fmla="*/ 241 w 427"/>
                <a:gd name="T41" fmla="*/ 50 h 496"/>
                <a:gd name="T42" fmla="*/ 210 w 427"/>
                <a:gd name="T43" fmla="*/ 72 h 496"/>
                <a:gd name="T44" fmla="*/ 167 w 427"/>
                <a:gd name="T45" fmla="*/ 109 h 496"/>
                <a:gd name="T46" fmla="*/ 112 w 427"/>
                <a:gd name="T47" fmla="*/ 165 h 496"/>
                <a:gd name="T48" fmla="*/ 66 w 427"/>
                <a:gd name="T49" fmla="*/ 222 h 496"/>
                <a:gd name="T50" fmla="*/ 37 w 427"/>
                <a:gd name="T51" fmla="*/ 264 h 496"/>
                <a:gd name="T52" fmla="*/ 22 w 427"/>
                <a:gd name="T53" fmla="*/ 291 h 496"/>
                <a:gd name="T54" fmla="*/ 10 w 427"/>
                <a:gd name="T55" fmla="*/ 315 h 496"/>
                <a:gd name="T56" fmla="*/ 3 w 427"/>
                <a:gd name="T57" fmla="*/ 337 h 496"/>
                <a:gd name="T58" fmla="*/ 0 w 427"/>
                <a:gd name="T59" fmla="*/ 356 h 496"/>
                <a:gd name="T60" fmla="*/ 1 w 427"/>
                <a:gd name="T61" fmla="*/ 374 h 496"/>
                <a:gd name="T62" fmla="*/ 7 w 427"/>
                <a:gd name="T63" fmla="*/ 394 h 496"/>
                <a:gd name="T64" fmla="*/ 19 w 427"/>
                <a:gd name="T65" fmla="*/ 412 h 496"/>
                <a:gd name="T66" fmla="*/ 33 w 427"/>
                <a:gd name="T67" fmla="*/ 429 h 496"/>
                <a:gd name="T68" fmla="*/ 51 w 427"/>
                <a:gd name="T69" fmla="*/ 445 h 496"/>
                <a:gd name="T70" fmla="*/ 72 w 427"/>
                <a:gd name="T71" fmla="*/ 459 h 496"/>
                <a:gd name="T72" fmla="*/ 94 w 427"/>
                <a:gd name="T73" fmla="*/ 471 h 496"/>
                <a:gd name="T74" fmla="*/ 119 w 427"/>
                <a:gd name="T75" fmla="*/ 482 h 496"/>
                <a:gd name="T76" fmla="*/ 144 w 427"/>
                <a:gd name="T77" fmla="*/ 490 h 496"/>
                <a:gd name="T78" fmla="*/ 169 w 427"/>
                <a:gd name="T79" fmla="*/ 494 h 496"/>
                <a:gd name="T80" fmla="*/ 193 w 427"/>
                <a:gd name="T81" fmla="*/ 496 h 496"/>
                <a:gd name="T82" fmla="*/ 262 w 427"/>
                <a:gd name="T83" fmla="*/ 437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427" h="496">
                  <a:moveTo>
                    <a:pt x="222" y="377"/>
                  </a:moveTo>
                  <a:lnTo>
                    <a:pt x="212" y="377"/>
                  </a:lnTo>
                  <a:lnTo>
                    <a:pt x="206" y="374"/>
                  </a:lnTo>
                  <a:lnTo>
                    <a:pt x="201" y="371"/>
                  </a:lnTo>
                  <a:lnTo>
                    <a:pt x="198" y="367"/>
                  </a:lnTo>
                  <a:lnTo>
                    <a:pt x="196" y="364"/>
                  </a:lnTo>
                  <a:lnTo>
                    <a:pt x="194" y="359"/>
                  </a:lnTo>
                  <a:lnTo>
                    <a:pt x="193" y="355"/>
                  </a:lnTo>
                  <a:lnTo>
                    <a:pt x="192" y="350"/>
                  </a:lnTo>
                  <a:lnTo>
                    <a:pt x="192" y="345"/>
                  </a:lnTo>
                  <a:lnTo>
                    <a:pt x="192" y="339"/>
                  </a:lnTo>
                  <a:lnTo>
                    <a:pt x="193" y="333"/>
                  </a:lnTo>
                  <a:lnTo>
                    <a:pt x="195" y="326"/>
                  </a:lnTo>
                  <a:lnTo>
                    <a:pt x="199" y="315"/>
                  </a:lnTo>
                  <a:lnTo>
                    <a:pt x="205" y="302"/>
                  </a:lnTo>
                  <a:lnTo>
                    <a:pt x="213" y="286"/>
                  </a:lnTo>
                  <a:lnTo>
                    <a:pt x="224" y="268"/>
                  </a:lnTo>
                  <a:lnTo>
                    <a:pt x="235" y="250"/>
                  </a:lnTo>
                  <a:lnTo>
                    <a:pt x="247" y="231"/>
                  </a:lnTo>
                  <a:lnTo>
                    <a:pt x="260" y="212"/>
                  </a:lnTo>
                  <a:lnTo>
                    <a:pt x="275" y="193"/>
                  </a:lnTo>
                  <a:lnTo>
                    <a:pt x="289" y="174"/>
                  </a:lnTo>
                  <a:lnTo>
                    <a:pt x="303" y="157"/>
                  </a:lnTo>
                  <a:lnTo>
                    <a:pt x="318" y="142"/>
                  </a:lnTo>
                  <a:lnTo>
                    <a:pt x="333" y="127"/>
                  </a:lnTo>
                  <a:lnTo>
                    <a:pt x="346" y="116"/>
                  </a:lnTo>
                  <a:lnTo>
                    <a:pt x="359" y="107"/>
                  </a:lnTo>
                  <a:lnTo>
                    <a:pt x="365" y="104"/>
                  </a:lnTo>
                  <a:lnTo>
                    <a:pt x="372" y="102"/>
                  </a:lnTo>
                  <a:lnTo>
                    <a:pt x="377" y="101"/>
                  </a:lnTo>
                  <a:lnTo>
                    <a:pt x="383" y="100"/>
                  </a:lnTo>
                  <a:lnTo>
                    <a:pt x="427" y="50"/>
                  </a:lnTo>
                  <a:lnTo>
                    <a:pt x="373" y="0"/>
                  </a:lnTo>
                  <a:lnTo>
                    <a:pt x="359" y="1"/>
                  </a:lnTo>
                  <a:lnTo>
                    <a:pt x="345" y="3"/>
                  </a:lnTo>
                  <a:lnTo>
                    <a:pt x="331" y="6"/>
                  </a:lnTo>
                  <a:lnTo>
                    <a:pt x="316" y="11"/>
                  </a:lnTo>
                  <a:lnTo>
                    <a:pt x="301" y="17"/>
                  </a:lnTo>
                  <a:lnTo>
                    <a:pt x="286" y="23"/>
                  </a:lnTo>
                  <a:lnTo>
                    <a:pt x="272" y="31"/>
                  </a:lnTo>
                  <a:lnTo>
                    <a:pt x="256" y="41"/>
                  </a:lnTo>
                  <a:lnTo>
                    <a:pt x="241" y="50"/>
                  </a:lnTo>
                  <a:lnTo>
                    <a:pt x="226" y="61"/>
                  </a:lnTo>
                  <a:lnTo>
                    <a:pt x="210" y="72"/>
                  </a:lnTo>
                  <a:lnTo>
                    <a:pt x="196" y="83"/>
                  </a:lnTo>
                  <a:lnTo>
                    <a:pt x="167" y="109"/>
                  </a:lnTo>
                  <a:lnTo>
                    <a:pt x="139" y="137"/>
                  </a:lnTo>
                  <a:lnTo>
                    <a:pt x="112" y="165"/>
                  </a:lnTo>
                  <a:lnTo>
                    <a:pt x="88" y="194"/>
                  </a:lnTo>
                  <a:lnTo>
                    <a:pt x="66" y="222"/>
                  </a:lnTo>
                  <a:lnTo>
                    <a:pt x="45" y="251"/>
                  </a:lnTo>
                  <a:lnTo>
                    <a:pt x="37" y="264"/>
                  </a:lnTo>
                  <a:lnTo>
                    <a:pt x="29" y="278"/>
                  </a:lnTo>
                  <a:lnTo>
                    <a:pt x="22" y="291"/>
                  </a:lnTo>
                  <a:lnTo>
                    <a:pt x="16" y="303"/>
                  </a:lnTo>
                  <a:lnTo>
                    <a:pt x="10" y="315"/>
                  </a:lnTo>
                  <a:lnTo>
                    <a:pt x="6" y="326"/>
                  </a:lnTo>
                  <a:lnTo>
                    <a:pt x="3" y="337"/>
                  </a:lnTo>
                  <a:lnTo>
                    <a:pt x="1" y="346"/>
                  </a:lnTo>
                  <a:lnTo>
                    <a:pt x="0" y="356"/>
                  </a:lnTo>
                  <a:lnTo>
                    <a:pt x="0" y="365"/>
                  </a:lnTo>
                  <a:lnTo>
                    <a:pt x="1" y="374"/>
                  </a:lnTo>
                  <a:lnTo>
                    <a:pt x="4" y="385"/>
                  </a:lnTo>
                  <a:lnTo>
                    <a:pt x="7" y="394"/>
                  </a:lnTo>
                  <a:lnTo>
                    <a:pt x="13" y="403"/>
                  </a:lnTo>
                  <a:lnTo>
                    <a:pt x="19" y="412"/>
                  </a:lnTo>
                  <a:lnTo>
                    <a:pt x="26" y="420"/>
                  </a:lnTo>
                  <a:lnTo>
                    <a:pt x="33" y="429"/>
                  </a:lnTo>
                  <a:lnTo>
                    <a:pt x="42" y="437"/>
                  </a:lnTo>
                  <a:lnTo>
                    <a:pt x="51" y="445"/>
                  </a:lnTo>
                  <a:lnTo>
                    <a:pt x="61" y="452"/>
                  </a:lnTo>
                  <a:lnTo>
                    <a:pt x="72" y="459"/>
                  </a:lnTo>
                  <a:lnTo>
                    <a:pt x="83" y="465"/>
                  </a:lnTo>
                  <a:lnTo>
                    <a:pt x="94" y="471"/>
                  </a:lnTo>
                  <a:lnTo>
                    <a:pt x="106" y="476"/>
                  </a:lnTo>
                  <a:lnTo>
                    <a:pt x="119" y="482"/>
                  </a:lnTo>
                  <a:lnTo>
                    <a:pt x="131" y="486"/>
                  </a:lnTo>
                  <a:lnTo>
                    <a:pt x="144" y="490"/>
                  </a:lnTo>
                  <a:lnTo>
                    <a:pt x="156" y="492"/>
                  </a:lnTo>
                  <a:lnTo>
                    <a:pt x="169" y="494"/>
                  </a:lnTo>
                  <a:lnTo>
                    <a:pt x="181" y="496"/>
                  </a:lnTo>
                  <a:lnTo>
                    <a:pt x="193" y="496"/>
                  </a:lnTo>
                  <a:lnTo>
                    <a:pt x="204" y="496"/>
                  </a:lnTo>
                  <a:lnTo>
                    <a:pt x="262" y="437"/>
                  </a:lnTo>
                  <a:lnTo>
                    <a:pt x="222" y="37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43" name="Freeform 46"/>
            <p:cNvSpPr>
              <a:spLocks/>
            </p:cNvSpPr>
            <p:nvPr userDrawn="1"/>
          </p:nvSpPr>
          <p:spPr bwMode="gray">
            <a:xfrm>
              <a:off x="7208" y="606"/>
              <a:ext cx="34" cy="28"/>
            </a:xfrm>
            <a:custGeom>
              <a:avLst/>
              <a:gdLst>
                <a:gd name="T0" fmla="*/ 217 w 410"/>
                <a:gd name="T1" fmla="*/ 96 h 335"/>
                <a:gd name="T2" fmla="*/ 233 w 410"/>
                <a:gd name="T3" fmla="*/ 100 h 335"/>
                <a:gd name="T4" fmla="*/ 248 w 410"/>
                <a:gd name="T5" fmla="*/ 107 h 335"/>
                <a:gd name="T6" fmla="*/ 258 w 410"/>
                <a:gd name="T7" fmla="*/ 117 h 335"/>
                <a:gd name="T8" fmla="*/ 264 w 410"/>
                <a:gd name="T9" fmla="*/ 129 h 335"/>
                <a:gd name="T10" fmla="*/ 265 w 410"/>
                <a:gd name="T11" fmla="*/ 141 h 335"/>
                <a:gd name="T12" fmla="*/ 263 w 410"/>
                <a:gd name="T13" fmla="*/ 155 h 335"/>
                <a:gd name="T14" fmla="*/ 256 w 410"/>
                <a:gd name="T15" fmla="*/ 169 h 335"/>
                <a:gd name="T16" fmla="*/ 245 w 410"/>
                <a:gd name="T17" fmla="*/ 183 h 335"/>
                <a:gd name="T18" fmla="*/ 227 w 410"/>
                <a:gd name="T19" fmla="*/ 199 h 335"/>
                <a:gd name="T20" fmla="*/ 208 w 410"/>
                <a:gd name="T21" fmla="*/ 211 h 335"/>
                <a:gd name="T22" fmla="*/ 185 w 410"/>
                <a:gd name="T23" fmla="*/ 221 h 335"/>
                <a:gd name="T24" fmla="*/ 151 w 410"/>
                <a:gd name="T25" fmla="*/ 233 h 335"/>
                <a:gd name="T26" fmla="*/ 107 w 410"/>
                <a:gd name="T27" fmla="*/ 245 h 335"/>
                <a:gd name="T28" fmla="*/ 81 w 410"/>
                <a:gd name="T29" fmla="*/ 249 h 335"/>
                <a:gd name="T30" fmla="*/ 112 w 410"/>
                <a:gd name="T31" fmla="*/ 335 h 335"/>
                <a:gd name="T32" fmla="*/ 144 w 410"/>
                <a:gd name="T33" fmla="*/ 331 h 335"/>
                <a:gd name="T34" fmla="*/ 189 w 410"/>
                <a:gd name="T35" fmla="*/ 321 h 335"/>
                <a:gd name="T36" fmla="*/ 232 w 410"/>
                <a:gd name="T37" fmla="*/ 308 h 335"/>
                <a:gd name="T38" fmla="*/ 275 w 410"/>
                <a:gd name="T39" fmla="*/ 292 h 335"/>
                <a:gd name="T40" fmla="*/ 315 w 410"/>
                <a:gd name="T41" fmla="*/ 273 h 335"/>
                <a:gd name="T42" fmla="*/ 349 w 410"/>
                <a:gd name="T43" fmla="*/ 253 h 335"/>
                <a:gd name="T44" fmla="*/ 376 w 410"/>
                <a:gd name="T45" fmla="*/ 232 h 335"/>
                <a:gd name="T46" fmla="*/ 395 w 410"/>
                <a:gd name="T47" fmla="*/ 212 h 335"/>
                <a:gd name="T48" fmla="*/ 404 w 410"/>
                <a:gd name="T49" fmla="*/ 194 h 335"/>
                <a:gd name="T50" fmla="*/ 408 w 410"/>
                <a:gd name="T51" fmla="*/ 177 h 335"/>
                <a:gd name="T52" fmla="*/ 410 w 410"/>
                <a:gd name="T53" fmla="*/ 162 h 335"/>
                <a:gd name="T54" fmla="*/ 409 w 410"/>
                <a:gd name="T55" fmla="*/ 147 h 335"/>
                <a:gd name="T56" fmla="*/ 405 w 410"/>
                <a:gd name="T57" fmla="*/ 126 h 335"/>
                <a:gd name="T58" fmla="*/ 395 w 410"/>
                <a:gd name="T59" fmla="*/ 103 h 335"/>
                <a:gd name="T60" fmla="*/ 381 w 410"/>
                <a:gd name="T61" fmla="*/ 83 h 335"/>
                <a:gd name="T62" fmla="*/ 365 w 410"/>
                <a:gd name="T63" fmla="*/ 64 h 335"/>
                <a:gd name="T64" fmla="*/ 346 w 410"/>
                <a:gd name="T65" fmla="*/ 48 h 335"/>
                <a:gd name="T66" fmla="*/ 323 w 410"/>
                <a:gd name="T67" fmla="*/ 32 h 335"/>
                <a:gd name="T68" fmla="*/ 301 w 410"/>
                <a:gd name="T69" fmla="*/ 20 h 335"/>
                <a:gd name="T70" fmla="*/ 276 w 410"/>
                <a:gd name="T71" fmla="*/ 11 h 335"/>
                <a:gd name="T72" fmla="*/ 251 w 410"/>
                <a:gd name="T73" fmla="*/ 4 h 335"/>
                <a:gd name="T74" fmla="*/ 225 w 410"/>
                <a:gd name="T75" fmla="*/ 1 h 335"/>
                <a:gd name="T76" fmla="*/ 162 w 410"/>
                <a:gd name="T77" fmla="*/ 56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410" h="335">
                  <a:moveTo>
                    <a:pt x="209" y="96"/>
                  </a:moveTo>
                  <a:lnTo>
                    <a:pt x="217" y="96"/>
                  </a:lnTo>
                  <a:lnTo>
                    <a:pt x="226" y="98"/>
                  </a:lnTo>
                  <a:lnTo>
                    <a:pt x="233" y="100"/>
                  </a:lnTo>
                  <a:lnTo>
                    <a:pt x="241" y="103"/>
                  </a:lnTo>
                  <a:lnTo>
                    <a:pt x="248" y="107"/>
                  </a:lnTo>
                  <a:lnTo>
                    <a:pt x="253" y="111"/>
                  </a:lnTo>
                  <a:lnTo>
                    <a:pt x="258" y="117"/>
                  </a:lnTo>
                  <a:lnTo>
                    <a:pt x="261" y="123"/>
                  </a:lnTo>
                  <a:lnTo>
                    <a:pt x="264" y="129"/>
                  </a:lnTo>
                  <a:lnTo>
                    <a:pt x="265" y="135"/>
                  </a:lnTo>
                  <a:lnTo>
                    <a:pt x="265" y="141"/>
                  </a:lnTo>
                  <a:lnTo>
                    <a:pt x="264" y="148"/>
                  </a:lnTo>
                  <a:lnTo>
                    <a:pt x="263" y="155"/>
                  </a:lnTo>
                  <a:lnTo>
                    <a:pt x="260" y="162"/>
                  </a:lnTo>
                  <a:lnTo>
                    <a:pt x="256" y="169"/>
                  </a:lnTo>
                  <a:lnTo>
                    <a:pt x="252" y="175"/>
                  </a:lnTo>
                  <a:lnTo>
                    <a:pt x="245" y="183"/>
                  </a:lnTo>
                  <a:lnTo>
                    <a:pt x="236" y="192"/>
                  </a:lnTo>
                  <a:lnTo>
                    <a:pt x="227" y="199"/>
                  </a:lnTo>
                  <a:lnTo>
                    <a:pt x="218" y="205"/>
                  </a:lnTo>
                  <a:lnTo>
                    <a:pt x="208" y="211"/>
                  </a:lnTo>
                  <a:lnTo>
                    <a:pt x="197" y="216"/>
                  </a:lnTo>
                  <a:lnTo>
                    <a:pt x="185" y="221"/>
                  </a:lnTo>
                  <a:lnTo>
                    <a:pt x="174" y="226"/>
                  </a:lnTo>
                  <a:lnTo>
                    <a:pt x="151" y="233"/>
                  </a:lnTo>
                  <a:lnTo>
                    <a:pt x="128" y="239"/>
                  </a:lnTo>
                  <a:lnTo>
                    <a:pt x="107" y="245"/>
                  </a:lnTo>
                  <a:lnTo>
                    <a:pt x="88" y="248"/>
                  </a:lnTo>
                  <a:lnTo>
                    <a:pt x="81" y="249"/>
                  </a:lnTo>
                  <a:lnTo>
                    <a:pt x="0" y="328"/>
                  </a:lnTo>
                  <a:lnTo>
                    <a:pt x="112" y="335"/>
                  </a:lnTo>
                  <a:lnTo>
                    <a:pt x="121" y="334"/>
                  </a:lnTo>
                  <a:lnTo>
                    <a:pt x="144" y="331"/>
                  </a:lnTo>
                  <a:lnTo>
                    <a:pt x="165" y="326"/>
                  </a:lnTo>
                  <a:lnTo>
                    <a:pt x="189" y="321"/>
                  </a:lnTo>
                  <a:lnTo>
                    <a:pt x="211" y="315"/>
                  </a:lnTo>
                  <a:lnTo>
                    <a:pt x="232" y="308"/>
                  </a:lnTo>
                  <a:lnTo>
                    <a:pt x="255" y="300"/>
                  </a:lnTo>
                  <a:lnTo>
                    <a:pt x="275" y="292"/>
                  </a:lnTo>
                  <a:lnTo>
                    <a:pt x="296" y="282"/>
                  </a:lnTo>
                  <a:lnTo>
                    <a:pt x="315" y="273"/>
                  </a:lnTo>
                  <a:lnTo>
                    <a:pt x="332" y="263"/>
                  </a:lnTo>
                  <a:lnTo>
                    <a:pt x="349" y="253"/>
                  </a:lnTo>
                  <a:lnTo>
                    <a:pt x="363" y="243"/>
                  </a:lnTo>
                  <a:lnTo>
                    <a:pt x="376" y="232"/>
                  </a:lnTo>
                  <a:lnTo>
                    <a:pt x="386" y="222"/>
                  </a:lnTo>
                  <a:lnTo>
                    <a:pt x="395" y="212"/>
                  </a:lnTo>
                  <a:lnTo>
                    <a:pt x="400" y="203"/>
                  </a:lnTo>
                  <a:lnTo>
                    <a:pt x="404" y="194"/>
                  </a:lnTo>
                  <a:lnTo>
                    <a:pt x="406" y="185"/>
                  </a:lnTo>
                  <a:lnTo>
                    <a:pt x="408" y="177"/>
                  </a:lnTo>
                  <a:lnTo>
                    <a:pt x="409" y="169"/>
                  </a:lnTo>
                  <a:lnTo>
                    <a:pt x="410" y="162"/>
                  </a:lnTo>
                  <a:lnTo>
                    <a:pt x="409" y="154"/>
                  </a:lnTo>
                  <a:lnTo>
                    <a:pt x="409" y="147"/>
                  </a:lnTo>
                  <a:lnTo>
                    <a:pt x="408" y="139"/>
                  </a:lnTo>
                  <a:lnTo>
                    <a:pt x="405" y="126"/>
                  </a:lnTo>
                  <a:lnTo>
                    <a:pt x="400" y="114"/>
                  </a:lnTo>
                  <a:lnTo>
                    <a:pt x="395" y="103"/>
                  </a:lnTo>
                  <a:lnTo>
                    <a:pt x="388" y="93"/>
                  </a:lnTo>
                  <a:lnTo>
                    <a:pt x="381" y="83"/>
                  </a:lnTo>
                  <a:lnTo>
                    <a:pt x="373" y="73"/>
                  </a:lnTo>
                  <a:lnTo>
                    <a:pt x="365" y="64"/>
                  </a:lnTo>
                  <a:lnTo>
                    <a:pt x="355" y="56"/>
                  </a:lnTo>
                  <a:lnTo>
                    <a:pt x="346" y="48"/>
                  </a:lnTo>
                  <a:lnTo>
                    <a:pt x="334" y="39"/>
                  </a:lnTo>
                  <a:lnTo>
                    <a:pt x="323" y="32"/>
                  </a:lnTo>
                  <a:lnTo>
                    <a:pt x="312" y="26"/>
                  </a:lnTo>
                  <a:lnTo>
                    <a:pt x="301" y="20"/>
                  </a:lnTo>
                  <a:lnTo>
                    <a:pt x="288" y="15"/>
                  </a:lnTo>
                  <a:lnTo>
                    <a:pt x="276" y="11"/>
                  </a:lnTo>
                  <a:lnTo>
                    <a:pt x="263" y="7"/>
                  </a:lnTo>
                  <a:lnTo>
                    <a:pt x="251" y="4"/>
                  </a:lnTo>
                  <a:lnTo>
                    <a:pt x="239" y="2"/>
                  </a:lnTo>
                  <a:lnTo>
                    <a:pt x="225" y="1"/>
                  </a:lnTo>
                  <a:lnTo>
                    <a:pt x="213" y="0"/>
                  </a:lnTo>
                  <a:lnTo>
                    <a:pt x="162" y="56"/>
                  </a:lnTo>
                  <a:lnTo>
                    <a:pt x="209" y="9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44" name="Freeform 47"/>
            <p:cNvSpPr>
              <a:spLocks/>
            </p:cNvSpPr>
            <p:nvPr userDrawn="1"/>
          </p:nvSpPr>
          <p:spPr bwMode="gray">
            <a:xfrm>
              <a:off x="7156" y="565"/>
              <a:ext cx="109" cy="121"/>
            </a:xfrm>
            <a:custGeom>
              <a:avLst/>
              <a:gdLst>
                <a:gd name="T0" fmla="*/ 802 w 1307"/>
                <a:gd name="T1" fmla="*/ 593 h 1456"/>
                <a:gd name="T2" fmla="*/ 746 w 1307"/>
                <a:gd name="T3" fmla="*/ 629 h 1456"/>
                <a:gd name="T4" fmla="*/ 713 w 1307"/>
                <a:gd name="T5" fmla="*/ 692 h 1456"/>
                <a:gd name="T6" fmla="*/ 748 w 1307"/>
                <a:gd name="T7" fmla="*/ 832 h 1456"/>
                <a:gd name="T8" fmla="*/ 838 w 1307"/>
                <a:gd name="T9" fmla="*/ 916 h 1456"/>
                <a:gd name="T10" fmla="*/ 970 w 1307"/>
                <a:gd name="T11" fmla="*/ 963 h 1456"/>
                <a:gd name="T12" fmla="*/ 1127 w 1307"/>
                <a:gd name="T13" fmla="*/ 971 h 1456"/>
                <a:gd name="T14" fmla="*/ 1282 w 1307"/>
                <a:gd name="T15" fmla="*/ 944 h 1456"/>
                <a:gd name="T16" fmla="*/ 1306 w 1307"/>
                <a:gd name="T17" fmla="*/ 948 h 1456"/>
                <a:gd name="T18" fmla="*/ 1299 w 1307"/>
                <a:gd name="T19" fmla="*/ 972 h 1456"/>
                <a:gd name="T20" fmla="*/ 1255 w 1307"/>
                <a:gd name="T21" fmla="*/ 1007 h 1456"/>
                <a:gd name="T22" fmla="*/ 1166 w 1307"/>
                <a:gd name="T23" fmla="*/ 1042 h 1456"/>
                <a:gd name="T24" fmla="*/ 1051 w 1307"/>
                <a:gd name="T25" fmla="*/ 1057 h 1456"/>
                <a:gd name="T26" fmla="*/ 851 w 1307"/>
                <a:gd name="T27" fmla="*/ 1032 h 1456"/>
                <a:gd name="T28" fmla="*/ 687 w 1307"/>
                <a:gd name="T29" fmla="*/ 959 h 1456"/>
                <a:gd name="T30" fmla="*/ 585 w 1307"/>
                <a:gd name="T31" fmla="*/ 864 h 1456"/>
                <a:gd name="T32" fmla="*/ 547 w 1307"/>
                <a:gd name="T33" fmla="*/ 796 h 1456"/>
                <a:gd name="T34" fmla="*/ 533 w 1307"/>
                <a:gd name="T35" fmla="*/ 728 h 1456"/>
                <a:gd name="T36" fmla="*/ 471 w 1307"/>
                <a:gd name="T37" fmla="*/ 717 h 1456"/>
                <a:gd name="T38" fmla="*/ 295 w 1307"/>
                <a:gd name="T39" fmla="*/ 760 h 1456"/>
                <a:gd name="T40" fmla="*/ 263 w 1307"/>
                <a:gd name="T41" fmla="*/ 950 h 1456"/>
                <a:gd name="T42" fmla="*/ 242 w 1307"/>
                <a:gd name="T43" fmla="*/ 1207 h 1456"/>
                <a:gd name="T44" fmla="*/ 249 w 1307"/>
                <a:gd name="T45" fmla="*/ 1425 h 1456"/>
                <a:gd name="T46" fmla="*/ 235 w 1307"/>
                <a:gd name="T47" fmla="*/ 1455 h 1456"/>
                <a:gd name="T48" fmla="*/ 183 w 1307"/>
                <a:gd name="T49" fmla="*/ 1441 h 1456"/>
                <a:gd name="T50" fmla="*/ 132 w 1307"/>
                <a:gd name="T51" fmla="*/ 1388 h 1456"/>
                <a:gd name="T52" fmla="*/ 101 w 1307"/>
                <a:gd name="T53" fmla="*/ 1291 h 1456"/>
                <a:gd name="T54" fmla="*/ 98 w 1307"/>
                <a:gd name="T55" fmla="*/ 1045 h 1456"/>
                <a:gd name="T56" fmla="*/ 123 w 1307"/>
                <a:gd name="T57" fmla="*/ 785 h 1456"/>
                <a:gd name="T58" fmla="*/ 59 w 1307"/>
                <a:gd name="T59" fmla="*/ 774 h 1456"/>
                <a:gd name="T60" fmla="*/ 29 w 1307"/>
                <a:gd name="T61" fmla="*/ 747 h 1456"/>
                <a:gd name="T62" fmla="*/ 0 w 1307"/>
                <a:gd name="T63" fmla="*/ 679 h 1456"/>
                <a:gd name="T64" fmla="*/ 21 w 1307"/>
                <a:gd name="T65" fmla="*/ 654 h 1456"/>
                <a:gd name="T66" fmla="*/ 95 w 1307"/>
                <a:gd name="T67" fmla="*/ 659 h 1456"/>
                <a:gd name="T68" fmla="*/ 174 w 1307"/>
                <a:gd name="T69" fmla="*/ 563 h 1456"/>
                <a:gd name="T70" fmla="*/ 246 w 1307"/>
                <a:gd name="T71" fmla="*/ 312 h 1456"/>
                <a:gd name="T72" fmla="*/ 332 w 1307"/>
                <a:gd name="T73" fmla="*/ 113 h 1456"/>
                <a:gd name="T74" fmla="*/ 407 w 1307"/>
                <a:gd name="T75" fmla="*/ 15 h 1456"/>
                <a:gd name="T76" fmla="*/ 488 w 1307"/>
                <a:gd name="T77" fmla="*/ 3 h 1456"/>
                <a:gd name="T78" fmla="*/ 569 w 1307"/>
                <a:gd name="T79" fmla="*/ 39 h 1456"/>
                <a:gd name="T80" fmla="*/ 619 w 1307"/>
                <a:gd name="T81" fmla="*/ 95 h 1456"/>
                <a:gd name="T82" fmla="*/ 634 w 1307"/>
                <a:gd name="T83" fmla="*/ 156 h 1456"/>
                <a:gd name="T84" fmla="*/ 621 w 1307"/>
                <a:gd name="T85" fmla="*/ 200 h 1456"/>
                <a:gd name="T86" fmla="*/ 598 w 1307"/>
                <a:gd name="T87" fmla="*/ 214 h 1456"/>
                <a:gd name="T88" fmla="*/ 578 w 1307"/>
                <a:gd name="T89" fmla="*/ 195 h 1456"/>
                <a:gd name="T90" fmla="*/ 535 w 1307"/>
                <a:gd name="T91" fmla="*/ 146 h 1456"/>
                <a:gd name="T92" fmla="*/ 494 w 1307"/>
                <a:gd name="T93" fmla="*/ 149 h 1456"/>
                <a:gd name="T94" fmla="*/ 451 w 1307"/>
                <a:gd name="T95" fmla="*/ 206 h 1456"/>
                <a:gd name="T96" fmla="*/ 345 w 1307"/>
                <a:gd name="T97" fmla="*/ 519 h 1456"/>
                <a:gd name="T98" fmla="*/ 388 w 1307"/>
                <a:gd name="T99" fmla="*/ 638 h 1456"/>
                <a:gd name="T100" fmla="*/ 594 w 1307"/>
                <a:gd name="T101" fmla="*/ 595 h 1456"/>
                <a:gd name="T102" fmla="*/ 650 w 1307"/>
                <a:gd name="T103" fmla="*/ 551 h 1456"/>
                <a:gd name="T104" fmla="*/ 746 w 1307"/>
                <a:gd name="T105" fmla="*/ 506 h 1456"/>
                <a:gd name="T106" fmla="*/ 844 w 1307"/>
                <a:gd name="T107" fmla="*/ 489 h 1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307" h="1456">
                  <a:moveTo>
                    <a:pt x="840" y="585"/>
                  </a:moveTo>
                  <a:lnTo>
                    <a:pt x="833" y="585"/>
                  </a:lnTo>
                  <a:lnTo>
                    <a:pt x="826" y="586"/>
                  </a:lnTo>
                  <a:lnTo>
                    <a:pt x="820" y="587"/>
                  </a:lnTo>
                  <a:lnTo>
                    <a:pt x="812" y="589"/>
                  </a:lnTo>
                  <a:lnTo>
                    <a:pt x="802" y="593"/>
                  </a:lnTo>
                  <a:lnTo>
                    <a:pt x="792" y="597"/>
                  </a:lnTo>
                  <a:lnTo>
                    <a:pt x="783" y="602"/>
                  </a:lnTo>
                  <a:lnTo>
                    <a:pt x="773" y="608"/>
                  </a:lnTo>
                  <a:lnTo>
                    <a:pt x="763" y="615"/>
                  </a:lnTo>
                  <a:lnTo>
                    <a:pt x="755" y="622"/>
                  </a:lnTo>
                  <a:lnTo>
                    <a:pt x="746" y="629"/>
                  </a:lnTo>
                  <a:lnTo>
                    <a:pt x="739" y="639"/>
                  </a:lnTo>
                  <a:lnTo>
                    <a:pt x="732" y="648"/>
                  </a:lnTo>
                  <a:lnTo>
                    <a:pt x="726" y="658"/>
                  </a:lnTo>
                  <a:lnTo>
                    <a:pt x="721" y="668"/>
                  </a:lnTo>
                  <a:lnTo>
                    <a:pt x="717" y="679"/>
                  </a:lnTo>
                  <a:lnTo>
                    <a:pt x="713" y="692"/>
                  </a:lnTo>
                  <a:lnTo>
                    <a:pt x="711" y="704"/>
                  </a:lnTo>
                  <a:lnTo>
                    <a:pt x="711" y="717"/>
                  </a:lnTo>
                  <a:lnTo>
                    <a:pt x="711" y="732"/>
                  </a:lnTo>
                  <a:lnTo>
                    <a:pt x="712" y="738"/>
                  </a:lnTo>
                  <a:lnTo>
                    <a:pt x="743" y="824"/>
                  </a:lnTo>
                  <a:lnTo>
                    <a:pt x="748" y="832"/>
                  </a:lnTo>
                  <a:lnTo>
                    <a:pt x="759" y="848"/>
                  </a:lnTo>
                  <a:lnTo>
                    <a:pt x="773" y="863"/>
                  </a:lnTo>
                  <a:lnTo>
                    <a:pt x="787" y="879"/>
                  </a:lnTo>
                  <a:lnTo>
                    <a:pt x="803" y="892"/>
                  </a:lnTo>
                  <a:lnTo>
                    <a:pt x="820" y="904"/>
                  </a:lnTo>
                  <a:lnTo>
                    <a:pt x="838" y="916"/>
                  </a:lnTo>
                  <a:lnTo>
                    <a:pt x="857" y="926"/>
                  </a:lnTo>
                  <a:lnTo>
                    <a:pt x="878" y="936"/>
                  </a:lnTo>
                  <a:lnTo>
                    <a:pt x="899" y="945"/>
                  </a:lnTo>
                  <a:lnTo>
                    <a:pt x="922" y="952"/>
                  </a:lnTo>
                  <a:lnTo>
                    <a:pt x="946" y="958"/>
                  </a:lnTo>
                  <a:lnTo>
                    <a:pt x="970" y="963"/>
                  </a:lnTo>
                  <a:lnTo>
                    <a:pt x="996" y="967"/>
                  </a:lnTo>
                  <a:lnTo>
                    <a:pt x="1021" y="970"/>
                  </a:lnTo>
                  <a:lnTo>
                    <a:pt x="1049" y="972"/>
                  </a:lnTo>
                  <a:lnTo>
                    <a:pt x="1077" y="973"/>
                  </a:lnTo>
                  <a:lnTo>
                    <a:pt x="1102" y="972"/>
                  </a:lnTo>
                  <a:lnTo>
                    <a:pt x="1127" y="971"/>
                  </a:lnTo>
                  <a:lnTo>
                    <a:pt x="1152" y="968"/>
                  </a:lnTo>
                  <a:lnTo>
                    <a:pt x="1178" y="965"/>
                  </a:lnTo>
                  <a:lnTo>
                    <a:pt x="1204" y="961"/>
                  </a:lnTo>
                  <a:lnTo>
                    <a:pt x="1230" y="956"/>
                  </a:lnTo>
                  <a:lnTo>
                    <a:pt x="1255" y="950"/>
                  </a:lnTo>
                  <a:lnTo>
                    <a:pt x="1282" y="944"/>
                  </a:lnTo>
                  <a:lnTo>
                    <a:pt x="1291" y="942"/>
                  </a:lnTo>
                  <a:lnTo>
                    <a:pt x="1298" y="942"/>
                  </a:lnTo>
                  <a:lnTo>
                    <a:pt x="1301" y="943"/>
                  </a:lnTo>
                  <a:lnTo>
                    <a:pt x="1303" y="944"/>
                  </a:lnTo>
                  <a:lnTo>
                    <a:pt x="1305" y="945"/>
                  </a:lnTo>
                  <a:lnTo>
                    <a:pt x="1306" y="948"/>
                  </a:lnTo>
                  <a:lnTo>
                    <a:pt x="1307" y="951"/>
                  </a:lnTo>
                  <a:lnTo>
                    <a:pt x="1307" y="954"/>
                  </a:lnTo>
                  <a:lnTo>
                    <a:pt x="1306" y="958"/>
                  </a:lnTo>
                  <a:lnTo>
                    <a:pt x="1305" y="963"/>
                  </a:lnTo>
                  <a:lnTo>
                    <a:pt x="1302" y="967"/>
                  </a:lnTo>
                  <a:lnTo>
                    <a:pt x="1299" y="972"/>
                  </a:lnTo>
                  <a:lnTo>
                    <a:pt x="1295" y="978"/>
                  </a:lnTo>
                  <a:lnTo>
                    <a:pt x="1291" y="983"/>
                  </a:lnTo>
                  <a:lnTo>
                    <a:pt x="1284" y="989"/>
                  </a:lnTo>
                  <a:lnTo>
                    <a:pt x="1275" y="995"/>
                  </a:lnTo>
                  <a:lnTo>
                    <a:pt x="1265" y="1001"/>
                  </a:lnTo>
                  <a:lnTo>
                    <a:pt x="1255" y="1007"/>
                  </a:lnTo>
                  <a:lnTo>
                    <a:pt x="1243" y="1013"/>
                  </a:lnTo>
                  <a:lnTo>
                    <a:pt x="1230" y="1019"/>
                  </a:lnTo>
                  <a:lnTo>
                    <a:pt x="1215" y="1025"/>
                  </a:lnTo>
                  <a:lnTo>
                    <a:pt x="1200" y="1032"/>
                  </a:lnTo>
                  <a:lnTo>
                    <a:pt x="1184" y="1037"/>
                  </a:lnTo>
                  <a:lnTo>
                    <a:pt x="1166" y="1042"/>
                  </a:lnTo>
                  <a:lnTo>
                    <a:pt x="1149" y="1046"/>
                  </a:lnTo>
                  <a:lnTo>
                    <a:pt x="1131" y="1050"/>
                  </a:lnTo>
                  <a:lnTo>
                    <a:pt x="1111" y="1053"/>
                  </a:lnTo>
                  <a:lnTo>
                    <a:pt x="1092" y="1055"/>
                  </a:lnTo>
                  <a:lnTo>
                    <a:pt x="1071" y="1056"/>
                  </a:lnTo>
                  <a:lnTo>
                    <a:pt x="1051" y="1057"/>
                  </a:lnTo>
                  <a:lnTo>
                    <a:pt x="1015" y="1056"/>
                  </a:lnTo>
                  <a:lnTo>
                    <a:pt x="981" y="1054"/>
                  </a:lnTo>
                  <a:lnTo>
                    <a:pt x="947" y="1050"/>
                  </a:lnTo>
                  <a:lnTo>
                    <a:pt x="914" y="1046"/>
                  </a:lnTo>
                  <a:lnTo>
                    <a:pt x="882" y="1039"/>
                  </a:lnTo>
                  <a:lnTo>
                    <a:pt x="851" y="1032"/>
                  </a:lnTo>
                  <a:lnTo>
                    <a:pt x="821" y="1022"/>
                  </a:lnTo>
                  <a:lnTo>
                    <a:pt x="792" y="1012"/>
                  </a:lnTo>
                  <a:lnTo>
                    <a:pt x="763" y="1001"/>
                  </a:lnTo>
                  <a:lnTo>
                    <a:pt x="737" y="988"/>
                  </a:lnTo>
                  <a:lnTo>
                    <a:pt x="710" y="974"/>
                  </a:lnTo>
                  <a:lnTo>
                    <a:pt x="687" y="959"/>
                  </a:lnTo>
                  <a:lnTo>
                    <a:pt x="663" y="943"/>
                  </a:lnTo>
                  <a:lnTo>
                    <a:pt x="642" y="925"/>
                  </a:lnTo>
                  <a:lnTo>
                    <a:pt x="622" y="906"/>
                  </a:lnTo>
                  <a:lnTo>
                    <a:pt x="603" y="887"/>
                  </a:lnTo>
                  <a:lnTo>
                    <a:pt x="594" y="875"/>
                  </a:lnTo>
                  <a:lnTo>
                    <a:pt x="585" y="864"/>
                  </a:lnTo>
                  <a:lnTo>
                    <a:pt x="577" y="853"/>
                  </a:lnTo>
                  <a:lnTo>
                    <a:pt x="570" y="842"/>
                  </a:lnTo>
                  <a:lnTo>
                    <a:pt x="562" y="831"/>
                  </a:lnTo>
                  <a:lnTo>
                    <a:pt x="557" y="819"/>
                  </a:lnTo>
                  <a:lnTo>
                    <a:pt x="551" y="808"/>
                  </a:lnTo>
                  <a:lnTo>
                    <a:pt x="547" y="796"/>
                  </a:lnTo>
                  <a:lnTo>
                    <a:pt x="543" y="785"/>
                  </a:lnTo>
                  <a:lnTo>
                    <a:pt x="539" y="773"/>
                  </a:lnTo>
                  <a:lnTo>
                    <a:pt x="537" y="762"/>
                  </a:lnTo>
                  <a:lnTo>
                    <a:pt x="535" y="751"/>
                  </a:lnTo>
                  <a:lnTo>
                    <a:pt x="534" y="740"/>
                  </a:lnTo>
                  <a:lnTo>
                    <a:pt x="533" y="728"/>
                  </a:lnTo>
                  <a:lnTo>
                    <a:pt x="533" y="718"/>
                  </a:lnTo>
                  <a:lnTo>
                    <a:pt x="534" y="707"/>
                  </a:lnTo>
                  <a:lnTo>
                    <a:pt x="535" y="699"/>
                  </a:lnTo>
                  <a:lnTo>
                    <a:pt x="527" y="701"/>
                  </a:lnTo>
                  <a:lnTo>
                    <a:pt x="499" y="709"/>
                  </a:lnTo>
                  <a:lnTo>
                    <a:pt x="471" y="717"/>
                  </a:lnTo>
                  <a:lnTo>
                    <a:pt x="442" y="725"/>
                  </a:lnTo>
                  <a:lnTo>
                    <a:pt x="413" y="733"/>
                  </a:lnTo>
                  <a:lnTo>
                    <a:pt x="383" y="740"/>
                  </a:lnTo>
                  <a:lnTo>
                    <a:pt x="353" y="747"/>
                  </a:lnTo>
                  <a:lnTo>
                    <a:pt x="325" y="754"/>
                  </a:lnTo>
                  <a:lnTo>
                    <a:pt x="295" y="760"/>
                  </a:lnTo>
                  <a:lnTo>
                    <a:pt x="292" y="761"/>
                  </a:lnTo>
                  <a:lnTo>
                    <a:pt x="291" y="764"/>
                  </a:lnTo>
                  <a:lnTo>
                    <a:pt x="283" y="811"/>
                  </a:lnTo>
                  <a:lnTo>
                    <a:pt x="275" y="858"/>
                  </a:lnTo>
                  <a:lnTo>
                    <a:pt x="269" y="904"/>
                  </a:lnTo>
                  <a:lnTo>
                    <a:pt x="263" y="950"/>
                  </a:lnTo>
                  <a:lnTo>
                    <a:pt x="258" y="995"/>
                  </a:lnTo>
                  <a:lnTo>
                    <a:pt x="252" y="1039"/>
                  </a:lnTo>
                  <a:lnTo>
                    <a:pt x="248" y="1083"/>
                  </a:lnTo>
                  <a:lnTo>
                    <a:pt x="245" y="1126"/>
                  </a:lnTo>
                  <a:lnTo>
                    <a:pt x="243" y="1167"/>
                  </a:lnTo>
                  <a:lnTo>
                    <a:pt x="242" y="1207"/>
                  </a:lnTo>
                  <a:lnTo>
                    <a:pt x="241" y="1247"/>
                  </a:lnTo>
                  <a:lnTo>
                    <a:pt x="241" y="1286"/>
                  </a:lnTo>
                  <a:lnTo>
                    <a:pt x="242" y="1323"/>
                  </a:lnTo>
                  <a:lnTo>
                    <a:pt x="243" y="1358"/>
                  </a:lnTo>
                  <a:lnTo>
                    <a:pt x="246" y="1392"/>
                  </a:lnTo>
                  <a:lnTo>
                    <a:pt x="249" y="1425"/>
                  </a:lnTo>
                  <a:lnTo>
                    <a:pt x="250" y="1433"/>
                  </a:lnTo>
                  <a:lnTo>
                    <a:pt x="249" y="1440"/>
                  </a:lnTo>
                  <a:lnTo>
                    <a:pt x="247" y="1446"/>
                  </a:lnTo>
                  <a:lnTo>
                    <a:pt x="245" y="1450"/>
                  </a:lnTo>
                  <a:lnTo>
                    <a:pt x="240" y="1454"/>
                  </a:lnTo>
                  <a:lnTo>
                    <a:pt x="235" y="1455"/>
                  </a:lnTo>
                  <a:lnTo>
                    <a:pt x="228" y="1456"/>
                  </a:lnTo>
                  <a:lnTo>
                    <a:pt x="221" y="1455"/>
                  </a:lnTo>
                  <a:lnTo>
                    <a:pt x="212" y="1453"/>
                  </a:lnTo>
                  <a:lnTo>
                    <a:pt x="202" y="1450"/>
                  </a:lnTo>
                  <a:lnTo>
                    <a:pt x="193" y="1446"/>
                  </a:lnTo>
                  <a:lnTo>
                    <a:pt x="183" y="1441"/>
                  </a:lnTo>
                  <a:lnTo>
                    <a:pt x="171" y="1434"/>
                  </a:lnTo>
                  <a:lnTo>
                    <a:pt x="158" y="1423"/>
                  </a:lnTo>
                  <a:lnTo>
                    <a:pt x="150" y="1415"/>
                  </a:lnTo>
                  <a:lnTo>
                    <a:pt x="144" y="1407"/>
                  </a:lnTo>
                  <a:lnTo>
                    <a:pt x="138" y="1398"/>
                  </a:lnTo>
                  <a:lnTo>
                    <a:pt x="132" y="1388"/>
                  </a:lnTo>
                  <a:lnTo>
                    <a:pt x="126" y="1376"/>
                  </a:lnTo>
                  <a:lnTo>
                    <a:pt x="120" y="1362"/>
                  </a:lnTo>
                  <a:lnTo>
                    <a:pt x="115" y="1347"/>
                  </a:lnTo>
                  <a:lnTo>
                    <a:pt x="110" y="1331"/>
                  </a:lnTo>
                  <a:lnTo>
                    <a:pt x="106" y="1311"/>
                  </a:lnTo>
                  <a:lnTo>
                    <a:pt x="101" y="1291"/>
                  </a:lnTo>
                  <a:lnTo>
                    <a:pt x="98" y="1268"/>
                  </a:lnTo>
                  <a:lnTo>
                    <a:pt x="96" y="1243"/>
                  </a:lnTo>
                  <a:lnTo>
                    <a:pt x="94" y="1201"/>
                  </a:lnTo>
                  <a:lnTo>
                    <a:pt x="94" y="1154"/>
                  </a:lnTo>
                  <a:lnTo>
                    <a:pt x="95" y="1101"/>
                  </a:lnTo>
                  <a:lnTo>
                    <a:pt x="98" y="1045"/>
                  </a:lnTo>
                  <a:lnTo>
                    <a:pt x="103" y="985"/>
                  </a:lnTo>
                  <a:lnTo>
                    <a:pt x="111" y="922"/>
                  </a:lnTo>
                  <a:lnTo>
                    <a:pt x="119" y="858"/>
                  </a:lnTo>
                  <a:lnTo>
                    <a:pt x="129" y="791"/>
                  </a:lnTo>
                  <a:lnTo>
                    <a:pt x="130" y="785"/>
                  </a:lnTo>
                  <a:lnTo>
                    <a:pt x="123" y="785"/>
                  </a:lnTo>
                  <a:lnTo>
                    <a:pt x="109" y="785"/>
                  </a:lnTo>
                  <a:lnTo>
                    <a:pt x="95" y="784"/>
                  </a:lnTo>
                  <a:lnTo>
                    <a:pt x="82" y="782"/>
                  </a:lnTo>
                  <a:lnTo>
                    <a:pt x="70" y="778"/>
                  </a:lnTo>
                  <a:lnTo>
                    <a:pt x="64" y="776"/>
                  </a:lnTo>
                  <a:lnTo>
                    <a:pt x="59" y="774"/>
                  </a:lnTo>
                  <a:lnTo>
                    <a:pt x="52" y="771"/>
                  </a:lnTo>
                  <a:lnTo>
                    <a:pt x="47" y="767"/>
                  </a:lnTo>
                  <a:lnTo>
                    <a:pt x="42" y="763"/>
                  </a:lnTo>
                  <a:lnTo>
                    <a:pt x="38" y="758"/>
                  </a:lnTo>
                  <a:lnTo>
                    <a:pt x="33" y="753"/>
                  </a:lnTo>
                  <a:lnTo>
                    <a:pt x="29" y="747"/>
                  </a:lnTo>
                  <a:lnTo>
                    <a:pt x="21" y="734"/>
                  </a:lnTo>
                  <a:lnTo>
                    <a:pt x="14" y="721"/>
                  </a:lnTo>
                  <a:lnTo>
                    <a:pt x="8" y="709"/>
                  </a:lnTo>
                  <a:lnTo>
                    <a:pt x="4" y="698"/>
                  </a:lnTo>
                  <a:lnTo>
                    <a:pt x="1" y="689"/>
                  </a:lnTo>
                  <a:lnTo>
                    <a:pt x="0" y="679"/>
                  </a:lnTo>
                  <a:lnTo>
                    <a:pt x="1" y="672"/>
                  </a:lnTo>
                  <a:lnTo>
                    <a:pt x="4" y="665"/>
                  </a:lnTo>
                  <a:lnTo>
                    <a:pt x="7" y="662"/>
                  </a:lnTo>
                  <a:lnTo>
                    <a:pt x="10" y="658"/>
                  </a:lnTo>
                  <a:lnTo>
                    <a:pt x="15" y="656"/>
                  </a:lnTo>
                  <a:lnTo>
                    <a:pt x="21" y="654"/>
                  </a:lnTo>
                  <a:lnTo>
                    <a:pt x="27" y="653"/>
                  </a:lnTo>
                  <a:lnTo>
                    <a:pt x="35" y="653"/>
                  </a:lnTo>
                  <a:lnTo>
                    <a:pt x="43" y="653"/>
                  </a:lnTo>
                  <a:lnTo>
                    <a:pt x="52" y="655"/>
                  </a:lnTo>
                  <a:lnTo>
                    <a:pt x="73" y="657"/>
                  </a:lnTo>
                  <a:lnTo>
                    <a:pt x="95" y="659"/>
                  </a:lnTo>
                  <a:lnTo>
                    <a:pt x="119" y="661"/>
                  </a:lnTo>
                  <a:lnTo>
                    <a:pt x="145" y="661"/>
                  </a:lnTo>
                  <a:lnTo>
                    <a:pt x="152" y="661"/>
                  </a:lnTo>
                  <a:lnTo>
                    <a:pt x="153" y="656"/>
                  </a:lnTo>
                  <a:lnTo>
                    <a:pt x="164" y="609"/>
                  </a:lnTo>
                  <a:lnTo>
                    <a:pt x="174" y="563"/>
                  </a:lnTo>
                  <a:lnTo>
                    <a:pt x="184" y="518"/>
                  </a:lnTo>
                  <a:lnTo>
                    <a:pt x="196" y="474"/>
                  </a:lnTo>
                  <a:lnTo>
                    <a:pt x="208" y="431"/>
                  </a:lnTo>
                  <a:lnTo>
                    <a:pt x="220" y="391"/>
                  </a:lnTo>
                  <a:lnTo>
                    <a:pt x="233" y="351"/>
                  </a:lnTo>
                  <a:lnTo>
                    <a:pt x="246" y="312"/>
                  </a:lnTo>
                  <a:lnTo>
                    <a:pt x="260" y="275"/>
                  </a:lnTo>
                  <a:lnTo>
                    <a:pt x="273" y="240"/>
                  </a:lnTo>
                  <a:lnTo>
                    <a:pt x="287" y="205"/>
                  </a:lnTo>
                  <a:lnTo>
                    <a:pt x="301" y="172"/>
                  </a:lnTo>
                  <a:lnTo>
                    <a:pt x="317" y="142"/>
                  </a:lnTo>
                  <a:lnTo>
                    <a:pt x="332" y="113"/>
                  </a:lnTo>
                  <a:lnTo>
                    <a:pt x="347" y="85"/>
                  </a:lnTo>
                  <a:lnTo>
                    <a:pt x="363" y="60"/>
                  </a:lnTo>
                  <a:lnTo>
                    <a:pt x="373" y="46"/>
                  </a:lnTo>
                  <a:lnTo>
                    <a:pt x="383" y="34"/>
                  </a:lnTo>
                  <a:lnTo>
                    <a:pt x="395" y="23"/>
                  </a:lnTo>
                  <a:lnTo>
                    <a:pt x="407" y="15"/>
                  </a:lnTo>
                  <a:lnTo>
                    <a:pt x="420" y="9"/>
                  </a:lnTo>
                  <a:lnTo>
                    <a:pt x="434" y="4"/>
                  </a:lnTo>
                  <a:lnTo>
                    <a:pt x="448" y="1"/>
                  </a:lnTo>
                  <a:lnTo>
                    <a:pt x="463" y="0"/>
                  </a:lnTo>
                  <a:lnTo>
                    <a:pt x="475" y="1"/>
                  </a:lnTo>
                  <a:lnTo>
                    <a:pt x="488" y="3"/>
                  </a:lnTo>
                  <a:lnTo>
                    <a:pt x="500" y="5"/>
                  </a:lnTo>
                  <a:lnTo>
                    <a:pt x="514" y="10"/>
                  </a:lnTo>
                  <a:lnTo>
                    <a:pt x="527" y="15"/>
                  </a:lnTo>
                  <a:lnTo>
                    <a:pt x="541" y="21"/>
                  </a:lnTo>
                  <a:lnTo>
                    <a:pt x="554" y="29"/>
                  </a:lnTo>
                  <a:lnTo>
                    <a:pt x="569" y="39"/>
                  </a:lnTo>
                  <a:lnTo>
                    <a:pt x="580" y="47"/>
                  </a:lnTo>
                  <a:lnTo>
                    <a:pt x="589" y="55"/>
                  </a:lnTo>
                  <a:lnTo>
                    <a:pt x="598" y="64"/>
                  </a:lnTo>
                  <a:lnTo>
                    <a:pt x="606" y="74"/>
                  </a:lnTo>
                  <a:lnTo>
                    <a:pt x="612" y="84"/>
                  </a:lnTo>
                  <a:lnTo>
                    <a:pt x="619" y="95"/>
                  </a:lnTo>
                  <a:lnTo>
                    <a:pt x="624" y="105"/>
                  </a:lnTo>
                  <a:lnTo>
                    <a:pt x="627" y="115"/>
                  </a:lnTo>
                  <a:lnTo>
                    <a:pt x="630" y="126"/>
                  </a:lnTo>
                  <a:lnTo>
                    <a:pt x="632" y="136"/>
                  </a:lnTo>
                  <a:lnTo>
                    <a:pt x="633" y="146"/>
                  </a:lnTo>
                  <a:lnTo>
                    <a:pt x="634" y="156"/>
                  </a:lnTo>
                  <a:lnTo>
                    <a:pt x="633" y="165"/>
                  </a:lnTo>
                  <a:lnTo>
                    <a:pt x="632" y="173"/>
                  </a:lnTo>
                  <a:lnTo>
                    <a:pt x="630" y="181"/>
                  </a:lnTo>
                  <a:lnTo>
                    <a:pt x="627" y="188"/>
                  </a:lnTo>
                  <a:lnTo>
                    <a:pt x="624" y="194"/>
                  </a:lnTo>
                  <a:lnTo>
                    <a:pt x="621" y="200"/>
                  </a:lnTo>
                  <a:lnTo>
                    <a:pt x="617" y="204"/>
                  </a:lnTo>
                  <a:lnTo>
                    <a:pt x="613" y="208"/>
                  </a:lnTo>
                  <a:lnTo>
                    <a:pt x="609" y="210"/>
                  </a:lnTo>
                  <a:lnTo>
                    <a:pt x="606" y="213"/>
                  </a:lnTo>
                  <a:lnTo>
                    <a:pt x="602" y="214"/>
                  </a:lnTo>
                  <a:lnTo>
                    <a:pt x="598" y="214"/>
                  </a:lnTo>
                  <a:lnTo>
                    <a:pt x="595" y="214"/>
                  </a:lnTo>
                  <a:lnTo>
                    <a:pt x="592" y="213"/>
                  </a:lnTo>
                  <a:lnTo>
                    <a:pt x="589" y="211"/>
                  </a:lnTo>
                  <a:lnTo>
                    <a:pt x="587" y="209"/>
                  </a:lnTo>
                  <a:lnTo>
                    <a:pt x="582" y="203"/>
                  </a:lnTo>
                  <a:lnTo>
                    <a:pt x="578" y="195"/>
                  </a:lnTo>
                  <a:lnTo>
                    <a:pt x="573" y="182"/>
                  </a:lnTo>
                  <a:lnTo>
                    <a:pt x="567" y="172"/>
                  </a:lnTo>
                  <a:lnTo>
                    <a:pt x="559" y="163"/>
                  </a:lnTo>
                  <a:lnTo>
                    <a:pt x="552" y="155"/>
                  </a:lnTo>
                  <a:lnTo>
                    <a:pt x="544" y="150"/>
                  </a:lnTo>
                  <a:lnTo>
                    <a:pt x="535" y="146"/>
                  </a:lnTo>
                  <a:lnTo>
                    <a:pt x="525" y="144"/>
                  </a:lnTo>
                  <a:lnTo>
                    <a:pt x="515" y="144"/>
                  </a:lnTo>
                  <a:lnTo>
                    <a:pt x="509" y="144"/>
                  </a:lnTo>
                  <a:lnTo>
                    <a:pt x="503" y="145"/>
                  </a:lnTo>
                  <a:lnTo>
                    <a:pt x="499" y="147"/>
                  </a:lnTo>
                  <a:lnTo>
                    <a:pt x="494" y="149"/>
                  </a:lnTo>
                  <a:lnTo>
                    <a:pt x="486" y="154"/>
                  </a:lnTo>
                  <a:lnTo>
                    <a:pt x="478" y="161"/>
                  </a:lnTo>
                  <a:lnTo>
                    <a:pt x="471" y="170"/>
                  </a:lnTo>
                  <a:lnTo>
                    <a:pt x="464" y="180"/>
                  </a:lnTo>
                  <a:lnTo>
                    <a:pt x="457" y="193"/>
                  </a:lnTo>
                  <a:lnTo>
                    <a:pt x="451" y="206"/>
                  </a:lnTo>
                  <a:lnTo>
                    <a:pt x="432" y="252"/>
                  </a:lnTo>
                  <a:lnTo>
                    <a:pt x="414" y="300"/>
                  </a:lnTo>
                  <a:lnTo>
                    <a:pt x="396" y="351"/>
                  </a:lnTo>
                  <a:lnTo>
                    <a:pt x="378" y="405"/>
                  </a:lnTo>
                  <a:lnTo>
                    <a:pt x="362" y="461"/>
                  </a:lnTo>
                  <a:lnTo>
                    <a:pt x="345" y="519"/>
                  </a:lnTo>
                  <a:lnTo>
                    <a:pt x="331" y="579"/>
                  </a:lnTo>
                  <a:lnTo>
                    <a:pt x="316" y="641"/>
                  </a:lnTo>
                  <a:lnTo>
                    <a:pt x="315" y="649"/>
                  </a:lnTo>
                  <a:lnTo>
                    <a:pt x="323" y="648"/>
                  </a:lnTo>
                  <a:lnTo>
                    <a:pt x="354" y="643"/>
                  </a:lnTo>
                  <a:lnTo>
                    <a:pt x="388" y="638"/>
                  </a:lnTo>
                  <a:lnTo>
                    <a:pt x="422" y="633"/>
                  </a:lnTo>
                  <a:lnTo>
                    <a:pt x="455" y="625"/>
                  </a:lnTo>
                  <a:lnTo>
                    <a:pt x="490" y="619"/>
                  </a:lnTo>
                  <a:lnTo>
                    <a:pt x="525" y="611"/>
                  </a:lnTo>
                  <a:lnTo>
                    <a:pt x="559" y="604"/>
                  </a:lnTo>
                  <a:lnTo>
                    <a:pt x="594" y="595"/>
                  </a:lnTo>
                  <a:lnTo>
                    <a:pt x="595" y="595"/>
                  </a:lnTo>
                  <a:lnTo>
                    <a:pt x="596" y="594"/>
                  </a:lnTo>
                  <a:lnTo>
                    <a:pt x="608" y="583"/>
                  </a:lnTo>
                  <a:lnTo>
                    <a:pt x="622" y="571"/>
                  </a:lnTo>
                  <a:lnTo>
                    <a:pt x="636" y="561"/>
                  </a:lnTo>
                  <a:lnTo>
                    <a:pt x="650" y="551"/>
                  </a:lnTo>
                  <a:lnTo>
                    <a:pt x="666" y="542"/>
                  </a:lnTo>
                  <a:lnTo>
                    <a:pt x="681" y="534"/>
                  </a:lnTo>
                  <a:lnTo>
                    <a:pt x="696" y="525"/>
                  </a:lnTo>
                  <a:lnTo>
                    <a:pt x="712" y="518"/>
                  </a:lnTo>
                  <a:lnTo>
                    <a:pt x="730" y="511"/>
                  </a:lnTo>
                  <a:lnTo>
                    <a:pt x="746" y="506"/>
                  </a:lnTo>
                  <a:lnTo>
                    <a:pt x="762" y="501"/>
                  </a:lnTo>
                  <a:lnTo>
                    <a:pt x="780" y="497"/>
                  </a:lnTo>
                  <a:lnTo>
                    <a:pt x="796" y="493"/>
                  </a:lnTo>
                  <a:lnTo>
                    <a:pt x="812" y="491"/>
                  </a:lnTo>
                  <a:lnTo>
                    <a:pt x="829" y="490"/>
                  </a:lnTo>
                  <a:lnTo>
                    <a:pt x="844" y="489"/>
                  </a:lnTo>
                  <a:lnTo>
                    <a:pt x="891" y="544"/>
                  </a:lnTo>
                  <a:lnTo>
                    <a:pt x="840" y="5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45" name="Freeform 48"/>
            <p:cNvSpPr>
              <a:spLocks/>
            </p:cNvSpPr>
            <p:nvPr userDrawn="1"/>
          </p:nvSpPr>
          <p:spPr bwMode="gray">
            <a:xfrm>
              <a:off x="6540" y="596"/>
              <a:ext cx="34" cy="32"/>
            </a:xfrm>
            <a:custGeom>
              <a:avLst/>
              <a:gdLst>
                <a:gd name="T0" fmla="*/ 255 w 405"/>
                <a:gd name="T1" fmla="*/ 101 h 383"/>
                <a:gd name="T2" fmla="*/ 269 w 405"/>
                <a:gd name="T3" fmla="*/ 105 h 383"/>
                <a:gd name="T4" fmla="*/ 281 w 405"/>
                <a:gd name="T5" fmla="*/ 113 h 383"/>
                <a:gd name="T6" fmla="*/ 289 w 405"/>
                <a:gd name="T7" fmla="*/ 122 h 383"/>
                <a:gd name="T8" fmla="*/ 293 w 405"/>
                <a:gd name="T9" fmla="*/ 132 h 383"/>
                <a:gd name="T10" fmla="*/ 294 w 405"/>
                <a:gd name="T11" fmla="*/ 143 h 383"/>
                <a:gd name="T12" fmla="*/ 290 w 405"/>
                <a:gd name="T13" fmla="*/ 159 h 383"/>
                <a:gd name="T14" fmla="*/ 277 w 405"/>
                <a:gd name="T15" fmla="*/ 177 h 383"/>
                <a:gd name="T16" fmla="*/ 254 w 405"/>
                <a:gd name="T17" fmla="*/ 199 h 383"/>
                <a:gd name="T18" fmla="*/ 221 w 405"/>
                <a:gd name="T19" fmla="*/ 224 h 383"/>
                <a:gd name="T20" fmla="*/ 182 w 405"/>
                <a:gd name="T21" fmla="*/ 249 h 383"/>
                <a:gd name="T22" fmla="*/ 136 w 405"/>
                <a:gd name="T23" fmla="*/ 275 h 383"/>
                <a:gd name="T24" fmla="*/ 99 w 405"/>
                <a:gd name="T25" fmla="*/ 294 h 383"/>
                <a:gd name="T26" fmla="*/ 95 w 405"/>
                <a:gd name="T27" fmla="*/ 383 h 383"/>
                <a:gd name="T28" fmla="*/ 141 w 405"/>
                <a:gd name="T29" fmla="*/ 362 h 383"/>
                <a:gd name="T30" fmla="*/ 223 w 405"/>
                <a:gd name="T31" fmla="*/ 322 h 383"/>
                <a:gd name="T32" fmla="*/ 279 w 405"/>
                <a:gd name="T33" fmla="*/ 289 h 383"/>
                <a:gd name="T34" fmla="*/ 312 w 405"/>
                <a:gd name="T35" fmla="*/ 268 h 383"/>
                <a:gd name="T36" fmla="*/ 341 w 405"/>
                <a:gd name="T37" fmla="*/ 244 h 383"/>
                <a:gd name="T38" fmla="*/ 367 w 405"/>
                <a:gd name="T39" fmla="*/ 221 h 383"/>
                <a:gd name="T40" fmla="*/ 384 w 405"/>
                <a:gd name="T41" fmla="*/ 200 h 383"/>
                <a:gd name="T42" fmla="*/ 394 w 405"/>
                <a:gd name="T43" fmla="*/ 183 h 383"/>
                <a:gd name="T44" fmla="*/ 401 w 405"/>
                <a:gd name="T45" fmla="*/ 167 h 383"/>
                <a:gd name="T46" fmla="*/ 404 w 405"/>
                <a:gd name="T47" fmla="*/ 150 h 383"/>
                <a:gd name="T48" fmla="*/ 405 w 405"/>
                <a:gd name="T49" fmla="*/ 129 h 383"/>
                <a:gd name="T50" fmla="*/ 400 w 405"/>
                <a:gd name="T51" fmla="*/ 103 h 383"/>
                <a:gd name="T52" fmla="*/ 390 w 405"/>
                <a:gd name="T53" fmla="*/ 83 h 383"/>
                <a:gd name="T54" fmla="*/ 378 w 405"/>
                <a:gd name="T55" fmla="*/ 65 h 383"/>
                <a:gd name="T56" fmla="*/ 363 w 405"/>
                <a:gd name="T57" fmla="*/ 48 h 383"/>
                <a:gd name="T58" fmla="*/ 344 w 405"/>
                <a:gd name="T59" fmla="*/ 34 h 383"/>
                <a:gd name="T60" fmla="*/ 324 w 405"/>
                <a:gd name="T61" fmla="*/ 22 h 383"/>
                <a:gd name="T62" fmla="*/ 302 w 405"/>
                <a:gd name="T63" fmla="*/ 12 h 383"/>
                <a:gd name="T64" fmla="*/ 281 w 405"/>
                <a:gd name="T65" fmla="*/ 4 h 383"/>
                <a:gd name="T66" fmla="*/ 259 w 405"/>
                <a:gd name="T67" fmla="*/ 1 h 383"/>
                <a:gd name="T68" fmla="*/ 198 w 405"/>
                <a:gd name="T69" fmla="*/ 59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05" h="383">
                  <a:moveTo>
                    <a:pt x="247" y="101"/>
                  </a:moveTo>
                  <a:lnTo>
                    <a:pt x="255" y="101"/>
                  </a:lnTo>
                  <a:lnTo>
                    <a:pt x="262" y="103"/>
                  </a:lnTo>
                  <a:lnTo>
                    <a:pt x="269" y="105"/>
                  </a:lnTo>
                  <a:lnTo>
                    <a:pt x="275" y="109"/>
                  </a:lnTo>
                  <a:lnTo>
                    <a:pt x="281" y="113"/>
                  </a:lnTo>
                  <a:lnTo>
                    <a:pt x="285" y="117"/>
                  </a:lnTo>
                  <a:lnTo>
                    <a:pt x="289" y="122"/>
                  </a:lnTo>
                  <a:lnTo>
                    <a:pt x="292" y="127"/>
                  </a:lnTo>
                  <a:lnTo>
                    <a:pt x="293" y="132"/>
                  </a:lnTo>
                  <a:lnTo>
                    <a:pt x="294" y="137"/>
                  </a:lnTo>
                  <a:lnTo>
                    <a:pt x="294" y="143"/>
                  </a:lnTo>
                  <a:lnTo>
                    <a:pt x="292" y="150"/>
                  </a:lnTo>
                  <a:lnTo>
                    <a:pt x="290" y="159"/>
                  </a:lnTo>
                  <a:lnTo>
                    <a:pt x="285" y="168"/>
                  </a:lnTo>
                  <a:lnTo>
                    <a:pt x="277" y="177"/>
                  </a:lnTo>
                  <a:lnTo>
                    <a:pt x="268" y="187"/>
                  </a:lnTo>
                  <a:lnTo>
                    <a:pt x="254" y="199"/>
                  </a:lnTo>
                  <a:lnTo>
                    <a:pt x="238" y="212"/>
                  </a:lnTo>
                  <a:lnTo>
                    <a:pt x="221" y="224"/>
                  </a:lnTo>
                  <a:lnTo>
                    <a:pt x="203" y="237"/>
                  </a:lnTo>
                  <a:lnTo>
                    <a:pt x="182" y="249"/>
                  </a:lnTo>
                  <a:lnTo>
                    <a:pt x="160" y="263"/>
                  </a:lnTo>
                  <a:lnTo>
                    <a:pt x="136" y="275"/>
                  </a:lnTo>
                  <a:lnTo>
                    <a:pt x="111" y="288"/>
                  </a:lnTo>
                  <a:lnTo>
                    <a:pt x="99" y="294"/>
                  </a:lnTo>
                  <a:lnTo>
                    <a:pt x="0" y="370"/>
                  </a:lnTo>
                  <a:lnTo>
                    <a:pt x="95" y="383"/>
                  </a:lnTo>
                  <a:lnTo>
                    <a:pt x="99" y="381"/>
                  </a:lnTo>
                  <a:lnTo>
                    <a:pt x="141" y="362"/>
                  </a:lnTo>
                  <a:lnTo>
                    <a:pt x="183" y="342"/>
                  </a:lnTo>
                  <a:lnTo>
                    <a:pt x="223" y="322"/>
                  </a:lnTo>
                  <a:lnTo>
                    <a:pt x="261" y="300"/>
                  </a:lnTo>
                  <a:lnTo>
                    <a:pt x="279" y="289"/>
                  </a:lnTo>
                  <a:lnTo>
                    <a:pt x="295" y="279"/>
                  </a:lnTo>
                  <a:lnTo>
                    <a:pt x="312" y="268"/>
                  </a:lnTo>
                  <a:lnTo>
                    <a:pt x="327" y="257"/>
                  </a:lnTo>
                  <a:lnTo>
                    <a:pt x="341" y="244"/>
                  </a:lnTo>
                  <a:lnTo>
                    <a:pt x="354" y="233"/>
                  </a:lnTo>
                  <a:lnTo>
                    <a:pt x="367" y="221"/>
                  </a:lnTo>
                  <a:lnTo>
                    <a:pt x="377" y="210"/>
                  </a:lnTo>
                  <a:lnTo>
                    <a:pt x="384" y="200"/>
                  </a:lnTo>
                  <a:lnTo>
                    <a:pt x="389" y="192"/>
                  </a:lnTo>
                  <a:lnTo>
                    <a:pt x="394" y="183"/>
                  </a:lnTo>
                  <a:lnTo>
                    <a:pt x="398" y="175"/>
                  </a:lnTo>
                  <a:lnTo>
                    <a:pt x="401" y="167"/>
                  </a:lnTo>
                  <a:lnTo>
                    <a:pt x="403" y="159"/>
                  </a:lnTo>
                  <a:lnTo>
                    <a:pt x="404" y="150"/>
                  </a:lnTo>
                  <a:lnTo>
                    <a:pt x="405" y="143"/>
                  </a:lnTo>
                  <a:lnTo>
                    <a:pt x="405" y="129"/>
                  </a:lnTo>
                  <a:lnTo>
                    <a:pt x="403" y="116"/>
                  </a:lnTo>
                  <a:lnTo>
                    <a:pt x="400" y="103"/>
                  </a:lnTo>
                  <a:lnTo>
                    <a:pt x="395" y="92"/>
                  </a:lnTo>
                  <a:lnTo>
                    <a:pt x="390" y="83"/>
                  </a:lnTo>
                  <a:lnTo>
                    <a:pt x="385" y="74"/>
                  </a:lnTo>
                  <a:lnTo>
                    <a:pt x="378" y="65"/>
                  </a:lnTo>
                  <a:lnTo>
                    <a:pt x="371" y="56"/>
                  </a:lnTo>
                  <a:lnTo>
                    <a:pt x="363" y="48"/>
                  </a:lnTo>
                  <a:lnTo>
                    <a:pt x="353" y="40"/>
                  </a:lnTo>
                  <a:lnTo>
                    <a:pt x="344" y="34"/>
                  </a:lnTo>
                  <a:lnTo>
                    <a:pt x="334" y="27"/>
                  </a:lnTo>
                  <a:lnTo>
                    <a:pt x="324" y="22"/>
                  </a:lnTo>
                  <a:lnTo>
                    <a:pt x="314" y="16"/>
                  </a:lnTo>
                  <a:lnTo>
                    <a:pt x="302" y="12"/>
                  </a:lnTo>
                  <a:lnTo>
                    <a:pt x="292" y="7"/>
                  </a:lnTo>
                  <a:lnTo>
                    <a:pt x="281" y="4"/>
                  </a:lnTo>
                  <a:lnTo>
                    <a:pt x="270" y="2"/>
                  </a:lnTo>
                  <a:lnTo>
                    <a:pt x="259" y="1"/>
                  </a:lnTo>
                  <a:lnTo>
                    <a:pt x="247" y="0"/>
                  </a:lnTo>
                  <a:lnTo>
                    <a:pt x="198" y="59"/>
                  </a:lnTo>
                  <a:lnTo>
                    <a:pt x="247" y="10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46" name="Freeform 49"/>
            <p:cNvSpPr>
              <a:spLocks/>
            </p:cNvSpPr>
            <p:nvPr userDrawn="1"/>
          </p:nvSpPr>
          <p:spPr bwMode="gray">
            <a:xfrm>
              <a:off x="6473" y="596"/>
              <a:ext cx="191" cy="122"/>
            </a:xfrm>
            <a:custGeom>
              <a:avLst/>
              <a:gdLst>
                <a:gd name="T0" fmla="*/ 982 w 2289"/>
                <a:gd name="T1" fmla="*/ 130 h 1460"/>
                <a:gd name="T2" fmla="*/ 920 w 2289"/>
                <a:gd name="T3" fmla="*/ 214 h 1460"/>
                <a:gd name="T4" fmla="*/ 891 w 2289"/>
                <a:gd name="T5" fmla="*/ 387 h 1460"/>
                <a:gd name="T6" fmla="*/ 936 w 2289"/>
                <a:gd name="T7" fmla="*/ 481 h 1460"/>
                <a:gd name="T8" fmla="*/ 1034 w 2289"/>
                <a:gd name="T9" fmla="*/ 514 h 1460"/>
                <a:gd name="T10" fmla="*/ 1200 w 2289"/>
                <a:gd name="T11" fmla="*/ 464 h 1460"/>
                <a:gd name="T12" fmla="*/ 1394 w 2289"/>
                <a:gd name="T13" fmla="*/ 312 h 1460"/>
                <a:gd name="T14" fmla="*/ 1433 w 2289"/>
                <a:gd name="T15" fmla="*/ 157 h 1460"/>
                <a:gd name="T16" fmla="*/ 1486 w 2289"/>
                <a:gd name="T17" fmla="*/ 59 h 1460"/>
                <a:gd name="T18" fmla="*/ 1544 w 2289"/>
                <a:gd name="T19" fmla="*/ 51 h 1460"/>
                <a:gd name="T20" fmla="*/ 1625 w 2289"/>
                <a:gd name="T21" fmla="*/ 91 h 1460"/>
                <a:gd name="T22" fmla="*/ 1634 w 2289"/>
                <a:gd name="T23" fmla="*/ 139 h 1460"/>
                <a:gd name="T24" fmla="*/ 1565 w 2289"/>
                <a:gd name="T25" fmla="*/ 346 h 1460"/>
                <a:gd name="T26" fmla="*/ 1568 w 2289"/>
                <a:gd name="T27" fmla="*/ 436 h 1460"/>
                <a:gd name="T28" fmla="*/ 1616 w 2289"/>
                <a:gd name="T29" fmla="*/ 424 h 1460"/>
                <a:gd name="T30" fmla="*/ 1755 w 2289"/>
                <a:gd name="T31" fmla="*/ 283 h 1460"/>
                <a:gd name="T32" fmla="*/ 1888 w 2289"/>
                <a:gd name="T33" fmla="*/ 183 h 1460"/>
                <a:gd name="T34" fmla="*/ 1988 w 2289"/>
                <a:gd name="T35" fmla="*/ 199 h 1460"/>
                <a:gd name="T36" fmla="*/ 2063 w 2289"/>
                <a:gd name="T37" fmla="*/ 256 h 1460"/>
                <a:gd name="T38" fmla="*/ 2136 w 2289"/>
                <a:gd name="T39" fmla="*/ 408 h 1460"/>
                <a:gd name="T40" fmla="*/ 2229 w 2289"/>
                <a:gd name="T41" fmla="*/ 531 h 1460"/>
                <a:gd name="T42" fmla="*/ 2287 w 2289"/>
                <a:gd name="T43" fmla="*/ 580 h 1460"/>
                <a:gd name="T44" fmla="*/ 2259 w 2289"/>
                <a:gd name="T45" fmla="*/ 612 h 1460"/>
                <a:gd name="T46" fmla="*/ 2126 w 2289"/>
                <a:gd name="T47" fmla="*/ 583 h 1460"/>
                <a:gd name="T48" fmla="*/ 1973 w 2289"/>
                <a:gd name="T49" fmla="*/ 441 h 1460"/>
                <a:gd name="T50" fmla="*/ 1884 w 2289"/>
                <a:gd name="T51" fmla="*/ 335 h 1460"/>
                <a:gd name="T52" fmla="*/ 1759 w 2289"/>
                <a:gd name="T53" fmla="*/ 434 h 1460"/>
                <a:gd name="T54" fmla="*/ 1620 w 2289"/>
                <a:gd name="T55" fmla="*/ 580 h 1460"/>
                <a:gd name="T56" fmla="*/ 1534 w 2289"/>
                <a:gd name="T57" fmla="*/ 588 h 1460"/>
                <a:gd name="T58" fmla="*/ 1425 w 2289"/>
                <a:gd name="T59" fmla="*/ 523 h 1460"/>
                <a:gd name="T60" fmla="*/ 1351 w 2289"/>
                <a:gd name="T61" fmla="*/ 466 h 1460"/>
                <a:gd name="T62" fmla="*/ 1157 w 2289"/>
                <a:gd name="T63" fmla="*/ 584 h 1460"/>
                <a:gd name="T64" fmla="*/ 993 w 2289"/>
                <a:gd name="T65" fmla="*/ 613 h 1460"/>
                <a:gd name="T66" fmla="*/ 823 w 2289"/>
                <a:gd name="T67" fmla="*/ 555 h 1460"/>
                <a:gd name="T68" fmla="*/ 720 w 2289"/>
                <a:gd name="T69" fmla="*/ 457 h 1460"/>
                <a:gd name="T70" fmla="*/ 448 w 2289"/>
                <a:gd name="T71" fmla="*/ 594 h 1460"/>
                <a:gd name="T72" fmla="*/ 392 w 2289"/>
                <a:gd name="T73" fmla="*/ 862 h 1460"/>
                <a:gd name="T74" fmla="*/ 328 w 2289"/>
                <a:gd name="T75" fmla="*/ 1161 h 1460"/>
                <a:gd name="T76" fmla="*/ 215 w 2289"/>
                <a:gd name="T77" fmla="*/ 1376 h 1460"/>
                <a:gd name="T78" fmla="*/ 114 w 2289"/>
                <a:gd name="T79" fmla="*/ 1448 h 1460"/>
                <a:gd name="T80" fmla="*/ 0 w 2289"/>
                <a:gd name="T81" fmla="*/ 1423 h 1460"/>
                <a:gd name="T82" fmla="*/ 95 w 2289"/>
                <a:gd name="T83" fmla="*/ 1349 h 1460"/>
                <a:gd name="T84" fmla="*/ 163 w 2289"/>
                <a:gd name="T85" fmla="*/ 1228 h 1460"/>
                <a:gd name="T86" fmla="*/ 213 w 2289"/>
                <a:gd name="T87" fmla="*/ 1035 h 1460"/>
                <a:gd name="T88" fmla="*/ 240 w 2289"/>
                <a:gd name="T89" fmla="*/ 617 h 1460"/>
                <a:gd name="T90" fmla="*/ 195 w 2289"/>
                <a:gd name="T91" fmla="*/ 511 h 1460"/>
                <a:gd name="T92" fmla="*/ 92 w 2289"/>
                <a:gd name="T93" fmla="*/ 565 h 1460"/>
                <a:gd name="T94" fmla="*/ 143 w 2289"/>
                <a:gd name="T95" fmla="*/ 433 h 1460"/>
                <a:gd name="T96" fmla="*/ 254 w 2289"/>
                <a:gd name="T97" fmla="*/ 332 h 1460"/>
                <a:gd name="T98" fmla="*/ 297 w 2289"/>
                <a:gd name="T99" fmla="*/ 230 h 1460"/>
                <a:gd name="T100" fmla="*/ 267 w 2289"/>
                <a:gd name="T101" fmla="*/ 178 h 1460"/>
                <a:gd name="T102" fmla="*/ 261 w 2289"/>
                <a:gd name="T103" fmla="*/ 74 h 1460"/>
                <a:gd name="T104" fmla="*/ 335 w 2289"/>
                <a:gd name="T105" fmla="*/ 118 h 1460"/>
                <a:gd name="T106" fmla="*/ 398 w 2289"/>
                <a:gd name="T107" fmla="*/ 108 h 1460"/>
                <a:gd name="T108" fmla="*/ 489 w 2289"/>
                <a:gd name="T109" fmla="*/ 137 h 1460"/>
                <a:gd name="T110" fmla="*/ 505 w 2289"/>
                <a:gd name="T111" fmla="*/ 181 h 1460"/>
                <a:gd name="T112" fmla="*/ 456 w 2289"/>
                <a:gd name="T113" fmla="*/ 322 h 1460"/>
                <a:gd name="T114" fmla="*/ 427 w 2289"/>
                <a:gd name="T115" fmla="*/ 510 h 1460"/>
                <a:gd name="T116" fmla="*/ 690 w 2289"/>
                <a:gd name="T117" fmla="*/ 385 h 1460"/>
                <a:gd name="T118" fmla="*/ 720 w 2289"/>
                <a:gd name="T119" fmla="*/ 256 h 1460"/>
                <a:gd name="T120" fmla="*/ 812 w 2289"/>
                <a:gd name="T121" fmla="*/ 126 h 1460"/>
                <a:gd name="T122" fmla="*/ 957 w 2289"/>
                <a:gd name="T123" fmla="*/ 26 h 1460"/>
                <a:gd name="T124" fmla="*/ 1042 w 2289"/>
                <a:gd name="T125" fmla="*/ 101 h 14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289" h="1460">
                  <a:moveTo>
                    <a:pt x="1042" y="101"/>
                  </a:moveTo>
                  <a:lnTo>
                    <a:pt x="1034" y="101"/>
                  </a:lnTo>
                  <a:lnTo>
                    <a:pt x="1027" y="103"/>
                  </a:lnTo>
                  <a:lnTo>
                    <a:pt x="1020" y="105"/>
                  </a:lnTo>
                  <a:lnTo>
                    <a:pt x="1013" y="109"/>
                  </a:lnTo>
                  <a:lnTo>
                    <a:pt x="1003" y="116"/>
                  </a:lnTo>
                  <a:lnTo>
                    <a:pt x="992" y="122"/>
                  </a:lnTo>
                  <a:lnTo>
                    <a:pt x="982" y="130"/>
                  </a:lnTo>
                  <a:lnTo>
                    <a:pt x="973" y="138"/>
                  </a:lnTo>
                  <a:lnTo>
                    <a:pt x="964" y="147"/>
                  </a:lnTo>
                  <a:lnTo>
                    <a:pt x="956" y="158"/>
                  </a:lnTo>
                  <a:lnTo>
                    <a:pt x="948" y="168"/>
                  </a:lnTo>
                  <a:lnTo>
                    <a:pt x="939" y="178"/>
                  </a:lnTo>
                  <a:lnTo>
                    <a:pt x="932" y="189"/>
                  </a:lnTo>
                  <a:lnTo>
                    <a:pt x="926" y="201"/>
                  </a:lnTo>
                  <a:lnTo>
                    <a:pt x="920" y="214"/>
                  </a:lnTo>
                  <a:lnTo>
                    <a:pt x="914" y="226"/>
                  </a:lnTo>
                  <a:lnTo>
                    <a:pt x="909" y="239"/>
                  </a:lnTo>
                  <a:lnTo>
                    <a:pt x="905" y="253"/>
                  </a:lnTo>
                  <a:lnTo>
                    <a:pt x="901" y="268"/>
                  </a:lnTo>
                  <a:lnTo>
                    <a:pt x="898" y="282"/>
                  </a:lnTo>
                  <a:lnTo>
                    <a:pt x="894" y="294"/>
                  </a:lnTo>
                  <a:lnTo>
                    <a:pt x="890" y="383"/>
                  </a:lnTo>
                  <a:lnTo>
                    <a:pt x="891" y="387"/>
                  </a:lnTo>
                  <a:lnTo>
                    <a:pt x="893" y="401"/>
                  </a:lnTo>
                  <a:lnTo>
                    <a:pt x="898" y="416"/>
                  </a:lnTo>
                  <a:lnTo>
                    <a:pt x="902" y="429"/>
                  </a:lnTo>
                  <a:lnTo>
                    <a:pt x="907" y="441"/>
                  </a:lnTo>
                  <a:lnTo>
                    <a:pt x="913" y="453"/>
                  </a:lnTo>
                  <a:lnTo>
                    <a:pt x="920" y="463"/>
                  </a:lnTo>
                  <a:lnTo>
                    <a:pt x="928" y="472"/>
                  </a:lnTo>
                  <a:lnTo>
                    <a:pt x="936" y="481"/>
                  </a:lnTo>
                  <a:lnTo>
                    <a:pt x="947" y="488"/>
                  </a:lnTo>
                  <a:lnTo>
                    <a:pt x="957" y="495"/>
                  </a:lnTo>
                  <a:lnTo>
                    <a:pt x="968" y="500"/>
                  </a:lnTo>
                  <a:lnTo>
                    <a:pt x="979" y="506"/>
                  </a:lnTo>
                  <a:lnTo>
                    <a:pt x="992" y="510"/>
                  </a:lnTo>
                  <a:lnTo>
                    <a:pt x="1006" y="512"/>
                  </a:lnTo>
                  <a:lnTo>
                    <a:pt x="1019" y="514"/>
                  </a:lnTo>
                  <a:lnTo>
                    <a:pt x="1034" y="514"/>
                  </a:lnTo>
                  <a:lnTo>
                    <a:pt x="1054" y="513"/>
                  </a:lnTo>
                  <a:lnTo>
                    <a:pt x="1073" y="511"/>
                  </a:lnTo>
                  <a:lnTo>
                    <a:pt x="1093" y="507"/>
                  </a:lnTo>
                  <a:lnTo>
                    <a:pt x="1114" y="501"/>
                  </a:lnTo>
                  <a:lnTo>
                    <a:pt x="1135" y="494"/>
                  </a:lnTo>
                  <a:lnTo>
                    <a:pt x="1157" y="485"/>
                  </a:lnTo>
                  <a:lnTo>
                    <a:pt x="1178" y="475"/>
                  </a:lnTo>
                  <a:lnTo>
                    <a:pt x="1200" y="464"/>
                  </a:lnTo>
                  <a:lnTo>
                    <a:pt x="1224" y="449"/>
                  </a:lnTo>
                  <a:lnTo>
                    <a:pt x="1246" y="435"/>
                  </a:lnTo>
                  <a:lnTo>
                    <a:pt x="1271" y="418"/>
                  </a:lnTo>
                  <a:lnTo>
                    <a:pt x="1294" y="400"/>
                  </a:lnTo>
                  <a:lnTo>
                    <a:pt x="1319" y="380"/>
                  </a:lnTo>
                  <a:lnTo>
                    <a:pt x="1343" y="359"/>
                  </a:lnTo>
                  <a:lnTo>
                    <a:pt x="1369" y="336"/>
                  </a:lnTo>
                  <a:lnTo>
                    <a:pt x="1394" y="312"/>
                  </a:lnTo>
                  <a:lnTo>
                    <a:pt x="1395" y="311"/>
                  </a:lnTo>
                  <a:lnTo>
                    <a:pt x="1396" y="309"/>
                  </a:lnTo>
                  <a:lnTo>
                    <a:pt x="1401" y="279"/>
                  </a:lnTo>
                  <a:lnTo>
                    <a:pt x="1407" y="252"/>
                  </a:lnTo>
                  <a:lnTo>
                    <a:pt x="1413" y="227"/>
                  </a:lnTo>
                  <a:lnTo>
                    <a:pt x="1419" y="203"/>
                  </a:lnTo>
                  <a:lnTo>
                    <a:pt x="1425" y="180"/>
                  </a:lnTo>
                  <a:lnTo>
                    <a:pt x="1433" y="157"/>
                  </a:lnTo>
                  <a:lnTo>
                    <a:pt x="1441" y="133"/>
                  </a:lnTo>
                  <a:lnTo>
                    <a:pt x="1450" y="110"/>
                  </a:lnTo>
                  <a:lnTo>
                    <a:pt x="1457" y="96"/>
                  </a:lnTo>
                  <a:lnTo>
                    <a:pt x="1463" y="84"/>
                  </a:lnTo>
                  <a:lnTo>
                    <a:pt x="1470" y="74"/>
                  </a:lnTo>
                  <a:lnTo>
                    <a:pt x="1477" y="65"/>
                  </a:lnTo>
                  <a:lnTo>
                    <a:pt x="1482" y="62"/>
                  </a:lnTo>
                  <a:lnTo>
                    <a:pt x="1486" y="59"/>
                  </a:lnTo>
                  <a:lnTo>
                    <a:pt x="1491" y="55"/>
                  </a:lnTo>
                  <a:lnTo>
                    <a:pt x="1496" y="52"/>
                  </a:lnTo>
                  <a:lnTo>
                    <a:pt x="1501" y="51"/>
                  </a:lnTo>
                  <a:lnTo>
                    <a:pt x="1508" y="49"/>
                  </a:lnTo>
                  <a:lnTo>
                    <a:pt x="1515" y="48"/>
                  </a:lnTo>
                  <a:lnTo>
                    <a:pt x="1521" y="48"/>
                  </a:lnTo>
                  <a:lnTo>
                    <a:pt x="1532" y="49"/>
                  </a:lnTo>
                  <a:lnTo>
                    <a:pt x="1544" y="51"/>
                  </a:lnTo>
                  <a:lnTo>
                    <a:pt x="1557" y="54"/>
                  </a:lnTo>
                  <a:lnTo>
                    <a:pt x="1573" y="59"/>
                  </a:lnTo>
                  <a:lnTo>
                    <a:pt x="1584" y="64"/>
                  </a:lnTo>
                  <a:lnTo>
                    <a:pt x="1594" y="68"/>
                  </a:lnTo>
                  <a:lnTo>
                    <a:pt x="1603" y="73"/>
                  </a:lnTo>
                  <a:lnTo>
                    <a:pt x="1612" y="79"/>
                  </a:lnTo>
                  <a:lnTo>
                    <a:pt x="1619" y="85"/>
                  </a:lnTo>
                  <a:lnTo>
                    <a:pt x="1625" y="91"/>
                  </a:lnTo>
                  <a:lnTo>
                    <a:pt x="1629" y="97"/>
                  </a:lnTo>
                  <a:lnTo>
                    <a:pt x="1633" y="104"/>
                  </a:lnTo>
                  <a:lnTo>
                    <a:pt x="1635" y="110"/>
                  </a:lnTo>
                  <a:lnTo>
                    <a:pt x="1636" y="116"/>
                  </a:lnTo>
                  <a:lnTo>
                    <a:pt x="1636" y="121"/>
                  </a:lnTo>
                  <a:lnTo>
                    <a:pt x="1636" y="127"/>
                  </a:lnTo>
                  <a:lnTo>
                    <a:pt x="1636" y="133"/>
                  </a:lnTo>
                  <a:lnTo>
                    <a:pt x="1634" y="139"/>
                  </a:lnTo>
                  <a:lnTo>
                    <a:pt x="1632" y="145"/>
                  </a:lnTo>
                  <a:lnTo>
                    <a:pt x="1630" y="151"/>
                  </a:lnTo>
                  <a:lnTo>
                    <a:pt x="1614" y="187"/>
                  </a:lnTo>
                  <a:lnTo>
                    <a:pt x="1599" y="222"/>
                  </a:lnTo>
                  <a:lnTo>
                    <a:pt x="1588" y="254"/>
                  </a:lnTo>
                  <a:lnTo>
                    <a:pt x="1579" y="286"/>
                  </a:lnTo>
                  <a:lnTo>
                    <a:pt x="1571" y="317"/>
                  </a:lnTo>
                  <a:lnTo>
                    <a:pt x="1565" y="346"/>
                  </a:lnTo>
                  <a:lnTo>
                    <a:pt x="1562" y="376"/>
                  </a:lnTo>
                  <a:lnTo>
                    <a:pt x="1560" y="406"/>
                  </a:lnTo>
                  <a:lnTo>
                    <a:pt x="1560" y="414"/>
                  </a:lnTo>
                  <a:lnTo>
                    <a:pt x="1561" y="422"/>
                  </a:lnTo>
                  <a:lnTo>
                    <a:pt x="1562" y="426"/>
                  </a:lnTo>
                  <a:lnTo>
                    <a:pt x="1563" y="430"/>
                  </a:lnTo>
                  <a:lnTo>
                    <a:pt x="1565" y="433"/>
                  </a:lnTo>
                  <a:lnTo>
                    <a:pt x="1568" y="436"/>
                  </a:lnTo>
                  <a:lnTo>
                    <a:pt x="1572" y="439"/>
                  </a:lnTo>
                  <a:lnTo>
                    <a:pt x="1576" y="441"/>
                  </a:lnTo>
                  <a:lnTo>
                    <a:pt x="1581" y="442"/>
                  </a:lnTo>
                  <a:lnTo>
                    <a:pt x="1587" y="441"/>
                  </a:lnTo>
                  <a:lnTo>
                    <a:pt x="1593" y="439"/>
                  </a:lnTo>
                  <a:lnTo>
                    <a:pt x="1600" y="435"/>
                  </a:lnTo>
                  <a:lnTo>
                    <a:pt x="1607" y="430"/>
                  </a:lnTo>
                  <a:lnTo>
                    <a:pt x="1616" y="424"/>
                  </a:lnTo>
                  <a:lnTo>
                    <a:pt x="1626" y="414"/>
                  </a:lnTo>
                  <a:lnTo>
                    <a:pt x="1639" y="401"/>
                  </a:lnTo>
                  <a:lnTo>
                    <a:pt x="1653" y="386"/>
                  </a:lnTo>
                  <a:lnTo>
                    <a:pt x="1670" y="369"/>
                  </a:lnTo>
                  <a:lnTo>
                    <a:pt x="1690" y="348"/>
                  </a:lnTo>
                  <a:lnTo>
                    <a:pt x="1710" y="327"/>
                  </a:lnTo>
                  <a:lnTo>
                    <a:pt x="1733" y="306"/>
                  </a:lnTo>
                  <a:lnTo>
                    <a:pt x="1755" y="283"/>
                  </a:lnTo>
                  <a:lnTo>
                    <a:pt x="1778" y="262"/>
                  </a:lnTo>
                  <a:lnTo>
                    <a:pt x="1801" y="242"/>
                  </a:lnTo>
                  <a:lnTo>
                    <a:pt x="1824" y="224"/>
                  </a:lnTo>
                  <a:lnTo>
                    <a:pt x="1845" y="208"/>
                  </a:lnTo>
                  <a:lnTo>
                    <a:pt x="1850" y="204"/>
                  </a:lnTo>
                  <a:lnTo>
                    <a:pt x="1865" y="195"/>
                  </a:lnTo>
                  <a:lnTo>
                    <a:pt x="1880" y="187"/>
                  </a:lnTo>
                  <a:lnTo>
                    <a:pt x="1888" y="183"/>
                  </a:lnTo>
                  <a:lnTo>
                    <a:pt x="1897" y="181"/>
                  </a:lnTo>
                  <a:lnTo>
                    <a:pt x="1906" y="179"/>
                  </a:lnTo>
                  <a:lnTo>
                    <a:pt x="1917" y="178"/>
                  </a:lnTo>
                  <a:lnTo>
                    <a:pt x="1927" y="179"/>
                  </a:lnTo>
                  <a:lnTo>
                    <a:pt x="1937" y="181"/>
                  </a:lnTo>
                  <a:lnTo>
                    <a:pt x="1948" y="183"/>
                  </a:lnTo>
                  <a:lnTo>
                    <a:pt x="1959" y="187"/>
                  </a:lnTo>
                  <a:lnTo>
                    <a:pt x="1988" y="199"/>
                  </a:lnTo>
                  <a:lnTo>
                    <a:pt x="2011" y="212"/>
                  </a:lnTo>
                  <a:lnTo>
                    <a:pt x="2022" y="218"/>
                  </a:lnTo>
                  <a:lnTo>
                    <a:pt x="2030" y="224"/>
                  </a:lnTo>
                  <a:lnTo>
                    <a:pt x="2039" y="230"/>
                  </a:lnTo>
                  <a:lnTo>
                    <a:pt x="2046" y="236"/>
                  </a:lnTo>
                  <a:lnTo>
                    <a:pt x="2052" y="242"/>
                  </a:lnTo>
                  <a:lnTo>
                    <a:pt x="2058" y="249"/>
                  </a:lnTo>
                  <a:lnTo>
                    <a:pt x="2063" y="256"/>
                  </a:lnTo>
                  <a:lnTo>
                    <a:pt x="2069" y="263"/>
                  </a:lnTo>
                  <a:lnTo>
                    <a:pt x="2077" y="278"/>
                  </a:lnTo>
                  <a:lnTo>
                    <a:pt x="2084" y="294"/>
                  </a:lnTo>
                  <a:lnTo>
                    <a:pt x="2094" y="320"/>
                  </a:lnTo>
                  <a:lnTo>
                    <a:pt x="2104" y="343"/>
                  </a:lnTo>
                  <a:lnTo>
                    <a:pt x="2115" y="366"/>
                  </a:lnTo>
                  <a:lnTo>
                    <a:pt x="2126" y="387"/>
                  </a:lnTo>
                  <a:lnTo>
                    <a:pt x="2136" y="408"/>
                  </a:lnTo>
                  <a:lnTo>
                    <a:pt x="2147" y="427"/>
                  </a:lnTo>
                  <a:lnTo>
                    <a:pt x="2158" y="444"/>
                  </a:lnTo>
                  <a:lnTo>
                    <a:pt x="2169" y="462"/>
                  </a:lnTo>
                  <a:lnTo>
                    <a:pt x="2181" y="478"/>
                  </a:lnTo>
                  <a:lnTo>
                    <a:pt x="2192" y="492"/>
                  </a:lnTo>
                  <a:lnTo>
                    <a:pt x="2204" y="507"/>
                  </a:lnTo>
                  <a:lnTo>
                    <a:pt x="2216" y="519"/>
                  </a:lnTo>
                  <a:lnTo>
                    <a:pt x="2229" y="531"/>
                  </a:lnTo>
                  <a:lnTo>
                    <a:pt x="2241" y="541"/>
                  </a:lnTo>
                  <a:lnTo>
                    <a:pt x="2253" y="552"/>
                  </a:lnTo>
                  <a:lnTo>
                    <a:pt x="2266" y="560"/>
                  </a:lnTo>
                  <a:lnTo>
                    <a:pt x="2273" y="564"/>
                  </a:lnTo>
                  <a:lnTo>
                    <a:pt x="2278" y="568"/>
                  </a:lnTo>
                  <a:lnTo>
                    <a:pt x="2282" y="572"/>
                  </a:lnTo>
                  <a:lnTo>
                    <a:pt x="2285" y="576"/>
                  </a:lnTo>
                  <a:lnTo>
                    <a:pt x="2287" y="580"/>
                  </a:lnTo>
                  <a:lnTo>
                    <a:pt x="2289" y="584"/>
                  </a:lnTo>
                  <a:lnTo>
                    <a:pt x="2289" y="588"/>
                  </a:lnTo>
                  <a:lnTo>
                    <a:pt x="2289" y="592"/>
                  </a:lnTo>
                  <a:lnTo>
                    <a:pt x="2286" y="597"/>
                  </a:lnTo>
                  <a:lnTo>
                    <a:pt x="2282" y="602"/>
                  </a:lnTo>
                  <a:lnTo>
                    <a:pt x="2276" y="606"/>
                  </a:lnTo>
                  <a:lnTo>
                    <a:pt x="2267" y="609"/>
                  </a:lnTo>
                  <a:lnTo>
                    <a:pt x="2259" y="612"/>
                  </a:lnTo>
                  <a:lnTo>
                    <a:pt x="2249" y="613"/>
                  </a:lnTo>
                  <a:lnTo>
                    <a:pt x="2238" y="614"/>
                  </a:lnTo>
                  <a:lnTo>
                    <a:pt x="2226" y="614"/>
                  </a:lnTo>
                  <a:lnTo>
                    <a:pt x="2205" y="611"/>
                  </a:lnTo>
                  <a:lnTo>
                    <a:pt x="2186" y="607"/>
                  </a:lnTo>
                  <a:lnTo>
                    <a:pt x="2165" y="601"/>
                  </a:lnTo>
                  <a:lnTo>
                    <a:pt x="2145" y="592"/>
                  </a:lnTo>
                  <a:lnTo>
                    <a:pt x="2126" y="583"/>
                  </a:lnTo>
                  <a:lnTo>
                    <a:pt x="2106" y="571"/>
                  </a:lnTo>
                  <a:lnTo>
                    <a:pt x="2086" y="558"/>
                  </a:lnTo>
                  <a:lnTo>
                    <a:pt x="2066" y="543"/>
                  </a:lnTo>
                  <a:lnTo>
                    <a:pt x="2047" y="526"/>
                  </a:lnTo>
                  <a:lnTo>
                    <a:pt x="2029" y="508"/>
                  </a:lnTo>
                  <a:lnTo>
                    <a:pt x="2009" y="487"/>
                  </a:lnTo>
                  <a:lnTo>
                    <a:pt x="1991" y="465"/>
                  </a:lnTo>
                  <a:lnTo>
                    <a:pt x="1973" y="441"/>
                  </a:lnTo>
                  <a:lnTo>
                    <a:pt x="1954" y="416"/>
                  </a:lnTo>
                  <a:lnTo>
                    <a:pt x="1937" y="388"/>
                  </a:lnTo>
                  <a:lnTo>
                    <a:pt x="1920" y="360"/>
                  </a:lnTo>
                  <a:lnTo>
                    <a:pt x="1913" y="351"/>
                  </a:lnTo>
                  <a:lnTo>
                    <a:pt x="1906" y="344"/>
                  </a:lnTo>
                  <a:lnTo>
                    <a:pt x="1899" y="339"/>
                  </a:lnTo>
                  <a:lnTo>
                    <a:pt x="1892" y="336"/>
                  </a:lnTo>
                  <a:lnTo>
                    <a:pt x="1884" y="335"/>
                  </a:lnTo>
                  <a:lnTo>
                    <a:pt x="1875" y="335"/>
                  </a:lnTo>
                  <a:lnTo>
                    <a:pt x="1867" y="338"/>
                  </a:lnTo>
                  <a:lnTo>
                    <a:pt x="1857" y="343"/>
                  </a:lnTo>
                  <a:lnTo>
                    <a:pt x="1838" y="358"/>
                  </a:lnTo>
                  <a:lnTo>
                    <a:pt x="1821" y="372"/>
                  </a:lnTo>
                  <a:lnTo>
                    <a:pt x="1804" y="387"/>
                  </a:lnTo>
                  <a:lnTo>
                    <a:pt x="1789" y="402"/>
                  </a:lnTo>
                  <a:lnTo>
                    <a:pt x="1759" y="434"/>
                  </a:lnTo>
                  <a:lnTo>
                    <a:pt x="1730" y="468"/>
                  </a:lnTo>
                  <a:lnTo>
                    <a:pt x="1712" y="488"/>
                  </a:lnTo>
                  <a:lnTo>
                    <a:pt x="1692" y="511"/>
                  </a:lnTo>
                  <a:lnTo>
                    <a:pt x="1671" y="535"/>
                  </a:lnTo>
                  <a:lnTo>
                    <a:pt x="1647" y="560"/>
                  </a:lnTo>
                  <a:lnTo>
                    <a:pt x="1638" y="568"/>
                  </a:lnTo>
                  <a:lnTo>
                    <a:pt x="1629" y="574"/>
                  </a:lnTo>
                  <a:lnTo>
                    <a:pt x="1620" y="580"/>
                  </a:lnTo>
                  <a:lnTo>
                    <a:pt x="1611" y="585"/>
                  </a:lnTo>
                  <a:lnTo>
                    <a:pt x="1600" y="588"/>
                  </a:lnTo>
                  <a:lnTo>
                    <a:pt x="1590" y="591"/>
                  </a:lnTo>
                  <a:lnTo>
                    <a:pt x="1580" y="592"/>
                  </a:lnTo>
                  <a:lnTo>
                    <a:pt x="1569" y="593"/>
                  </a:lnTo>
                  <a:lnTo>
                    <a:pt x="1557" y="592"/>
                  </a:lnTo>
                  <a:lnTo>
                    <a:pt x="1545" y="590"/>
                  </a:lnTo>
                  <a:lnTo>
                    <a:pt x="1534" y="588"/>
                  </a:lnTo>
                  <a:lnTo>
                    <a:pt x="1522" y="584"/>
                  </a:lnTo>
                  <a:lnTo>
                    <a:pt x="1509" y="579"/>
                  </a:lnTo>
                  <a:lnTo>
                    <a:pt x="1495" y="573"/>
                  </a:lnTo>
                  <a:lnTo>
                    <a:pt x="1482" y="566"/>
                  </a:lnTo>
                  <a:lnTo>
                    <a:pt x="1469" y="558"/>
                  </a:lnTo>
                  <a:lnTo>
                    <a:pt x="1452" y="546"/>
                  </a:lnTo>
                  <a:lnTo>
                    <a:pt x="1438" y="535"/>
                  </a:lnTo>
                  <a:lnTo>
                    <a:pt x="1425" y="523"/>
                  </a:lnTo>
                  <a:lnTo>
                    <a:pt x="1414" y="510"/>
                  </a:lnTo>
                  <a:lnTo>
                    <a:pt x="1404" y="495"/>
                  </a:lnTo>
                  <a:lnTo>
                    <a:pt x="1397" y="480"/>
                  </a:lnTo>
                  <a:lnTo>
                    <a:pt x="1391" y="464"/>
                  </a:lnTo>
                  <a:lnTo>
                    <a:pt x="1387" y="446"/>
                  </a:lnTo>
                  <a:lnTo>
                    <a:pt x="1385" y="437"/>
                  </a:lnTo>
                  <a:lnTo>
                    <a:pt x="1378" y="443"/>
                  </a:lnTo>
                  <a:lnTo>
                    <a:pt x="1351" y="466"/>
                  </a:lnTo>
                  <a:lnTo>
                    <a:pt x="1319" y="491"/>
                  </a:lnTo>
                  <a:lnTo>
                    <a:pt x="1299" y="506"/>
                  </a:lnTo>
                  <a:lnTo>
                    <a:pt x="1279" y="520"/>
                  </a:lnTo>
                  <a:lnTo>
                    <a:pt x="1257" y="534"/>
                  </a:lnTo>
                  <a:lnTo>
                    <a:pt x="1233" y="547"/>
                  </a:lnTo>
                  <a:lnTo>
                    <a:pt x="1209" y="561"/>
                  </a:lnTo>
                  <a:lnTo>
                    <a:pt x="1183" y="573"/>
                  </a:lnTo>
                  <a:lnTo>
                    <a:pt x="1157" y="584"/>
                  </a:lnTo>
                  <a:lnTo>
                    <a:pt x="1130" y="594"/>
                  </a:lnTo>
                  <a:lnTo>
                    <a:pt x="1103" y="603"/>
                  </a:lnTo>
                  <a:lnTo>
                    <a:pt x="1074" y="609"/>
                  </a:lnTo>
                  <a:lnTo>
                    <a:pt x="1060" y="611"/>
                  </a:lnTo>
                  <a:lnTo>
                    <a:pt x="1045" y="613"/>
                  </a:lnTo>
                  <a:lnTo>
                    <a:pt x="1031" y="613"/>
                  </a:lnTo>
                  <a:lnTo>
                    <a:pt x="1017" y="614"/>
                  </a:lnTo>
                  <a:lnTo>
                    <a:pt x="993" y="613"/>
                  </a:lnTo>
                  <a:lnTo>
                    <a:pt x="970" y="610"/>
                  </a:lnTo>
                  <a:lnTo>
                    <a:pt x="948" y="606"/>
                  </a:lnTo>
                  <a:lnTo>
                    <a:pt x="925" y="601"/>
                  </a:lnTo>
                  <a:lnTo>
                    <a:pt x="904" y="593"/>
                  </a:lnTo>
                  <a:lnTo>
                    <a:pt x="882" y="585"/>
                  </a:lnTo>
                  <a:lnTo>
                    <a:pt x="862" y="576"/>
                  </a:lnTo>
                  <a:lnTo>
                    <a:pt x="842" y="566"/>
                  </a:lnTo>
                  <a:lnTo>
                    <a:pt x="823" y="555"/>
                  </a:lnTo>
                  <a:lnTo>
                    <a:pt x="806" y="542"/>
                  </a:lnTo>
                  <a:lnTo>
                    <a:pt x="788" y="530"/>
                  </a:lnTo>
                  <a:lnTo>
                    <a:pt x="773" y="517"/>
                  </a:lnTo>
                  <a:lnTo>
                    <a:pt x="759" y="503"/>
                  </a:lnTo>
                  <a:lnTo>
                    <a:pt x="746" y="489"/>
                  </a:lnTo>
                  <a:lnTo>
                    <a:pt x="733" y="475"/>
                  </a:lnTo>
                  <a:lnTo>
                    <a:pt x="723" y="461"/>
                  </a:lnTo>
                  <a:lnTo>
                    <a:pt x="720" y="457"/>
                  </a:lnTo>
                  <a:lnTo>
                    <a:pt x="716" y="459"/>
                  </a:lnTo>
                  <a:lnTo>
                    <a:pt x="673" y="477"/>
                  </a:lnTo>
                  <a:lnTo>
                    <a:pt x="632" y="496"/>
                  </a:lnTo>
                  <a:lnTo>
                    <a:pt x="593" y="516"/>
                  </a:lnTo>
                  <a:lnTo>
                    <a:pt x="555" y="535"/>
                  </a:lnTo>
                  <a:lnTo>
                    <a:pt x="517" y="556"/>
                  </a:lnTo>
                  <a:lnTo>
                    <a:pt x="481" y="575"/>
                  </a:lnTo>
                  <a:lnTo>
                    <a:pt x="448" y="594"/>
                  </a:lnTo>
                  <a:lnTo>
                    <a:pt x="414" y="615"/>
                  </a:lnTo>
                  <a:lnTo>
                    <a:pt x="412" y="616"/>
                  </a:lnTo>
                  <a:lnTo>
                    <a:pt x="412" y="619"/>
                  </a:lnTo>
                  <a:lnTo>
                    <a:pt x="408" y="683"/>
                  </a:lnTo>
                  <a:lnTo>
                    <a:pt x="404" y="752"/>
                  </a:lnTo>
                  <a:lnTo>
                    <a:pt x="401" y="787"/>
                  </a:lnTo>
                  <a:lnTo>
                    <a:pt x="397" y="824"/>
                  </a:lnTo>
                  <a:lnTo>
                    <a:pt x="392" y="862"/>
                  </a:lnTo>
                  <a:lnTo>
                    <a:pt x="387" y="900"/>
                  </a:lnTo>
                  <a:lnTo>
                    <a:pt x="381" y="937"/>
                  </a:lnTo>
                  <a:lnTo>
                    <a:pt x="374" y="975"/>
                  </a:lnTo>
                  <a:lnTo>
                    <a:pt x="367" y="1013"/>
                  </a:lnTo>
                  <a:lnTo>
                    <a:pt x="359" y="1051"/>
                  </a:lnTo>
                  <a:lnTo>
                    <a:pt x="350" y="1088"/>
                  </a:lnTo>
                  <a:lnTo>
                    <a:pt x="340" y="1125"/>
                  </a:lnTo>
                  <a:lnTo>
                    <a:pt x="328" y="1161"/>
                  </a:lnTo>
                  <a:lnTo>
                    <a:pt x="316" y="1196"/>
                  </a:lnTo>
                  <a:lnTo>
                    <a:pt x="304" y="1227"/>
                  </a:lnTo>
                  <a:lnTo>
                    <a:pt x="291" y="1257"/>
                  </a:lnTo>
                  <a:lnTo>
                    <a:pt x="276" y="1285"/>
                  </a:lnTo>
                  <a:lnTo>
                    <a:pt x="262" y="1311"/>
                  </a:lnTo>
                  <a:lnTo>
                    <a:pt x="247" y="1334"/>
                  </a:lnTo>
                  <a:lnTo>
                    <a:pt x="231" y="1357"/>
                  </a:lnTo>
                  <a:lnTo>
                    <a:pt x="215" y="1376"/>
                  </a:lnTo>
                  <a:lnTo>
                    <a:pt x="199" y="1394"/>
                  </a:lnTo>
                  <a:lnTo>
                    <a:pt x="180" y="1409"/>
                  </a:lnTo>
                  <a:lnTo>
                    <a:pt x="163" y="1423"/>
                  </a:lnTo>
                  <a:lnTo>
                    <a:pt x="153" y="1429"/>
                  </a:lnTo>
                  <a:lnTo>
                    <a:pt x="144" y="1434"/>
                  </a:lnTo>
                  <a:lnTo>
                    <a:pt x="135" y="1439"/>
                  </a:lnTo>
                  <a:lnTo>
                    <a:pt x="124" y="1444"/>
                  </a:lnTo>
                  <a:lnTo>
                    <a:pt x="114" y="1448"/>
                  </a:lnTo>
                  <a:lnTo>
                    <a:pt x="105" y="1451"/>
                  </a:lnTo>
                  <a:lnTo>
                    <a:pt x="95" y="1454"/>
                  </a:lnTo>
                  <a:lnTo>
                    <a:pt x="85" y="1456"/>
                  </a:lnTo>
                  <a:lnTo>
                    <a:pt x="73" y="1458"/>
                  </a:lnTo>
                  <a:lnTo>
                    <a:pt x="63" y="1459"/>
                  </a:lnTo>
                  <a:lnTo>
                    <a:pt x="52" y="1460"/>
                  </a:lnTo>
                  <a:lnTo>
                    <a:pt x="42" y="1460"/>
                  </a:lnTo>
                  <a:lnTo>
                    <a:pt x="0" y="1423"/>
                  </a:lnTo>
                  <a:lnTo>
                    <a:pt x="22" y="1384"/>
                  </a:lnTo>
                  <a:lnTo>
                    <a:pt x="34" y="1383"/>
                  </a:lnTo>
                  <a:lnTo>
                    <a:pt x="44" y="1381"/>
                  </a:lnTo>
                  <a:lnTo>
                    <a:pt x="55" y="1377"/>
                  </a:lnTo>
                  <a:lnTo>
                    <a:pt x="65" y="1372"/>
                  </a:lnTo>
                  <a:lnTo>
                    <a:pt x="75" y="1366"/>
                  </a:lnTo>
                  <a:lnTo>
                    <a:pt x="86" y="1358"/>
                  </a:lnTo>
                  <a:lnTo>
                    <a:pt x="95" y="1349"/>
                  </a:lnTo>
                  <a:lnTo>
                    <a:pt x="104" y="1337"/>
                  </a:lnTo>
                  <a:lnTo>
                    <a:pt x="113" y="1326"/>
                  </a:lnTo>
                  <a:lnTo>
                    <a:pt x="122" y="1313"/>
                  </a:lnTo>
                  <a:lnTo>
                    <a:pt x="132" y="1298"/>
                  </a:lnTo>
                  <a:lnTo>
                    <a:pt x="140" y="1282"/>
                  </a:lnTo>
                  <a:lnTo>
                    <a:pt x="148" y="1265"/>
                  </a:lnTo>
                  <a:lnTo>
                    <a:pt x="156" y="1248"/>
                  </a:lnTo>
                  <a:lnTo>
                    <a:pt x="163" y="1228"/>
                  </a:lnTo>
                  <a:lnTo>
                    <a:pt x="171" y="1208"/>
                  </a:lnTo>
                  <a:lnTo>
                    <a:pt x="177" y="1186"/>
                  </a:lnTo>
                  <a:lnTo>
                    <a:pt x="185" y="1164"/>
                  </a:lnTo>
                  <a:lnTo>
                    <a:pt x="191" y="1140"/>
                  </a:lnTo>
                  <a:lnTo>
                    <a:pt x="197" y="1115"/>
                  </a:lnTo>
                  <a:lnTo>
                    <a:pt x="203" y="1089"/>
                  </a:lnTo>
                  <a:lnTo>
                    <a:pt x="208" y="1063"/>
                  </a:lnTo>
                  <a:lnTo>
                    <a:pt x="213" y="1035"/>
                  </a:lnTo>
                  <a:lnTo>
                    <a:pt x="217" y="1008"/>
                  </a:lnTo>
                  <a:lnTo>
                    <a:pt x="225" y="949"/>
                  </a:lnTo>
                  <a:lnTo>
                    <a:pt x="231" y="885"/>
                  </a:lnTo>
                  <a:lnTo>
                    <a:pt x="237" y="820"/>
                  </a:lnTo>
                  <a:lnTo>
                    <a:pt x="239" y="752"/>
                  </a:lnTo>
                  <a:lnTo>
                    <a:pt x="240" y="738"/>
                  </a:lnTo>
                  <a:lnTo>
                    <a:pt x="240" y="620"/>
                  </a:lnTo>
                  <a:lnTo>
                    <a:pt x="240" y="617"/>
                  </a:lnTo>
                  <a:lnTo>
                    <a:pt x="239" y="585"/>
                  </a:lnTo>
                  <a:lnTo>
                    <a:pt x="238" y="553"/>
                  </a:lnTo>
                  <a:lnTo>
                    <a:pt x="236" y="519"/>
                  </a:lnTo>
                  <a:lnTo>
                    <a:pt x="235" y="485"/>
                  </a:lnTo>
                  <a:lnTo>
                    <a:pt x="234" y="470"/>
                  </a:lnTo>
                  <a:lnTo>
                    <a:pt x="224" y="481"/>
                  </a:lnTo>
                  <a:lnTo>
                    <a:pt x="210" y="496"/>
                  </a:lnTo>
                  <a:lnTo>
                    <a:pt x="195" y="511"/>
                  </a:lnTo>
                  <a:lnTo>
                    <a:pt x="176" y="525"/>
                  </a:lnTo>
                  <a:lnTo>
                    <a:pt x="157" y="538"/>
                  </a:lnTo>
                  <a:lnTo>
                    <a:pt x="147" y="544"/>
                  </a:lnTo>
                  <a:lnTo>
                    <a:pt x="136" y="549"/>
                  </a:lnTo>
                  <a:lnTo>
                    <a:pt x="125" y="555"/>
                  </a:lnTo>
                  <a:lnTo>
                    <a:pt x="114" y="559"/>
                  </a:lnTo>
                  <a:lnTo>
                    <a:pt x="103" y="562"/>
                  </a:lnTo>
                  <a:lnTo>
                    <a:pt x="92" y="565"/>
                  </a:lnTo>
                  <a:lnTo>
                    <a:pt x="80" y="567"/>
                  </a:lnTo>
                  <a:lnTo>
                    <a:pt x="68" y="568"/>
                  </a:lnTo>
                  <a:lnTo>
                    <a:pt x="27" y="514"/>
                  </a:lnTo>
                  <a:lnTo>
                    <a:pt x="86" y="449"/>
                  </a:lnTo>
                  <a:lnTo>
                    <a:pt x="99" y="448"/>
                  </a:lnTo>
                  <a:lnTo>
                    <a:pt x="113" y="445"/>
                  </a:lnTo>
                  <a:lnTo>
                    <a:pt x="128" y="440"/>
                  </a:lnTo>
                  <a:lnTo>
                    <a:pt x="143" y="433"/>
                  </a:lnTo>
                  <a:lnTo>
                    <a:pt x="158" y="425"/>
                  </a:lnTo>
                  <a:lnTo>
                    <a:pt x="172" y="415"/>
                  </a:lnTo>
                  <a:lnTo>
                    <a:pt x="188" y="402"/>
                  </a:lnTo>
                  <a:lnTo>
                    <a:pt x="202" y="390"/>
                  </a:lnTo>
                  <a:lnTo>
                    <a:pt x="216" y="377"/>
                  </a:lnTo>
                  <a:lnTo>
                    <a:pt x="229" y="363"/>
                  </a:lnTo>
                  <a:lnTo>
                    <a:pt x="242" y="347"/>
                  </a:lnTo>
                  <a:lnTo>
                    <a:pt x="254" y="332"/>
                  </a:lnTo>
                  <a:lnTo>
                    <a:pt x="265" y="316"/>
                  </a:lnTo>
                  <a:lnTo>
                    <a:pt x="274" y="300"/>
                  </a:lnTo>
                  <a:lnTo>
                    <a:pt x="284" y="285"/>
                  </a:lnTo>
                  <a:lnTo>
                    <a:pt x="291" y="269"/>
                  </a:lnTo>
                  <a:lnTo>
                    <a:pt x="294" y="260"/>
                  </a:lnTo>
                  <a:lnTo>
                    <a:pt x="296" y="249"/>
                  </a:lnTo>
                  <a:lnTo>
                    <a:pt x="297" y="240"/>
                  </a:lnTo>
                  <a:lnTo>
                    <a:pt x="297" y="230"/>
                  </a:lnTo>
                  <a:lnTo>
                    <a:pt x="296" y="221"/>
                  </a:lnTo>
                  <a:lnTo>
                    <a:pt x="293" y="212"/>
                  </a:lnTo>
                  <a:lnTo>
                    <a:pt x="290" y="202"/>
                  </a:lnTo>
                  <a:lnTo>
                    <a:pt x="285" y="194"/>
                  </a:lnTo>
                  <a:lnTo>
                    <a:pt x="281" y="189"/>
                  </a:lnTo>
                  <a:lnTo>
                    <a:pt x="277" y="185"/>
                  </a:lnTo>
                  <a:lnTo>
                    <a:pt x="272" y="181"/>
                  </a:lnTo>
                  <a:lnTo>
                    <a:pt x="267" y="178"/>
                  </a:lnTo>
                  <a:lnTo>
                    <a:pt x="263" y="175"/>
                  </a:lnTo>
                  <a:lnTo>
                    <a:pt x="257" y="174"/>
                  </a:lnTo>
                  <a:lnTo>
                    <a:pt x="252" y="172"/>
                  </a:lnTo>
                  <a:lnTo>
                    <a:pt x="247" y="172"/>
                  </a:lnTo>
                  <a:lnTo>
                    <a:pt x="193" y="124"/>
                  </a:lnTo>
                  <a:lnTo>
                    <a:pt x="237" y="72"/>
                  </a:lnTo>
                  <a:lnTo>
                    <a:pt x="250" y="73"/>
                  </a:lnTo>
                  <a:lnTo>
                    <a:pt x="261" y="74"/>
                  </a:lnTo>
                  <a:lnTo>
                    <a:pt x="272" y="77"/>
                  </a:lnTo>
                  <a:lnTo>
                    <a:pt x="282" y="80"/>
                  </a:lnTo>
                  <a:lnTo>
                    <a:pt x="292" y="84"/>
                  </a:lnTo>
                  <a:lnTo>
                    <a:pt x="301" y="89"/>
                  </a:lnTo>
                  <a:lnTo>
                    <a:pt x="308" y="94"/>
                  </a:lnTo>
                  <a:lnTo>
                    <a:pt x="315" y="99"/>
                  </a:lnTo>
                  <a:lnTo>
                    <a:pt x="326" y="109"/>
                  </a:lnTo>
                  <a:lnTo>
                    <a:pt x="335" y="118"/>
                  </a:lnTo>
                  <a:lnTo>
                    <a:pt x="340" y="124"/>
                  </a:lnTo>
                  <a:lnTo>
                    <a:pt x="342" y="127"/>
                  </a:lnTo>
                  <a:lnTo>
                    <a:pt x="345" y="132"/>
                  </a:lnTo>
                  <a:lnTo>
                    <a:pt x="350" y="128"/>
                  </a:lnTo>
                  <a:lnTo>
                    <a:pt x="361" y="120"/>
                  </a:lnTo>
                  <a:lnTo>
                    <a:pt x="372" y="114"/>
                  </a:lnTo>
                  <a:lnTo>
                    <a:pt x="386" y="110"/>
                  </a:lnTo>
                  <a:lnTo>
                    <a:pt x="398" y="108"/>
                  </a:lnTo>
                  <a:lnTo>
                    <a:pt x="412" y="106"/>
                  </a:lnTo>
                  <a:lnTo>
                    <a:pt x="425" y="109"/>
                  </a:lnTo>
                  <a:lnTo>
                    <a:pt x="440" y="112"/>
                  </a:lnTo>
                  <a:lnTo>
                    <a:pt x="454" y="118"/>
                  </a:lnTo>
                  <a:lnTo>
                    <a:pt x="464" y="123"/>
                  </a:lnTo>
                  <a:lnTo>
                    <a:pt x="473" y="127"/>
                  </a:lnTo>
                  <a:lnTo>
                    <a:pt x="481" y="132"/>
                  </a:lnTo>
                  <a:lnTo>
                    <a:pt x="489" y="137"/>
                  </a:lnTo>
                  <a:lnTo>
                    <a:pt x="494" y="141"/>
                  </a:lnTo>
                  <a:lnTo>
                    <a:pt x="498" y="146"/>
                  </a:lnTo>
                  <a:lnTo>
                    <a:pt x="502" y="151"/>
                  </a:lnTo>
                  <a:lnTo>
                    <a:pt x="504" y="157"/>
                  </a:lnTo>
                  <a:lnTo>
                    <a:pt x="505" y="162"/>
                  </a:lnTo>
                  <a:lnTo>
                    <a:pt x="506" y="168"/>
                  </a:lnTo>
                  <a:lnTo>
                    <a:pt x="506" y="174"/>
                  </a:lnTo>
                  <a:lnTo>
                    <a:pt x="505" y="181"/>
                  </a:lnTo>
                  <a:lnTo>
                    <a:pt x="504" y="188"/>
                  </a:lnTo>
                  <a:lnTo>
                    <a:pt x="501" y="196"/>
                  </a:lnTo>
                  <a:lnTo>
                    <a:pt x="498" y="206"/>
                  </a:lnTo>
                  <a:lnTo>
                    <a:pt x="494" y="215"/>
                  </a:lnTo>
                  <a:lnTo>
                    <a:pt x="485" y="233"/>
                  </a:lnTo>
                  <a:lnTo>
                    <a:pt x="476" y="258"/>
                  </a:lnTo>
                  <a:lnTo>
                    <a:pt x="466" y="287"/>
                  </a:lnTo>
                  <a:lnTo>
                    <a:pt x="456" y="322"/>
                  </a:lnTo>
                  <a:lnTo>
                    <a:pt x="445" y="362"/>
                  </a:lnTo>
                  <a:lnTo>
                    <a:pt x="435" y="406"/>
                  </a:lnTo>
                  <a:lnTo>
                    <a:pt x="430" y="429"/>
                  </a:lnTo>
                  <a:lnTo>
                    <a:pt x="426" y="454"/>
                  </a:lnTo>
                  <a:lnTo>
                    <a:pt x="422" y="478"/>
                  </a:lnTo>
                  <a:lnTo>
                    <a:pt x="419" y="504"/>
                  </a:lnTo>
                  <a:lnTo>
                    <a:pt x="418" y="515"/>
                  </a:lnTo>
                  <a:lnTo>
                    <a:pt x="427" y="510"/>
                  </a:lnTo>
                  <a:lnTo>
                    <a:pt x="464" y="490"/>
                  </a:lnTo>
                  <a:lnTo>
                    <a:pt x="501" y="472"/>
                  </a:lnTo>
                  <a:lnTo>
                    <a:pt x="536" y="455"/>
                  </a:lnTo>
                  <a:lnTo>
                    <a:pt x="571" y="438"/>
                  </a:lnTo>
                  <a:lnTo>
                    <a:pt x="604" y="423"/>
                  </a:lnTo>
                  <a:lnTo>
                    <a:pt x="635" y="410"/>
                  </a:lnTo>
                  <a:lnTo>
                    <a:pt x="664" y="396"/>
                  </a:lnTo>
                  <a:lnTo>
                    <a:pt x="690" y="385"/>
                  </a:lnTo>
                  <a:lnTo>
                    <a:pt x="694" y="383"/>
                  </a:lnTo>
                  <a:lnTo>
                    <a:pt x="694" y="380"/>
                  </a:lnTo>
                  <a:lnTo>
                    <a:pt x="695" y="358"/>
                  </a:lnTo>
                  <a:lnTo>
                    <a:pt x="697" y="335"/>
                  </a:lnTo>
                  <a:lnTo>
                    <a:pt x="701" y="315"/>
                  </a:lnTo>
                  <a:lnTo>
                    <a:pt x="706" y="294"/>
                  </a:lnTo>
                  <a:lnTo>
                    <a:pt x="712" y="274"/>
                  </a:lnTo>
                  <a:lnTo>
                    <a:pt x="720" y="256"/>
                  </a:lnTo>
                  <a:lnTo>
                    <a:pt x="728" y="236"/>
                  </a:lnTo>
                  <a:lnTo>
                    <a:pt x="737" y="219"/>
                  </a:lnTo>
                  <a:lnTo>
                    <a:pt x="749" y="201"/>
                  </a:lnTo>
                  <a:lnTo>
                    <a:pt x="760" y="185"/>
                  </a:lnTo>
                  <a:lnTo>
                    <a:pt x="772" y="169"/>
                  </a:lnTo>
                  <a:lnTo>
                    <a:pt x="784" y="153"/>
                  </a:lnTo>
                  <a:lnTo>
                    <a:pt x="798" y="139"/>
                  </a:lnTo>
                  <a:lnTo>
                    <a:pt x="812" y="126"/>
                  </a:lnTo>
                  <a:lnTo>
                    <a:pt x="826" y="113"/>
                  </a:lnTo>
                  <a:lnTo>
                    <a:pt x="840" y="99"/>
                  </a:lnTo>
                  <a:lnTo>
                    <a:pt x="855" y="88"/>
                  </a:lnTo>
                  <a:lnTo>
                    <a:pt x="870" y="77"/>
                  </a:lnTo>
                  <a:lnTo>
                    <a:pt x="884" y="67"/>
                  </a:lnTo>
                  <a:lnTo>
                    <a:pt x="900" y="58"/>
                  </a:lnTo>
                  <a:lnTo>
                    <a:pt x="928" y="40"/>
                  </a:lnTo>
                  <a:lnTo>
                    <a:pt x="957" y="26"/>
                  </a:lnTo>
                  <a:lnTo>
                    <a:pt x="982" y="15"/>
                  </a:lnTo>
                  <a:lnTo>
                    <a:pt x="1006" y="7"/>
                  </a:lnTo>
                  <a:lnTo>
                    <a:pt x="1017" y="4"/>
                  </a:lnTo>
                  <a:lnTo>
                    <a:pt x="1026" y="2"/>
                  </a:lnTo>
                  <a:lnTo>
                    <a:pt x="1035" y="1"/>
                  </a:lnTo>
                  <a:lnTo>
                    <a:pt x="1042" y="0"/>
                  </a:lnTo>
                  <a:lnTo>
                    <a:pt x="1091" y="53"/>
                  </a:lnTo>
                  <a:lnTo>
                    <a:pt x="1042" y="10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47" name="Freeform 50"/>
            <p:cNvSpPr>
              <a:spLocks/>
            </p:cNvSpPr>
            <p:nvPr userDrawn="1"/>
          </p:nvSpPr>
          <p:spPr bwMode="gray">
            <a:xfrm>
              <a:off x="7147" y="571"/>
              <a:ext cx="17" cy="15"/>
            </a:xfrm>
            <a:custGeom>
              <a:avLst/>
              <a:gdLst>
                <a:gd name="T0" fmla="*/ 44 w 202"/>
                <a:gd name="T1" fmla="*/ 0 h 178"/>
                <a:gd name="T2" fmla="*/ 32 w 202"/>
                <a:gd name="T3" fmla="*/ 1 h 178"/>
                <a:gd name="T4" fmla="*/ 21 w 202"/>
                <a:gd name="T5" fmla="*/ 3 h 178"/>
                <a:gd name="T6" fmla="*/ 17 w 202"/>
                <a:gd name="T7" fmla="*/ 5 h 178"/>
                <a:gd name="T8" fmla="*/ 13 w 202"/>
                <a:gd name="T9" fmla="*/ 7 h 178"/>
                <a:gd name="T10" fmla="*/ 10 w 202"/>
                <a:gd name="T11" fmla="*/ 9 h 178"/>
                <a:gd name="T12" fmla="*/ 8 w 202"/>
                <a:gd name="T13" fmla="*/ 12 h 178"/>
                <a:gd name="T14" fmla="*/ 4 w 202"/>
                <a:gd name="T15" fmla="*/ 19 h 178"/>
                <a:gd name="T16" fmla="*/ 1 w 202"/>
                <a:gd name="T17" fmla="*/ 25 h 178"/>
                <a:gd name="T18" fmla="*/ 0 w 202"/>
                <a:gd name="T19" fmla="*/ 32 h 178"/>
                <a:gd name="T20" fmla="*/ 1 w 202"/>
                <a:gd name="T21" fmla="*/ 38 h 178"/>
                <a:gd name="T22" fmla="*/ 2 w 202"/>
                <a:gd name="T23" fmla="*/ 45 h 178"/>
                <a:gd name="T24" fmla="*/ 5 w 202"/>
                <a:gd name="T25" fmla="*/ 51 h 178"/>
                <a:gd name="T26" fmla="*/ 7 w 202"/>
                <a:gd name="T27" fmla="*/ 57 h 178"/>
                <a:gd name="T28" fmla="*/ 10 w 202"/>
                <a:gd name="T29" fmla="*/ 63 h 178"/>
                <a:gd name="T30" fmla="*/ 15 w 202"/>
                <a:gd name="T31" fmla="*/ 74 h 178"/>
                <a:gd name="T32" fmla="*/ 22 w 202"/>
                <a:gd name="T33" fmla="*/ 84 h 178"/>
                <a:gd name="T34" fmla="*/ 30 w 202"/>
                <a:gd name="T35" fmla="*/ 95 h 178"/>
                <a:gd name="T36" fmla="*/ 38 w 202"/>
                <a:gd name="T37" fmla="*/ 104 h 178"/>
                <a:gd name="T38" fmla="*/ 48 w 202"/>
                <a:gd name="T39" fmla="*/ 114 h 178"/>
                <a:gd name="T40" fmla="*/ 59 w 202"/>
                <a:gd name="T41" fmla="*/ 124 h 178"/>
                <a:gd name="T42" fmla="*/ 69 w 202"/>
                <a:gd name="T43" fmla="*/ 133 h 178"/>
                <a:gd name="T44" fmla="*/ 80 w 202"/>
                <a:gd name="T45" fmla="*/ 141 h 178"/>
                <a:gd name="T46" fmla="*/ 91 w 202"/>
                <a:gd name="T47" fmla="*/ 149 h 178"/>
                <a:gd name="T48" fmla="*/ 102 w 202"/>
                <a:gd name="T49" fmla="*/ 156 h 178"/>
                <a:gd name="T50" fmla="*/ 114 w 202"/>
                <a:gd name="T51" fmla="*/ 162 h 178"/>
                <a:gd name="T52" fmla="*/ 125 w 202"/>
                <a:gd name="T53" fmla="*/ 168 h 178"/>
                <a:gd name="T54" fmla="*/ 136 w 202"/>
                <a:gd name="T55" fmla="*/ 172 h 178"/>
                <a:gd name="T56" fmla="*/ 146 w 202"/>
                <a:gd name="T57" fmla="*/ 175 h 178"/>
                <a:gd name="T58" fmla="*/ 157 w 202"/>
                <a:gd name="T59" fmla="*/ 177 h 178"/>
                <a:gd name="T60" fmla="*/ 166 w 202"/>
                <a:gd name="T61" fmla="*/ 178 h 178"/>
                <a:gd name="T62" fmla="*/ 171 w 202"/>
                <a:gd name="T63" fmla="*/ 178 h 178"/>
                <a:gd name="T64" fmla="*/ 176 w 202"/>
                <a:gd name="T65" fmla="*/ 177 h 178"/>
                <a:gd name="T66" fmla="*/ 181 w 202"/>
                <a:gd name="T67" fmla="*/ 176 h 178"/>
                <a:gd name="T68" fmla="*/ 185 w 202"/>
                <a:gd name="T69" fmla="*/ 174 h 178"/>
                <a:gd name="T70" fmla="*/ 188 w 202"/>
                <a:gd name="T71" fmla="*/ 172 h 178"/>
                <a:gd name="T72" fmla="*/ 192 w 202"/>
                <a:gd name="T73" fmla="*/ 170 h 178"/>
                <a:gd name="T74" fmla="*/ 195 w 202"/>
                <a:gd name="T75" fmla="*/ 167 h 178"/>
                <a:gd name="T76" fmla="*/ 197 w 202"/>
                <a:gd name="T77" fmla="*/ 163 h 178"/>
                <a:gd name="T78" fmla="*/ 200 w 202"/>
                <a:gd name="T79" fmla="*/ 158 h 178"/>
                <a:gd name="T80" fmla="*/ 201 w 202"/>
                <a:gd name="T81" fmla="*/ 153 h 178"/>
                <a:gd name="T82" fmla="*/ 202 w 202"/>
                <a:gd name="T83" fmla="*/ 147 h 178"/>
                <a:gd name="T84" fmla="*/ 202 w 202"/>
                <a:gd name="T85" fmla="*/ 141 h 178"/>
                <a:gd name="T86" fmla="*/ 202 w 202"/>
                <a:gd name="T87" fmla="*/ 134 h 178"/>
                <a:gd name="T88" fmla="*/ 201 w 202"/>
                <a:gd name="T89" fmla="*/ 126 h 178"/>
                <a:gd name="T90" fmla="*/ 199 w 202"/>
                <a:gd name="T91" fmla="*/ 118 h 178"/>
                <a:gd name="T92" fmla="*/ 196 w 202"/>
                <a:gd name="T93" fmla="*/ 109 h 178"/>
                <a:gd name="T94" fmla="*/ 193 w 202"/>
                <a:gd name="T95" fmla="*/ 100 h 178"/>
                <a:gd name="T96" fmla="*/ 189 w 202"/>
                <a:gd name="T97" fmla="*/ 91 h 178"/>
                <a:gd name="T98" fmla="*/ 185 w 202"/>
                <a:gd name="T99" fmla="*/ 83 h 178"/>
                <a:gd name="T100" fmla="*/ 179 w 202"/>
                <a:gd name="T101" fmla="*/ 75 h 178"/>
                <a:gd name="T102" fmla="*/ 173 w 202"/>
                <a:gd name="T103" fmla="*/ 65 h 178"/>
                <a:gd name="T104" fmla="*/ 167 w 202"/>
                <a:gd name="T105" fmla="*/ 57 h 178"/>
                <a:gd name="T106" fmla="*/ 160 w 202"/>
                <a:gd name="T107" fmla="*/ 50 h 178"/>
                <a:gd name="T108" fmla="*/ 151 w 202"/>
                <a:gd name="T109" fmla="*/ 43 h 178"/>
                <a:gd name="T110" fmla="*/ 138 w 202"/>
                <a:gd name="T111" fmla="*/ 34 h 178"/>
                <a:gd name="T112" fmla="*/ 125 w 202"/>
                <a:gd name="T113" fmla="*/ 25 h 178"/>
                <a:gd name="T114" fmla="*/ 111 w 202"/>
                <a:gd name="T115" fmla="*/ 18 h 178"/>
                <a:gd name="T116" fmla="*/ 97 w 202"/>
                <a:gd name="T117" fmla="*/ 11 h 178"/>
                <a:gd name="T118" fmla="*/ 83 w 202"/>
                <a:gd name="T119" fmla="*/ 6 h 178"/>
                <a:gd name="T120" fmla="*/ 70 w 202"/>
                <a:gd name="T121" fmla="*/ 3 h 178"/>
                <a:gd name="T122" fmla="*/ 57 w 202"/>
                <a:gd name="T123" fmla="*/ 1 h 178"/>
                <a:gd name="T124" fmla="*/ 44 w 202"/>
                <a:gd name="T125" fmla="*/ 0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02" h="178">
                  <a:moveTo>
                    <a:pt x="44" y="0"/>
                  </a:moveTo>
                  <a:lnTo>
                    <a:pt x="32" y="1"/>
                  </a:lnTo>
                  <a:lnTo>
                    <a:pt x="21" y="3"/>
                  </a:lnTo>
                  <a:lnTo>
                    <a:pt x="17" y="5"/>
                  </a:lnTo>
                  <a:lnTo>
                    <a:pt x="13" y="7"/>
                  </a:lnTo>
                  <a:lnTo>
                    <a:pt x="10" y="9"/>
                  </a:lnTo>
                  <a:lnTo>
                    <a:pt x="8" y="12"/>
                  </a:lnTo>
                  <a:lnTo>
                    <a:pt x="4" y="19"/>
                  </a:lnTo>
                  <a:lnTo>
                    <a:pt x="1" y="25"/>
                  </a:lnTo>
                  <a:lnTo>
                    <a:pt x="0" y="32"/>
                  </a:lnTo>
                  <a:lnTo>
                    <a:pt x="1" y="38"/>
                  </a:lnTo>
                  <a:lnTo>
                    <a:pt x="2" y="45"/>
                  </a:lnTo>
                  <a:lnTo>
                    <a:pt x="5" y="51"/>
                  </a:lnTo>
                  <a:lnTo>
                    <a:pt x="7" y="57"/>
                  </a:lnTo>
                  <a:lnTo>
                    <a:pt x="10" y="63"/>
                  </a:lnTo>
                  <a:lnTo>
                    <a:pt x="15" y="74"/>
                  </a:lnTo>
                  <a:lnTo>
                    <a:pt x="22" y="84"/>
                  </a:lnTo>
                  <a:lnTo>
                    <a:pt x="30" y="95"/>
                  </a:lnTo>
                  <a:lnTo>
                    <a:pt x="38" y="104"/>
                  </a:lnTo>
                  <a:lnTo>
                    <a:pt x="48" y="114"/>
                  </a:lnTo>
                  <a:lnTo>
                    <a:pt x="59" y="124"/>
                  </a:lnTo>
                  <a:lnTo>
                    <a:pt x="69" y="133"/>
                  </a:lnTo>
                  <a:lnTo>
                    <a:pt x="80" y="141"/>
                  </a:lnTo>
                  <a:lnTo>
                    <a:pt x="91" y="149"/>
                  </a:lnTo>
                  <a:lnTo>
                    <a:pt x="102" y="156"/>
                  </a:lnTo>
                  <a:lnTo>
                    <a:pt x="114" y="162"/>
                  </a:lnTo>
                  <a:lnTo>
                    <a:pt x="125" y="168"/>
                  </a:lnTo>
                  <a:lnTo>
                    <a:pt x="136" y="172"/>
                  </a:lnTo>
                  <a:lnTo>
                    <a:pt x="146" y="175"/>
                  </a:lnTo>
                  <a:lnTo>
                    <a:pt x="157" y="177"/>
                  </a:lnTo>
                  <a:lnTo>
                    <a:pt x="166" y="178"/>
                  </a:lnTo>
                  <a:lnTo>
                    <a:pt x="171" y="178"/>
                  </a:lnTo>
                  <a:lnTo>
                    <a:pt x="176" y="177"/>
                  </a:lnTo>
                  <a:lnTo>
                    <a:pt x="181" y="176"/>
                  </a:lnTo>
                  <a:lnTo>
                    <a:pt x="185" y="174"/>
                  </a:lnTo>
                  <a:lnTo>
                    <a:pt x="188" y="172"/>
                  </a:lnTo>
                  <a:lnTo>
                    <a:pt x="192" y="170"/>
                  </a:lnTo>
                  <a:lnTo>
                    <a:pt x="195" y="167"/>
                  </a:lnTo>
                  <a:lnTo>
                    <a:pt x="197" y="163"/>
                  </a:lnTo>
                  <a:lnTo>
                    <a:pt x="200" y="158"/>
                  </a:lnTo>
                  <a:lnTo>
                    <a:pt x="201" y="153"/>
                  </a:lnTo>
                  <a:lnTo>
                    <a:pt x="202" y="147"/>
                  </a:lnTo>
                  <a:lnTo>
                    <a:pt x="202" y="141"/>
                  </a:lnTo>
                  <a:lnTo>
                    <a:pt x="202" y="134"/>
                  </a:lnTo>
                  <a:lnTo>
                    <a:pt x="201" y="126"/>
                  </a:lnTo>
                  <a:lnTo>
                    <a:pt x="199" y="118"/>
                  </a:lnTo>
                  <a:lnTo>
                    <a:pt x="196" y="109"/>
                  </a:lnTo>
                  <a:lnTo>
                    <a:pt x="193" y="100"/>
                  </a:lnTo>
                  <a:lnTo>
                    <a:pt x="189" y="91"/>
                  </a:lnTo>
                  <a:lnTo>
                    <a:pt x="185" y="83"/>
                  </a:lnTo>
                  <a:lnTo>
                    <a:pt x="179" y="75"/>
                  </a:lnTo>
                  <a:lnTo>
                    <a:pt x="173" y="65"/>
                  </a:lnTo>
                  <a:lnTo>
                    <a:pt x="167" y="57"/>
                  </a:lnTo>
                  <a:lnTo>
                    <a:pt x="160" y="50"/>
                  </a:lnTo>
                  <a:lnTo>
                    <a:pt x="151" y="43"/>
                  </a:lnTo>
                  <a:lnTo>
                    <a:pt x="138" y="34"/>
                  </a:lnTo>
                  <a:lnTo>
                    <a:pt x="125" y="25"/>
                  </a:lnTo>
                  <a:lnTo>
                    <a:pt x="111" y="18"/>
                  </a:lnTo>
                  <a:lnTo>
                    <a:pt x="97" y="11"/>
                  </a:lnTo>
                  <a:lnTo>
                    <a:pt x="83" y="6"/>
                  </a:lnTo>
                  <a:lnTo>
                    <a:pt x="70" y="3"/>
                  </a:lnTo>
                  <a:lnTo>
                    <a:pt x="57" y="1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48" name="Freeform 51"/>
            <p:cNvSpPr>
              <a:spLocks/>
            </p:cNvSpPr>
            <p:nvPr userDrawn="1"/>
          </p:nvSpPr>
          <p:spPr bwMode="gray">
            <a:xfrm>
              <a:off x="6747" y="571"/>
              <a:ext cx="17" cy="13"/>
            </a:xfrm>
            <a:custGeom>
              <a:avLst/>
              <a:gdLst>
                <a:gd name="T0" fmla="*/ 39 w 203"/>
                <a:gd name="T1" fmla="*/ 0 h 161"/>
                <a:gd name="T2" fmla="*/ 31 w 203"/>
                <a:gd name="T3" fmla="*/ 1 h 161"/>
                <a:gd name="T4" fmla="*/ 23 w 203"/>
                <a:gd name="T5" fmla="*/ 3 h 161"/>
                <a:gd name="T6" fmla="*/ 17 w 203"/>
                <a:gd name="T7" fmla="*/ 7 h 161"/>
                <a:gd name="T8" fmla="*/ 11 w 203"/>
                <a:gd name="T9" fmla="*/ 12 h 161"/>
                <a:gd name="T10" fmla="*/ 6 w 203"/>
                <a:gd name="T11" fmla="*/ 18 h 161"/>
                <a:gd name="T12" fmla="*/ 3 w 203"/>
                <a:gd name="T13" fmla="*/ 26 h 161"/>
                <a:gd name="T14" fmla="*/ 1 w 203"/>
                <a:gd name="T15" fmla="*/ 32 h 161"/>
                <a:gd name="T16" fmla="*/ 0 w 203"/>
                <a:gd name="T17" fmla="*/ 39 h 161"/>
                <a:gd name="T18" fmla="*/ 1 w 203"/>
                <a:gd name="T19" fmla="*/ 46 h 161"/>
                <a:gd name="T20" fmla="*/ 2 w 203"/>
                <a:gd name="T21" fmla="*/ 53 h 161"/>
                <a:gd name="T22" fmla="*/ 4 w 203"/>
                <a:gd name="T23" fmla="*/ 60 h 161"/>
                <a:gd name="T24" fmla="*/ 8 w 203"/>
                <a:gd name="T25" fmla="*/ 68 h 161"/>
                <a:gd name="T26" fmla="*/ 13 w 203"/>
                <a:gd name="T27" fmla="*/ 78 h 161"/>
                <a:gd name="T28" fmla="*/ 19 w 203"/>
                <a:gd name="T29" fmla="*/ 86 h 161"/>
                <a:gd name="T30" fmla="*/ 26 w 203"/>
                <a:gd name="T31" fmla="*/ 94 h 161"/>
                <a:gd name="T32" fmla="*/ 34 w 203"/>
                <a:gd name="T33" fmla="*/ 103 h 161"/>
                <a:gd name="T34" fmla="*/ 42 w 203"/>
                <a:gd name="T35" fmla="*/ 111 h 161"/>
                <a:gd name="T36" fmla="*/ 52 w 203"/>
                <a:gd name="T37" fmla="*/ 118 h 161"/>
                <a:gd name="T38" fmla="*/ 62 w 203"/>
                <a:gd name="T39" fmla="*/ 126 h 161"/>
                <a:gd name="T40" fmla="*/ 73 w 203"/>
                <a:gd name="T41" fmla="*/ 133 h 161"/>
                <a:gd name="T42" fmla="*/ 83 w 203"/>
                <a:gd name="T43" fmla="*/ 139 h 161"/>
                <a:gd name="T44" fmla="*/ 94 w 203"/>
                <a:gd name="T45" fmla="*/ 144 h 161"/>
                <a:gd name="T46" fmla="*/ 105 w 203"/>
                <a:gd name="T47" fmla="*/ 149 h 161"/>
                <a:gd name="T48" fmla="*/ 117 w 203"/>
                <a:gd name="T49" fmla="*/ 153 h 161"/>
                <a:gd name="T50" fmla="*/ 128 w 203"/>
                <a:gd name="T51" fmla="*/ 157 h 161"/>
                <a:gd name="T52" fmla="*/ 139 w 203"/>
                <a:gd name="T53" fmla="*/ 159 h 161"/>
                <a:gd name="T54" fmla="*/ 149 w 203"/>
                <a:gd name="T55" fmla="*/ 161 h 161"/>
                <a:gd name="T56" fmla="*/ 159 w 203"/>
                <a:gd name="T57" fmla="*/ 161 h 161"/>
                <a:gd name="T58" fmla="*/ 167 w 203"/>
                <a:gd name="T59" fmla="*/ 161 h 161"/>
                <a:gd name="T60" fmla="*/ 173 w 203"/>
                <a:gd name="T61" fmla="*/ 160 h 161"/>
                <a:gd name="T62" fmla="*/ 179 w 203"/>
                <a:gd name="T63" fmla="*/ 159 h 161"/>
                <a:gd name="T64" fmla="*/ 184 w 203"/>
                <a:gd name="T65" fmla="*/ 157 h 161"/>
                <a:gd name="T66" fmla="*/ 189 w 203"/>
                <a:gd name="T67" fmla="*/ 155 h 161"/>
                <a:gd name="T68" fmla="*/ 193 w 203"/>
                <a:gd name="T69" fmla="*/ 152 h 161"/>
                <a:gd name="T70" fmla="*/ 197 w 203"/>
                <a:gd name="T71" fmla="*/ 149 h 161"/>
                <a:gd name="T72" fmla="*/ 201 w 203"/>
                <a:gd name="T73" fmla="*/ 145 h 161"/>
                <a:gd name="T74" fmla="*/ 202 w 203"/>
                <a:gd name="T75" fmla="*/ 142 h 161"/>
                <a:gd name="T76" fmla="*/ 203 w 203"/>
                <a:gd name="T77" fmla="*/ 139 h 161"/>
                <a:gd name="T78" fmla="*/ 203 w 203"/>
                <a:gd name="T79" fmla="*/ 135 h 161"/>
                <a:gd name="T80" fmla="*/ 203 w 203"/>
                <a:gd name="T81" fmla="*/ 131 h 161"/>
                <a:gd name="T82" fmla="*/ 201 w 203"/>
                <a:gd name="T83" fmla="*/ 124 h 161"/>
                <a:gd name="T84" fmla="*/ 198 w 203"/>
                <a:gd name="T85" fmla="*/ 117 h 161"/>
                <a:gd name="T86" fmla="*/ 193 w 203"/>
                <a:gd name="T87" fmla="*/ 107 h 161"/>
                <a:gd name="T88" fmla="*/ 187 w 203"/>
                <a:gd name="T89" fmla="*/ 98 h 161"/>
                <a:gd name="T90" fmla="*/ 179 w 203"/>
                <a:gd name="T91" fmla="*/ 88 h 161"/>
                <a:gd name="T92" fmla="*/ 171 w 203"/>
                <a:gd name="T93" fmla="*/ 78 h 161"/>
                <a:gd name="T94" fmla="*/ 162 w 203"/>
                <a:gd name="T95" fmla="*/ 68 h 161"/>
                <a:gd name="T96" fmla="*/ 151 w 203"/>
                <a:gd name="T97" fmla="*/ 58 h 161"/>
                <a:gd name="T98" fmla="*/ 140 w 203"/>
                <a:gd name="T99" fmla="*/ 49 h 161"/>
                <a:gd name="T100" fmla="*/ 129 w 203"/>
                <a:gd name="T101" fmla="*/ 40 h 161"/>
                <a:gd name="T102" fmla="*/ 118 w 203"/>
                <a:gd name="T103" fmla="*/ 32 h 161"/>
                <a:gd name="T104" fmla="*/ 105 w 203"/>
                <a:gd name="T105" fmla="*/ 24 h 161"/>
                <a:gd name="T106" fmla="*/ 94 w 203"/>
                <a:gd name="T107" fmla="*/ 17 h 161"/>
                <a:gd name="T108" fmla="*/ 82 w 203"/>
                <a:gd name="T109" fmla="*/ 11 h 161"/>
                <a:gd name="T110" fmla="*/ 71 w 203"/>
                <a:gd name="T111" fmla="*/ 6 h 161"/>
                <a:gd name="T112" fmla="*/ 60 w 203"/>
                <a:gd name="T113" fmla="*/ 3 h 161"/>
                <a:gd name="T114" fmla="*/ 49 w 203"/>
                <a:gd name="T115" fmla="*/ 1 h 161"/>
                <a:gd name="T116" fmla="*/ 39 w 203"/>
                <a:gd name="T117" fmla="*/ 0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03" h="161">
                  <a:moveTo>
                    <a:pt x="39" y="0"/>
                  </a:moveTo>
                  <a:lnTo>
                    <a:pt x="31" y="1"/>
                  </a:lnTo>
                  <a:lnTo>
                    <a:pt x="23" y="3"/>
                  </a:lnTo>
                  <a:lnTo>
                    <a:pt x="17" y="7"/>
                  </a:lnTo>
                  <a:lnTo>
                    <a:pt x="11" y="12"/>
                  </a:lnTo>
                  <a:lnTo>
                    <a:pt x="6" y="18"/>
                  </a:lnTo>
                  <a:lnTo>
                    <a:pt x="3" y="26"/>
                  </a:lnTo>
                  <a:lnTo>
                    <a:pt x="1" y="32"/>
                  </a:lnTo>
                  <a:lnTo>
                    <a:pt x="0" y="39"/>
                  </a:lnTo>
                  <a:lnTo>
                    <a:pt x="1" y="46"/>
                  </a:lnTo>
                  <a:lnTo>
                    <a:pt x="2" y="53"/>
                  </a:lnTo>
                  <a:lnTo>
                    <a:pt x="4" y="60"/>
                  </a:lnTo>
                  <a:lnTo>
                    <a:pt x="8" y="68"/>
                  </a:lnTo>
                  <a:lnTo>
                    <a:pt x="13" y="78"/>
                  </a:lnTo>
                  <a:lnTo>
                    <a:pt x="19" y="86"/>
                  </a:lnTo>
                  <a:lnTo>
                    <a:pt x="26" y="94"/>
                  </a:lnTo>
                  <a:lnTo>
                    <a:pt x="34" y="103"/>
                  </a:lnTo>
                  <a:lnTo>
                    <a:pt x="42" y="111"/>
                  </a:lnTo>
                  <a:lnTo>
                    <a:pt x="52" y="118"/>
                  </a:lnTo>
                  <a:lnTo>
                    <a:pt x="62" y="126"/>
                  </a:lnTo>
                  <a:lnTo>
                    <a:pt x="73" y="133"/>
                  </a:lnTo>
                  <a:lnTo>
                    <a:pt x="83" y="139"/>
                  </a:lnTo>
                  <a:lnTo>
                    <a:pt x="94" y="144"/>
                  </a:lnTo>
                  <a:lnTo>
                    <a:pt x="105" y="149"/>
                  </a:lnTo>
                  <a:lnTo>
                    <a:pt x="117" y="153"/>
                  </a:lnTo>
                  <a:lnTo>
                    <a:pt x="128" y="157"/>
                  </a:lnTo>
                  <a:lnTo>
                    <a:pt x="139" y="159"/>
                  </a:lnTo>
                  <a:lnTo>
                    <a:pt x="149" y="161"/>
                  </a:lnTo>
                  <a:lnTo>
                    <a:pt x="159" y="161"/>
                  </a:lnTo>
                  <a:lnTo>
                    <a:pt x="167" y="161"/>
                  </a:lnTo>
                  <a:lnTo>
                    <a:pt x="173" y="160"/>
                  </a:lnTo>
                  <a:lnTo>
                    <a:pt x="179" y="159"/>
                  </a:lnTo>
                  <a:lnTo>
                    <a:pt x="184" y="157"/>
                  </a:lnTo>
                  <a:lnTo>
                    <a:pt x="189" y="155"/>
                  </a:lnTo>
                  <a:lnTo>
                    <a:pt x="193" y="152"/>
                  </a:lnTo>
                  <a:lnTo>
                    <a:pt x="197" y="149"/>
                  </a:lnTo>
                  <a:lnTo>
                    <a:pt x="201" y="145"/>
                  </a:lnTo>
                  <a:lnTo>
                    <a:pt x="202" y="142"/>
                  </a:lnTo>
                  <a:lnTo>
                    <a:pt x="203" y="139"/>
                  </a:lnTo>
                  <a:lnTo>
                    <a:pt x="203" y="135"/>
                  </a:lnTo>
                  <a:lnTo>
                    <a:pt x="203" y="131"/>
                  </a:lnTo>
                  <a:lnTo>
                    <a:pt x="201" y="124"/>
                  </a:lnTo>
                  <a:lnTo>
                    <a:pt x="198" y="117"/>
                  </a:lnTo>
                  <a:lnTo>
                    <a:pt x="193" y="107"/>
                  </a:lnTo>
                  <a:lnTo>
                    <a:pt x="187" y="98"/>
                  </a:lnTo>
                  <a:lnTo>
                    <a:pt x="179" y="88"/>
                  </a:lnTo>
                  <a:lnTo>
                    <a:pt x="171" y="78"/>
                  </a:lnTo>
                  <a:lnTo>
                    <a:pt x="162" y="68"/>
                  </a:lnTo>
                  <a:lnTo>
                    <a:pt x="151" y="58"/>
                  </a:lnTo>
                  <a:lnTo>
                    <a:pt x="140" y="49"/>
                  </a:lnTo>
                  <a:lnTo>
                    <a:pt x="129" y="40"/>
                  </a:lnTo>
                  <a:lnTo>
                    <a:pt x="118" y="32"/>
                  </a:lnTo>
                  <a:lnTo>
                    <a:pt x="105" y="24"/>
                  </a:lnTo>
                  <a:lnTo>
                    <a:pt x="94" y="17"/>
                  </a:lnTo>
                  <a:lnTo>
                    <a:pt x="82" y="11"/>
                  </a:lnTo>
                  <a:lnTo>
                    <a:pt x="71" y="6"/>
                  </a:lnTo>
                  <a:lnTo>
                    <a:pt x="60" y="3"/>
                  </a:lnTo>
                  <a:lnTo>
                    <a:pt x="49" y="1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49" name="Freeform 52"/>
            <p:cNvSpPr>
              <a:spLocks/>
            </p:cNvSpPr>
            <p:nvPr userDrawn="1"/>
          </p:nvSpPr>
          <p:spPr bwMode="gray">
            <a:xfrm>
              <a:off x="6162" y="347"/>
              <a:ext cx="109" cy="148"/>
            </a:xfrm>
            <a:custGeom>
              <a:avLst/>
              <a:gdLst>
                <a:gd name="T0" fmla="*/ 139 w 1310"/>
                <a:gd name="T1" fmla="*/ 1401 h 1770"/>
                <a:gd name="T2" fmla="*/ 306 w 1310"/>
                <a:gd name="T3" fmla="*/ 1438 h 1770"/>
                <a:gd name="T4" fmla="*/ 458 w 1310"/>
                <a:gd name="T5" fmla="*/ 1457 h 1770"/>
                <a:gd name="T6" fmla="*/ 615 w 1310"/>
                <a:gd name="T7" fmla="*/ 1458 h 1770"/>
                <a:gd name="T8" fmla="*/ 741 w 1310"/>
                <a:gd name="T9" fmla="*/ 1434 h 1770"/>
                <a:gd name="T10" fmla="*/ 790 w 1310"/>
                <a:gd name="T11" fmla="*/ 1409 h 1770"/>
                <a:gd name="T12" fmla="*/ 825 w 1310"/>
                <a:gd name="T13" fmla="*/ 1378 h 1770"/>
                <a:gd name="T14" fmla="*/ 844 w 1310"/>
                <a:gd name="T15" fmla="*/ 1337 h 1770"/>
                <a:gd name="T16" fmla="*/ 848 w 1310"/>
                <a:gd name="T17" fmla="*/ 1285 h 1770"/>
                <a:gd name="T18" fmla="*/ 824 w 1310"/>
                <a:gd name="T19" fmla="*/ 1220 h 1770"/>
                <a:gd name="T20" fmla="*/ 749 w 1310"/>
                <a:gd name="T21" fmla="*/ 1161 h 1770"/>
                <a:gd name="T22" fmla="*/ 571 w 1310"/>
                <a:gd name="T23" fmla="*/ 1078 h 1770"/>
                <a:gd name="T24" fmla="*/ 321 w 1310"/>
                <a:gd name="T25" fmla="*/ 964 h 1770"/>
                <a:gd name="T26" fmla="*/ 198 w 1310"/>
                <a:gd name="T27" fmla="*/ 893 h 1770"/>
                <a:gd name="T28" fmla="*/ 116 w 1310"/>
                <a:gd name="T29" fmla="*/ 826 h 1770"/>
                <a:gd name="T30" fmla="*/ 52 w 1310"/>
                <a:gd name="T31" fmla="*/ 736 h 1770"/>
                <a:gd name="T32" fmla="*/ 13 w 1310"/>
                <a:gd name="T33" fmla="*/ 633 h 1770"/>
                <a:gd name="T34" fmla="*/ 0 w 1310"/>
                <a:gd name="T35" fmla="*/ 516 h 1770"/>
                <a:gd name="T36" fmla="*/ 19 w 1310"/>
                <a:gd name="T37" fmla="*/ 370 h 1770"/>
                <a:gd name="T38" fmla="*/ 75 w 1310"/>
                <a:gd name="T39" fmla="*/ 247 h 1770"/>
                <a:gd name="T40" fmla="*/ 169 w 1310"/>
                <a:gd name="T41" fmla="*/ 148 h 1770"/>
                <a:gd name="T42" fmla="*/ 294 w 1310"/>
                <a:gd name="T43" fmla="*/ 73 h 1770"/>
                <a:gd name="T44" fmla="*/ 443 w 1310"/>
                <a:gd name="T45" fmla="*/ 24 h 1770"/>
                <a:gd name="T46" fmla="*/ 614 w 1310"/>
                <a:gd name="T47" fmla="*/ 2 h 1770"/>
                <a:gd name="T48" fmla="*/ 836 w 1310"/>
                <a:gd name="T49" fmla="*/ 8 h 1770"/>
                <a:gd name="T50" fmla="*/ 1177 w 1310"/>
                <a:gd name="T51" fmla="*/ 61 h 1770"/>
                <a:gd name="T52" fmla="*/ 1060 w 1310"/>
                <a:gd name="T53" fmla="*/ 344 h 1770"/>
                <a:gd name="T54" fmla="*/ 921 w 1310"/>
                <a:gd name="T55" fmla="*/ 309 h 1770"/>
                <a:gd name="T56" fmla="*/ 787 w 1310"/>
                <a:gd name="T57" fmla="*/ 292 h 1770"/>
                <a:gd name="T58" fmla="*/ 638 w 1310"/>
                <a:gd name="T59" fmla="*/ 296 h 1770"/>
                <a:gd name="T60" fmla="*/ 521 w 1310"/>
                <a:gd name="T61" fmla="*/ 331 h 1770"/>
                <a:gd name="T62" fmla="*/ 483 w 1310"/>
                <a:gd name="T63" fmla="*/ 359 h 1770"/>
                <a:gd name="T64" fmla="*/ 459 w 1310"/>
                <a:gd name="T65" fmla="*/ 395 h 1770"/>
                <a:gd name="T66" fmla="*/ 450 w 1310"/>
                <a:gd name="T67" fmla="*/ 439 h 1770"/>
                <a:gd name="T68" fmla="*/ 463 w 1310"/>
                <a:gd name="T69" fmla="*/ 502 h 1770"/>
                <a:gd name="T70" fmla="*/ 521 w 1310"/>
                <a:gd name="T71" fmla="*/ 553 h 1770"/>
                <a:gd name="T72" fmla="*/ 674 w 1310"/>
                <a:gd name="T73" fmla="*/ 629 h 1770"/>
                <a:gd name="T74" fmla="*/ 946 w 1310"/>
                <a:gd name="T75" fmla="*/ 756 h 1770"/>
                <a:gd name="T76" fmla="*/ 1080 w 1310"/>
                <a:gd name="T77" fmla="*/ 832 h 1770"/>
                <a:gd name="T78" fmla="*/ 1174 w 1310"/>
                <a:gd name="T79" fmla="*/ 901 h 1770"/>
                <a:gd name="T80" fmla="*/ 1241 w 1310"/>
                <a:gd name="T81" fmla="*/ 979 h 1770"/>
                <a:gd name="T82" fmla="*/ 1287 w 1310"/>
                <a:gd name="T83" fmla="*/ 1074 h 1770"/>
                <a:gd name="T84" fmla="*/ 1308 w 1310"/>
                <a:gd name="T85" fmla="*/ 1182 h 1770"/>
                <a:gd name="T86" fmla="*/ 1301 w 1310"/>
                <a:gd name="T87" fmla="*/ 1328 h 1770"/>
                <a:gd name="T88" fmla="*/ 1276 w 1310"/>
                <a:gd name="T89" fmla="*/ 1418 h 1770"/>
                <a:gd name="T90" fmla="*/ 1242 w 1310"/>
                <a:gd name="T91" fmla="*/ 1486 h 1770"/>
                <a:gd name="T92" fmla="*/ 1196 w 1310"/>
                <a:gd name="T93" fmla="*/ 1547 h 1770"/>
                <a:gd name="T94" fmla="*/ 1098 w 1310"/>
                <a:gd name="T95" fmla="*/ 1633 h 1770"/>
                <a:gd name="T96" fmla="*/ 965 w 1310"/>
                <a:gd name="T97" fmla="*/ 1703 h 1770"/>
                <a:gd name="T98" fmla="*/ 813 w 1310"/>
                <a:gd name="T99" fmla="*/ 1747 h 1770"/>
                <a:gd name="T100" fmla="*/ 639 w 1310"/>
                <a:gd name="T101" fmla="*/ 1768 h 1770"/>
                <a:gd name="T102" fmla="*/ 366 w 1310"/>
                <a:gd name="T103" fmla="*/ 1761 h 1770"/>
                <a:gd name="T104" fmla="*/ 34 w 1310"/>
                <a:gd name="T105" fmla="*/ 1707 h 17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310" h="1770">
                  <a:moveTo>
                    <a:pt x="34" y="1707"/>
                  </a:moveTo>
                  <a:lnTo>
                    <a:pt x="34" y="1371"/>
                  </a:lnTo>
                  <a:lnTo>
                    <a:pt x="70" y="1382"/>
                  </a:lnTo>
                  <a:lnTo>
                    <a:pt x="105" y="1392"/>
                  </a:lnTo>
                  <a:lnTo>
                    <a:pt x="139" y="1401"/>
                  </a:lnTo>
                  <a:lnTo>
                    <a:pt x="174" y="1410"/>
                  </a:lnTo>
                  <a:lnTo>
                    <a:pt x="208" y="1419"/>
                  </a:lnTo>
                  <a:lnTo>
                    <a:pt x="240" y="1426"/>
                  </a:lnTo>
                  <a:lnTo>
                    <a:pt x="273" y="1432"/>
                  </a:lnTo>
                  <a:lnTo>
                    <a:pt x="306" y="1438"/>
                  </a:lnTo>
                  <a:lnTo>
                    <a:pt x="336" y="1444"/>
                  </a:lnTo>
                  <a:lnTo>
                    <a:pt x="368" y="1448"/>
                  </a:lnTo>
                  <a:lnTo>
                    <a:pt x="399" y="1452"/>
                  </a:lnTo>
                  <a:lnTo>
                    <a:pt x="428" y="1455"/>
                  </a:lnTo>
                  <a:lnTo>
                    <a:pt x="458" y="1457"/>
                  </a:lnTo>
                  <a:lnTo>
                    <a:pt x="486" y="1459"/>
                  </a:lnTo>
                  <a:lnTo>
                    <a:pt x="515" y="1460"/>
                  </a:lnTo>
                  <a:lnTo>
                    <a:pt x="543" y="1461"/>
                  </a:lnTo>
                  <a:lnTo>
                    <a:pt x="580" y="1460"/>
                  </a:lnTo>
                  <a:lnTo>
                    <a:pt x="615" y="1458"/>
                  </a:lnTo>
                  <a:lnTo>
                    <a:pt x="646" y="1455"/>
                  </a:lnTo>
                  <a:lnTo>
                    <a:pt x="677" y="1451"/>
                  </a:lnTo>
                  <a:lnTo>
                    <a:pt x="705" y="1445"/>
                  </a:lnTo>
                  <a:lnTo>
                    <a:pt x="729" y="1438"/>
                  </a:lnTo>
                  <a:lnTo>
                    <a:pt x="741" y="1434"/>
                  </a:lnTo>
                  <a:lnTo>
                    <a:pt x="751" y="1430"/>
                  </a:lnTo>
                  <a:lnTo>
                    <a:pt x="763" y="1426"/>
                  </a:lnTo>
                  <a:lnTo>
                    <a:pt x="772" y="1421"/>
                  </a:lnTo>
                  <a:lnTo>
                    <a:pt x="781" y="1416"/>
                  </a:lnTo>
                  <a:lnTo>
                    <a:pt x="790" y="1409"/>
                  </a:lnTo>
                  <a:lnTo>
                    <a:pt x="798" y="1404"/>
                  </a:lnTo>
                  <a:lnTo>
                    <a:pt x="805" y="1398"/>
                  </a:lnTo>
                  <a:lnTo>
                    <a:pt x="813" y="1391"/>
                  </a:lnTo>
                  <a:lnTo>
                    <a:pt x="819" y="1385"/>
                  </a:lnTo>
                  <a:lnTo>
                    <a:pt x="825" y="1378"/>
                  </a:lnTo>
                  <a:lnTo>
                    <a:pt x="829" y="1370"/>
                  </a:lnTo>
                  <a:lnTo>
                    <a:pt x="834" y="1362"/>
                  </a:lnTo>
                  <a:lnTo>
                    <a:pt x="838" y="1354"/>
                  </a:lnTo>
                  <a:lnTo>
                    <a:pt x="841" y="1346"/>
                  </a:lnTo>
                  <a:lnTo>
                    <a:pt x="844" y="1337"/>
                  </a:lnTo>
                  <a:lnTo>
                    <a:pt x="846" y="1329"/>
                  </a:lnTo>
                  <a:lnTo>
                    <a:pt x="847" y="1319"/>
                  </a:lnTo>
                  <a:lnTo>
                    <a:pt x="848" y="1309"/>
                  </a:lnTo>
                  <a:lnTo>
                    <a:pt x="848" y="1299"/>
                  </a:lnTo>
                  <a:lnTo>
                    <a:pt x="848" y="1285"/>
                  </a:lnTo>
                  <a:lnTo>
                    <a:pt x="845" y="1271"/>
                  </a:lnTo>
                  <a:lnTo>
                    <a:pt x="842" y="1257"/>
                  </a:lnTo>
                  <a:lnTo>
                    <a:pt x="837" y="1244"/>
                  </a:lnTo>
                  <a:lnTo>
                    <a:pt x="831" y="1232"/>
                  </a:lnTo>
                  <a:lnTo>
                    <a:pt x="824" y="1220"/>
                  </a:lnTo>
                  <a:lnTo>
                    <a:pt x="815" y="1208"/>
                  </a:lnTo>
                  <a:lnTo>
                    <a:pt x="804" y="1198"/>
                  </a:lnTo>
                  <a:lnTo>
                    <a:pt x="790" y="1187"/>
                  </a:lnTo>
                  <a:lnTo>
                    <a:pt x="773" y="1175"/>
                  </a:lnTo>
                  <a:lnTo>
                    <a:pt x="749" y="1161"/>
                  </a:lnTo>
                  <a:lnTo>
                    <a:pt x="723" y="1146"/>
                  </a:lnTo>
                  <a:lnTo>
                    <a:pt x="691" y="1131"/>
                  </a:lnTo>
                  <a:lnTo>
                    <a:pt x="656" y="1114"/>
                  </a:lnTo>
                  <a:lnTo>
                    <a:pt x="616" y="1096"/>
                  </a:lnTo>
                  <a:lnTo>
                    <a:pt x="571" y="1078"/>
                  </a:lnTo>
                  <a:lnTo>
                    <a:pt x="490" y="1044"/>
                  </a:lnTo>
                  <a:lnTo>
                    <a:pt x="417" y="1011"/>
                  </a:lnTo>
                  <a:lnTo>
                    <a:pt x="383" y="995"/>
                  </a:lnTo>
                  <a:lnTo>
                    <a:pt x="352" y="980"/>
                  </a:lnTo>
                  <a:lnTo>
                    <a:pt x="321" y="964"/>
                  </a:lnTo>
                  <a:lnTo>
                    <a:pt x="292" y="949"/>
                  </a:lnTo>
                  <a:lnTo>
                    <a:pt x="266" y="935"/>
                  </a:lnTo>
                  <a:lnTo>
                    <a:pt x="241" y="921"/>
                  </a:lnTo>
                  <a:lnTo>
                    <a:pt x="219" y="906"/>
                  </a:lnTo>
                  <a:lnTo>
                    <a:pt x="198" y="893"/>
                  </a:lnTo>
                  <a:lnTo>
                    <a:pt x="178" y="880"/>
                  </a:lnTo>
                  <a:lnTo>
                    <a:pt x="161" y="866"/>
                  </a:lnTo>
                  <a:lnTo>
                    <a:pt x="146" y="854"/>
                  </a:lnTo>
                  <a:lnTo>
                    <a:pt x="132" y="842"/>
                  </a:lnTo>
                  <a:lnTo>
                    <a:pt x="116" y="826"/>
                  </a:lnTo>
                  <a:lnTo>
                    <a:pt x="101" y="808"/>
                  </a:lnTo>
                  <a:lnTo>
                    <a:pt x="87" y="791"/>
                  </a:lnTo>
                  <a:lnTo>
                    <a:pt x="74" y="773"/>
                  </a:lnTo>
                  <a:lnTo>
                    <a:pt x="62" y="754"/>
                  </a:lnTo>
                  <a:lnTo>
                    <a:pt x="52" y="736"/>
                  </a:lnTo>
                  <a:lnTo>
                    <a:pt x="42" y="715"/>
                  </a:lnTo>
                  <a:lnTo>
                    <a:pt x="32" y="696"/>
                  </a:lnTo>
                  <a:lnTo>
                    <a:pt x="25" y="676"/>
                  </a:lnTo>
                  <a:lnTo>
                    <a:pt x="18" y="654"/>
                  </a:lnTo>
                  <a:lnTo>
                    <a:pt x="13" y="633"/>
                  </a:lnTo>
                  <a:lnTo>
                    <a:pt x="8" y="610"/>
                  </a:lnTo>
                  <a:lnTo>
                    <a:pt x="5" y="588"/>
                  </a:lnTo>
                  <a:lnTo>
                    <a:pt x="2" y="564"/>
                  </a:lnTo>
                  <a:lnTo>
                    <a:pt x="1" y="541"/>
                  </a:lnTo>
                  <a:lnTo>
                    <a:pt x="0" y="516"/>
                  </a:lnTo>
                  <a:lnTo>
                    <a:pt x="1" y="485"/>
                  </a:lnTo>
                  <a:lnTo>
                    <a:pt x="3" y="455"/>
                  </a:lnTo>
                  <a:lnTo>
                    <a:pt x="7" y="425"/>
                  </a:lnTo>
                  <a:lnTo>
                    <a:pt x="12" y="397"/>
                  </a:lnTo>
                  <a:lnTo>
                    <a:pt x="19" y="370"/>
                  </a:lnTo>
                  <a:lnTo>
                    <a:pt x="27" y="344"/>
                  </a:lnTo>
                  <a:lnTo>
                    <a:pt x="36" y="318"/>
                  </a:lnTo>
                  <a:lnTo>
                    <a:pt x="48" y="294"/>
                  </a:lnTo>
                  <a:lnTo>
                    <a:pt x="61" y="269"/>
                  </a:lnTo>
                  <a:lnTo>
                    <a:pt x="75" y="247"/>
                  </a:lnTo>
                  <a:lnTo>
                    <a:pt x="90" y="225"/>
                  </a:lnTo>
                  <a:lnTo>
                    <a:pt x="108" y="204"/>
                  </a:lnTo>
                  <a:lnTo>
                    <a:pt x="127" y="185"/>
                  </a:lnTo>
                  <a:lnTo>
                    <a:pt x="148" y="165"/>
                  </a:lnTo>
                  <a:lnTo>
                    <a:pt x="169" y="148"/>
                  </a:lnTo>
                  <a:lnTo>
                    <a:pt x="192" y="131"/>
                  </a:lnTo>
                  <a:lnTo>
                    <a:pt x="217" y="115"/>
                  </a:lnTo>
                  <a:lnTo>
                    <a:pt x="241" y="100"/>
                  </a:lnTo>
                  <a:lnTo>
                    <a:pt x="268" y="86"/>
                  </a:lnTo>
                  <a:lnTo>
                    <a:pt x="294" y="73"/>
                  </a:lnTo>
                  <a:lnTo>
                    <a:pt x="323" y="61"/>
                  </a:lnTo>
                  <a:lnTo>
                    <a:pt x="352" y="51"/>
                  </a:lnTo>
                  <a:lnTo>
                    <a:pt x="381" y="41"/>
                  </a:lnTo>
                  <a:lnTo>
                    <a:pt x="412" y="33"/>
                  </a:lnTo>
                  <a:lnTo>
                    <a:pt x="443" y="24"/>
                  </a:lnTo>
                  <a:lnTo>
                    <a:pt x="476" y="18"/>
                  </a:lnTo>
                  <a:lnTo>
                    <a:pt x="509" y="12"/>
                  </a:lnTo>
                  <a:lnTo>
                    <a:pt x="543" y="8"/>
                  </a:lnTo>
                  <a:lnTo>
                    <a:pt x="578" y="4"/>
                  </a:lnTo>
                  <a:lnTo>
                    <a:pt x="614" y="2"/>
                  </a:lnTo>
                  <a:lnTo>
                    <a:pt x="651" y="0"/>
                  </a:lnTo>
                  <a:lnTo>
                    <a:pt x="689" y="0"/>
                  </a:lnTo>
                  <a:lnTo>
                    <a:pt x="733" y="0"/>
                  </a:lnTo>
                  <a:lnTo>
                    <a:pt x="783" y="3"/>
                  </a:lnTo>
                  <a:lnTo>
                    <a:pt x="836" y="8"/>
                  </a:lnTo>
                  <a:lnTo>
                    <a:pt x="895" y="15"/>
                  </a:lnTo>
                  <a:lnTo>
                    <a:pt x="958" y="23"/>
                  </a:lnTo>
                  <a:lnTo>
                    <a:pt x="1027" y="35"/>
                  </a:lnTo>
                  <a:lnTo>
                    <a:pt x="1099" y="47"/>
                  </a:lnTo>
                  <a:lnTo>
                    <a:pt x="1177" y="61"/>
                  </a:lnTo>
                  <a:lnTo>
                    <a:pt x="1177" y="386"/>
                  </a:lnTo>
                  <a:lnTo>
                    <a:pt x="1147" y="374"/>
                  </a:lnTo>
                  <a:lnTo>
                    <a:pt x="1118" y="363"/>
                  </a:lnTo>
                  <a:lnTo>
                    <a:pt x="1089" y="353"/>
                  </a:lnTo>
                  <a:lnTo>
                    <a:pt x="1060" y="344"/>
                  </a:lnTo>
                  <a:lnTo>
                    <a:pt x="1032" y="336"/>
                  </a:lnTo>
                  <a:lnTo>
                    <a:pt x="1003" y="327"/>
                  </a:lnTo>
                  <a:lnTo>
                    <a:pt x="976" y="320"/>
                  </a:lnTo>
                  <a:lnTo>
                    <a:pt x="947" y="314"/>
                  </a:lnTo>
                  <a:lnTo>
                    <a:pt x="921" y="309"/>
                  </a:lnTo>
                  <a:lnTo>
                    <a:pt x="893" y="304"/>
                  </a:lnTo>
                  <a:lnTo>
                    <a:pt x="867" y="300"/>
                  </a:lnTo>
                  <a:lnTo>
                    <a:pt x="839" y="297"/>
                  </a:lnTo>
                  <a:lnTo>
                    <a:pt x="814" y="294"/>
                  </a:lnTo>
                  <a:lnTo>
                    <a:pt x="787" y="292"/>
                  </a:lnTo>
                  <a:lnTo>
                    <a:pt x="762" y="291"/>
                  </a:lnTo>
                  <a:lnTo>
                    <a:pt x="736" y="291"/>
                  </a:lnTo>
                  <a:lnTo>
                    <a:pt x="700" y="292"/>
                  </a:lnTo>
                  <a:lnTo>
                    <a:pt x="669" y="293"/>
                  </a:lnTo>
                  <a:lnTo>
                    <a:pt x="638" y="296"/>
                  </a:lnTo>
                  <a:lnTo>
                    <a:pt x="610" y="301"/>
                  </a:lnTo>
                  <a:lnTo>
                    <a:pt x="584" y="306"/>
                  </a:lnTo>
                  <a:lnTo>
                    <a:pt x="561" y="313"/>
                  </a:lnTo>
                  <a:lnTo>
                    <a:pt x="539" y="321"/>
                  </a:lnTo>
                  <a:lnTo>
                    <a:pt x="521" y="331"/>
                  </a:lnTo>
                  <a:lnTo>
                    <a:pt x="512" y="336"/>
                  </a:lnTo>
                  <a:lnTo>
                    <a:pt x="504" y="341"/>
                  </a:lnTo>
                  <a:lnTo>
                    <a:pt x="496" y="346"/>
                  </a:lnTo>
                  <a:lnTo>
                    <a:pt x="489" y="352"/>
                  </a:lnTo>
                  <a:lnTo>
                    <a:pt x="483" y="359"/>
                  </a:lnTo>
                  <a:lnTo>
                    <a:pt x="477" y="365"/>
                  </a:lnTo>
                  <a:lnTo>
                    <a:pt x="472" y="372"/>
                  </a:lnTo>
                  <a:lnTo>
                    <a:pt x="467" y="380"/>
                  </a:lnTo>
                  <a:lnTo>
                    <a:pt x="463" y="387"/>
                  </a:lnTo>
                  <a:lnTo>
                    <a:pt x="459" y="395"/>
                  </a:lnTo>
                  <a:lnTo>
                    <a:pt x="456" y="403"/>
                  </a:lnTo>
                  <a:lnTo>
                    <a:pt x="454" y="411"/>
                  </a:lnTo>
                  <a:lnTo>
                    <a:pt x="452" y="420"/>
                  </a:lnTo>
                  <a:lnTo>
                    <a:pt x="450" y="430"/>
                  </a:lnTo>
                  <a:lnTo>
                    <a:pt x="450" y="439"/>
                  </a:lnTo>
                  <a:lnTo>
                    <a:pt x="448" y="449"/>
                  </a:lnTo>
                  <a:lnTo>
                    <a:pt x="450" y="463"/>
                  </a:lnTo>
                  <a:lnTo>
                    <a:pt x="453" y="477"/>
                  </a:lnTo>
                  <a:lnTo>
                    <a:pt x="457" y="490"/>
                  </a:lnTo>
                  <a:lnTo>
                    <a:pt x="463" y="502"/>
                  </a:lnTo>
                  <a:lnTo>
                    <a:pt x="471" y="514"/>
                  </a:lnTo>
                  <a:lnTo>
                    <a:pt x="481" y="524"/>
                  </a:lnTo>
                  <a:lnTo>
                    <a:pt x="493" y="536"/>
                  </a:lnTo>
                  <a:lnTo>
                    <a:pt x="507" y="545"/>
                  </a:lnTo>
                  <a:lnTo>
                    <a:pt x="521" y="553"/>
                  </a:lnTo>
                  <a:lnTo>
                    <a:pt x="541" y="564"/>
                  </a:lnTo>
                  <a:lnTo>
                    <a:pt x="567" y="577"/>
                  </a:lnTo>
                  <a:lnTo>
                    <a:pt x="597" y="592"/>
                  </a:lnTo>
                  <a:lnTo>
                    <a:pt x="633" y="609"/>
                  </a:lnTo>
                  <a:lnTo>
                    <a:pt x="674" y="629"/>
                  </a:lnTo>
                  <a:lnTo>
                    <a:pt x="720" y="649"/>
                  </a:lnTo>
                  <a:lnTo>
                    <a:pt x="772" y="672"/>
                  </a:lnTo>
                  <a:lnTo>
                    <a:pt x="846" y="707"/>
                  </a:lnTo>
                  <a:lnTo>
                    <a:pt x="915" y="740"/>
                  </a:lnTo>
                  <a:lnTo>
                    <a:pt x="946" y="756"/>
                  </a:lnTo>
                  <a:lnTo>
                    <a:pt x="976" y="771"/>
                  </a:lnTo>
                  <a:lnTo>
                    <a:pt x="1004" y="787"/>
                  </a:lnTo>
                  <a:lnTo>
                    <a:pt x="1032" y="802"/>
                  </a:lnTo>
                  <a:lnTo>
                    <a:pt x="1056" y="817"/>
                  </a:lnTo>
                  <a:lnTo>
                    <a:pt x="1080" y="832"/>
                  </a:lnTo>
                  <a:lnTo>
                    <a:pt x="1102" y="846"/>
                  </a:lnTo>
                  <a:lnTo>
                    <a:pt x="1123" y="860"/>
                  </a:lnTo>
                  <a:lnTo>
                    <a:pt x="1141" y="875"/>
                  </a:lnTo>
                  <a:lnTo>
                    <a:pt x="1158" y="888"/>
                  </a:lnTo>
                  <a:lnTo>
                    <a:pt x="1174" y="901"/>
                  </a:lnTo>
                  <a:lnTo>
                    <a:pt x="1187" y="913"/>
                  </a:lnTo>
                  <a:lnTo>
                    <a:pt x="1202" y="930"/>
                  </a:lnTo>
                  <a:lnTo>
                    <a:pt x="1216" y="945"/>
                  </a:lnTo>
                  <a:lnTo>
                    <a:pt x="1229" y="962"/>
                  </a:lnTo>
                  <a:lnTo>
                    <a:pt x="1241" y="979"/>
                  </a:lnTo>
                  <a:lnTo>
                    <a:pt x="1252" y="997"/>
                  </a:lnTo>
                  <a:lnTo>
                    <a:pt x="1262" y="1015"/>
                  </a:lnTo>
                  <a:lnTo>
                    <a:pt x="1271" y="1034"/>
                  </a:lnTo>
                  <a:lnTo>
                    <a:pt x="1279" y="1053"/>
                  </a:lnTo>
                  <a:lnTo>
                    <a:pt x="1287" y="1074"/>
                  </a:lnTo>
                  <a:lnTo>
                    <a:pt x="1293" y="1094"/>
                  </a:lnTo>
                  <a:lnTo>
                    <a:pt x="1298" y="1114"/>
                  </a:lnTo>
                  <a:lnTo>
                    <a:pt x="1302" y="1137"/>
                  </a:lnTo>
                  <a:lnTo>
                    <a:pt x="1305" y="1158"/>
                  </a:lnTo>
                  <a:lnTo>
                    <a:pt x="1308" y="1182"/>
                  </a:lnTo>
                  <a:lnTo>
                    <a:pt x="1309" y="1204"/>
                  </a:lnTo>
                  <a:lnTo>
                    <a:pt x="1310" y="1229"/>
                  </a:lnTo>
                  <a:lnTo>
                    <a:pt x="1309" y="1262"/>
                  </a:lnTo>
                  <a:lnTo>
                    <a:pt x="1306" y="1296"/>
                  </a:lnTo>
                  <a:lnTo>
                    <a:pt x="1301" y="1328"/>
                  </a:lnTo>
                  <a:lnTo>
                    <a:pt x="1295" y="1358"/>
                  </a:lnTo>
                  <a:lnTo>
                    <a:pt x="1291" y="1374"/>
                  </a:lnTo>
                  <a:lnTo>
                    <a:pt x="1287" y="1389"/>
                  </a:lnTo>
                  <a:lnTo>
                    <a:pt x="1282" y="1403"/>
                  </a:lnTo>
                  <a:lnTo>
                    <a:pt x="1276" y="1418"/>
                  </a:lnTo>
                  <a:lnTo>
                    <a:pt x="1271" y="1432"/>
                  </a:lnTo>
                  <a:lnTo>
                    <a:pt x="1263" y="1446"/>
                  </a:lnTo>
                  <a:lnTo>
                    <a:pt x="1257" y="1459"/>
                  </a:lnTo>
                  <a:lnTo>
                    <a:pt x="1250" y="1473"/>
                  </a:lnTo>
                  <a:lnTo>
                    <a:pt x="1242" y="1486"/>
                  </a:lnTo>
                  <a:lnTo>
                    <a:pt x="1234" y="1499"/>
                  </a:lnTo>
                  <a:lnTo>
                    <a:pt x="1225" y="1511"/>
                  </a:lnTo>
                  <a:lnTo>
                    <a:pt x="1216" y="1524"/>
                  </a:lnTo>
                  <a:lnTo>
                    <a:pt x="1206" y="1536"/>
                  </a:lnTo>
                  <a:lnTo>
                    <a:pt x="1196" y="1547"/>
                  </a:lnTo>
                  <a:lnTo>
                    <a:pt x="1186" y="1559"/>
                  </a:lnTo>
                  <a:lnTo>
                    <a:pt x="1175" y="1571"/>
                  </a:lnTo>
                  <a:lnTo>
                    <a:pt x="1151" y="1592"/>
                  </a:lnTo>
                  <a:lnTo>
                    <a:pt x="1126" y="1613"/>
                  </a:lnTo>
                  <a:lnTo>
                    <a:pt x="1098" y="1633"/>
                  </a:lnTo>
                  <a:lnTo>
                    <a:pt x="1069" y="1651"/>
                  </a:lnTo>
                  <a:lnTo>
                    <a:pt x="1044" y="1666"/>
                  </a:lnTo>
                  <a:lnTo>
                    <a:pt x="1019" y="1679"/>
                  </a:lnTo>
                  <a:lnTo>
                    <a:pt x="992" y="1691"/>
                  </a:lnTo>
                  <a:lnTo>
                    <a:pt x="965" y="1703"/>
                  </a:lnTo>
                  <a:lnTo>
                    <a:pt x="936" y="1714"/>
                  </a:lnTo>
                  <a:lnTo>
                    <a:pt x="906" y="1724"/>
                  </a:lnTo>
                  <a:lnTo>
                    <a:pt x="876" y="1732"/>
                  </a:lnTo>
                  <a:lnTo>
                    <a:pt x="845" y="1740"/>
                  </a:lnTo>
                  <a:lnTo>
                    <a:pt x="813" y="1747"/>
                  </a:lnTo>
                  <a:lnTo>
                    <a:pt x="780" y="1752"/>
                  </a:lnTo>
                  <a:lnTo>
                    <a:pt x="746" y="1757"/>
                  </a:lnTo>
                  <a:lnTo>
                    <a:pt x="712" y="1762"/>
                  </a:lnTo>
                  <a:lnTo>
                    <a:pt x="676" y="1766"/>
                  </a:lnTo>
                  <a:lnTo>
                    <a:pt x="639" y="1768"/>
                  </a:lnTo>
                  <a:lnTo>
                    <a:pt x="601" y="1769"/>
                  </a:lnTo>
                  <a:lnTo>
                    <a:pt x="563" y="1770"/>
                  </a:lnTo>
                  <a:lnTo>
                    <a:pt x="497" y="1769"/>
                  </a:lnTo>
                  <a:lnTo>
                    <a:pt x="431" y="1766"/>
                  </a:lnTo>
                  <a:lnTo>
                    <a:pt x="366" y="1761"/>
                  </a:lnTo>
                  <a:lnTo>
                    <a:pt x="300" y="1754"/>
                  </a:lnTo>
                  <a:lnTo>
                    <a:pt x="233" y="1745"/>
                  </a:lnTo>
                  <a:lnTo>
                    <a:pt x="167" y="1735"/>
                  </a:lnTo>
                  <a:lnTo>
                    <a:pt x="101" y="1722"/>
                  </a:lnTo>
                  <a:lnTo>
                    <a:pt x="34" y="1707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50" name="Freeform 53"/>
            <p:cNvSpPr>
              <a:spLocks/>
            </p:cNvSpPr>
            <p:nvPr userDrawn="1"/>
          </p:nvSpPr>
          <p:spPr bwMode="gray">
            <a:xfrm>
              <a:off x="6294" y="350"/>
              <a:ext cx="39" cy="142"/>
            </a:xfrm>
            <a:custGeom>
              <a:avLst/>
              <a:gdLst>
                <a:gd name="T0" fmla="*/ 476 w 476"/>
                <a:gd name="T1" fmla="*/ 0 h 1706"/>
                <a:gd name="T2" fmla="*/ 476 w 476"/>
                <a:gd name="T3" fmla="*/ 1706 h 1706"/>
                <a:gd name="T4" fmla="*/ 0 w 476"/>
                <a:gd name="T5" fmla="*/ 1706 h 1706"/>
                <a:gd name="T6" fmla="*/ 0 w 476"/>
                <a:gd name="T7" fmla="*/ 0 h 1706"/>
                <a:gd name="T8" fmla="*/ 238 w 476"/>
                <a:gd name="T9" fmla="*/ 285 h 1706"/>
                <a:gd name="T10" fmla="*/ 476 w 476"/>
                <a:gd name="T11" fmla="*/ 0 h 1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6" h="1706">
                  <a:moveTo>
                    <a:pt x="476" y="0"/>
                  </a:moveTo>
                  <a:lnTo>
                    <a:pt x="476" y="1706"/>
                  </a:lnTo>
                  <a:lnTo>
                    <a:pt x="0" y="1706"/>
                  </a:lnTo>
                  <a:lnTo>
                    <a:pt x="0" y="0"/>
                  </a:lnTo>
                  <a:lnTo>
                    <a:pt x="238" y="285"/>
                  </a:lnTo>
                  <a:lnTo>
                    <a:pt x="476" y="0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51" name="Freeform 54"/>
            <p:cNvSpPr>
              <a:spLocks/>
            </p:cNvSpPr>
            <p:nvPr userDrawn="1"/>
          </p:nvSpPr>
          <p:spPr bwMode="gray">
            <a:xfrm>
              <a:off x="6294" y="350"/>
              <a:ext cx="39" cy="44"/>
            </a:xfrm>
            <a:custGeom>
              <a:avLst/>
              <a:gdLst>
                <a:gd name="T0" fmla="*/ 476 w 476"/>
                <a:gd name="T1" fmla="*/ 0 h 530"/>
                <a:gd name="T2" fmla="*/ 0 w 476"/>
                <a:gd name="T3" fmla="*/ 0 h 530"/>
                <a:gd name="T4" fmla="*/ 238 w 476"/>
                <a:gd name="T5" fmla="*/ 530 h 530"/>
                <a:gd name="T6" fmla="*/ 476 w 476"/>
                <a:gd name="T7" fmla="*/ 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76" h="530">
                  <a:moveTo>
                    <a:pt x="476" y="0"/>
                  </a:moveTo>
                  <a:lnTo>
                    <a:pt x="0" y="0"/>
                  </a:lnTo>
                  <a:lnTo>
                    <a:pt x="238" y="530"/>
                  </a:lnTo>
                  <a:lnTo>
                    <a:pt x="476" y="0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52" name="Freeform 55"/>
            <p:cNvSpPr>
              <a:spLocks/>
            </p:cNvSpPr>
            <p:nvPr userDrawn="1"/>
          </p:nvSpPr>
          <p:spPr bwMode="gray">
            <a:xfrm>
              <a:off x="6370" y="350"/>
              <a:ext cx="103" cy="142"/>
            </a:xfrm>
            <a:custGeom>
              <a:avLst/>
              <a:gdLst>
                <a:gd name="T0" fmla="*/ 0 w 1241"/>
                <a:gd name="T1" fmla="*/ 1706 h 1706"/>
                <a:gd name="T2" fmla="*/ 0 w 1241"/>
                <a:gd name="T3" fmla="*/ 0 h 1706"/>
                <a:gd name="T4" fmla="*/ 1222 w 1241"/>
                <a:gd name="T5" fmla="*/ 0 h 1706"/>
                <a:gd name="T6" fmla="*/ 1222 w 1241"/>
                <a:gd name="T7" fmla="*/ 309 h 1706"/>
                <a:gd name="T8" fmla="*/ 459 w 1241"/>
                <a:gd name="T9" fmla="*/ 309 h 1706"/>
                <a:gd name="T10" fmla="*/ 459 w 1241"/>
                <a:gd name="T11" fmla="*/ 693 h 1706"/>
                <a:gd name="T12" fmla="*/ 1123 w 1241"/>
                <a:gd name="T13" fmla="*/ 693 h 1706"/>
                <a:gd name="T14" fmla="*/ 1123 w 1241"/>
                <a:gd name="T15" fmla="*/ 975 h 1706"/>
                <a:gd name="T16" fmla="*/ 459 w 1241"/>
                <a:gd name="T17" fmla="*/ 975 h 1706"/>
                <a:gd name="T18" fmla="*/ 459 w 1241"/>
                <a:gd name="T19" fmla="*/ 1380 h 1706"/>
                <a:gd name="T20" fmla="*/ 1241 w 1241"/>
                <a:gd name="T21" fmla="*/ 1380 h 1706"/>
                <a:gd name="T22" fmla="*/ 1241 w 1241"/>
                <a:gd name="T23" fmla="*/ 1706 h 1706"/>
                <a:gd name="T24" fmla="*/ 0 w 1241"/>
                <a:gd name="T25" fmla="*/ 1706 h 1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41" h="1706">
                  <a:moveTo>
                    <a:pt x="0" y="1706"/>
                  </a:moveTo>
                  <a:lnTo>
                    <a:pt x="0" y="0"/>
                  </a:lnTo>
                  <a:lnTo>
                    <a:pt x="1222" y="0"/>
                  </a:lnTo>
                  <a:lnTo>
                    <a:pt x="1222" y="309"/>
                  </a:lnTo>
                  <a:lnTo>
                    <a:pt x="459" y="309"/>
                  </a:lnTo>
                  <a:lnTo>
                    <a:pt x="459" y="693"/>
                  </a:lnTo>
                  <a:lnTo>
                    <a:pt x="1123" y="693"/>
                  </a:lnTo>
                  <a:lnTo>
                    <a:pt x="1123" y="975"/>
                  </a:lnTo>
                  <a:lnTo>
                    <a:pt x="459" y="975"/>
                  </a:lnTo>
                  <a:lnTo>
                    <a:pt x="459" y="1380"/>
                  </a:lnTo>
                  <a:lnTo>
                    <a:pt x="1241" y="1380"/>
                  </a:lnTo>
                  <a:lnTo>
                    <a:pt x="1241" y="1706"/>
                  </a:lnTo>
                  <a:lnTo>
                    <a:pt x="0" y="1706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53" name="Freeform 56"/>
            <p:cNvSpPr>
              <a:spLocks/>
            </p:cNvSpPr>
            <p:nvPr userDrawn="1"/>
          </p:nvSpPr>
          <p:spPr bwMode="gray">
            <a:xfrm>
              <a:off x="6499" y="350"/>
              <a:ext cx="173" cy="143"/>
            </a:xfrm>
            <a:custGeom>
              <a:avLst/>
              <a:gdLst>
                <a:gd name="T0" fmla="*/ 0 w 2073"/>
                <a:gd name="T1" fmla="*/ 1706 h 1723"/>
                <a:gd name="T2" fmla="*/ 0 w 2073"/>
                <a:gd name="T3" fmla="*/ 0 h 1723"/>
                <a:gd name="T4" fmla="*/ 617 w 2073"/>
                <a:gd name="T5" fmla="*/ 0 h 1723"/>
                <a:gd name="T6" fmla="*/ 1047 w 2073"/>
                <a:gd name="T7" fmla="*/ 1090 h 1723"/>
                <a:gd name="T8" fmla="*/ 1486 w 2073"/>
                <a:gd name="T9" fmla="*/ 0 h 1723"/>
                <a:gd name="T10" fmla="*/ 2073 w 2073"/>
                <a:gd name="T11" fmla="*/ 0 h 1723"/>
                <a:gd name="T12" fmla="*/ 2073 w 2073"/>
                <a:gd name="T13" fmla="*/ 1706 h 1723"/>
                <a:gd name="T14" fmla="*/ 1621 w 2073"/>
                <a:gd name="T15" fmla="*/ 1706 h 1723"/>
                <a:gd name="T16" fmla="*/ 1621 w 2073"/>
                <a:gd name="T17" fmla="*/ 499 h 1723"/>
                <a:gd name="T18" fmla="*/ 1121 w 2073"/>
                <a:gd name="T19" fmla="*/ 1723 h 1723"/>
                <a:gd name="T20" fmla="*/ 826 w 2073"/>
                <a:gd name="T21" fmla="*/ 1723 h 1723"/>
                <a:gd name="T22" fmla="*/ 336 w 2073"/>
                <a:gd name="T23" fmla="*/ 499 h 1723"/>
                <a:gd name="T24" fmla="*/ 336 w 2073"/>
                <a:gd name="T25" fmla="*/ 1706 h 1723"/>
                <a:gd name="T26" fmla="*/ 0 w 2073"/>
                <a:gd name="T27" fmla="*/ 1706 h 1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73" h="1723">
                  <a:moveTo>
                    <a:pt x="0" y="1706"/>
                  </a:moveTo>
                  <a:lnTo>
                    <a:pt x="0" y="0"/>
                  </a:lnTo>
                  <a:lnTo>
                    <a:pt x="617" y="0"/>
                  </a:lnTo>
                  <a:lnTo>
                    <a:pt x="1047" y="1090"/>
                  </a:lnTo>
                  <a:lnTo>
                    <a:pt x="1486" y="0"/>
                  </a:lnTo>
                  <a:lnTo>
                    <a:pt x="2073" y="0"/>
                  </a:lnTo>
                  <a:lnTo>
                    <a:pt x="2073" y="1706"/>
                  </a:lnTo>
                  <a:lnTo>
                    <a:pt x="1621" y="1706"/>
                  </a:lnTo>
                  <a:lnTo>
                    <a:pt x="1621" y="499"/>
                  </a:lnTo>
                  <a:lnTo>
                    <a:pt x="1121" y="1723"/>
                  </a:lnTo>
                  <a:lnTo>
                    <a:pt x="826" y="1723"/>
                  </a:lnTo>
                  <a:lnTo>
                    <a:pt x="336" y="499"/>
                  </a:lnTo>
                  <a:lnTo>
                    <a:pt x="336" y="1706"/>
                  </a:lnTo>
                  <a:lnTo>
                    <a:pt x="0" y="1706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54" name="Freeform 57"/>
            <p:cNvSpPr>
              <a:spLocks/>
            </p:cNvSpPr>
            <p:nvPr userDrawn="1"/>
          </p:nvSpPr>
          <p:spPr bwMode="gray">
            <a:xfrm>
              <a:off x="6708" y="350"/>
              <a:ext cx="104" cy="142"/>
            </a:xfrm>
            <a:custGeom>
              <a:avLst/>
              <a:gdLst>
                <a:gd name="T0" fmla="*/ 0 w 1242"/>
                <a:gd name="T1" fmla="*/ 1706 h 1706"/>
                <a:gd name="T2" fmla="*/ 0 w 1242"/>
                <a:gd name="T3" fmla="*/ 0 h 1706"/>
                <a:gd name="T4" fmla="*/ 1221 w 1242"/>
                <a:gd name="T5" fmla="*/ 0 h 1706"/>
                <a:gd name="T6" fmla="*/ 1221 w 1242"/>
                <a:gd name="T7" fmla="*/ 309 h 1706"/>
                <a:gd name="T8" fmla="*/ 459 w 1242"/>
                <a:gd name="T9" fmla="*/ 309 h 1706"/>
                <a:gd name="T10" fmla="*/ 459 w 1242"/>
                <a:gd name="T11" fmla="*/ 693 h 1706"/>
                <a:gd name="T12" fmla="*/ 1123 w 1242"/>
                <a:gd name="T13" fmla="*/ 693 h 1706"/>
                <a:gd name="T14" fmla="*/ 1123 w 1242"/>
                <a:gd name="T15" fmla="*/ 975 h 1706"/>
                <a:gd name="T16" fmla="*/ 459 w 1242"/>
                <a:gd name="T17" fmla="*/ 975 h 1706"/>
                <a:gd name="T18" fmla="*/ 459 w 1242"/>
                <a:gd name="T19" fmla="*/ 1380 h 1706"/>
                <a:gd name="T20" fmla="*/ 1242 w 1242"/>
                <a:gd name="T21" fmla="*/ 1380 h 1706"/>
                <a:gd name="T22" fmla="*/ 1242 w 1242"/>
                <a:gd name="T23" fmla="*/ 1706 h 1706"/>
                <a:gd name="T24" fmla="*/ 0 w 1242"/>
                <a:gd name="T25" fmla="*/ 1706 h 1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42" h="1706">
                  <a:moveTo>
                    <a:pt x="0" y="1706"/>
                  </a:moveTo>
                  <a:lnTo>
                    <a:pt x="0" y="0"/>
                  </a:lnTo>
                  <a:lnTo>
                    <a:pt x="1221" y="0"/>
                  </a:lnTo>
                  <a:lnTo>
                    <a:pt x="1221" y="309"/>
                  </a:lnTo>
                  <a:lnTo>
                    <a:pt x="459" y="309"/>
                  </a:lnTo>
                  <a:lnTo>
                    <a:pt x="459" y="693"/>
                  </a:lnTo>
                  <a:lnTo>
                    <a:pt x="1123" y="693"/>
                  </a:lnTo>
                  <a:lnTo>
                    <a:pt x="1123" y="975"/>
                  </a:lnTo>
                  <a:lnTo>
                    <a:pt x="459" y="975"/>
                  </a:lnTo>
                  <a:lnTo>
                    <a:pt x="459" y="1380"/>
                  </a:lnTo>
                  <a:lnTo>
                    <a:pt x="1242" y="1380"/>
                  </a:lnTo>
                  <a:lnTo>
                    <a:pt x="1242" y="1706"/>
                  </a:lnTo>
                  <a:lnTo>
                    <a:pt x="0" y="1706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55" name="Freeform 58"/>
            <p:cNvSpPr>
              <a:spLocks/>
            </p:cNvSpPr>
            <p:nvPr userDrawn="1"/>
          </p:nvSpPr>
          <p:spPr bwMode="gray">
            <a:xfrm>
              <a:off x="6838" y="350"/>
              <a:ext cx="123" cy="142"/>
            </a:xfrm>
            <a:custGeom>
              <a:avLst/>
              <a:gdLst>
                <a:gd name="T0" fmla="*/ 0 w 1473"/>
                <a:gd name="T1" fmla="*/ 1706 h 1706"/>
                <a:gd name="T2" fmla="*/ 0 w 1473"/>
                <a:gd name="T3" fmla="*/ 0 h 1706"/>
                <a:gd name="T4" fmla="*/ 551 w 1473"/>
                <a:gd name="T5" fmla="*/ 0 h 1706"/>
                <a:gd name="T6" fmla="*/ 1137 w 1473"/>
                <a:gd name="T7" fmla="*/ 1142 h 1706"/>
                <a:gd name="T8" fmla="*/ 1137 w 1473"/>
                <a:gd name="T9" fmla="*/ 0 h 1706"/>
                <a:gd name="T10" fmla="*/ 1473 w 1473"/>
                <a:gd name="T11" fmla="*/ 0 h 1706"/>
                <a:gd name="T12" fmla="*/ 1473 w 1473"/>
                <a:gd name="T13" fmla="*/ 1706 h 1706"/>
                <a:gd name="T14" fmla="*/ 936 w 1473"/>
                <a:gd name="T15" fmla="*/ 1706 h 1706"/>
                <a:gd name="T16" fmla="*/ 335 w 1473"/>
                <a:gd name="T17" fmla="*/ 549 h 1706"/>
                <a:gd name="T18" fmla="*/ 335 w 1473"/>
                <a:gd name="T19" fmla="*/ 1706 h 1706"/>
                <a:gd name="T20" fmla="*/ 0 w 1473"/>
                <a:gd name="T21" fmla="*/ 1706 h 1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73" h="1706">
                  <a:moveTo>
                    <a:pt x="0" y="1706"/>
                  </a:moveTo>
                  <a:lnTo>
                    <a:pt x="0" y="0"/>
                  </a:lnTo>
                  <a:lnTo>
                    <a:pt x="551" y="0"/>
                  </a:lnTo>
                  <a:lnTo>
                    <a:pt x="1137" y="1142"/>
                  </a:lnTo>
                  <a:lnTo>
                    <a:pt x="1137" y="0"/>
                  </a:lnTo>
                  <a:lnTo>
                    <a:pt x="1473" y="0"/>
                  </a:lnTo>
                  <a:lnTo>
                    <a:pt x="1473" y="1706"/>
                  </a:lnTo>
                  <a:lnTo>
                    <a:pt x="936" y="1706"/>
                  </a:lnTo>
                  <a:lnTo>
                    <a:pt x="335" y="549"/>
                  </a:lnTo>
                  <a:lnTo>
                    <a:pt x="335" y="1706"/>
                  </a:lnTo>
                  <a:lnTo>
                    <a:pt x="0" y="1706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56" name="Freeform 59"/>
            <p:cNvSpPr>
              <a:spLocks/>
            </p:cNvSpPr>
            <p:nvPr userDrawn="1"/>
          </p:nvSpPr>
          <p:spPr bwMode="gray">
            <a:xfrm>
              <a:off x="6986" y="347"/>
              <a:ext cx="109" cy="148"/>
            </a:xfrm>
            <a:custGeom>
              <a:avLst/>
              <a:gdLst>
                <a:gd name="T0" fmla="*/ 138 w 1309"/>
                <a:gd name="T1" fmla="*/ 1401 h 1770"/>
                <a:gd name="T2" fmla="*/ 303 w 1309"/>
                <a:gd name="T3" fmla="*/ 1438 h 1770"/>
                <a:gd name="T4" fmla="*/ 456 w 1309"/>
                <a:gd name="T5" fmla="*/ 1457 h 1770"/>
                <a:gd name="T6" fmla="*/ 615 w 1309"/>
                <a:gd name="T7" fmla="*/ 1458 h 1770"/>
                <a:gd name="T8" fmla="*/ 740 w 1309"/>
                <a:gd name="T9" fmla="*/ 1434 h 1770"/>
                <a:gd name="T10" fmla="*/ 790 w 1309"/>
                <a:gd name="T11" fmla="*/ 1409 h 1770"/>
                <a:gd name="T12" fmla="*/ 824 w 1309"/>
                <a:gd name="T13" fmla="*/ 1378 h 1770"/>
                <a:gd name="T14" fmla="*/ 843 w 1309"/>
                <a:gd name="T15" fmla="*/ 1337 h 1770"/>
                <a:gd name="T16" fmla="*/ 847 w 1309"/>
                <a:gd name="T17" fmla="*/ 1285 h 1770"/>
                <a:gd name="T18" fmla="*/ 824 w 1309"/>
                <a:gd name="T19" fmla="*/ 1220 h 1770"/>
                <a:gd name="T20" fmla="*/ 750 w 1309"/>
                <a:gd name="T21" fmla="*/ 1161 h 1770"/>
                <a:gd name="T22" fmla="*/ 571 w 1309"/>
                <a:gd name="T23" fmla="*/ 1078 h 1770"/>
                <a:gd name="T24" fmla="*/ 321 w 1309"/>
                <a:gd name="T25" fmla="*/ 965 h 1770"/>
                <a:gd name="T26" fmla="*/ 197 w 1309"/>
                <a:gd name="T27" fmla="*/ 893 h 1770"/>
                <a:gd name="T28" fmla="*/ 116 w 1309"/>
                <a:gd name="T29" fmla="*/ 826 h 1770"/>
                <a:gd name="T30" fmla="*/ 51 w 1309"/>
                <a:gd name="T31" fmla="*/ 736 h 1770"/>
                <a:gd name="T32" fmla="*/ 13 w 1309"/>
                <a:gd name="T33" fmla="*/ 633 h 1770"/>
                <a:gd name="T34" fmla="*/ 0 w 1309"/>
                <a:gd name="T35" fmla="*/ 515 h 1770"/>
                <a:gd name="T36" fmla="*/ 18 w 1309"/>
                <a:gd name="T37" fmla="*/ 369 h 1770"/>
                <a:gd name="T38" fmla="*/ 75 w 1309"/>
                <a:gd name="T39" fmla="*/ 247 h 1770"/>
                <a:gd name="T40" fmla="*/ 169 w 1309"/>
                <a:gd name="T41" fmla="*/ 148 h 1770"/>
                <a:gd name="T42" fmla="*/ 294 w 1309"/>
                <a:gd name="T43" fmla="*/ 73 h 1770"/>
                <a:gd name="T44" fmla="*/ 443 w 1309"/>
                <a:gd name="T45" fmla="*/ 24 h 1770"/>
                <a:gd name="T46" fmla="*/ 614 w 1309"/>
                <a:gd name="T47" fmla="*/ 2 h 1770"/>
                <a:gd name="T48" fmla="*/ 832 w 1309"/>
                <a:gd name="T49" fmla="*/ 7 h 1770"/>
                <a:gd name="T50" fmla="*/ 1134 w 1309"/>
                <a:gd name="T51" fmla="*/ 54 h 1770"/>
                <a:gd name="T52" fmla="*/ 1088 w 1309"/>
                <a:gd name="T53" fmla="*/ 353 h 1770"/>
                <a:gd name="T54" fmla="*/ 947 w 1309"/>
                <a:gd name="T55" fmla="*/ 314 h 1770"/>
                <a:gd name="T56" fmla="*/ 811 w 1309"/>
                <a:gd name="T57" fmla="*/ 294 h 1770"/>
                <a:gd name="T58" fmla="*/ 667 w 1309"/>
                <a:gd name="T59" fmla="*/ 293 h 1770"/>
                <a:gd name="T60" fmla="*/ 539 w 1309"/>
                <a:gd name="T61" fmla="*/ 321 h 1770"/>
                <a:gd name="T62" fmla="*/ 488 w 1309"/>
                <a:gd name="T63" fmla="*/ 352 h 1770"/>
                <a:gd name="T64" fmla="*/ 463 w 1309"/>
                <a:gd name="T65" fmla="*/ 387 h 1770"/>
                <a:gd name="T66" fmla="*/ 449 w 1309"/>
                <a:gd name="T67" fmla="*/ 430 h 1770"/>
                <a:gd name="T68" fmla="*/ 456 w 1309"/>
                <a:gd name="T69" fmla="*/ 490 h 1770"/>
                <a:gd name="T70" fmla="*/ 506 w 1309"/>
                <a:gd name="T71" fmla="*/ 545 h 1770"/>
                <a:gd name="T72" fmla="*/ 632 w 1309"/>
                <a:gd name="T73" fmla="*/ 608 h 1770"/>
                <a:gd name="T74" fmla="*/ 914 w 1309"/>
                <a:gd name="T75" fmla="*/ 740 h 1770"/>
                <a:gd name="T76" fmla="*/ 1101 w 1309"/>
                <a:gd name="T77" fmla="*/ 846 h 1770"/>
                <a:gd name="T78" fmla="*/ 1187 w 1309"/>
                <a:gd name="T79" fmla="*/ 913 h 1770"/>
                <a:gd name="T80" fmla="*/ 1251 w 1309"/>
                <a:gd name="T81" fmla="*/ 997 h 1770"/>
                <a:gd name="T82" fmla="*/ 1292 w 1309"/>
                <a:gd name="T83" fmla="*/ 1094 h 1770"/>
                <a:gd name="T84" fmla="*/ 1309 w 1309"/>
                <a:gd name="T85" fmla="*/ 1204 h 1770"/>
                <a:gd name="T86" fmla="*/ 1295 w 1309"/>
                <a:gd name="T87" fmla="*/ 1358 h 1770"/>
                <a:gd name="T88" fmla="*/ 1270 w 1309"/>
                <a:gd name="T89" fmla="*/ 1432 h 1770"/>
                <a:gd name="T90" fmla="*/ 1234 w 1309"/>
                <a:gd name="T91" fmla="*/ 1499 h 1770"/>
                <a:gd name="T92" fmla="*/ 1186 w 1309"/>
                <a:gd name="T93" fmla="*/ 1559 h 1770"/>
                <a:gd name="T94" fmla="*/ 1069 w 1309"/>
                <a:gd name="T95" fmla="*/ 1651 h 1770"/>
                <a:gd name="T96" fmla="*/ 936 w 1309"/>
                <a:gd name="T97" fmla="*/ 1714 h 1770"/>
                <a:gd name="T98" fmla="*/ 780 w 1309"/>
                <a:gd name="T99" fmla="*/ 1752 h 1770"/>
                <a:gd name="T100" fmla="*/ 601 w 1309"/>
                <a:gd name="T101" fmla="*/ 1769 h 1770"/>
                <a:gd name="T102" fmla="*/ 299 w 1309"/>
                <a:gd name="T103" fmla="*/ 1754 h 17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309" h="1770">
                  <a:moveTo>
                    <a:pt x="34" y="1707"/>
                  </a:moveTo>
                  <a:lnTo>
                    <a:pt x="34" y="1371"/>
                  </a:lnTo>
                  <a:lnTo>
                    <a:pt x="69" y="1382"/>
                  </a:lnTo>
                  <a:lnTo>
                    <a:pt x="105" y="1392"/>
                  </a:lnTo>
                  <a:lnTo>
                    <a:pt x="138" y="1401"/>
                  </a:lnTo>
                  <a:lnTo>
                    <a:pt x="173" y="1410"/>
                  </a:lnTo>
                  <a:lnTo>
                    <a:pt x="206" y="1419"/>
                  </a:lnTo>
                  <a:lnTo>
                    <a:pt x="239" y="1426"/>
                  </a:lnTo>
                  <a:lnTo>
                    <a:pt x="272" y="1432"/>
                  </a:lnTo>
                  <a:lnTo>
                    <a:pt x="303" y="1438"/>
                  </a:lnTo>
                  <a:lnTo>
                    <a:pt x="335" y="1444"/>
                  </a:lnTo>
                  <a:lnTo>
                    <a:pt x="366" y="1448"/>
                  </a:lnTo>
                  <a:lnTo>
                    <a:pt x="396" y="1452"/>
                  </a:lnTo>
                  <a:lnTo>
                    <a:pt x="427" y="1455"/>
                  </a:lnTo>
                  <a:lnTo>
                    <a:pt x="456" y="1457"/>
                  </a:lnTo>
                  <a:lnTo>
                    <a:pt x="486" y="1459"/>
                  </a:lnTo>
                  <a:lnTo>
                    <a:pt x="515" y="1460"/>
                  </a:lnTo>
                  <a:lnTo>
                    <a:pt x="542" y="1461"/>
                  </a:lnTo>
                  <a:lnTo>
                    <a:pt x="580" y="1460"/>
                  </a:lnTo>
                  <a:lnTo>
                    <a:pt x="615" y="1458"/>
                  </a:lnTo>
                  <a:lnTo>
                    <a:pt x="646" y="1455"/>
                  </a:lnTo>
                  <a:lnTo>
                    <a:pt x="676" y="1451"/>
                  </a:lnTo>
                  <a:lnTo>
                    <a:pt x="703" y="1445"/>
                  </a:lnTo>
                  <a:lnTo>
                    <a:pt x="729" y="1438"/>
                  </a:lnTo>
                  <a:lnTo>
                    <a:pt x="740" y="1434"/>
                  </a:lnTo>
                  <a:lnTo>
                    <a:pt x="751" y="1430"/>
                  </a:lnTo>
                  <a:lnTo>
                    <a:pt x="761" y="1426"/>
                  </a:lnTo>
                  <a:lnTo>
                    <a:pt x="772" y="1421"/>
                  </a:lnTo>
                  <a:lnTo>
                    <a:pt x="781" y="1416"/>
                  </a:lnTo>
                  <a:lnTo>
                    <a:pt x="790" y="1409"/>
                  </a:lnTo>
                  <a:lnTo>
                    <a:pt x="798" y="1404"/>
                  </a:lnTo>
                  <a:lnTo>
                    <a:pt x="805" y="1398"/>
                  </a:lnTo>
                  <a:lnTo>
                    <a:pt x="812" y="1391"/>
                  </a:lnTo>
                  <a:lnTo>
                    <a:pt x="819" y="1385"/>
                  </a:lnTo>
                  <a:lnTo>
                    <a:pt x="824" y="1378"/>
                  </a:lnTo>
                  <a:lnTo>
                    <a:pt x="829" y="1370"/>
                  </a:lnTo>
                  <a:lnTo>
                    <a:pt x="834" y="1362"/>
                  </a:lnTo>
                  <a:lnTo>
                    <a:pt x="837" y="1354"/>
                  </a:lnTo>
                  <a:lnTo>
                    <a:pt x="841" y="1346"/>
                  </a:lnTo>
                  <a:lnTo>
                    <a:pt x="843" y="1337"/>
                  </a:lnTo>
                  <a:lnTo>
                    <a:pt x="845" y="1329"/>
                  </a:lnTo>
                  <a:lnTo>
                    <a:pt x="847" y="1319"/>
                  </a:lnTo>
                  <a:lnTo>
                    <a:pt x="848" y="1309"/>
                  </a:lnTo>
                  <a:lnTo>
                    <a:pt x="848" y="1299"/>
                  </a:lnTo>
                  <a:lnTo>
                    <a:pt x="847" y="1285"/>
                  </a:lnTo>
                  <a:lnTo>
                    <a:pt x="845" y="1271"/>
                  </a:lnTo>
                  <a:lnTo>
                    <a:pt x="842" y="1257"/>
                  </a:lnTo>
                  <a:lnTo>
                    <a:pt x="837" y="1244"/>
                  </a:lnTo>
                  <a:lnTo>
                    <a:pt x="831" y="1232"/>
                  </a:lnTo>
                  <a:lnTo>
                    <a:pt x="824" y="1220"/>
                  </a:lnTo>
                  <a:lnTo>
                    <a:pt x="814" y="1208"/>
                  </a:lnTo>
                  <a:lnTo>
                    <a:pt x="805" y="1198"/>
                  </a:lnTo>
                  <a:lnTo>
                    <a:pt x="791" y="1187"/>
                  </a:lnTo>
                  <a:lnTo>
                    <a:pt x="773" y="1175"/>
                  </a:lnTo>
                  <a:lnTo>
                    <a:pt x="750" y="1161"/>
                  </a:lnTo>
                  <a:lnTo>
                    <a:pt x="724" y="1146"/>
                  </a:lnTo>
                  <a:lnTo>
                    <a:pt x="692" y="1131"/>
                  </a:lnTo>
                  <a:lnTo>
                    <a:pt x="655" y="1114"/>
                  </a:lnTo>
                  <a:lnTo>
                    <a:pt x="616" y="1096"/>
                  </a:lnTo>
                  <a:lnTo>
                    <a:pt x="571" y="1078"/>
                  </a:lnTo>
                  <a:lnTo>
                    <a:pt x="490" y="1044"/>
                  </a:lnTo>
                  <a:lnTo>
                    <a:pt x="417" y="1011"/>
                  </a:lnTo>
                  <a:lnTo>
                    <a:pt x="383" y="996"/>
                  </a:lnTo>
                  <a:lnTo>
                    <a:pt x="351" y="980"/>
                  </a:lnTo>
                  <a:lnTo>
                    <a:pt x="321" y="965"/>
                  </a:lnTo>
                  <a:lnTo>
                    <a:pt x="293" y="950"/>
                  </a:lnTo>
                  <a:lnTo>
                    <a:pt x="267" y="936"/>
                  </a:lnTo>
                  <a:lnTo>
                    <a:pt x="241" y="922"/>
                  </a:lnTo>
                  <a:lnTo>
                    <a:pt x="219" y="907"/>
                  </a:lnTo>
                  <a:lnTo>
                    <a:pt x="197" y="893"/>
                  </a:lnTo>
                  <a:lnTo>
                    <a:pt x="178" y="880"/>
                  </a:lnTo>
                  <a:lnTo>
                    <a:pt x="161" y="866"/>
                  </a:lnTo>
                  <a:lnTo>
                    <a:pt x="145" y="854"/>
                  </a:lnTo>
                  <a:lnTo>
                    <a:pt x="131" y="842"/>
                  </a:lnTo>
                  <a:lnTo>
                    <a:pt x="116" y="826"/>
                  </a:lnTo>
                  <a:lnTo>
                    <a:pt x="100" y="808"/>
                  </a:lnTo>
                  <a:lnTo>
                    <a:pt x="86" y="791"/>
                  </a:lnTo>
                  <a:lnTo>
                    <a:pt x="74" y="774"/>
                  </a:lnTo>
                  <a:lnTo>
                    <a:pt x="62" y="755"/>
                  </a:lnTo>
                  <a:lnTo>
                    <a:pt x="51" y="736"/>
                  </a:lnTo>
                  <a:lnTo>
                    <a:pt x="41" y="716"/>
                  </a:lnTo>
                  <a:lnTo>
                    <a:pt x="32" y="696"/>
                  </a:lnTo>
                  <a:lnTo>
                    <a:pt x="25" y="676"/>
                  </a:lnTo>
                  <a:lnTo>
                    <a:pt x="18" y="654"/>
                  </a:lnTo>
                  <a:lnTo>
                    <a:pt x="13" y="633"/>
                  </a:lnTo>
                  <a:lnTo>
                    <a:pt x="8" y="610"/>
                  </a:lnTo>
                  <a:lnTo>
                    <a:pt x="4" y="587"/>
                  </a:lnTo>
                  <a:lnTo>
                    <a:pt x="2" y="563"/>
                  </a:lnTo>
                  <a:lnTo>
                    <a:pt x="0" y="540"/>
                  </a:lnTo>
                  <a:lnTo>
                    <a:pt x="0" y="515"/>
                  </a:lnTo>
                  <a:lnTo>
                    <a:pt x="1" y="484"/>
                  </a:lnTo>
                  <a:lnTo>
                    <a:pt x="3" y="454"/>
                  </a:lnTo>
                  <a:lnTo>
                    <a:pt x="7" y="424"/>
                  </a:lnTo>
                  <a:lnTo>
                    <a:pt x="12" y="397"/>
                  </a:lnTo>
                  <a:lnTo>
                    <a:pt x="18" y="369"/>
                  </a:lnTo>
                  <a:lnTo>
                    <a:pt x="26" y="343"/>
                  </a:lnTo>
                  <a:lnTo>
                    <a:pt x="36" y="317"/>
                  </a:lnTo>
                  <a:lnTo>
                    <a:pt x="47" y="293"/>
                  </a:lnTo>
                  <a:lnTo>
                    <a:pt x="61" y="269"/>
                  </a:lnTo>
                  <a:lnTo>
                    <a:pt x="75" y="247"/>
                  </a:lnTo>
                  <a:lnTo>
                    <a:pt x="90" y="225"/>
                  </a:lnTo>
                  <a:lnTo>
                    <a:pt x="108" y="204"/>
                  </a:lnTo>
                  <a:lnTo>
                    <a:pt x="127" y="185"/>
                  </a:lnTo>
                  <a:lnTo>
                    <a:pt x="146" y="165"/>
                  </a:lnTo>
                  <a:lnTo>
                    <a:pt x="169" y="148"/>
                  </a:lnTo>
                  <a:lnTo>
                    <a:pt x="192" y="131"/>
                  </a:lnTo>
                  <a:lnTo>
                    <a:pt x="217" y="115"/>
                  </a:lnTo>
                  <a:lnTo>
                    <a:pt x="241" y="100"/>
                  </a:lnTo>
                  <a:lnTo>
                    <a:pt x="268" y="86"/>
                  </a:lnTo>
                  <a:lnTo>
                    <a:pt x="294" y="73"/>
                  </a:lnTo>
                  <a:lnTo>
                    <a:pt x="322" y="61"/>
                  </a:lnTo>
                  <a:lnTo>
                    <a:pt x="351" y="51"/>
                  </a:lnTo>
                  <a:lnTo>
                    <a:pt x="381" y="41"/>
                  </a:lnTo>
                  <a:lnTo>
                    <a:pt x="412" y="33"/>
                  </a:lnTo>
                  <a:lnTo>
                    <a:pt x="443" y="24"/>
                  </a:lnTo>
                  <a:lnTo>
                    <a:pt x="475" y="18"/>
                  </a:lnTo>
                  <a:lnTo>
                    <a:pt x="508" y="12"/>
                  </a:lnTo>
                  <a:lnTo>
                    <a:pt x="543" y="8"/>
                  </a:lnTo>
                  <a:lnTo>
                    <a:pt x="578" y="4"/>
                  </a:lnTo>
                  <a:lnTo>
                    <a:pt x="614" y="2"/>
                  </a:lnTo>
                  <a:lnTo>
                    <a:pt x="650" y="0"/>
                  </a:lnTo>
                  <a:lnTo>
                    <a:pt x="688" y="0"/>
                  </a:lnTo>
                  <a:lnTo>
                    <a:pt x="733" y="0"/>
                  </a:lnTo>
                  <a:lnTo>
                    <a:pt x="781" y="3"/>
                  </a:lnTo>
                  <a:lnTo>
                    <a:pt x="832" y="7"/>
                  </a:lnTo>
                  <a:lnTo>
                    <a:pt x="886" y="13"/>
                  </a:lnTo>
                  <a:lnTo>
                    <a:pt x="943" y="20"/>
                  </a:lnTo>
                  <a:lnTo>
                    <a:pt x="1004" y="30"/>
                  </a:lnTo>
                  <a:lnTo>
                    <a:pt x="1067" y="42"/>
                  </a:lnTo>
                  <a:lnTo>
                    <a:pt x="1134" y="54"/>
                  </a:lnTo>
                  <a:lnTo>
                    <a:pt x="1177" y="61"/>
                  </a:lnTo>
                  <a:lnTo>
                    <a:pt x="1177" y="386"/>
                  </a:lnTo>
                  <a:lnTo>
                    <a:pt x="1147" y="374"/>
                  </a:lnTo>
                  <a:lnTo>
                    <a:pt x="1117" y="363"/>
                  </a:lnTo>
                  <a:lnTo>
                    <a:pt x="1088" y="353"/>
                  </a:lnTo>
                  <a:lnTo>
                    <a:pt x="1059" y="344"/>
                  </a:lnTo>
                  <a:lnTo>
                    <a:pt x="1031" y="336"/>
                  </a:lnTo>
                  <a:lnTo>
                    <a:pt x="1003" y="327"/>
                  </a:lnTo>
                  <a:lnTo>
                    <a:pt x="975" y="320"/>
                  </a:lnTo>
                  <a:lnTo>
                    <a:pt x="947" y="314"/>
                  </a:lnTo>
                  <a:lnTo>
                    <a:pt x="920" y="309"/>
                  </a:lnTo>
                  <a:lnTo>
                    <a:pt x="892" y="304"/>
                  </a:lnTo>
                  <a:lnTo>
                    <a:pt x="865" y="300"/>
                  </a:lnTo>
                  <a:lnTo>
                    <a:pt x="838" y="297"/>
                  </a:lnTo>
                  <a:lnTo>
                    <a:pt x="811" y="294"/>
                  </a:lnTo>
                  <a:lnTo>
                    <a:pt x="786" y="292"/>
                  </a:lnTo>
                  <a:lnTo>
                    <a:pt x="759" y="291"/>
                  </a:lnTo>
                  <a:lnTo>
                    <a:pt x="734" y="291"/>
                  </a:lnTo>
                  <a:lnTo>
                    <a:pt x="699" y="292"/>
                  </a:lnTo>
                  <a:lnTo>
                    <a:pt x="667" y="293"/>
                  </a:lnTo>
                  <a:lnTo>
                    <a:pt x="637" y="296"/>
                  </a:lnTo>
                  <a:lnTo>
                    <a:pt x="609" y="301"/>
                  </a:lnTo>
                  <a:lnTo>
                    <a:pt x="583" y="306"/>
                  </a:lnTo>
                  <a:lnTo>
                    <a:pt x="559" y="313"/>
                  </a:lnTo>
                  <a:lnTo>
                    <a:pt x="539" y="321"/>
                  </a:lnTo>
                  <a:lnTo>
                    <a:pt x="520" y="331"/>
                  </a:lnTo>
                  <a:lnTo>
                    <a:pt x="512" y="336"/>
                  </a:lnTo>
                  <a:lnTo>
                    <a:pt x="503" y="341"/>
                  </a:lnTo>
                  <a:lnTo>
                    <a:pt x="495" y="346"/>
                  </a:lnTo>
                  <a:lnTo>
                    <a:pt x="488" y="352"/>
                  </a:lnTo>
                  <a:lnTo>
                    <a:pt x="482" y="359"/>
                  </a:lnTo>
                  <a:lnTo>
                    <a:pt x="476" y="365"/>
                  </a:lnTo>
                  <a:lnTo>
                    <a:pt x="471" y="372"/>
                  </a:lnTo>
                  <a:lnTo>
                    <a:pt x="467" y="380"/>
                  </a:lnTo>
                  <a:lnTo>
                    <a:pt x="463" y="387"/>
                  </a:lnTo>
                  <a:lnTo>
                    <a:pt x="459" y="395"/>
                  </a:lnTo>
                  <a:lnTo>
                    <a:pt x="455" y="403"/>
                  </a:lnTo>
                  <a:lnTo>
                    <a:pt x="453" y="411"/>
                  </a:lnTo>
                  <a:lnTo>
                    <a:pt x="451" y="420"/>
                  </a:lnTo>
                  <a:lnTo>
                    <a:pt x="449" y="430"/>
                  </a:lnTo>
                  <a:lnTo>
                    <a:pt x="448" y="439"/>
                  </a:lnTo>
                  <a:lnTo>
                    <a:pt x="448" y="449"/>
                  </a:lnTo>
                  <a:lnTo>
                    <a:pt x="449" y="463"/>
                  </a:lnTo>
                  <a:lnTo>
                    <a:pt x="452" y="477"/>
                  </a:lnTo>
                  <a:lnTo>
                    <a:pt x="456" y="490"/>
                  </a:lnTo>
                  <a:lnTo>
                    <a:pt x="463" y="502"/>
                  </a:lnTo>
                  <a:lnTo>
                    <a:pt x="471" y="514"/>
                  </a:lnTo>
                  <a:lnTo>
                    <a:pt x="481" y="524"/>
                  </a:lnTo>
                  <a:lnTo>
                    <a:pt x="492" y="536"/>
                  </a:lnTo>
                  <a:lnTo>
                    <a:pt x="506" y="545"/>
                  </a:lnTo>
                  <a:lnTo>
                    <a:pt x="521" y="553"/>
                  </a:lnTo>
                  <a:lnTo>
                    <a:pt x="540" y="564"/>
                  </a:lnTo>
                  <a:lnTo>
                    <a:pt x="565" y="577"/>
                  </a:lnTo>
                  <a:lnTo>
                    <a:pt x="595" y="592"/>
                  </a:lnTo>
                  <a:lnTo>
                    <a:pt x="632" y="608"/>
                  </a:lnTo>
                  <a:lnTo>
                    <a:pt x="673" y="628"/>
                  </a:lnTo>
                  <a:lnTo>
                    <a:pt x="720" y="649"/>
                  </a:lnTo>
                  <a:lnTo>
                    <a:pt x="773" y="672"/>
                  </a:lnTo>
                  <a:lnTo>
                    <a:pt x="846" y="707"/>
                  </a:lnTo>
                  <a:lnTo>
                    <a:pt x="914" y="740"/>
                  </a:lnTo>
                  <a:lnTo>
                    <a:pt x="976" y="771"/>
                  </a:lnTo>
                  <a:lnTo>
                    <a:pt x="1031" y="802"/>
                  </a:lnTo>
                  <a:lnTo>
                    <a:pt x="1056" y="817"/>
                  </a:lnTo>
                  <a:lnTo>
                    <a:pt x="1080" y="832"/>
                  </a:lnTo>
                  <a:lnTo>
                    <a:pt x="1101" y="846"/>
                  </a:lnTo>
                  <a:lnTo>
                    <a:pt x="1122" y="860"/>
                  </a:lnTo>
                  <a:lnTo>
                    <a:pt x="1140" y="875"/>
                  </a:lnTo>
                  <a:lnTo>
                    <a:pt x="1157" y="888"/>
                  </a:lnTo>
                  <a:lnTo>
                    <a:pt x="1173" y="901"/>
                  </a:lnTo>
                  <a:lnTo>
                    <a:pt x="1187" y="913"/>
                  </a:lnTo>
                  <a:lnTo>
                    <a:pt x="1201" y="930"/>
                  </a:lnTo>
                  <a:lnTo>
                    <a:pt x="1215" y="945"/>
                  </a:lnTo>
                  <a:lnTo>
                    <a:pt x="1229" y="962"/>
                  </a:lnTo>
                  <a:lnTo>
                    <a:pt x="1241" y="979"/>
                  </a:lnTo>
                  <a:lnTo>
                    <a:pt x="1251" y="997"/>
                  </a:lnTo>
                  <a:lnTo>
                    <a:pt x="1261" y="1015"/>
                  </a:lnTo>
                  <a:lnTo>
                    <a:pt x="1270" y="1034"/>
                  </a:lnTo>
                  <a:lnTo>
                    <a:pt x="1279" y="1053"/>
                  </a:lnTo>
                  <a:lnTo>
                    <a:pt x="1286" y="1074"/>
                  </a:lnTo>
                  <a:lnTo>
                    <a:pt x="1292" y="1094"/>
                  </a:lnTo>
                  <a:lnTo>
                    <a:pt x="1298" y="1114"/>
                  </a:lnTo>
                  <a:lnTo>
                    <a:pt x="1302" y="1137"/>
                  </a:lnTo>
                  <a:lnTo>
                    <a:pt x="1305" y="1158"/>
                  </a:lnTo>
                  <a:lnTo>
                    <a:pt x="1307" y="1182"/>
                  </a:lnTo>
                  <a:lnTo>
                    <a:pt x="1309" y="1204"/>
                  </a:lnTo>
                  <a:lnTo>
                    <a:pt x="1309" y="1229"/>
                  </a:lnTo>
                  <a:lnTo>
                    <a:pt x="1308" y="1262"/>
                  </a:lnTo>
                  <a:lnTo>
                    <a:pt x="1306" y="1296"/>
                  </a:lnTo>
                  <a:lnTo>
                    <a:pt x="1301" y="1328"/>
                  </a:lnTo>
                  <a:lnTo>
                    <a:pt x="1295" y="1358"/>
                  </a:lnTo>
                  <a:lnTo>
                    <a:pt x="1291" y="1374"/>
                  </a:lnTo>
                  <a:lnTo>
                    <a:pt x="1286" y="1389"/>
                  </a:lnTo>
                  <a:lnTo>
                    <a:pt x="1282" y="1403"/>
                  </a:lnTo>
                  <a:lnTo>
                    <a:pt x="1276" y="1418"/>
                  </a:lnTo>
                  <a:lnTo>
                    <a:pt x="1270" y="1432"/>
                  </a:lnTo>
                  <a:lnTo>
                    <a:pt x="1263" y="1446"/>
                  </a:lnTo>
                  <a:lnTo>
                    <a:pt x="1257" y="1459"/>
                  </a:lnTo>
                  <a:lnTo>
                    <a:pt x="1250" y="1473"/>
                  </a:lnTo>
                  <a:lnTo>
                    <a:pt x="1242" y="1486"/>
                  </a:lnTo>
                  <a:lnTo>
                    <a:pt x="1234" y="1499"/>
                  </a:lnTo>
                  <a:lnTo>
                    <a:pt x="1225" y="1511"/>
                  </a:lnTo>
                  <a:lnTo>
                    <a:pt x="1216" y="1524"/>
                  </a:lnTo>
                  <a:lnTo>
                    <a:pt x="1206" y="1536"/>
                  </a:lnTo>
                  <a:lnTo>
                    <a:pt x="1196" y="1547"/>
                  </a:lnTo>
                  <a:lnTo>
                    <a:pt x="1186" y="1559"/>
                  </a:lnTo>
                  <a:lnTo>
                    <a:pt x="1175" y="1571"/>
                  </a:lnTo>
                  <a:lnTo>
                    <a:pt x="1151" y="1592"/>
                  </a:lnTo>
                  <a:lnTo>
                    <a:pt x="1126" y="1613"/>
                  </a:lnTo>
                  <a:lnTo>
                    <a:pt x="1099" y="1633"/>
                  </a:lnTo>
                  <a:lnTo>
                    <a:pt x="1069" y="1651"/>
                  </a:lnTo>
                  <a:lnTo>
                    <a:pt x="1045" y="1666"/>
                  </a:lnTo>
                  <a:lnTo>
                    <a:pt x="1018" y="1679"/>
                  </a:lnTo>
                  <a:lnTo>
                    <a:pt x="992" y="1691"/>
                  </a:lnTo>
                  <a:lnTo>
                    <a:pt x="964" y="1703"/>
                  </a:lnTo>
                  <a:lnTo>
                    <a:pt x="936" y="1714"/>
                  </a:lnTo>
                  <a:lnTo>
                    <a:pt x="906" y="1724"/>
                  </a:lnTo>
                  <a:lnTo>
                    <a:pt x="876" y="1732"/>
                  </a:lnTo>
                  <a:lnTo>
                    <a:pt x="845" y="1740"/>
                  </a:lnTo>
                  <a:lnTo>
                    <a:pt x="812" y="1747"/>
                  </a:lnTo>
                  <a:lnTo>
                    <a:pt x="780" y="1752"/>
                  </a:lnTo>
                  <a:lnTo>
                    <a:pt x="746" y="1757"/>
                  </a:lnTo>
                  <a:lnTo>
                    <a:pt x="710" y="1762"/>
                  </a:lnTo>
                  <a:lnTo>
                    <a:pt x="675" y="1766"/>
                  </a:lnTo>
                  <a:lnTo>
                    <a:pt x="639" y="1768"/>
                  </a:lnTo>
                  <a:lnTo>
                    <a:pt x="601" y="1769"/>
                  </a:lnTo>
                  <a:lnTo>
                    <a:pt x="563" y="1770"/>
                  </a:lnTo>
                  <a:lnTo>
                    <a:pt x="497" y="1769"/>
                  </a:lnTo>
                  <a:lnTo>
                    <a:pt x="431" y="1766"/>
                  </a:lnTo>
                  <a:lnTo>
                    <a:pt x="365" y="1761"/>
                  </a:lnTo>
                  <a:lnTo>
                    <a:pt x="299" y="1754"/>
                  </a:lnTo>
                  <a:lnTo>
                    <a:pt x="233" y="1745"/>
                  </a:lnTo>
                  <a:lnTo>
                    <a:pt x="167" y="1735"/>
                  </a:lnTo>
                  <a:lnTo>
                    <a:pt x="100" y="1722"/>
                  </a:lnTo>
                  <a:lnTo>
                    <a:pt x="34" y="1707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064173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tit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1449F0F6-3566-4BF9-A93C-EAF64E67F0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7186550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2" name="think-cell Slide" r:id="rId7" imgW="622" imgH="623" progId="TCLayout.ActiveDocument.1">
                  <p:embed/>
                </p:oleObj>
              </mc:Choice>
              <mc:Fallback>
                <p:oleObj name="think-cell Slide" r:id="rId7" imgW="622" imgH="62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BD31CAF8-3F0A-4EE8-B9CC-F5E8C9F64C4A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charset="0"/>
              <a:buNone/>
            </a:pPr>
            <a:endParaRPr lang="en-US" sz="4400" b="1" i="0" baseline="0" dirty="0">
              <a:solidFill>
                <a:schemeClr val="tx1"/>
              </a:solidFill>
              <a:latin typeface="Arial" panose="020B0604020202020204" pitchFamily="34" charset="0"/>
              <a:ea typeface="Siemens Sans Global" pitchFamily="2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57" name="Picture 2">
            <a:extLst>
              <a:ext uri="{FF2B5EF4-FFF2-40B4-BE49-F238E27FC236}">
                <a16:creationId xmlns:a16="http://schemas.microsoft.com/office/drawing/2014/main" id="{C530AD33-C7EA-4AB1-9F87-87BA4D37E673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9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0"/>
            <a:ext cx="121983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dtRectangle 115 Id57350"/>
          <p:cNvSpPr>
            <a:spLocks noGrp="1" noChangeArrowheads="1"/>
          </p:cNvSpPr>
          <p:nvPr>
            <p:ph type="ctrTitle"/>
            <p:custDataLst>
              <p:tags r:id="rId4"/>
            </p:custDataLst>
          </p:nvPr>
        </p:nvSpPr>
        <p:spPr bwMode="ltGray">
          <a:xfrm>
            <a:off x="627063" y="3891286"/>
            <a:ext cx="6480000" cy="2340314"/>
          </a:xfrm>
          <a:gradFill>
            <a:gsLst>
              <a:gs pos="83000">
                <a:srgbClr val="0099B0">
                  <a:alpha val="85000"/>
                </a:srgbClr>
              </a:gs>
              <a:gs pos="50000">
                <a:srgbClr val="009999">
                  <a:alpha val="85000"/>
                </a:srgbClr>
              </a:gs>
              <a:gs pos="0">
                <a:srgbClr val="50BEBE">
                  <a:alpha val="85000"/>
                </a:srgbClr>
              </a:gs>
              <a:gs pos="100000">
                <a:srgbClr val="0099CB">
                  <a:alpha val="85000"/>
                </a:srgbClr>
              </a:gs>
            </a:gsLst>
            <a:lin ang="0" scaled="0"/>
          </a:gradFill>
        </p:spPr>
        <p:txBody>
          <a:bodyPr wrap="square" lIns="216000" tIns="90000" rIns="216000" bIns="216000" anchor="b" anchorCtr="0">
            <a:spAutoFit/>
          </a:bodyPr>
          <a:lstStyle>
            <a:lvl1pPr>
              <a:defRPr sz="4400" smtClean="0">
                <a:solidFill>
                  <a:srgbClr val="FFFFFF"/>
                </a:solidFill>
                <a:latin typeface="Arial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5" name="cdtText Box 101 Id11"/>
          <p:cNvSpPr txBox="1">
            <a:spLocks noChangeArrowheads="1"/>
          </p:cNvSpPr>
          <p:nvPr userDrawn="1">
            <p:custDataLst>
              <p:tags r:id="rId5"/>
            </p:custDataLst>
          </p:nvPr>
        </p:nvSpPr>
        <p:spPr bwMode="auto">
          <a:xfrm>
            <a:off x="6099175" y="0"/>
            <a:ext cx="1588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0">
            <a:noAutofit/>
          </a:bodyPr>
          <a:lstStyle/>
          <a:p>
            <a:pPr algn="ctr">
              <a:buClrTx/>
              <a:buFontTx/>
              <a:buNone/>
            </a:pPr>
            <a:endParaRPr lang="en-US" sz="1100" b="1" noProof="0" dirty="0">
              <a:solidFill>
                <a:srgbClr val="990000"/>
              </a:solidFill>
            </a:endParaRPr>
          </a:p>
        </p:txBody>
      </p:sp>
      <p:grpSp>
        <p:nvGrpSpPr>
          <p:cNvPr id="82" name="Gruppieren 81"/>
          <p:cNvGrpSpPr/>
          <p:nvPr userDrawn="1"/>
        </p:nvGrpSpPr>
        <p:grpSpPr>
          <a:xfrm>
            <a:off x="-216000" y="-216000"/>
            <a:ext cx="12628800" cy="7290000"/>
            <a:chOff x="-216000" y="-216000"/>
            <a:chExt cx="12628800" cy="7290000"/>
          </a:xfrm>
        </p:grpSpPr>
        <p:cxnSp>
          <p:nvCxnSpPr>
            <p:cNvPr id="83" name="Gerade Verbindung 82"/>
            <p:cNvCxnSpPr/>
            <p:nvPr userDrawn="1"/>
          </p:nvCxnSpPr>
          <p:spPr bwMode="auto">
            <a:xfrm>
              <a:off x="627063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4" name="Gerade Verbindung 83"/>
            <p:cNvCxnSpPr/>
            <p:nvPr userDrawn="1"/>
          </p:nvCxnSpPr>
          <p:spPr bwMode="auto">
            <a:xfrm>
              <a:off x="6099175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5" name="Gerade Verbindung 84"/>
            <p:cNvCxnSpPr/>
            <p:nvPr userDrawn="1"/>
          </p:nvCxnSpPr>
          <p:spPr bwMode="auto">
            <a:xfrm>
              <a:off x="62420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6" name="Gerade Verbindung 85"/>
            <p:cNvCxnSpPr/>
            <p:nvPr userDrawn="1"/>
          </p:nvCxnSpPr>
          <p:spPr bwMode="auto">
            <a:xfrm>
              <a:off x="8835479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7" name="Gerade Verbindung 86"/>
            <p:cNvCxnSpPr/>
            <p:nvPr userDrawn="1"/>
          </p:nvCxnSpPr>
          <p:spPr bwMode="auto">
            <a:xfrm>
              <a:off x="117157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8" name="Gerade Verbindung 87"/>
            <p:cNvCxnSpPr/>
            <p:nvPr userDrawn="1"/>
          </p:nvCxnSpPr>
          <p:spPr bwMode="auto">
            <a:xfrm rot="5400000">
              <a:off x="123228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9" name="Gerade Verbindung 88"/>
            <p:cNvCxnSpPr/>
            <p:nvPr userDrawn="1"/>
          </p:nvCxnSpPr>
          <p:spPr bwMode="auto">
            <a:xfrm rot="5400000">
              <a:off x="12322800" y="945844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0" name="Gerade Verbindung 89"/>
            <p:cNvCxnSpPr/>
            <p:nvPr userDrawn="1"/>
          </p:nvCxnSpPr>
          <p:spPr bwMode="auto">
            <a:xfrm rot="5400000">
              <a:off x="12322800" y="135145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1" name="Gerade Verbindung 90"/>
            <p:cNvCxnSpPr/>
            <p:nvPr userDrawn="1"/>
          </p:nvCxnSpPr>
          <p:spPr bwMode="auto">
            <a:xfrm rot="5400000">
              <a:off x="12322800" y="3653512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2" name="Gerade Verbindung 91"/>
            <p:cNvCxnSpPr/>
            <p:nvPr userDrawn="1"/>
          </p:nvCxnSpPr>
          <p:spPr bwMode="auto">
            <a:xfrm rot="5400000">
              <a:off x="12322800" y="3801055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3" name="Gerade Verbindung 92"/>
            <p:cNvCxnSpPr/>
            <p:nvPr userDrawn="1"/>
          </p:nvCxnSpPr>
          <p:spPr bwMode="auto">
            <a:xfrm rot="5400000">
              <a:off x="12322800" y="6101999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4" name="Gerade Verbindung 93"/>
            <p:cNvCxnSpPr/>
            <p:nvPr userDrawn="1"/>
          </p:nvCxnSpPr>
          <p:spPr bwMode="auto">
            <a:xfrm>
              <a:off x="627063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5" name="Gerade Verbindung 94"/>
            <p:cNvCxnSpPr/>
            <p:nvPr userDrawn="1"/>
          </p:nvCxnSpPr>
          <p:spPr bwMode="auto">
            <a:xfrm>
              <a:off x="6099175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6" name="Gerade Verbindung 95"/>
            <p:cNvCxnSpPr/>
            <p:nvPr userDrawn="1"/>
          </p:nvCxnSpPr>
          <p:spPr bwMode="auto">
            <a:xfrm>
              <a:off x="62420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7" name="Gerade Verbindung 96"/>
            <p:cNvCxnSpPr/>
            <p:nvPr userDrawn="1"/>
          </p:nvCxnSpPr>
          <p:spPr bwMode="auto">
            <a:xfrm>
              <a:off x="8835479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8" name="Gerade Verbindung 97"/>
            <p:cNvCxnSpPr/>
            <p:nvPr userDrawn="1"/>
          </p:nvCxnSpPr>
          <p:spPr bwMode="auto">
            <a:xfrm>
              <a:off x="117157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9" name="Gerade Verbindung 98"/>
            <p:cNvCxnSpPr/>
            <p:nvPr userDrawn="1"/>
          </p:nvCxnSpPr>
          <p:spPr bwMode="auto">
            <a:xfrm rot="5400000">
              <a:off x="-1260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0" name="Gerade Verbindung 99"/>
            <p:cNvCxnSpPr/>
            <p:nvPr userDrawn="1"/>
          </p:nvCxnSpPr>
          <p:spPr bwMode="auto">
            <a:xfrm rot="5400000">
              <a:off x="-126000" y="946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1" name="Gerade Verbindung 100"/>
            <p:cNvCxnSpPr/>
            <p:nvPr userDrawn="1"/>
          </p:nvCxnSpPr>
          <p:spPr bwMode="auto">
            <a:xfrm rot="5400000">
              <a:off x="-126000" y="135145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2" name="Gerade Verbindung 101"/>
            <p:cNvCxnSpPr/>
            <p:nvPr userDrawn="1"/>
          </p:nvCxnSpPr>
          <p:spPr bwMode="auto">
            <a:xfrm rot="5400000">
              <a:off x="-126000" y="3653512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3" name="Gerade Verbindung 102"/>
            <p:cNvCxnSpPr/>
            <p:nvPr userDrawn="1"/>
          </p:nvCxnSpPr>
          <p:spPr bwMode="auto">
            <a:xfrm rot="5400000">
              <a:off x="-126000" y="3801055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4" name="Gerade Verbindung 103"/>
            <p:cNvCxnSpPr/>
            <p:nvPr userDrawn="1"/>
          </p:nvCxnSpPr>
          <p:spPr bwMode="auto">
            <a:xfrm rot="5400000">
              <a:off x="-126000" y="6101999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8" name="Group 33"/>
          <p:cNvGrpSpPr>
            <a:grpSpLocks noChangeAspect="1"/>
          </p:cNvGrpSpPr>
          <p:nvPr userDrawn="1"/>
        </p:nvGrpSpPr>
        <p:grpSpPr bwMode="gray">
          <a:xfrm>
            <a:off x="9555163" y="323850"/>
            <a:ext cx="2159000" cy="914400"/>
            <a:chOff x="6019" y="204"/>
            <a:chExt cx="1360" cy="576"/>
          </a:xfrm>
        </p:grpSpPr>
        <p:sp>
          <p:nvSpPr>
            <p:cNvPr id="29" name="AutoShape 32"/>
            <p:cNvSpPr>
              <a:spLocks noChangeAspect="1" noChangeArrowheads="1" noTextEdit="1"/>
            </p:cNvSpPr>
            <p:nvPr userDrawn="1"/>
          </p:nvSpPr>
          <p:spPr bwMode="gray">
            <a:xfrm>
              <a:off x="6019" y="204"/>
              <a:ext cx="1360" cy="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30" name="Rectangle 34"/>
            <p:cNvSpPr>
              <a:spLocks noChangeArrowheads="1"/>
            </p:cNvSpPr>
            <p:nvPr userDrawn="1"/>
          </p:nvSpPr>
          <p:spPr bwMode="gray">
            <a:xfrm>
              <a:off x="6019" y="204"/>
              <a:ext cx="1360" cy="57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32" name="Freeform 35"/>
            <p:cNvSpPr>
              <a:spLocks/>
            </p:cNvSpPr>
            <p:nvPr userDrawn="1"/>
          </p:nvSpPr>
          <p:spPr bwMode="gray">
            <a:xfrm>
              <a:off x="6765" y="562"/>
              <a:ext cx="98" cy="156"/>
            </a:xfrm>
            <a:custGeom>
              <a:avLst/>
              <a:gdLst>
                <a:gd name="T0" fmla="*/ 705 w 1179"/>
                <a:gd name="T1" fmla="*/ 998 h 1866"/>
                <a:gd name="T2" fmla="*/ 588 w 1179"/>
                <a:gd name="T3" fmla="*/ 1280 h 1866"/>
                <a:gd name="T4" fmla="*/ 458 w 1179"/>
                <a:gd name="T5" fmla="*/ 1547 h 1866"/>
                <a:gd name="T6" fmla="*/ 277 w 1179"/>
                <a:gd name="T7" fmla="*/ 1824 h 1866"/>
                <a:gd name="T8" fmla="*/ 270 w 1179"/>
                <a:gd name="T9" fmla="*/ 1854 h 1866"/>
                <a:gd name="T10" fmla="*/ 295 w 1179"/>
                <a:gd name="T11" fmla="*/ 1866 h 1866"/>
                <a:gd name="T12" fmla="*/ 363 w 1179"/>
                <a:gd name="T13" fmla="*/ 1834 h 1866"/>
                <a:gd name="T14" fmla="*/ 442 w 1179"/>
                <a:gd name="T15" fmla="*/ 1757 h 1866"/>
                <a:gd name="T16" fmla="*/ 627 w 1179"/>
                <a:gd name="T17" fmla="*/ 1494 h 1866"/>
                <a:gd name="T18" fmla="*/ 832 w 1179"/>
                <a:gd name="T19" fmla="*/ 1110 h 1866"/>
                <a:gd name="T20" fmla="*/ 972 w 1179"/>
                <a:gd name="T21" fmla="*/ 852 h 1866"/>
                <a:gd name="T22" fmla="*/ 1080 w 1179"/>
                <a:gd name="T23" fmla="*/ 704 h 1866"/>
                <a:gd name="T24" fmla="*/ 1172 w 1179"/>
                <a:gd name="T25" fmla="*/ 601 h 1866"/>
                <a:gd name="T26" fmla="*/ 1178 w 1179"/>
                <a:gd name="T27" fmla="*/ 575 h 1866"/>
                <a:gd name="T28" fmla="*/ 1137 w 1179"/>
                <a:gd name="T29" fmla="*/ 537 h 1866"/>
                <a:gd name="T30" fmla="*/ 1056 w 1179"/>
                <a:gd name="T31" fmla="*/ 517 h 1866"/>
                <a:gd name="T32" fmla="*/ 1012 w 1179"/>
                <a:gd name="T33" fmla="*/ 528 h 1866"/>
                <a:gd name="T34" fmla="*/ 948 w 1179"/>
                <a:gd name="T35" fmla="*/ 593 h 1866"/>
                <a:gd name="T36" fmla="*/ 778 w 1179"/>
                <a:gd name="T37" fmla="*/ 756 h 1866"/>
                <a:gd name="T38" fmla="*/ 713 w 1179"/>
                <a:gd name="T39" fmla="*/ 790 h 1866"/>
                <a:gd name="T40" fmla="*/ 676 w 1179"/>
                <a:gd name="T41" fmla="*/ 779 h 1866"/>
                <a:gd name="T42" fmla="*/ 653 w 1179"/>
                <a:gd name="T43" fmla="*/ 730 h 1866"/>
                <a:gd name="T44" fmla="*/ 655 w 1179"/>
                <a:gd name="T45" fmla="*/ 622 h 1866"/>
                <a:gd name="T46" fmla="*/ 650 w 1179"/>
                <a:gd name="T47" fmla="*/ 579 h 1866"/>
                <a:gd name="T48" fmla="*/ 622 w 1179"/>
                <a:gd name="T49" fmla="*/ 552 h 1866"/>
                <a:gd name="T50" fmla="*/ 493 w 1179"/>
                <a:gd name="T51" fmla="*/ 530 h 1866"/>
                <a:gd name="T52" fmla="*/ 272 w 1179"/>
                <a:gd name="T53" fmla="*/ 517 h 1866"/>
                <a:gd name="T54" fmla="*/ 340 w 1179"/>
                <a:gd name="T55" fmla="*/ 248 h 1866"/>
                <a:gd name="T56" fmla="*/ 393 w 1179"/>
                <a:gd name="T57" fmla="*/ 122 h 1866"/>
                <a:gd name="T58" fmla="*/ 426 w 1179"/>
                <a:gd name="T59" fmla="*/ 45 h 1866"/>
                <a:gd name="T60" fmla="*/ 397 w 1179"/>
                <a:gd name="T61" fmla="*/ 16 h 1866"/>
                <a:gd name="T62" fmla="*/ 333 w 1179"/>
                <a:gd name="T63" fmla="*/ 0 h 1866"/>
                <a:gd name="T64" fmla="*/ 279 w 1179"/>
                <a:gd name="T65" fmla="*/ 11 h 1866"/>
                <a:gd name="T66" fmla="*/ 240 w 1179"/>
                <a:gd name="T67" fmla="*/ 61 h 1866"/>
                <a:gd name="T68" fmla="*/ 150 w 1179"/>
                <a:gd name="T69" fmla="*/ 340 h 1866"/>
                <a:gd name="T70" fmla="*/ 89 w 1179"/>
                <a:gd name="T71" fmla="*/ 509 h 1866"/>
                <a:gd name="T72" fmla="*/ 11 w 1179"/>
                <a:gd name="T73" fmla="*/ 514 h 1866"/>
                <a:gd name="T74" fmla="*/ 0 w 1179"/>
                <a:gd name="T75" fmla="*/ 531 h 1866"/>
                <a:gd name="T76" fmla="*/ 25 w 1179"/>
                <a:gd name="T77" fmla="*/ 588 h 1866"/>
                <a:gd name="T78" fmla="*/ 69 w 1179"/>
                <a:gd name="T79" fmla="*/ 627 h 1866"/>
                <a:gd name="T80" fmla="*/ 100 w 1179"/>
                <a:gd name="T81" fmla="*/ 669 h 1866"/>
                <a:gd name="T82" fmla="*/ 102 w 1179"/>
                <a:gd name="T83" fmla="*/ 825 h 1866"/>
                <a:gd name="T84" fmla="*/ 141 w 1179"/>
                <a:gd name="T85" fmla="*/ 948 h 1866"/>
                <a:gd name="T86" fmla="*/ 220 w 1179"/>
                <a:gd name="T87" fmla="*/ 1011 h 1866"/>
                <a:gd name="T88" fmla="*/ 273 w 1179"/>
                <a:gd name="T89" fmla="*/ 1012 h 1866"/>
                <a:gd name="T90" fmla="*/ 282 w 1179"/>
                <a:gd name="T91" fmla="*/ 989 h 1866"/>
                <a:gd name="T92" fmla="*/ 251 w 1179"/>
                <a:gd name="T93" fmla="*/ 888 h 1866"/>
                <a:gd name="T94" fmla="*/ 244 w 1179"/>
                <a:gd name="T95" fmla="*/ 748 h 1866"/>
                <a:gd name="T96" fmla="*/ 282 w 1179"/>
                <a:gd name="T97" fmla="*/ 625 h 1866"/>
                <a:gd name="T98" fmla="*/ 428 w 1179"/>
                <a:gd name="T99" fmla="*/ 608 h 1866"/>
                <a:gd name="T100" fmla="*/ 477 w 1179"/>
                <a:gd name="T101" fmla="*/ 617 h 1866"/>
                <a:gd name="T102" fmla="*/ 483 w 1179"/>
                <a:gd name="T103" fmla="*/ 645 h 1866"/>
                <a:gd name="T104" fmla="*/ 495 w 1179"/>
                <a:gd name="T105" fmla="*/ 741 h 1866"/>
                <a:gd name="T106" fmla="*/ 539 w 1179"/>
                <a:gd name="T107" fmla="*/ 816 h 1866"/>
                <a:gd name="T108" fmla="*/ 600 w 1179"/>
                <a:gd name="T109" fmla="*/ 858 h 1866"/>
                <a:gd name="T110" fmla="*/ 682 w 1179"/>
                <a:gd name="T111" fmla="*/ 882 h 18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179" h="1866">
                  <a:moveTo>
                    <a:pt x="756" y="885"/>
                  </a:moveTo>
                  <a:lnTo>
                    <a:pt x="752" y="893"/>
                  </a:lnTo>
                  <a:lnTo>
                    <a:pt x="741" y="919"/>
                  </a:lnTo>
                  <a:lnTo>
                    <a:pt x="729" y="944"/>
                  </a:lnTo>
                  <a:lnTo>
                    <a:pt x="718" y="971"/>
                  </a:lnTo>
                  <a:lnTo>
                    <a:pt x="705" y="998"/>
                  </a:lnTo>
                  <a:lnTo>
                    <a:pt x="694" y="1026"/>
                  </a:lnTo>
                  <a:lnTo>
                    <a:pt x="682" y="1054"/>
                  </a:lnTo>
                  <a:lnTo>
                    <a:pt x="671" y="1083"/>
                  </a:lnTo>
                  <a:lnTo>
                    <a:pt x="659" y="1112"/>
                  </a:lnTo>
                  <a:lnTo>
                    <a:pt x="624" y="1194"/>
                  </a:lnTo>
                  <a:lnTo>
                    <a:pt x="588" y="1280"/>
                  </a:lnTo>
                  <a:lnTo>
                    <a:pt x="569" y="1324"/>
                  </a:lnTo>
                  <a:lnTo>
                    <a:pt x="548" y="1368"/>
                  </a:lnTo>
                  <a:lnTo>
                    <a:pt x="527" y="1412"/>
                  </a:lnTo>
                  <a:lnTo>
                    <a:pt x="506" y="1457"/>
                  </a:lnTo>
                  <a:lnTo>
                    <a:pt x="482" y="1501"/>
                  </a:lnTo>
                  <a:lnTo>
                    <a:pt x="458" y="1547"/>
                  </a:lnTo>
                  <a:lnTo>
                    <a:pt x="432" y="1593"/>
                  </a:lnTo>
                  <a:lnTo>
                    <a:pt x="405" y="1639"/>
                  </a:lnTo>
                  <a:lnTo>
                    <a:pt x="375" y="1685"/>
                  </a:lnTo>
                  <a:lnTo>
                    <a:pt x="344" y="1731"/>
                  </a:lnTo>
                  <a:lnTo>
                    <a:pt x="312" y="1778"/>
                  </a:lnTo>
                  <a:lnTo>
                    <a:pt x="277" y="1824"/>
                  </a:lnTo>
                  <a:lnTo>
                    <a:pt x="272" y="1832"/>
                  </a:lnTo>
                  <a:lnTo>
                    <a:pt x="269" y="1840"/>
                  </a:lnTo>
                  <a:lnTo>
                    <a:pt x="269" y="1844"/>
                  </a:lnTo>
                  <a:lnTo>
                    <a:pt x="268" y="1847"/>
                  </a:lnTo>
                  <a:lnTo>
                    <a:pt x="269" y="1851"/>
                  </a:lnTo>
                  <a:lnTo>
                    <a:pt x="270" y="1854"/>
                  </a:lnTo>
                  <a:lnTo>
                    <a:pt x="272" y="1857"/>
                  </a:lnTo>
                  <a:lnTo>
                    <a:pt x="274" y="1859"/>
                  </a:lnTo>
                  <a:lnTo>
                    <a:pt x="276" y="1861"/>
                  </a:lnTo>
                  <a:lnTo>
                    <a:pt x="279" y="1863"/>
                  </a:lnTo>
                  <a:lnTo>
                    <a:pt x="287" y="1865"/>
                  </a:lnTo>
                  <a:lnTo>
                    <a:pt x="295" y="1866"/>
                  </a:lnTo>
                  <a:lnTo>
                    <a:pt x="306" y="1865"/>
                  </a:lnTo>
                  <a:lnTo>
                    <a:pt x="317" y="1862"/>
                  </a:lnTo>
                  <a:lnTo>
                    <a:pt x="327" y="1858"/>
                  </a:lnTo>
                  <a:lnTo>
                    <a:pt x="338" y="1852"/>
                  </a:lnTo>
                  <a:lnTo>
                    <a:pt x="350" y="1843"/>
                  </a:lnTo>
                  <a:lnTo>
                    <a:pt x="363" y="1834"/>
                  </a:lnTo>
                  <a:lnTo>
                    <a:pt x="375" y="1824"/>
                  </a:lnTo>
                  <a:lnTo>
                    <a:pt x="388" y="1813"/>
                  </a:lnTo>
                  <a:lnTo>
                    <a:pt x="401" y="1801"/>
                  </a:lnTo>
                  <a:lnTo>
                    <a:pt x="415" y="1786"/>
                  </a:lnTo>
                  <a:lnTo>
                    <a:pt x="429" y="1772"/>
                  </a:lnTo>
                  <a:lnTo>
                    <a:pt x="442" y="1757"/>
                  </a:lnTo>
                  <a:lnTo>
                    <a:pt x="471" y="1722"/>
                  </a:lnTo>
                  <a:lnTo>
                    <a:pt x="500" y="1684"/>
                  </a:lnTo>
                  <a:lnTo>
                    <a:pt x="531" y="1642"/>
                  </a:lnTo>
                  <a:lnTo>
                    <a:pt x="563" y="1596"/>
                  </a:lnTo>
                  <a:lnTo>
                    <a:pt x="594" y="1547"/>
                  </a:lnTo>
                  <a:lnTo>
                    <a:pt x="627" y="1494"/>
                  </a:lnTo>
                  <a:lnTo>
                    <a:pt x="661" y="1438"/>
                  </a:lnTo>
                  <a:lnTo>
                    <a:pt x="694" y="1379"/>
                  </a:lnTo>
                  <a:lnTo>
                    <a:pt x="728" y="1317"/>
                  </a:lnTo>
                  <a:lnTo>
                    <a:pt x="763" y="1250"/>
                  </a:lnTo>
                  <a:lnTo>
                    <a:pt x="797" y="1181"/>
                  </a:lnTo>
                  <a:lnTo>
                    <a:pt x="832" y="1110"/>
                  </a:lnTo>
                  <a:lnTo>
                    <a:pt x="858" y="1056"/>
                  </a:lnTo>
                  <a:lnTo>
                    <a:pt x="883" y="1008"/>
                  </a:lnTo>
                  <a:lnTo>
                    <a:pt x="906" y="964"/>
                  </a:lnTo>
                  <a:lnTo>
                    <a:pt x="930" y="923"/>
                  </a:lnTo>
                  <a:lnTo>
                    <a:pt x="951" y="886"/>
                  </a:lnTo>
                  <a:lnTo>
                    <a:pt x="972" y="852"/>
                  </a:lnTo>
                  <a:lnTo>
                    <a:pt x="992" y="822"/>
                  </a:lnTo>
                  <a:lnTo>
                    <a:pt x="1010" y="793"/>
                  </a:lnTo>
                  <a:lnTo>
                    <a:pt x="1029" y="768"/>
                  </a:lnTo>
                  <a:lnTo>
                    <a:pt x="1047" y="745"/>
                  </a:lnTo>
                  <a:lnTo>
                    <a:pt x="1063" y="724"/>
                  </a:lnTo>
                  <a:lnTo>
                    <a:pt x="1080" y="704"/>
                  </a:lnTo>
                  <a:lnTo>
                    <a:pt x="1110" y="670"/>
                  </a:lnTo>
                  <a:lnTo>
                    <a:pt x="1139" y="639"/>
                  </a:lnTo>
                  <a:lnTo>
                    <a:pt x="1152" y="625"/>
                  </a:lnTo>
                  <a:lnTo>
                    <a:pt x="1164" y="610"/>
                  </a:lnTo>
                  <a:lnTo>
                    <a:pt x="1169" y="606"/>
                  </a:lnTo>
                  <a:lnTo>
                    <a:pt x="1172" y="601"/>
                  </a:lnTo>
                  <a:lnTo>
                    <a:pt x="1175" y="597"/>
                  </a:lnTo>
                  <a:lnTo>
                    <a:pt x="1177" y="592"/>
                  </a:lnTo>
                  <a:lnTo>
                    <a:pt x="1178" y="588"/>
                  </a:lnTo>
                  <a:lnTo>
                    <a:pt x="1179" y="584"/>
                  </a:lnTo>
                  <a:lnTo>
                    <a:pt x="1179" y="580"/>
                  </a:lnTo>
                  <a:lnTo>
                    <a:pt x="1178" y="575"/>
                  </a:lnTo>
                  <a:lnTo>
                    <a:pt x="1175" y="569"/>
                  </a:lnTo>
                  <a:lnTo>
                    <a:pt x="1171" y="561"/>
                  </a:lnTo>
                  <a:lnTo>
                    <a:pt x="1164" y="555"/>
                  </a:lnTo>
                  <a:lnTo>
                    <a:pt x="1157" y="549"/>
                  </a:lnTo>
                  <a:lnTo>
                    <a:pt x="1148" y="543"/>
                  </a:lnTo>
                  <a:lnTo>
                    <a:pt x="1137" y="537"/>
                  </a:lnTo>
                  <a:lnTo>
                    <a:pt x="1125" y="532"/>
                  </a:lnTo>
                  <a:lnTo>
                    <a:pt x="1111" y="527"/>
                  </a:lnTo>
                  <a:lnTo>
                    <a:pt x="1092" y="521"/>
                  </a:lnTo>
                  <a:lnTo>
                    <a:pt x="1074" y="518"/>
                  </a:lnTo>
                  <a:lnTo>
                    <a:pt x="1065" y="517"/>
                  </a:lnTo>
                  <a:lnTo>
                    <a:pt x="1056" y="517"/>
                  </a:lnTo>
                  <a:lnTo>
                    <a:pt x="1049" y="517"/>
                  </a:lnTo>
                  <a:lnTo>
                    <a:pt x="1041" y="518"/>
                  </a:lnTo>
                  <a:lnTo>
                    <a:pt x="1034" y="520"/>
                  </a:lnTo>
                  <a:lnTo>
                    <a:pt x="1027" y="522"/>
                  </a:lnTo>
                  <a:lnTo>
                    <a:pt x="1020" y="525"/>
                  </a:lnTo>
                  <a:lnTo>
                    <a:pt x="1012" y="528"/>
                  </a:lnTo>
                  <a:lnTo>
                    <a:pt x="1006" y="532"/>
                  </a:lnTo>
                  <a:lnTo>
                    <a:pt x="1000" y="537"/>
                  </a:lnTo>
                  <a:lnTo>
                    <a:pt x="994" y="542"/>
                  </a:lnTo>
                  <a:lnTo>
                    <a:pt x="989" y="548"/>
                  </a:lnTo>
                  <a:lnTo>
                    <a:pt x="985" y="551"/>
                  </a:lnTo>
                  <a:lnTo>
                    <a:pt x="948" y="593"/>
                  </a:lnTo>
                  <a:lnTo>
                    <a:pt x="909" y="635"/>
                  </a:lnTo>
                  <a:lnTo>
                    <a:pt x="870" y="675"/>
                  </a:lnTo>
                  <a:lnTo>
                    <a:pt x="832" y="711"/>
                  </a:lnTo>
                  <a:lnTo>
                    <a:pt x="813" y="728"/>
                  </a:lnTo>
                  <a:lnTo>
                    <a:pt x="795" y="743"/>
                  </a:lnTo>
                  <a:lnTo>
                    <a:pt x="778" y="756"/>
                  </a:lnTo>
                  <a:lnTo>
                    <a:pt x="762" y="769"/>
                  </a:lnTo>
                  <a:lnTo>
                    <a:pt x="746" y="778"/>
                  </a:lnTo>
                  <a:lnTo>
                    <a:pt x="732" y="784"/>
                  </a:lnTo>
                  <a:lnTo>
                    <a:pt x="725" y="787"/>
                  </a:lnTo>
                  <a:lnTo>
                    <a:pt x="719" y="789"/>
                  </a:lnTo>
                  <a:lnTo>
                    <a:pt x="713" y="790"/>
                  </a:lnTo>
                  <a:lnTo>
                    <a:pt x="707" y="790"/>
                  </a:lnTo>
                  <a:lnTo>
                    <a:pt x="697" y="789"/>
                  </a:lnTo>
                  <a:lnTo>
                    <a:pt x="688" y="786"/>
                  </a:lnTo>
                  <a:lnTo>
                    <a:pt x="684" y="784"/>
                  </a:lnTo>
                  <a:lnTo>
                    <a:pt x="680" y="782"/>
                  </a:lnTo>
                  <a:lnTo>
                    <a:pt x="676" y="779"/>
                  </a:lnTo>
                  <a:lnTo>
                    <a:pt x="673" y="776"/>
                  </a:lnTo>
                  <a:lnTo>
                    <a:pt x="668" y="770"/>
                  </a:lnTo>
                  <a:lnTo>
                    <a:pt x="664" y="762"/>
                  </a:lnTo>
                  <a:lnTo>
                    <a:pt x="661" y="755"/>
                  </a:lnTo>
                  <a:lnTo>
                    <a:pt x="657" y="747"/>
                  </a:lnTo>
                  <a:lnTo>
                    <a:pt x="653" y="730"/>
                  </a:lnTo>
                  <a:lnTo>
                    <a:pt x="651" y="711"/>
                  </a:lnTo>
                  <a:lnTo>
                    <a:pt x="651" y="692"/>
                  </a:lnTo>
                  <a:lnTo>
                    <a:pt x="651" y="672"/>
                  </a:lnTo>
                  <a:lnTo>
                    <a:pt x="653" y="652"/>
                  </a:lnTo>
                  <a:lnTo>
                    <a:pt x="654" y="634"/>
                  </a:lnTo>
                  <a:lnTo>
                    <a:pt x="655" y="622"/>
                  </a:lnTo>
                  <a:lnTo>
                    <a:pt x="656" y="611"/>
                  </a:lnTo>
                  <a:lnTo>
                    <a:pt x="656" y="604"/>
                  </a:lnTo>
                  <a:lnTo>
                    <a:pt x="655" y="597"/>
                  </a:lnTo>
                  <a:lnTo>
                    <a:pt x="654" y="591"/>
                  </a:lnTo>
                  <a:lnTo>
                    <a:pt x="652" y="585"/>
                  </a:lnTo>
                  <a:lnTo>
                    <a:pt x="650" y="579"/>
                  </a:lnTo>
                  <a:lnTo>
                    <a:pt x="647" y="574"/>
                  </a:lnTo>
                  <a:lnTo>
                    <a:pt x="644" y="569"/>
                  </a:lnTo>
                  <a:lnTo>
                    <a:pt x="639" y="564"/>
                  </a:lnTo>
                  <a:lnTo>
                    <a:pt x="634" y="560"/>
                  </a:lnTo>
                  <a:lnTo>
                    <a:pt x="629" y="556"/>
                  </a:lnTo>
                  <a:lnTo>
                    <a:pt x="622" y="552"/>
                  </a:lnTo>
                  <a:lnTo>
                    <a:pt x="615" y="549"/>
                  </a:lnTo>
                  <a:lnTo>
                    <a:pt x="598" y="544"/>
                  </a:lnTo>
                  <a:lnTo>
                    <a:pt x="578" y="539"/>
                  </a:lnTo>
                  <a:lnTo>
                    <a:pt x="558" y="537"/>
                  </a:lnTo>
                  <a:lnTo>
                    <a:pt x="529" y="533"/>
                  </a:lnTo>
                  <a:lnTo>
                    <a:pt x="493" y="530"/>
                  </a:lnTo>
                  <a:lnTo>
                    <a:pt x="453" y="527"/>
                  </a:lnTo>
                  <a:lnTo>
                    <a:pt x="411" y="525"/>
                  </a:lnTo>
                  <a:lnTo>
                    <a:pt x="366" y="522"/>
                  </a:lnTo>
                  <a:lnTo>
                    <a:pt x="322" y="520"/>
                  </a:lnTo>
                  <a:lnTo>
                    <a:pt x="279" y="517"/>
                  </a:lnTo>
                  <a:lnTo>
                    <a:pt x="272" y="517"/>
                  </a:lnTo>
                  <a:lnTo>
                    <a:pt x="273" y="510"/>
                  </a:lnTo>
                  <a:lnTo>
                    <a:pt x="286" y="448"/>
                  </a:lnTo>
                  <a:lnTo>
                    <a:pt x="300" y="387"/>
                  </a:lnTo>
                  <a:lnTo>
                    <a:pt x="316" y="329"/>
                  </a:lnTo>
                  <a:lnTo>
                    <a:pt x="332" y="274"/>
                  </a:lnTo>
                  <a:lnTo>
                    <a:pt x="340" y="248"/>
                  </a:lnTo>
                  <a:lnTo>
                    <a:pt x="349" y="223"/>
                  </a:lnTo>
                  <a:lnTo>
                    <a:pt x="358" y="199"/>
                  </a:lnTo>
                  <a:lnTo>
                    <a:pt x="367" y="178"/>
                  </a:lnTo>
                  <a:lnTo>
                    <a:pt x="376" y="157"/>
                  </a:lnTo>
                  <a:lnTo>
                    <a:pt x="384" y="138"/>
                  </a:lnTo>
                  <a:lnTo>
                    <a:pt x="393" y="122"/>
                  </a:lnTo>
                  <a:lnTo>
                    <a:pt x="401" y="106"/>
                  </a:lnTo>
                  <a:lnTo>
                    <a:pt x="413" y="86"/>
                  </a:lnTo>
                  <a:lnTo>
                    <a:pt x="422" y="67"/>
                  </a:lnTo>
                  <a:lnTo>
                    <a:pt x="425" y="59"/>
                  </a:lnTo>
                  <a:lnTo>
                    <a:pt x="426" y="52"/>
                  </a:lnTo>
                  <a:lnTo>
                    <a:pt x="426" y="45"/>
                  </a:lnTo>
                  <a:lnTo>
                    <a:pt x="424" y="39"/>
                  </a:lnTo>
                  <a:lnTo>
                    <a:pt x="422" y="34"/>
                  </a:lnTo>
                  <a:lnTo>
                    <a:pt x="418" y="30"/>
                  </a:lnTo>
                  <a:lnTo>
                    <a:pt x="413" y="25"/>
                  </a:lnTo>
                  <a:lnTo>
                    <a:pt x="406" y="20"/>
                  </a:lnTo>
                  <a:lnTo>
                    <a:pt x="397" y="16"/>
                  </a:lnTo>
                  <a:lnTo>
                    <a:pt x="387" y="13"/>
                  </a:lnTo>
                  <a:lnTo>
                    <a:pt x="376" y="9"/>
                  </a:lnTo>
                  <a:lnTo>
                    <a:pt x="364" y="6"/>
                  </a:lnTo>
                  <a:lnTo>
                    <a:pt x="353" y="3"/>
                  </a:lnTo>
                  <a:lnTo>
                    <a:pt x="342" y="1"/>
                  </a:lnTo>
                  <a:lnTo>
                    <a:pt x="333" y="0"/>
                  </a:lnTo>
                  <a:lnTo>
                    <a:pt x="323" y="0"/>
                  </a:lnTo>
                  <a:lnTo>
                    <a:pt x="313" y="1"/>
                  </a:lnTo>
                  <a:lnTo>
                    <a:pt x="304" y="2"/>
                  </a:lnTo>
                  <a:lnTo>
                    <a:pt x="294" y="4"/>
                  </a:lnTo>
                  <a:lnTo>
                    <a:pt x="286" y="7"/>
                  </a:lnTo>
                  <a:lnTo>
                    <a:pt x="279" y="11"/>
                  </a:lnTo>
                  <a:lnTo>
                    <a:pt x="273" y="15"/>
                  </a:lnTo>
                  <a:lnTo>
                    <a:pt x="267" y="20"/>
                  </a:lnTo>
                  <a:lnTo>
                    <a:pt x="262" y="26"/>
                  </a:lnTo>
                  <a:lnTo>
                    <a:pt x="253" y="37"/>
                  </a:lnTo>
                  <a:lnTo>
                    <a:pt x="245" y="49"/>
                  </a:lnTo>
                  <a:lnTo>
                    <a:pt x="240" y="61"/>
                  </a:lnTo>
                  <a:lnTo>
                    <a:pt x="235" y="73"/>
                  </a:lnTo>
                  <a:lnTo>
                    <a:pt x="216" y="124"/>
                  </a:lnTo>
                  <a:lnTo>
                    <a:pt x="197" y="177"/>
                  </a:lnTo>
                  <a:lnTo>
                    <a:pt x="180" y="230"/>
                  </a:lnTo>
                  <a:lnTo>
                    <a:pt x="164" y="285"/>
                  </a:lnTo>
                  <a:lnTo>
                    <a:pt x="150" y="340"/>
                  </a:lnTo>
                  <a:lnTo>
                    <a:pt x="137" y="395"/>
                  </a:lnTo>
                  <a:lnTo>
                    <a:pt x="126" y="450"/>
                  </a:lnTo>
                  <a:lnTo>
                    <a:pt x="117" y="505"/>
                  </a:lnTo>
                  <a:lnTo>
                    <a:pt x="116" y="510"/>
                  </a:lnTo>
                  <a:lnTo>
                    <a:pt x="111" y="510"/>
                  </a:lnTo>
                  <a:lnTo>
                    <a:pt x="89" y="509"/>
                  </a:lnTo>
                  <a:lnTo>
                    <a:pt x="71" y="509"/>
                  </a:lnTo>
                  <a:lnTo>
                    <a:pt x="54" y="509"/>
                  </a:lnTo>
                  <a:lnTo>
                    <a:pt x="39" y="509"/>
                  </a:lnTo>
                  <a:lnTo>
                    <a:pt x="26" y="510"/>
                  </a:lnTo>
                  <a:lnTo>
                    <a:pt x="16" y="512"/>
                  </a:lnTo>
                  <a:lnTo>
                    <a:pt x="11" y="514"/>
                  </a:lnTo>
                  <a:lnTo>
                    <a:pt x="8" y="517"/>
                  </a:lnTo>
                  <a:lnTo>
                    <a:pt x="5" y="519"/>
                  </a:lnTo>
                  <a:lnTo>
                    <a:pt x="3" y="522"/>
                  </a:lnTo>
                  <a:lnTo>
                    <a:pt x="2" y="524"/>
                  </a:lnTo>
                  <a:lnTo>
                    <a:pt x="1" y="528"/>
                  </a:lnTo>
                  <a:lnTo>
                    <a:pt x="0" y="531"/>
                  </a:lnTo>
                  <a:lnTo>
                    <a:pt x="0" y="535"/>
                  </a:lnTo>
                  <a:lnTo>
                    <a:pt x="2" y="545"/>
                  </a:lnTo>
                  <a:lnTo>
                    <a:pt x="6" y="555"/>
                  </a:lnTo>
                  <a:lnTo>
                    <a:pt x="11" y="566"/>
                  </a:lnTo>
                  <a:lnTo>
                    <a:pt x="17" y="577"/>
                  </a:lnTo>
                  <a:lnTo>
                    <a:pt x="25" y="588"/>
                  </a:lnTo>
                  <a:lnTo>
                    <a:pt x="34" y="600"/>
                  </a:lnTo>
                  <a:lnTo>
                    <a:pt x="40" y="606"/>
                  </a:lnTo>
                  <a:lnTo>
                    <a:pt x="47" y="611"/>
                  </a:lnTo>
                  <a:lnTo>
                    <a:pt x="54" y="618"/>
                  </a:lnTo>
                  <a:lnTo>
                    <a:pt x="61" y="623"/>
                  </a:lnTo>
                  <a:lnTo>
                    <a:pt x="69" y="627"/>
                  </a:lnTo>
                  <a:lnTo>
                    <a:pt x="77" y="631"/>
                  </a:lnTo>
                  <a:lnTo>
                    <a:pt x="86" y="635"/>
                  </a:lnTo>
                  <a:lnTo>
                    <a:pt x="96" y="638"/>
                  </a:lnTo>
                  <a:lnTo>
                    <a:pt x="102" y="640"/>
                  </a:lnTo>
                  <a:lnTo>
                    <a:pt x="101" y="644"/>
                  </a:lnTo>
                  <a:lnTo>
                    <a:pt x="100" y="669"/>
                  </a:lnTo>
                  <a:lnTo>
                    <a:pt x="99" y="693"/>
                  </a:lnTo>
                  <a:lnTo>
                    <a:pt x="98" y="718"/>
                  </a:lnTo>
                  <a:lnTo>
                    <a:pt x="98" y="741"/>
                  </a:lnTo>
                  <a:lnTo>
                    <a:pt x="98" y="771"/>
                  </a:lnTo>
                  <a:lnTo>
                    <a:pt x="99" y="798"/>
                  </a:lnTo>
                  <a:lnTo>
                    <a:pt x="102" y="825"/>
                  </a:lnTo>
                  <a:lnTo>
                    <a:pt x="106" y="849"/>
                  </a:lnTo>
                  <a:lnTo>
                    <a:pt x="110" y="873"/>
                  </a:lnTo>
                  <a:lnTo>
                    <a:pt x="116" y="894"/>
                  </a:lnTo>
                  <a:lnTo>
                    <a:pt x="123" y="914"/>
                  </a:lnTo>
                  <a:lnTo>
                    <a:pt x="131" y="932"/>
                  </a:lnTo>
                  <a:lnTo>
                    <a:pt x="141" y="948"/>
                  </a:lnTo>
                  <a:lnTo>
                    <a:pt x="152" y="963"/>
                  </a:lnTo>
                  <a:lnTo>
                    <a:pt x="163" y="976"/>
                  </a:lnTo>
                  <a:lnTo>
                    <a:pt x="176" y="987"/>
                  </a:lnTo>
                  <a:lnTo>
                    <a:pt x="189" y="997"/>
                  </a:lnTo>
                  <a:lnTo>
                    <a:pt x="204" y="1004"/>
                  </a:lnTo>
                  <a:lnTo>
                    <a:pt x="220" y="1011"/>
                  </a:lnTo>
                  <a:lnTo>
                    <a:pt x="236" y="1016"/>
                  </a:lnTo>
                  <a:lnTo>
                    <a:pt x="242" y="1017"/>
                  </a:lnTo>
                  <a:lnTo>
                    <a:pt x="248" y="1017"/>
                  </a:lnTo>
                  <a:lnTo>
                    <a:pt x="259" y="1016"/>
                  </a:lnTo>
                  <a:lnTo>
                    <a:pt x="268" y="1014"/>
                  </a:lnTo>
                  <a:lnTo>
                    <a:pt x="273" y="1012"/>
                  </a:lnTo>
                  <a:lnTo>
                    <a:pt x="277" y="1010"/>
                  </a:lnTo>
                  <a:lnTo>
                    <a:pt x="280" y="1007"/>
                  </a:lnTo>
                  <a:lnTo>
                    <a:pt x="282" y="1004"/>
                  </a:lnTo>
                  <a:lnTo>
                    <a:pt x="284" y="999"/>
                  </a:lnTo>
                  <a:lnTo>
                    <a:pt x="284" y="994"/>
                  </a:lnTo>
                  <a:lnTo>
                    <a:pt x="282" y="989"/>
                  </a:lnTo>
                  <a:lnTo>
                    <a:pt x="279" y="982"/>
                  </a:lnTo>
                  <a:lnTo>
                    <a:pt x="271" y="966"/>
                  </a:lnTo>
                  <a:lnTo>
                    <a:pt x="265" y="948"/>
                  </a:lnTo>
                  <a:lnTo>
                    <a:pt x="259" y="929"/>
                  </a:lnTo>
                  <a:lnTo>
                    <a:pt x="254" y="909"/>
                  </a:lnTo>
                  <a:lnTo>
                    <a:pt x="251" y="888"/>
                  </a:lnTo>
                  <a:lnTo>
                    <a:pt x="247" y="866"/>
                  </a:lnTo>
                  <a:lnTo>
                    <a:pt x="245" y="843"/>
                  </a:lnTo>
                  <a:lnTo>
                    <a:pt x="244" y="820"/>
                  </a:lnTo>
                  <a:lnTo>
                    <a:pt x="243" y="796"/>
                  </a:lnTo>
                  <a:lnTo>
                    <a:pt x="243" y="773"/>
                  </a:lnTo>
                  <a:lnTo>
                    <a:pt x="244" y="748"/>
                  </a:lnTo>
                  <a:lnTo>
                    <a:pt x="245" y="725"/>
                  </a:lnTo>
                  <a:lnTo>
                    <a:pt x="249" y="678"/>
                  </a:lnTo>
                  <a:lnTo>
                    <a:pt x="254" y="633"/>
                  </a:lnTo>
                  <a:lnTo>
                    <a:pt x="255" y="629"/>
                  </a:lnTo>
                  <a:lnTo>
                    <a:pt x="259" y="628"/>
                  </a:lnTo>
                  <a:lnTo>
                    <a:pt x="282" y="625"/>
                  </a:lnTo>
                  <a:lnTo>
                    <a:pt x="307" y="622"/>
                  </a:lnTo>
                  <a:lnTo>
                    <a:pt x="332" y="618"/>
                  </a:lnTo>
                  <a:lnTo>
                    <a:pt x="357" y="615"/>
                  </a:lnTo>
                  <a:lnTo>
                    <a:pt x="381" y="612"/>
                  </a:lnTo>
                  <a:lnTo>
                    <a:pt x="406" y="610"/>
                  </a:lnTo>
                  <a:lnTo>
                    <a:pt x="428" y="608"/>
                  </a:lnTo>
                  <a:lnTo>
                    <a:pt x="448" y="607"/>
                  </a:lnTo>
                  <a:lnTo>
                    <a:pt x="450" y="607"/>
                  </a:lnTo>
                  <a:lnTo>
                    <a:pt x="459" y="608"/>
                  </a:lnTo>
                  <a:lnTo>
                    <a:pt x="466" y="610"/>
                  </a:lnTo>
                  <a:lnTo>
                    <a:pt x="472" y="612"/>
                  </a:lnTo>
                  <a:lnTo>
                    <a:pt x="477" y="617"/>
                  </a:lnTo>
                  <a:lnTo>
                    <a:pt x="479" y="620"/>
                  </a:lnTo>
                  <a:lnTo>
                    <a:pt x="481" y="623"/>
                  </a:lnTo>
                  <a:lnTo>
                    <a:pt x="482" y="626"/>
                  </a:lnTo>
                  <a:lnTo>
                    <a:pt x="483" y="630"/>
                  </a:lnTo>
                  <a:lnTo>
                    <a:pt x="483" y="637"/>
                  </a:lnTo>
                  <a:lnTo>
                    <a:pt x="483" y="645"/>
                  </a:lnTo>
                  <a:lnTo>
                    <a:pt x="483" y="657"/>
                  </a:lnTo>
                  <a:lnTo>
                    <a:pt x="483" y="674"/>
                  </a:lnTo>
                  <a:lnTo>
                    <a:pt x="485" y="693"/>
                  </a:lnTo>
                  <a:lnTo>
                    <a:pt x="489" y="717"/>
                  </a:lnTo>
                  <a:lnTo>
                    <a:pt x="492" y="728"/>
                  </a:lnTo>
                  <a:lnTo>
                    <a:pt x="495" y="741"/>
                  </a:lnTo>
                  <a:lnTo>
                    <a:pt x="500" y="753"/>
                  </a:lnTo>
                  <a:lnTo>
                    <a:pt x="506" y="766"/>
                  </a:lnTo>
                  <a:lnTo>
                    <a:pt x="513" y="779"/>
                  </a:lnTo>
                  <a:lnTo>
                    <a:pt x="520" y="791"/>
                  </a:lnTo>
                  <a:lnTo>
                    <a:pt x="529" y="803"/>
                  </a:lnTo>
                  <a:lnTo>
                    <a:pt x="539" y="816"/>
                  </a:lnTo>
                  <a:lnTo>
                    <a:pt x="548" y="824"/>
                  </a:lnTo>
                  <a:lnTo>
                    <a:pt x="558" y="832"/>
                  </a:lnTo>
                  <a:lnTo>
                    <a:pt x="568" y="840"/>
                  </a:lnTo>
                  <a:lnTo>
                    <a:pt x="578" y="846"/>
                  </a:lnTo>
                  <a:lnTo>
                    <a:pt x="589" y="853"/>
                  </a:lnTo>
                  <a:lnTo>
                    <a:pt x="600" y="858"/>
                  </a:lnTo>
                  <a:lnTo>
                    <a:pt x="613" y="865"/>
                  </a:lnTo>
                  <a:lnTo>
                    <a:pt x="626" y="869"/>
                  </a:lnTo>
                  <a:lnTo>
                    <a:pt x="639" y="873"/>
                  </a:lnTo>
                  <a:lnTo>
                    <a:pt x="652" y="877"/>
                  </a:lnTo>
                  <a:lnTo>
                    <a:pt x="668" y="879"/>
                  </a:lnTo>
                  <a:lnTo>
                    <a:pt x="682" y="882"/>
                  </a:lnTo>
                  <a:lnTo>
                    <a:pt x="697" y="883"/>
                  </a:lnTo>
                  <a:lnTo>
                    <a:pt x="714" y="884"/>
                  </a:lnTo>
                  <a:lnTo>
                    <a:pt x="730" y="885"/>
                  </a:lnTo>
                  <a:lnTo>
                    <a:pt x="747" y="885"/>
                  </a:lnTo>
                  <a:lnTo>
                    <a:pt x="756" y="8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33" name="Freeform 36"/>
            <p:cNvSpPr>
              <a:spLocks/>
            </p:cNvSpPr>
            <p:nvPr userDrawn="1"/>
          </p:nvSpPr>
          <p:spPr bwMode="gray">
            <a:xfrm>
              <a:off x="6460" y="648"/>
              <a:ext cx="42" cy="70"/>
            </a:xfrm>
            <a:custGeom>
              <a:avLst/>
              <a:gdLst>
                <a:gd name="T0" fmla="*/ 395 w 504"/>
                <a:gd name="T1" fmla="*/ 126 h 840"/>
                <a:gd name="T2" fmla="*/ 353 w 504"/>
                <a:gd name="T3" fmla="*/ 165 h 840"/>
                <a:gd name="T4" fmla="*/ 314 w 504"/>
                <a:gd name="T5" fmla="*/ 203 h 840"/>
                <a:gd name="T6" fmla="*/ 279 w 504"/>
                <a:gd name="T7" fmla="*/ 243 h 840"/>
                <a:gd name="T8" fmla="*/ 248 w 504"/>
                <a:gd name="T9" fmla="*/ 283 h 840"/>
                <a:gd name="T10" fmla="*/ 219 w 504"/>
                <a:gd name="T11" fmla="*/ 323 h 840"/>
                <a:gd name="T12" fmla="*/ 195 w 504"/>
                <a:gd name="T13" fmla="*/ 365 h 840"/>
                <a:gd name="T14" fmla="*/ 174 w 504"/>
                <a:gd name="T15" fmla="*/ 407 h 840"/>
                <a:gd name="T16" fmla="*/ 156 w 504"/>
                <a:gd name="T17" fmla="*/ 451 h 840"/>
                <a:gd name="T18" fmla="*/ 135 w 504"/>
                <a:gd name="T19" fmla="*/ 514 h 840"/>
                <a:gd name="T20" fmla="*/ 122 w 504"/>
                <a:gd name="T21" fmla="*/ 567 h 840"/>
                <a:gd name="T22" fmla="*/ 115 w 504"/>
                <a:gd name="T23" fmla="*/ 613 h 840"/>
                <a:gd name="T24" fmla="*/ 114 w 504"/>
                <a:gd name="T25" fmla="*/ 650 h 840"/>
                <a:gd name="T26" fmla="*/ 116 w 504"/>
                <a:gd name="T27" fmla="*/ 681 h 840"/>
                <a:gd name="T28" fmla="*/ 121 w 504"/>
                <a:gd name="T29" fmla="*/ 704 h 840"/>
                <a:gd name="T30" fmla="*/ 127 w 504"/>
                <a:gd name="T31" fmla="*/ 723 h 840"/>
                <a:gd name="T32" fmla="*/ 135 w 504"/>
                <a:gd name="T33" fmla="*/ 736 h 840"/>
                <a:gd name="T34" fmla="*/ 146 w 504"/>
                <a:gd name="T35" fmla="*/ 748 h 840"/>
                <a:gd name="T36" fmla="*/ 159 w 504"/>
                <a:gd name="T37" fmla="*/ 757 h 840"/>
                <a:gd name="T38" fmla="*/ 173 w 504"/>
                <a:gd name="T39" fmla="*/ 762 h 840"/>
                <a:gd name="T40" fmla="*/ 188 w 504"/>
                <a:gd name="T41" fmla="*/ 764 h 840"/>
                <a:gd name="T42" fmla="*/ 208 w 504"/>
                <a:gd name="T43" fmla="*/ 840 h 840"/>
                <a:gd name="T44" fmla="*/ 182 w 504"/>
                <a:gd name="T45" fmla="*/ 839 h 840"/>
                <a:gd name="T46" fmla="*/ 159 w 504"/>
                <a:gd name="T47" fmla="*/ 835 h 840"/>
                <a:gd name="T48" fmla="*/ 136 w 504"/>
                <a:gd name="T49" fmla="*/ 829 h 840"/>
                <a:gd name="T50" fmla="*/ 115 w 504"/>
                <a:gd name="T51" fmla="*/ 821 h 840"/>
                <a:gd name="T52" fmla="*/ 96 w 504"/>
                <a:gd name="T53" fmla="*/ 809 h 840"/>
                <a:gd name="T54" fmla="*/ 77 w 504"/>
                <a:gd name="T55" fmla="*/ 795 h 840"/>
                <a:gd name="T56" fmla="*/ 61 w 504"/>
                <a:gd name="T57" fmla="*/ 780 h 840"/>
                <a:gd name="T58" fmla="*/ 47 w 504"/>
                <a:gd name="T59" fmla="*/ 761 h 840"/>
                <a:gd name="T60" fmla="*/ 28 w 504"/>
                <a:gd name="T61" fmla="*/ 731 h 840"/>
                <a:gd name="T62" fmla="*/ 14 w 504"/>
                <a:gd name="T63" fmla="*/ 696 h 840"/>
                <a:gd name="T64" fmla="*/ 5 w 504"/>
                <a:gd name="T65" fmla="*/ 658 h 840"/>
                <a:gd name="T66" fmla="*/ 1 w 504"/>
                <a:gd name="T67" fmla="*/ 618 h 840"/>
                <a:gd name="T68" fmla="*/ 1 w 504"/>
                <a:gd name="T69" fmla="*/ 576 h 840"/>
                <a:gd name="T70" fmla="*/ 5 w 504"/>
                <a:gd name="T71" fmla="*/ 532 h 840"/>
                <a:gd name="T72" fmla="*/ 14 w 504"/>
                <a:gd name="T73" fmla="*/ 486 h 840"/>
                <a:gd name="T74" fmla="*/ 27 w 504"/>
                <a:gd name="T75" fmla="*/ 439 h 840"/>
                <a:gd name="T76" fmla="*/ 51 w 504"/>
                <a:gd name="T77" fmla="*/ 380 h 840"/>
                <a:gd name="T78" fmla="*/ 81 w 504"/>
                <a:gd name="T79" fmla="*/ 321 h 840"/>
                <a:gd name="T80" fmla="*/ 118 w 504"/>
                <a:gd name="T81" fmla="*/ 264 h 840"/>
                <a:gd name="T82" fmla="*/ 162 w 504"/>
                <a:gd name="T83" fmla="*/ 209 h 840"/>
                <a:gd name="T84" fmla="*/ 212 w 504"/>
                <a:gd name="T85" fmla="*/ 156 h 840"/>
                <a:gd name="T86" fmla="*/ 269 w 504"/>
                <a:gd name="T87" fmla="*/ 103 h 840"/>
                <a:gd name="T88" fmla="*/ 332 w 504"/>
                <a:gd name="T89" fmla="*/ 52 h 840"/>
                <a:gd name="T90" fmla="*/ 403 w 504"/>
                <a:gd name="T91" fmla="*/ 2 h 840"/>
                <a:gd name="T92" fmla="*/ 504 w 504"/>
                <a:gd name="T93" fmla="*/ 26 h 8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04" h="840">
                  <a:moveTo>
                    <a:pt x="406" y="118"/>
                  </a:moveTo>
                  <a:lnTo>
                    <a:pt x="395" y="126"/>
                  </a:lnTo>
                  <a:lnTo>
                    <a:pt x="374" y="146"/>
                  </a:lnTo>
                  <a:lnTo>
                    <a:pt x="353" y="165"/>
                  </a:lnTo>
                  <a:lnTo>
                    <a:pt x="333" y="184"/>
                  </a:lnTo>
                  <a:lnTo>
                    <a:pt x="314" y="203"/>
                  </a:lnTo>
                  <a:lnTo>
                    <a:pt x="295" y="223"/>
                  </a:lnTo>
                  <a:lnTo>
                    <a:pt x="279" y="243"/>
                  </a:lnTo>
                  <a:lnTo>
                    <a:pt x="263" y="262"/>
                  </a:lnTo>
                  <a:lnTo>
                    <a:pt x="248" y="283"/>
                  </a:lnTo>
                  <a:lnTo>
                    <a:pt x="233" y="303"/>
                  </a:lnTo>
                  <a:lnTo>
                    <a:pt x="219" y="323"/>
                  </a:lnTo>
                  <a:lnTo>
                    <a:pt x="207" y="344"/>
                  </a:lnTo>
                  <a:lnTo>
                    <a:pt x="195" y="365"/>
                  </a:lnTo>
                  <a:lnTo>
                    <a:pt x="184" y="386"/>
                  </a:lnTo>
                  <a:lnTo>
                    <a:pt x="174" y="407"/>
                  </a:lnTo>
                  <a:lnTo>
                    <a:pt x="165" y="430"/>
                  </a:lnTo>
                  <a:lnTo>
                    <a:pt x="156" y="451"/>
                  </a:lnTo>
                  <a:lnTo>
                    <a:pt x="145" y="484"/>
                  </a:lnTo>
                  <a:lnTo>
                    <a:pt x="135" y="514"/>
                  </a:lnTo>
                  <a:lnTo>
                    <a:pt x="128" y="542"/>
                  </a:lnTo>
                  <a:lnTo>
                    <a:pt x="122" y="567"/>
                  </a:lnTo>
                  <a:lnTo>
                    <a:pt x="118" y="591"/>
                  </a:lnTo>
                  <a:lnTo>
                    <a:pt x="115" y="613"/>
                  </a:lnTo>
                  <a:lnTo>
                    <a:pt x="114" y="633"/>
                  </a:lnTo>
                  <a:lnTo>
                    <a:pt x="114" y="650"/>
                  </a:lnTo>
                  <a:lnTo>
                    <a:pt x="114" y="666"/>
                  </a:lnTo>
                  <a:lnTo>
                    <a:pt x="116" y="681"/>
                  </a:lnTo>
                  <a:lnTo>
                    <a:pt x="118" y="693"/>
                  </a:lnTo>
                  <a:lnTo>
                    <a:pt x="121" y="704"/>
                  </a:lnTo>
                  <a:lnTo>
                    <a:pt x="124" y="714"/>
                  </a:lnTo>
                  <a:lnTo>
                    <a:pt x="127" y="723"/>
                  </a:lnTo>
                  <a:lnTo>
                    <a:pt x="131" y="730"/>
                  </a:lnTo>
                  <a:lnTo>
                    <a:pt x="135" y="736"/>
                  </a:lnTo>
                  <a:lnTo>
                    <a:pt x="140" y="742"/>
                  </a:lnTo>
                  <a:lnTo>
                    <a:pt x="146" y="748"/>
                  </a:lnTo>
                  <a:lnTo>
                    <a:pt x="152" y="753"/>
                  </a:lnTo>
                  <a:lnTo>
                    <a:pt x="159" y="757"/>
                  </a:lnTo>
                  <a:lnTo>
                    <a:pt x="166" y="760"/>
                  </a:lnTo>
                  <a:lnTo>
                    <a:pt x="173" y="762"/>
                  </a:lnTo>
                  <a:lnTo>
                    <a:pt x="180" y="763"/>
                  </a:lnTo>
                  <a:lnTo>
                    <a:pt x="188" y="764"/>
                  </a:lnTo>
                  <a:lnTo>
                    <a:pt x="230" y="801"/>
                  </a:lnTo>
                  <a:lnTo>
                    <a:pt x="208" y="840"/>
                  </a:lnTo>
                  <a:lnTo>
                    <a:pt x="195" y="840"/>
                  </a:lnTo>
                  <a:lnTo>
                    <a:pt x="182" y="839"/>
                  </a:lnTo>
                  <a:lnTo>
                    <a:pt x="170" y="838"/>
                  </a:lnTo>
                  <a:lnTo>
                    <a:pt x="159" y="835"/>
                  </a:lnTo>
                  <a:lnTo>
                    <a:pt x="148" y="833"/>
                  </a:lnTo>
                  <a:lnTo>
                    <a:pt x="136" y="829"/>
                  </a:lnTo>
                  <a:lnTo>
                    <a:pt x="125" y="825"/>
                  </a:lnTo>
                  <a:lnTo>
                    <a:pt x="115" y="821"/>
                  </a:lnTo>
                  <a:lnTo>
                    <a:pt x="105" y="814"/>
                  </a:lnTo>
                  <a:lnTo>
                    <a:pt x="96" y="809"/>
                  </a:lnTo>
                  <a:lnTo>
                    <a:pt x="86" y="802"/>
                  </a:lnTo>
                  <a:lnTo>
                    <a:pt x="77" y="795"/>
                  </a:lnTo>
                  <a:lnTo>
                    <a:pt x="69" y="788"/>
                  </a:lnTo>
                  <a:lnTo>
                    <a:pt x="61" y="780"/>
                  </a:lnTo>
                  <a:lnTo>
                    <a:pt x="54" y="771"/>
                  </a:lnTo>
                  <a:lnTo>
                    <a:pt x="47" y="761"/>
                  </a:lnTo>
                  <a:lnTo>
                    <a:pt x="36" y="746"/>
                  </a:lnTo>
                  <a:lnTo>
                    <a:pt x="28" y="731"/>
                  </a:lnTo>
                  <a:lnTo>
                    <a:pt x="21" y="713"/>
                  </a:lnTo>
                  <a:lnTo>
                    <a:pt x="14" y="696"/>
                  </a:lnTo>
                  <a:lnTo>
                    <a:pt x="9" y="678"/>
                  </a:lnTo>
                  <a:lnTo>
                    <a:pt x="5" y="658"/>
                  </a:lnTo>
                  <a:lnTo>
                    <a:pt x="2" y="639"/>
                  </a:lnTo>
                  <a:lnTo>
                    <a:pt x="1" y="618"/>
                  </a:lnTo>
                  <a:lnTo>
                    <a:pt x="0" y="597"/>
                  </a:lnTo>
                  <a:lnTo>
                    <a:pt x="1" y="576"/>
                  </a:lnTo>
                  <a:lnTo>
                    <a:pt x="2" y="554"/>
                  </a:lnTo>
                  <a:lnTo>
                    <a:pt x="5" y="532"/>
                  </a:lnTo>
                  <a:lnTo>
                    <a:pt x="9" y="509"/>
                  </a:lnTo>
                  <a:lnTo>
                    <a:pt x="14" y="486"/>
                  </a:lnTo>
                  <a:lnTo>
                    <a:pt x="20" y="462"/>
                  </a:lnTo>
                  <a:lnTo>
                    <a:pt x="27" y="439"/>
                  </a:lnTo>
                  <a:lnTo>
                    <a:pt x="38" y="409"/>
                  </a:lnTo>
                  <a:lnTo>
                    <a:pt x="51" y="380"/>
                  </a:lnTo>
                  <a:lnTo>
                    <a:pt x="66" y="350"/>
                  </a:lnTo>
                  <a:lnTo>
                    <a:pt x="81" y="321"/>
                  </a:lnTo>
                  <a:lnTo>
                    <a:pt x="99" y="293"/>
                  </a:lnTo>
                  <a:lnTo>
                    <a:pt x="118" y="264"/>
                  </a:lnTo>
                  <a:lnTo>
                    <a:pt x="139" y="237"/>
                  </a:lnTo>
                  <a:lnTo>
                    <a:pt x="162" y="209"/>
                  </a:lnTo>
                  <a:lnTo>
                    <a:pt x="185" y="183"/>
                  </a:lnTo>
                  <a:lnTo>
                    <a:pt x="212" y="156"/>
                  </a:lnTo>
                  <a:lnTo>
                    <a:pt x="239" y="130"/>
                  </a:lnTo>
                  <a:lnTo>
                    <a:pt x="269" y="103"/>
                  </a:lnTo>
                  <a:lnTo>
                    <a:pt x="300" y="77"/>
                  </a:lnTo>
                  <a:lnTo>
                    <a:pt x="332" y="52"/>
                  </a:lnTo>
                  <a:lnTo>
                    <a:pt x="367" y="26"/>
                  </a:lnTo>
                  <a:lnTo>
                    <a:pt x="403" y="2"/>
                  </a:lnTo>
                  <a:lnTo>
                    <a:pt x="406" y="0"/>
                  </a:lnTo>
                  <a:lnTo>
                    <a:pt x="504" y="26"/>
                  </a:lnTo>
                  <a:lnTo>
                    <a:pt x="406" y="11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34" name="Freeform 37"/>
            <p:cNvSpPr>
              <a:spLocks/>
            </p:cNvSpPr>
            <p:nvPr userDrawn="1"/>
          </p:nvSpPr>
          <p:spPr bwMode="gray">
            <a:xfrm>
              <a:off x="7081" y="570"/>
              <a:ext cx="66" cy="83"/>
            </a:xfrm>
            <a:custGeom>
              <a:avLst/>
              <a:gdLst>
                <a:gd name="T0" fmla="*/ 575 w 783"/>
                <a:gd name="T1" fmla="*/ 794 h 1004"/>
                <a:gd name="T2" fmla="*/ 584 w 783"/>
                <a:gd name="T3" fmla="*/ 863 h 1004"/>
                <a:gd name="T4" fmla="*/ 607 w 783"/>
                <a:gd name="T5" fmla="*/ 922 h 1004"/>
                <a:gd name="T6" fmla="*/ 643 w 783"/>
                <a:gd name="T7" fmla="*/ 967 h 1004"/>
                <a:gd name="T8" fmla="*/ 692 w 783"/>
                <a:gd name="T9" fmla="*/ 1000 h 1004"/>
                <a:gd name="T10" fmla="*/ 718 w 783"/>
                <a:gd name="T11" fmla="*/ 1004 h 1004"/>
                <a:gd name="T12" fmla="*/ 738 w 783"/>
                <a:gd name="T13" fmla="*/ 997 h 1004"/>
                <a:gd name="T14" fmla="*/ 741 w 783"/>
                <a:gd name="T15" fmla="*/ 978 h 1004"/>
                <a:gd name="T16" fmla="*/ 727 w 783"/>
                <a:gd name="T17" fmla="*/ 902 h 1004"/>
                <a:gd name="T18" fmla="*/ 728 w 783"/>
                <a:gd name="T19" fmla="*/ 819 h 1004"/>
                <a:gd name="T20" fmla="*/ 742 w 783"/>
                <a:gd name="T21" fmla="*/ 732 h 1004"/>
                <a:gd name="T22" fmla="*/ 767 w 783"/>
                <a:gd name="T23" fmla="*/ 642 h 1004"/>
                <a:gd name="T24" fmla="*/ 783 w 783"/>
                <a:gd name="T25" fmla="*/ 583 h 1004"/>
                <a:gd name="T26" fmla="*/ 779 w 783"/>
                <a:gd name="T27" fmla="*/ 550 h 1004"/>
                <a:gd name="T28" fmla="*/ 756 w 783"/>
                <a:gd name="T29" fmla="*/ 522 h 1004"/>
                <a:gd name="T30" fmla="*/ 702 w 783"/>
                <a:gd name="T31" fmla="*/ 494 h 1004"/>
                <a:gd name="T32" fmla="*/ 674 w 783"/>
                <a:gd name="T33" fmla="*/ 489 h 1004"/>
                <a:gd name="T34" fmla="*/ 651 w 783"/>
                <a:gd name="T35" fmla="*/ 493 h 1004"/>
                <a:gd name="T36" fmla="*/ 633 w 783"/>
                <a:gd name="T37" fmla="*/ 508 h 1004"/>
                <a:gd name="T38" fmla="*/ 603 w 783"/>
                <a:gd name="T39" fmla="*/ 553 h 1004"/>
                <a:gd name="T40" fmla="*/ 506 w 783"/>
                <a:gd name="T41" fmla="*/ 676 h 1004"/>
                <a:gd name="T42" fmla="*/ 401 w 783"/>
                <a:gd name="T43" fmla="*/ 783 h 1004"/>
                <a:gd name="T44" fmla="*/ 336 w 783"/>
                <a:gd name="T45" fmla="*/ 834 h 1004"/>
                <a:gd name="T46" fmla="*/ 286 w 783"/>
                <a:gd name="T47" fmla="*/ 860 h 1004"/>
                <a:gd name="T48" fmla="*/ 240 w 783"/>
                <a:gd name="T49" fmla="*/ 873 h 1004"/>
                <a:gd name="T50" fmla="*/ 209 w 783"/>
                <a:gd name="T51" fmla="*/ 871 h 1004"/>
                <a:gd name="T52" fmla="*/ 188 w 783"/>
                <a:gd name="T53" fmla="*/ 858 h 1004"/>
                <a:gd name="T54" fmla="*/ 170 w 783"/>
                <a:gd name="T55" fmla="*/ 836 h 1004"/>
                <a:gd name="T56" fmla="*/ 155 w 783"/>
                <a:gd name="T57" fmla="*/ 776 h 1004"/>
                <a:gd name="T58" fmla="*/ 159 w 783"/>
                <a:gd name="T59" fmla="*/ 665 h 1004"/>
                <a:gd name="T60" fmla="*/ 188 w 783"/>
                <a:gd name="T61" fmla="*/ 507 h 1004"/>
                <a:gd name="T62" fmla="*/ 234 w 783"/>
                <a:gd name="T63" fmla="*/ 341 h 1004"/>
                <a:gd name="T64" fmla="*/ 291 w 783"/>
                <a:gd name="T65" fmla="*/ 188 h 1004"/>
                <a:gd name="T66" fmla="*/ 345 w 783"/>
                <a:gd name="T67" fmla="*/ 81 h 1004"/>
                <a:gd name="T68" fmla="*/ 360 w 783"/>
                <a:gd name="T69" fmla="*/ 40 h 1004"/>
                <a:gd name="T70" fmla="*/ 354 w 783"/>
                <a:gd name="T71" fmla="*/ 15 h 1004"/>
                <a:gd name="T72" fmla="*/ 327 w 783"/>
                <a:gd name="T73" fmla="*/ 3 h 1004"/>
                <a:gd name="T74" fmla="*/ 291 w 783"/>
                <a:gd name="T75" fmla="*/ 0 h 1004"/>
                <a:gd name="T76" fmla="*/ 240 w 783"/>
                <a:gd name="T77" fmla="*/ 7 h 1004"/>
                <a:gd name="T78" fmla="*/ 203 w 783"/>
                <a:gd name="T79" fmla="*/ 25 h 1004"/>
                <a:gd name="T80" fmla="*/ 178 w 783"/>
                <a:gd name="T81" fmla="*/ 52 h 1004"/>
                <a:gd name="T82" fmla="*/ 135 w 783"/>
                <a:gd name="T83" fmla="*/ 146 h 1004"/>
                <a:gd name="T84" fmla="*/ 81 w 783"/>
                <a:gd name="T85" fmla="*/ 292 h 1004"/>
                <a:gd name="T86" fmla="*/ 34 w 783"/>
                <a:gd name="T87" fmla="*/ 458 h 1004"/>
                <a:gd name="T88" fmla="*/ 5 w 783"/>
                <a:gd name="T89" fmla="*/ 639 h 1004"/>
                <a:gd name="T90" fmla="*/ 1 w 783"/>
                <a:gd name="T91" fmla="*/ 756 h 1004"/>
                <a:gd name="T92" fmla="*/ 8 w 783"/>
                <a:gd name="T93" fmla="*/ 802 h 1004"/>
                <a:gd name="T94" fmla="*/ 25 w 783"/>
                <a:gd name="T95" fmla="*/ 845 h 1004"/>
                <a:gd name="T96" fmla="*/ 51 w 783"/>
                <a:gd name="T97" fmla="*/ 884 h 1004"/>
                <a:gd name="T98" fmla="*/ 91 w 783"/>
                <a:gd name="T99" fmla="*/ 923 h 1004"/>
                <a:gd name="T100" fmla="*/ 141 w 783"/>
                <a:gd name="T101" fmla="*/ 955 h 1004"/>
                <a:gd name="T102" fmla="*/ 189 w 783"/>
                <a:gd name="T103" fmla="*/ 975 h 1004"/>
                <a:gd name="T104" fmla="*/ 248 w 783"/>
                <a:gd name="T105" fmla="*/ 986 h 1004"/>
                <a:gd name="T106" fmla="*/ 294 w 783"/>
                <a:gd name="T107" fmla="*/ 979 h 1004"/>
                <a:gd name="T108" fmla="*/ 339 w 783"/>
                <a:gd name="T109" fmla="*/ 961 h 1004"/>
                <a:gd name="T110" fmla="*/ 426 w 783"/>
                <a:gd name="T111" fmla="*/ 901 h 1004"/>
                <a:gd name="T112" fmla="*/ 504 w 783"/>
                <a:gd name="T113" fmla="*/ 825 h 10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83" h="1004">
                  <a:moveTo>
                    <a:pt x="576" y="737"/>
                  </a:moveTo>
                  <a:lnTo>
                    <a:pt x="575" y="755"/>
                  </a:lnTo>
                  <a:lnTo>
                    <a:pt x="575" y="775"/>
                  </a:lnTo>
                  <a:lnTo>
                    <a:pt x="575" y="794"/>
                  </a:lnTo>
                  <a:lnTo>
                    <a:pt x="576" y="812"/>
                  </a:lnTo>
                  <a:lnTo>
                    <a:pt x="578" y="831"/>
                  </a:lnTo>
                  <a:lnTo>
                    <a:pt x="581" y="847"/>
                  </a:lnTo>
                  <a:lnTo>
                    <a:pt x="584" y="863"/>
                  </a:lnTo>
                  <a:lnTo>
                    <a:pt x="590" y="879"/>
                  </a:lnTo>
                  <a:lnTo>
                    <a:pt x="595" y="894"/>
                  </a:lnTo>
                  <a:lnTo>
                    <a:pt x="601" y="908"/>
                  </a:lnTo>
                  <a:lnTo>
                    <a:pt x="607" y="922"/>
                  </a:lnTo>
                  <a:lnTo>
                    <a:pt x="615" y="934"/>
                  </a:lnTo>
                  <a:lnTo>
                    <a:pt x="623" y="946"/>
                  </a:lnTo>
                  <a:lnTo>
                    <a:pt x="632" y="956"/>
                  </a:lnTo>
                  <a:lnTo>
                    <a:pt x="643" y="967"/>
                  </a:lnTo>
                  <a:lnTo>
                    <a:pt x="654" y="977"/>
                  </a:lnTo>
                  <a:lnTo>
                    <a:pt x="666" y="986"/>
                  </a:lnTo>
                  <a:lnTo>
                    <a:pt x="678" y="994"/>
                  </a:lnTo>
                  <a:lnTo>
                    <a:pt x="692" y="1000"/>
                  </a:lnTo>
                  <a:lnTo>
                    <a:pt x="699" y="1002"/>
                  </a:lnTo>
                  <a:lnTo>
                    <a:pt x="705" y="1003"/>
                  </a:lnTo>
                  <a:lnTo>
                    <a:pt x="712" y="1004"/>
                  </a:lnTo>
                  <a:lnTo>
                    <a:pt x="718" y="1004"/>
                  </a:lnTo>
                  <a:lnTo>
                    <a:pt x="724" y="1004"/>
                  </a:lnTo>
                  <a:lnTo>
                    <a:pt x="730" y="1003"/>
                  </a:lnTo>
                  <a:lnTo>
                    <a:pt x="735" y="1000"/>
                  </a:lnTo>
                  <a:lnTo>
                    <a:pt x="738" y="997"/>
                  </a:lnTo>
                  <a:lnTo>
                    <a:pt x="741" y="993"/>
                  </a:lnTo>
                  <a:lnTo>
                    <a:pt x="742" y="989"/>
                  </a:lnTo>
                  <a:lnTo>
                    <a:pt x="742" y="984"/>
                  </a:lnTo>
                  <a:lnTo>
                    <a:pt x="741" y="978"/>
                  </a:lnTo>
                  <a:lnTo>
                    <a:pt x="735" y="959"/>
                  </a:lnTo>
                  <a:lnTo>
                    <a:pt x="732" y="941"/>
                  </a:lnTo>
                  <a:lnTo>
                    <a:pt x="729" y="922"/>
                  </a:lnTo>
                  <a:lnTo>
                    <a:pt x="727" y="902"/>
                  </a:lnTo>
                  <a:lnTo>
                    <a:pt x="726" y="883"/>
                  </a:lnTo>
                  <a:lnTo>
                    <a:pt x="726" y="861"/>
                  </a:lnTo>
                  <a:lnTo>
                    <a:pt x="726" y="841"/>
                  </a:lnTo>
                  <a:lnTo>
                    <a:pt x="728" y="819"/>
                  </a:lnTo>
                  <a:lnTo>
                    <a:pt x="730" y="798"/>
                  </a:lnTo>
                  <a:lnTo>
                    <a:pt x="733" y="776"/>
                  </a:lnTo>
                  <a:lnTo>
                    <a:pt x="736" y="754"/>
                  </a:lnTo>
                  <a:lnTo>
                    <a:pt x="742" y="732"/>
                  </a:lnTo>
                  <a:lnTo>
                    <a:pt x="747" y="709"/>
                  </a:lnTo>
                  <a:lnTo>
                    <a:pt x="753" y="687"/>
                  </a:lnTo>
                  <a:lnTo>
                    <a:pt x="760" y="664"/>
                  </a:lnTo>
                  <a:lnTo>
                    <a:pt x="767" y="642"/>
                  </a:lnTo>
                  <a:lnTo>
                    <a:pt x="775" y="620"/>
                  </a:lnTo>
                  <a:lnTo>
                    <a:pt x="780" y="600"/>
                  </a:lnTo>
                  <a:lnTo>
                    <a:pt x="782" y="591"/>
                  </a:lnTo>
                  <a:lnTo>
                    <a:pt x="783" y="583"/>
                  </a:lnTo>
                  <a:lnTo>
                    <a:pt x="783" y="573"/>
                  </a:lnTo>
                  <a:lnTo>
                    <a:pt x="783" y="565"/>
                  </a:lnTo>
                  <a:lnTo>
                    <a:pt x="781" y="558"/>
                  </a:lnTo>
                  <a:lnTo>
                    <a:pt x="779" y="550"/>
                  </a:lnTo>
                  <a:lnTo>
                    <a:pt x="775" y="543"/>
                  </a:lnTo>
                  <a:lnTo>
                    <a:pt x="770" y="536"/>
                  </a:lnTo>
                  <a:lnTo>
                    <a:pt x="764" y="530"/>
                  </a:lnTo>
                  <a:lnTo>
                    <a:pt x="756" y="522"/>
                  </a:lnTo>
                  <a:lnTo>
                    <a:pt x="747" y="515"/>
                  </a:lnTo>
                  <a:lnTo>
                    <a:pt x="735" y="509"/>
                  </a:lnTo>
                  <a:lnTo>
                    <a:pt x="718" y="500"/>
                  </a:lnTo>
                  <a:lnTo>
                    <a:pt x="702" y="494"/>
                  </a:lnTo>
                  <a:lnTo>
                    <a:pt x="695" y="492"/>
                  </a:lnTo>
                  <a:lnTo>
                    <a:pt x="687" y="490"/>
                  </a:lnTo>
                  <a:lnTo>
                    <a:pt x="680" y="489"/>
                  </a:lnTo>
                  <a:lnTo>
                    <a:pt x="674" y="489"/>
                  </a:lnTo>
                  <a:lnTo>
                    <a:pt x="667" y="489"/>
                  </a:lnTo>
                  <a:lnTo>
                    <a:pt x="662" y="490"/>
                  </a:lnTo>
                  <a:lnTo>
                    <a:pt x="656" y="491"/>
                  </a:lnTo>
                  <a:lnTo>
                    <a:pt x="651" y="493"/>
                  </a:lnTo>
                  <a:lnTo>
                    <a:pt x="646" y="496"/>
                  </a:lnTo>
                  <a:lnTo>
                    <a:pt x="642" y="499"/>
                  </a:lnTo>
                  <a:lnTo>
                    <a:pt x="637" y="503"/>
                  </a:lnTo>
                  <a:lnTo>
                    <a:pt x="633" y="508"/>
                  </a:lnTo>
                  <a:lnTo>
                    <a:pt x="630" y="512"/>
                  </a:lnTo>
                  <a:lnTo>
                    <a:pt x="627" y="516"/>
                  </a:lnTo>
                  <a:lnTo>
                    <a:pt x="624" y="522"/>
                  </a:lnTo>
                  <a:lnTo>
                    <a:pt x="603" y="553"/>
                  </a:lnTo>
                  <a:lnTo>
                    <a:pt x="579" y="584"/>
                  </a:lnTo>
                  <a:lnTo>
                    <a:pt x="556" y="615"/>
                  </a:lnTo>
                  <a:lnTo>
                    <a:pt x="531" y="646"/>
                  </a:lnTo>
                  <a:lnTo>
                    <a:pt x="506" y="676"/>
                  </a:lnTo>
                  <a:lnTo>
                    <a:pt x="480" y="704"/>
                  </a:lnTo>
                  <a:lnTo>
                    <a:pt x="454" y="733"/>
                  </a:lnTo>
                  <a:lnTo>
                    <a:pt x="427" y="758"/>
                  </a:lnTo>
                  <a:lnTo>
                    <a:pt x="401" y="783"/>
                  </a:lnTo>
                  <a:lnTo>
                    <a:pt x="374" y="805"/>
                  </a:lnTo>
                  <a:lnTo>
                    <a:pt x="362" y="815"/>
                  </a:lnTo>
                  <a:lnTo>
                    <a:pt x="349" y="825"/>
                  </a:lnTo>
                  <a:lnTo>
                    <a:pt x="336" y="834"/>
                  </a:lnTo>
                  <a:lnTo>
                    <a:pt x="323" y="841"/>
                  </a:lnTo>
                  <a:lnTo>
                    <a:pt x="310" y="848"/>
                  </a:lnTo>
                  <a:lnTo>
                    <a:pt x="298" y="855"/>
                  </a:lnTo>
                  <a:lnTo>
                    <a:pt x="286" y="860"/>
                  </a:lnTo>
                  <a:lnTo>
                    <a:pt x="273" y="865"/>
                  </a:lnTo>
                  <a:lnTo>
                    <a:pt x="262" y="868"/>
                  </a:lnTo>
                  <a:lnTo>
                    <a:pt x="251" y="872"/>
                  </a:lnTo>
                  <a:lnTo>
                    <a:pt x="240" y="873"/>
                  </a:lnTo>
                  <a:lnTo>
                    <a:pt x="228" y="874"/>
                  </a:lnTo>
                  <a:lnTo>
                    <a:pt x="221" y="874"/>
                  </a:lnTo>
                  <a:lnTo>
                    <a:pt x="215" y="873"/>
                  </a:lnTo>
                  <a:lnTo>
                    <a:pt x="209" y="871"/>
                  </a:lnTo>
                  <a:lnTo>
                    <a:pt x="203" y="868"/>
                  </a:lnTo>
                  <a:lnTo>
                    <a:pt x="198" y="865"/>
                  </a:lnTo>
                  <a:lnTo>
                    <a:pt x="193" y="862"/>
                  </a:lnTo>
                  <a:lnTo>
                    <a:pt x="188" y="858"/>
                  </a:lnTo>
                  <a:lnTo>
                    <a:pt x="183" y="853"/>
                  </a:lnTo>
                  <a:lnTo>
                    <a:pt x="178" y="848"/>
                  </a:lnTo>
                  <a:lnTo>
                    <a:pt x="174" y="843"/>
                  </a:lnTo>
                  <a:lnTo>
                    <a:pt x="170" y="836"/>
                  </a:lnTo>
                  <a:lnTo>
                    <a:pt x="167" y="830"/>
                  </a:lnTo>
                  <a:lnTo>
                    <a:pt x="162" y="813"/>
                  </a:lnTo>
                  <a:lnTo>
                    <a:pt x="158" y="796"/>
                  </a:lnTo>
                  <a:lnTo>
                    <a:pt x="155" y="776"/>
                  </a:lnTo>
                  <a:lnTo>
                    <a:pt x="154" y="753"/>
                  </a:lnTo>
                  <a:lnTo>
                    <a:pt x="154" y="729"/>
                  </a:lnTo>
                  <a:lnTo>
                    <a:pt x="155" y="702"/>
                  </a:lnTo>
                  <a:lnTo>
                    <a:pt x="159" y="665"/>
                  </a:lnTo>
                  <a:lnTo>
                    <a:pt x="164" y="628"/>
                  </a:lnTo>
                  <a:lnTo>
                    <a:pt x="170" y="589"/>
                  </a:lnTo>
                  <a:lnTo>
                    <a:pt x="178" y="548"/>
                  </a:lnTo>
                  <a:lnTo>
                    <a:pt x="188" y="507"/>
                  </a:lnTo>
                  <a:lnTo>
                    <a:pt x="197" y="465"/>
                  </a:lnTo>
                  <a:lnTo>
                    <a:pt x="208" y="423"/>
                  </a:lnTo>
                  <a:lnTo>
                    <a:pt x="220" y="382"/>
                  </a:lnTo>
                  <a:lnTo>
                    <a:pt x="234" y="341"/>
                  </a:lnTo>
                  <a:lnTo>
                    <a:pt x="247" y="301"/>
                  </a:lnTo>
                  <a:lnTo>
                    <a:pt x="261" y="261"/>
                  </a:lnTo>
                  <a:lnTo>
                    <a:pt x="275" y="223"/>
                  </a:lnTo>
                  <a:lnTo>
                    <a:pt x="291" y="188"/>
                  </a:lnTo>
                  <a:lnTo>
                    <a:pt x="306" y="154"/>
                  </a:lnTo>
                  <a:lnTo>
                    <a:pt x="322" y="122"/>
                  </a:lnTo>
                  <a:lnTo>
                    <a:pt x="338" y="94"/>
                  </a:lnTo>
                  <a:lnTo>
                    <a:pt x="345" y="81"/>
                  </a:lnTo>
                  <a:lnTo>
                    <a:pt x="351" y="68"/>
                  </a:lnTo>
                  <a:lnTo>
                    <a:pt x="356" y="58"/>
                  </a:lnTo>
                  <a:lnTo>
                    <a:pt x="359" y="48"/>
                  </a:lnTo>
                  <a:lnTo>
                    <a:pt x="360" y="40"/>
                  </a:lnTo>
                  <a:lnTo>
                    <a:pt x="361" y="33"/>
                  </a:lnTo>
                  <a:lnTo>
                    <a:pt x="360" y="25"/>
                  </a:lnTo>
                  <a:lnTo>
                    <a:pt x="357" y="20"/>
                  </a:lnTo>
                  <a:lnTo>
                    <a:pt x="354" y="15"/>
                  </a:lnTo>
                  <a:lnTo>
                    <a:pt x="350" y="11"/>
                  </a:lnTo>
                  <a:lnTo>
                    <a:pt x="344" y="8"/>
                  </a:lnTo>
                  <a:lnTo>
                    <a:pt x="337" y="5"/>
                  </a:lnTo>
                  <a:lnTo>
                    <a:pt x="327" y="3"/>
                  </a:lnTo>
                  <a:lnTo>
                    <a:pt x="318" y="1"/>
                  </a:lnTo>
                  <a:lnTo>
                    <a:pt x="307" y="0"/>
                  </a:lnTo>
                  <a:lnTo>
                    <a:pt x="295" y="0"/>
                  </a:lnTo>
                  <a:lnTo>
                    <a:pt x="291" y="0"/>
                  </a:lnTo>
                  <a:lnTo>
                    <a:pt x="276" y="0"/>
                  </a:lnTo>
                  <a:lnTo>
                    <a:pt x="263" y="2"/>
                  </a:lnTo>
                  <a:lnTo>
                    <a:pt x="251" y="4"/>
                  </a:lnTo>
                  <a:lnTo>
                    <a:pt x="240" y="7"/>
                  </a:lnTo>
                  <a:lnTo>
                    <a:pt x="229" y="11"/>
                  </a:lnTo>
                  <a:lnTo>
                    <a:pt x="219" y="15"/>
                  </a:lnTo>
                  <a:lnTo>
                    <a:pt x="211" y="20"/>
                  </a:lnTo>
                  <a:lnTo>
                    <a:pt x="203" y="25"/>
                  </a:lnTo>
                  <a:lnTo>
                    <a:pt x="196" y="32"/>
                  </a:lnTo>
                  <a:lnTo>
                    <a:pt x="190" y="39"/>
                  </a:lnTo>
                  <a:lnTo>
                    <a:pt x="184" y="45"/>
                  </a:lnTo>
                  <a:lnTo>
                    <a:pt x="178" y="52"/>
                  </a:lnTo>
                  <a:lnTo>
                    <a:pt x="169" y="67"/>
                  </a:lnTo>
                  <a:lnTo>
                    <a:pt x="162" y="83"/>
                  </a:lnTo>
                  <a:lnTo>
                    <a:pt x="148" y="113"/>
                  </a:lnTo>
                  <a:lnTo>
                    <a:pt x="135" y="146"/>
                  </a:lnTo>
                  <a:lnTo>
                    <a:pt x="120" y="180"/>
                  </a:lnTo>
                  <a:lnTo>
                    <a:pt x="107" y="215"/>
                  </a:lnTo>
                  <a:lnTo>
                    <a:pt x="94" y="253"/>
                  </a:lnTo>
                  <a:lnTo>
                    <a:pt x="81" y="292"/>
                  </a:lnTo>
                  <a:lnTo>
                    <a:pt x="67" y="332"/>
                  </a:lnTo>
                  <a:lnTo>
                    <a:pt x="56" y="372"/>
                  </a:lnTo>
                  <a:lnTo>
                    <a:pt x="45" y="414"/>
                  </a:lnTo>
                  <a:lnTo>
                    <a:pt x="34" y="458"/>
                  </a:lnTo>
                  <a:lnTo>
                    <a:pt x="24" y="502"/>
                  </a:lnTo>
                  <a:lnTo>
                    <a:pt x="17" y="547"/>
                  </a:lnTo>
                  <a:lnTo>
                    <a:pt x="10" y="593"/>
                  </a:lnTo>
                  <a:lnTo>
                    <a:pt x="5" y="639"/>
                  </a:lnTo>
                  <a:lnTo>
                    <a:pt x="2" y="685"/>
                  </a:lnTo>
                  <a:lnTo>
                    <a:pt x="0" y="732"/>
                  </a:lnTo>
                  <a:lnTo>
                    <a:pt x="0" y="744"/>
                  </a:lnTo>
                  <a:lnTo>
                    <a:pt x="1" y="756"/>
                  </a:lnTo>
                  <a:lnTo>
                    <a:pt x="2" y="768"/>
                  </a:lnTo>
                  <a:lnTo>
                    <a:pt x="3" y="780"/>
                  </a:lnTo>
                  <a:lnTo>
                    <a:pt x="6" y="791"/>
                  </a:lnTo>
                  <a:lnTo>
                    <a:pt x="8" y="802"/>
                  </a:lnTo>
                  <a:lnTo>
                    <a:pt x="12" y="813"/>
                  </a:lnTo>
                  <a:lnTo>
                    <a:pt x="16" y="825"/>
                  </a:lnTo>
                  <a:lnTo>
                    <a:pt x="20" y="835"/>
                  </a:lnTo>
                  <a:lnTo>
                    <a:pt x="25" y="845"/>
                  </a:lnTo>
                  <a:lnTo>
                    <a:pt x="31" y="855"/>
                  </a:lnTo>
                  <a:lnTo>
                    <a:pt x="37" y="864"/>
                  </a:lnTo>
                  <a:lnTo>
                    <a:pt x="44" y="875"/>
                  </a:lnTo>
                  <a:lnTo>
                    <a:pt x="51" y="884"/>
                  </a:lnTo>
                  <a:lnTo>
                    <a:pt x="58" y="893"/>
                  </a:lnTo>
                  <a:lnTo>
                    <a:pt x="66" y="901"/>
                  </a:lnTo>
                  <a:lnTo>
                    <a:pt x="79" y="912"/>
                  </a:lnTo>
                  <a:lnTo>
                    <a:pt x="91" y="923"/>
                  </a:lnTo>
                  <a:lnTo>
                    <a:pt x="103" y="932"/>
                  </a:lnTo>
                  <a:lnTo>
                    <a:pt x="115" y="941"/>
                  </a:lnTo>
                  <a:lnTo>
                    <a:pt x="127" y="948"/>
                  </a:lnTo>
                  <a:lnTo>
                    <a:pt x="141" y="955"/>
                  </a:lnTo>
                  <a:lnTo>
                    <a:pt x="153" y="961"/>
                  </a:lnTo>
                  <a:lnTo>
                    <a:pt x="165" y="966"/>
                  </a:lnTo>
                  <a:lnTo>
                    <a:pt x="177" y="972"/>
                  </a:lnTo>
                  <a:lnTo>
                    <a:pt x="189" y="975"/>
                  </a:lnTo>
                  <a:lnTo>
                    <a:pt x="201" y="979"/>
                  </a:lnTo>
                  <a:lnTo>
                    <a:pt x="211" y="981"/>
                  </a:lnTo>
                  <a:lnTo>
                    <a:pt x="232" y="985"/>
                  </a:lnTo>
                  <a:lnTo>
                    <a:pt x="248" y="986"/>
                  </a:lnTo>
                  <a:lnTo>
                    <a:pt x="259" y="985"/>
                  </a:lnTo>
                  <a:lnTo>
                    <a:pt x="270" y="984"/>
                  </a:lnTo>
                  <a:lnTo>
                    <a:pt x="282" y="982"/>
                  </a:lnTo>
                  <a:lnTo>
                    <a:pt x="294" y="979"/>
                  </a:lnTo>
                  <a:lnTo>
                    <a:pt x="305" y="976"/>
                  </a:lnTo>
                  <a:lnTo>
                    <a:pt x="316" y="972"/>
                  </a:lnTo>
                  <a:lnTo>
                    <a:pt x="327" y="966"/>
                  </a:lnTo>
                  <a:lnTo>
                    <a:pt x="339" y="961"/>
                  </a:lnTo>
                  <a:lnTo>
                    <a:pt x="361" y="949"/>
                  </a:lnTo>
                  <a:lnTo>
                    <a:pt x="384" y="935"/>
                  </a:lnTo>
                  <a:lnTo>
                    <a:pt x="405" y="918"/>
                  </a:lnTo>
                  <a:lnTo>
                    <a:pt x="426" y="901"/>
                  </a:lnTo>
                  <a:lnTo>
                    <a:pt x="448" y="883"/>
                  </a:lnTo>
                  <a:lnTo>
                    <a:pt x="467" y="863"/>
                  </a:lnTo>
                  <a:lnTo>
                    <a:pt x="487" y="844"/>
                  </a:lnTo>
                  <a:lnTo>
                    <a:pt x="504" y="825"/>
                  </a:lnTo>
                  <a:lnTo>
                    <a:pt x="538" y="786"/>
                  </a:lnTo>
                  <a:lnTo>
                    <a:pt x="565" y="751"/>
                  </a:lnTo>
                  <a:lnTo>
                    <a:pt x="576" y="73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35" name="Freeform 38"/>
            <p:cNvSpPr>
              <a:spLocks/>
            </p:cNvSpPr>
            <p:nvPr userDrawn="1"/>
          </p:nvSpPr>
          <p:spPr bwMode="gray">
            <a:xfrm>
              <a:off x="6357" y="558"/>
              <a:ext cx="28" cy="94"/>
            </a:xfrm>
            <a:custGeom>
              <a:avLst/>
              <a:gdLst>
                <a:gd name="T0" fmla="*/ 211 w 340"/>
                <a:gd name="T1" fmla="*/ 0 h 1127"/>
                <a:gd name="T2" fmla="*/ 198 w 340"/>
                <a:gd name="T3" fmla="*/ 2 h 1127"/>
                <a:gd name="T4" fmla="*/ 187 w 340"/>
                <a:gd name="T5" fmla="*/ 6 h 1127"/>
                <a:gd name="T6" fmla="*/ 178 w 340"/>
                <a:gd name="T7" fmla="*/ 12 h 1127"/>
                <a:gd name="T8" fmla="*/ 167 w 340"/>
                <a:gd name="T9" fmla="*/ 24 h 1127"/>
                <a:gd name="T10" fmla="*/ 158 w 340"/>
                <a:gd name="T11" fmla="*/ 41 h 1127"/>
                <a:gd name="T12" fmla="*/ 151 w 340"/>
                <a:gd name="T13" fmla="*/ 66 h 1127"/>
                <a:gd name="T14" fmla="*/ 144 w 340"/>
                <a:gd name="T15" fmla="*/ 103 h 1127"/>
                <a:gd name="T16" fmla="*/ 134 w 340"/>
                <a:gd name="T17" fmla="*/ 147 h 1127"/>
                <a:gd name="T18" fmla="*/ 123 w 340"/>
                <a:gd name="T19" fmla="*/ 195 h 1127"/>
                <a:gd name="T20" fmla="*/ 101 w 340"/>
                <a:gd name="T21" fmla="*/ 292 h 1127"/>
                <a:gd name="T22" fmla="*/ 67 w 340"/>
                <a:gd name="T23" fmla="*/ 447 h 1127"/>
                <a:gd name="T24" fmla="*/ 35 w 340"/>
                <a:gd name="T25" fmla="*/ 608 h 1127"/>
                <a:gd name="T26" fmla="*/ 16 w 340"/>
                <a:gd name="T27" fmla="*/ 725 h 1127"/>
                <a:gd name="T28" fmla="*/ 7 w 340"/>
                <a:gd name="T29" fmla="*/ 797 h 1127"/>
                <a:gd name="T30" fmla="*/ 1 w 340"/>
                <a:gd name="T31" fmla="*/ 872 h 1127"/>
                <a:gd name="T32" fmla="*/ 0 w 340"/>
                <a:gd name="T33" fmla="*/ 941 h 1127"/>
                <a:gd name="T34" fmla="*/ 5 w 340"/>
                <a:gd name="T35" fmla="*/ 996 h 1127"/>
                <a:gd name="T36" fmla="*/ 14 w 340"/>
                <a:gd name="T37" fmla="*/ 1039 h 1127"/>
                <a:gd name="T38" fmla="*/ 27 w 340"/>
                <a:gd name="T39" fmla="*/ 1071 h 1127"/>
                <a:gd name="T40" fmla="*/ 43 w 340"/>
                <a:gd name="T41" fmla="*/ 1094 h 1127"/>
                <a:gd name="T42" fmla="*/ 62 w 340"/>
                <a:gd name="T43" fmla="*/ 1111 h 1127"/>
                <a:gd name="T44" fmla="*/ 82 w 340"/>
                <a:gd name="T45" fmla="*/ 1121 h 1127"/>
                <a:gd name="T46" fmla="*/ 102 w 340"/>
                <a:gd name="T47" fmla="*/ 1127 h 1127"/>
                <a:gd name="T48" fmla="*/ 116 w 340"/>
                <a:gd name="T49" fmla="*/ 1127 h 1127"/>
                <a:gd name="T50" fmla="*/ 122 w 340"/>
                <a:gd name="T51" fmla="*/ 1124 h 1127"/>
                <a:gd name="T52" fmla="*/ 129 w 340"/>
                <a:gd name="T53" fmla="*/ 1116 h 1127"/>
                <a:gd name="T54" fmla="*/ 134 w 340"/>
                <a:gd name="T55" fmla="*/ 1099 h 1127"/>
                <a:gd name="T56" fmla="*/ 134 w 340"/>
                <a:gd name="T57" fmla="*/ 1070 h 1127"/>
                <a:gd name="T58" fmla="*/ 137 w 340"/>
                <a:gd name="T59" fmla="*/ 1026 h 1127"/>
                <a:gd name="T60" fmla="*/ 145 w 340"/>
                <a:gd name="T61" fmla="*/ 948 h 1127"/>
                <a:gd name="T62" fmla="*/ 165 w 340"/>
                <a:gd name="T63" fmla="*/ 829 h 1127"/>
                <a:gd name="T64" fmla="*/ 191 w 340"/>
                <a:gd name="T65" fmla="*/ 696 h 1127"/>
                <a:gd name="T66" fmla="*/ 222 w 340"/>
                <a:gd name="T67" fmla="*/ 559 h 1127"/>
                <a:gd name="T68" fmla="*/ 253 w 340"/>
                <a:gd name="T69" fmla="*/ 425 h 1127"/>
                <a:gd name="T70" fmla="*/ 286 w 340"/>
                <a:gd name="T71" fmla="*/ 301 h 1127"/>
                <a:gd name="T72" fmla="*/ 316 w 340"/>
                <a:gd name="T73" fmla="*/ 195 h 1127"/>
                <a:gd name="T74" fmla="*/ 333 w 340"/>
                <a:gd name="T75" fmla="*/ 136 h 1127"/>
                <a:gd name="T76" fmla="*/ 338 w 340"/>
                <a:gd name="T77" fmla="*/ 110 h 1127"/>
                <a:gd name="T78" fmla="*/ 340 w 340"/>
                <a:gd name="T79" fmla="*/ 88 h 1127"/>
                <a:gd name="T80" fmla="*/ 337 w 340"/>
                <a:gd name="T81" fmla="*/ 70 h 1127"/>
                <a:gd name="T82" fmla="*/ 331 w 340"/>
                <a:gd name="T83" fmla="*/ 55 h 1127"/>
                <a:gd name="T84" fmla="*/ 321 w 340"/>
                <a:gd name="T85" fmla="*/ 42 h 1127"/>
                <a:gd name="T86" fmla="*/ 307 w 340"/>
                <a:gd name="T87" fmla="*/ 31 h 1127"/>
                <a:gd name="T88" fmla="*/ 292 w 340"/>
                <a:gd name="T89" fmla="*/ 22 h 1127"/>
                <a:gd name="T90" fmla="*/ 266 w 340"/>
                <a:gd name="T91" fmla="*/ 9 h 1127"/>
                <a:gd name="T92" fmla="*/ 233 w 340"/>
                <a:gd name="T93" fmla="*/ 1 h 1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40" h="1127">
                  <a:moveTo>
                    <a:pt x="218" y="0"/>
                  </a:moveTo>
                  <a:lnTo>
                    <a:pt x="211" y="0"/>
                  </a:lnTo>
                  <a:lnTo>
                    <a:pt x="204" y="1"/>
                  </a:lnTo>
                  <a:lnTo>
                    <a:pt x="198" y="2"/>
                  </a:lnTo>
                  <a:lnTo>
                    <a:pt x="192" y="4"/>
                  </a:lnTo>
                  <a:lnTo>
                    <a:pt x="187" y="6"/>
                  </a:lnTo>
                  <a:lnTo>
                    <a:pt x="182" y="9"/>
                  </a:lnTo>
                  <a:lnTo>
                    <a:pt x="178" y="12"/>
                  </a:lnTo>
                  <a:lnTo>
                    <a:pt x="174" y="16"/>
                  </a:lnTo>
                  <a:lnTo>
                    <a:pt x="167" y="24"/>
                  </a:lnTo>
                  <a:lnTo>
                    <a:pt x="162" y="33"/>
                  </a:lnTo>
                  <a:lnTo>
                    <a:pt x="158" y="41"/>
                  </a:lnTo>
                  <a:lnTo>
                    <a:pt x="154" y="51"/>
                  </a:lnTo>
                  <a:lnTo>
                    <a:pt x="151" y="66"/>
                  </a:lnTo>
                  <a:lnTo>
                    <a:pt x="148" y="84"/>
                  </a:lnTo>
                  <a:lnTo>
                    <a:pt x="144" y="103"/>
                  </a:lnTo>
                  <a:lnTo>
                    <a:pt x="139" y="125"/>
                  </a:lnTo>
                  <a:lnTo>
                    <a:pt x="134" y="147"/>
                  </a:lnTo>
                  <a:lnTo>
                    <a:pt x="129" y="171"/>
                  </a:lnTo>
                  <a:lnTo>
                    <a:pt x="123" y="195"/>
                  </a:lnTo>
                  <a:lnTo>
                    <a:pt x="118" y="222"/>
                  </a:lnTo>
                  <a:lnTo>
                    <a:pt x="101" y="292"/>
                  </a:lnTo>
                  <a:lnTo>
                    <a:pt x="84" y="369"/>
                  </a:lnTo>
                  <a:lnTo>
                    <a:pt x="67" y="447"/>
                  </a:lnTo>
                  <a:lnTo>
                    <a:pt x="50" y="528"/>
                  </a:lnTo>
                  <a:lnTo>
                    <a:pt x="35" y="608"/>
                  </a:lnTo>
                  <a:lnTo>
                    <a:pt x="22" y="687"/>
                  </a:lnTo>
                  <a:lnTo>
                    <a:pt x="16" y="725"/>
                  </a:lnTo>
                  <a:lnTo>
                    <a:pt x="11" y="762"/>
                  </a:lnTo>
                  <a:lnTo>
                    <a:pt x="7" y="797"/>
                  </a:lnTo>
                  <a:lnTo>
                    <a:pt x="3" y="832"/>
                  </a:lnTo>
                  <a:lnTo>
                    <a:pt x="1" y="872"/>
                  </a:lnTo>
                  <a:lnTo>
                    <a:pt x="0" y="909"/>
                  </a:lnTo>
                  <a:lnTo>
                    <a:pt x="0" y="941"/>
                  </a:lnTo>
                  <a:lnTo>
                    <a:pt x="1" y="971"/>
                  </a:lnTo>
                  <a:lnTo>
                    <a:pt x="5" y="996"/>
                  </a:lnTo>
                  <a:lnTo>
                    <a:pt x="9" y="1019"/>
                  </a:lnTo>
                  <a:lnTo>
                    <a:pt x="14" y="1039"/>
                  </a:lnTo>
                  <a:lnTo>
                    <a:pt x="20" y="1057"/>
                  </a:lnTo>
                  <a:lnTo>
                    <a:pt x="27" y="1071"/>
                  </a:lnTo>
                  <a:lnTo>
                    <a:pt x="35" y="1084"/>
                  </a:lnTo>
                  <a:lnTo>
                    <a:pt x="43" y="1094"/>
                  </a:lnTo>
                  <a:lnTo>
                    <a:pt x="52" y="1103"/>
                  </a:lnTo>
                  <a:lnTo>
                    <a:pt x="62" y="1111"/>
                  </a:lnTo>
                  <a:lnTo>
                    <a:pt x="72" y="1117"/>
                  </a:lnTo>
                  <a:lnTo>
                    <a:pt x="82" y="1121"/>
                  </a:lnTo>
                  <a:lnTo>
                    <a:pt x="93" y="1125"/>
                  </a:lnTo>
                  <a:lnTo>
                    <a:pt x="102" y="1127"/>
                  </a:lnTo>
                  <a:lnTo>
                    <a:pt x="112" y="1127"/>
                  </a:lnTo>
                  <a:lnTo>
                    <a:pt x="116" y="1127"/>
                  </a:lnTo>
                  <a:lnTo>
                    <a:pt x="119" y="1125"/>
                  </a:lnTo>
                  <a:lnTo>
                    <a:pt x="122" y="1124"/>
                  </a:lnTo>
                  <a:lnTo>
                    <a:pt x="125" y="1121"/>
                  </a:lnTo>
                  <a:lnTo>
                    <a:pt x="129" y="1116"/>
                  </a:lnTo>
                  <a:lnTo>
                    <a:pt x="132" y="1109"/>
                  </a:lnTo>
                  <a:lnTo>
                    <a:pt x="134" y="1099"/>
                  </a:lnTo>
                  <a:lnTo>
                    <a:pt x="134" y="1089"/>
                  </a:lnTo>
                  <a:lnTo>
                    <a:pt x="134" y="1070"/>
                  </a:lnTo>
                  <a:lnTo>
                    <a:pt x="135" y="1048"/>
                  </a:lnTo>
                  <a:lnTo>
                    <a:pt x="137" y="1026"/>
                  </a:lnTo>
                  <a:lnTo>
                    <a:pt x="139" y="1001"/>
                  </a:lnTo>
                  <a:lnTo>
                    <a:pt x="145" y="948"/>
                  </a:lnTo>
                  <a:lnTo>
                    <a:pt x="154" y="891"/>
                  </a:lnTo>
                  <a:lnTo>
                    <a:pt x="165" y="829"/>
                  </a:lnTo>
                  <a:lnTo>
                    <a:pt x="177" y="764"/>
                  </a:lnTo>
                  <a:lnTo>
                    <a:pt x="191" y="696"/>
                  </a:lnTo>
                  <a:lnTo>
                    <a:pt x="205" y="628"/>
                  </a:lnTo>
                  <a:lnTo>
                    <a:pt x="222" y="559"/>
                  </a:lnTo>
                  <a:lnTo>
                    <a:pt x="237" y="492"/>
                  </a:lnTo>
                  <a:lnTo>
                    <a:pt x="253" y="425"/>
                  </a:lnTo>
                  <a:lnTo>
                    <a:pt x="270" y="361"/>
                  </a:lnTo>
                  <a:lnTo>
                    <a:pt x="286" y="301"/>
                  </a:lnTo>
                  <a:lnTo>
                    <a:pt x="301" y="245"/>
                  </a:lnTo>
                  <a:lnTo>
                    <a:pt x="316" y="195"/>
                  </a:lnTo>
                  <a:lnTo>
                    <a:pt x="329" y="150"/>
                  </a:lnTo>
                  <a:lnTo>
                    <a:pt x="333" y="136"/>
                  </a:lnTo>
                  <a:lnTo>
                    <a:pt x="336" y="123"/>
                  </a:lnTo>
                  <a:lnTo>
                    <a:pt x="338" y="110"/>
                  </a:lnTo>
                  <a:lnTo>
                    <a:pt x="339" y="98"/>
                  </a:lnTo>
                  <a:lnTo>
                    <a:pt x="340" y="88"/>
                  </a:lnTo>
                  <a:lnTo>
                    <a:pt x="339" y="79"/>
                  </a:lnTo>
                  <a:lnTo>
                    <a:pt x="337" y="70"/>
                  </a:lnTo>
                  <a:lnTo>
                    <a:pt x="334" y="62"/>
                  </a:lnTo>
                  <a:lnTo>
                    <a:pt x="331" y="55"/>
                  </a:lnTo>
                  <a:lnTo>
                    <a:pt x="326" y="48"/>
                  </a:lnTo>
                  <a:lnTo>
                    <a:pt x="321" y="42"/>
                  </a:lnTo>
                  <a:lnTo>
                    <a:pt x="315" y="37"/>
                  </a:lnTo>
                  <a:lnTo>
                    <a:pt x="307" y="31"/>
                  </a:lnTo>
                  <a:lnTo>
                    <a:pt x="300" y="27"/>
                  </a:lnTo>
                  <a:lnTo>
                    <a:pt x="292" y="22"/>
                  </a:lnTo>
                  <a:lnTo>
                    <a:pt x="283" y="17"/>
                  </a:lnTo>
                  <a:lnTo>
                    <a:pt x="266" y="9"/>
                  </a:lnTo>
                  <a:lnTo>
                    <a:pt x="248" y="4"/>
                  </a:lnTo>
                  <a:lnTo>
                    <a:pt x="233" y="1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36" name="Freeform 39"/>
            <p:cNvSpPr>
              <a:spLocks/>
            </p:cNvSpPr>
            <p:nvPr userDrawn="1"/>
          </p:nvSpPr>
          <p:spPr bwMode="gray">
            <a:xfrm>
              <a:off x="7003" y="607"/>
              <a:ext cx="58" cy="42"/>
            </a:xfrm>
            <a:custGeom>
              <a:avLst/>
              <a:gdLst>
                <a:gd name="T0" fmla="*/ 50 w 695"/>
                <a:gd name="T1" fmla="*/ 38 h 503"/>
                <a:gd name="T2" fmla="*/ 37 w 695"/>
                <a:gd name="T3" fmla="*/ 44 h 503"/>
                <a:gd name="T4" fmla="*/ 31 w 695"/>
                <a:gd name="T5" fmla="*/ 54 h 503"/>
                <a:gd name="T6" fmla="*/ 30 w 695"/>
                <a:gd name="T7" fmla="*/ 70 h 503"/>
                <a:gd name="T8" fmla="*/ 37 w 695"/>
                <a:gd name="T9" fmla="*/ 108 h 503"/>
                <a:gd name="T10" fmla="*/ 39 w 695"/>
                <a:gd name="T11" fmla="*/ 159 h 503"/>
                <a:gd name="T12" fmla="*/ 35 w 695"/>
                <a:gd name="T13" fmla="*/ 214 h 503"/>
                <a:gd name="T14" fmla="*/ 17 w 695"/>
                <a:gd name="T15" fmla="*/ 323 h 503"/>
                <a:gd name="T16" fmla="*/ 4 w 695"/>
                <a:gd name="T17" fmla="*/ 384 h 503"/>
                <a:gd name="T18" fmla="*/ 0 w 695"/>
                <a:gd name="T19" fmla="*/ 414 h 503"/>
                <a:gd name="T20" fmla="*/ 6 w 695"/>
                <a:gd name="T21" fmla="*/ 438 h 503"/>
                <a:gd name="T22" fmla="*/ 17 w 695"/>
                <a:gd name="T23" fmla="*/ 455 h 503"/>
                <a:gd name="T24" fmla="*/ 32 w 695"/>
                <a:gd name="T25" fmla="*/ 470 h 503"/>
                <a:gd name="T26" fmla="*/ 74 w 695"/>
                <a:gd name="T27" fmla="*/ 494 h 503"/>
                <a:gd name="T28" fmla="*/ 114 w 695"/>
                <a:gd name="T29" fmla="*/ 503 h 503"/>
                <a:gd name="T30" fmla="*/ 134 w 695"/>
                <a:gd name="T31" fmla="*/ 500 h 503"/>
                <a:gd name="T32" fmla="*/ 152 w 695"/>
                <a:gd name="T33" fmla="*/ 486 h 503"/>
                <a:gd name="T34" fmla="*/ 171 w 695"/>
                <a:gd name="T35" fmla="*/ 441 h 503"/>
                <a:gd name="T36" fmla="*/ 212 w 695"/>
                <a:gd name="T37" fmla="*/ 349 h 503"/>
                <a:gd name="T38" fmla="*/ 241 w 695"/>
                <a:gd name="T39" fmla="*/ 301 h 503"/>
                <a:gd name="T40" fmla="*/ 278 w 695"/>
                <a:gd name="T41" fmla="*/ 253 h 503"/>
                <a:gd name="T42" fmla="*/ 322 w 695"/>
                <a:gd name="T43" fmla="*/ 208 h 503"/>
                <a:gd name="T44" fmla="*/ 374 w 695"/>
                <a:gd name="T45" fmla="*/ 167 h 503"/>
                <a:gd name="T46" fmla="*/ 435 w 695"/>
                <a:gd name="T47" fmla="*/ 131 h 503"/>
                <a:gd name="T48" fmla="*/ 505 w 695"/>
                <a:gd name="T49" fmla="*/ 102 h 503"/>
                <a:gd name="T50" fmla="*/ 585 w 695"/>
                <a:gd name="T51" fmla="*/ 82 h 503"/>
                <a:gd name="T52" fmla="*/ 677 w 695"/>
                <a:gd name="T53" fmla="*/ 72 h 503"/>
                <a:gd name="T54" fmla="*/ 686 w 695"/>
                <a:gd name="T55" fmla="*/ 69 h 503"/>
                <a:gd name="T56" fmla="*/ 692 w 695"/>
                <a:gd name="T57" fmla="*/ 62 h 503"/>
                <a:gd name="T58" fmla="*/ 695 w 695"/>
                <a:gd name="T59" fmla="*/ 51 h 503"/>
                <a:gd name="T60" fmla="*/ 690 w 695"/>
                <a:gd name="T61" fmla="*/ 34 h 503"/>
                <a:gd name="T62" fmla="*/ 674 w 695"/>
                <a:gd name="T63" fmla="*/ 18 h 503"/>
                <a:gd name="T64" fmla="*/ 648 w 695"/>
                <a:gd name="T65" fmla="*/ 8 h 503"/>
                <a:gd name="T66" fmla="*/ 604 w 695"/>
                <a:gd name="T67" fmla="*/ 1 h 503"/>
                <a:gd name="T68" fmla="*/ 536 w 695"/>
                <a:gd name="T69" fmla="*/ 2 h 503"/>
                <a:gd name="T70" fmla="*/ 469 w 695"/>
                <a:gd name="T71" fmla="*/ 13 h 503"/>
                <a:gd name="T72" fmla="*/ 397 w 695"/>
                <a:gd name="T73" fmla="*/ 33 h 503"/>
                <a:gd name="T74" fmla="*/ 328 w 695"/>
                <a:gd name="T75" fmla="*/ 60 h 503"/>
                <a:gd name="T76" fmla="*/ 262 w 695"/>
                <a:gd name="T77" fmla="*/ 94 h 503"/>
                <a:gd name="T78" fmla="*/ 214 w 695"/>
                <a:gd name="T79" fmla="*/ 124 h 503"/>
                <a:gd name="T80" fmla="*/ 200 w 695"/>
                <a:gd name="T81" fmla="*/ 101 h 503"/>
                <a:gd name="T82" fmla="*/ 160 w 695"/>
                <a:gd name="T83" fmla="*/ 66 h 503"/>
                <a:gd name="T84" fmla="*/ 124 w 695"/>
                <a:gd name="T85" fmla="*/ 46 h 503"/>
                <a:gd name="T86" fmla="*/ 96 w 695"/>
                <a:gd name="T87" fmla="*/ 38 h 503"/>
                <a:gd name="T88" fmla="*/ 71 w 695"/>
                <a:gd name="T89" fmla="*/ 35 h 5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695" h="503">
                  <a:moveTo>
                    <a:pt x="71" y="35"/>
                  </a:moveTo>
                  <a:lnTo>
                    <a:pt x="61" y="36"/>
                  </a:lnTo>
                  <a:lnTo>
                    <a:pt x="50" y="38"/>
                  </a:lnTo>
                  <a:lnTo>
                    <a:pt x="45" y="39"/>
                  </a:lnTo>
                  <a:lnTo>
                    <a:pt x="41" y="42"/>
                  </a:lnTo>
                  <a:lnTo>
                    <a:pt x="37" y="44"/>
                  </a:lnTo>
                  <a:lnTo>
                    <a:pt x="34" y="48"/>
                  </a:lnTo>
                  <a:lnTo>
                    <a:pt x="32" y="51"/>
                  </a:lnTo>
                  <a:lnTo>
                    <a:pt x="31" y="54"/>
                  </a:lnTo>
                  <a:lnTo>
                    <a:pt x="30" y="58"/>
                  </a:lnTo>
                  <a:lnTo>
                    <a:pt x="29" y="61"/>
                  </a:lnTo>
                  <a:lnTo>
                    <a:pt x="30" y="70"/>
                  </a:lnTo>
                  <a:lnTo>
                    <a:pt x="32" y="81"/>
                  </a:lnTo>
                  <a:lnTo>
                    <a:pt x="35" y="94"/>
                  </a:lnTo>
                  <a:lnTo>
                    <a:pt x="37" y="108"/>
                  </a:lnTo>
                  <a:lnTo>
                    <a:pt x="39" y="125"/>
                  </a:lnTo>
                  <a:lnTo>
                    <a:pt x="39" y="141"/>
                  </a:lnTo>
                  <a:lnTo>
                    <a:pt x="39" y="159"/>
                  </a:lnTo>
                  <a:lnTo>
                    <a:pt x="38" y="177"/>
                  </a:lnTo>
                  <a:lnTo>
                    <a:pt x="37" y="195"/>
                  </a:lnTo>
                  <a:lnTo>
                    <a:pt x="35" y="214"/>
                  </a:lnTo>
                  <a:lnTo>
                    <a:pt x="29" y="252"/>
                  </a:lnTo>
                  <a:lnTo>
                    <a:pt x="23" y="288"/>
                  </a:lnTo>
                  <a:lnTo>
                    <a:pt x="17" y="323"/>
                  </a:lnTo>
                  <a:lnTo>
                    <a:pt x="10" y="353"/>
                  </a:lnTo>
                  <a:lnTo>
                    <a:pt x="7" y="370"/>
                  </a:lnTo>
                  <a:lnTo>
                    <a:pt x="4" y="384"/>
                  </a:lnTo>
                  <a:lnTo>
                    <a:pt x="1" y="395"/>
                  </a:lnTo>
                  <a:lnTo>
                    <a:pt x="0" y="405"/>
                  </a:lnTo>
                  <a:lnTo>
                    <a:pt x="0" y="414"/>
                  </a:lnTo>
                  <a:lnTo>
                    <a:pt x="1" y="424"/>
                  </a:lnTo>
                  <a:lnTo>
                    <a:pt x="4" y="431"/>
                  </a:lnTo>
                  <a:lnTo>
                    <a:pt x="6" y="438"/>
                  </a:lnTo>
                  <a:lnTo>
                    <a:pt x="9" y="444"/>
                  </a:lnTo>
                  <a:lnTo>
                    <a:pt x="13" y="450"/>
                  </a:lnTo>
                  <a:lnTo>
                    <a:pt x="17" y="455"/>
                  </a:lnTo>
                  <a:lnTo>
                    <a:pt x="22" y="460"/>
                  </a:lnTo>
                  <a:lnTo>
                    <a:pt x="27" y="464"/>
                  </a:lnTo>
                  <a:lnTo>
                    <a:pt x="32" y="470"/>
                  </a:lnTo>
                  <a:lnTo>
                    <a:pt x="45" y="478"/>
                  </a:lnTo>
                  <a:lnTo>
                    <a:pt x="60" y="486"/>
                  </a:lnTo>
                  <a:lnTo>
                    <a:pt x="74" y="494"/>
                  </a:lnTo>
                  <a:lnTo>
                    <a:pt x="87" y="499"/>
                  </a:lnTo>
                  <a:lnTo>
                    <a:pt x="101" y="502"/>
                  </a:lnTo>
                  <a:lnTo>
                    <a:pt x="114" y="503"/>
                  </a:lnTo>
                  <a:lnTo>
                    <a:pt x="121" y="503"/>
                  </a:lnTo>
                  <a:lnTo>
                    <a:pt x="127" y="502"/>
                  </a:lnTo>
                  <a:lnTo>
                    <a:pt x="134" y="500"/>
                  </a:lnTo>
                  <a:lnTo>
                    <a:pt x="140" y="496"/>
                  </a:lnTo>
                  <a:lnTo>
                    <a:pt x="146" y="492"/>
                  </a:lnTo>
                  <a:lnTo>
                    <a:pt x="152" y="486"/>
                  </a:lnTo>
                  <a:lnTo>
                    <a:pt x="158" y="478"/>
                  </a:lnTo>
                  <a:lnTo>
                    <a:pt x="161" y="469"/>
                  </a:lnTo>
                  <a:lnTo>
                    <a:pt x="171" y="441"/>
                  </a:lnTo>
                  <a:lnTo>
                    <a:pt x="182" y="411"/>
                  </a:lnTo>
                  <a:lnTo>
                    <a:pt x="195" y="381"/>
                  </a:lnTo>
                  <a:lnTo>
                    <a:pt x="212" y="349"/>
                  </a:lnTo>
                  <a:lnTo>
                    <a:pt x="221" y="333"/>
                  </a:lnTo>
                  <a:lnTo>
                    <a:pt x="231" y="316"/>
                  </a:lnTo>
                  <a:lnTo>
                    <a:pt x="241" y="301"/>
                  </a:lnTo>
                  <a:lnTo>
                    <a:pt x="253" y="285"/>
                  </a:lnTo>
                  <a:lnTo>
                    <a:pt x="265" y="270"/>
                  </a:lnTo>
                  <a:lnTo>
                    <a:pt x="278" y="253"/>
                  </a:lnTo>
                  <a:lnTo>
                    <a:pt x="292" y="238"/>
                  </a:lnTo>
                  <a:lnTo>
                    <a:pt x="306" y="223"/>
                  </a:lnTo>
                  <a:lnTo>
                    <a:pt x="322" y="208"/>
                  </a:lnTo>
                  <a:lnTo>
                    <a:pt x="338" y="194"/>
                  </a:lnTo>
                  <a:lnTo>
                    <a:pt x="355" y="181"/>
                  </a:lnTo>
                  <a:lnTo>
                    <a:pt x="374" y="167"/>
                  </a:lnTo>
                  <a:lnTo>
                    <a:pt x="393" y="154"/>
                  </a:lnTo>
                  <a:lnTo>
                    <a:pt x="414" y="142"/>
                  </a:lnTo>
                  <a:lnTo>
                    <a:pt x="435" y="131"/>
                  </a:lnTo>
                  <a:lnTo>
                    <a:pt x="457" y="120"/>
                  </a:lnTo>
                  <a:lnTo>
                    <a:pt x="480" y="111"/>
                  </a:lnTo>
                  <a:lnTo>
                    <a:pt x="505" y="102"/>
                  </a:lnTo>
                  <a:lnTo>
                    <a:pt x="531" y="94"/>
                  </a:lnTo>
                  <a:lnTo>
                    <a:pt x="557" y="88"/>
                  </a:lnTo>
                  <a:lnTo>
                    <a:pt x="585" y="82"/>
                  </a:lnTo>
                  <a:lnTo>
                    <a:pt x="614" y="78"/>
                  </a:lnTo>
                  <a:lnTo>
                    <a:pt x="645" y="75"/>
                  </a:lnTo>
                  <a:lnTo>
                    <a:pt x="677" y="72"/>
                  </a:lnTo>
                  <a:lnTo>
                    <a:pt x="680" y="72"/>
                  </a:lnTo>
                  <a:lnTo>
                    <a:pt x="683" y="70"/>
                  </a:lnTo>
                  <a:lnTo>
                    <a:pt x="686" y="69"/>
                  </a:lnTo>
                  <a:lnTo>
                    <a:pt x="688" y="67"/>
                  </a:lnTo>
                  <a:lnTo>
                    <a:pt x="691" y="65"/>
                  </a:lnTo>
                  <a:lnTo>
                    <a:pt x="692" y="62"/>
                  </a:lnTo>
                  <a:lnTo>
                    <a:pt x="694" y="59"/>
                  </a:lnTo>
                  <a:lnTo>
                    <a:pt x="694" y="56"/>
                  </a:lnTo>
                  <a:lnTo>
                    <a:pt x="695" y="51"/>
                  </a:lnTo>
                  <a:lnTo>
                    <a:pt x="694" y="45"/>
                  </a:lnTo>
                  <a:lnTo>
                    <a:pt x="693" y="40"/>
                  </a:lnTo>
                  <a:lnTo>
                    <a:pt x="690" y="34"/>
                  </a:lnTo>
                  <a:lnTo>
                    <a:pt x="686" y="29"/>
                  </a:lnTo>
                  <a:lnTo>
                    <a:pt x="681" y="24"/>
                  </a:lnTo>
                  <a:lnTo>
                    <a:pt x="674" y="18"/>
                  </a:lnTo>
                  <a:lnTo>
                    <a:pt x="667" y="14"/>
                  </a:lnTo>
                  <a:lnTo>
                    <a:pt x="657" y="11"/>
                  </a:lnTo>
                  <a:lnTo>
                    <a:pt x="648" y="8"/>
                  </a:lnTo>
                  <a:lnTo>
                    <a:pt x="638" y="6"/>
                  </a:lnTo>
                  <a:lnTo>
                    <a:pt x="628" y="4"/>
                  </a:lnTo>
                  <a:lnTo>
                    <a:pt x="604" y="1"/>
                  </a:lnTo>
                  <a:lnTo>
                    <a:pt x="579" y="0"/>
                  </a:lnTo>
                  <a:lnTo>
                    <a:pt x="558" y="0"/>
                  </a:lnTo>
                  <a:lnTo>
                    <a:pt x="536" y="2"/>
                  </a:lnTo>
                  <a:lnTo>
                    <a:pt x="515" y="5"/>
                  </a:lnTo>
                  <a:lnTo>
                    <a:pt x="491" y="8"/>
                  </a:lnTo>
                  <a:lnTo>
                    <a:pt x="469" y="13"/>
                  </a:lnTo>
                  <a:lnTo>
                    <a:pt x="445" y="19"/>
                  </a:lnTo>
                  <a:lnTo>
                    <a:pt x="422" y="26"/>
                  </a:lnTo>
                  <a:lnTo>
                    <a:pt x="397" y="33"/>
                  </a:lnTo>
                  <a:lnTo>
                    <a:pt x="374" y="41"/>
                  </a:lnTo>
                  <a:lnTo>
                    <a:pt x="350" y="50"/>
                  </a:lnTo>
                  <a:lnTo>
                    <a:pt x="328" y="60"/>
                  </a:lnTo>
                  <a:lnTo>
                    <a:pt x="305" y="70"/>
                  </a:lnTo>
                  <a:lnTo>
                    <a:pt x="283" y="82"/>
                  </a:lnTo>
                  <a:lnTo>
                    <a:pt x="262" y="94"/>
                  </a:lnTo>
                  <a:lnTo>
                    <a:pt x="240" y="106"/>
                  </a:lnTo>
                  <a:lnTo>
                    <a:pt x="221" y="119"/>
                  </a:lnTo>
                  <a:lnTo>
                    <a:pt x="214" y="124"/>
                  </a:lnTo>
                  <a:lnTo>
                    <a:pt x="212" y="116"/>
                  </a:lnTo>
                  <a:lnTo>
                    <a:pt x="209" y="110"/>
                  </a:lnTo>
                  <a:lnTo>
                    <a:pt x="200" y="101"/>
                  </a:lnTo>
                  <a:lnTo>
                    <a:pt x="190" y="91"/>
                  </a:lnTo>
                  <a:lnTo>
                    <a:pt x="176" y="79"/>
                  </a:lnTo>
                  <a:lnTo>
                    <a:pt x="160" y="66"/>
                  </a:lnTo>
                  <a:lnTo>
                    <a:pt x="142" y="55"/>
                  </a:lnTo>
                  <a:lnTo>
                    <a:pt x="133" y="50"/>
                  </a:lnTo>
                  <a:lnTo>
                    <a:pt x="124" y="46"/>
                  </a:lnTo>
                  <a:lnTo>
                    <a:pt x="114" y="42"/>
                  </a:lnTo>
                  <a:lnTo>
                    <a:pt x="104" y="40"/>
                  </a:lnTo>
                  <a:lnTo>
                    <a:pt x="96" y="38"/>
                  </a:lnTo>
                  <a:lnTo>
                    <a:pt x="87" y="36"/>
                  </a:lnTo>
                  <a:lnTo>
                    <a:pt x="79" y="36"/>
                  </a:lnTo>
                  <a:lnTo>
                    <a:pt x="71" y="3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37" name="Freeform 40"/>
            <p:cNvSpPr>
              <a:spLocks/>
            </p:cNvSpPr>
            <p:nvPr userDrawn="1"/>
          </p:nvSpPr>
          <p:spPr bwMode="gray">
            <a:xfrm>
              <a:off x="6388" y="599"/>
              <a:ext cx="74" cy="49"/>
            </a:xfrm>
            <a:custGeom>
              <a:avLst/>
              <a:gdLst>
                <a:gd name="T0" fmla="*/ 144 w 883"/>
                <a:gd name="T1" fmla="*/ 3 h 595"/>
                <a:gd name="T2" fmla="*/ 125 w 883"/>
                <a:gd name="T3" fmla="*/ 13 h 595"/>
                <a:gd name="T4" fmla="*/ 100 w 883"/>
                <a:gd name="T5" fmla="*/ 49 h 595"/>
                <a:gd name="T6" fmla="*/ 55 w 883"/>
                <a:gd name="T7" fmla="*/ 183 h 595"/>
                <a:gd name="T8" fmla="*/ 10 w 883"/>
                <a:gd name="T9" fmla="*/ 382 h 595"/>
                <a:gd name="T10" fmla="*/ 0 w 883"/>
                <a:gd name="T11" fmla="*/ 465 h 595"/>
                <a:gd name="T12" fmla="*/ 7 w 883"/>
                <a:gd name="T13" fmla="*/ 503 h 595"/>
                <a:gd name="T14" fmla="*/ 25 w 883"/>
                <a:gd name="T15" fmla="*/ 532 h 595"/>
                <a:gd name="T16" fmla="*/ 77 w 883"/>
                <a:gd name="T17" fmla="*/ 571 h 595"/>
                <a:gd name="T18" fmla="*/ 122 w 883"/>
                <a:gd name="T19" fmla="*/ 590 h 595"/>
                <a:gd name="T20" fmla="*/ 164 w 883"/>
                <a:gd name="T21" fmla="*/ 595 h 595"/>
                <a:gd name="T22" fmla="*/ 201 w 883"/>
                <a:gd name="T23" fmla="*/ 585 h 595"/>
                <a:gd name="T24" fmla="*/ 234 w 883"/>
                <a:gd name="T25" fmla="*/ 555 h 595"/>
                <a:gd name="T26" fmla="*/ 295 w 883"/>
                <a:gd name="T27" fmla="*/ 487 h 595"/>
                <a:gd name="T28" fmla="*/ 404 w 883"/>
                <a:gd name="T29" fmla="*/ 369 h 595"/>
                <a:gd name="T30" fmla="*/ 491 w 883"/>
                <a:gd name="T31" fmla="*/ 296 h 595"/>
                <a:gd name="T32" fmla="*/ 514 w 883"/>
                <a:gd name="T33" fmla="*/ 299 h 595"/>
                <a:gd name="T34" fmla="*/ 534 w 883"/>
                <a:gd name="T35" fmla="*/ 336 h 595"/>
                <a:gd name="T36" fmla="*/ 568 w 883"/>
                <a:gd name="T37" fmla="*/ 405 h 595"/>
                <a:gd name="T38" fmla="*/ 605 w 883"/>
                <a:gd name="T39" fmla="*/ 459 h 595"/>
                <a:gd name="T40" fmla="*/ 644 w 883"/>
                <a:gd name="T41" fmla="*/ 500 h 595"/>
                <a:gd name="T42" fmla="*/ 693 w 883"/>
                <a:gd name="T43" fmla="*/ 535 h 595"/>
                <a:gd name="T44" fmla="*/ 767 w 883"/>
                <a:gd name="T45" fmla="*/ 561 h 595"/>
                <a:gd name="T46" fmla="*/ 828 w 883"/>
                <a:gd name="T47" fmla="*/ 565 h 595"/>
                <a:gd name="T48" fmla="*/ 868 w 883"/>
                <a:gd name="T49" fmla="*/ 555 h 595"/>
                <a:gd name="T50" fmla="*/ 883 w 883"/>
                <a:gd name="T51" fmla="*/ 533 h 595"/>
                <a:gd name="T52" fmla="*/ 880 w 883"/>
                <a:gd name="T53" fmla="*/ 518 h 595"/>
                <a:gd name="T54" fmla="*/ 868 w 883"/>
                <a:gd name="T55" fmla="*/ 512 h 595"/>
                <a:gd name="T56" fmla="*/ 840 w 883"/>
                <a:gd name="T57" fmla="*/ 510 h 595"/>
                <a:gd name="T58" fmla="*/ 808 w 883"/>
                <a:gd name="T59" fmla="*/ 501 h 595"/>
                <a:gd name="T60" fmla="*/ 781 w 883"/>
                <a:gd name="T61" fmla="*/ 483 h 595"/>
                <a:gd name="T62" fmla="*/ 751 w 883"/>
                <a:gd name="T63" fmla="*/ 440 h 595"/>
                <a:gd name="T64" fmla="*/ 722 w 883"/>
                <a:gd name="T65" fmla="*/ 358 h 595"/>
                <a:gd name="T66" fmla="*/ 694 w 883"/>
                <a:gd name="T67" fmla="*/ 231 h 595"/>
                <a:gd name="T68" fmla="*/ 679 w 883"/>
                <a:gd name="T69" fmla="*/ 197 h 595"/>
                <a:gd name="T70" fmla="*/ 655 w 883"/>
                <a:gd name="T71" fmla="*/ 168 h 595"/>
                <a:gd name="T72" fmla="*/ 622 w 883"/>
                <a:gd name="T73" fmla="*/ 145 h 595"/>
                <a:gd name="T74" fmla="*/ 580 w 883"/>
                <a:gd name="T75" fmla="*/ 127 h 595"/>
                <a:gd name="T76" fmla="*/ 537 w 883"/>
                <a:gd name="T77" fmla="*/ 122 h 595"/>
                <a:gd name="T78" fmla="*/ 494 w 883"/>
                <a:gd name="T79" fmla="*/ 140 h 595"/>
                <a:gd name="T80" fmla="*/ 409 w 883"/>
                <a:gd name="T81" fmla="*/ 209 h 595"/>
                <a:gd name="T82" fmla="*/ 308 w 883"/>
                <a:gd name="T83" fmla="*/ 309 h 595"/>
                <a:gd name="T84" fmla="*/ 207 w 883"/>
                <a:gd name="T85" fmla="*/ 410 h 595"/>
                <a:gd name="T86" fmla="*/ 179 w 883"/>
                <a:gd name="T87" fmla="*/ 427 h 595"/>
                <a:gd name="T88" fmla="*/ 201 w 883"/>
                <a:gd name="T89" fmla="*/ 322 h 595"/>
                <a:gd name="T90" fmla="*/ 255 w 883"/>
                <a:gd name="T91" fmla="*/ 149 h 595"/>
                <a:gd name="T92" fmla="*/ 277 w 883"/>
                <a:gd name="T93" fmla="*/ 89 h 595"/>
                <a:gd name="T94" fmla="*/ 276 w 883"/>
                <a:gd name="T95" fmla="*/ 67 h 595"/>
                <a:gd name="T96" fmla="*/ 261 w 883"/>
                <a:gd name="T97" fmla="*/ 42 h 595"/>
                <a:gd name="T98" fmla="*/ 226 w 883"/>
                <a:gd name="T99" fmla="*/ 18 h 595"/>
                <a:gd name="T100" fmla="*/ 174 w 883"/>
                <a:gd name="T101" fmla="*/ 1 h 5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83" h="595">
                  <a:moveTo>
                    <a:pt x="162" y="0"/>
                  </a:moveTo>
                  <a:lnTo>
                    <a:pt x="156" y="0"/>
                  </a:lnTo>
                  <a:lnTo>
                    <a:pt x="150" y="1"/>
                  </a:lnTo>
                  <a:lnTo>
                    <a:pt x="144" y="3"/>
                  </a:lnTo>
                  <a:lnTo>
                    <a:pt x="139" y="4"/>
                  </a:lnTo>
                  <a:lnTo>
                    <a:pt x="134" y="7"/>
                  </a:lnTo>
                  <a:lnTo>
                    <a:pt x="129" y="10"/>
                  </a:lnTo>
                  <a:lnTo>
                    <a:pt x="125" y="13"/>
                  </a:lnTo>
                  <a:lnTo>
                    <a:pt x="121" y="17"/>
                  </a:lnTo>
                  <a:lnTo>
                    <a:pt x="113" y="26"/>
                  </a:lnTo>
                  <a:lnTo>
                    <a:pt x="106" y="37"/>
                  </a:lnTo>
                  <a:lnTo>
                    <a:pt x="100" y="49"/>
                  </a:lnTo>
                  <a:lnTo>
                    <a:pt x="94" y="63"/>
                  </a:lnTo>
                  <a:lnTo>
                    <a:pt x="82" y="97"/>
                  </a:lnTo>
                  <a:lnTo>
                    <a:pt x="68" y="137"/>
                  </a:lnTo>
                  <a:lnTo>
                    <a:pt x="55" y="183"/>
                  </a:lnTo>
                  <a:lnTo>
                    <a:pt x="43" y="232"/>
                  </a:lnTo>
                  <a:lnTo>
                    <a:pt x="31" y="282"/>
                  </a:lnTo>
                  <a:lnTo>
                    <a:pt x="19" y="333"/>
                  </a:lnTo>
                  <a:lnTo>
                    <a:pt x="10" y="382"/>
                  </a:lnTo>
                  <a:lnTo>
                    <a:pt x="3" y="429"/>
                  </a:lnTo>
                  <a:lnTo>
                    <a:pt x="1" y="442"/>
                  </a:lnTo>
                  <a:lnTo>
                    <a:pt x="0" y="454"/>
                  </a:lnTo>
                  <a:lnTo>
                    <a:pt x="0" y="465"/>
                  </a:lnTo>
                  <a:lnTo>
                    <a:pt x="1" y="477"/>
                  </a:lnTo>
                  <a:lnTo>
                    <a:pt x="2" y="486"/>
                  </a:lnTo>
                  <a:lnTo>
                    <a:pt x="4" y="495"/>
                  </a:lnTo>
                  <a:lnTo>
                    <a:pt x="7" y="503"/>
                  </a:lnTo>
                  <a:lnTo>
                    <a:pt x="10" y="511"/>
                  </a:lnTo>
                  <a:lnTo>
                    <a:pt x="14" y="518"/>
                  </a:lnTo>
                  <a:lnTo>
                    <a:pt x="19" y="526"/>
                  </a:lnTo>
                  <a:lnTo>
                    <a:pt x="25" y="532"/>
                  </a:lnTo>
                  <a:lnTo>
                    <a:pt x="32" y="539"/>
                  </a:lnTo>
                  <a:lnTo>
                    <a:pt x="47" y="551"/>
                  </a:lnTo>
                  <a:lnTo>
                    <a:pt x="65" y="564"/>
                  </a:lnTo>
                  <a:lnTo>
                    <a:pt x="77" y="571"/>
                  </a:lnTo>
                  <a:lnTo>
                    <a:pt x="89" y="577"/>
                  </a:lnTo>
                  <a:lnTo>
                    <a:pt x="100" y="582"/>
                  </a:lnTo>
                  <a:lnTo>
                    <a:pt x="111" y="587"/>
                  </a:lnTo>
                  <a:lnTo>
                    <a:pt x="122" y="590"/>
                  </a:lnTo>
                  <a:lnTo>
                    <a:pt x="133" y="592"/>
                  </a:lnTo>
                  <a:lnTo>
                    <a:pt x="144" y="594"/>
                  </a:lnTo>
                  <a:lnTo>
                    <a:pt x="154" y="595"/>
                  </a:lnTo>
                  <a:lnTo>
                    <a:pt x="164" y="595"/>
                  </a:lnTo>
                  <a:lnTo>
                    <a:pt x="174" y="593"/>
                  </a:lnTo>
                  <a:lnTo>
                    <a:pt x="184" y="591"/>
                  </a:lnTo>
                  <a:lnTo>
                    <a:pt x="192" y="589"/>
                  </a:lnTo>
                  <a:lnTo>
                    <a:pt x="201" y="585"/>
                  </a:lnTo>
                  <a:lnTo>
                    <a:pt x="208" y="580"/>
                  </a:lnTo>
                  <a:lnTo>
                    <a:pt x="216" y="575"/>
                  </a:lnTo>
                  <a:lnTo>
                    <a:pt x="222" y="567"/>
                  </a:lnTo>
                  <a:lnTo>
                    <a:pt x="234" y="555"/>
                  </a:lnTo>
                  <a:lnTo>
                    <a:pt x="245" y="542"/>
                  </a:lnTo>
                  <a:lnTo>
                    <a:pt x="257" y="530"/>
                  </a:lnTo>
                  <a:lnTo>
                    <a:pt x="268" y="516"/>
                  </a:lnTo>
                  <a:lnTo>
                    <a:pt x="295" y="487"/>
                  </a:lnTo>
                  <a:lnTo>
                    <a:pt x="321" y="456"/>
                  </a:lnTo>
                  <a:lnTo>
                    <a:pt x="349" y="427"/>
                  </a:lnTo>
                  <a:lnTo>
                    <a:pt x="376" y="397"/>
                  </a:lnTo>
                  <a:lnTo>
                    <a:pt x="404" y="369"/>
                  </a:lnTo>
                  <a:lnTo>
                    <a:pt x="431" y="343"/>
                  </a:lnTo>
                  <a:lnTo>
                    <a:pt x="458" y="320"/>
                  </a:lnTo>
                  <a:lnTo>
                    <a:pt x="484" y="300"/>
                  </a:lnTo>
                  <a:lnTo>
                    <a:pt x="491" y="296"/>
                  </a:lnTo>
                  <a:lnTo>
                    <a:pt x="497" y="295"/>
                  </a:lnTo>
                  <a:lnTo>
                    <a:pt x="503" y="295"/>
                  </a:lnTo>
                  <a:lnTo>
                    <a:pt x="509" y="296"/>
                  </a:lnTo>
                  <a:lnTo>
                    <a:pt x="514" y="299"/>
                  </a:lnTo>
                  <a:lnTo>
                    <a:pt x="519" y="303"/>
                  </a:lnTo>
                  <a:lnTo>
                    <a:pt x="523" y="309"/>
                  </a:lnTo>
                  <a:lnTo>
                    <a:pt x="527" y="316"/>
                  </a:lnTo>
                  <a:lnTo>
                    <a:pt x="534" y="336"/>
                  </a:lnTo>
                  <a:lnTo>
                    <a:pt x="543" y="355"/>
                  </a:lnTo>
                  <a:lnTo>
                    <a:pt x="551" y="372"/>
                  </a:lnTo>
                  <a:lnTo>
                    <a:pt x="560" y="390"/>
                  </a:lnTo>
                  <a:lnTo>
                    <a:pt x="568" y="405"/>
                  </a:lnTo>
                  <a:lnTo>
                    <a:pt x="577" y="420"/>
                  </a:lnTo>
                  <a:lnTo>
                    <a:pt x="586" y="434"/>
                  </a:lnTo>
                  <a:lnTo>
                    <a:pt x="596" y="447"/>
                  </a:lnTo>
                  <a:lnTo>
                    <a:pt x="605" y="459"/>
                  </a:lnTo>
                  <a:lnTo>
                    <a:pt x="615" y="470"/>
                  </a:lnTo>
                  <a:lnTo>
                    <a:pt x="624" y="481"/>
                  </a:lnTo>
                  <a:lnTo>
                    <a:pt x="634" y="491"/>
                  </a:lnTo>
                  <a:lnTo>
                    <a:pt x="644" y="500"/>
                  </a:lnTo>
                  <a:lnTo>
                    <a:pt x="654" y="508"/>
                  </a:lnTo>
                  <a:lnTo>
                    <a:pt x="663" y="515"/>
                  </a:lnTo>
                  <a:lnTo>
                    <a:pt x="673" y="523"/>
                  </a:lnTo>
                  <a:lnTo>
                    <a:pt x="693" y="535"/>
                  </a:lnTo>
                  <a:lnTo>
                    <a:pt x="712" y="545"/>
                  </a:lnTo>
                  <a:lnTo>
                    <a:pt x="731" y="552"/>
                  </a:lnTo>
                  <a:lnTo>
                    <a:pt x="749" y="558"/>
                  </a:lnTo>
                  <a:lnTo>
                    <a:pt x="767" y="561"/>
                  </a:lnTo>
                  <a:lnTo>
                    <a:pt x="783" y="564"/>
                  </a:lnTo>
                  <a:lnTo>
                    <a:pt x="799" y="565"/>
                  </a:lnTo>
                  <a:lnTo>
                    <a:pt x="813" y="566"/>
                  </a:lnTo>
                  <a:lnTo>
                    <a:pt x="828" y="565"/>
                  </a:lnTo>
                  <a:lnTo>
                    <a:pt x="843" y="564"/>
                  </a:lnTo>
                  <a:lnTo>
                    <a:pt x="853" y="562"/>
                  </a:lnTo>
                  <a:lnTo>
                    <a:pt x="861" y="559"/>
                  </a:lnTo>
                  <a:lnTo>
                    <a:pt x="868" y="555"/>
                  </a:lnTo>
                  <a:lnTo>
                    <a:pt x="874" y="550"/>
                  </a:lnTo>
                  <a:lnTo>
                    <a:pt x="878" y="545"/>
                  </a:lnTo>
                  <a:lnTo>
                    <a:pt x="881" y="539"/>
                  </a:lnTo>
                  <a:lnTo>
                    <a:pt x="883" y="533"/>
                  </a:lnTo>
                  <a:lnTo>
                    <a:pt x="883" y="528"/>
                  </a:lnTo>
                  <a:lnTo>
                    <a:pt x="883" y="524"/>
                  </a:lnTo>
                  <a:lnTo>
                    <a:pt x="882" y="520"/>
                  </a:lnTo>
                  <a:lnTo>
                    <a:pt x="880" y="518"/>
                  </a:lnTo>
                  <a:lnTo>
                    <a:pt x="878" y="515"/>
                  </a:lnTo>
                  <a:lnTo>
                    <a:pt x="875" y="514"/>
                  </a:lnTo>
                  <a:lnTo>
                    <a:pt x="872" y="512"/>
                  </a:lnTo>
                  <a:lnTo>
                    <a:pt x="868" y="512"/>
                  </a:lnTo>
                  <a:lnTo>
                    <a:pt x="864" y="511"/>
                  </a:lnTo>
                  <a:lnTo>
                    <a:pt x="860" y="511"/>
                  </a:lnTo>
                  <a:lnTo>
                    <a:pt x="851" y="511"/>
                  </a:lnTo>
                  <a:lnTo>
                    <a:pt x="840" y="510"/>
                  </a:lnTo>
                  <a:lnTo>
                    <a:pt x="832" y="509"/>
                  </a:lnTo>
                  <a:lnTo>
                    <a:pt x="823" y="507"/>
                  </a:lnTo>
                  <a:lnTo>
                    <a:pt x="815" y="504"/>
                  </a:lnTo>
                  <a:lnTo>
                    <a:pt x="808" y="501"/>
                  </a:lnTo>
                  <a:lnTo>
                    <a:pt x="801" y="497"/>
                  </a:lnTo>
                  <a:lnTo>
                    <a:pt x="794" y="493"/>
                  </a:lnTo>
                  <a:lnTo>
                    <a:pt x="787" y="488"/>
                  </a:lnTo>
                  <a:lnTo>
                    <a:pt x="781" y="483"/>
                  </a:lnTo>
                  <a:lnTo>
                    <a:pt x="775" y="477"/>
                  </a:lnTo>
                  <a:lnTo>
                    <a:pt x="770" y="469"/>
                  </a:lnTo>
                  <a:lnTo>
                    <a:pt x="760" y="455"/>
                  </a:lnTo>
                  <a:lnTo>
                    <a:pt x="751" y="440"/>
                  </a:lnTo>
                  <a:lnTo>
                    <a:pt x="743" y="421"/>
                  </a:lnTo>
                  <a:lnTo>
                    <a:pt x="735" y="402"/>
                  </a:lnTo>
                  <a:lnTo>
                    <a:pt x="728" y="381"/>
                  </a:lnTo>
                  <a:lnTo>
                    <a:pt x="722" y="358"/>
                  </a:lnTo>
                  <a:lnTo>
                    <a:pt x="711" y="309"/>
                  </a:lnTo>
                  <a:lnTo>
                    <a:pt x="700" y="255"/>
                  </a:lnTo>
                  <a:lnTo>
                    <a:pt x="697" y="240"/>
                  </a:lnTo>
                  <a:lnTo>
                    <a:pt x="694" y="231"/>
                  </a:lnTo>
                  <a:lnTo>
                    <a:pt x="692" y="222"/>
                  </a:lnTo>
                  <a:lnTo>
                    <a:pt x="687" y="213"/>
                  </a:lnTo>
                  <a:lnTo>
                    <a:pt x="683" y="205"/>
                  </a:lnTo>
                  <a:lnTo>
                    <a:pt x="679" y="197"/>
                  </a:lnTo>
                  <a:lnTo>
                    <a:pt x="674" y="189"/>
                  </a:lnTo>
                  <a:lnTo>
                    <a:pt x="668" y="182"/>
                  </a:lnTo>
                  <a:lnTo>
                    <a:pt x="662" y="174"/>
                  </a:lnTo>
                  <a:lnTo>
                    <a:pt x="655" y="168"/>
                  </a:lnTo>
                  <a:lnTo>
                    <a:pt x="648" y="161"/>
                  </a:lnTo>
                  <a:lnTo>
                    <a:pt x="639" y="155"/>
                  </a:lnTo>
                  <a:lnTo>
                    <a:pt x="631" y="150"/>
                  </a:lnTo>
                  <a:lnTo>
                    <a:pt x="622" y="145"/>
                  </a:lnTo>
                  <a:lnTo>
                    <a:pt x="613" y="140"/>
                  </a:lnTo>
                  <a:lnTo>
                    <a:pt x="603" y="135"/>
                  </a:lnTo>
                  <a:lnTo>
                    <a:pt x="592" y="131"/>
                  </a:lnTo>
                  <a:lnTo>
                    <a:pt x="580" y="127"/>
                  </a:lnTo>
                  <a:lnTo>
                    <a:pt x="569" y="124"/>
                  </a:lnTo>
                  <a:lnTo>
                    <a:pt x="559" y="122"/>
                  </a:lnTo>
                  <a:lnTo>
                    <a:pt x="549" y="121"/>
                  </a:lnTo>
                  <a:lnTo>
                    <a:pt x="537" y="122"/>
                  </a:lnTo>
                  <a:lnTo>
                    <a:pt x="527" y="124"/>
                  </a:lnTo>
                  <a:lnTo>
                    <a:pt x="518" y="128"/>
                  </a:lnTo>
                  <a:lnTo>
                    <a:pt x="510" y="131"/>
                  </a:lnTo>
                  <a:lnTo>
                    <a:pt x="494" y="140"/>
                  </a:lnTo>
                  <a:lnTo>
                    <a:pt x="478" y="150"/>
                  </a:lnTo>
                  <a:lnTo>
                    <a:pt x="457" y="167"/>
                  </a:lnTo>
                  <a:lnTo>
                    <a:pt x="433" y="187"/>
                  </a:lnTo>
                  <a:lnTo>
                    <a:pt x="409" y="209"/>
                  </a:lnTo>
                  <a:lnTo>
                    <a:pt x="383" y="233"/>
                  </a:lnTo>
                  <a:lnTo>
                    <a:pt x="358" y="258"/>
                  </a:lnTo>
                  <a:lnTo>
                    <a:pt x="332" y="284"/>
                  </a:lnTo>
                  <a:lnTo>
                    <a:pt x="308" y="309"/>
                  </a:lnTo>
                  <a:lnTo>
                    <a:pt x="284" y="334"/>
                  </a:lnTo>
                  <a:lnTo>
                    <a:pt x="246" y="372"/>
                  </a:lnTo>
                  <a:lnTo>
                    <a:pt x="218" y="400"/>
                  </a:lnTo>
                  <a:lnTo>
                    <a:pt x="207" y="410"/>
                  </a:lnTo>
                  <a:lnTo>
                    <a:pt x="199" y="417"/>
                  </a:lnTo>
                  <a:lnTo>
                    <a:pt x="192" y="423"/>
                  </a:lnTo>
                  <a:lnTo>
                    <a:pt x="188" y="425"/>
                  </a:lnTo>
                  <a:lnTo>
                    <a:pt x="179" y="427"/>
                  </a:lnTo>
                  <a:lnTo>
                    <a:pt x="180" y="417"/>
                  </a:lnTo>
                  <a:lnTo>
                    <a:pt x="185" y="392"/>
                  </a:lnTo>
                  <a:lnTo>
                    <a:pt x="192" y="360"/>
                  </a:lnTo>
                  <a:lnTo>
                    <a:pt x="201" y="322"/>
                  </a:lnTo>
                  <a:lnTo>
                    <a:pt x="211" y="283"/>
                  </a:lnTo>
                  <a:lnTo>
                    <a:pt x="224" y="239"/>
                  </a:lnTo>
                  <a:lnTo>
                    <a:pt x="239" y="194"/>
                  </a:lnTo>
                  <a:lnTo>
                    <a:pt x="255" y="149"/>
                  </a:lnTo>
                  <a:lnTo>
                    <a:pt x="272" y="105"/>
                  </a:lnTo>
                  <a:lnTo>
                    <a:pt x="275" y="100"/>
                  </a:lnTo>
                  <a:lnTo>
                    <a:pt x="276" y="94"/>
                  </a:lnTo>
                  <a:lnTo>
                    <a:pt x="277" y="89"/>
                  </a:lnTo>
                  <a:lnTo>
                    <a:pt x="278" y="84"/>
                  </a:lnTo>
                  <a:lnTo>
                    <a:pt x="278" y="78"/>
                  </a:lnTo>
                  <a:lnTo>
                    <a:pt x="277" y="72"/>
                  </a:lnTo>
                  <a:lnTo>
                    <a:pt x="276" y="67"/>
                  </a:lnTo>
                  <a:lnTo>
                    <a:pt x="274" y="62"/>
                  </a:lnTo>
                  <a:lnTo>
                    <a:pt x="271" y="55"/>
                  </a:lnTo>
                  <a:lnTo>
                    <a:pt x="266" y="48"/>
                  </a:lnTo>
                  <a:lnTo>
                    <a:pt x="261" y="42"/>
                  </a:lnTo>
                  <a:lnTo>
                    <a:pt x="254" y="36"/>
                  </a:lnTo>
                  <a:lnTo>
                    <a:pt x="246" y="30"/>
                  </a:lnTo>
                  <a:lnTo>
                    <a:pt x="237" y="23"/>
                  </a:lnTo>
                  <a:lnTo>
                    <a:pt x="226" y="18"/>
                  </a:lnTo>
                  <a:lnTo>
                    <a:pt x="215" y="13"/>
                  </a:lnTo>
                  <a:lnTo>
                    <a:pt x="201" y="7"/>
                  </a:lnTo>
                  <a:lnTo>
                    <a:pt x="187" y="3"/>
                  </a:lnTo>
                  <a:lnTo>
                    <a:pt x="174" y="1"/>
                  </a:lnTo>
                  <a:lnTo>
                    <a:pt x="16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38" name="Freeform 41"/>
            <p:cNvSpPr>
              <a:spLocks/>
            </p:cNvSpPr>
            <p:nvPr userDrawn="1"/>
          </p:nvSpPr>
          <p:spPr bwMode="gray">
            <a:xfrm>
              <a:off x="6666" y="603"/>
              <a:ext cx="60" cy="44"/>
            </a:xfrm>
            <a:custGeom>
              <a:avLst/>
              <a:gdLst>
                <a:gd name="T0" fmla="*/ 518 w 721"/>
                <a:gd name="T1" fmla="*/ 321 h 522"/>
                <a:gd name="T2" fmla="*/ 536 w 721"/>
                <a:gd name="T3" fmla="*/ 387 h 522"/>
                <a:gd name="T4" fmla="*/ 575 w 721"/>
                <a:gd name="T5" fmla="*/ 455 h 522"/>
                <a:gd name="T6" fmla="*/ 622 w 721"/>
                <a:gd name="T7" fmla="*/ 498 h 522"/>
                <a:gd name="T8" fmla="*/ 664 w 721"/>
                <a:gd name="T9" fmla="*/ 519 h 522"/>
                <a:gd name="T10" fmla="*/ 699 w 721"/>
                <a:gd name="T11" fmla="*/ 522 h 522"/>
                <a:gd name="T12" fmla="*/ 719 w 721"/>
                <a:gd name="T13" fmla="*/ 510 h 522"/>
                <a:gd name="T14" fmla="*/ 717 w 721"/>
                <a:gd name="T15" fmla="*/ 488 h 522"/>
                <a:gd name="T16" fmla="*/ 698 w 721"/>
                <a:gd name="T17" fmla="*/ 444 h 522"/>
                <a:gd name="T18" fmla="*/ 682 w 721"/>
                <a:gd name="T19" fmla="*/ 342 h 522"/>
                <a:gd name="T20" fmla="*/ 685 w 721"/>
                <a:gd name="T21" fmla="*/ 242 h 522"/>
                <a:gd name="T22" fmla="*/ 697 w 721"/>
                <a:gd name="T23" fmla="*/ 155 h 522"/>
                <a:gd name="T24" fmla="*/ 699 w 721"/>
                <a:gd name="T25" fmla="*/ 112 h 522"/>
                <a:gd name="T26" fmla="*/ 687 w 721"/>
                <a:gd name="T27" fmla="*/ 82 h 522"/>
                <a:gd name="T28" fmla="*/ 664 w 721"/>
                <a:gd name="T29" fmla="*/ 59 h 522"/>
                <a:gd name="T30" fmla="*/ 622 w 721"/>
                <a:gd name="T31" fmla="*/ 34 h 522"/>
                <a:gd name="T32" fmla="*/ 574 w 721"/>
                <a:gd name="T33" fmla="*/ 25 h 522"/>
                <a:gd name="T34" fmla="*/ 553 w 721"/>
                <a:gd name="T35" fmla="*/ 38 h 522"/>
                <a:gd name="T36" fmla="*/ 510 w 721"/>
                <a:gd name="T37" fmla="*/ 116 h 522"/>
                <a:gd name="T38" fmla="*/ 432 w 721"/>
                <a:gd name="T39" fmla="*/ 216 h 522"/>
                <a:gd name="T40" fmla="*/ 343 w 721"/>
                <a:gd name="T41" fmla="*/ 300 h 522"/>
                <a:gd name="T42" fmla="*/ 291 w 721"/>
                <a:gd name="T43" fmla="*/ 334 h 522"/>
                <a:gd name="T44" fmla="*/ 254 w 721"/>
                <a:gd name="T45" fmla="*/ 345 h 522"/>
                <a:gd name="T46" fmla="*/ 222 w 721"/>
                <a:gd name="T47" fmla="*/ 342 h 522"/>
                <a:gd name="T48" fmla="*/ 197 w 721"/>
                <a:gd name="T49" fmla="*/ 326 h 522"/>
                <a:gd name="T50" fmla="*/ 183 w 721"/>
                <a:gd name="T51" fmla="*/ 290 h 522"/>
                <a:gd name="T52" fmla="*/ 183 w 721"/>
                <a:gd name="T53" fmla="*/ 242 h 522"/>
                <a:gd name="T54" fmla="*/ 195 w 721"/>
                <a:gd name="T55" fmla="*/ 187 h 522"/>
                <a:gd name="T56" fmla="*/ 225 w 721"/>
                <a:gd name="T57" fmla="*/ 111 h 522"/>
                <a:gd name="T58" fmla="*/ 231 w 721"/>
                <a:gd name="T59" fmla="*/ 83 h 522"/>
                <a:gd name="T60" fmla="*/ 225 w 721"/>
                <a:gd name="T61" fmla="*/ 58 h 522"/>
                <a:gd name="T62" fmla="*/ 205 w 721"/>
                <a:gd name="T63" fmla="*/ 36 h 522"/>
                <a:gd name="T64" fmla="*/ 163 w 721"/>
                <a:gd name="T65" fmla="*/ 12 h 522"/>
                <a:gd name="T66" fmla="*/ 123 w 721"/>
                <a:gd name="T67" fmla="*/ 1 h 522"/>
                <a:gd name="T68" fmla="*/ 91 w 721"/>
                <a:gd name="T69" fmla="*/ 5 h 522"/>
                <a:gd name="T70" fmla="*/ 68 w 721"/>
                <a:gd name="T71" fmla="*/ 26 h 522"/>
                <a:gd name="T72" fmla="*/ 42 w 721"/>
                <a:gd name="T73" fmla="*/ 90 h 522"/>
                <a:gd name="T74" fmla="*/ 9 w 721"/>
                <a:gd name="T75" fmla="*/ 214 h 522"/>
                <a:gd name="T76" fmla="*/ 0 w 721"/>
                <a:gd name="T77" fmla="*/ 279 h 522"/>
                <a:gd name="T78" fmla="*/ 5 w 721"/>
                <a:gd name="T79" fmla="*/ 313 h 522"/>
                <a:gd name="T80" fmla="*/ 34 w 721"/>
                <a:gd name="T81" fmla="*/ 375 h 522"/>
                <a:gd name="T82" fmla="*/ 73 w 721"/>
                <a:gd name="T83" fmla="*/ 418 h 522"/>
                <a:gd name="T84" fmla="*/ 112 w 721"/>
                <a:gd name="T85" fmla="*/ 446 h 522"/>
                <a:gd name="T86" fmla="*/ 155 w 721"/>
                <a:gd name="T87" fmla="*/ 466 h 522"/>
                <a:gd name="T88" fmla="*/ 198 w 721"/>
                <a:gd name="T89" fmla="*/ 475 h 522"/>
                <a:gd name="T90" fmla="*/ 251 w 721"/>
                <a:gd name="T91" fmla="*/ 469 h 522"/>
                <a:gd name="T92" fmla="*/ 316 w 721"/>
                <a:gd name="T93" fmla="*/ 440 h 522"/>
                <a:gd name="T94" fmla="*/ 394 w 721"/>
                <a:gd name="T95" fmla="*/ 388 h 522"/>
                <a:gd name="T96" fmla="*/ 483 w 721"/>
                <a:gd name="T97" fmla="*/ 313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721" h="522">
                  <a:moveTo>
                    <a:pt x="515" y="282"/>
                  </a:moveTo>
                  <a:lnTo>
                    <a:pt x="516" y="294"/>
                  </a:lnTo>
                  <a:lnTo>
                    <a:pt x="516" y="307"/>
                  </a:lnTo>
                  <a:lnTo>
                    <a:pt x="518" y="321"/>
                  </a:lnTo>
                  <a:lnTo>
                    <a:pt x="520" y="332"/>
                  </a:lnTo>
                  <a:lnTo>
                    <a:pt x="522" y="344"/>
                  </a:lnTo>
                  <a:lnTo>
                    <a:pt x="528" y="367"/>
                  </a:lnTo>
                  <a:lnTo>
                    <a:pt x="536" y="387"/>
                  </a:lnTo>
                  <a:lnTo>
                    <a:pt x="544" y="406"/>
                  </a:lnTo>
                  <a:lnTo>
                    <a:pt x="553" y="424"/>
                  </a:lnTo>
                  <a:lnTo>
                    <a:pt x="564" y="440"/>
                  </a:lnTo>
                  <a:lnTo>
                    <a:pt x="575" y="455"/>
                  </a:lnTo>
                  <a:lnTo>
                    <a:pt x="587" y="468"/>
                  </a:lnTo>
                  <a:lnTo>
                    <a:pt x="599" y="480"/>
                  </a:lnTo>
                  <a:lnTo>
                    <a:pt x="610" y="490"/>
                  </a:lnTo>
                  <a:lnTo>
                    <a:pt x="622" y="498"/>
                  </a:lnTo>
                  <a:lnTo>
                    <a:pt x="634" y="505"/>
                  </a:lnTo>
                  <a:lnTo>
                    <a:pt x="645" y="511"/>
                  </a:lnTo>
                  <a:lnTo>
                    <a:pt x="655" y="516"/>
                  </a:lnTo>
                  <a:lnTo>
                    <a:pt x="664" y="519"/>
                  </a:lnTo>
                  <a:lnTo>
                    <a:pt x="673" y="521"/>
                  </a:lnTo>
                  <a:lnTo>
                    <a:pt x="683" y="522"/>
                  </a:lnTo>
                  <a:lnTo>
                    <a:pt x="692" y="522"/>
                  </a:lnTo>
                  <a:lnTo>
                    <a:pt x="699" y="522"/>
                  </a:lnTo>
                  <a:lnTo>
                    <a:pt x="706" y="520"/>
                  </a:lnTo>
                  <a:lnTo>
                    <a:pt x="712" y="518"/>
                  </a:lnTo>
                  <a:lnTo>
                    <a:pt x="716" y="515"/>
                  </a:lnTo>
                  <a:lnTo>
                    <a:pt x="719" y="510"/>
                  </a:lnTo>
                  <a:lnTo>
                    <a:pt x="721" y="505"/>
                  </a:lnTo>
                  <a:lnTo>
                    <a:pt x="721" y="500"/>
                  </a:lnTo>
                  <a:lnTo>
                    <a:pt x="720" y="494"/>
                  </a:lnTo>
                  <a:lnTo>
                    <a:pt x="717" y="488"/>
                  </a:lnTo>
                  <a:lnTo>
                    <a:pt x="711" y="478"/>
                  </a:lnTo>
                  <a:lnTo>
                    <a:pt x="706" y="467"/>
                  </a:lnTo>
                  <a:lnTo>
                    <a:pt x="702" y="455"/>
                  </a:lnTo>
                  <a:lnTo>
                    <a:pt x="698" y="444"/>
                  </a:lnTo>
                  <a:lnTo>
                    <a:pt x="692" y="420"/>
                  </a:lnTo>
                  <a:lnTo>
                    <a:pt x="687" y="394"/>
                  </a:lnTo>
                  <a:lnTo>
                    <a:pt x="684" y="368"/>
                  </a:lnTo>
                  <a:lnTo>
                    <a:pt x="682" y="342"/>
                  </a:lnTo>
                  <a:lnTo>
                    <a:pt x="682" y="315"/>
                  </a:lnTo>
                  <a:lnTo>
                    <a:pt x="682" y="290"/>
                  </a:lnTo>
                  <a:lnTo>
                    <a:pt x="683" y="265"/>
                  </a:lnTo>
                  <a:lnTo>
                    <a:pt x="685" y="242"/>
                  </a:lnTo>
                  <a:lnTo>
                    <a:pt x="687" y="221"/>
                  </a:lnTo>
                  <a:lnTo>
                    <a:pt x="690" y="202"/>
                  </a:lnTo>
                  <a:lnTo>
                    <a:pt x="694" y="172"/>
                  </a:lnTo>
                  <a:lnTo>
                    <a:pt x="697" y="155"/>
                  </a:lnTo>
                  <a:lnTo>
                    <a:pt x="699" y="143"/>
                  </a:lnTo>
                  <a:lnTo>
                    <a:pt x="700" y="132"/>
                  </a:lnTo>
                  <a:lnTo>
                    <a:pt x="700" y="122"/>
                  </a:lnTo>
                  <a:lnTo>
                    <a:pt x="699" y="112"/>
                  </a:lnTo>
                  <a:lnTo>
                    <a:pt x="697" y="103"/>
                  </a:lnTo>
                  <a:lnTo>
                    <a:pt x="695" y="96"/>
                  </a:lnTo>
                  <a:lnTo>
                    <a:pt x="691" y="89"/>
                  </a:lnTo>
                  <a:lnTo>
                    <a:pt x="687" y="82"/>
                  </a:lnTo>
                  <a:lnTo>
                    <a:pt x="682" y="76"/>
                  </a:lnTo>
                  <a:lnTo>
                    <a:pt x="676" y="69"/>
                  </a:lnTo>
                  <a:lnTo>
                    <a:pt x="671" y="64"/>
                  </a:lnTo>
                  <a:lnTo>
                    <a:pt x="664" y="59"/>
                  </a:lnTo>
                  <a:lnTo>
                    <a:pt x="651" y="50"/>
                  </a:lnTo>
                  <a:lnTo>
                    <a:pt x="638" y="42"/>
                  </a:lnTo>
                  <a:lnTo>
                    <a:pt x="636" y="41"/>
                  </a:lnTo>
                  <a:lnTo>
                    <a:pt x="622" y="34"/>
                  </a:lnTo>
                  <a:lnTo>
                    <a:pt x="609" y="29"/>
                  </a:lnTo>
                  <a:lnTo>
                    <a:pt x="596" y="26"/>
                  </a:lnTo>
                  <a:lnTo>
                    <a:pt x="584" y="24"/>
                  </a:lnTo>
                  <a:lnTo>
                    <a:pt x="574" y="25"/>
                  </a:lnTo>
                  <a:lnTo>
                    <a:pt x="565" y="28"/>
                  </a:lnTo>
                  <a:lnTo>
                    <a:pt x="561" y="30"/>
                  </a:lnTo>
                  <a:lnTo>
                    <a:pt x="557" y="34"/>
                  </a:lnTo>
                  <a:lnTo>
                    <a:pt x="553" y="38"/>
                  </a:lnTo>
                  <a:lnTo>
                    <a:pt x="551" y="43"/>
                  </a:lnTo>
                  <a:lnTo>
                    <a:pt x="540" y="66"/>
                  </a:lnTo>
                  <a:lnTo>
                    <a:pt x="526" y="91"/>
                  </a:lnTo>
                  <a:lnTo>
                    <a:pt x="510" y="116"/>
                  </a:lnTo>
                  <a:lnTo>
                    <a:pt x="493" y="142"/>
                  </a:lnTo>
                  <a:lnTo>
                    <a:pt x="473" y="167"/>
                  </a:lnTo>
                  <a:lnTo>
                    <a:pt x="453" y="192"/>
                  </a:lnTo>
                  <a:lnTo>
                    <a:pt x="432" y="216"/>
                  </a:lnTo>
                  <a:lnTo>
                    <a:pt x="409" y="240"/>
                  </a:lnTo>
                  <a:lnTo>
                    <a:pt x="388" y="262"/>
                  </a:lnTo>
                  <a:lnTo>
                    <a:pt x="365" y="282"/>
                  </a:lnTo>
                  <a:lnTo>
                    <a:pt x="343" y="300"/>
                  </a:lnTo>
                  <a:lnTo>
                    <a:pt x="322" y="315"/>
                  </a:lnTo>
                  <a:lnTo>
                    <a:pt x="310" y="323"/>
                  </a:lnTo>
                  <a:lnTo>
                    <a:pt x="300" y="329"/>
                  </a:lnTo>
                  <a:lnTo>
                    <a:pt x="291" y="334"/>
                  </a:lnTo>
                  <a:lnTo>
                    <a:pt x="281" y="338"/>
                  </a:lnTo>
                  <a:lnTo>
                    <a:pt x="272" y="341"/>
                  </a:lnTo>
                  <a:lnTo>
                    <a:pt x="262" y="344"/>
                  </a:lnTo>
                  <a:lnTo>
                    <a:pt x="254" y="345"/>
                  </a:lnTo>
                  <a:lnTo>
                    <a:pt x="246" y="346"/>
                  </a:lnTo>
                  <a:lnTo>
                    <a:pt x="238" y="345"/>
                  </a:lnTo>
                  <a:lnTo>
                    <a:pt x="230" y="344"/>
                  </a:lnTo>
                  <a:lnTo>
                    <a:pt x="222" y="342"/>
                  </a:lnTo>
                  <a:lnTo>
                    <a:pt x="214" y="339"/>
                  </a:lnTo>
                  <a:lnTo>
                    <a:pt x="208" y="336"/>
                  </a:lnTo>
                  <a:lnTo>
                    <a:pt x="202" y="331"/>
                  </a:lnTo>
                  <a:lnTo>
                    <a:pt x="197" y="326"/>
                  </a:lnTo>
                  <a:lnTo>
                    <a:pt x="193" y="320"/>
                  </a:lnTo>
                  <a:lnTo>
                    <a:pt x="188" y="310"/>
                  </a:lnTo>
                  <a:lnTo>
                    <a:pt x="185" y="301"/>
                  </a:lnTo>
                  <a:lnTo>
                    <a:pt x="183" y="290"/>
                  </a:lnTo>
                  <a:lnTo>
                    <a:pt x="181" y="279"/>
                  </a:lnTo>
                  <a:lnTo>
                    <a:pt x="181" y="267"/>
                  </a:lnTo>
                  <a:lnTo>
                    <a:pt x="181" y="255"/>
                  </a:lnTo>
                  <a:lnTo>
                    <a:pt x="183" y="242"/>
                  </a:lnTo>
                  <a:lnTo>
                    <a:pt x="185" y="229"/>
                  </a:lnTo>
                  <a:lnTo>
                    <a:pt x="187" y="214"/>
                  </a:lnTo>
                  <a:lnTo>
                    <a:pt x="191" y="201"/>
                  </a:lnTo>
                  <a:lnTo>
                    <a:pt x="195" y="187"/>
                  </a:lnTo>
                  <a:lnTo>
                    <a:pt x="199" y="174"/>
                  </a:lnTo>
                  <a:lnTo>
                    <a:pt x="209" y="146"/>
                  </a:lnTo>
                  <a:lnTo>
                    <a:pt x="221" y="120"/>
                  </a:lnTo>
                  <a:lnTo>
                    <a:pt x="225" y="111"/>
                  </a:lnTo>
                  <a:lnTo>
                    <a:pt x="227" y="104"/>
                  </a:lnTo>
                  <a:lnTo>
                    <a:pt x="229" y="97"/>
                  </a:lnTo>
                  <a:lnTo>
                    <a:pt x="231" y="90"/>
                  </a:lnTo>
                  <a:lnTo>
                    <a:pt x="231" y="83"/>
                  </a:lnTo>
                  <a:lnTo>
                    <a:pt x="231" y="77"/>
                  </a:lnTo>
                  <a:lnTo>
                    <a:pt x="229" y="71"/>
                  </a:lnTo>
                  <a:lnTo>
                    <a:pt x="228" y="64"/>
                  </a:lnTo>
                  <a:lnTo>
                    <a:pt x="225" y="58"/>
                  </a:lnTo>
                  <a:lnTo>
                    <a:pt x="221" y="52"/>
                  </a:lnTo>
                  <a:lnTo>
                    <a:pt x="216" y="47"/>
                  </a:lnTo>
                  <a:lnTo>
                    <a:pt x="211" y="42"/>
                  </a:lnTo>
                  <a:lnTo>
                    <a:pt x="205" y="36"/>
                  </a:lnTo>
                  <a:lnTo>
                    <a:pt x="198" y="31"/>
                  </a:lnTo>
                  <a:lnTo>
                    <a:pt x="190" y="26"/>
                  </a:lnTo>
                  <a:lnTo>
                    <a:pt x="181" y="20"/>
                  </a:lnTo>
                  <a:lnTo>
                    <a:pt x="163" y="12"/>
                  </a:lnTo>
                  <a:lnTo>
                    <a:pt x="146" y="5"/>
                  </a:lnTo>
                  <a:lnTo>
                    <a:pt x="138" y="3"/>
                  </a:lnTo>
                  <a:lnTo>
                    <a:pt x="130" y="2"/>
                  </a:lnTo>
                  <a:lnTo>
                    <a:pt x="123" y="1"/>
                  </a:lnTo>
                  <a:lnTo>
                    <a:pt x="115" y="0"/>
                  </a:lnTo>
                  <a:lnTo>
                    <a:pt x="106" y="1"/>
                  </a:lnTo>
                  <a:lnTo>
                    <a:pt x="98" y="2"/>
                  </a:lnTo>
                  <a:lnTo>
                    <a:pt x="91" y="5"/>
                  </a:lnTo>
                  <a:lnTo>
                    <a:pt x="84" y="8"/>
                  </a:lnTo>
                  <a:lnTo>
                    <a:pt x="78" y="13"/>
                  </a:lnTo>
                  <a:lnTo>
                    <a:pt x="73" y="18"/>
                  </a:lnTo>
                  <a:lnTo>
                    <a:pt x="68" y="26"/>
                  </a:lnTo>
                  <a:lnTo>
                    <a:pt x="63" y="33"/>
                  </a:lnTo>
                  <a:lnTo>
                    <a:pt x="57" y="48"/>
                  </a:lnTo>
                  <a:lnTo>
                    <a:pt x="50" y="66"/>
                  </a:lnTo>
                  <a:lnTo>
                    <a:pt x="42" y="90"/>
                  </a:lnTo>
                  <a:lnTo>
                    <a:pt x="34" y="116"/>
                  </a:lnTo>
                  <a:lnTo>
                    <a:pt x="25" y="146"/>
                  </a:lnTo>
                  <a:lnTo>
                    <a:pt x="17" y="179"/>
                  </a:lnTo>
                  <a:lnTo>
                    <a:pt x="9" y="214"/>
                  </a:lnTo>
                  <a:lnTo>
                    <a:pt x="2" y="252"/>
                  </a:lnTo>
                  <a:lnTo>
                    <a:pt x="1" y="260"/>
                  </a:lnTo>
                  <a:lnTo>
                    <a:pt x="0" y="270"/>
                  </a:lnTo>
                  <a:lnTo>
                    <a:pt x="0" y="279"/>
                  </a:lnTo>
                  <a:lnTo>
                    <a:pt x="1" y="287"/>
                  </a:lnTo>
                  <a:lnTo>
                    <a:pt x="2" y="296"/>
                  </a:lnTo>
                  <a:lnTo>
                    <a:pt x="3" y="305"/>
                  </a:lnTo>
                  <a:lnTo>
                    <a:pt x="5" y="313"/>
                  </a:lnTo>
                  <a:lnTo>
                    <a:pt x="8" y="323"/>
                  </a:lnTo>
                  <a:lnTo>
                    <a:pt x="14" y="340"/>
                  </a:lnTo>
                  <a:lnTo>
                    <a:pt x="24" y="357"/>
                  </a:lnTo>
                  <a:lnTo>
                    <a:pt x="34" y="375"/>
                  </a:lnTo>
                  <a:lnTo>
                    <a:pt x="46" y="391"/>
                  </a:lnTo>
                  <a:lnTo>
                    <a:pt x="55" y="400"/>
                  </a:lnTo>
                  <a:lnTo>
                    <a:pt x="63" y="408"/>
                  </a:lnTo>
                  <a:lnTo>
                    <a:pt x="73" y="418"/>
                  </a:lnTo>
                  <a:lnTo>
                    <a:pt x="83" y="425"/>
                  </a:lnTo>
                  <a:lnTo>
                    <a:pt x="92" y="433"/>
                  </a:lnTo>
                  <a:lnTo>
                    <a:pt x="102" y="440"/>
                  </a:lnTo>
                  <a:lnTo>
                    <a:pt x="112" y="446"/>
                  </a:lnTo>
                  <a:lnTo>
                    <a:pt x="124" y="452"/>
                  </a:lnTo>
                  <a:lnTo>
                    <a:pt x="134" y="457"/>
                  </a:lnTo>
                  <a:lnTo>
                    <a:pt x="145" y="461"/>
                  </a:lnTo>
                  <a:lnTo>
                    <a:pt x="155" y="466"/>
                  </a:lnTo>
                  <a:lnTo>
                    <a:pt x="166" y="469"/>
                  </a:lnTo>
                  <a:lnTo>
                    <a:pt x="177" y="472"/>
                  </a:lnTo>
                  <a:lnTo>
                    <a:pt x="188" y="474"/>
                  </a:lnTo>
                  <a:lnTo>
                    <a:pt x="198" y="475"/>
                  </a:lnTo>
                  <a:lnTo>
                    <a:pt x="208" y="475"/>
                  </a:lnTo>
                  <a:lnTo>
                    <a:pt x="222" y="475"/>
                  </a:lnTo>
                  <a:lnTo>
                    <a:pt x="236" y="473"/>
                  </a:lnTo>
                  <a:lnTo>
                    <a:pt x="251" y="469"/>
                  </a:lnTo>
                  <a:lnTo>
                    <a:pt x="266" y="463"/>
                  </a:lnTo>
                  <a:lnTo>
                    <a:pt x="283" y="457"/>
                  </a:lnTo>
                  <a:lnTo>
                    <a:pt x="299" y="449"/>
                  </a:lnTo>
                  <a:lnTo>
                    <a:pt x="316" y="440"/>
                  </a:lnTo>
                  <a:lnTo>
                    <a:pt x="335" y="430"/>
                  </a:lnTo>
                  <a:lnTo>
                    <a:pt x="354" y="418"/>
                  </a:lnTo>
                  <a:lnTo>
                    <a:pt x="374" y="403"/>
                  </a:lnTo>
                  <a:lnTo>
                    <a:pt x="394" y="388"/>
                  </a:lnTo>
                  <a:lnTo>
                    <a:pt x="414" y="372"/>
                  </a:lnTo>
                  <a:lnTo>
                    <a:pt x="437" y="353"/>
                  </a:lnTo>
                  <a:lnTo>
                    <a:pt x="459" y="334"/>
                  </a:lnTo>
                  <a:lnTo>
                    <a:pt x="483" y="313"/>
                  </a:lnTo>
                  <a:lnTo>
                    <a:pt x="506" y="291"/>
                  </a:lnTo>
                  <a:lnTo>
                    <a:pt x="515" y="28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39" name="Freeform 42"/>
            <p:cNvSpPr>
              <a:spLocks/>
            </p:cNvSpPr>
            <p:nvPr userDrawn="1"/>
          </p:nvSpPr>
          <p:spPr bwMode="gray">
            <a:xfrm>
              <a:off x="6739" y="604"/>
              <a:ext cx="18" cy="42"/>
            </a:xfrm>
            <a:custGeom>
              <a:avLst/>
              <a:gdLst>
                <a:gd name="T0" fmla="*/ 85 w 214"/>
                <a:gd name="T1" fmla="*/ 0 h 504"/>
                <a:gd name="T2" fmla="*/ 74 w 214"/>
                <a:gd name="T3" fmla="*/ 2 h 504"/>
                <a:gd name="T4" fmla="*/ 65 w 214"/>
                <a:gd name="T5" fmla="*/ 6 h 504"/>
                <a:gd name="T6" fmla="*/ 56 w 214"/>
                <a:gd name="T7" fmla="*/ 13 h 504"/>
                <a:gd name="T8" fmla="*/ 44 w 214"/>
                <a:gd name="T9" fmla="*/ 29 h 504"/>
                <a:gd name="T10" fmla="*/ 31 w 214"/>
                <a:gd name="T11" fmla="*/ 57 h 504"/>
                <a:gd name="T12" fmla="*/ 19 w 214"/>
                <a:gd name="T13" fmla="*/ 102 h 504"/>
                <a:gd name="T14" fmla="*/ 9 w 214"/>
                <a:gd name="T15" fmla="*/ 155 h 504"/>
                <a:gd name="T16" fmla="*/ 2 w 214"/>
                <a:gd name="T17" fmla="*/ 206 h 504"/>
                <a:gd name="T18" fmla="*/ 0 w 214"/>
                <a:gd name="T19" fmla="*/ 254 h 504"/>
                <a:gd name="T20" fmla="*/ 2 w 214"/>
                <a:gd name="T21" fmla="*/ 299 h 504"/>
                <a:gd name="T22" fmla="*/ 9 w 214"/>
                <a:gd name="T23" fmla="*/ 341 h 504"/>
                <a:gd name="T24" fmla="*/ 19 w 214"/>
                <a:gd name="T25" fmla="*/ 380 h 504"/>
                <a:gd name="T26" fmla="*/ 33 w 214"/>
                <a:gd name="T27" fmla="*/ 413 h 504"/>
                <a:gd name="T28" fmla="*/ 51 w 214"/>
                <a:gd name="T29" fmla="*/ 443 h 504"/>
                <a:gd name="T30" fmla="*/ 74 w 214"/>
                <a:gd name="T31" fmla="*/ 468 h 504"/>
                <a:gd name="T32" fmla="*/ 100 w 214"/>
                <a:gd name="T33" fmla="*/ 486 h 504"/>
                <a:gd name="T34" fmla="*/ 130 w 214"/>
                <a:gd name="T35" fmla="*/ 498 h 504"/>
                <a:gd name="T36" fmla="*/ 154 w 214"/>
                <a:gd name="T37" fmla="*/ 504 h 504"/>
                <a:gd name="T38" fmla="*/ 171 w 214"/>
                <a:gd name="T39" fmla="*/ 504 h 504"/>
                <a:gd name="T40" fmla="*/ 184 w 214"/>
                <a:gd name="T41" fmla="*/ 502 h 504"/>
                <a:gd name="T42" fmla="*/ 194 w 214"/>
                <a:gd name="T43" fmla="*/ 497 h 504"/>
                <a:gd name="T44" fmla="*/ 199 w 214"/>
                <a:gd name="T45" fmla="*/ 488 h 504"/>
                <a:gd name="T46" fmla="*/ 199 w 214"/>
                <a:gd name="T47" fmla="*/ 479 h 504"/>
                <a:gd name="T48" fmla="*/ 191 w 214"/>
                <a:gd name="T49" fmla="*/ 459 h 504"/>
                <a:gd name="T50" fmla="*/ 180 w 214"/>
                <a:gd name="T51" fmla="*/ 424 h 504"/>
                <a:gd name="T52" fmla="*/ 172 w 214"/>
                <a:gd name="T53" fmla="*/ 384 h 504"/>
                <a:gd name="T54" fmla="*/ 167 w 214"/>
                <a:gd name="T55" fmla="*/ 341 h 504"/>
                <a:gd name="T56" fmla="*/ 167 w 214"/>
                <a:gd name="T57" fmla="*/ 295 h 504"/>
                <a:gd name="T58" fmla="*/ 170 w 214"/>
                <a:gd name="T59" fmla="*/ 249 h 504"/>
                <a:gd name="T60" fmla="*/ 179 w 214"/>
                <a:gd name="T61" fmla="*/ 202 h 504"/>
                <a:gd name="T62" fmla="*/ 192 w 214"/>
                <a:gd name="T63" fmla="*/ 157 h 504"/>
                <a:gd name="T64" fmla="*/ 205 w 214"/>
                <a:gd name="T65" fmla="*/ 125 h 504"/>
                <a:gd name="T66" fmla="*/ 212 w 214"/>
                <a:gd name="T67" fmla="*/ 104 h 504"/>
                <a:gd name="T68" fmla="*/ 214 w 214"/>
                <a:gd name="T69" fmla="*/ 87 h 504"/>
                <a:gd name="T70" fmla="*/ 212 w 214"/>
                <a:gd name="T71" fmla="*/ 72 h 504"/>
                <a:gd name="T72" fmla="*/ 206 w 214"/>
                <a:gd name="T73" fmla="*/ 57 h 504"/>
                <a:gd name="T74" fmla="*/ 196 w 214"/>
                <a:gd name="T75" fmla="*/ 45 h 504"/>
                <a:gd name="T76" fmla="*/ 183 w 214"/>
                <a:gd name="T77" fmla="*/ 34 h 504"/>
                <a:gd name="T78" fmla="*/ 165 w 214"/>
                <a:gd name="T79" fmla="*/ 23 h 504"/>
                <a:gd name="T80" fmla="*/ 136 w 214"/>
                <a:gd name="T81" fmla="*/ 9 h 504"/>
                <a:gd name="T82" fmla="*/ 104 w 214"/>
                <a:gd name="T83" fmla="*/ 1 h 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14" h="504">
                  <a:moveTo>
                    <a:pt x="91" y="0"/>
                  </a:moveTo>
                  <a:lnTo>
                    <a:pt x="85" y="0"/>
                  </a:lnTo>
                  <a:lnTo>
                    <a:pt x="80" y="1"/>
                  </a:lnTo>
                  <a:lnTo>
                    <a:pt x="74" y="2"/>
                  </a:lnTo>
                  <a:lnTo>
                    <a:pt x="69" y="4"/>
                  </a:lnTo>
                  <a:lnTo>
                    <a:pt x="65" y="6"/>
                  </a:lnTo>
                  <a:lnTo>
                    <a:pt x="60" y="9"/>
                  </a:lnTo>
                  <a:lnTo>
                    <a:pt x="56" y="13"/>
                  </a:lnTo>
                  <a:lnTo>
                    <a:pt x="51" y="17"/>
                  </a:lnTo>
                  <a:lnTo>
                    <a:pt x="44" y="29"/>
                  </a:lnTo>
                  <a:lnTo>
                    <a:pt x="37" y="41"/>
                  </a:lnTo>
                  <a:lnTo>
                    <a:pt x="31" y="57"/>
                  </a:lnTo>
                  <a:lnTo>
                    <a:pt x="26" y="76"/>
                  </a:lnTo>
                  <a:lnTo>
                    <a:pt x="19" y="102"/>
                  </a:lnTo>
                  <a:lnTo>
                    <a:pt x="13" y="130"/>
                  </a:lnTo>
                  <a:lnTo>
                    <a:pt x="9" y="155"/>
                  </a:lnTo>
                  <a:lnTo>
                    <a:pt x="5" y="181"/>
                  </a:lnTo>
                  <a:lnTo>
                    <a:pt x="2" y="206"/>
                  </a:lnTo>
                  <a:lnTo>
                    <a:pt x="0" y="231"/>
                  </a:lnTo>
                  <a:lnTo>
                    <a:pt x="0" y="254"/>
                  </a:lnTo>
                  <a:lnTo>
                    <a:pt x="0" y="278"/>
                  </a:lnTo>
                  <a:lnTo>
                    <a:pt x="2" y="299"/>
                  </a:lnTo>
                  <a:lnTo>
                    <a:pt x="5" y="321"/>
                  </a:lnTo>
                  <a:lnTo>
                    <a:pt x="9" y="341"/>
                  </a:lnTo>
                  <a:lnTo>
                    <a:pt x="14" y="360"/>
                  </a:lnTo>
                  <a:lnTo>
                    <a:pt x="19" y="380"/>
                  </a:lnTo>
                  <a:lnTo>
                    <a:pt x="26" y="397"/>
                  </a:lnTo>
                  <a:lnTo>
                    <a:pt x="33" y="413"/>
                  </a:lnTo>
                  <a:lnTo>
                    <a:pt x="42" y="429"/>
                  </a:lnTo>
                  <a:lnTo>
                    <a:pt x="51" y="443"/>
                  </a:lnTo>
                  <a:lnTo>
                    <a:pt x="63" y="456"/>
                  </a:lnTo>
                  <a:lnTo>
                    <a:pt x="74" y="468"/>
                  </a:lnTo>
                  <a:lnTo>
                    <a:pt x="87" y="478"/>
                  </a:lnTo>
                  <a:lnTo>
                    <a:pt x="100" y="486"/>
                  </a:lnTo>
                  <a:lnTo>
                    <a:pt x="115" y="493"/>
                  </a:lnTo>
                  <a:lnTo>
                    <a:pt x="130" y="498"/>
                  </a:lnTo>
                  <a:lnTo>
                    <a:pt x="145" y="502"/>
                  </a:lnTo>
                  <a:lnTo>
                    <a:pt x="154" y="504"/>
                  </a:lnTo>
                  <a:lnTo>
                    <a:pt x="164" y="504"/>
                  </a:lnTo>
                  <a:lnTo>
                    <a:pt x="171" y="504"/>
                  </a:lnTo>
                  <a:lnTo>
                    <a:pt x="178" y="503"/>
                  </a:lnTo>
                  <a:lnTo>
                    <a:pt x="184" y="502"/>
                  </a:lnTo>
                  <a:lnTo>
                    <a:pt x="190" y="500"/>
                  </a:lnTo>
                  <a:lnTo>
                    <a:pt x="194" y="497"/>
                  </a:lnTo>
                  <a:lnTo>
                    <a:pt x="197" y="493"/>
                  </a:lnTo>
                  <a:lnTo>
                    <a:pt x="199" y="488"/>
                  </a:lnTo>
                  <a:lnTo>
                    <a:pt x="199" y="484"/>
                  </a:lnTo>
                  <a:lnTo>
                    <a:pt x="199" y="479"/>
                  </a:lnTo>
                  <a:lnTo>
                    <a:pt x="197" y="475"/>
                  </a:lnTo>
                  <a:lnTo>
                    <a:pt x="191" y="459"/>
                  </a:lnTo>
                  <a:lnTo>
                    <a:pt x="185" y="442"/>
                  </a:lnTo>
                  <a:lnTo>
                    <a:pt x="180" y="424"/>
                  </a:lnTo>
                  <a:lnTo>
                    <a:pt x="175" y="404"/>
                  </a:lnTo>
                  <a:lnTo>
                    <a:pt x="172" y="384"/>
                  </a:lnTo>
                  <a:lnTo>
                    <a:pt x="169" y="362"/>
                  </a:lnTo>
                  <a:lnTo>
                    <a:pt x="167" y="341"/>
                  </a:lnTo>
                  <a:lnTo>
                    <a:pt x="167" y="319"/>
                  </a:lnTo>
                  <a:lnTo>
                    <a:pt x="167" y="295"/>
                  </a:lnTo>
                  <a:lnTo>
                    <a:pt x="168" y="273"/>
                  </a:lnTo>
                  <a:lnTo>
                    <a:pt x="170" y="249"/>
                  </a:lnTo>
                  <a:lnTo>
                    <a:pt x="174" y="226"/>
                  </a:lnTo>
                  <a:lnTo>
                    <a:pt x="179" y="202"/>
                  </a:lnTo>
                  <a:lnTo>
                    <a:pt x="185" y="180"/>
                  </a:lnTo>
                  <a:lnTo>
                    <a:pt x="192" y="157"/>
                  </a:lnTo>
                  <a:lnTo>
                    <a:pt x="200" y="135"/>
                  </a:lnTo>
                  <a:lnTo>
                    <a:pt x="205" y="125"/>
                  </a:lnTo>
                  <a:lnTo>
                    <a:pt x="209" y="114"/>
                  </a:lnTo>
                  <a:lnTo>
                    <a:pt x="212" y="104"/>
                  </a:lnTo>
                  <a:lnTo>
                    <a:pt x="213" y="96"/>
                  </a:lnTo>
                  <a:lnTo>
                    <a:pt x="214" y="87"/>
                  </a:lnTo>
                  <a:lnTo>
                    <a:pt x="214" y="79"/>
                  </a:lnTo>
                  <a:lnTo>
                    <a:pt x="212" y="72"/>
                  </a:lnTo>
                  <a:lnTo>
                    <a:pt x="210" y="64"/>
                  </a:lnTo>
                  <a:lnTo>
                    <a:pt x="206" y="57"/>
                  </a:lnTo>
                  <a:lnTo>
                    <a:pt x="202" y="51"/>
                  </a:lnTo>
                  <a:lnTo>
                    <a:pt x="196" y="45"/>
                  </a:lnTo>
                  <a:lnTo>
                    <a:pt x="190" y="39"/>
                  </a:lnTo>
                  <a:lnTo>
                    <a:pt x="183" y="34"/>
                  </a:lnTo>
                  <a:lnTo>
                    <a:pt x="175" y="28"/>
                  </a:lnTo>
                  <a:lnTo>
                    <a:pt x="165" y="23"/>
                  </a:lnTo>
                  <a:lnTo>
                    <a:pt x="154" y="17"/>
                  </a:lnTo>
                  <a:lnTo>
                    <a:pt x="136" y="9"/>
                  </a:lnTo>
                  <a:lnTo>
                    <a:pt x="119" y="4"/>
                  </a:lnTo>
                  <a:lnTo>
                    <a:pt x="104" y="1"/>
                  </a:lnTo>
                  <a:lnTo>
                    <a:pt x="9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40" name="Freeform 43"/>
            <p:cNvSpPr>
              <a:spLocks/>
            </p:cNvSpPr>
            <p:nvPr userDrawn="1"/>
          </p:nvSpPr>
          <p:spPr bwMode="gray">
            <a:xfrm>
              <a:off x="6966" y="608"/>
              <a:ext cx="26" cy="41"/>
            </a:xfrm>
            <a:custGeom>
              <a:avLst/>
              <a:gdLst>
                <a:gd name="T0" fmla="*/ 91 w 315"/>
                <a:gd name="T1" fmla="*/ 120 h 486"/>
                <a:gd name="T2" fmla="*/ 110 w 315"/>
                <a:gd name="T3" fmla="*/ 124 h 486"/>
                <a:gd name="T4" fmla="*/ 128 w 315"/>
                <a:gd name="T5" fmla="*/ 132 h 486"/>
                <a:gd name="T6" fmla="*/ 144 w 315"/>
                <a:gd name="T7" fmla="*/ 143 h 486"/>
                <a:gd name="T8" fmla="*/ 160 w 315"/>
                <a:gd name="T9" fmla="*/ 161 h 486"/>
                <a:gd name="T10" fmla="*/ 172 w 315"/>
                <a:gd name="T11" fmla="*/ 183 h 486"/>
                <a:gd name="T12" fmla="*/ 180 w 315"/>
                <a:gd name="T13" fmla="*/ 206 h 486"/>
                <a:gd name="T14" fmla="*/ 183 w 315"/>
                <a:gd name="T15" fmla="*/ 228 h 486"/>
                <a:gd name="T16" fmla="*/ 181 w 315"/>
                <a:gd name="T17" fmla="*/ 251 h 486"/>
                <a:gd name="T18" fmla="*/ 174 w 315"/>
                <a:gd name="T19" fmla="*/ 279 h 486"/>
                <a:gd name="T20" fmla="*/ 161 w 315"/>
                <a:gd name="T21" fmla="*/ 304 h 486"/>
                <a:gd name="T22" fmla="*/ 144 w 315"/>
                <a:gd name="T23" fmla="*/ 327 h 486"/>
                <a:gd name="T24" fmla="*/ 123 w 315"/>
                <a:gd name="T25" fmla="*/ 347 h 486"/>
                <a:gd name="T26" fmla="*/ 100 w 315"/>
                <a:gd name="T27" fmla="*/ 363 h 486"/>
                <a:gd name="T28" fmla="*/ 74 w 315"/>
                <a:gd name="T29" fmla="*/ 374 h 486"/>
                <a:gd name="T30" fmla="*/ 47 w 315"/>
                <a:gd name="T31" fmla="*/ 380 h 486"/>
                <a:gd name="T32" fmla="*/ 0 w 315"/>
                <a:gd name="T33" fmla="*/ 434 h 486"/>
                <a:gd name="T34" fmla="*/ 74 w 315"/>
                <a:gd name="T35" fmla="*/ 486 h 486"/>
                <a:gd name="T36" fmla="*/ 97 w 315"/>
                <a:gd name="T37" fmla="*/ 484 h 486"/>
                <a:gd name="T38" fmla="*/ 129 w 315"/>
                <a:gd name="T39" fmla="*/ 476 h 486"/>
                <a:gd name="T40" fmla="*/ 172 w 315"/>
                <a:gd name="T41" fmla="*/ 460 h 486"/>
                <a:gd name="T42" fmla="*/ 213 w 315"/>
                <a:gd name="T43" fmla="*/ 435 h 486"/>
                <a:gd name="T44" fmla="*/ 250 w 315"/>
                <a:gd name="T45" fmla="*/ 406 h 486"/>
                <a:gd name="T46" fmla="*/ 273 w 315"/>
                <a:gd name="T47" fmla="*/ 379 h 486"/>
                <a:gd name="T48" fmla="*/ 286 w 315"/>
                <a:gd name="T49" fmla="*/ 361 h 486"/>
                <a:gd name="T50" fmla="*/ 297 w 315"/>
                <a:gd name="T51" fmla="*/ 340 h 486"/>
                <a:gd name="T52" fmla="*/ 306 w 315"/>
                <a:gd name="T53" fmla="*/ 320 h 486"/>
                <a:gd name="T54" fmla="*/ 312 w 315"/>
                <a:gd name="T55" fmla="*/ 297 h 486"/>
                <a:gd name="T56" fmla="*/ 315 w 315"/>
                <a:gd name="T57" fmla="*/ 275 h 486"/>
                <a:gd name="T58" fmla="*/ 315 w 315"/>
                <a:gd name="T59" fmla="*/ 249 h 486"/>
                <a:gd name="T60" fmla="*/ 312 w 315"/>
                <a:gd name="T61" fmla="*/ 221 h 486"/>
                <a:gd name="T62" fmla="*/ 306 w 315"/>
                <a:gd name="T63" fmla="*/ 194 h 486"/>
                <a:gd name="T64" fmla="*/ 298 w 315"/>
                <a:gd name="T65" fmla="*/ 169 h 486"/>
                <a:gd name="T66" fmla="*/ 287 w 315"/>
                <a:gd name="T67" fmla="*/ 144 h 486"/>
                <a:gd name="T68" fmla="*/ 274 w 315"/>
                <a:gd name="T69" fmla="*/ 122 h 486"/>
                <a:gd name="T70" fmla="*/ 259 w 315"/>
                <a:gd name="T71" fmla="*/ 101 h 486"/>
                <a:gd name="T72" fmla="*/ 243 w 315"/>
                <a:gd name="T73" fmla="*/ 82 h 486"/>
                <a:gd name="T74" fmla="*/ 224 w 315"/>
                <a:gd name="T75" fmla="*/ 65 h 486"/>
                <a:gd name="T76" fmla="*/ 205 w 315"/>
                <a:gd name="T77" fmla="*/ 49 h 486"/>
                <a:gd name="T78" fmla="*/ 184 w 315"/>
                <a:gd name="T79" fmla="*/ 36 h 486"/>
                <a:gd name="T80" fmla="*/ 163 w 315"/>
                <a:gd name="T81" fmla="*/ 25 h 486"/>
                <a:gd name="T82" fmla="*/ 141 w 315"/>
                <a:gd name="T83" fmla="*/ 15 h 486"/>
                <a:gd name="T84" fmla="*/ 118 w 315"/>
                <a:gd name="T85" fmla="*/ 7 h 486"/>
                <a:gd name="T86" fmla="*/ 95 w 315"/>
                <a:gd name="T87" fmla="*/ 3 h 486"/>
                <a:gd name="T88" fmla="*/ 72 w 315"/>
                <a:gd name="T89" fmla="*/ 0 h 486"/>
                <a:gd name="T90" fmla="*/ 21 w 315"/>
                <a:gd name="T91" fmla="*/ 68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15" h="486">
                  <a:moveTo>
                    <a:pt x="80" y="120"/>
                  </a:moveTo>
                  <a:lnTo>
                    <a:pt x="91" y="120"/>
                  </a:lnTo>
                  <a:lnTo>
                    <a:pt x="101" y="122"/>
                  </a:lnTo>
                  <a:lnTo>
                    <a:pt x="110" y="124"/>
                  </a:lnTo>
                  <a:lnTo>
                    <a:pt x="119" y="128"/>
                  </a:lnTo>
                  <a:lnTo>
                    <a:pt x="128" y="132"/>
                  </a:lnTo>
                  <a:lnTo>
                    <a:pt x="136" y="137"/>
                  </a:lnTo>
                  <a:lnTo>
                    <a:pt x="144" y="143"/>
                  </a:lnTo>
                  <a:lnTo>
                    <a:pt x="151" y="150"/>
                  </a:lnTo>
                  <a:lnTo>
                    <a:pt x="160" y="161"/>
                  </a:lnTo>
                  <a:lnTo>
                    <a:pt x="167" y="172"/>
                  </a:lnTo>
                  <a:lnTo>
                    <a:pt x="172" y="183"/>
                  </a:lnTo>
                  <a:lnTo>
                    <a:pt x="177" y="194"/>
                  </a:lnTo>
                  <a:lnTo>
                    <a:pt x="180" y="206"/>
                  </a:lnTo>
                  <a:lnTo>
                    <a:pt x="182" y="218"/>
                  </a:lnTo>
                  <a:lnTo>
                    <a:pt x="183" y="228"/>
                  </a:lnTo>
                  <a:lnTo>
                    <a:pt x="183" y="237"/>
                  </a:lnTo>
                  <a:lnTo>
                    <a:pt x="181" y="251"/>
                  </a:lnTo>
                  <a:lnTo>
                    <a:pt x="178" y="266"/>
                  </a:lnTo>
                  <a:lnTo>
                    <a:pt x="174" y="279"/>
                  </a:lnTo>
                  <a:lnTo>
                    <a:pt x="168" y="292"/>
                  </a:lnTo>
                  <a:lnTo>
                    <a:pt x="161" y="304"/>
                  </a:lnTo>
                  <a:lnTo>
                    <a:pt x="153" y="317"/>
                  </a:lnTo>
                  <a:lnTo>
                    <a:pt x="144" y="327"/>
                  </a:lnTo>
                  <a:lnTo>
                    <a:pt x="134" y="338"/>
                  </a:lnTo>
                  <a:lnTo>
                    <a:pt x="123" y="347"/>
                  </a:lnTo>
                  <a:lnTo>
                    <a:pt x="112" y="355"/>
                  </a:lnTo>
                  <a:lnTo>
                    <a:pt x="100" y="363"/>
                  </a:lnTo>
                  <a:lnTo>
                    <a:pt x="87" y="369"/>
                  </a:lnTo>
                  <a:lnTo>
                    <a:pt x="74" y="374"/>
                  </a:lnTo>
                  <a:lnTo>
                    <a:pt x="61" y="378"/>
                  </a:lnTo>
                  <a:lnTo>
                    <a:pt x="47" y="380"/>
                  </a:lnTo>
                  <a:lnTo>
                    <a:pt x="33" y="381"/>
                  </a:lnTo>
                  <a:lnTo>
                    <a:pt x="0" y="434"/>
                  </a:lnTo>
                  <a:lnTo>
                    <a:pt x="64" y="486"/>
                  </a:lnTo>
                  <a:lnTo>
                    <a:pt x="74" y="486"/>
                  </a:lnTo>
                  <a:lnTo>
                    <a:pt x="85" y="485"/>
                  </a:lnTo>
                  <a:lnTo>
                    <a:pt x="97" y="484"/>
                  </a:lnTo>
                  <a:lnTo>
                    <a:pt x="107" y="482"/>
                  </a:lnTo>
                  <a:lnTo>
                    <a:pt x="129" y="476"/>
                  </a:lnTo>
                  <a:lnTo>
                    <a:pt x="151" y="469"/>
                  </a:lnTo>
                  <a:lnTo>
                    <a:pt x="172" y="460"/>
                  </a:lnTo>
                  <a:lnTo>
                    <a:pt x="194" y="448"/>
                  </a:lnTo>
                  <a:lnTo>
                    <a:pt x="213" y="435"/>
                  </a:lnTo>
                  <a:lnTo>
                    <a:pt x="232" y="421"/>
                  </a:lnTo>
                  <a:lnTo>
                    <a:pt x="250" y="406"/>
                  </a:lnTo>
                  <a:lnTo>
                    <a:pt x="266" y="388"/>
                  </a:lnTo>
                  <a:lnTo>
                    <a:pt x="273" y="379"/>
                  </a:lnTo>
                  <a:lnTo>
                    <a:pt x="279" y="370"/>
                  </a:lnTo>
                  <a:lnTo>
                    <a:pt x="286" y="361"/>
                  </a:lnTo>
                  <a:lnTo>
                    <a:pt x="291" y="350"/>
                  </a:lnTo>
                  <a:lnTo>
                    <a:pt x="297" y="340"/>
                  </a:lnTo>
                  <a:lnTo>
                    <a:pt x="302" y="330"/>
                  </a:lnTo>
                  <a:lnTo>
                    <a:pt x="306" y="320"/>
                  </a:lnTo>
                  <a:lnTo>
                    <a:pt x="309" y="309"/>
                  </a:lnTo>
                  <a:lnTo>
                    <a:pt x="312" y="297"/>
                  </a:lnTo>
                  <a:lnTo>
                    <a:pt x="314" y="287"/>
                  </a:lnTo>
                  <a:lnTo>
                    <a:pt x="315" y="275"/>
                  </a:lnTo>
                  <a:lnTo>
                    <a:pt x="315" y="264"/>
                  </a:lnTo>
                  <a:lnTo>
                    <a:pt x="315" y="249"/>
                  </a:lnTo>
                  <a:lnTo>
                    <a:pt x="314" y="235"/>
                  </a:lnTo>
                  <a:lnTo>
                    <a:pt x="312" y="221"/>
                  </a:lnTo>
                  <a:lnTo>
                    <a:pt x="309" y="207"/>
                  </a:lnTo>
                  <a:lnTo>
                    <a:pt x="306" y="194"/>
                  </a:lnTo>
                  <a:lnTo>
                    <a:pt x="302" y="181"/>
                  </a:lnTo>
                  <a:lnTo>
                    <a:pt x="298" y="169"/>
                  </a:lnTo>
                  <a:lnTo>
                    <a:pt x="293" y="156"/>
                  </a:lnTo>
                  <a:lnTo>
                    <a:pt x="287" y="144"/>
                  </a:lnTo>
                  <a:lnTo>
                    <a:pt x="280" y="133"/>
                  </a:lnTo>
                  <a:lnTo>
                    <a:pt x="274" y="122"/>
                  </a:lnTo>
                  <a:lnTo>
                    <a:pt x="267" y="112"/>
                  </a:lnTo>
                  <a:lnTo>
                    <a:pt x="259" y="101"/>
                  </a:lnTo>
                  <a:lnTo>
                    <a:pt x="251" y="91"/>
                  </a:lnTo>
                  <a:lnTo>
                    <a:pt x="243" y="82"/>
                  </a:lnTo>
                  <a:lnTo>
                    <a:pt x="233" y="73"/>
                  </a:lnTo>
                  <a:lnTo>
                    <a:pt x="224" y="65"/>
                  </a:lnTo>
                  <a:lnTo>
                    <a:pt x="215" y="56"/>
                  </a:lnTo>
                  <a:lnTo>
                    <a:pt x="205" y="49"/>
                  </a:lnTo>
                  <a:lnTo>
                    <a:pt x="195" y="42"/>
                  </a:lnTo>
                  <a:lnTo>
                    <a:pt x="184" y="36"/>
                  </a:lnTo>
                  <a:lnTo>
                    <a:pt x="174" y="30"/>
                  </a:lnTo>
                  <a:lnTo>
                    <a:pt x="163" y="25"/>
                  </a:lnTo>
                  <a:lnTo>
                    <a:pt x="152" y="20"/>
                  </a:lnTo>
                  <a:lnTo>
                    <a:pt x="141" y="15"/>
                  </a:lnTo>
                  <a:lnTo>
                    <a:pt x="129" y="12"/>
                  </a:lnTo>
                  <a:lnTo>
                    <a:pt x="118" y="7"/>
                  </a:lnTo>
                  <a:lnTo>
                    <a:pt x="107" y="5"/>
                  </a:lnTo>
                  <a:lnTo>
                    <a:pt x="95" y="3"/>
                  </a:lnTo>
                  <a:lnTo>
                    <a:pt x="83" y="1"/>
                  </a:lnTo>
                  <a:lnTo>
                    <a:pt x="72" y="0"/>
                  </a:lnTo>
                  <a:lnTo>
                    <a:pt x="60" y="0"/>
                  </a:lnTo>
                  <a:lnTo>
                    <a:pt x="21" y="68"/>
                  </a:lnTo>
                  <a:lnTo>
                    <a:pt x="80" y="12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41" name="Freeform 44"/>
            <p:cNvSpPr>
              <a:spLocks/>
            </p:cNvSpPr>
            <p:nvPr userDrawn="1"/>
          </p:nvSpPr>
          <p:spPr bwMode="gray">
            <a:xfrm>
              <a:off x="6884" y="562"/>
              <a:ext cx="92" cy="118"/>
            </a:xfrm>
            <a:custGeom>
              <a:avLst/>
              <a:gdLst>
                <a:gd name="T0" fmla="*/ 1007 w 1095"/>
                <a:gd name="T1" fmla="*/ 693 h 1421"/>
                <a:gd name="T2" fmla="*/ 952 w 1095"/>
                <a:gd name="T3" fmla="*/ 735 h 1421"/>
                <a:gd name="T4" fmla="*/ 915 w 1095"/>
                <a:gd name="T5" fmla="*/ 791 h 1421"/>
                <a:gd name="T6" fmla="*/ 906 w 1095"/>
                <a:gd name="T7" fmla="*/ 852 h 1421"/>
                <a:gd name="T8" fmla="*/ 929 w 1095"/>
                <a:gd name="T9" fmla="*/ 906 h 1421"/>
                <a:gd name="T10" fmla="*/ 974 w 1095"/>
                <a:gd name="T11" fmla="*/ 937 h 1421"/>
                <a:gd name="T12" fmla="*/ 1040 w 1095"/>
                <a:gd name="T13" fmla="*/ 1047 h 1421"/>
                <a:gd name="T14" fmla="*/ 955 w 1095"/>
                <a:gd name="T15" fmla="*/ 1038 h 1421"/>
                <a:gd name="T16" fmla="*/ 881 w 1095"/>
                <a:gd name="T17" fmla="*/ 1012 h 1421"/>
                <a:gd name="T18" fmla="*/ 821 w 1095"/>
                <a:gd name="T19" fmla="*/ 976 h 1421"/>
                <a:gd name="T20" fmla="*/ 774 w 1095"/>
                <a:gd name="T21" fmla="*/ 931 h 1421"/>
                <a:gd name="T22" fmla="*/ 741 w 1095"/>
                <a:gd name="T23" fmla="*/ 883 h 1421"/>
                <a:gd name="T24" fmla="*/ 726 w 1095"/>
                <a:gd name="T25" fmla="*/ 835 h 1421"/>
                <a:gd name="T26" fmla="*/ 728 w 1095"/>
                <a:gd name="T27" fmla="*/ 774 h 1421"/>
                <a:gd name="T28" fmla="*/ 749 w 1095"/>
                <a:gd name="T29" fmla="*/ 723 h 1421"/>
                <a:gd name="T30" fmla="*/ 650 w 1095"/>
                <a:gd name="T31" fmla="*/ 723 h 1421"/>
                <a:gd name="T32" fmla="*/ 491 w 1095"/>
                <a:gd name="T33" fmla="*/ 745 h 1421"/>
                <a:gd name="T34" fmla="*/ 462 w 1095"/>
                <a:gd name="T35" fmla="*/ 886 h 1421"/>
                <a:gd name="T36" fmla="*/ 435 w 1095"/>
                <a:gd name="T37" fmla="*/ 1103 h 1421"/>
                <a:gd name="T38" fmla="*/ 427 w 1095"/>
                <a:gd name="T39" fmla="*/ 1291 h 1421"/>
                <a:gd name="T40" fmla="*/ 431 w 1095"/>
                <a:gd name="T41" fmla="*/ 1398 h 1421"/>
                <a:gd name="T42" fmla="*/ 416 w 1095"/>
                <a:gd name="T43" fmla="*/ 1418 h 1421"/>
                <a:gd name="T44" fmla="*/ 378 w 1095"/>
                <a:gd name="T45" fmla="*/ 1418 h 1421"/>
                <a:gd name="T46" fmla="*/ 337 w 1095"/>
                <a:gd name="T47" fmla="*/ 1390 h 1421"/>
                <a:gd name="T48" fmla="*/ 310 w 1095"/>
                <a:gd name="T49" fmla="*/ 1337 h 1421"/>
                <a:gd name="T50" fmla="*/ 293 w 1095"/>
                <a:gd name="T51" fmla="*/ 1256 h 1421"/>
                <a:gd name="T52" fmla="*/ 288 w 1095"/>
                <a:gd name="T53" fmla="*/ 1109 h 1421"/>
                <a:gd name="T54" fmla="*/ 313 w 1095"/>
                <a:gd name="T55" fmla="*/ 843 h 1421"/>
                <a:gd name="T56" fmla="*/ 226 w 1095"/>
                <a:gd name="T57" fmla="*/ 803 h 1421"/>
                <a:gd name="T58" fmla="*/ 161 w 1095"/>
                <a:gd name="T59" fmla="*/ 831 h 1421"/>
                <a:gd name="T60" fmla="*/ 125 w 1095"/>
                <a:gd name="T61" fmla="*/ 840 h 1421"/>
                <a:gd name="T62" fmla="*/ 86 w 1095"/>
                <a:gd name="T63" fmla="*/ 834 h 1421"/>
                <a:gd name="T64" fmla="*/ 24 w 1095"/>
                <a:gd name="T65" fmla="*/ 796 h 1421"/>
                <a:gd name="T66" fmla="*/ 0 w 1095"/>
                <a:gd name="T67" fmla="*/ 762 h 1421"/>
                <a:gd name="T68" fmla="*/ 8 w 1095"/>
                <a:gd name="T69" fmla="*/ 740 h 1421"/>
                <a:gd name="T70" fmla="*/ 62 w 1095"/>
                <a:gd name="T71" fmla="*/ 713 h 1421"/>
                <a:gd name="T72" fmla="*/ 251 w 1095"/>
                <a:gd name="T73" fmla="*/ 663 h 1421"/>
                <a:gd name="T74" fmla="*/ 364 w 1095"/>
                <a:gd name="T75" fmla="*/ 577 h 1421"/>
                <a:gd name="T76" fmla="*/ 431 w 1095"/>
                <a:gd name="T77" fmla="*/ 350 h 1421"/>
                <a:gd name="T78" fmla="*/ 514 w 1095"/>
                <a:gd name="T79" fmla="*/ 162 h 1421"/>
                <a:gd name="T80" fmla="*/ 599 w 1095"/>
                <a:gd name="T81" fmla="*/ 34 h 1421"/>
                <a:gd name="T82" fmla="*/ 669 w 1095"/>
                <a:gd name="T83" fmla="*/ 1 h 1421"/>
                <a:gd name="T84" fmla="*/ 732 w 1095"/>
                <a:gd name="T85" fmla="*/ 7 h 1421"/>
                <a:gd name="T86" fmla="*/ 799 w 1095"/>
                <a:gd name="T87" fmla="*/ 37 h 1421"/>
                <a:gd name="T88" fmla="*/ 852 w 1095"/>
                <a:gd name="T89" fmla="*/ 97 h 1421"/>
                <a:gd name="T90" fmla="*/ 866 w 1095"/>
                <a:gd name="T91" fmla="*/ 159 h 1421"/>
                <a:gd name="T92" fmla="*/ 852 w 1095"/>
                <a:gd name="T93" fmla="*/ 204 h 1421"/>
                <a:gd name="T94" fmla="*/ 824 w 1095"/>
                <a:gd name="T95" fmla="*/ 224 h 1421"/>
                <a:gd name="T96" fmla="*/ 807 w 1095"/>
                <a:gd name="T97" fmla="*/ 220 h 1421"/>
                <a:gd name="T98" fmla="*/ 778 w 1095"/>
                <a:gd name="T99" fmla="*/ 172 h 1421"/>
                <a:gd name="T100" fmla="*/ 731 w 1095"/>
                <a:gd name="T101" fmla="*/ 149 h 1421"/>
                <a:gd name="T102" fmla="*/ 697 w 1095"/>
                <a:gd name="T103" fmla="*/ 160 h 1421"/>
                <a:gd name="T104" fmla="*/ 660 w 1095"/>
                <a:gd name="T105" fmla="*/ 210 h 1421"/>
                <a:gd name="T106" fmla="*/ 601 w 1095"/>
                <a:gd name="T107" fmla="*/ 339 h 1421"/>
                <a:gd name="T108" fmla="*/ 514 w 1095"/>
                <a:gd name="T109" fmla="*/ 627 h 1421"/>
                <a:gd name="T110" fmla="*/ 618 w 1095"/>
                <a:gd name="T111" fmla="*/ 629 h 1421"/>
                <a:gd name="T112" fmla="*/ 798 w 1095"/>
                <a:gd name="T113" fmla="*/ 626 h 1421"/>
                <a:gd name="T114" fmla="*/ 892 w 1095"/>
                <a:gd name="T115" fmla="*/ 627 h 1421"/>
                <a:gd name="T116" fmla="*/ 961 w 1095"/>
                <a:gd name="T117" fmla="*/ 578 h 1421"/>
                <a:gd name="T118" fmla="*/ 1027 w 1095"/>
                <a:gd name="T119" fmla="*/ 561 h 1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095" h="1421">
                  <a:moveTo>
                    <a:pt x="1056" y="681"/>
                  </a:moveTo>
                  <a:lnTo>
                    <a:pt x="1044" y="682"/>
                  </a:lnTo>
                  <a:lnTo>
                    <a:pt x="1032" y="684"/>
                  </a:lnTo>
                  <a:lnTo>
                    <a:pt x="1020" y="688"/>
                  </a:lnTo>
                  <a:lnTo>
                    <a:pt x="1007" y="693"/>
                  </a:lnTo>
                  <a:lnTo>
                    <a:pt x="995" y="699"/>
                  </a:lnTo>
                  <a:lnTo>
                    <a:pt x="984" y="707"/>
                  </a:lnTo>
                  <a:lnTo>
                    <a:pt x="973" y="715"/>
                  </a:lnTo>
                  <a:lnTo>
                    <a:pt x="961" y="725"/>
                  </a:lnTo>
                  <a:lnTo>
                    <a:pt x="952" y="735"/>
                  </a:lnTo>
                  <a:lnTo>
                    <a:pt x="943" y="745"/>
                  </a:lnTo>
                  <a:lnTo>
                    <a:pt x="934" y="756"/>
                  </a:lnTo>
                  <a:lnTo>
                    <a:pt x="927" y="767"/>
                  </a:lnTo>
                  <a:lnTo>
                    <a:pt x="921" y="779"/>
                  </a:lnTo>
                  <a:lnTo>
                    <a:pt x="915" y="791"/>
                  </a:lnTo>
                  <a:lnTo>
                    <a:pt x="910" y="802"/>
                  </a:lnTo>
                  <a:lnTo>
                    <a:pt x="908" y="813"/>
                  </a:lnTo>
                  <a:lnTo>
                    <a:pt x="906" y="827"/>
                  </a:lnTo>
                  <a:lnTo>
                    <a:pt x="905" y="839"/>
                  </a:lnTo>
                  <a:lnTo>
                    <a:pt x="906" y="852"/>
                  </a:lnTo>
                  <a:lnTo>
                    <a:pt x="908" y="863"/>
                  </a:lnTo>
                  <a:lnTo>
                    <a:pt x="912" y="876"/>
                  </a:lnTo>
                  <a:lnTo>
                    <a:pt x="917" y="886"/>
                  </a:lnTo>
                  <a:lnTo>
                    <a:pt x="922" y="897"/>
                  </a:lnTo>
                  <a:lnTo>
                    <a:pt x="929" y="906"/>
                  </a:lnTo>
                  <a:lnTo>
                    <a:pt x="936" y="914"/>
                  </a:lnTo>
                  <a:lnTo>
                    <a:pt x="945" y="922"/>
                  </a:lnTo>
                  <a:lnTo>
                    <a:pt x="953" y="928"/>
                  </a:lnTo>
                  <a:lnTo>
                    <a:pt x="964" y="933"/>
                  </a:lnTo>
                  <a:lnTo>
                    <a:pt x="974" y="937"/>
                  </a:lnTo>
                  <a:lnTo>
                    <a:pt x="985" y="940"/>
                  </a:lnTo>
                  <a:lnTo>
                    <a:pt x="997" y="941"/>
                  </a:lnTo>
                  <a:lnTo>
                    <a:pt x="1009" y="942"/>
                  </a:lnTo>
                  <a:lnTo>
                    <a:pt x="1073" y="984"/>
                  </a:lnTo>
                  <a:lnTo>
                    <a:pt x="1040" y="1047"/>
                  </a:lnTo>
                  <a:lnTo>
                    <a:pt x="1022" y="1047"/>
                  </a:lnTo>
                  <a:lnTo>
                    <a:pt x="1004" y="1046"/>
                  </a:lnTo>
                  <a:lnTo>
                    <a:pt x="988" y="1044"/>
                  </a:lnTo>
                  <a:lnTo>
                    <a:pt x="971" y="1041"/>
                  </a:lnTo>
                  <a:lnTo>
                    <a:pt x="955" y="1038"/>
                  </a:lnTo>
                  <a:lnTo>
                    <a:pt x="939" y="1034"/>
                  </a:lnTo>
                  <a:lnTo>
                    <a:pt x="924" y="1030"/>
                  </a:lnTo>
                  <a:lnTo>
                    <a:pt x="909" y="1025"/>
                  </a:lnTo>
                  <a:lnTo>
                    <a:pt x="895" y="1019"/>
                  </a:lnTo>
                  <a:lnTo>
                    <a:pt x="881" y="1012"/>
                  </a:lnTo>
                  <a:lnTo>
                    <a:pt x="869" y="1006"/>
                  </a:lnTo>
                  <a:lnTo>
                    <a:pt x="855" y="999"/>
                  </a:lnTo>
                  <a:lnTo>
                    <a:pt x="843" y="992"/>
                  </a:lnTo>
                  <a:lnTo>
                    <a:pt x="832" y="984"/>
                  </a:lnTo>
                  <a:lnTo>
                    <a:pt x="821" y="976"/>
                  </a:lnTo>
                  <a:lnTo>
                    <a:pt x="810" y="968"/>
                  </a:lnTo>
                  <a:lnTo>
                    <a:pt x="800" y="958"/>
                  </a:lnTo>
                  <a:lnTo>
                    <a:pt x="790" y="949"/>
                  </a:lnTo>
                  <a:lnTo>
                    <a:pt x="782" y="940"/>
                  </a:lnTo>
                  <a:lnTo>
                    <a:pt x="774" y="931"/>
                  </a:lnTo>
                  <a:lnTo>
                    <a:pt x="766" y="922"/>
                  </a:lnTo>
                  <a:lnTo>
                    <a:pt x="759" y="911"/>
                  </a:lnTo>
                  <a:lnTo>
                    <a:pt x="752" y="902"/>
                  </a:lnTo>
                  <a:lnTo>
                    <a:pt x="746" y="892"/>
                  </a:lnTo>
                  <a:lnTo>
                    <a:pt x="741" y="883"/>
                  </a:lnTo>
                  <a:lnTo>
                    <a:pt x="737" y="873"/>
                  </a:lnTo>
                  <a:lnTo>
                    <a:pt x="733" y="863"/>
                  </a:lnTo>
                  <a:lnTo>
                    <a:pt x="730" y="853"/>
                  </a:lnTo>
                  <a:lnTo>
                    <a:pt x="728" y="844"/>
                  </a:lnTo>
                  <a:lnTo>
                    <a:pt x="726" y="835"/>
                  </a:lnTo>
                  <a:lnTo>
                    <a:pt x="725" y="826"/>
                  </a:lnTo>
                  <a:lnTo>
                    <a:pt x="725" y="816"/>
                  </a:lnTo>
                  <a:lnTo>
                    <a:pt x="725" y="801"/>
                  </a:lnTo>
                  <a:lnTo>
                    <a:pt x="726" y="787"/>
                  </a:lnTo>
                  <a:lnTo>
                    <a:pt x="728" y="774"/>
                  </a:lnTo>
                  <a:lnTo>
                    <a:pt x="731" y="761"/>
                  </a:lnTo>
                  <a:lnTo>
                    <a:pt x="734" y="750"/>
                  </a:lnTo>
                  <a:lnTo>
                    <a:pt x="739" y="740"/>
                  </a:lnTo>
                  <a:lnTo>
                    <a:pt x="744" y="731"/>
                  </a:lnTo>
                  <a:lnTo>
                    <a:pt x="749" y="723"/>
                  </a:lnTo>
                  <a:lnTo>
                    <a:pt x="759" y="712"/>
                  </a:lnTo>
                  <a:lnTo>
                    <a:pt x="745" y="713"/>
                  </a:lnTo>
                  <a:lnTo>
                    <a:pt x="714" y="716"/>
                  </a:lnTo>
                  <a:lnTo>
                    <a:pt x="682" y="720"/>
                  </a:lnTo>
                  <a:lnTo>
                    <a:pt x="650" y="723"/>
                  </a:lnTo>
                  <a:lnTo>
                    <a:pt x="619" y="727"/>
                  </a:lnTo>
                  <a:lnTo>
                    <a:pt x="586" y="731"/>
                  </a:lnTo>
                  <a:lnTo>
                    <a:pt x="555" y="735"/>
                  </a:lnTo>
                  <a:lnTo>
                    <a:pt x="523" y="740"/>
                  </a:lnTo>
                  <a:lnTo>
                    <a:pt x="491" y="745"/>
                  </a:lnTo>
                  <a:lnTo>
                    <a:pt x="487" y="745"/>
                  </a:lnTo>
                  <a:lnTo>
                    <a:pt x="487" y="749"/>
                  </a:lnTo>
                  <a:lnTo>
                    <a:pt x="478" y="795"/>
                  </a:lnTo>
                  <a:lnTo>
                    <a:pt x="470" y="841"/>
                  </a:lnTo>
                  <a:lnTo>
                    <a:pt x="462" y="886"/>
                  </a:lnTo>
                  <a:lnTo>
                    <a:pt x="455" y="931"/>
                  </a:lnTo>
                  <a:lnTo>
                    <a:pt x="448" y="976"/>
                  </a:lnTo>
                  <a:lnTo>
                    <a:pt x="443" y="1019"/>
                  </a:lnTo>
                  <a:lnTo>
                    <a:pt x="439" y="1061"/>
                  </a:lnTo>
                  <a:lnTo>
                    <a:pt x="435" y="1103"/>
                  </a:lnTo>
                  <a:lnTo>
                    <a:pt x="432" y="1143"/>
                  </a:lnTo>
                  <a:lnTo>
                    <a:pt x="429" y="1183"/>
                  </a:lnTo>
                  <a:lnTo>
                    <a:pt x="428" y="1221"/>
                  </a:lnTo>
                  <a:lnTo>
                    <a:pt x="427" y="1256"/>
                  </a:lnTo>
                  <a:lnTo>
                    <a:pt x="427" y="1291"/>
                  </a:lnTo>
                  <a:lnTo>
                    <a:pt x="428" y="1323"/>
                  </a:lnTo>
                  <a:lnTo>
                    <a:pt x="429" y="1353"/>
                  </a:lnTo>
                  <a:lnTo>
                    <a:pt x="432" y="1382"/>
                  </a:lnTo>
                  <a:lnTo>
                    <a:pt x="432" y="1391"/>
                  </a:lnTo>
                  <a:lnTo>
                    <a:pt x="431" y="1398"/>
                  </a:lnTo>
                  <a:lnTo>
                    <a:pt x="429" y="1405"/>
                  </a:lnTo>
                  <a:lnTo>
                    <a:pt x="426" y="1411"/>
                  </a:lnTo>
                  <a:lnTo>
                    <a:pt x="423" y="1414"/>
                  </a:lnTo>
                  <a:lnTo>
                    <a:pt x="420" y="1416"/>
                  </a:lnTo>
                  <a:lnTo>
                    <a:pt x="416" y="1418"/>
                  </a:lnTo>
                  <a:lnTo>
                    <a:pt x="413" y="1419"/>
                  </a:lnTo>
                  <a:lnTo>
                    <a:pt x="406" y="1420"/>
                  </a:lnTo>
                  <a:lnTo>
                    <a:pt x="398" y="1421"/>
                  </a:lnTo>
                  <a:lnTo>
                    <a:pt x="388" y="1420"/>
                  </a:lnTo>
                  <a:lnTo>
                    <a:pt x="378" y="1418"/>
                  </a:lnTo>
                  <a:lnTo>
                    <a:pt x="368" y="1414"/>
                  </a:lnTo>
                  <a:lnTo>
                    <a:pt x="359" y="1409"/>
                  </a:lnTo>
                  <a:lnTo>
                    <a:pt x="352" y="1403"/>
                  </a:lnTo>
                  <a:lnTo>
                    <a:pt x="344" y="1397"/>
                  </a:lnTo>
                  <a:lnTo>
                    <a:pt x="337" y="1390"/>
                  </a:lnTo>
                  <a:lnTo>
                    <a:pt x="331" y="1381"/>
                  </a:lnTo>
                  <a:lnTo>
                    <a:pt x="325" y="1372"/>
                  </a:lnTo>
                  <a:lnTo>
                    <a:pt x="319" y="1362"/>
                  </a:lnTo>
                  <a:lnTo>
                    <a:pt x="314" y="1349"/>
                  </a:lnTo>
                  <a:lnTo>
                    <a:pt x="310" y="1337"/>
                  </a:lnTo>
                  <a:lnTo>
                    <a:pt x="306" y="1323"/>
                  </a:lnTo>
                  <a:lnTo>
                    <a:pt x="302" y="1307"/>
                  </a:lnTo>
                  <a:lnTo>
                    <a:pt x="298" y="1292"/>
                  </a:lnTo>
                  <a:lnTo>
                    <a:pt x="295" y="1275"/>
                  </a:lnTo>
                  <a:lnTo>
                    <a:pt x="293" y="1256"/>
                  </a:lnTo>
                  <a:lnTo>
                    <a:pt x="291" y="1237"/>
                  </a:lnTo>
                  <a:lnTo>
                    <a:pt x="289" y="1217"/>
                  </a:lnTo>
                  <a:lnTo>
                    <a:pt x="288" y="1195"/>
                  </a:lnTo>
                  <a:lnTo>
                    <a:pt x="287" y="1154"/>
                  </a:lnTo>
                  <a:lnTo>
                    <a:pt x="288" y="1109"/>
                  </a:lnTo>
                  <a:lnTo>
                    <a:pt x="290" y="1060"/>
                  </a:lnTo>
                  <a:lnTo>
                    <a:pt x="294" y="1009"/>
                  </a:lnTo>
                  <a:lnTo>
                    <a:pt x="298" y="955"/>
                  </a:lnTo>
                  <a:lnTo>
                    <a:pt x="306" y="900"/>
                  </a:lnTo>
                  <a:lnTo>
                    <a:pt x="313" y="843"/>
                  </a:lnTo>
                  <a:lnTo>
                    <a:pt x="322" y="786"/>
                  </a:lnTo>
                  <a:lnTo>
                    <a:pt x="323" y="777"/>
                  </a:lnTo>
                  <a:lnTo>
                    <a:pt x="315" y="779"/>
                  </a:lnTo>
                  <a:lnTo>
                    <a:pt x="267" y="791"/>
                  </a:lnTo>
                  <a:lnTo>
                    <a:pt x="226" y="803"/>
                  </a:lnTo>
                  <a:lnTo>
                    <a:pt x="209" y="809"/>
                  </a:lnTo>
                  <a:lnTo>
                    <a:pt x="193" y="815"/>
                  </a:lnTo>
                  <a:lnTo>
                    <a:pt x="180" y="822"/>
                  </a:lnTo>
                  <a:lnTo>
                    <a:pt x="168" y="827"/>
                  </a:lnTo>
                  <a:lnTo>
                    <a:pt x="161" y="831"/>
                  </a:lnTo>
                  <a:lnTo>
                    <a:pt x="154" y="834"/>
                  </a:lnTo>
                  <a:lnTo>
                    <a:pt x="147" y="836"/>
                  </a:lnTo>
                  <a:lnTo>
                    <a:pt x="139" y="838"/>
                  </a:lnTo>
                  <a:lnTo>
                    <a:pt x="132" y="839"/>
                  </a:lnTo>
                  <a:lnTo>
                    <a:pt x="125" y="840"/>
                  </a:lnTo>
                  <a:lnTo>
                    <a:pt x="117" y="840"/>
                  </a:lnTo>
                  <a:lnTo>
                    <a:pt x="110" y="839"/>
                  </a:lnTo>
                  <a:lnTo>
                    <a:pt x="102" y="838"/>
                  </a:lnTo>
                  <a:lnTo>
                    <a:pt x="94" y="836"/>
                  </a:lnTo>
                  <a:lnTo>
                    <a:pt x="86" y="834"/>
                  </a:lnTo>
                  <a:lnTo>
                    <a:pt x="78" y="830"/>
                  </a:lnTo>
                  <a:lnTo>
                    <a:pt x="62" y="822"/>
                  </a:lnTo>
                  <a:lnTo>
                    <a:pt x="45" y="811"/>
                  </a:lnTo>
                  <a:lnTo>
                    <a:pt x="33" y="803"/>
                  </a:lnTo>
                  <a:lnTo>
                    <a:pt x="24" y="796"/>
                  </a:lnTo>
                  <a:lnTo>
                    <a:pt x="16" y="789"/>
                  </a:lnTo>
                  <a:lnTo>
                    <a:pt x="10" y="782"/>
                  </a:lnTo>
                  <a:lnTo>
                    <a:pt x="5" y="775"/>
                  </a:lnTo>
                  <a:lnTo>
                    <a:pt x="2" y="768"/>
                  </a:lnTo>
                  <a:lnTo>
                    <a:pt x="0" y="762"/>
                  </a:lnTo>
                  <a:lnTo>
                    <a:pt x="0" y="756"/>
                  </a:lnTo>
                  <a:lnTo>
                    <a:pt x="0" y="752"/>
                  </a:lnTo>
                  <a:lnTo>
                    <a:pt x="2" y="748"/>
                  </a:lnTo>
                  <a:lnTo>
                    <a:pt x="5" y="744"/>
                  </a:lnTo>
                  <a:lnTo>
                    <a:pt x="8" y="740"/>
                  </a:lnTo>
                  <a:lnTo>
                    <a:pt x="13" y="736"/>
                  </a:lnTo>
                  <a:lnTo>
                    <a:pt x="18" y="733"/>
                  </a:lnTo>
                  <a:lnTo>
                    <a:pt x="24" y="729"/>
                  </a:lnTo>
                  <a:lnTo>
                    <a:pt x="31" y="726"/>
                  </a:lnTo>
                  <a:lnTo>
                    <a:pt x="62" y="713"/>
                  </a:lnTo>
                  <a:lnTo>
                    <a:pt x="94" y="701"/>
                  </a:lnTo>
                  <a:lnTo>
                    <a:pt x="129" y="691"/>
                  </a:lnTo>
                  <a:lnTo>
                    <a:pt x="167" y="681"/>
                  </a:lnTo>
                  <a:lnTo>
                    <a:pt x="208" y="672"/>
                  </a:lnTo>
                  <a:lnTo>
                    <a:pt x="251" y="663"/>
                  </a:lnTo>
                  <a:lnTo>
                    <a:pt x="295" y="656"/>
                  </a:lnTo>
                  <a:lnTo>
                    <a:pt x="343" y="649"/>
                  </a:lnTo>
                  <a:lnTo>
                    <a:pt x="347" y="649"/>
                  </a:lnTo>
                  <a:lnTo>
                    <a:pt x="348" y="645"/>
                  </a:lnTo>
                  <a:lnTo>
                    <a:pt x="364" y="577"/>
                  </a:lnTo>
                  <a:lnTo>
                    <a:pt x="383" y="503"/>
                  </a:lnTo>
                  <a:lnTo>
                    <a:pt x="393" y="465"/>
                  </a:lnTo>
                  <a:lnTo>
                    <a:pt x="406" y="428"/>
                  </a:lnTo>
                  <a:lnTo>
                    <a:pt x="418" y="389"/>
                  </a:lnTo>
                  <a:lnTo>
                    <a:pt x="431" y="350"/>
                  </a:lnTo>
                  <a:lnTo>
                    <a:pt x="445" y="311"/>
                  </a:lnTo>
                  <a:lnTo>
                    <a:pt x="462" y="272"/>
                  </a:lnTo>
                  <a:lnTo>
                    <a:pt x="478" y="235"/>
                  </a:lnTo>
                  <a:lnTo>
                    <a:pt x="495" y="198"/>
                  </a:lnTo>
                  <a:lnTo>
                    <a:pt x="514" y="162"/>
                  </a:lnTo>
                  <a:lnTo>
                    <a:pt x="533" y="126"/>
                  </a:lnTo>
                  <a:lnTo>
                    <a:pt x="555" y="93"/>
                  </a:lnTo>
                  <a:lnTo>
                    <a:pt x="576" y="61"/>
                  </a:lnTo>
                  <a:lnTo>
                    <a:pt x="588" y="47"/>
                  </a:lnTo>
                  <a:lnTo>
                    <a:pt x="599" y="34"/>
                  </a:lnTo>
                  <a:lnTo>
                    <a:pt x="613" y="23"/>
                  </a:lnTo>
                  <a:lnTo>
                    <a:pt x="626" y="15"/>
                  </a:lnTo>
                  <a:lnTo>
                    <a:pt x="639" y="8"/>
                  </a:lnTo>
                  <a:lnTo>
                    <a:pt x="653" y="3"/>
                  </a:lnTo>
                  <a:lnTo>
                    <a:pt x="669" y="1"/>
                  </a:lnTo>
                  <a:lnTo>
                    <a:pt x="684" y="0"/>
                  </a:lnTo>
                  <a:lnTo>
                    <a:pt x="695" y="0"/>
                  </a:lnTo>
                  <a:lnTo>
                    <a:pt x="708" y="2"/>
                  </a:lnTo>
                  <a:lnTo>
                    <a:pt x="719" y="4"/>
                  </a:lnTo>
                  <a:lnTo>
                    <a:pt x="732" y="7"/>
                  </a:lnTo>
                  <a:lnTo>
                    <a:pt x="744" y="11"/>
                  </a:lnTo>
                  <a:lnTo>
                    <a:pt x="757" y="16"/>
                  </a:lnTo>
                  <a:lnTo>
                    <a:pt x="771" y="22"/>
                  </a:lnTo>
                  <a:lnTo>
                    <a:pt x="785" y="29"/>
                  </a:lnTo>
                  <a:lnTo>
                    <a:pt x="799" y="37"/>
                  </a:lnTo>
                  <a:lnTo>
                    <a:pt x="813" y="47"/>
                  </a:lnTo>
                  <a:lnTo>
                    <a:pt x="825" y="58"/>
                  </a:lnTo>
                  <a:lnTo>
                    <a:pt x="835" y="70"/>
                  </a:lnTo>
                  <a:lnTo>
                    <a:pt x="844" y="83"/>
                  </a:lnTo>
                  <a:lnTo>
                    <a:pt x="852" y="97"/>
                  </a:lnTo>
                  <a:lnTo>
                    <a:pt x="858" y="111"/>
                  </a:lnTo>
                  <a:lnTo>
                    <a:pt x="863" y="126"/>
                  </a:lnTo>
                  <a:lnTo>
                    <a:pt x="865" y="138"/>
                  </a:lnTo>
                  <a:lnTo>
                    <a:pt x="866" y="149"/>
                  </a:lnTo>
                  <a:lnTo>
                    <a:pt x="866" y="159"/>
                  </a:lnTo>
                  <a:lnTo>
                    <a:pt x="865" y="169"/>
                  </a:lnTo>
                  <a:lnTo>
                    <a:pt x="864" y="180"/>
                  </a:lnTo>
                  <a:lnTo>
                    <a:pt x="861" y="188"/>
                  </a:lnTo>
                  <a:lnTo>
                    <a:pt x="856" y="196"/>
                  </a:lnTo>
                  <a:lnTo>
                    <a:pt x="852" y="204"/>
                  </a:lnTo>
                  <a:lnTo>
                    <a:pt x="844" y="213"/>
                  </a:lnTo>
                  <a:lnTo>
                    <a:pt x="836" y="219"/>
                  </a:lnTo>
                  <a:lnTo>
                    <a:pt x="832" y="222"/>
                  </a:lnTo>
                  <a:lnTo>
                    <a:pt x="828" y="223"/>
                  </a:lnTo>
                  <a:lnTo>
                    <a:pt x="824" y="224"/>
                  </a:lnTo>
                  <a:lnTo>
                    <a:pt x="820" y="226"/>
                  </a:lnTo>
                  <a:lnTo>
                    <a:pt x="817" y="224"/>
                  </a:lnTo>
                  <a:lnTo>
                    <a:pt x="813" y="223"/>
                  </a:lnTo>
                  <a:lnTo>
                    <a:pt x="810" y="222"/>
                  </a:lnTo>
                  <a:lnTo>
                    <a:pt x="807" y="220"/>
                  </a:lnTo>
                  <a:lnTo>
                    <a:pt x="802" y="215"/>
                  </a:lnTo>
                  <a:lnTo>
                    <a:pt x="799" y="209"/>
                  </a:lnTo>
                  <a:lnTo>
                    <a:pt x="792" y="195"/>
                  </a:lnTo>
                  <a:lnTo>
                    <a:pt x="785" y="184"/>
                  </a:lnTo>
                  <a:lnTo>
                    <a:pt x="778" y="172"/>
                  </a:lnTo>
                  <a:lnTo>
                    <a:pt x="770" y="164"/>
                  </a:lnTo>
                  <a:lnTo>
                    <a:pt x="761" y="158"/>
                  </a:lnTo>
                  <a:lnTo>
                    <a:pt x="751" y="153"/>
                  </a:lnTo>
                  <a:lnTo>
                    <a:pt x="741" y="150"/>
                  </a:lnTo>
                  <a:lnTo>
                    <a:pt x="731" y="149"/>
                  </a:lnTo>
                  <a:lnTo>
                    <a:pt x="728" y="149"/>
                  </a:lnTo>
                  <a:lnTo>
                    <a:pt x="725" y="150"/>
                  </a:lnTo>
                  <a:lnTo>
                    <a:pt x="715" y="152"/>
                  </a:lnTo>
                  <a:lnTo>
                    <a:pt x="705" y="155"/>
                  </a:lnTo>
                  <a:lnTo>
                    <a:pt x="697" y="160"/>
                  </a:lnTo>
                  <a:lnTo>
                    <a:pt x="689" y="166"/>
                  </a:lnTo>
                  <a:lnTo>
                    <a:pt x="682" y="174"/>
                  </a:lnTo>
                  <a:lnTo>
                    <a:pt x="675" y="185"/>
                  </a:lnTo>
                  <a:lnTo>
                    <a:pt x="668" y="196"/>
                  </a:lnTo>
                  <a:lnTo>
                    <a:pt x="660" y="210"/>
                  </a:lnTo>
                  <a:lnTo>
                    <a:pt x="650" y="229"/>
                  </a:lnTo>
                  <a:lnTo>
                    <a:pt x="640" y="249"/>
                  </a:lnTo>
                  <a:lnTo>
                    <a:pt x="630" y="270"/>
                  </a:lnTo>
                  <a:lnTo>
                    <a:pt x="621" y="292"/>
                  </a:lnTo>
                  <a:lnTo>
                    <a:pt x="601" y="339"/>
                  </a:lnTo>
                  <a:lnTo>
                    <a:pt x="583" y="390"/>
                  </a:lnTo>
                  <a:lnTo>
                    <a:pt x="565" y="444"/>
                  </a:lnTo>
                  <a:lnTo>
                    <a:pt x="547" y="502"/>
                  </a:lnTo>
                  <a:lnTo>
                    <a:pt x="530" y="562"/>
                  </a:lnTo>
                  <a:lnTo>
                    <a:pt x="514" y="627"/>
                  </a:lnTo>
                  <a:lnTo>
                    <a:pt x="512" y="634"/>
                  </a:lnTo>
                  <a:lnTo>
                    <a:pt x="520" y="634"/>
                  </a:lnTo>
                  <a:lnTo>
                    <a:pt x="551" y="632"/>
                  </a:lnTo>
                  <a:lnTo>
                    <a:pt x="584" y="630"/>
                  </a:lnTo>
                  <a:lnTo>
                    <a:pt x="618" y="629"/>
                  </a:lnTo>
                  <a:lnTo>
                    <a:pt x="652" y="628"/>
                  </a:lnTo>
                  <a:lnTo>
                    <a:pt x="688" y="627"/>
                  </a:lnTo>
                  <a:lnTo>
                    <a:pt x="724" y="627"/>
                  </a:lnTo>
                  <a:lnTo>
                    <a:pt x="761" y="626"/>
                  </a:lnTo>
                  <a:lnTo>
                    <a:pt x="798" y="626"/>
                  </a:lnTo>
                  <a:lnTo>
                    <a:pt x="821" y="626"/>
                  </a:lnTo>
                  <a:lnTo>
                    <a:pt x="843" y="626"/>
                  </a:lnTo>
                  <a:lnTo>
                    <a:pt x="867" y="627"/>
                  </a:lnTo>
                  <a:lnTo>
                    <a:pt x="889" y="627"/>
                  </a:lnTo>
                  <a:lnTo>
                    <a:pt x="892" y="627"/>
                  </a:lnTo>
                  <a:lnTo>
                    <a:pt x="893" y="625"/>
                  </a:lnTo>
                  <a:lnTo>
                    <a:pt x="909" y="610"/>
                  </a:lnTo>
                  <a:lnTo>
                    <a:pt x="926" y="598"/>
                  </a:lnTo>
                  <a:lnTo>
                    <a:pt x="943" y="587"/>
                  </a:lnTo>
                  <a:lnTo>
                    <a:pt x="961" y="578"/>
                  </a:lnTo>
                  <a:lnTo>
                    <a:pt x="980" y="570"/>
                  </a:lnTo>
                  <a:lnTo>
                    <a:pt x="998" y="565"/>
                  </a:lnTo>
                  <a:lnTo>
                    <a:pt x="1007" y="563"/>
                  </a:lnTo>
                  <a:lnTo>
                    <a:pt x="1018" y="562"/>
                  </a:lnTo>
                  <a:lnTo>
                    <a:pt x="1027" y="561"/>
                  </a:lnTo>
                  <a:lnTo>
                    <a:pt x="1036" y="561"/>
                  </a:lnTo>
                  <a:lnTo>
                    <a:pt x="1095" y="622"/>
                  </a:lnTo>
                  <a:lnTo>
                    <a:pt x="1056" y="68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42" name="Freeform 45"/>
            <p:cNvSpPr>
              <a:spLocks/>
            </p:cNvSpPr>
            <p:nvPr userDrawn="1"/>
          </p:nvSpPr>
          <p:spPr bwMode="gray">
            <a:xfrm>
              <a:off x="6462" y="602"/>
              <a:ext cx="36" cy="42"/>
            </a:xfrm>
            <a:custGeom>
              <a:avLst/>
              <a:gdLst>
                <a:gd name="T0" fmla="*/ 212 w 427"/>
                <a:gd name="T1" fmla="*/ 377 h 496"/>
                <a:gd name="T2" fmla="*/ 201 w 427"/>
                <a:gd name="T3" fmla="*/ 371 h 496"/>
                <a:gd name="T4" fmla="*/ 196 w 427"/>
                <a:gd name="T5" fmla="*/ 364 h 496"/>
                <a:gd name="T6" fmla="*/ 193 w 427"/>
                <a:gd name="T7" fmla="*/ 355 h 496"/>
                <a:gd name="T8" fmla="*/ 192 w 427"/>
                <a:gd name="T9" fmla="*/ 345 h 496"/>
                <a:gd name="T10" fmla="*/ 193 w 427"/>
                <a:gd name="T11" fmla="*/ 333 h 496"/>
                <a:gd name="T12" fmla="*/ 199 w 427"/>
                <a:gd name="T13" fmla="*/ 315 h 496"/>
                <a:gd name="T14" fmla="*/ 213 w 427"/>
                <a:gd name="T15" fmla="*/ 286 h 496"/>
                <a:gd name="T16" fmla="*/ 235 w 427"/>
                <a:gd name="T17" fmla="*/ 250 h 496"/>
                <a:gd name="T18" fmla="*/ 260 w 427"/>
                <a:gd name="T19" fmla="*/ 212 h 496"/>
                <a:gd name="T20" fmla="*/ 289 w 427"/>
                <a:gd name="T21" fmla="*/ 174 h 496"/>
                <a:gd name="T22" fmla="*/ 318 w 427"/>
                <a:gd name="T23" fmla="*/ 142 h 496"/>
                <a:gd name="T24" fmla="*/ 346 w 427"/>
                <a:gd name="T25" fmla="*/ 116 h 496"/>
                <a:gd name="T26" fmla="*/ 365 w 427"/>
                <a:gd name="T27" fmla="*/ 104 h 496"/>
                <a:gd name="T28" fmla="*/ 377 w 427"/>
                <a:gd name="T29" fmla="*/ 101 h 496"/>
                <a:gd name="T30" fmla="*/ 427 w 427"/>
                <a:gd name="T31" fmla="*/ 50 h 496"/>
                <a:gd name="T32" fmla="*/ 359 w 427"/>
                <a:gd name="T33" fmla="*/ 1 h 496"/>
                <a:gd name="T34" fmla="*/ 331 w 427"/>
                <a:gd name="T35" fmla="*/ 6 h 496"/>
                <a:gd name="T36" fmla="*/ 301 w 427"/>
                <a:gd name="T37" fmla="*/ 17 h 496"/>
                <a:gd name="T38" fmla="*/ 272 w 427"/>
                <a:gd name="T39" fmla="*/ 31 h 496"/>
                <a:gd name="T40" fmla="*/ 241 w 427"/>
                <a:gd name="T41" fmla="*/ 50 h 496"/>
                <a:gd name="T42" fmla="*/ 210 w 427"/>
                <a:gd name="T43" fmla="*/ 72 h 496"/>
                <a:gd name="T44" fmla="*/ 167 w 427"/>
                <a:gd name="T45" fmla="*/ 109 h 496"/>
                <a:gd name="T46" fmla="*/ 112 w 427"/>
                <a:gd name="T47" fmla="*/ 165 h 496"/>
                <a:gd name="T48" fmla="*/ 66 w 427"/>
                <a:gd name="T49" fmla="*/ 222 h 496"/>
                <a:gd name="T50" fmla="*/ 37 w 427"/>
                <a:gd name="T51" fmla="*/ 264 h 496"/>
                <a:gd name="T52" fmla="*/ 22 w 427"/>
                <a:gd name="T53" fmla="*/ 291 h 496"/>
                <a:gd name="T54" fmla="*/ 10 w 427"/>
                <a:gd name="T55" fmla="*/ 315 h 496"/>
                <a:gd name="T56" fmla="*/ 3 w 427"/>
                <a:gd name="T57" fmla="*/ 337 h 496"/>
                <a:gd name="T58" fmla="*/ 0 w 427"/>
                <a:gd name="T59" fmla="*/ 356 h 496"/>
                <a:gd name="T60" fmla="*/ 1 w 427"/>
                <a:gd name="T61" fmla="*/ 374 h 496"/>
                <a:gd name="T62" fmla="*/ 7 w 427"/>
                <a:gd name="T63" fmla="*/ 394 h 496"/>
                <a:gd name="T64" fmla="*/ 19 w 427"/>
                <a:gd name="T65" fmla="*/ 412 h 496"/>
                <a:gd name="T66" fmla="*/ 33 w 427"/>
                <a:gd name="T67" fmla="*/ 429 h 496"/>
                <a:gd name="T68" fmla="*/ 51 w 427"/>
                <a:gd name="T69" fmla="*/ 445 h 496"/>
                <a:gd name="T70" fmla="*/ 72 w 427"/>
                <a:gd name="T71" fmla="*/ 459 h 496"/>
                <a:gd name="T72" fmla="*/ 94 w 427"/>
                <a:gd name="T73" fmla="*/ 471 h 496"/>
                <a:gd name="T74" fmla="*/ 119 w 427"/>
                <a:gd name="T75" fmla="*/ 482 h 496"/>
                <a:gd name="T76" fmla="*/ 144 w 427"/>
                <a:gd name="T77" fmla="*/ 490 h 496"/>
                <a:gd name="T78" fmla="*/ 169 w 427"/>
                <a:gd name="T79" fmla="*/ 494 h 496"/>
                <a:gd name="T80" fmla="*/ 193 w 427"/>
                <a:gd name="T81" fmla="*/ 496 h 496"/>
                <a:gd name="T82" fmla="*/ 262 w 427"/>
                <a:gd name="T83" fmla="*/ 437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427" h="496">
                  <a:moveTo>
                    <a:pt x="222" y="377"/>
                  </a:moveTo>
                  <a:lnTo>
                    <a:pt x="212" y="377"/>
                  </a:lnTo>
                  <a:lnTo>
                    <a:pt x="206" y="374"/>
                  </a:lnTo>
                  <a:lnTo>
                    <a:pt x="201" y="371"/>
                  </a:lnTo>
                  <a:lnTo>
                    <a:pt x="198" y="367"/>
                  </a:lnTo>
                  <a:lnTo>
                    <a:pt x="196" y="364"/>
                  </a:lnTo>
                  <a:lnTo>
                    <a:pt x="194" y="359"/>
                  </a:lnTo>
                  <a:lnTo>
                    <a:pt x="193" y="355"/>
                  </a:lnTo>
                  <a:lnTo>
                    <a:pt x="192" y="350"/>
                  </a:lnTo>
                  <a:lnTo>
                    <a:pt x="192" y="345"/>
                  </a:lnTo>
                  <a:lnTo>
                    <a:pt x="192" y="339"/>
                  </a:lnTo>
                  <a:lnTo>
                    <a:pt x="193" y="333"/>
                  </a:lnTo>
                  <a:lnTo>
                    <a:pt x="195" y="326"/>
                  </a:lnTo>
                  <a:lnTo>
                    <a:pt x="199" y="315"/>
                  </a:lnTo>
                  <a:lnTo>
                    <a:pt x="205" y="302"/>
                  </a:lnTo>
                  <a:lnTo>
                    <a:pt x="213" y="286"/>
                  </a:lnTo>
                  <a:lnTo>
                    <a:pt x="224" y="268"/>
                  </a:lnTo>
                  <a:lnTo>
                    <a:pt x="235" y="250"/>
                  </a:lnTo>
                  <a:lnTo>
                    <a:pt x="247" y="231"/>
                  </a:lnTo>
                  <a:lnTo>
                    <a:pt x="260" y="212"/>
                  </a:lnTo>
                  <a:lnTo>
                    <a:pt x="275" y="193"/>
                  </a:lnTo>
                  <a:lnTo>
                    <a:pt x="289" y="174"/>
                  </a:lnTo>
                  <a:lnTo>
                    <a:pt x="303" y="157"/>
                  </a:lnTo>
                  <a:lnTo>
                    <a:pt x="318" y="142"/>
                  </a:lnTo>
                  <a:lnTo>
                    <a:pt x="333" y="127"/>
                  </a:lnTo>
                  <a:lnTo>
                    <a:pt x="346" y="116"/>
                  </a:lnTo>
                  <a:lnTo>
                    <a:pt x="359" y="107"/>
                  </a:lnTo>
                  <a:lnTo>
                    <a:pt x="365" y="104"/>
                  </a:lnTo>
                  <a:lnTo>
                    <a:pt x="372" y="102"/>
                  </a:lnTo>
                  <a:lnTo>
                    <a:pt x="377" y="101"/>
                  </a:lnTo>
                  <a:lnTo>
                    <a:pt x="383" y="100"/>
                  </a:lnTo>
                  <a:lnTo>
                    <a:pt x="427" y="50"/>
                  </a:lnTo>
                  <a:lnTo>
                    <a:pt x="373" y="0"/>
                  </a:lnTo>
                  <a:lnTo>
                    <a:pt x="359" y="1"/>
                  </a:lnTo>
                  <a:lnTo>
                    <a:pt x="345" y="3"/>
                  </a:lnTo>
                  <a:lnTo>
                    <a:pt x="331" y="6"/>
                  </a:lnTo>
                  <a:lnTo>
                    <a:pt x="316" y="11"/>
                  </a:lnTo>
                  <a:lnTo>
                    <a:pt x="301" y="17"/>
                  </a:lnTo>
                  <a:lnTo>
                    <a:pt x="286" y="23"/>
                  </a:lnTo>
                  <a:lnTo>
                    <a:pt x="272" y="31"/>
                  </a:lnTo>
                  <a:lnTo>
                    <a:pt x="256" y="41"/>
                  </a:lnTo>
                  <a:lnTo>
                    <a:pt x="241" y="50"/>
                  </a:lnTo>
                  <a:lnTo>
                    <a:pt x="226" y="61"/>
                  </a:lnTo>
                  <a:lnTo>
                    <a:pt x="210" y="72"/>
                  </a:lnTo>
                  <a:lnTo>
                    <a:pt x="196" y="83"/>
                  </a:lnTo>
                  <a:lnTo>
                    <a:pt x="167" y="109"/>
                  </a:lnTo>
                  <a:lnTo>
                    <a:pt x="139" y="137"/>
                  </a:lnTo>
                  <a:lnTo>
                    <a:pt x="112" y="165"/>
                  </a:lnTo>
                  <a:lnTo>
                    <a:pt x="88" y="194"/>
                  </a:lnTo>
                  <a:lnTo>
                    <a:pt x="66" y="222"/>
                  </a:lnTo>
                  <a:lnTo>
                    <a:pt x="45" y="251"/>
                  </a:lnTo>
                  <a:lnTo>
                    <a:pt x="37" y="264"/>
                  </a:lnTo>
                  <a:lnTo>
                    <a:pt x="29" y="278"/>
                  </a:lnTo>
                  <a:lnTo>
                    <a:pt x="22" y="291"/>
                  </a:lnTo>
                  <a:lnTo>
                    <a:pt x="16" y="303"/>
                  </a:lnTo>
                  <a:lnTo>
                    <a:pt x="10" y="315"/>
                  </a:lnTo>
                  <a:lnTo>
                    <a:pt x="6" y="326"/>
                  </a:lnTo>
                  <a:lnTo>
                    <a:pt x="3" y="337"/>
                  </a:lnTo>
                  <a:lnTo>
                    <a:pt x="1" y="346"/>
                  </a:lnTo>
                  <a:lnTo>
                    <a:pt x="0" y="356"/>
                  </a:lnTo>
                  <a:lnTo>
                    <a:pt x="0" y="365"/>
                  </a:lnTo>
                  <a:lnTo>
                    <a:pt x="1" y="374"/>
                  </a:lnTo>
                  <a:lnTo>
                    <a:pt x="4" y="385"/>
                  </a:lnTo>
                  <a:lnTo>
                    <a:pt x="7" y="394"/>
                  </a:lnTo>
                  <a:lnTo>
                    <a:pt x="13" y="403"/>
                  </a:lnTo>
                  <a:lnTo>
                    <a:pt x="19" y="412"/>
                  </a:lnTo>
                  <a:lnTo>
                    <a:pt x="26" y="420"/>
                  </a:lnTo>
                  <a:lnTo>
                    <a:pt x="33" y="429"/>
                  </a:lnTo>
                  <a:lnTo>
                    <a:pt x="42" y="437"/>
                  </a:lnTo>
                  <a:lnTo>
                    <a:pt x="51" y="445"/>
                  </a:lnTo>
                  <a:lnTo>
                    <a:pt x="61" y="452"/>
                  </a:lnTo>
                  <a:lnTo>
                    <a:pt x="72" y="459"/>
                  </a:lnTo>
                  <a:lnTo>
                    <a:pt x="83" y="465"/>
                  </a:lnTo>
                  <a:lnTo>
                    <a:pt x="94" y="471"/>
                  </a:lnTo>
                  <a:lnTo>
                    <a:pt x="106" y="476"/>
                  </a:lnTo>
                  <a:lnTo>
                    <a:pt x="119" y="482"/>
                  </a:lnTo>
                  <a:lnTo>
                    <a:pt x="131" y="486"/>
                  </a:lnTo>
                  <a:lnTo>
                    <a:pt x="144" y="490"/>
                  </a:lnTo>
                  <a:lnTo>
                    <a:pt x="156" y="492"/>
                  </a:lnTo>
                  <a:lnTo>
                    <a:pt x="169" y="494"/>
                  </a:lnTo>
                  <a:lnTo>
                    <a:pt x="181" y="496"/>
                  </a:lnTo>
                  <a:lnTo>
                    <a:pt x="193" y="496"/>
                  </a:lnTo>
                  <a:lnTo>
                    <a:pt x="204" y="496"/>
                  </a:lnTo>
                  <a:lnTo>
                    <a:pt x="262" y="437"/>
                  </a:lnTo>
                  <a:lnTo>
                    <a:pt x="222" y="37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43" name="Freeform 46"/>
            <p:cNvSpPr>
              <a:spLocks/>
            </p:cNvSpPr>
            <p:nvPr userDrawn="1"/>
          </p:nvSpPr>
          <p:spPr bwMode="gray">
            <a:xfrm>
              <a:off x="7208" y="606"/>
              <a:ext cx="34" cy="28"/>
            </a:xfrm>
            <a:custGeom>
              <a:avLst/>
              <a:gdLst>
                <a:gd name="T0" fmla="*/ 217 w 410"/>
                <a:gd name="T1" fmla="*/ 96 h 335"/>
                <a:gd name="T2" fmla="*/ 233 w 410"/>
                <a:gd name="T3" fmla="*/ 100 h 335"/>
                <a:gd name="T4" fmla="*/ 248 w 410"/>
                <a:gd name="T5" fmla="*/ 107 h 335"/>
                <a:gd name="T6" fmla="*/ 258 w 410"/>
                <a:gd name="T7" fmla="*/ 117 h 335"/>
                <a:gd name="T8" fmla="*/ 264 w 410"/>
                <a:gd name="T9" fmla="*/ 129 h 335"/>
                <a:gd name="T10" fmla="*/ 265 w 410"/>
                <a:gd name="T11" fmla="*/ 141 h 335"/>
                <a:gd name="T12" fmla="*/ 263 w 410"/>
                <a:gd name="T13" fmla="*/ 155 h 335"/>
                <a:gd name="T14" fmla="*/ 256 w 410"/>
                <a:gd name="T15" fmla="*/ 169 h 335"/>
                <a:gd name="T16" fmla="*/ 245 w 410"/>
                <a:gd name="T17" fmla="*/ 183 h 335"/>
                <a:gd name="T18" fmla="*/ 227 w 410"/>
                <a:gd name="T19" fmla="*/ 199 h 335"/>
                <a:gd name="T20" fmla="*/ 208 w 410"/>
                <a:gd name="T21" fmla="*/ 211 h 335"/>
                <a:gd name="T22" fmla="*/ 185 w 410"/>
                <a:gd name="T23" fmla="*/ 221 h 335"/>
                <a:gd name="T24" fmla="*/ 151 w 410"/>
                <a:gd name="T25" fmla="*/ 233 h 335"/>
                <a:gd name="T26" fmla="*/ 107 w 410"/>
                <a:gd name="T27" fmla="*/ 245 h 335"/>
                <a:gd name="T28" fmla="*/ 81 w 410"/>
                <a:gd name="T29" fmla="*/ 249 h 335"/>
                <a:gd name="T30" fmla="*/ 112 w 410"/>
                <a:gd name="T31" fmla="*/ 335 h 335"/>
                <a:gd name="T32" fmla="*/ 144 w 410"/>
                <a:gd name="T33" fmla="*/ 331 h 335"/>
                <a:gd name="T34" fmla="*/ 189 w 410"/>
                <a:gd name="T35" fmla="*/ 321 h 335"/>
                <a:gd name="T36" fmla="*/ 232 w 410"/>
                <a:gd name="T37" fmla="*/ 308 h 335"/>
                <a:gd name="T38" fmla="*/ 275 w 410"/>
                <a:gd name="T39" fmla="*/ 292 h 335"/>
                <a:gd name="T40" fmla="*/ 315 w 410"/>
                <a:gd name="T41" fmla="*/ 273 h 335"/>
                <a:gd name="T42" fmla="*/ 349 w 410"/>
                <a:gd name="T43" fmla="*/ 253 h 335"/>
                <a:gd name="T44" fmla="*/ 376 w 410"/>
                <a:gd name="T45" fmla="*/ 232 h 335"/>
                <a:gd name="T46" fmla="*/ 395 w 410"/>
                <a:gd name="T47" fmla="*/ 212 h 335"/>
                <a:gd name="T48" fmla="*/ 404 w 410"/>
                <a:gd name="T49" fmla="*/ 194 h 335"/>
                <a:gd name="T50" fmla="*/ 408 w 410"/>
                <a:gd name="T51" fmla="*/ 177 h 335"/>
                <a:gd name="T52" fmla="*/ 410 w 410"/>
                <a:gd name="T53" fmla="*/ 162 h 335"/>
                <a:gd name="T54" fmla="*/ 409 w 410"/>
                <a:gd name="T55" fmla="*/ 147 h 335"/>
                <a:gd name="T56" fmla="*/ 405 w 410"/>
                <a:gd name="T57" fmla="*/ 126 h 335"/>
                <a:gd name="T58" fmla="*/ 395 w 410"/>
                <a:gd name="T59" fmla="*/ 103 h 335"/>
                <a:gd name="T60" fmla="*/ 381 w 410"/>
                <a:gd name="T61" fmla="*/ 83 h 335"/>
                <a:gd name="T62" fmla="*/ 365 w 410"/>
                <a:gd name="T63" fmla="*/ 64 h 335"/>
                <a:gd name="T64" fmla="*/ 346 w 410"/>
                <a:gd name="T65" fmla="*/ 48 h 335"/>
                <a:gd name="T66" fmla="*/ 323 w 410"/>
                <a:gd name="T67" fmla="*/ 32 h 335"/>
                <a:gd name="T68" fmla="*/ 301 w 410"/>
                <a:gd name="T69" fmla="*/ 20 h 335"/>
                <a:gd name="T70" fmla="*/ 276 w 410"/>
                <a:gd name="T71" fmla="*/ 11 h 335"/>
                <a:gd name="T72" fmla="*/ 251 w 410"/>
                <a:gd name="T73" fmla="*/ 4 h 335"/>
                <a:gd name="T74" fmla="*/ 225 w 410"/>
                <a:gd name="T75" fmla="*/ 1 h 335"/>
                <a:gd name="T76" fmla="*/ 162 w 410"/>
                <a:gd name="T77" fmla="*/ 56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410" h="335">
                  <a:moveTo>
                    <a:pt x="209" y="96"/>
                  </a:moveTo>
                  <a:lnTo>
                    <a:pt x="217" y="96"/>
                  </a:lnTo>
                  <a:lnTo>
                    <a:pt x="226" y="98"/>
                  </a:lnTo>
                  <a:lnTo>
                    <a:pt x="233" y="100"/>
                  </a:lnTo>
                  <a:lnTo>
                    <a:pt x="241" y="103"/>
                  </a:lnTo>
                  <a:lnTo>
                    <a:pt x="248" y="107"/>
                  </a:lnTo>
                  <a:lnTo>
                    <a:pt x="253" y="111"/>
                  </a:lnTo>
                  <a:lnTo>
                    <a:pt x="258" y="117"/>
                  </a:lnTo>
                  <a:lnTo>
                    <a:pt x="261" y="123"/>
                  </a:lnTo>
                  <a:lnTo>
                    <a:pt x="264" y="129"/>
                  </a:lnTo>
                  <a:lnTo>
                    <a:pt x="265" y="135"/>
                  </a:lnTo>
                  <a:lnTo>
                    <a:pt x="265" y="141"/>
                  </a:lnTo>
                  <a:lnTo>
                    <a:pt x="264" y="148"/>
                  </a:lnTo>
                  <a:lnTo>
                    <a:pt x="263" y="155"/>
                  </a:lnTo>
                  <a:lnTo>
                    <a:pt x="260" y="162"/>
                  </a:lnTo>
                  <a:lnTo>
                    <a:pt x="256" y="169"/>
                  </a:lnTo>
                  <a:lnTo>
                    <a:pt x="252" y="175"/>
                  </a:lnTo>
                  <a:lnTo>
                    <a:pt x="245" y="183"/>
                  </a:lnTo>
                  <a:lnTo>
                    <a:pt x="236" y="192"/>
                  </a:lnTo>
                  <a:lnTo>
                    <a:pt x="227" y="199"/>
                  </a:lnTo>
                  <a:lnTo>
                    <a:pt x="218" y="205"/>
                  </a:lnTo>
                  <a:lnTo>
                    <a:pt x="208" y="211"/>
                  </a:lnTo>
                  <a:lnTo>
                    <a:pt x="197" y="216"/>
                  </a:lnTo>
                  <a:lnTo>
                    <a:pt x="185" y="221"/>
                  </a:lnTo>
                  <a:lnTo>
                    <a:pt x="174" y="226"/>
                  </a:lnTo>
                  <a:lnTo>
                    <a:pt x="151" y="233"/>
                  </a:lnTo>
                  <a:lnTo>
                    <a:pt x="128" y="239"/>
                  </a:lnTo>
                  <a:lnTo>
                    <a:pt x="107" y="245"/>
                  </a:lnTo>
                  <a:lnTo>
                    <a:pt x="88" y="248"/>
                  </a:lnTo>
                  <a:lnTo>
                    <a:pt x="81" y="249"/>
                  </a:lnTo>
                  <a:lnTo>
                    <a:pt x="0" y="328"/>
                  </a:lnTo>
                  <a:lnTo>
                    <a:pt x="112" y="335"/>
                  </a:lnTo>
                  <a:lnTo>
                    <a:pt x="121" y="334"/>
                  </a:lnTo>
                  <a:lnTo>
                    <a:pt x="144" y="331"/>
                  </a:lnTo>
                  <a:lnTo>
                    <a:pt x="165" y="326"/>
                  </a:lnTo>
                  <a:lnTo>
                    <a:pt x="189" y="321"/>
                  </a:lnTo>
                  <a:lnTo>
                    <a:pt x="211" y="315"/>
                  </a:lnTo>
                  <a:lnTo>
                    <a:pt x="232" y="308"/>
                  </a:lnTo>
                  <a:lnTo>
                    <a:pt x="255" y="300"/>
                  </a:lnTo>
                  <a:lnTo>
                    <a:pt x="275" y="292"/>
                  </a:lnTo>
                  <a:lnTo>
                    <a:pt x="296" y="282"/>
                  </a:lnTo>
                  <a:lnTo>
                    <a:pt x="315" y="273"/>
                  </a:lnTo>
                  <a:lnTo>
                    <a:pt x="332" y="263"/>
                  </a:lnTo>
                  <a:lnTo>
                    <a:pt x="349" y="253"/>
                  </a:lnTo>
                  <a:lnTo>
                    <a:pt x="363" y="243"/>
                  </a:lnTo>
                  <a:lnTo>
                    <a:pt x="376" y="232"/>
                  </a:lnTo>
                  <a:lnTo>
                    <a:pt x="386" y="222"/>
                  </a:lnTo>
                  <a:lnTo>
                    <a:pt x="395" y="212"/>
                  </a:lnTo>
                  <a:lnTo>
                    <a:pt x="400" y="203"/>
                  </a:lnTo>
                  <a:lnTo>
                    <a:pt x="404" y="194"/>
                  </a:lnTo>
                  <a:lnTo>
                    <a:pt x="406" y="185"/>
                  </a:lnTo>
                  <a:lnTo>
                    <a:pt x="408" y="177"/>
                  </a:lnTo>
                  <a:lnTo>
                    <a:pt x="409" y="169"/>
                  </a:lnTo>
                  <a:lnTo>
                    <a:pt x="410" y="162"/>
                  </a:lnTo>
                  <a:lnTo>
                    <a:pt x="409" y="154"/>
                  </a:lnTo>
                  <a:lnTo>
                    <a:pt x="409" y="147"/>
                  </a:lnTo>
                  <a:lnTo>
                    <a:pt x="408" y="139"/>
                  </a:lnTo>
                  <a:lnTo>
                    <a:pt x="405" y="126"/>
                  </a:lnTo>
                  <a:lnTo>
                    <a:pt x="400" y="114"/>
                  </a:lnTo>
                  <a:lnTo>
                    <a:pt x="395" y="103"/>
                  </a:lnTo>
                  <a:lnTo>
                    <a:pt x="388" y="93"/>
                  </a:lnTo>
                  <a:lnTo>
                    <a:pt x="381" y="83"/>
                  </a:lnTo>
                  <a:lnTo>
                    <a:pt x="373" y="73"/>
                  </a:lnTo>
                  <a:lnTo>
                    <a:pt x="365" y="64"/>
                  </a:lnTo>
                  <a:lnTo>
                    <a:pt x="355" y="56"/>
                  </a:lnTo>
                  <a:lnTo>
                    <a:pt x="346" y="48"/>
                  </a:lnTo>
                  <a:lnTo>
                    <a:pt x="334" y="39"/>
                  </a:lnTo>
                  <a:lnTo>
                    <a:pt x="323" y="32"/>
                  </a:lnTo>
                  <a:lnTo>
                    <a:pt x="312" y="26"/>
                  </a:lnTo>
                  <a:lnTo>
                    <a:pt x="301" y="20"/>
                  </a:lnTo>
                  <a:lnTo>
                    <a:pt x="288" y="15"/>
                  </a:lnTo>
                  <a:lnTo>
                    <a:pt x="276" y="11"/>
                  </a:lnTo>
                  <a:lnTo>
                    <a:pt x="263" y="7"/>
                  </a:lnTo>
                  <a:lnTo>
                    <a:pt x="251" y="4"/>
                  </a:lnTo>
                  <a:lnTo>
                    <a:pt x="239" y="2"/>
                  </a:lnTo>
                  <a:lnTo>
                    <a:pt x="225" y="1"/>
                  </a:lnTo>
                  <a:lnTo>
                    <a:pt x="213" y="0"/>
                  </a:lnTo>
                  <a:lnTo>
                    <a:pt x="162" y="56"/>
                  </a:lnTo>
                  <a:lnTo>
                    <a:pt x="209" y="9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44" name="Freeform 47"/>
            <p:cNvSpPr>
              <a:spLocks/>
            </p:cNvSpPr>
            <p:nvPr userDrawn="1"/>
          </p:nvSpPr>
          <p:spPr bwMode="gray">
            <a:xfrm>
              <a:off x="7156" y="565"/>
              <a:ext cx="109" cy="121"/>
            </a:xfrm>
            <a:custGeom>
              <a:avLst/>
              <a:gdLst>
                <a:gd name="T0" fmla="*/ 802 w 1307"/>
                <a:gd name="T1" fmla="*/ 593 h 1456"/>
                <a:gd name="T2" fmla="*/ 746 w 1307"/>
                <a:gd name="T3" fmla="*/ 629 h 1456"/>
                <a:gd name="T4" fmla="*/ 713 w 1307"/>
                <a:gd name="T5" fmla="*/ 692 h 1456"/>
                <a:gd name="T6" fmla="*/ 748 w 1307"/>
                <a:gd name="T7" fmla="*/ 832 h 1456"/>
                <a:gd name="T8" fmla="*/ 838 w 1307"/>
                <a:gd name="T9" fmla="*/ 916 h 1456"/>
                <a:gd name="T10" fmla="*/ 970 w 1307"/>
                <a:gd name="T11" fmla="*/ 963 h 1456"/>
                <a:gd name="T12" fmla="*/ 1127 w 1307"/>
                <a:gd name="T13" fmla="*/ 971 h 1456"/>
                <a:gd name="T14" fmla="*/ 1282 w 1307"/>
                <a:gd name="T15" fmla="*/ 944 h 1456"/>
                <a:gd name="T16" fmla="*/ 1306 w 1307"/>
                <a:gd name="T17" fmla="*/ 948 h 1456"/>
                <a:gd name="T18" fmla="*/ 1299 w 1307"/>
                <a:gd name="T19" fmla="*/ 972 h 1456"/>
                <a:gd name="T20" fmla="*/ 1255 w 1307"/>
                <a:gd name="T21" fmla="*/ 1007 h 1456"/>
                <a:gd name="T22" fmla="*/ 1166 w 1307"/>
                <a:gd name="T23" fmla="*/ 1042 h 1456"/>
                <a:gd name="T24" fmla="*/ 1051 w 1307"/>
                <a:gd name="T25" fmla="*/ 1057 h 1456"/>
                <a:gd name="T26" fmla="*/ 851 w 1307"/>
                <a:gd name="T27" fmla="*/ 1032 h 1456"/>
                <a:gd name="T28" fmla="*/ 687 w 1307"/>
                <a:gd name="T29" fmla="*/ 959 h 1456"/>
                <a:gd name="T30" fmla="*/ 585 w 1307"/>
                <a:gd name="T31" fmla="*/ 864 h 1456"/>
                <a:gd name="T32" fmla="*/ 547 w 1307"/>
                <a:gd name="T33" fmla="*/ 796 h 1456"/>
                <a:gd name="T34" fmla="*/ 533 w 1307"/>
                <a:gd name="T35" fmla="*/ 728 h 1456"/>
                <a:gd name="T36" fmla="*/ 471 w 1307"/>
                <a:gd name="T37" fmla="*/ 717 h 1456"/>
                <a:gd name="T38" fmla="*/ 295 w 1307"/>
                <a:gd name="T39" fmla="*/ 760 h 1456"/>
                <a:gd name="T40" fmla="*/ 263 w 1307"/>
                <a:gd name="T41" fmla="*/ 950 h 1456"/>
                <a:gd name="T42" fmla="*/ 242 w 1307"/>
                <a:gd name="T43" fmla="*/ 1207 h 1456"/>
                <a:gd name="T44" fmla="*/ 249 w 1307"/>
                <a:gd name="T45" fmla="*/ 1425 h 1456"/>
                <a:gd name="T46" fmla="*/ 235 w 1307"/>
                <a:gd name="T47" fmla="*/ 1455 h 1456"/>
                <a:gd name="T48" fmla="*/ 183 w 1307"/>
                <a:gd name="T49" fmla="*/ 1441 h 1456"/>
                <a:gd name="T50" fmla="*/ 132 w 1307"/>
                <a:gd name="T51" fmla="*/ 1388 h 1456"/>
                <a:gd name="T52" fmla="*/ 101 w 1307"/>
                <a:gd name="T53" fmla="*/ 1291 h 1456"/>
                <a:gd name="T54" fmla="*/ 98 w 1307"/>
                <a:gd name="T55" fmla="*/ 1045 h 1456"/>
                <a:gd name="T56" fmla="*/ 123 w 1307"/>
                <a:gd name="T57" fmla="*/ 785 h 1456"/>
                <a:gd name="T58" fmla="*/ 59 w 1307"/>
                <a:gd name="T59" fmla="*/ 774 h 1456"/>
                <a:gd name="T60" fmla="*/ 29 w 1307"/>
                <a:gd name="T61" fmla="*/ 747 h 1456"/>
                <a:gd name="T62" fmla="*/ 0 w 1307"/>
                <a:gd name="T63" fmla="*/ 679 h 1456"/>
                <a:gd name="T64" fmla="*/ 21 w 1307"/>
                <a:gd name="T65" fmla="*/ 654 h 1456"/>
                <a:gd name="T66" fmla="*/ 95 w 1307"/>
                <a:gd name="T67" fmla="*/ 659 h 1456"/>
                <a:gd name="T68" fmla="*/ 174 w 1307"/>
                <a:gd name="T69" fmla="*/ 563 h 1456"/>
                <a:gd name="T70" fmla="*/ 246 w 1307"/>
                <a:gd name="T71" fmla="*/ 312 h 1456"/>
                <a:gd name="T72" fmla="*/ 332 w 1307"/>
                <a:gd name="T73" fmla="*/ 113 h 1456"/>
                <a:gd name="T74" fmla="*/ 407 w 1307"/>
                <a:gd name="T75" fmla="*/ 15 h 1456"/>
                <a:gd name="T76" fmla="*/ 488 w 1307"/>
                <a:gd name="T77" fmla="*/ 3 h 1456"/>
                <a:gd name="T78" fmla="*/ 569 w 1307"/>
                <a:gd name="T79" fmla="*/ 39 h 1456"/>
                <a:gd name="T80" fmla="*/ 619 w 1307"/>
                <a:gd name="T81" fmla="*/ 95 h 1456"/>
                <a:gd name="T82" fmla="*/ 634 w 1307"/>
                <a:gd name="T83" fmla="*/ 156 h 1456"/>
                <a:gd name="T84" fmla="*/ 621 w 1307"/>
                <a:gd name="T85" fmla="*/ 200 h 1456"/>
                <a:gd name="T86" fmla="*/ 598 w 1307"/>
                <a:gd name="T87" fmla="*/ 214 h 1456"/>
                <a:gd name="T88" fmla="*/ 578 w 1307"/>
                <a:gd name="T89" fmla="*/ 195 h 1456"/>
                <a:gd name="T90" fmla="*/ 535 w 1307"/>
                <a:gd name="T91" fmla="*/ 146 h 1456"/>
                <a:gd name="T92" fmla="*/ 494 w 1307"/>
                <a:gd name="T93" fmla="*/ 149 h 1456"/>
                <a:gd name="T94" fmla="*/ 451 w 1307"/>
                <a:gd name="T95" fmla="*/ 206 h 1456"/>
                <a:gd name="T96" fmla="*/ 345 w 1307"/>
                <a:gd name="T97" fmla="*/ 519 h 1456"/>
                <a:gd name="T98" fmla="*/ 388 w 1307"/>
                <a:gd name="T99" fmla="*/ 638 h 1456"/>
                <a:gd name="T100" fmla="*/ 594 w 1307"/>
                <a:gd name="T101" fmla="*/ 595 h 1456"/>
                <a:gd name="T102" fmla="*/ 650 w 1307"/>
                <a:gd name="T103" fmla="*/ 551 h 1456"/>
                <a:gd name="T104" fmla="*/ 746 w 1307"/>
                <a:gd name="T105" fmla="*/ 506 h 1456"/>
                <a:gd name="T106" fmla="*/ 844 w 1307"/>
                <a:gd name="T107" fmla="*/ 489 h 1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307" h="1456">
                  <a:moveTo>
                    <a:pt x="840" y="585"/>
                  </a:moveTo>
                  <a:lnTo>
                    <a:pt x="833" y="585"/>
                  </a:lnTo>
                  <a:lnTo>
                    <a:pt x="826" y="586"/>
                  </a:lnTo>
                  <a:lnTo>
                    <a:pt x="820" y="587"/>
                  </a:lnTo>
                  <a:lnTo>
                    <a:pt x="812" y="589"/>
                  </a:lnTo>
                  <a:lnTo>
                    <a:pt x="802" y="593"/>
                  </a:lnTo>
                  <a:lnTo>
                    <a:pt x="792" y="597"/>
                  </a:lnTo>
                  <a:lnTo>
                    <a:pt x="783" y="602"/>
                  </a:lnTo>
                  <a:lnTo>
                    <a:pt x="773" y="608"/>
                  </a:lnTo>
                  <a:lnTo>
                    <a:pt x="763" y="615"/>
                  </a:lnTo>
                  <a:lnTo>
                    <a:pt x="755" y="622"/>
                  </a:lnTo>
                  <a:lnTo>
                    <a:pt x="746" y="629"/>
                  </a:lnTo>
                  <a:lnTo>
                    <a:pt x="739" y="639"/>
                  </a:lnTo>
                  <a:lnTo>
                    <a:pt x="732" y="648"/>
                  </a:lnTo>
                  <a:lnTo>
                    <a:pt x="726" y="658"/>
                  </a:lnTo>
                  <a:lnTo>
                    <a:pt x="721" y="668"/>
                  </a:lnTo>
                  <a:lnTo>
                    <a:pt x="717" y="679"/>
                  </a:lnTo>
                  <a:lnTo>
                    <a:pt x="713" y="692"/>
                  </a:lnTo>
                  <a:lnTo>
                    <a:pt x="711" y="704"/>
                  </a:lnTo>
                  <a:lnTo>
                    <a:pt x="711" y="717"/>
                  </a:lnTo>
                  <a:lnTo>
                    <a:pt x="711" y="732"/>
                  </a:lnTo>
                  <a:lnTo>
                    <a:pt x="712" y="738"/>
                  </a:lnTo>
                  <a:lnTo>
                    <a:pt x="743" y="824"/>
                  </a:lnTo>
                  <a:lnTo>
                    <a:pt x="748" y="832"/>
                  </a:lnTo>
                  <a:lnTo>
                    <a:pt x="759" y="848"/>
                  </a:lnTo>
                  <a:lnTo>
                    <a:pt x="773" y="863"/>
                  </a:lnTo>
                  <a:lnTo>
                    <a:pt x="787" y="879"/>
                  </a:lnTo>
                  <a:lnTo>
                    <a:pt x="803" y="892"/>
                  </a:lnTo>
                  <a:lnTo>
                    <a:pt x="820" y="904"/>
                  </a:lnTo>
                  <a:lnTo>
                    <a:pt x="838" y="916"/>
                  </a:lnTo>
                  <a:lnTo>
                    <a:pt x="857" y="926"/>
                  </a:lnTo>
                  <a:lnTo>
                    <a:pt x="878" y="936"/>
                  </a:lnTo>
                  <a:lnTo>
                    <a:pt x="899" y="945"/>
                  </a:lnTo>
                  <a:lnTo>
                    <a:pt x="922" y="952"/>
                  </a:lnTo>
                  <a:lnTo>
                    <a:pt x="946" y="958"/>
                  </a:lnTo>
                  <a:lnTo>
                    <a:pt x="970" y="963"/>
                  </a:lnTo>
                  <a:lnTo>
                    <a:pt x="996" y="967"/>
                  </a:lnTo>
                  <a:lnTo>
                    <a:pt x="1021" y="970"/>
                  </a:lnTo>
                  <a:lnTo>
                    <a:pt x="1049" y="972"/>
                  </a:lnTo>
                  <a:lnTo>
                    <a:pt x="1077" y="973"/>
                  </a:lnTo>
                  <a:lnTo>
                    <a:pt x="1102" y="972"/>
                  </a:lnTo>
                  <a:lnTo>
                    <a:pt x="1127" y="971"/>
                  </a:lnTo>
                  <a:lnTo>
                    <a:pt x="1152" y="968"/>
                  </a:lnTo>
                  <a:lnTo>
                    <a:pt x="1178" y="965"/>
                  </a:lnTo>
                  <a:lnTo>
                    <a:pt x="1204" y="961"/>
                  </a:lnTo>
                  <a:lnTo>
                    <a:pt x="1230" y="956"/>
                  </a:lnTo>
                  <a:lnTo>
                    <a:pt x="1255" y="950"/>
                  </a:lnTo>
                  <a:lnTo>
                    <a:pt x="1282" y="944"/>
                  </a:lnTo>
                  <a:lnTo>
                    <a:pt x="1291" y="942"/>
                  </a:lnTo>
                  <a:lnTo>
                    <a:pt x="1298" y="942"/>
                  </a:lnTo>
                  <a:lnTo>
                    <a:pt x="1301" y="943"/>
                  </a:lnTo>
                  <a:lnTo>
                    <a:pt x="1303" y="944"/>
                  </a:lnTo>
                  <a:lnTo>
                    <a:pt x="1305" y="945"/>
                  </a:lnTo>
                  <a:lnTo>
                    <a:pt x="1306" y="948"/>
                  </a:lnTo>
                  <a:lnTo>
                    <a:pt x="1307" y="951"/>
                  </a:lnTo>
                  <a:lnTo>
                    <a:pt x="1307" y="954"/>
                  </a:lnTo>
                  <a:lnTo>
                    <a:pt x="1306" y="958"/>
                  </a:lnTo>
                  <a:lnTo>
                    <a:pt x="1305" y="963"/>
                  </a:lnTo>
                  <a:lnTo>
                    <a:pt x="1302" y="967"/>
                  </a:lnTo>
                  <a:lnTo>
                    <a:pt x="1299" y="972"/>
                  </a:lnTo>
                  <a:lnTo>
                    <a:pt x="1295" y="978"/>
                  </a:lnTo>
                  <a:lnTo>
                    <a:pt x="1291" y="983"/>
                  </a:lnTo>
                  <a:lnTo>
                    <a:pt x="1284" y="989"/>
                  </a:lnTo>
                  <a:lnTo>
                    <a:pt x="1275" y="995"/>
                  </a:lnTo>
                  <a:lnTo>
                    <a:pt x="1265" y="1001"/>
                  </a:lnTo>
                  <a:lnTo>
                    <a:pt x="1255" y="1007"/>
                  </a:lnTo>
                  <a:lnTo>
                    <a:pt x="1243" y="1013"/>
                  </a:lnTo>
                  <a:lnTo>
                    <a:pt x="1230" y="1019"/>
                  </a:lnTo>
                  <a:lnTo>
                    <a:pt x="1215" y="1025"/>
                  </a:lnTo>
                  <a:lnTo>
                    <a:pt x="1200" y="1032"/>
                  </a:lnTo>
                  <a:lnTo>
                    <a:pt x="1184" y="1037"/>
                  </a:lnTo>
                  <a:lnTo>
                    <a:pt x="1166" y="1042"/>
                  </a:lnTo>
                  <a:lnTo>
                    <a:pt x="1149" y="1046"/>
                  </a:lnTo>
                  <a:lnTo>
                    <a:pt x="1131" y="1050"/>
                  </a:lnTo>
                  <a:lnTo>
                    <a:pt x="1111" y="1053"/>
                  </a:lnTo>
                  <a:lnTo>
                    <a:pt x="1092" y="1055"/>
                  </a:lnTo>
                  <a:lnTo>
                    <a:pt x="1071" y="1056"/>
                  </a:lnTo>
                  <a:lnTo>
                    <a:pt x="1051" y="1057"/>
                  </a:lnTo>
                  <a:lnTo>
                    <a:pt x="1015" y="1056"/>
                  </a:lnTo>
                  <a:lnTo>
                    <a:pt x="981" y="1054"/>
                  </a:lnTo>
                  <a:lnTo>
                    <a:pt x="947" y="1050"/>
                  </a:lnTo>
                  <a:lnTo>
                    <a:pt x="914" y="1046"/>
                  </a:lnTo>
                  <a:lnTo>
                    <a:pt x="882" y="1039"/>
                  </a:lnTo>
                  <a:lnTo>
                    <a:pt x="851" y="1032"/>
                  </a:lnTo>
                  <a:lnTo>
                    <a:pt x="821" y="1022"/>
                  </a:lnTo>
                  <a:lnTo>
                    <a:pt x="792" y="1012"/>
                  </a:lnTo>
                  <a:lnTo>
                    <a:pt x="763" y="1001"/>
                  </a:lnTo>
                  <a:lnTo>
                    <a:pt x="737" y="988"/>
                  </a:lnTo>
                  <a:lnTo>
                    <a:pt x="710" y="974"/>
                  </a:lnTo>
                  <a:lnTo>
                    <a:pt x="687" y="959"/>
                  </a:lnTo>
                  <a:lnTo>
                    <a:pt x="663" y="943"/>
                  </a:lnTo>
                  <a:lnTo>
                    <a:pt x="642" y="925"/>
                  </a:lnTo>
                  <a:lnTo>
                    <a:pt x="622" y="906"/>
                  </a:lnTo>
                  <a:lnTo>
                    <a:pt x="603" y="887"/>
                  </a:lnTo>
                  <a:lnTo>
                    <a:pt x="594" y="875"/>
                  </a:lnTo>
                  <a:lnTo>
                    <a:pt x="585" y="864"/>
                  </a:lnTo>
                  <a:lnTo>
                    <a:pt x="577" y="853"/>
                  </a:lnTo>
                  <a:lnTo>
                    <a:pt x="570" y="842"/>
                  </a:lnTo>
                  <a:lnTo>
                    <a:pt x="562" y="831"/>
                  </a:lnTo>
                  <a:lnTo>
                    <a:pt x="557" y="819"/>
                  </a:lnTo>
                  <a:lnTo>
                    <a:pt x="551" y="808"/>
                  </a:lnTo>
                  <a:lnTo>
                    <a:pt x="547" y="796"/>
                  </a:lnTo>
                  <a:lnTo>
                    <a:pt x="543" y="785"/>
                  </a:lnTo>
                  <a:lnTo>
                    <a:pt x="539" y="773"/>
                  </a:lnTo>
                  <a:lnTo>
                    <a:pt x="537" y="762"/>
                  </a:lnTo>
                  <a:lnTo>
                    <a:pt x="535" y="751"/>
                  </a:lnTo>
                  <a:lnTo>
                    <a:pt x="534" y="740"/>
                  </a:lnTo>
                  <a:lnTo>
                    <a:pt x="533" y="728"/>
                  </a:lnTo>
                  <a:lnTo>
                    <a:pt x="533" y="718"/>
                  </a:lnTo>
                  <a:lnTo>
                    <a:pt x="534" y="707"/>
                  </a:lnTo>
                  <a:lnTo>
                    <a:pt x="535" y="699"/>
                  </a:lnTo>
                  <a:lnTo>
                    <a:pt x="527" y="701"/>
                  </a:lnTo>
                  <a:lnTo>
                    <a:pt x="499" y="709"/>
                  </a:lnTo>
                  <a:lnTo>
                    <a:pt x="471" y="717"/>
                  </a:lnTo>
                  <a:lnTo>
                    <a:pt x="442" y="725"/>
                  </a:lnTo>
                  <a:lnTo>
                    <a:pt x="413" y="733"/>
                  </a:lnTo>
                  <a:lnTo>
                    <a:pt x="383" y="740"/>
                  </a:lnTo>
                  <a:lnTo>
                    <a:pt x="353" y="747"/>
                  </a:lnTo>
                  <a:lnTo>
                    <a:pt x="325" y="754"/>
                  </a:lnTo>
                  <a:lnTo>
                    <a:pt x="295" y="760"/>
                  </a:lnTo>
                  <a:lnTo>
                    <a:pt x="292" y="761"/>
                  </a:lnTo>
                  <a:lnTo>
                    <a:pt x="291" y="764"/>
                  </a:lnTo>
                  <a:lnTo>
                    <a:pt x="283" y="811"/>
                  </a:lnTo>
                  <a:lnTo>
                    <a:pt x="275" y="858"/>
                  </a:lnTo>
                  <a:lnTo>
                    <a:pt x="269" y="904"/>
                  </a:lnTo>
                  <a:lnTo>
                    <a:pt x="263" y="950"/>
                  </a:lnTo>
                  <a:lnTo>
                    <a:pt x="258" y="995"/>
                  </a:lnTo>
                  <a:lnTo>
                    <a:pt x="252" y="1039"/>
                  </a:lnTo>
                  <a:lnTo>
                    <a:pt x="248" y="1083"/>
                  </a:lnTo>
                  <a:lnTo>
                    <a:pt x="245" y="1126"/>
                  </a:lnTo>
                  <a:lnTo>
                    <a:pt x="243" y="1167"/>
                  </a:lnTo>
                  <a:lnTo>
                    <a:pt x="242" y="1207"/>
                  </a:lnTo>
                  <a:lnTo>
                    <a:pt x="241" y="1247"/>
                  </a:lnTo>
                  <a:lnTo>
                    <a:pt x="241" y="1286"/>
                  </a:lnTo>
                  <a:lnTo>
                    <a:pt x="242" y="1323"/>
                  </a:lnTo>
                  <a:lnTo>
                    <a:pt x="243" y="1358"/>
                  </a:lnTo>
                  <a:lnTo>
                    <a:pt x="246" y="1392"/>
                  </a:lnTo>
                  <a:lnTo>
                    <a:pt x="249" y="1425"/>
                  </a:lnTo>
                  <a:lnTo>
                    <a:pt x="250" y="1433"/>
                  </a:lnTo>
                  <a:lnTo>
                    <a:pt x="249" y="1440"/>
                  </a:lnTo>
                  <a:lnTo>
                    <a:pt x="247" y="1446"/>
                  </a:lnTo>
                  <a:lnTo>
                    <a:pt x="245" y="1450"/>
                  </a:lnTo>
                  <a:lnTo>
                    <a:pt x="240" y="1454"/>
                  </a:lnTo>
                  <a:lnTo>
                    <a:pt x="235" y="1455"/>
                  </a:lnTo>
                  <a:lnTo>
                    <a:pt x="228" y="1456"/>
                  </a:lnTo>
                  <a:lnTo>
                    <a:pt x="221" y="1455"/>
                  </a:lnTo>
                  <a:lnTo>
                    <a:pt x="212" y="1453"/>
                  </a:lnTo>
                  <a:lnTo>
                    <a:pt x="202" y="1450"/>
                  </a:lnTo>
                  <a:lnTo>
                    <a:pt x="193" y="1446"/>
                  </a:lnTo>
                  <a:lnTo>
                    <a:pt x="183" y="1441"/>
                  </a:lnTo>
                  <a:lnTo>
                    <a:pt x="171" y="1434"/>
                  </a:lnTo>
                  <a:lnTo>
                    <a:pt x="158" y="1423"/>
                  </a:lnTo>
                  <a:lnTo>
                    <a:pt x="150" y="1415"/>
                  </a:lnTo>
                  <a:lnTo>
                    <a:pt x="144" y="1407"/>
                  </a:lnTo>
                  <a:lnTo>
                    <a:pt x="138" y="1398"/>
                  </a:lnTo>
                  <a:lnTo>
                    <a:pt x="132" y="1388"/>
                  </a:lnTo>
                  <a:lnTo>
                    <a:pt x="126" y="1376"/>
                  </a:lnTo>
                  <a:lnTo>
                    <a:pt x="120" y="1362"/>
                  </a:lnTo>
                  <a:lnTo>
                    <a:pt x="115" y="1347"/>
                  </a:lnTo>
                  <a:lnTo>
                    <a:pt x="110" y="1331"/>
                  </a:lnTo>
                  <a:lnTo>
                    <a:pt x="106" y="1311"/>
                  </a:lnTo>
                  <a:lnTo>
                    <a:pt x="101" y="1291"/>
                  </a:lnTo>
                  <a:lnTo>
                    <a:pt x="98" y="1268"/>
                  </a:lnTo>
                  <a:lnTo>
                    <a:pt x="96" y="1243"/>
                  </a:lnTo>
                  <a:lnTo>
                    <a:pt x="94" y="1201"/>
                  </a:lnTo>
                  <a:lnTo>
                    <a:pt x="94" y="1154"/>
                  </a:lnTo>
                  <a:lnTo>
                    <a:pt x="95" y="1101"/>
                  </a:lnTo>
                  <a:lnTo>
                    <a:pt x="98" y="1045"/>
                  </a:lnTo>
                  <a:lnTo>
                    <a:pt x="103" y="985"/>
                  </a:lnTo>
                  <a:lnTo>
                    <a:pt x="111" y="922"/>
                  </a:lnTo>
                  <a:lnTo>
                    <a:pt x="119" y="858"/>
                  </a:lnTo>
                  <a:lnTo>
                    <a:pt x="129" y="791"/>
                  </a:lnTo>
                  <a:lnTo>
                    <a:pt x="130" y="785"/>
                  </a:lnTo>
                  <a:lnTo>
                    <a:pt x="123" y="785"/>
                  </a:lnTo>
                  <a:lnTo>
                    <a:pt x="109" y="785"/>
                  </a:lnTo>
                  <a:lnTo>
                    <a:pt x="95" y="784"/>
                  </a:lnTo>
                  <a:lnTo>
                    <a:pt x="82" y="782"/>
                  </a:lnTo>
                  <a:lnTo>
                    <a:pt x="70" y="778"/>
                  </a:lnTo>
                  <a:lnTo>
                    <a:pt x="64" y="776"/>
                  </a:lnTo>
                  <a:lnTo>
                    <a:pt x="59" y="774"/>
                  </a:lnTo>
                  <a:lnTo>
                    <a:pt x="52" y="771"/>
                  </a:lnTo>
                  <a:lnTo>
                    <a:pt x="47" y="767"/>
                  </a:lnTo>
                  <a:lnTo>
                    <a:pt x="42" y="763"/>
                  </a:lnTo>
                  <a:lnTo>
                    <a:pt x="38" y="758"/>
                  </a:lnTo>
                  <a:lnTo>
                    <a:pt x="33" y="753"/>
                  </a:lnTo>
                  <a:lnTo>
                    <a:pt x="29" y="747"/>
                  </a:lnTo>
                  <a:lnTo>
                    <a:pt x="21" y="734"/>
                  </a:lnTo>
                  <a:lnTo>
                    <a:pt x="14" y="721"/>
                  </a:lnTo>
                  <a:lnTo>
                    <a:pt x="8" y="709"/>
                  </a:lnTo>
                  <a:lnTo>
                    <a:pt x="4" y="698"/>
                  </a:lnTo>
                  <a:lnTo>
                    <a:pt x="1" y="689"/>
                  </a:lnTo>
                  <a:lnTo>
                    <a:pt x="0" y="679"/>
                  </a:lnTo>
                  <a:lnTo>
                    <a:pt x="1" y="672"/>
                  </a:lnTo>
                  <a:lnTo>
                    <a:pt x="4" y="665"/>
                  </a:lnTo>
                  <a:lnTo>
                    <a:pt x="7" y="662"/>
                  </a:lnTo>
                  <a:lnTo>
                    <a:pt x="10" y="658"/>
                  </a:lnTo>
                  <a:lnTo>
                    <a:pt x="15" y="656"/>
                  </a:lnTo>
                  <a:lnTo>
                    <a:pt x="21" y="654"/>
                  </a:lnTo>
                  <a:lnTo>
                    <a:pt x="27" y="653"/>
                  </a:lnTo>
                  <a:lnTo>
                    <a:pt x="35" y="653"/>
                  </a:lnTo>
                  <a:lnTo>
                    <a:pt x="43" y="653"/>
                  </a:lnTo>
                  <a:lnTo>
                    <a:pt x="52" y="655"/>
                  </a:lnTo>
                  <a:lnTo>
                    <a:pt x="73" y="657"/>
                  </a:lnTo>
                  <a:lnTo>
                    <a:pt x="95" y="659"/>
                  </a:lnTo>
                  <a:lnTo>
                    <a:pt x="119" y="661"/>
                  </a:lnTo>
                  <a:lnTo>
                    <a:pt x="145" y="661"/>
                  </a:lnTo>
                  <a:lnTo>
                    <a:pt x="152" y="661"/>
                  </a:lnTo>
                  <a:lnTo>
                    <a:pt x="153" y="656"/>
                  </a:lnTo>
                  <a:lnTo>
                    <a:pt x="164" y="609"/>
                  </a:lnTo>
                  <a:lnTo>
                    <a:pt x="174" y="563"/>
                  </a:lnTo>
                  <a:lnTo>
                    <a:pt x="184" y="518"/>
                  </a:lnTo>
                  <a:lnTo>
                    <a:pt x="196" y="474"/>
                  </a:lnTo>
                  <a:lnTo>
                    <a:pt x="208" y="431"/>
                  </a:lnTo>
                  <a:lnTo>
                    <a:pt x="220" y="391"/>
                  </a:lnTo>
                  <a:lnTo>
                    <a:pt x="233" y="351"/>
                  </a:lnTo>
                  <a:lnTo>
                    <a:pt x="246" y="312"/>
                  </a:lnTo>
                  <a:lnTo>
                    <a:pt x="260" y="275"/>
                  </a:lnTo>
                  <a:lnTo>
                    <a:pt x="273" y="240"/>
                  </a:lnTo>
                  <a:lnTo>
                    <a:pt x="287" y="205"/>
                  </a:lnTo>
                  <a:lnTo>
                    <a:pt x="301" y="172"/>
                  </a:lnTo>
                  <a:lnTo>
                    <a:pt x="317" y="142"/>
                  </a:lnTo>
                  <a:lnTo>
                    <a:pt x="332" y="113"/>
                  </a:lnTo>
                  <a:lnTo>
                    <a:pt x="347" y="85"/>
                  </a:lnTo>
                  <a:lnTo>
                    <a:pt x="363" y="60"/>
                  </a:lnTo>
                  <a:lnTo>
                    <a:pt x="373" y="46"/>
                  </a:lnTo>
                  <a:lnTo>
                    <a:pt x="383" y="34"/>
                  </a:lnTo>
                  <a:lnTo>
                    <a:pt x="395" y="23"/>
                  </a:lnTo>
                  <a:lnTo>
                    <a:pt x="407" y="15"/>
                  </a:lnTo>
                  <a:lnTo>
                    <a:pt x="420" y="9"/>
                  </a:lnTo>
                  <a:lnTo>
                    <a:pt x="434" y="4"/>
                  </a:lnTo>
                  <a:lnTo>
                    <a:pt x="448" y="1"/>
                  </a:lnTo>
                  <a:lnTo>
                    <a:pt x="463" y="0"/>
                  </a:lnTo>
                  <a:lnTo>
                    <a:pt x="475" y="1"/>
                  </a:lnTo>
                  <a:lnTo>
                    <a:pt x="488" y="3"/>
                  </a:lnTo>
                  <a:lnTo>
                    <a:pt x="500" y="5"/>
                  </a:lnTo>
                  <a:lnTo>
                    <a:pt x="514" y="10"/>
                  </a:lnTo>
                  <a:lnTo>
                    <a:pt x="527" y="15"/>
                  </a:lnTo>
                  <a:lnTo>
                    <a:pt x="541" y="21"/>
                  </a:lnTo>
                  <a:lnTo>
                    <a:pt x="554" y="29"/>
                  </a:lnTo>
                  <a:lnTo>
                    <a:pt x="569" y="39"/>
                  </a:lnTo>
                  <a:lnTo>
                    <a:pt x="580" y="47"/>
                  </a:lnTo>
                  <a:lnTo>
                    <a:pt x="589" y="55"/>
                  </a:lnTo>
                  <a:lnTo>
                    <a:pt x="598" y="64"/>
                  </a:lnTo>
                  <a:lnTo>
                    <a:pt x="606" y="74"/>
                  </a:lnTo>
                  <a:lnTo>
                    <a:pt x="612" y="84"/>
                  </a:lnTo>
                  <a:lnTo>
                    <a:pt x="619" y="95"/>
                  </a:lnTo>
                  <a:lnTo>
                    <a:pt x="624" y="105"/>
                  </a:lnTo>
                  <a:lnTo>
                    <a:pt x="627" y="115"/>
                  </a:lnTo>
                  <a:lnTo>
                    <a:pt x="630" y="126"/>
                  </a:lnTo>
                  <a:lnTo>
                    <a:pt x="632" y="136"/>
                  </a:lnTo>
                  <a:lnTo>
                    <a:pt x="633" y="146"/>
                  </a:lnTo>
                  <a:lnTo>
                    <a:pt x="634" y="156"/>
                  </a:lnTo>
                  <a:lnTo>
                    <a:pt x="633" y="165"/>
                  </a:lnTo>
                  <a:lnTo>
                    <a:pt x="632" y="173"/>
                  </a:lnTo>
                  <a:lnTo>
                    <a:pt x="630" y="181"/>
                  </a:lnTo>
                  <a:lnTo>
                    <a:pt x="627" y="188"/>
                  </a:lnTo>
                  <a:lnTo>
                    <a:pt x="624" y="194"/>
                  </a:lnTo>
                  <a:lnTo>
                    <a:pt x="621" y="200"/>
                  </a:lnTo>
                  <a:lnTo>
                    <a:pt x="617" y="204"/>
                  </a:lnTo>
                  <a:lnTo>
                    <a:pt x="613" y="208"/>
                  </a:lnTo>
                  <a:lnTo>
                    <a:pt x="609" y="210"/>
                  </a:lnTo>
                  <a:lnTo>
                    <a:pt x="606" y="213"/>
                  </a:lnTo>
                  <a:lnTo>
                    <a:pt x="602" y="214"/>
                  </a:lnTo>
                  <a:lnTo>
                    <a:pt x="598" y="214"/>
                  </a:lnTo>
                  <a:lnTo>
                    <a:pt x="595" y="214"/>
                  </a:lnTo>
                  <a:lnTo>
                    <a:pt x="592" y="213"/>
                  </a:lnTo>
                  <a:lnTo>
                    <a:pt x="589" y="211"/>
                  </a:lnTo>
                  <a:lnTo>
                    <a:pt x="587" y="209"/>
                  </a:lnTo>
                  <a:lnTo>
                    <a:pt x="582" y="203"/>
                  </a:lnTo>
                  <a:lnTo>
                    <a:pt x="578" y="195"/>
                  </a:lnTo>
                  <a:lnTo>
                    <a:pt x="573" y="182"/>
                  </a:lnTo>
                  <a:lnTo>
                    <a:pt x="567" y="172"/>
                  </a:lnTo>
                  <a:lnTo>
                    <a:pt x="559" y="163"/>
                  </a:lnTo>
                  <a:lnTo>
                    <a:pt x="552" y="155"/>
                  </a:lnTo>
                  <a:lnTo>
                    <a:pt x="544" y="150"/>
                  </a:lnTo>
                  <a:lnTo>
                    <a:pt x="535" y="146"/>
                  </a:lnTo>
                  <a:lnTo>
                    <a:pt x="525" y="144"/>
                  </a:lnTo>
                  <a:lnTo>
                    <a:pt x="515" y="144"/>
                  </a:lnTo>
                  <a:lnTo>
                    <a:pt x="509" y="144"/>
                  </a:lnTo>
                  <a:lnTo>
                    <a:pt x="503" y="145"/>
                  </a:lnTo>
                  <a:lnTo>
                    <a:pt x="499" y="147"/>
                  </a:lnTo>
                  <a:lnTo>
                    <a:pt x="494" y="149"/>
                  </a:lnTo>
                  <a:lnTo>
                    <a:pt x="486" y="154"/>
                  </a:lnTo>
                  <a:lnTo>
                    <a:pt x="478" y="161"/>
                  </a:lnTo>
                  <a:lnTo>
                    <a:pt x="471" y="170"/>
                  </a:lnTo>
                  <a:lnTo>
                    <a:pt x="464" y="180"/>
                  </a:lnTo>
                  <a:lnTo>
                    <a:pt x="457" y="193"/>
                  </a:lnTo>
                  <a:lnTo>
                    <a:pt x="451" y="206"/>
                  </a:lnTo>
                  <a:lnTo>
                    <a:pt x="432" y="252"/>
                  </a:lnTo>
                  <a:lnTo>
                    <a:pt x="414" y="300"/>
                  </a:lnTo>
                  <a:lnTo>
                    <a:pt x="396" y="351"/>
                  </a:lnTo>
                  <a:lnTo>
                    <a:pt x="378" y="405"/>
                  </a:lnTo>
                  <a:lnTo>
                    <a:pt x="362" y="461"/>
                  </a:lnTo>
                  <a:lnTo>
                    <a:pt x="345" y="519"/>
                  </a:lnTo>
                  <a:lnTo>
                    <a:pt x="331" y="579"/>
                  </a:lnTo>
                  <a:lnTo>
                    <a:pt x="316" y="641"/>
                  </a:lnTo>
                  <a:lnTo>
                    <a:pt x="315" y="649"/>
                  </a:lnTo>
                  <a:lnTo>
                    <a:pt x="323" y="648"/>
                  </a:lnTo>
                  <a:lnTo>
                    <a:pt x="354" y="643"/>
                  </a:lnTo>
                  <a:lnTo>
                    <a:pt x="388" y="638"/>
                  </a:lnTo>
                  <a:lnTo>
                    <a:pt x="422" y="633"/>
                  </a:lnTo>
                  <a:lnTo>
                    <a:pt x="455" y="625"/>
                  </a:lnTo>
                  <a:lnTo>
                    <a:pt x="490" y="619"/>
                  </a:lnTo>
                  <a:lnTo>
                    <a:pt x="525" y="611"/>
                  </a:lnTo>
                  <a:lnTo>
                    <a:pt x="559" y="604"/>
                  </a:lnTo>
                  <a:lnTo>
                    <a:pt x="594" y="595"/>
                  </a:lnTo>
                  <a:lnTo>
                    <a:pt x="595" y="595"/>
                  </a:lnTo>
                  <a:lnTo>
                    <a:pt x="596" y="594"/>
                  </a:lnTo>
                  <a:lnTo>
                    <a:pt x="608" y="583"/>
                  </a:lnTo>
                  <a:lnTo>
                    <a:pt x="622" y="571"/>
                  </a:lnTo>
                  <a:lnTo>
                    <a:pt x="636" y="561"/>
                  </a:lnTo>
                  <a:lnTo>
                    <a:pt x="650" y="551"/>
                  </a:lnTo>
                  <a:lnTo>
                    <a:pt x="666" y="542"/>
                  </a:lnTo>
                  <a:lnTo>
                    <a:pt x="681" y="534"/>
                  </a:lnTo>
                  <a:lnTo>
                    <a:pt x="696" y="525"/>
                  </a:lnTo>
                  <a:lnTo>
                    <a:pt x="712" y="518"/>
                  </a:lnTo>
                  <a:lnTo>
                    <a:pt x="730" y="511"/>
                  </a:lnTo>
                  <a:lnTo>
                    <a:pt x="746" y="506"/>
                  </a:lnTo>
                  <a:lnTo>
                    <a:pt x="762" y="501"/>
                  </a:lnTo>
                  <a:lnTo>
                    <a:pt x="780" y="497"/>
                  </a:lnTo>
                  <a:lnTo>
                    <a:pt x="796" y="493"/>
                  </a:lnTo>
                  <a:lnTo>
                    <a:pt x="812" y="491"/>
                  </a:lnTo>
                  <a:lnTo>
                    <a:pt x="829" y="490"/>
                  </a:lnTo>
                  <a:lnTo>
                    <a:pt x="844" y="489"/>
                  </a:lnTo>
                  <a:lnTo>
                    <a:pt x="891" y="544"/>
                  </a:lnTo>
                  <a:lnTo>
                    <a:pt x="840" y="5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45" name="Freeform 48"/>
            <p:cNvSpPr>
              <a:spLocks/>
            </p:cNvSpPr>
            <p:nvPr userDrawn="1"/>
          </p:nvSpPr>
          <p:spPr bwMode="gray">
            <a:xfrm>
              <a:off x="6540" y="596"/>
              <a:ext cx="34" cy="32"/>
            </a:xfrm>
            <a:custGeom>
              <a:avLst/>
              <a:gdLst>
                <a:gd name="T0" fmla="*/ 255 w 405"/>
                <a:gd name="T1" fmla="*/ 101 h 383"/>
                <a:gd name="T2" fmla="*/ 269 w 405"/>
                <a:gd name="T3" fmla="*/ 105 h 383"/>
                <a:gd name="T4" fmla="*/ 281 w 405"/>
                <a:gd name="T5" fmla="*/ 113 h 383"/>
                <a:gd name="T6" fmla="*/ 289 w 405"/>
                <a:gd name="T7" fmla="*/ 122 h 383"/>
                <a:gd name="T8" fmla="*/ 293 w 405"/>
                <a:gd name="T9" fmla="*/ 132 h 383"/>
                <a:gd name="T10" fmla="*/ 294 w 405"/>
                <a:gd name="T11" fmla="*/ 143 h 383"/>
                <a:gd name="T12" fmla="*/ 290 w 405"/>
                <a:gd name="T13" fmla="*/ 159 h 383"/>
                <a:gd name="T14" fmla="*/ 277 w 405"/>
                <a:gd name="T15" fmla="*/ 177 h 383"/>
                <a:gd name="T16" fmla="*/ 254 w 405"/>
                <a:gd name="T17" fmla="*/ 199 h 383"/>
                <a:gd name="T18" fmla="*/ 221 w 405"/>
                <a:gd name="T19" fmla="*/ 224 h 383"/>
                <a:gd name="T20" fmla="*/ 182 w 405"/>
                <a:gd name="T21" fmla="*/ 249 h 383"/>
                <a:gd name="T22" fmla="*/ 136 w 405"/>
                <a:gd name="T23" fmla="*/ 275 h 383"/>
                <a:gd name="T24" fmla="*/ 99 w 405"/>
                <a:gd name="T25" fmla="*/ 294 h 383"/>
                <a:gd name="T26" fmla="*/ 95 w 405"/>
                <a:gd name="T27" fmla="*/ 383 h 383"/>
                <a:gd name="T28" fmla="*/ 141 w 405"/>
                <a:gd name="T29" fmla="*/ 362 h 383"/>
                <a:gd name="T30" fmla="*/ 223 w 405"/>
                <a:gd name="T31" fmla="*/ 322 h 383"/>
                <a:gd name="T32" fmla="*/ 279 w 405"/>
                <a:gd name="T33" fmla="*/ 289 h 383"/>
                <a:gd name="T34" fmla="*/ 312 w 405"/>
                <a:gd name="T35" fmla="*/ 268 h 383"/>
                <a:gd name="T36" fmla="*/ 341 w 405"/>
                <a:gd name="T37" fmla="*/ 244 h 383"/>
                <a:gd name="T38" fmla="*/ 367 w 405"/>
                <a:gd name="T39" fmla="*/ 221 h 383"/>
                <a:gd name="T40" fmla="*/ 384 w 405"/>
                <a:gd name="T41" fmla="*/ 200 h 383"/>
                <a:gd name="T42" fmla="*/ 394 w 405"/>
                <a:gd name="T43" fmla="*/ 183 h 383"/>
                <a:gd name="T44" fmla="*/ 401 w 405"/>
                <a:gd name="T45" fmla="*/ 167 h 383"/>
                <a:gd name="T46" fmla="*/ 404 w 405"/>
                <a:gd name="T47" fmla="*/ 150 h 383"/>
                <a:gd name="T48" fmla="*/ 405 w 405"/>
                <a:gd name="T49" fmla="*/ 129 h 383"/>
                <a:gd name="T50" fmla="*/ 400 w 405"/>
                <a:gd name="T51" fmla="*/ 103 h 383"/>
                <a:gd name="T52" fmla="*/ 390 w 405"/>
                <a:gd name="T53" fmla="*/ 83 h 383"/>
                <a:gd name="T54" fmla="*/ 378 w 405"/>
                <a:gd name="T55" fmla="*/ 65 h 383"/>
                <a:gd name="T56" fmla="*/ 363 w 405"/>
                <a:gd name="T57" fmla="*/ 48 h 383"/>
                <a:gd name="T58" fmla="*/ 344 w 405"/>
                <a:gd name="T59" fmla="*/ 34 h 383"/>
                <a:gd name="T60" fmla="*/ 324 w 405"/>
                <a:gd name="T61" fmla="*/ 22 h 383"/>
                <a:gd name="T62" fmla="*/ 302 w 405"/>
                <a:gd name="T63" fmla="*/ 12 h 383"/>
                <a:gd name="T64" fmla="*/ 281 w 405"/>
                <a:gd name="T65" fmla="*/ 4 h 383"/>
                <a:gd name="T66" fmla="*/ 259 w 405"/>
                <a:gd name="T67" fmla="*/ 1 h 383"/>
                <a:gd name="T68" fmla="*/ 198 w 405"/>
                <a:gd name="T69" fmla="*/ 59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05" h="383">
                  <a:moveTo>
                    <a:pt x="247" y="101"/>
                  </a:moveTo>
                  <a:lnTo>
                    <a:pt x="255" y="101"/>
                  </a:lnTo>
                  <a:lnTo>
                    <a:pt x="262" y="103"/>
                  </a:lnTo>
                  <a:lnTo>
                    <a:pt x="269" y="105"/>
                  </a:lnTo>
                  <a:lnTo>
                    <a:pt x="275" y="109"/>
                  </a:lnTo>
                  <a:lnTo>
                    <a:pt x="281" y="113"/>
                  </a:lnTo>
                  <a:lnTo>
                    <a:pt x="285" y="117"/>
                  </a:lnTo>
                  <a:lnTo>
                    <a:pt x="289" y="122"/>
                  </a:lnTo>
                  <a:lnTo>
                    <a:pt x="292" y="127"/>
                  </a:lnTo>
                  <a:lnTo>
                    <a:pt x="293" y="132"/>
                  </a:lnTo>
                  <a:lnTo>
                    <a:pt x="294" y="137"/>
                  </a:lnTo>
                  <a:lnTo>
                    <a:pt x="294" y="143"/>
                  </a:lnTo>
                  <a:lnTo>
                    <a:pt x="292" y="150"/>
                  </a:lnTo>
                  <a:lnTo>
                    <a:pt x="290" y="159"/>
                  </a:lnTo>
                  <a:lnTo>
                    <a:pt x="285" y="168"/>
                  </a:lnTo>
                  <a:lnTo>
                    <a:pt x="277" y="177"/>
                  </a:lnTo>
                  <a:lnTo>
                    <a:pt x="268" y="187"/>
                  </a:lnTo>
                  <a:lnTo>
                    <a:pt x="254" y="199"/>
                  </a:lnTo>
                  <a:lnTo>
                    <a:pt x="238" y="212"/>
                  </a:lnTo>
                  <a:lnTo>
                    <a:pt x="221" y="224"/>
                  </a:lnTo>
                  <a:lnTo>
                    <a:pt x="203" y="237"/>
                  </a:lnTo>
                  <a:lnTo>
                    <a:pt x="182" y="249"/>
                  </a:lnTo>
                  <a:lnTo>
                    <a:pt x="160" y="263"/>
                  </a:lnTo>
                  <a:lnTo>
                    <a:pt x="136" y="275"/>
                  </a:lnTo>
                  <a:lnTo>
                    <a:pt x="111" y="288"/>
                  </a:lnTo>
                  <a:lnTo>
                    <a:pt x="99" y="294"/>
                  </a:lnTo>
                  <a:lnTo>
                    <a:pt x="0" y="370"/>
                  </a:lnTo>
                  <a:lnTo>
                    <a:pt x="95" y="383"/>
                  </a:lnTo>
                  <a:lnTo>
                    <a:pt x="99" y="381"/>
                  </a:lnTo>
                  <a:lnTo>
                    <a:pt x="141" y="362"/>
                  </a:lnTo>
                  <a:lnTo>
                    <a:pt x="183" y="342"/>
                  </a:lnTo>
                  <a:lnTo>
                    <a:pt x="223" y="322"/>
                  </a:lnTo>
                  <a:lnTo>
                    <a:pt x="261" y="300"/>
                  </a:lnTo>
                  <a:lnTo>
                    <a:pt x="279" y="289"/>
                  </a:lnTo>
                  <a:lnTo>
                    <a:pt x="295" y="279"/>
                  </a:lnTo>
                  <a:lnTo>
                    <a:pt x="312" y="268"/>
                  </a:lnTo>
                  <a:lnTo>
                    <a:pt x="327" y="257"/>
                  </a:lnTo>
                  <a:lnTo>
                    <a:pt x="341" y="244"/>
                  </a:lnTo>
                  <a:lnTo>
                    <a:pt x="354" y="233"/>
                  </a:lnTo>
                  <a:lnTo>
                    <a:pt x="367" y="221"/>
                  </a:lnTo>
                  <a:lnTo>
                    <a:pt x="377" y="210"/>
                  </a:lnTo>
                  <a:lnTo>
                    <a:pt x="384" y="200"/>
                  </a:lnTo>
                  <a:lnTo>
                    <a:pt x="389" y="192"/>
                  </a:lnTo>
                  <a:lnTo>
                    <a:pt x="394" y="183"/>
                  </a:lnTo>
                  <a:lnTo>
                    <a:pt x="398" y="175"/>
                  </a:lnTo>
                  <a:lnTo>
                    <a:pt x="401" y="167"/>
                  </a:lnTo>
                  <a:lnTo>
                    <a:pt x="403" y="159"/>
                  </a:lnTo>
                  <a:lnTo>
                    <a:pt x="404" y="150"/>
                  </a:lnTo>
                  <a:lnTo>
                    <a:pt x="405" y="143"/>
                  </a:lnTo>
                  <a:lnTo>
                    <a:pt x="405" y="129"/>
                  </a:lnTo>
                  <a:lnTo>
                    <a:pt x="403" y="116"/>
                  </a:lnTo>
                  <a:lnTo>
                    <a:pt x="400" y="103"/>
                  </a:lnTo>
                  <a:lnTo>
                    <a:pt x="395" y="92"/>
                  </a:lnTo>
                  <a:lnTo>
                    <a:pt x="390" y="83"/>
                  </a:lnTo>
                  <a:lnTo>
                    <a:pt x="385" y="74"/>
                  </a:lnTo>
                  <a:lnTo>
                    <a:pt x="378" y="65"/>
                  </a:lnTo>
                  <a:lnTo>
                    <a:pt x="371" y="56"/>
                  </a:lnTo>
                  <a:lnTo>
                    <a:pt x="363" y="48"/>
                  </a:lnTo>
                  <a:lnTo>
                    <a:pt x="353" y="40"/>
                  </a:lnTo>
                  <a:lnTo>
                    <a:pt x="344" y="34"/>
                  </a:lnTo>
                  <a:lnTo>
                    <a:pt x="334" y="27"/>
                  </a:lnTo>
                  <a:lnTo>
                    <a:pt x="324" y="22"/>
                  </a:lnTo>
                  <a:lnTo>
                    <a:pt x="314" y="16"/>
                  </a:lnTo>
                  <a:lnTo>
                    <a:pt x="302" y="12"/>
                  </a:lnTo>
                  <a:lnTo>
                    <a:pt x="292" y="7"/>
                  </a:lnTo>
                  <a:lnTo>
                    <a:pt x="281" y="4"/>
                  </a:lnTo>
                  <a:lnTo>
                    <a:pt x="270" y="2"/>
                  </a:lnTo>
                  <a:lnTo>
                    <a:pt x="259" y="1"/>
                  </a:lnTo>
                  <a:lnTo>
                    <a:pt x="247" y="0"/>
                  </a:lnTo>
                  <a:lnTo>
                    <a:pt x="198" y="59"/>
                  </a:lnTo>
                  <a:lnTo>
                    <a:pt x="247" y="10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46" name="Freeform 49"/>
            <p:cNvSpPr>
              <a:spLocks/>
            </p:cNvSpPr>
            <p:nvPr userDrawn="1"/>
          </p:nvSpPr>
          <p:spPr bwMode="gray">
            <a:xfrm>
              <a:off x="6473" y="596"/>
              <a:ext cx="191" cy="122"/>
            </a:xfrm>
            <a:custGeom>
              <a:avLst/>
              <a:gdLst>
                <a:gd name="T0" fmla="*/ 982 w 2289"/>
                <a:gd name="T1" fmla="*/ 130 h 1460"/>
                <a:gd name="T2" fmla="*/ 920 w 2289"/>
                <a:gd name="T3" fmla="*/ 214 h 1460"/>
                <a:gd name="T4" fmla="*/ 891 w 2289"/>
                <a:gd name="T5" fmla="*/ 387 h 1460"/>
                <a:gd name="T6" fmla="*/ 936 w 2289"/>
                <a:gd name="T7" fmla="*/ 481 h 1460"/>
                <a:gd name="T8" fmla="*/ 1034 w 2289"/>
                <a:gd name="T9" fmla="*/ 514 h 1460"/>
                <a:gd name="T10" fmla="*/ 1200 w 2289"/>
                <a:gd name="T11" fmla="*/ 464 h 1460"/>
                <a:gd name="T12" fmla="*/ 1394 w 2289"/>
                <a:gd name="T13" fmla="*/ 312 h 1460"/>
                <a:gd name="T14" fmla="*/ 1433 w 2289"/>
                <a:gd name="T15" fmla="*/ 157 h 1460"/>
                <a:gd name="T16" fmla="*/ 1486 w 2289"/>
                <a:gd name="T17" fmla="*/ 59 h 1460"/>
                <a:gd name="T18" fmla="*/ 1544 w 2289"/>
                <a:gd name="T19" fmla="*/ 51 h 1460"/>
                <a:gd name="T20" fmla="*/ 1625 w 2289"/>
                <a:gd name="T21" fmla="*/ 91 h 1460"/>
                <a:gd name="T22" fmla="*/ 1634 w 2289"/>
                <a:gd name="T23" fmla="*/ 139 h 1460"/>
                <a:gd name="T24" fmla="*/ 1565 w 2289"/>
                <a:gd name="T25" fmla="*/ 346 h 1460"/>
                <a:gd name="T26" fmla="*/ 1568 w 2289"/>
                <a:gd name="T27" fmla="*/ 436 h 1460"/>
                <a:gd name="T28" fmla="*/ 1616 w 2289"/>
                <a:gd name="T29" fmla="*/ 424 h 1460"/>
                <a:gd name="T30" fmla="*/ 1755 w 2289"/>
                <a:gd name="T31" fmla="*/ 283 h 1460"/>
                <a:gd name="T32" fmla="*/ 1888 w 2289"/>
                <a:gd name="T33" fmla="*/ 183 h 1460"/>
                <a:gd name="T34" fmla="*/ 1988 w 2289"/>
                <a:gd name="T35" fmla="*/ 199 h 1460"/>
                <a:gd name="T36" fmla="*/ 2063 w 2289"/>
                <a:gd name="T37" fmla="*/ 256 h 1460"/>
                <a:gd name="T38" fmla="*/ 2136 w 2289"/>
                <a:gd name="T39" fmla="*/ 408 h 1460"/>
                <a:gd name="T40" fmla="*/ 2229 w 2289"/>
                <a:gd name="T41" fmla="*/ 531 h 1460"/>
                <a:gd name="T42" fmla="*/ 2287 w 2289"/>
                <a:gd name="T43" fmla="*/ 580 h 1460"/>
                <a:gd name="T44" fmla="*/ 2259 w 2289"/>
                <a:gd name="T45" fmla="*/ 612 h 1460"/>
                <a:gd name="T46" fmla="*/ 2126 w 2289"/>
                <a:gd name="T47" fmla="*/ 583 h 1460"/>
                <a:gd name="T48" fmla="*/ 1973 w 2289"/>
                <a:gd name="T49" fmla="*/ 441 h 1460"/>
                <a:gd name="T50" fmla="*/ 1884 w 2289"/>
                <a:gd name="T51" fmla="*/ 335 h 1460"/>
                <a:gd name="T52" fmla="*/ 1759 w 2289"/>
                <a:gd name="T53" fmla="*/ 434 h 1460"/>
                <a:gd name="T54" fmla="*/ 1620 w 2289"/>
                <a:gd name="T55" fmla="*/ 580 h 1460"/>
                <a:gd name="T56" fmla="*/ 1534 w 2289"/>
                <a:gd name="T57" fmla="*/ 588 h 1460"/>
                <a:gd name="T58" fmla="*/ 1425 w 2289"/>
                <a:gd name="T59" fmla="*/ 523 h 1460"/>
                <a:gd name="T60" fmla="*/ 1351 w 2289"/>
                <a:gd name="T61" fmla="*/ 466 h 1460"/>
                <a:gd name="T62" fmla="*/ 1157 w 2289"/>
                <a:gd name="T63" fmla="*/ 584 h 1460"/>
                <a:gd name="T64" fmla="*/ 993 w 2289"/>
                <a:gd name="T65" fmla="*/ 613 h 1460"/>
                <a:gd name="T66" fmla="*/ 823 w 2289"/>
                <a:gd name="T67" fmla="*/ 555 h 1460"/>
                <a:gd name="T68" fmla="*/ 720 w 2289"/>
                <a:gd name="T69" fmla="*/ 457 h 1460"/>
                <a:gd name="T70" fmla="*/ 448 w 2289"/>
                <a:gd name="T71" fmla="*/ 594 h 1460"/>
                <a:gd name="T72" fmla="*/ 392 w 2289"/>
                <a:gd name="T73" fmla="*/ 862 h 1460"/>
                <a:gd name="T74" fmla="*/ 328 w 2289"/>
                <a:gd name="T75" fmla="*/ 1161 h 1460"/>
                <a:gd name="T76" fmla="*/ 215 w 2289"/>
                <a:gd name="T77" fmla="*/ 1376 h 1460"/>
                <a:gd name="T78" fmla="*/ 114 w 2289"/>
                <a:gd name="T79" fmla="*/ 1448 h 1460"/>
                <a:gd name="T80" fmla="*/ 0 w 2289"/>
                <a:gd name="T81" fmla="*/ 1423 h 1460"/>
                <a:gd name="T82" fmla="*/ 95 w 2289"/>
                <a:gd name="T83" fmla="*/ 1349 h 1460"/>
                <a:gd name="T84" fmla="*/ 163 w 2289"/>
                <a:gd name="T85" fmla="*/ 1228 h 1460"/>
                <a:gd name="T86" fmla="*/ 213 w 2289"/>
                <a:gd name="T87" fmla="*/ 1035 h 1460"/>
                <a:gd name="T88" fmla="*/ 240 w 2289"/>
                <a:gd name="T89" fmla="*/ 617 h 1460"/>
                <a:gd name="T90" fmla="*/ 195 w 2289"/>
                <a:gd name="T91" fmla="*/ 511 h 1460"/>
                <a:gd name="T92" fmla="*/ 92 w 2289"/>
                <a:gd name="T93" fmla="*/ 565 h 1460"/>
                <a:gd name="T94" fmla="*/ 143 w 2289"/>
                <a:gd name="T95" fmla="*/ 433 h 1460"/>
                <a:gd name="T96" fmla="*/ 254 w 2289"/>
                <a:gd name="T97" fmla="*/ 332 h 1460"/>
                <a:gd name="T98" fmla="*/ 297 w 2289"/>
                <a:gd name="T99" fmla="*/ 230 h 1460"/>
                <a:gd name="T100" fmla="*/ 267 w 2289"/>
                <a:gd name="T101" fmla="*/ 178 h 1460"/>
                <a:gd name="T102" fmla="*/ 261 w 2289"/>
                <a:gd name="T103" fmla="*/ 74 h 1460"/>
                <a:gd name="T104" fmla="*/ 335 w 2289"/>
                <a:gd name="T105" fmla="*/ 118 h 1460"/>
                <a:gd name="T106" fmla="*/ 398 w 2289"/>
                <a:gd name="T107" fmla="*/ 108 h 1460"/>
                <a:gd name="T108" fmla="*/ 489 w 2289"/>
                <a:gd name="T109" fmla="*/ 137 h 1460"/>
                <a:gd name="T110" fmla="*/ 505 w 2289"/>
                <a:gd name="T111" fmla="*/ 181 h 1460"/>
                <a:gd name="T112" fmla="*/ 456 w 2289"/>
                <a:gd name="T113" fmla="*/ 322 h 1460"/>
                <a:gd name="T114" fmla="*/ 427 w 2289"/>
                <a:gd name="T115" fmla="*/ 510 h 1460"/>
                <a:gd name="T116" fmla="*/ 690 w 2289"/>
                <a:gd name="T117" fmla="*/ 385 h 1460"/>
                <a:gd name="T118" fmla="*/ 720 w 2289"/>
                <a:gd name="T119" fmla="*/ 256 h 1460"/>
                <a:gd name="T120" fmla="*/ 812 w 2289"/>
                <a:gd name="T121" fmla="*/ 126 h 1460"/>
                <a:gd name="T122" fmla="*/ 957 w 2289"/>
                <a:gd name="T123" fmla="*/ 26 h 1460"/>
                <a:gd name="T124" fmla="*/ 1042 w 2289"/>
                <a:gd name="T125" fmla="*/ 101 h 14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289" h="1460">
                  <a:moveTo>
                    <a:pt x="1042" y="101"/>
                  </a:moveTo>
                  <a:lnTo>
                    <a:pt x="1034" y="101"/>
                  </a:lnTo>
                  <a:lnTo>
                    <a:pt x="1027" y="103"/>
                  </a:lnTo>
                  <a:lnTo>
                    <a:pt x="1020" y="105"/>
                  </a:lnTo>
                  <a:lnTo>
                    <a:pt x="1013" y="109"/>
                  </a:lnTo>
                  <a:lnTo>
                    <a:pt x="1003" y="116"/>
                  </a:lnTo>
                  <a:lnTo>
                    <a:pt x="992" y="122"/>
                  </a:lnTo>
                  <a:lnTo>
                    <a:pt x="982" y="130"/>
                  </a:lnTo>
                  <a:lnTo>
                    <a:pt x="973" y="138"/>
                  </a:lnTo>
                  <a:lnTo>
                    <a:pt x="964" y="147"/>
                  </a:lnTo>
                  <a:lnTo>
                    <a:pt x="956" y="158"/>
                  </a:lnTo>
                  <a:lnTo>
                    <a:pt x="948" y="168"/>
                  </a:lnTo>
                  <a:lnTo>
                    <a:pt x="939" y="178"/>
                  </a:lnTo>
                  <a:lnTo>
                    <a:pt x="932" y="189"/>
                  </a:lnTo>
                  <a:lnTo>
                    <a:pt x="926" y="201"/>
                  </a:lnTo>
                  <a:lnTo>
                    <a:pt x="920" y="214"/>
                  </a:lnTo>
                  <a:lnTo>
                    <a:pt x="914" y="226"/>
                  </a:lnTo>
                  <a:lnTo>
                    <a:pt x="909" y="239"/>
                  </a:lnTo>
                  <a:lnTo>
                    <a:pt x="905" y="253"/>
                  </a:lnTo>
                  <a:lnTo>
                    <a:pt x="901" y="268"/>
                  </a:lnTo>
                  <a:lnTo>
                    <a:pt x="898" y="282"/>
                  </a:lnTo>
                  <a:lnTo>
                    <a:pt x="894" y="294"/>
                  </a:lnTo>
                  <a:lnTo>
                    <a:pt x="890" y="383"/>
                  </a:lnTo>
                  <a:lnTo>
                    <a:pt x="891" y="387"/>
                  </a:lnTo>
                  <a:lnTo>
                    <a:pt x="893" y="401"/>
                  </a:lnTo>
                  <a:lnTo>
                    <a:pt x="898" y="416"/>
                  </a:lnTo>
                  <a:lnTo>
                    <a:pt x="902" y="429"/>
                  </a:lnTo>
                  <a:lnTo>
                    <a:pt x="907" y="441"/>
                  </a:lnTo>
                  <a:lnTo>
                    <a:pt x="913" y="453"/>
                  </a:lnTo>
                  <a:lnTo>
                    <a:pt x="920" y="463"/>
                  </a:lnTo>
                  <a:lnTo>
                    <a:pt x="928" y="472"/>
                  </a:lnTo>
                  <a:lnTo>
                    <a:pt x="936" y="481"/>
                  </a:lnTo>
                  <a:lnTo>
                    <a:pt x="947" y="488"/>
                  </a:lnTo>
                  <a:lnTo>
                    <a:pt x="957" y="495"/>
                  </a:lnTo>
                  <a:lnTo>
                    <a:pt x="968" y="500"/>
                  </a:lnTo>
                  <a:lnTo>
                    <a:pt x="979" y="506"/>
                  </a:lnTo>
                  <a:lnTo>
                    <a:pt x="992" y="510"/>
                  </a:lnTo>
                  <a:lnTo>
                    <a:pt x="1006" y="512"/>
                  </a:lnTo>
                  <a:lnTo>
                    <a:pt x="1019" y="514"/>
                  </a:lnTo>
                  <a:lnTo>
                    <a:pt x="1034" y="514"/>
                  </a:lnTo>
                  <a:lnTo>
                    <a:pt x="1054" y="513"/>
                  </a:lnTo>
                  <a:lnTo>
                    <a:pt x="1073" y="511"/>
                  </a:lnTo>
                  <a:lnTo>
                    <a:pt x="1093" y="507"/>
                  </a:lnTo>
                  <a:lnTo>
                    <a:pt x="1114" y="501"/>
                  </a:lnTo>
                  <a:lnTo>
                    <a:pt x="1135" y="494"/>
                  </a:lnTo>
                  <a:lnTo>
                    <a:pt x="1157" y="485"/>
                  </a:lnTo>
                  <a:lnTo>
                    <a:pt x="1178" y="475"/>
                  </a:lnTo>
                  <a:lnTo>
                    <a:pt x="1200" y="464"/>
                  </a:lnTo>
                  <a:lnTo>
                    <a:pt x="1224" y="449"/>
                  </a:lnTo>
                  <a:lnTo>
                    <a:pt x="1246" y="435"/>
                  </a:lnTo>
                  <a:lnTo>
                    <a:pt x="1271" y="418"/>
                  </a:lnTo>
                  <a:lnTo>
                    <a:pt x="1294" y="400"/>
                  </a:lnTo>
                  <a:lnTo>
                    <a:pt x="1319" y="380"/>
                  </a:lnTo>
                  <a:lnTo>
                    <a:pt x="1343" y="359"/>
                  </a:lnTo>
                  <a:lnTo>
                    <a:pt x="1369" y="336"/>
                  </a:lnTo>
                  <a:lnTo>
                    <a:pt x="1394" y="312"/>
                  </a:lnTo>
                  <a:lnTo>
                    <a:pt x="1395" y="311"/>
                  </a:lnTo>
                  <a:lnTo>
                    <a:pt x="1396" y="309"/>
                  </a:lnTo>
                  <a:lnTo>
                    <a:pt x="1401" y="279"/>
                  </a:lnTo>
                  <a:lnTo>
                    <a:pt x="1407" y="252"/>
                  </a:lnTo>
                  <a:lnTo>
                    <a:pt x="1413" y="227"/>
                  </a:lnTo>
                  <a:lnTo>
                    <a:pt x="1419" y="203"/>
                  </a:lnTo>
                  <a:lnTo>
                    <a:pt x="1425" y="180"/>
                  </a:lnTo>
                  <a:lnTo>
                    <a:pt x="1433" y="157"/>
                  </a:lnTo>
                  <a:lnTo>
                    <a:pt x="1441" y="133"/>
                  </a:lnTo>
                  <a:lnTo>
                    <a:pt x="1450" y="110"/>
                  </a:lnTo>
                  <a:lnTo>
                    <a:pt x="1457" y="96"/>
                  </a:lnTo>
                  <a:lnTo>
                    <a:pt x="1463" y="84"/>
                  </a:lnTo>
                  <a:lnTo>
                    <a:pt x="1470" y="74"/>
                  </a:lnTo>
                  <a:lnTo>
                    <a:pt x="1477" y="65"/>
                  </a:lnTo>
                  <a:lnTo>
                    <a:pt x="1482" y="62"/>
                  </a:lnTo>
                  <a:lnTo>
                    <a:pt x="1486" y="59"/>
                  </a:lnTo>
                  <a:lnTo>
                    <a:pt x="1491" y="55"/>
                  </a:lnTo>
                  <a:lnTo>
                    <a:pt x="1496" y="52"/>
                  </a:lnTo>
                  <a:lnTo>
                    <a:pt x="1501" y="51"/>
                  </a:lnTo>
                  <a:lnTo>
                    <a:pt x="1508" y="49"/>
                  </a:lnTo>
                  <a:lnTo>
                    <a:pt x="1515" y="48"/>
                  </a:lnTo>
                  <a:lnTo>
                    <a:pt x="1521" y="48"/>
                  </a:lnTo>
                  <a:lnTo>
                    <a:pt x="1532" y="49"/>
                  </a:lnTo>
                  <a:lnTo>
                    <a:pt x="1544" y="51"/>
                  </a:lnTo>
                  <a:lnTo>
                    <a:pt x="1557" y="54"/>
                  </a:lnTo>
                  <a:lnTo>
                    <a:pt x="1573" y="59"/>
                  </a:lnTo>
                  <a:lnTo>
                    <a:pt x="1584" y="64"/>
                  </a:lnTo>
                  <a:lnTo>
                    <a:pt x="1594" y="68"/>
                  </a:lnTo>
                  <a:lnTo>
                    <a:pt x="1603" y="73"/>
                  </a:lnTo>
                  <a:lnTo>
                    <a:pt x="1612" y="79"/>
                  </a:lnTo>
                  <a:lnTo>
                    <a:pt x="1619" y="85"/>
                  </a:lnTo>
                  <a:lnTo>
                    <a:pt x="1625" y="91"/>
                  </a:lnTo>
                  <a:lnTo>
                    <a:pt x="1629" y="97"/>
                  </a:lnTo>
                  <a:lnTo>
                    <a:pt x="1633" y="104"/>
                  </a:lnTo>
                  <a:lnTo>
                    <a:pt x="1635" y="110"/>
                  </a:lnTo>
                  <a:lnTo>
                    <a:pt x="1636" y="116"/>
                  </a:lnTo>
                  <a:lnTo>
                    <a:pt x="1636" y="121"/>
                  </a:lnTo>
                  <a:lnTo>
                    <a:pt x="1636" y="127"/>
                  </a:lnTo>
                  <a:lnTo>
                    <a:pt x="1636" y="133"/>
                  </a:lnTo>
                  <a:lnTo>
                    <a:pt x="1634" y="139"/>
                  </a:lnTo>
                  <a:lnTo>
                    <a:pt x="1632" y="145"/>
                  </a:lnTo>
                  <a:lnTo>
                    <a:pt x="1630" y="151"/>
                  </a:lnTo>
                  <a:lnTo>
                    <a:pt x="1614" y="187"/>
                  </a:lnTo>
                  <a:lnTo>
                    <a:pt x="1599" y="222"/>
                  </a:lnTo>
                  <a:lnTo>
                    <a:pt x="1588" y="254"/>
                  </a:lnTo>
                  <a:lnTo>
                    <a:pt x="1579" y="286"/>
                  </a:lnTo>
                  <a:lnTo>
                    <a:pt x="1571" y="317"/>
                  </a:lnTo>
                  <a:lnTo>
                    <a:pt x="1565" y="346"/>
                  </a:lnTo>
                  <a:lnTo>
                    <a:pt x="1562" y="376"/>
                  </a:lnTo>
                  <a:lnTo>
                    <a:pt x="1560" y="406"/>
                  </a:lnTo>
                  <a:lnTo>
                    <a:pt x="1560" y="414"/>
                  </a:lnTo>
                  <a:lnTo>
                    <a:pt x="1561" y="422"/>
                  </a:lnTo>
                  <a:lnTo>
                    <a:pt x="1562" y="426"/>
                  </a:lnTo>
                  <a:lnTo>
                    <a:pt x="1563" y="430"/>
                  </a:lnTo>
                  <a:lnTo>
                    <a:pt x="1565" y="433"/>
                  </a:lnTo>
                  <a:lnTo>
                    <a:pt x="1568" y="436"/>
                  </a:lnTo>
                  <a:lnTo>
                    <a:pt x="1572" y="439"/>
                  </a:lnTo>
                  <a:lnTo>
                    <a:pt x="1576" y="441"/>
                  </a:lnTo>
                  <a:lnTo>
                    <a:pt x="1581" y="442"/>
                  </a:lnTo>
                  <a:lnTo>
                    <a:pt x="1587" y="441"/>
                  </a:lnTo>
                  <a:lnTo>
                    <a:pt x="1593" y="439"/>
                  </a:lnTo>
                  <a:lnTo>
                    <a:pt x="1600" y="435"/>
                  </a:lnTo>
                  <a:lnTo>
                    <a:pt x="1607" y="430"/>
                  </a:lnTo>
                  <a:lnTo>
                    <a:pt x="1616" y="424"/>
                  </a:lnTo>
                  <a:lnTo>
                    <a:pt x="1626" y="414"/>
                  </a:lnTo>
                  <a:lnTo>
                    <a:pt x="1639" y="401"/>
                  </a:lnTo>
                  <a:lnTo>
                    <a:pt x="1653" y="386"/>
                  </a:lnTo>
                  <a:lnTo>
                    <a:pt x="1670" y="369"/>
                  </a:lnTo>
                  <a:lnTo>
                    <a:pt x="1690" y="348"/>
                  </a:lnTo>
                  <a:lnTo>
                    <a:pt x="1710" y="327"/>
                  </a:lnTo>
                  <a:lnTo>
                    <a:pt x="1733" y="306"/>
                  </a:lnTo>
                  <a:lnTo>
                    <a:pt x="1755" y="283"/>
                  </a:lnTo>
                  <a:lnTo>
                    <a:pt x="1778" y="262"/>
                  </a:lnTo>
                  <a:lnTo>
                    <a:pt x="1801" y="242"/>
                  </a:lnTo>
                  <a:lnTo>
                    <a:pt x="1824" y="224"/>
                  </a:lnTo>
                  <a:lnTo>
                    <a:pt x="1845" y="208"/>
                  </a:lnTo>
                  <a:lnTo>
                    <a:pt x="1850" y="204"/>
                  </a:lnTo>
                  <a:lnTo>
                    <a:pt x="1865" y="195"/>
                  </a:lnTo>
                  <a:lnTo>
                    <a:pt x="1880" y="187"/>
                  </a:lnTo>
                  <a:lnTo>
                    <a:pt x="1888" y="183"/>
                  </a:lnTo>
                  <a:lnTo>
                    <a:pt x="1897" y="181"/>
                  </a:lnTo>
                  <a:lnTo>
                    <a:pt x="1906" y="179"/>
                  </a:lnTo>
                  <a:lnTo>
                    <a:pt x="1917" y="178"/>
                  </a:lnTo>
                  <a:lnTo>
                    <a:pt x="1927" y="179"/>
                  </a:lnTo>
                  <a:lnTo>
                    <a:pt x="1937" y="181"/>
                  </a:lnTo>
                  <a:lnTo>
                    <a:pt x="1948" y="183"/>
                  </a:lnTo>
                  <a:lnTo>
                    <a:pt x="1959" y="187"/>
                  </a:lnTo>
                  <a:lnTo>
                    <a:pt x="1988" y="199"/>
                  </a:lnTo>
                  <a:lnTo>
                    <a:pt x="2011" y="212"/>
                  </a:lnTo>
                  <a:lnTo>
                    <a:pt x="2022" y="218"/>
                  </a:lnTo>
                  <a:lnTo>
                    <a:pt x="2030" y="224"/>
                  </a:lnTo>
                  <a:lnTo>
                    <a:pt x="2039" y="230"/>
                  </a:lnTo>
                  <a:lnTo>
                    <a:pt x="2046" y="236"/>
                  </a:lnTo>
                  <a:lnTo>
                    <a:pt x="2052" y="242"/>
                  </a:lnTo>
                  <a:lnTo>
                    <a:pt x="2058" y="249"/>
                  </a:lnTo>
                  <a:lnTo>
                    <a:pt x="2063" y="256"/>
                  </a:lnTo>
                  <a:lnTo>
                    <a:pt x="2069" y="263"/>
                  </a:lnTo>
                  <a:lnTo>
                    <a:pt x="2077" y="278"/>
                  </a:lnTo>
                  <a:lnTo>
                    <a:pt x="2084" y="294"/>
                  </a:lnTo>
                  <a:lnTo>
                    <a:pt x="2094" y="320"/>
                  </a:lnTo>
                  <a:lnTo>
                    <a:pt x="2104" y="343"/>
                  </a:lnTo>
                  <a:lnTo>
                    <a:pt x="2115" y="366"/>
                  </a:lnTo>
                  <a:lnTo>
                    <a:pt x="2126" y="387"/>
                  </a:lnTo>
                  <a:lnTo>
                    <a:pt x="2136" y="408"/>
                  </a:lnTo>
                  <a:lnTo>
                    <a:pt x="2147" y="427"/>
                  </a:lnTo>
                  <a:lnTo>
                    <a:pt x="2158" y="444"/>
                  </a:lnTo>
                  <a:lnTo>
                    <a:pt x="2169" y="462"/>
                  </a:lnTo>
                  <a:lnTo>
                    <a:pt x="2181" y="478"/>
                  </a:lnTo>
                  <a:lnTo>
                    <a:pt x="2192" y="492"/>
                  </a:lnTo>
                  <a:lnTo>
                    <a:pt x="2204" y="507"/>
                  </a:lnTo>
                  <a:lnTo>
                    <a:pt x="2216" y="519"/>
                  </a:lnTo>
                  <a:lnTo>
                    <a:pt x="2229" y="531"/>
                  </a:lnTo>
                  <a:lnTo>
                    <a:pt x="2241" y="541"/>
                  </a:lnTo>
                  <a:lnTo>
                    <a:pt x="2253" y="552"/>
                  </a:lnTo>
                  <a:lnTo>
                    <a:pt x="2266" y="560"/>
                  </a:lnTo>
                  <a:lnTo>
                    <a:pt x="2273" y="564"/>
                  </a:lnTo>
                  <a:lnTo>
                    <a:pt x="2278" y="568"/>
                  </a:lnTo>
                  <a:lnTo>
                    <a:pt x="2282" y="572"/>
                  </a:lnTo>
                  <a:lnTo>
                    <a:pt x="2285" y="576"/>
                  </a:lnTo>
                  <a:lnTo>
                    <a:pt x="2287" y="580"/>
                  </a:lnTo>
                  <a:lnTo>
                    <a:pt x="2289" y="584"/>
                  </a:lnTo>
                  <a:lnTo>
                    <a:pt x="2289" y="588"/>
                  </a:lnTo>
                  <a:lnTo>
                    <a:pt x="2289" y="592"/>
                  </a:lnTo>
                  <a:lnTo>
                    <a:pt x="2286" y="597"/>
                  </a:lnTo>
                  <a:lnTo>
                    <a:pt x="2282" y="602"/>
                  </a:lnTo>
                  <a:lnTo>
                    <a:pt x="2276" y="606"/>
                  </a:lnTo>
                  <a:lnTo>
                    <a:pt x="2267" y="609"/>
                  </a:lnTo>
                  <a:lnTo>
                    <a:pt x="2259" y="612"/>
                  </a:lnTo>
                  <a:lnTo>
                    <a:pt x="2249" y="613"/>
                  </a:lnTo>
                  <a:lnTo>
                    <a:pt x="2238" y="614"/>
                  </a:lnTo>
                  <a:lnTo>
                    <a:pt x="2226" y="614"/>
                  </a:lnTo>
                  <a:lnTo>
                    <a:pt x="2205" y="611"/>
                  </a:lnTo>
                  <a:lnTo>
                    <a:pt x="2186" y="607"/>
                  </a:lnTo>
                  <a:lnTo>
                    <a:pt x="2165" y="601"/>
                  </a:lnTo>
                  <a:lnTo>
                    <a:pt x="2145" y="592"/>
                  </a:lnTo>
                  <a:lnTo>
                    <a:pt x="2126" y="583"/>
                  </a:lnTo>
                  <a:lnTo>
                    <a:pt x="2106" y="571"/>
                  </a:lnTo>
                  <a:lnTo>
                    <a:pt x="2086" y="558"/>
                  </a:lnTo>
                  <a:lnTo>
                    <a:pt x="2066" y="543"/>
                  </a:lnTo>
                  <a:lnTo>
                    <a:pt x="2047" y="526"/>
                  </a:lnTo>
                  <a:lnTo>
                    <a:pt x="2029" y="508"/>
                  </a:lnTo>
                  <a:lnTo>
                    <a:pt x="2009" y="487"/>
                  </a:lnTo>
                  <a:lnTo>
                    <a:pt x="1991" y="465"/>
                  </a:lnTo>
                  <a:lnTo>
                    <a:pt x="1973" y="441"/>
                  </a:lnTo>
                  <a:lnTo>
                    <a:pt x="1954" y="416"/>
                  </a:lnTo>
                  <a:lnTo>
                    <a:pt x="1937" y="388"/>
                  </a:lnTo>
                  <a:lnTo>
                    <a:pt x="1920" y="360"/>
                  </a:lnTo>
                  <a:lnTo>
                    <a:pt x="1913" y="351"/>
                  </a:lnTo>
                  <a:lnTo>
                    <a:pt x="1906" y="344"/>
                  </a:lnTo>
                  <a:lnTo>
                    <a:pt x="1899" y="339"/>
                  </a:lnTo>
                  <a:lnTo>
                    <a:pt x="1892" y="336"/>
                  </a:lnTo>
                  <a:lnTo>
                    <a:pt x="1884" y="335"/>
                  </a:lnTo>
                  <a:lnTo>
                    <a:pt x="1875" y="335"/>
                  </a:lnTo>
                  <a:lnTo>
                    <a:pt x="1867" y="338"/>
                  </a:lnTo>
                  <a:lnTo>
                    <a:pt x="1857" y="343"/>
                  </a:lnTo>
                  <a:lnTo>
                    <a:pt x="1838" y="358"/>
                  </a:lnTo>
                  <a:lnTo>
                    <a:pt x="1821" y="372"/>
                  </a:lnTo>
                  <a:lnTo>
                    <a:pt x="1804" y="387"/>
                  </a:lnTo>
                  <a:lnTo>
                    <a:pt x="1789" y="402"/>
                  </a:lnTo>
                  <a:lnTo>
                    <a:pt x="1759" y="434"/>
                  </a:lnTo>
                  <a:lnTo>
                    <a:pt x="1730" y="468"/>
                  </a:lnTo>
                  <a:lnTo>
                    <a:pt x="1712" y="488"/>
                  </a:lnTo>
                  <a:lnTo>
                    <a:pt x="1692" y="511"/>
                  </a:lnTo>
                  <a:lnTo>
                    <a:pt x="1671" y="535"/>
                  </a:lnTo>
                  <a:lnTo>
                    <a:pt x="1647" y="560"/>
                  </a:lnTo>
                  <a:lnTo>
                    <a:pt x="1638" y="568"/>
                  </a:lnTo>
                  <a:lnTo>
                    <a:pt x="1629" y="574"/>
                  </a:lnTo>
                  <a:lnTo>
                    <a:pt x="1620" y="580"/>
                  </a:lnTo>
                  <a:lnTo>
                    <a:pt x="1611" y="585"/>
                  </a:lnTo>
                  <a:lnTo>
                    <a:pt x="1600" y="588"/>
                  </a:lnTo>
                  <a:lnTo>
                    <a:pt x="1590" y="591"/>
                  </a:lnTo>
                  <a:lnTo>
                    <a:pt x="1580" y="592"/>
                  </a:lnTo>
                  <a:lnTo>
                    <a:pt x="1569" y="593"/>
                  </a:lnTo>
                  <a:lnTo>
                    <a:pt x="1557" y="592"/>
                  </a:lnTo>
                  <a:lnTo>
                    <a:pt x="1545" y="590"/>
                  </a:lnTo>
                  <a:lnTo>
                    <a:pt x="1534" y="588"/>
                  </a:lnTo>
                  <a:lnTo>
                    <a:pt x="1522" y="584"/>
                  </a:lnTo>
                  <a:lnTo>
                    <a:pt x="1509" y="579"/>
                  </a:lnTo>
                  <a:lnTo>
                    <a:pt x="1495" y="573"/>
                  </a:lnTo>
                  <a:lnTo>
                    <a:pt x="1482" y="566"/>
                  </a:lnTo>
                  <a:lnTo>
                    <a:pt x="1469" y="558"/>
                  </a:lnTo>
                  <a:lnTo>
                    <a:pt x="1452" y="546"/>
                  </a:lnTo>
                  <a:lnTo>
                    <a:pt x="1438" y="535"/>
                  </a:lnTo>
                  <a:lnTo>
                    <a:pt x="1425" y="523"/>
                  </a:lnTo>
                  <a:lnTo>
                    <a:pt x="1414" y="510"/>
                  </a:lnTo>
                  <a:lnTo>
                    <a:pt x="1404" y="495"/>
                  </a:lnTo>
                  <a:lnTo>
                    <a:pt x="1397" y="480"/>
                  </a:lnTo>
                  <a:lnTo>
                    <a:pt x="1391" y="464"/>
                  </a:lnTo>
                  <a:lnTo>
                    <a:pt x="1387" y="446"/>
                  </a:lnTo>
                  <a:lnTo>
                    <a:pt x="1385" y="437"/>
                  </a:lnTo>
                  <a:lnTo>
                    <a:pt x="1378" y="443"/>
                  </a:lnTo>
                  <a:lnTo>
                    <a:pt x="1351" y="466"/>
                  </a:lnTo>
                  <a:lnTo>
                    <a:pt x="1319" y="491"/>
                  </a:lnTo>
                  <a:lnTo>
                    <a:pt x="1299" y="506"/>
                  </a:lnTo>
                  <a:lnTo>
                    <a:pt x="1279" y="520"/>
                  </a:lnTo>
                  <a:lnTo>
                    <a:pt x="1257" y="534"/>
                  </a:lnTo>
                  <a:lnTo>
                    <a:pt x="1233" y="547"/>
                  </a:lnTo>
                  <a:lnTo>
                    <a:pt x="1209" y="561"/>
                  </a:lnTo>
                  <a:lnTo>
                    <a:pt x="1183" y="573"/>
                  </a:lnTo>
                  <a:lnTo>
                    <a:pt x="1157" y="584"/>
                  </a:lnTo>
                  <a:lnTo>
                    <a:pt x="1130" y="594"/>
                  </a:lnTo>
                  <a:lnTo>
                    <a:pt x="1103" y="603"/>
                  </a:lnTo>
                  <a:lnTo>
                    <a:pt x="1074" y="609"/>
                  </a:lnTo>
                  <a:lnTo>
                    <a:pt x="1060" y="611"/>
                  </a:lnTo>
                  <a:lnTo>
                    <a:pt x="1045" y="613"/>
                  </a:lnTo>
                  <a:lnTo>
                    <a:pt x="1031" y="613"/>
                  </a:lnTo>
                  <a:lnTo>
                    <a:pt x="1017" y="614"/>
                  </a:lnTo>
                  <a:lnTo>
                    <a:pt x="993" y="613"/>
                  </a:lnTo>
                  <a:lnTo>
                    <a:pt x="970" y="610"/>
                  </a:lnTo>
                  <a:lnTo>
                    <a:pt x="948" y="606"/>
                  </a:lnTo>
                  <a:lnTo>
                    <a:pt x="925" y="601"/>
                  </a:lnTo>
                  <a:lnTo>
                    <a:pt x="904" y="593"/>
                  </a:lnTo>
                  <a:lnTo>
                    <a:pt x="882" y="585"/>
                  </a:lnTo>
                  <a:lnTo>
                    <a:pt x="862" y="576"/>
                  </a:lnTo>
                  <a:lnTo>
                    <a:pt x="842" y="566"/>
                  </a:lnTo>
                  <a:lnTo>
                    <a:pt x="823" y="555"/>
                  </a:lnTo>
                  <a:lnTo>
                    <a:pt x="806" y="542"/>
                  </a:lnTo>
                  <a:lnTo>
                    <a:pt x="788" y="530"/>
                  </a:lnTo>
                  <a:lnTo>
                    <a:pt x="773" y="517"/>
                  </a:lnTo>
                  <a:lnTo>
                    <a:pt x="759" y="503"/>
                  </a:lnTo>
                  <a:lnTo>
                    <a:pt x="746" y="489"/>
                  </a:lnTo>
                  <a:lnTo>
                    <a:pt x="733" y="475"/>
                  </a:lnTo>
                  <a:lnTo>
                    <a:pt x="723" y="461"/>
                  </a:lnTo>
                  <a:lnTo>
                    <a:pt x="720" y="457"/>
                  </a:lnTo>
                  <a:lnTo>
                    <a:pt x="716" y="459"/>
                  </a:lnTo>
                  <a:lnTo>
                    <a:pt x="673" y="477"/>
                  </a:lnTo>
                  <a:lnTo>
                    <a:pt x="632" y="496"/>
                  </a:lnTo>
                  <a:lnTo>
                    <a:pt x="593" y="516"/>
                  </a:lnTo>
                  <a:lnTo>
                    <a:pt x="555" y="535"/>
                  </a:lnTo>
                  <a:lnTo>
                    <a:pt x="517" y="556"/>
                  </a:lnTo>
                  <a:lnTo>
                    <a:pt x="481" y="575"/>
                  </a:lnTo>
                  <a:lnTo>
                    <a:pt x="448" y="594"/>
                  </a:lnTo>
                  <a:lnTo>
                    <a:pt x="414" y="615"/>
                  </a:lnTo>
                  <a:lnTo>
                    <a:pt x="412" y="616"/>
                  </a:lnTo>
                  <a:lnTo>
                    <a:pt x="412" y="619"/>
                  </a:lnTo>
                  <a:lnTo>
                    <a:pt x="408" y="683"/>
                  </a:lnTo>
                  <a:lnTo>
                    <a:pt x="404" y="752"/>
                  </a:lnTo>
                  <a:lnTo>
                    <a:pt x="401" y="787"/>
                  </a:lnTo>
                  <a:lnTo>
                    <a:pt x="397" y="824"/>
                  </a:lnTo>
                  <a:lnTo>
                    <a:pt x="392" y="862"/>
                  </a:lnTo>
                  <a:lnTo>
                    <a:pt x="387" y="900"/>
                  </a:lnTo>
                  <a:lnTo>
                    <a:pt x="381" y="937"/>
                  </a:lnTo>
                  <a:lnTo>
                    <a:pt x="374" y="975"/>
                  </a:lnTo>
                  <a:lnTo>
                    <a:pt x="367" y="1013"/>
                  </a:lnTo>
                  <a:lnTo>
                    <a:pt x="359" y="1051"/>
                  </a:lnTo>
                  <a:lnTo>
                    <a:pt x="350" y="1088"/>
                  </a:lnTo>
                  <a:lnTo>
                    <a:pt x="340" y="1125"/>
                  </a:lnTo>
                  <a:lnTo>
                    <a:pt x="328" y="1161"/>
                  </a:lnTo>
                  <a:lnTo>
                    <a:pt x="316" y="1196"/>
                  </a:lnTo>
                  <a:lnTo>
                    <a:pt x="304" y="1227"/>
                  </a:lnTo>
                  <a:lnTo>
                    <a:pt x="291" y="1257"/>
                  </a:lnTo>
                  <a:lnTo>
                    <a:pt x="276" y="1285"/>
                  </a:lnTo>
                  <a:lnTo>
                    <a:pt x="262" y="1311"/>
                  </a:lnTo>
                  <a:lnTo>
                    <a:pt x="247" y="1334"/>
                  </a:lnTo>
                  <a:lnTo>
                    <a:pt x="231" y="1357"/>
                  </a:lnTo>
                  <a:lnTo>
                    <a:pt x="215" y="1376"/>
                  </a:lnTo>
                  <a:lnTo>
                    <a:pt x="199" y="1394"/>
                  </a:lnTo>
                  <a:lnTo>
                    <a:pt x="180" y="1409"/>
                  </a:lnTo>
                  <a:lnTo>
                    <a:pt x="163" y="1423"/>
                  </a:lnTo>
                  <a:lnTo>
                    <a:pt x="153" y="1429"/>
                  </a:lnTo>
                  <a:lnTo>
                    <a:pt x="144" y="1434"/>
                  </a:lnTo>
                  <a:lnTo>
                    <a:pt x="135" y="1439"/>
                  </a:lnTo>
                  <a:lnTo>
                    <a:pt x="124" y="1444"/>
                  </a:lnTo>
                  <a:lnTo>
                    <a:pt x="114" y="1448"/>
                  </a:lnTo>
                  <a:lnTo>
                    <a:pt x="105" y="1451"/>
                  </a:lnTo>
                  <a:lnTo>
                    <a:pt x="95" y="1454"/>
                  </a:lnTo>
                  <a:lnTo>
                    <a:pt x="85" y="1456"/>
                  </a:lnTo>
                  <a:lnTo>
                    <a:pt x="73" y="1458"/>
                  </a:lnTo>
                  <a:lnTo>
                    <a:pt x="63" y="1459"/>
                  </a:lnTo>
                  <a:lnTo>
                    <a:pt x="52" y="1460"/>
                  </a:lnTo>
                  <a:lnTo>
                    <a:pt x="42" y="1460"/>
                  </a:lnTo>
                  <a:lnTo>
                    <a:pt x="0" y="1423"/>
                  </a:lnTo>
                  <a:lnTo>
                    <a:pt x="22" y="1384"/>
                  </a:lnTo>
                  <a:lnTo>
                    <a:pt x="34" y="1383"/>
                  </a:lnTo>
                  <a:lnTo>
                    <a:pt x="44" y="1381"/>
                  </a:lnTo>
                  <a:lnTo>
                    <a:pt x="55" y="1377"/>
                  </a:lnTo>
                  <a:lnTo>
                    <a:pt x="65" y="1372"/>
                  </a:lnTo>
                  <a:lnTo>
                    <a:pt x="75" y="1366"/>
                  </a:lnTo>
                  <a:lnTo>
                    <a:pt x="86" y="1358"/>
                  </a:lnTo>
                  <a:lnTo>
                    <a:pt x="95" y="1349"/>
                  </a:lnTo>
                  <a:lnTo>
                    <a:pt x="104" y="1337"/>
                  </a:lnTo>
                  <a:lnTo>
                    <a:pt x="113" y="1326"/>
                  </a:lnTo>
                  <a:lnTo>
                    <a:pt x="122" y="1313"/>
                  </a:lnTo>
                  <a:lnTo>
                    <a:pt x="132" y="1298"/>
                  </a:lnTo>
                  <a:lnTo>
                    <a:pt x="140" y="1282"/>
                  </a:lnTo>
                  <a:lnTo>
                    <a:pt x="148" y="1265"/>
                  </a:lnTo>
                  <a:lnTo>
                    <a:pt x="156" y="1248"/>
                  </a:lnTo>
                  <a:lnTo>
                    <a:pt x="163" y="1228"/>
                  </a:lnTo>
                  <a:lnTo>
                    <a:pt x="171" y="1208"/>
                  </a:lnTo>
                  <a:lnTo>
                    <a:pt x="177" y="1186"/>
                  </a:lnTo>
                  <a:lnTo>
                    <a:pt x="185" y="1164"/>
                  </a:lnTo>
                  <a:lnTo>
                    <a:pt x="191" y="1140"/>
                  </a:lnTo>
                  <a:lnTo>
                    <a:pt x="197" y="1115"/>
                  </a:lnTo>
                  <a:lnTo>
                    <a:pt x="203" y="1089"/>
                  </a:lnTo>
                  <a:lnTo>
                    <a:pt x="208" y="1063"/>
                  </a:lnTo>
                  <a:lnTo>
                    <a:pt x="213" y="1035"/>
                  </a:lnTo>
                  <a:lnTo>
                    <a:pt x="217" y="1008"/>
                  </a:lnTo>
                  <a:lnTo>
                    <a:pt x="225" y="949"/>
                  </a:lnTo>
                  <a:lnTo>
                    <a:pt x="231" y="885"/>
                  </a:lnTo>
                  <a:lnTo>
                    <a:pt x="237" y="820"/>
                  </a:lnTo>
                  <a:lnTo>
                    <a:pt x="239" y="752"/>
                  </a:lnTo>
                  <a:lnTo>
                    <a:pt x="240" y="738"/>
                  </a:lnTo>
                  <a:lnTo>
                    <a:pt x="240" y="620"/>
                  </a:lnTo>
                  <a:lnTo>
                    <a:pt x="240" y="617"/>
                  </a:lnTo>
                  <a:lnTo>
                    <a:pt x="239" y="585"/>
                  </a:lnTo>
                  <a:lnTo>
                    <a:pt x="238" y="553"/>
                  </a:lnTo>
                  <a:lnTo>
                    <a:pt x="236" y="519"/>
                  </a:lnTo>
                  <a:lnTo>
                    <a:pt x="235" y="485"/>
                  </a:lnTo>
                  <a:lnTo>
                    <a:pt x="234" y="470"/>
                  </a:lnTo>
                  <a:lnTo>
                    <a:pt x="224" y="481"/>
                  </a:lnTo>
                  <a:lnTo>
                    <a:pt x="210" y="496"/>
                  </a:lnTo>
                  <a:lnTo>
                    <a:pt x="195" y="511"/>
                  </a:lnTo>
                  <a:lnTo>
                    <a:pt x="176" y="525"/>
                  </a:lnTo>
                  <a:lnTo>
                    <a:pt x="157" y="538"/>
                  </a:lnTo>
                  <a:lnTo>
                    <a:pt x="147" y="544"/>
                  </a:lnTo>
                  <a:lnTo>
                    <a:pt x="136" y="549"/>
                  </a:lnTo>
                  <a:lnTo>
                    <a:pt x="125" y="555"/>
                  </a:lnTo>
                  <a:lnTo>
                    <a:pt x="114" y="559"/>
                  </a:lnTo>
                  <a:lnTo>
                    <a:pt x="103" y="562"/>
                  </a:lnTo>
                  <a:lnTo>
                    <a:pt x="92" y="565"/>
                  </a:lnTo>
                  <a:lnTo>
                    <a:pt x="80" y="567"/>
                  </a:lnTo>
                  <a:lnTo>
                    <a:pt x="68" y="568"/>
                  </a:lnTo>
                  <a:lnTo>
                    <a:pt x="27" y="514"/>
                  </a:lnTo>
                  <a:lnTo>
                    <a:pt x="86" y="449"/>
                  </a:lnTo>
                  <a:lnTo>
                    <a:pt x="99" y="448"/>
                  </a:lnTo>
                  <a:lnTo>
                    <a:pt x="113" y="445"/>
                  </a:lnTo>
                  <a:lnTo>
                    <a:pt x="128" y="440"/>
                  </a:lnTo>
                  <a:lnTo>
                    <a:pt x="143" y="433"/>
                  </a:lnTo>
                  <a:lnTo>
                    <a:pt x="158" y="425"/>
                  </a:lnTo>
                  <a:lnTo>
                    <a:pt x="172" y="415"/>
                  </a:lnTo>
                  <a:lnTo>
                    <a:pt x="188" y="402"/>
                  </a:lnTo>
                  <a:lnTo>
                    <a:pt x="202" y="390"/>
                  </a:lnTo>
                  <a:lnTo>
                    <a:pt x="216" y="377"/>
                  </a:lnTo>
                  <a:lnTo>
                    <a:pt x="229" y="363"/>
                  </a:lnTo>
                  <a:lnTo>
                    <a:pt x="242" y="347"/>
                  </a:lnTo>
                  <a:lnTo>
                    <a:pt x="254" y="332"/>
                  </a:lnTo>
                  <a:lnTo>
                    <a:pt x="265" y="316"/>
                  </a:lnTo>
                  <a:lnTo>
                    <a:pt x="274" y="300"/>
                  </a:lnTo>
                  <a:lnTo>
                    <a:pt x="284" y="285"/>
                  </a:lnTo>
                  <a:lnTo>
                    <a:pt x="291" y="269"/>
                  </a:lnTo>
                  <a:lnTo>
                    <a:pt x="294" y="260"/>
                  </a:lnTo>
                  <a:lnTo>
                    <a:pt x="296" y="249"/>
                  </a:lnTo>
                  <a:lnTo>
                    <a:pt x="297" y="240"/>
                  </a:lnTo>
                  <a:lnTo>
                    <a:pt x="297" y="230"/>
                  </a:lnTo>
                  <a:lnTo>
                    <a:pt x="296" y="221"/>
                  </a:lnTo>
                  <a:lnTo>
                    <a:pt x="293" y="212"/>
                  </a:lnTo>
                  <a:lnTo>
                    <a:pt x="290" y="202"/>
                  </a:lnTo>
                  <a:lnTo>
                    <a:pt x="285" y="194"/>
                  </a:lnTo>
                  <a:lnTo>
                    <a:pt x="281" y="189"/>
                  </a:lnTo>
                  <a:lnTo>
                    <a:pt x="277" y="185"/>
                  </a:lnTo>
                  <a:lnTo>
                    <a:pt x="272" y="181"/>
                  </a:lnTo>
                  <a:lnTo>
                    <a:pt x="267" y="178"/>
                  </a:lnTo>
                  <a:lnTo>
                    <a:pt x="263" y="175"/>
                  </a:lnTo>
                  <a:lnTo>
                    <a:pt x="257" y="174"/>
                  </a:lnTo>
                  <a:lnTo>
                    <a:pt x="252" y="172"/>
                  </a:lnTo>
                  <a:lnTo>
                    <a:pt x="247" y="172"/>
                  </a:lnTo>
                  <a:lnTo>
                    <a:pt x="193" y="124"/>
                  </a:lnTo>
                  <a:lnTo>
                    <a:pt x="237" y="72"/>
                  </a:lnTo>
                  <a:lnTo>
                    <a:pt x="250" y="73"/>
                  </a:lnTo>
                  <a:lnTo>
                    <a:pt x="261" y="74"/>
                  </a:lnTo>
                  <a:lnTo>
                    <a:pt x="272" y="77"/>
                  </a:lnTo>
                  <a:lnTo>
                    <a:pt x="282" y="80"/>
                  </a:lnTo>
                  <a:lnTo>
                    <a:pt x="292" y="84"/>
                  </a:lnTo>
                  <a:lnTo>
                    <a:pt x="301" y="89"/>
                  </a:lnTo>
                  <a:lnTo>
                    <a:pt x="308" y="94"/>
                  </a:lnTo>
                  <a:lnTo>
                    <a:pt x="315" y="99"/>
                  </a:lnTo>
                  <a:lnTo>
                    <a:pt x="326" y="109"/>
                  </a:lnTo>
                  <a:lnTo>
                    <a:pt x="335" y="118"/>
                  </a:lnTo>
                  <a:lnTo>
                    <a:pt x="340" y="124"/>
                  </a:lnTo>
                  <a:lnTo>
                    <a:pt x="342" y="127"/>
                  </a:lnTo>
                  <a:lnTo>
                    <a:pt x="345" y="132"/>
                  </a:lnTo>
                  <a:lnTo>
                    <a:pt x="350" y="128"/>
                  </a:lnTo>
                  <a:lnTo>
                    <a:pt x="361" y="120"/>
                  </a:lnTo>
                  <a:lnTo>
                    <a:pt x="372" y="114"/>
                  </a:lnTo>
                  <a:lnTo>
                    <a:pt x="386" y="110"/>
                  </a:lnTo>
                  <a:lnTo>
                    <a:pt x="398" y="108"/>
                  </a:lnTo>
                  <a:lnTo>
                    <a:pt x="412" y="106"/>
                  </a:lnTo>
                  <a:lnTo>
                    <a:pt x="425" y="109"/>
                  </a:lnTo>
                  <a:lnTo>
                    <a:pt x="440" y="112"/>
                  </a:lnTo>
                  <a:lnTo>
                    <a:pt x="454" y="118"/>
                  </a:lnTo>
                  <a:lnTo>
                    <a:pt x="464" y="123"/>
                  </a:lnTo>
                  <a:lnTo>
                    <a:pt x="473" y="127"/>
                  </a:lnTo>
                  <a:lnTo>
                    <a:pt x="481" y="132"/>
                  </a:lnTo>
                  <a:lnTo>
                    <a:pt x="489" y="137"/>
                  </a:lnTo>
                  <a:lnTo>
                    <a:pt x="494" y="141"/>
                  </a:lnTo>
                  <a:lnTo>
                    <a:pt x="498" y="146"/>
                  </a:lnTo>
                  <a:lnTo>
                    <a:pt x="502" y="151"/>
                  </a:lnTo>
                  <a:lnTo>
                    <a:pt x="504" y="157"/>
                  </a:lnTo>
                  <a:lnTo>
                    <a:pt x="505" y="162"/>
                  </a:lnTo>
                  <a:lnTo>
                    <a:pt x="506" y="168"/>
                  </a:lnTo>
                  <a:lnTo>
                    <a:pt x="506" y="174"/>
                  </a:lnTo>
                  <a:lnTo>
                    <a:pt x="505" y="181"/>
                  </a:lnTo>
                  <a:lnTo>
                    <a:pt x="504" y="188"/>
                  </a:lnTo>
                  <a:lnTo>
                    <a:pt x="501" y="196"/>
                  </a:lnTo>
                  <a:lnTo>
                    <a:pt x="498" y="206"/>
                  </a:lnTo>
                  <a:lnTo>
                    <a:pt x="494" y="215"/>
                  </a:lnTo>
                  <a:lnTo>
                    <a:pt x="485" y="233"/>
                  </a:lnTo>
                  <a:lnTo>
                    <a:pt x="476" y="258"/>
                  </a:lnTo>
                  <a:lnTo>
                    <a:pt x="466" y="287"/>
                  </a:lnTo>
                  <a:lnTo>
                    <a:pt x="456" y="322"/>
                  </a:lnTo>
                  <a:lnTo>
                    <a:pt x="445" y="362"/>
                  </a:lnTo>
                  <a:lnTo>
                    <a:pt x="435" y="406"/>
                  </a:lnTo>
                  <a:lnTo>
                    <a:pt x="430" y="429"/>
                  </a:lnTo>
                  <a:lnTo>
                    <a:pt x="426" y="454"/>
                  </a:lnTo>
                  <a:lnTo>
                    <a:pt x="422" y="478"/>
                  </a:lnTo>
                  <a:lnTo>
                    <a:pt x="419" y="504"/>
                  </a:lnTo>
                  <a:lnTo>
                    <a:pt x="418" y="515"/>
                  </a:lnTo>
                  <a:lnTo>
                    <a:pt x="427" y="510"/>
                  </a:lnTo>
                  <a:lnTo>
                    <a:pt x="464" y="490"/>
                  </a:lnTo>
                  <a:lnTo>
                    <a:pt x="501" y="472"/>
                  </a:lnTo>
                  <a:lnTo>
                    <a:pt x="536" y="455"/>
                  </a:lnTo>
                  <a:lnTo>
                    <a:pt x="571" y="438"/>
                  </a:lnTo>
                  <a:lnTo>
                    <a:pt x="604" y="423"/>
                  </a:lnTo>
                  <a:lnTo>
                    <a:pt x="635" y="410"/>
                  </a:lnTo>
                  <a:lnTo>
                    <a:pt x="664" y="396"/>
                  </a:lnTo>
                  <a:lnTo>
                    <a:pt x="690" y="385"/>
                  </a:lnTo>
                  <a:lnTo>
                    <a:pt x="694" y="383"/>
                  </a:lnTo>
                  <a:lnTo>
                    <a:pt x="694" y="380"/>
                  </a:lnTo>
                  <a:lnTo>
                    <a:pt x="695" y="358"/>
                  </a:lnTo>
                  <a:lnTo>
                    <a:pt x="697" y="335"/>
                  </a:lnTo>
                  <a:lnTo>
                    <a:pt x="701" y="315"/>
                  </a:lnTo>
                  <a:lnTo>
                    <a:pt x="706" y="294"/>
                  </a:lnTo>
                  <a:lnTo>
                    <a:pt x="712" y="274"/>
                  </a:lnTo>
                  <a:lnTo>
                    <a:pt x="720" y="256"/>
                  </a:lnTo>
                  <a:lnTo>
                    <a:pt x="728" y="236"/>
                  </a:lnTo>
                  <a:lnTo>
                    <a:pt x="737" y="219"/>
                  </a:lnTo>
                  <a:lnTo>
                    <a:pt x="749" y="201"/>
                  </a:lnTo>
                  <a:lnTo>
                    <a:pt x="760" y="185"/>
                  </a:lnTo>
                  <a:lnTo>
                    <a:pt x="772" y="169"/>
                  </a:lnTo>
                  <a:lnTo>
                    <a:pt x="784" y="153"/>
                  </a:lnTo>
                  <a:lnTo>
                    <a:pt x="798" y="139"/>
                  </a:lnTo>
                  <a:lnTo>
                    <a:pt x="812" y="126"/>
                  </a:lnTo>
                  <a:lnTo>
                    <a:pt x="826" y="113"/>
                  </a:lnTo>
                  <a:lnTo>
                    <a:pt x="840" y="99"/>
                  </a:lnTo>
                  <a:lnTo>
                    <a:pt x="855" y="88"/>
                  </a:lnTo>
                  <a:lnTo>
                    <a:pt x="870" y="77"/>
                  </a:lnTo>
                  <a:lnTo>
                    <a:pt x="884" y="67"/>
                  </a:lnTo>
                  <a:lnTo>
                    <a:pt x="900" y="58"/>
                  </a:lnTo>
                  <a:lnTo>
                    <a:pt x="928" y="40"/>
                  </a:lnTo>
                  <a:lnTo>
                    <a:pt x="957" y="26"/>
                  </a:lnTo>
                  <a:lnTo>
                    <a:pt x="982" y="15"/>
                  </a:lnTo>
                  <a:lnTo>
                    <a:pt x="1006" y="7"/>
                  </a:lnTo>
                  <a:lnTo>
                    <a:pt x="1017" y="4"/>
                  </a:lnTo>
                  <a:lnTo>
                    <a:pt x="1026" y="2"/>
                  </a:lnTo>
                  <a:lnTo>
                    <a:pt x="1035" y="1"/>
                  </a:lnTo>
                  <a:lnTo>
                    <a:pt x="1042" y="0"/>
                  </a:lnTo>
                  <a:lnTo>
                    <a:pt x="1091" y="53"/>
                  </a:lnTo>
                  <a:lnTo>
                    <a:pt x="1042" y="10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47" name="Freeform 50"/>
            <p:cNvSpPr>
              <a:spLocks/>
            </p:cNvSpPr>
            <p:nvPr userDrawn="1"/>
          </p:nvSpPr>
          <p:spPr bwMode="gray">
            <a:xfrm>
              <a:off x="7147" y="571"/>
              <a:ext cx="17" cy="15"/>
            </a:xfrm>
            <a:custGeom>
              <a:avLst/>
              <a:gdLst>
                <a:gd name="T0" fmla="*/ 44 w 202"/>
                <a:gd name="T1" fmla="*/ 0 h 178"/>
                <a:gd name="T2" fmla="*/ 32 w 202"/>
                <a:gd name="T3" fmla="*/ 1 h 178"/>
                <a:gd name="T4" fmla="*/ 21 w 202"/>
                <a:gd name="T5" fmla="*/ 3 h 178"/>
                <a:gd name="T6" fmla="*/ 17 w 202"/>
                <a:gd name="T7" fmla="*/ 5 h 178"/>
                <a:gd name="T8" fmla="*/ 13 w 202"/>
                <a:gd name="T9" fmla="*/ 7 h 178"/>
                <a:gd name="T10" fmla="*/ 10 w 202"/>
                <a:gd name="T11" fmla="*/ 9 h 178"/>
                <a:gd name="T12" fmla="*/ 8 w 202"/>
                <a:gd name="T13" fmla="*/ 12 h 178"/>
                <a:gd name="T14" fmla="*/ 4 w 202"/>
                <a:gd name="T15" fmla="*/ 19 h 178"/>
                <a:gd name="T16" fmla="*/ 1 w 202"/>
                <a:gd name="T17" fmla="*/ 25 h 178"/>
                <a:gd name="T18" fmla="*/ 0 w 202"/>
                <a:gd name="T19" fmla="*/ 32 h 178"/>
                <a:gd name="T20" fmla="*/ 1 w 202"/>
                <a:gd name="T21" fmla="*/ 38 h 178"/>
                <a:gd name="T22" fmla="*/ 2 w 202"/>
                <a:gd name="T23" fmla="*/ 45 h 178"/>
                <a:gd name="T24" fmla="*/ 5 w 202"/>
                <a:gd name="T25" fmla="*/ 51 h 178"/>
                <a:gd name="T26" fmla="*/ 7 w 202"/>
                <a:gd name="T27" fmla="*/ 57 h 178"/>
                <a:gd name="T28" fmla="*/ 10 w 202"/>
                <a:gd name="T29" fmla="*/ 63 h 178"/>
                <a:gd name="T30" fmla="*/ 15 w 202"/>
                <a:gd name="T31" fmla="*/ 74 h 178"/>
                <a:gd name="T32" fmla="*/ 22 w 202"/>
                <a:gd name="T33" fmla="*/ 84 h 178"/>
                <a:gd name="T34" fmla="*/ 30 w 202"/>
                <a:gd name="T35" fmla="*/ 95 h 178"/>
                <a:gd name="T36" fmla="*/ 38 w 202"/>
                <a:gd name="T37" fmla="*/ 104 h 178"/>
                <a:gd name="T38" fmla="*/ 48 w 202"/>
                <a:gd name="T39" fmla="*/ 114 h 178"/>
                <a:gd name="T40" fmla="*/ 59 w 202"/>
                <a:gd name="T41" fmla="*/ 124 h 178"/>
                <a:gd name="T42" fmla="*/ 69 w 202"/>
                <a:gd name="T43" fmla="*/ 133 h 178"/>
                <a:gd name="T44" fmla="*/ 80 w 202"/>
                <a:gd name="T45" fmla="*/ 141 h 178"/>
                <a:gd name="T46" fmla="*/ 91 w 202"/>
                <a:gd name="T47" fmla="*/ 149 h 178"/>
                <a:gd name="T48" fmla="*/ 102 w 202"/>
                <a:gd name="T49" fmla="*/ 156 h 178"/>
                <a:gd name="T50" fmla="*/ 114 w 202"/>
                <a:gd name="T51" fmla="*/ 162 h 178"/>
                <a:gd name="T52" fmla="*/ 125 w 202"/>
                <a:gd name="T53" fmla="*/ 168 h 178"/>
                <a:gd name="T54" fmla="*/ 136 w 202"/>
                <a:gd name="T55" fmla="*/ 172 h 178"/>
                <a:gd name="T56" fmla="*/ 146 w 202"/>
                <a:gd name="T57" fmla="*/ 175 h 178"/>
                <a:gd name="T58" fmla="*/ 157 w 202"/>
                <a:gd name="T59" fmla="*/ 177 h 178"/>
                <a:gd name="T60" fmla="*/ 166 w 202"/>
                <a:gd name="T61" fmla="*/ 178 h 178"/>
                <a:gd name="T62" fmla="*/ 171 w 202"/>
                <a:gd name="T63" fmla="*/ 178 h 178"/>
                <a:gd name="T64" fmla="*/ 176 w 202"/>
                <a:gd name="T65" fmla="*/ 177 h 178"/>
                <a:gd name="T66" fmla="*/ 181 w 202"/>
                <a:gd name="T67" fmla="*/ 176 h 178"/>
                <a:gd name="T68" fmla="*/ 185 w 202"/>
                <a:gd name="T69" fmla="*/ 174 h 178"/>
                <a:gd name="T70" fmla="*/ 188 w 202"/>
                <a:gd name="T71" fmla="*/ 172 h 178"/>
                <a:gd name="T72" fmla="*/ 192 w 202"/>
                <a:gd name="T73" fmla="*/ 170 h 178"/>
                <a:gd name="T74" fmla="*/ 195 w 202"/>
                <a:gd name="T75" fmla="*/ 167 h 178"/>
                <a:gd name="T76" fmla="*/ 197 w 202"/>
                <a:gd name="T77" fmla="*/ 163 h 178"/>
                <a:gd name="T78" fmla="*/ 200 w 202"/>
                <a:gd name="T79" fmla="*/ 158 h 178"/>
                <a:gd name="T80" fmla="*/ 201 w 202"/>
                <a:gd name="T81" fmla="*/ 153 h 178"/>
                <a:gd name="T82" fmla="*/ 202 w 202"/>
                <a:gd name="T83" fmla="*/ 147 h 178"/>
                <a:gd name="T84" fmla="*/ 202 w 202"/>
                <a:gd name="T85" fmla="*/ 141 h 178"/>
                <a:gd name="T86" fmla="*/ 202 w 202"/>
                <a:gd name="T87" fmla="*/ 134 h 178"/>
                <a:gd name="T88" fmla="*/ 201 w 202"/>
                <a:gd name="T89" fmla="*/ 126 h 178"/>
                <a:gd name="T90" fmla="*/ 199 w 202"/>
                <a:gd name="T91" fmla="*/ 118 h 178"/>
                <a:gd name="T92" fmla="*/ 196 w 202"/>
                <a:gd name="T93" fmla="*/ 109 h 178"/>
                <a:gd name="T94" fmla="*/ 193 w 202"/>
                <a:gd name="T95" fmla="*/ 100 h 178"/>
                <a:gd name="T96" fmla="*/ 189 w 202"/>
                <a:gd name="T97" fmla="*/ 91 h 178"/>
                <a:gd name="T98" fmla="*/ 185 w 202"/>
                <a:gd name="T99" fmla="*/ 83 h 178"/>
                <a:gd name="T100" fmla="*/ 179 w 202"/>
                <a:gd name="T101" fmla="*/ 75 h 178"/>
                <a:gd name="T102" fmla="*/ 173 w 202"/>
                <a:gd name="T103" fmla="*/ 65 h 178"/>
                <a:gd name="T104" fmla="*/ 167 w 202"/>
                <a:gd name="T105" fmla="*/ 57 h 178"/>
                <a:gd name="T106" fmla="*/ 160 w 202"/>
                <a:gd name="T107" fmla="*/ 50 h 178"/>
                <a:gd name="T108" fmla="*/ 151 w 202"/>
                <a:gd name="T109" fmla="*/ 43 h 178"/>
                <a:gd name="T110" fmla="*/ 138 w 202"/>
                <a:gd name="T111" fmla="*/ 34 h 178"/>
                <a:gd name="T112" fmla="*/ 125 w 202"/>
                <a:gd name="T113" fmla="*/ 25 h 178"/>
                <a:gd name="T114" fmla="*/ 111 w 202"/>
                <a:gd name="T115" fmla="*/ 18 h 178"/>
                <a:gd name="T116" fmla="*/ 97 w 202"/>
                <a:gd name="T117" fmla="*/ 11 h 178"/>
                <a:gd name="T118" fmla="*/ 83 w 202"/>
                <a:gd name="T119" fmla="*/ 6 h 178"/>
                <a:gd name="T120" fmla="*/ 70 w 202"/>
                <a:gd name="T121" fmla="*/ 3 h 178"/>
                <a:gd name="T122" fmla="*/ 57 w 202"/>
                <a:gd name="T123" fmla="*/ 1 h 178"/>
                <a:gd name="T124" fmla="*/ 44 w 202"/>
                <a:gd name="T125" fmla="*/ 0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02" h="178">
                  <a:moveTo>
                    <a:pt x="44" y="0"/>
                  </a:moveTo>
                  <a:lnTo>
                    <a:pt x="32" y="1"/>
                  </a:lnTo>
                  <a:lnTo>
                    <a:pt x="21" y="3"/>
                  </a:lnTo>
                  <a:lnTo>
                    <a:pt x="17" y="5"/>
                  </a:lnTo>
                  <a:lnTo>
                    <a:pt x="13" y="7"/>
                  </a:lnTo>
                  <a:lnTo>
                    <a:pt x="10" y="9"/>
                  </a:lnTo>
                  <a:lnTo>
                    <a:pt x="8" y="12"/>
                  </a:lnTo>
                  <a:lnTo>
                    <a:pt x="4" y="19"/>
                  </a:lnTo>
                  <a:lnTo>
                    <a:pt x="1" y="25"/>
                  </a:lnTo>
                  <a:lnTo>
                    <a:pt x="0" y="32"/>
                  </a:lnTo>
                  <a:lnTo>
                    <a:pt x="1" y="38"/>
                  </a:lnTo>
                  <a:lnTo>
                    <a:pt x="2" y="45"/>
                  </a:lnTo>
                  <a:lnTo>
                    <a:pt x="5" y="51"/>
                  </a:lnTo>
                  <a:lnTo>
                    <a:pt x="7" y="57"/>
                  </a:lnTo>
                  <a:lnTo>
                    <a:pt x="10" y="63"/>
                  </a:lnTo>
                  <a:lnTo>
                    <a:pt x="15" y="74"/>
                  </a:lnTo>
                  <a:lnTo>
                    <a:pt x="22" y="84"/>
                  </a:lnTo>
                  <a:lnTo>
                    <a:pt x="30" y="95"/>
                  </a:lnTo>
                  <a:lnTo>
                    <a:pt x="38" y="104"/>
                  </a:lnTo>
                  <a:lnTo>
                    <a:pt x="48" y="114"/>
                  </a:lnTo>
                  <a:lnTo>
                    <a:pt x="59" y="124"/>
                  </a:lnTo>
                  <a:lnTo>
                    <a:pt x="69" y="133"/>
                  </a:lnTo>
                  <a:lnTo>
                    <a:pt x="80" y="141"/>
                  </a:lnTo>
                  <a:lnTo>
                    <a:pt x="91" y="149"/>
                  </a:lnTo>
                  <a:lnTo>
                    <a:pt x="102" y="156"/>
                  </a:lnTo>
                  <a:lnTo>
                    <a:pt x="114" y="162"/>
                  </a:lnTo>
                  <a:lnTo>
                    <a:pt x="125" y="168"/>
                  </a:lnTo>
                  <a:lnTo>
                    <a:pt x="136" y="172"/>
                  </a:lnTo>
                  <a:lnTo>
                    <a:pt x="146" y="175"/>
                  </a:lnTo>
                  <a:lnTo>
                    <a:pt x="157" y="177"/>
                  </a:lnTo>
                  <a:lnTo>
                    <a:pt x="166" y="178"/>
                  </a:lnTo>
                  <a:lnTo>
                    <a:pt x="171" y="178"/>
                  </a:lnTo>
                  <a:lnTo>
                    <a:pt x="176" y="177"/>
                  </a:lnTo>
                  <a:lnTo>
                    <a:pt x="181" y="176"/>
                  </a:lnTo>
                  <a:lnTo>
                    <a:pt x="185" y="174"/>
                  </a:lnTo>
                  <a:lnTo>
                    <a:pt x="188" y="172"/>
                  </a:lnTo>
                  <a:lnTo>
                    <a:pt x="192" y="170"/>
                  </a:lnTo>
                  <a:lnTo>
                    <a:pt x="195" y="167"/>
                  </a:lnTo>
                  <a:lnTo>
                    <a:pt x="197" y="163"/>
                  </a:lnTo>
                  <a:lnTo>
                    <a:pt x="200" y="158"/>
                  </a:lnTo>
                  <a:lnTo>
                    <a:pt x="201" y="153"/>
                  </a:lnTo>
                  <a:lnTo>
                    <a:pt x="202" y="147"/>
                  </a:lnTo>
                  <a:lnTo>
                    <a:pt x="202" y="141"/>
                  </a:lnTo>
                  <a:lnTo>
                    <a:pt x="202" y="134"/>
                  </a:lnTo>
                  <a:lnTo>
                    <a:pt x="201" y="126"/>
                  </a:lnTo>
                  <a:lnTo>
                    <a:pt x="199" y="118"/>
                  </a:lnTo>
                  <a:lnTo>
                    <a:pt x="196" y="109"/>
                  </a:lnTo>
                  <a:lnTo>
                    <a:pt x="193" y="100"/>
                  </a:lnTo>
                  <a:lnTo>
                    <a:pt x="189" y="91"/>
                  </a:lnTo>
                  <a:lnTo>
                    <a:pt x="185" y="83"/>
                  </a:lnTo>
                  <a:lnTo>
                    <a:pt x="179" y="75"/>
                  </a:lnTo>
                  <a:lnTo>
                    <a:pt x="173" y="65"/>
                  </a:lnTo>
                  <a:lnTo>
                    <a:pt x="167" y="57"/>
                  </a:lnTo>
                  <a:lnTo>
                    <a:pt x="160" y="50"/>
                  </a:lnTo>
                  <a:lnTo>
                    <a:pt x="151" y="43"/>
                  </a:lnTo>
                  <a:lnTo>
                    <a:pt x="138" y="34"/>
                  </a:lnTo>
                  <a:lnTo>
                    <a:pt x="125" y="25"/>
                  </a:lnTo>
                  <a:lnTo>
                    <a:pt x="111" y="18"/>
                  </a:lnTo>
                  <a:lnTo>
                    <a:pt x="97" y="11"/>
                  </a:lnTo>
                  <a:lnTo>
                    <a:pt x="83" y="6"/>
                  </a:lnTo>
                  <a:lnTo>
                    <a:pt x="70" y="3"/>
                  </a:lnTo>
                  <a:lnTo>
                    <a:pt x="57" y="1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48" name="Freeform 51"/>
            <p:cNvSpPr>
              <a:spLocks/>
            </p:cNvSpPr>
            <p:nvPr userDrawn="1"/>
          </p:nvSpPr>
          <p:spPr bwMode="gray">
            <a:xfrm>
              <a:off x="6747" y="571"/>
              <a:ext cx="17" cy="13"/>
            </a:xfrm>
            <a:custGeom>
              <a:avLst/>
              <a:gdLst>
                <a:gd name="T0" fmla="*/ 39 w 203"/>
                <a:gd name="T1" fmla="*/ 0 h 161"/>
                <a:gd name="T2" fmla="*/ 31 w 203"/>
                <a:gd name="T3" fmla="*/ 1 h 161"/>
                <a:gd name="T4" fmla="*/ 23 w 203"/>
                <a:gd name="T5" fmla="*/ 3 h 161"/>
                <a:gd name="T6" fmla="*/ 17 w 203"/>
                <a:gd name="T7" fmla="*/ 7 h 161"/>
                <a:gd name="T8" fmla="*/ 11 w 203"/>
                <a:gd name="T9" fmla="*/ 12 h 161"/>
                <a:gd name="T10" fmla="*/ 6 w 203"/>
                <a:gd name="T11" fmla="*/ 18 h 161"/>
                <a:gd name="T12" fmla="*/ 3 w 203"/>
                <a:gd name="T13" fmla="*/ 26 h 161"/>
                <a:gd name="T14" fmla="*/ 1 w 203"/>
                <a:gd name="T15" fmla="*/ 32 h 161"/>
                <a:gd name="T16" fmla="*/ 0 w 203"/>
                <a:gd name="T17" fmla="*/ 39 h 161"/>
                <a:gd name="T18" fmla="*/ 1 w 203"/>
                <a:gd name="T19" fmla="*/ 46 h 161"/>
                <a:gd name="T20" fmla="*/ 2 w 203"/>
                <a:gd name="T21" fmla="*/ 53 h 161"/>
                <a:gd name="T22" fmla="*/ 4 w 203"/>
                <a:gd name="T23" fmla="*/ 60 h 161"/>
                <a:gd name="T24" fmla="*/ 8 w 203"/>
                <a:gd name="T25" fmla="*/ 68 h 161"/>
                <a:gd name="T26" fmla="*/ 13 w 203"/>
                <a:gd name="T27" fmla="*/ 78 h 161"/>
                <a:gd name="T28" fmla="*/ 19 w 203"/>
                <a:gd name="T29" fmla="*/ 86 h 161"/>
                <a:gd name="T30" fmla="*/ 26 w 203"/>
                <a:gd name="T31" fmla="*/ 94 h 161"/>
                <a:gd name="T32" fmla="*/ 34 w 203"/>
                <a:gd name="T33" fmla="*/ 103 h 161"/>
                <a:gd name="T34" fmla="*/ 42 w 203"/>
                <a:gd name="T35" fmla="*/ 111 h 161"/>
                <a:gd name="T36" fmla="*/ 52 w 203"/>
                <a:gd name="T37" fmla="*/ 118 h 161"/>
                <a:gd name="T38" fmla="*/ 62 w 203"/>
                <a:gd name="T39" fmla="*/ 126 h 161"/>
                <a:gd name="T40" fmla="*/ 73 w 203"/>
                <a:gd name="T41" fmla="*/ 133 h 161"/>
                <a:gd name="T42" fmla="*/ 83 w 203"/>
                <a:gd name="T43" fmla="*/ 139 h 161"/>
                <a:gd name="T44" fmla="*/ 94 w 203"/>
                <a:gd name="T45" fmla="*/ 144 h 161"/>
                <a:gd name="T46" fmla="*/ 105 w 203"/>
                <a:gd name="T47" fmla="*/ 149 h 161"/>
                <a:gd name="T48" fmla="*/ 117 w 203"/>
                <a:gd name="T49" fmla="*/ 153 h 161"/>
                <a:gd name="T50" fmla="*/ 128 w 203"/>
                <a:gd name="T51" fmla="*/ 157 h 161"/>
                <a:gd name="T52" fmla="*/ 139 w 203"/>
                <a:gd name="T53" fmla="*/ 159 h 161"/>
                <a:gd name="T54" fmla="*/ 149 w 203"/>
                <a:gd name="T55" fmla="*/ 161 h 161"/>
                <a:gd name="T56" fmla="*/ 159 w 203"/>
                <a:gd name="T57" fmla="*/ 161 h 161"/>
                <a:gd name="T58" fmla="*/ 167 w 203"/>
                <a:gd name="T59" fmla="*/ 161 h 161"/>
                <a:gd name="T60" fmla="*/ 173 w 203"/>
                <a:gd name="T61" fmla="*/ 160 h 161"/>
                <a:gd name="T62" fmla="*/ 179 w 203"/>
                <a:gd name="T63" fmla="*/ 159 h 161"/>
                <a:gd name="T64" fmla="*/ 184 w 203"/>
                <a:gd name="T65" fmla="*/ 157 h 161"/>
                <a:gd name="T66" fmla="*/ 189 w 203"/>
                <a:gd name="T67" fmla="*/ 155 h 161"/>
                <a:gd name="T68" fmla="*/ 193 w 203"/>
                <a:gd name="T69" fmla="*/ 152 h 161"/>
                <a:gd name="T70" fmla="*/ 197 w 203"/>
                <a:gd name="T71" fmla="*/ 149 h 161"/>
                <a:gd name="T72" fmla="*/ 201 w 203"/>
                <a:gd name="T73" fmla="*/ 145 h 161"/>
                <a:gd name="T74" fmla="*/ 202 w 203"/>
                <a:gd name="T75" fmla="*/ 142 h 161"/>
                <a:gd name="T76" fmla="*/ 203 w 203"/>
                <a:gd name="T77" fmla="*/ 139 h 161"/>
                <a:gd name="T78" fmla="*/ 203 w 203"/>
                <a:gd name="T79" fmla="*/ 135 h 161"/>
                <a:gd name="T80" fmla="*/ 203 w 203"/>
                <a:gd name="T81" fmla="*/ 131 h 161"/>
                <a:gd name="T82" fmla="*/ 201 w 203"/>
                <a:gd name="T83" fmla="*/ 124 h 161"/>
                <a:gd name="T84" fmla="*/ 198 w 203"/>
                <a:gd name="T85" fmla="*/ 117 h 161"/>
                <a:gd name="T86" fmla="*/ 193 w 203"/>
                <a:gd name="T87" fmla="*/ 107 h 161"/>
                <a:gd name="T88" fmla="*/ 187 w 203"/>
                <a:gd name="T89" fmla="*/ 98 h 161"/>
                <a:gd name="T90" fmla="*/ 179 w 203"/>
                <a:gd name="T91" fmla="*/ 88 h 161"/>
                <a:gd name="T92" fmla="*/ 171 w 203"/>
                <a:gd name="T93" fmla="*/ 78 h 161"/>
                <a:gd name="T94" fmla="*/ 162 w 203"/>
                <a:gd name="T95" fmla="*/ 68 h 161"/>
                <a:gd name="T96" fmla="*/ 151 w 203"/>
                <a:gd name="T97" fmla="*/ 58 h 161"/>
                <a:gd name="T98" fmla="*/ 140 w 203"/>
                <a:gd name="T99" fmla="*/ 49 h 161"/>
                <a:gd name="T100" fmla="*/ 129 w 203"/>
                <a:gd name="T101" fmla="*/ 40 h 161"/>
                <a:gd name="T102" fmla="*/ 118 w 203"/>
                <a:gd name="T103" fmla="*/ 32 h 161"/>
                <a:gd name="T104" fmla="*/ 105 w 203"/>
                <a:gd name="T105" fmla="*/ 24 h 161"/>
                <a:gd name="T106" fmla="*/ 94 w 203"/>
                <a:gd name="T107" fmla="*/ 17 h 161"/>
                <a:gd name="T108" fmla="*/ 82 w 203"/>
                <a:gd name="T109" fmla="*/ 11 h 161"/>
                <a:gd name="T110" fmla="*/ 71 w 203"/>
                <a:gd name="T111" fmla="*/ 6 h 161"/>
                <a:gd name="T112" fmla="*/ 60 w 203"/>
                <a:gd name="T113" fmla="*/ 3 h 161"/>
                <a:gd name="T114" fmla="*/ 49 w 203"/>
                <a:gd name="T115" fmla="*/ 1 h 161"/>
                <a:gd name="T116" fmla="*/ 39 w 203"/>
                <a:gd name="T117" fmla="*/ 0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03" h="161">
                  <a:moveTo>
                    <a:pt x="39" y="0"/>
                  </a:moveTo>
                  <a:lnTo>
                    <a:pt x="31" y="1"/>
                  </a:lnTo>
                  <a:lnTo>
                    <a:pt x="23" y="3"/>
                  </a:lnTo>
                  <a:lnTo>
                    <a:pt x="17" y="7"/>
                  </a:lnTo>
                  <a:lnTo>
                    <a:pt x="11" y="12"/>
                  </a:lnTo>
                  <a:lnTo>
                    <a:pt x="6" y="18"/>
                  </a:lnTo>
                  <a:lnTo>
                    <a:pt x="3" y="26"/>
                  </a:lnTo>
                  <a:lnTo>
                    <a:pt x="1" y="32"/>
                  </a:lnTo>
                  <a:lnTo>
                    <a:pt x="0" y="39"/>
                  </a:lnTo>
                  <a:lnTo>
                    <a:pt x="1" y="46"/>
                  </a:lnTo>
                  <a:lnTo>
                    <a:pt x="2" y="53"/>
                  </a:lnTo>
                  <a:lnTo>
                    <a:pt x="4" y="60"/>
                  </a:lnTo>
                  <a:lnTo>
                    <a:pt x="8" y="68"/>
                  </a:lnTo>
                  <a:lnTo>
                    <a:pt x="13" y="78"/>
                  </a:lnTo>
                  <a:lnTo>
                    <a:pt x="19" y="86"/>
                  </a:lnTo>
                  <a:lnTo>
                    <a:pt x="26" y="94"/>
                  </a:lnTo>
                  <a:lnTo>
                    <a:pt x="34" y="103"/>
                  </a:lnTo>
                  <a:lnTo>
                    <a:pt x="42" y="111"/>
                  </a:lnTo>
                  <a:lnTo>
                    <a:pt x="52" y="118"/>
                  </a:lnTo>
                  <a:lnTo>
                    <a:pt x="62" y="126"/>
                  </a:lnTo>
                  <a:lnTo>
                    <a:pt x="73" y="133"/>
                  </a:lnTo>
                  <a:lnTo>
                    <a:pt x="83" y="139"/>
                  </a:lnTo>
                  <a:lnTo>
                    <a:pt x="94" y="144"/>
                  </a:lnTo>
                  <a:lnTo>
                    <a:pt x="105" y="149"/>
                  </a:lnTo>
                  <a:lnTo>
                    <a:pt x="117" y="153"/>
                  </a:lnTo>
                  <a:lnTo>
                    <a:pt x="128" y="157"/>
                  </a:lnTo>
                  <a:lnTo>
                    <a:pt x="139" y="159"/>
                  </a:lnTo>
                  <a:lnTo>
                    <a:pt x="149" y="161"/>
                  </a:lnTo>
                  <a:lnTo>
                    <a:pt x="159" y="161"/>
                  </a:lnTo>
                  <a:lnTo>
                    <a:pt x="167" y="161"/>
                  </a:lnTo>
                  <a:lnTo>
                    <a:pt x="173" y="160"/>
                  </a:lnTo>
                  <a:lnTo>
                    <a:pt x="179" y="159"/>
                  </a:lnTo>
                  <a:lnTo>
                    <a:pt x="184" y="157"/>
                  </a:lnTo>
                  <a:lnTo>
                    <a:pt x="189" y="155"/>
                  </a:lnTo>
                  <a:lnTo>
                    <a:pt x="193" y="152"/>
                  </a:lnTo>
                  <a:lnTo>
                    <a:pt x="197" y="149"/>
                  </a:lnTo>
                  <a:lnTo>
                    <a:pt x="201" y="145"/>
                  </a:lnTo>
                  <a:lnTo>
                    <a:pt x="202" y="142"/>
                  </a:lnTo>
                  <a:lnTo>
                    <a:pt x="203" y="139"/>
                  </a:lnTo>
                  <a:lnTo>
                    <a:pt x="203" y="135"/>
                  </a:lnTo>
                  <a:lnTo>
                    <a:pt x="203" y="131"/>
                  </a:lnTo>
                  <a:lnTo>
                    <a:pt x="201" y="124"/>
                  </a:lnTo>
                  <a:lnTo>
                    <a:pt x="198" y="117"/>
                  </a:lnTo>
                  <a:lnTo>
                    <a:pt x="193" y="107"/>
                  </a:lnTo>
                  <a:lnTo>
                    <a:pt x="187" y="98"/>
                  </a:lnTo>
                  <a:lnTo>
                    <a:pt x="179" y="88"/>
                  </a:lnTo>
                  <a:lnTo>
                    <a:pt x="171" y="78"/>
                  </a:lnTo>
                  <a:lnTo>
                    <a:pt x="162" y="68"/>
                  </a:lnTo>
                  <a:lnTo>
                    <a:pt x="151" y="58"/>
                  </a:lnTo>
                  <a:lnTo>
                    <a:pt x="140" y="49"/>
                  </a:lnTo>
                  <a:lnTo>
                    <a:pt x="129" y="40"/>
                  </a:lnTo>
                  <a:lnTo>
                    <a:pt x="118" y="32"/>
                  </a:lnTo>
                  <a:lnTo>
                    <a:pt x="105" y="24"/>
                  </a:lnTo>
                  <a:lnTo>
                    <a:pt x="94" y="17"/>
                  </a:lnTo>
                  <a:lnTo>
                    <a:pt x="82" y="11"/>
                  </a:lnTo>
                  <a:lnTo>
                    <a:pt x="71" y="6"/>
                  </a:lnTo>
                  <a:lnTo>
                    <a:pt x="60" y="3"/>
                  </a:lnTo>
                  <a:lnTo>
                    <a:pt x="49" y="1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49" name="Freeform 52"/>
            <p:cNvSpPr>
              <a:spLocks/>
            </p:cNvSpPr>
            <p:nvPr userDrawn="1"/>
          </p:nvSpPr>
          <p:spPr bwMode="gray">
            <a:xfrm>
              <a:off x="6162" y="347"/>
              <a:ext cx="109" cy="148"/>
            </a:xfrm>
            <a:custGeom>
              <a:avLst/>
              <a:gdLst>
                <a:gd name="T0" fmla="*/ 139 w 1310"/>
                <a:gd name="T1" fmla="*/ 1401 h 1770"/>
                <a:gd name="T2" fmla="*/ 306 w 1310"/>
                <a:gd name="T3" fmla="*/ 1438 h 1770"/>
                <a:gd name="T4" fmla="*/ 458 w 1310"/>
                <a:gd name="T5" fmla="*/ 1457 h 1770"/>
                <a:gd name="T6" fmla="*/ 615 w 1310"/>
                <a:gd name="T7" fmla="*/ 1458 h 1770"/>
                <a:gd name="T8" fmla="*/ 741 w 1310"/>
                <a:gd name="T9" fmla="*/ 1434 h 1770"/>
                <a:gd name="T10" fmla="*/ 790 w 1310"/>
                <a:gd name="T11" fmla="*/ 1409 h 1770"/>
                <a:gd name="T12" fmla="*/ 825 w 1310"/>
                <a:gd name="T13" fmla="*/ 1378 h 1770"/>
                <a:gd name="T14" fmla="*/ 844 w 1310"/>
                <a:gd name="T15" fmla="*/ 1337 h 1770"/>
                <a:gd name="T16" fmla="*/ 848 w 1310"/>
                <a:gd name="T17" fmla="*/ 1285 h 1770"/>
                <a:gd name="T18" fmla="*/ 824 w 1310"/>
                <a:gd name="T19" fmla="*/ 1220 h 1770"/>
                <a:gd name="T20" fmla="*/ 749 w 1310"/>
                <a:gd name="T21" fmla="*/ 1161 h 1770"/>
                <a:gd name="T22" fmla="*/ 571 w 1310"/>
                <a:gd name="T23" fmla="*/ 1078 h 1770"/>
                <a:gd name="T24" fmla="*/ 321 w 1310"/>
                <a:gd name="T25" fmla="*/ 964 h 1770"/>
                <a:gd name="T26" fmla="*/ 198 w 1310"/>
                <a:gd name="T27" fmla="*/ 893 h 1770"/>
                <a:gd name="T28" fmla="*/ 116 w 1310"/>
                <a:gd name="T29" fmla="*/ 826 h 1770"/>
                <a:gd name="T30" fmla="*/ 52 w 1310"/>
                <a:gd name="T31" fmla="*/ 736 h 1770"/>
                <a:gd name="T32" fmla="*/ 13 w 1310"/>
                <a:gd name="T33" fmla="*/ 633 h 1770"/>
                <a:gd name="T34" fmla="*/ 0 w 1310"/>
                <a:gd name="T35" fmla="*/ 516 h 1770"/>
                <a:gd name="T36" fmla="*/ 19 w 1310"/>
                <a:gd name="T37" fmla="*/ 370 h 1770"/>
                <a:gd name="T38" fmla="*/ 75 w 1310"/>
                <a:gd name="T39" fmla="*/ 247 h 1770"/>
                <a:gd name="T40" fmla="*/ 169 w 1310"/>
                <a:gd name="T41" fmla="*/ 148 h 1770"/>
                <a:gd name="T42" fmla="*/ 294 w 1310"/>
                <a:gd name="T43" fmla="*/ 73 h 1770"/>
                <a:gd name="T44" fmla="*/ 443 w 1310"/>
                <a:gd name="T45" fmla="*/ 24 h 1770"/>
                <a:gd name="T46" fmla="*/ 614 w 1310"/>
                <a:gd name="T47" fmla="*/ 2 h 1770"/>
                <a:gd name="T48" fmla="*/ 836 w 1310"/>
                <a:gd name="T49" fmla="*/ 8 h 1770"/>
                <a:gd name="T50" fmla="*/ 1177 w 1310"/>
                <a:gd name="T51" fmla="*/ 61 h 1770"/>
                <a:gd name="T52" fmla="*/ 1060 w 1310"/>
                <a:gd name="T53" fmla="*/ 344 h 1770"/>
                <a:gd name="T54" fmla="*/ 921 w 1310"/>
                <a:gd name="T55" fmla="*/ 309 h 1770"/>
                <a:gd name="T56" fmla="*/ 787 w 1310"/>
                <a:gd name="T57" fmla="*/ 292 h 1770"/>
                <a:gd name="T58" fmla="*/ 638 w 1310"/>
                <a:gd name="T59" fmla="*/ 296 h 1770"/>
                <a:gd name="T60" fmla="*/ 521 w 1310"/>
                <a:gd name="T61" fmla="*/ 331 h 1770"/>
                <a:gd name="T62" fmla="*/ 483 w 1310"/>
                <a:gd name="T63" fmla="*/ 359 h 1770"/>
                <a:gd name="T64" fmla="*/ 459 w 1310"/>
                <a:gd name="T65" fmla="*/ 395 h 1770"/>
                <a:gd name="T66" fmla="*/ 450 w 1310"/>
                <a:gd name="T67" fmla="*/ 439 h 1770"/>
                <a:gd name="T68" fmla="*/ 463 w 1310"/>
                <a:gd name="T69" fmla="*/ 502 h 1770"/>
                <a:gd name="T70" fmla="*/ 521 w 1310"/>
                <a:gd name="T71" fmla="*/ 553 h 1770"/>
                <a:gd name="T72" fmla="*/ 674 w 1310"/>
                <a:gd name="T73" fmla="*/ 629 h 1770"/>
                <a:gd name="T74" fmla="*/ 946 w 1310"/>
                <a:gd name="T75" fmla="*/ 756 h 1770"/>
                <a:gd name="T76" fmla="*/ 1080 w 1310"/>
                <a:gd name="T77" fmla="*/ 832 h 1770"/>
                <a:gd name="T78" fmla="*/ 1174 w 1310"/>
                <a:gd name="T79" fmla="*/ 901 h 1770"/>
                <a:gd name="T80" fmla="*/ 1241 w 1310"/>
                <a:gd name="T81" fmla="*/ 979 h 1770"/>
                <a:gd name="T82" fmla="*/ 1287 w 1310"/>
                <a:gd name="T83" fmla="*/ 1074 h 1770"/>
                <a:gd name="T84" fmla="*/ 1308 w 1310"/>
                <a:gd name="T85" fmla="*/ 1182 h 1770"/>
                <a:gd name="T86" fmla="*/ 1301 w 1310"/>
                <a:gd name="T87" fmla="*/ 1328 h 1770"/>
                <a:gd name="T88" fmla="*/ 1276 w 1310"/>
                <a:gd name="T89" fmla="*/ 1418 h 1770"/>
                <a:gd name="T90" fmla="*/ 1242 w 1310"/>
                <a:gd name="T91" fmla="*/ 1486 h 1770"/>
                <a:gd name="T92" fmla="*/ 1196 w 1310"/>
                <a:gd name="T93" fmla="*/ 1547 h 1770"/>
                <a:gd name="T94" fmla="*/ 1098 w 1310"/>
                <a:gd name="T95" fmla="*/ 1633 h 1770"/>
                <a:gd name="T96" fmla="*/ 965 w 1310"/>
                <a:gd name="T97" fmla="*/ 1703 h 1770"/>
                <a:gd name="T98" fmla="*/ 813 w 1310"/>
                <a:gd name="T99" fmla="*/ 1747 h 1770"/>
                <a:gd name="T100" fmla="*/ 639 w 1310"/>
                <a:gd name="T101" fmla="*/ 1768 h 1770"/>
                <a:gd name="T102" fmla="*/ 366 w 1310"/>
                <a:gd name="T103" fmla="*/ 1761 h 1770"/>
                <a:gd name="T104" fmla="*/ 34 w 1310"/>
                <a:gd name="T105" fmla="*/ 1707 h 17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310" h="1770">
                  <a:moveTo>
                    <a:pt x="34" y="1707"/>
                  </a:moveTo>
                  <a:lnTo>
                    <a:pt x="34" y="1371"/>
                  </a:lnTo>
                  <a:lnTo>
                    <a:pt x="70" y="1382"/>
                  </a:lnTo>
                  <a:lnTo>
                    <a:pt x="105" y="1392"/>
                  </a:lnTo>
                  <a:lnTo>
                    <a:pt x="139" y="1401"/>
                  </a:lnTo>
                  <a:lnTo>
                    <a:pt x="174" y="1410"/>
                  </a:lnTo>
                  <a:lnTo>
                    <a:pt x="208" y="1419"/>
                  </a:lnTo>
                  <a:lnTo>
                    <a:pt x="240" y="1426"/>
                  </a:lnTo>
                  <a:lnTo>
                    <a:pt x="273" y="1432"/>
                  </a:lnTo>
                  <a:lnTo>
                    <a:pt x="306" y="1438"/>
                  </a:lnTo>
                  <a:lnTo>
                    <a:pt x="336" y="1444"/>
                  </a:lnTo>
                  <a:lnTo>
                    <a:pt x="368" y="1448"/>
                  </a:lnTo>
                  <a:lnTo>
                    <a:pt x="399" y="1452"/>
                  </a:lnTo>
                  <a:lnTo>
                    <a:pt x="428" y="1455"/>
                  </a:lnTo>
                  <a:lnTo>
                    <a:pt x="458" y="1457"/>
                  </a:lnTo>
                  <a:lnTo>
                    <a:pt x="486" y="1459"/>
                  </a:lnTo>
                  <a:lnTo>
                    <a:pt x="515" y="1460"/>
                  </a:lnTo>
                  <a:lnTo>
                    <a:pt x="543" y="1461"/>
                  </a:lnTo>
                  <a:lnTo>
                    <a:pt x="580" y="1460"/>
                  </a:lnTo>
                  <a:lnTo>
                    <a:pt x="615" y="1458"/>
                  </a:lnTo>
                  <a:lnTo>
                    <a:pt x="646" y="1455"/>
                  </a:lnTo>
                  <a:lnTo>
                    <a:pt x="677" y="1451"/>
                  </a:lnTo>
                  <a:lnTo>
                    <a:pt x="705" y="1445"/>
                  </a:lnTo>
                  <a:lnTo>
                    <a:pt x="729" y="1438"/>
                  </a:lnTo>
                  <a:lnTo>
                    <a:pt x="741" y="1434"/>
                  </a:lnTo>
                  <a:lnTo>
                    <a:pt x="751" y="1430"/>
                  </a:lnTo>
                  <a:lnTo>
                    <a:pt x="763" y="1426"/>
                  </a:lnTo>
                  <a:lnTo>
                    <a:pt x="772" y="1421"/>
                  </a:lnTo>
                  <a:lnTo>
                    <a:pt x="781" y="1416"/>
                  </a:lnTo>
                  <a:lnTo>
                    <a:pt x="790" y="1409"/>
                  </a:lnTo>
                  <a:lnTo>
                    <a:pt x="798" y="1404"/>
                  </a:lnTo>
                  <a:lnTo>
                    <a:pt x="805" y="1398"/>
                  </a:lnTo>
                  <a:lnTo>
                    <a:pt x="813" y="1391"/>
                  </a:lnTo>
                  <a:lnTo>
                    <a:pt x="819" y="1385"/>
                  </a:lnTo>
                  <a:lnTo>
                    <a:pt x="825" y="1378"/>
                  </a:lnTo>
                  <a:lnTo>
                    <a:pt x="829" y="1370"/>
                  </a:lnTo>
                  <a:lnTo>
                    <a:pt x="834" y="1362"/>
                  </a:lnTo>
                  <a:lnTo>
                    <a:pt x="838" y="1354"/>
                  </a:lnTo>
                  <a:lnTo>
                    <a:pt x="841" y="1346"/>
                  </a:lnTo>
                  <a:lnTo>
                    <a:pt x="844" y="1337"/>
                  </a:lnTo>
                  <a:lnTo>
                    <a:pt x="846" y="1329"/>
                  </a:lnTo>
                  <a:lnTo>
                    <a:pt x="847" y="1319"/>
                  </a:lnTo>
                  <a:lnTo>
                    <a:pt x="848" y="1309"/>
                  </a:lnTo>
                  <a:lnTo>
                    <a:pt x="848" y="1299"/>
                  </a:lnTo>
                  <a:lnTo>
                    <a:pt x="848" y="1285"/>
                  </a:lnTo>
                  <a:lnTo>
                    <a:pt x="845" y="1271"/>
                  </a:lnTo>
                  <a:lnTo>
                    <a:pt x="842" y="1257"/>
                  </a:lnTo>
                  <a:lnTo>
                    <a:pt x="837" y="1244"/>
                  </a:lnTo>
                  <a:lnTo>
                    <a:pt x="831" y="1232"/>
                  </a:lnTo>
                  <a:lnTo>
                    <a:pt x="824" y="1220"/>
                  </a:lnTo>
                  <a:lnTo>
                    <a:pt x="815" y="1208"/>
                  </a:lnTo>
                  <a:lnTo>
                    <a:pt x="804" y="1198"/>
                  </a:lnTo>
                  <a:lnTo>
                    <a:pt x="790" y="1187"/>
                  </a:lnTo>
                  <a:lnTo>
                    <a:pt x="773" y="1175"/>
                  </a:lnTo>
                  <a:lnTo>
                    <a:pt x="749" y="1161"/>
                  </a:lnTo>
                  <a:lnTo>
                    <a:pt x="723" y="1146"/>
                  </a:lnTo>
                  <a:lnTo>
                    <a:pt x="691" y="1131"/>
                  </a:lnTo>
                  <a:lnTo>
                    <a:pt x="656" y="1114"/>
                  </a:lnTo>
                  <a:lnTo>
                    <a:pt x="616" y="1096"/>
                  </a:lnTo>
                  <a:lnTo>
                    <a:pt x="571" y="1078"/>
                  </a:lnTo>
                  <a:lnTo>
                    <a:pt x="490" y="1044"/>
                  </a:lnTo>
                  <a:lnTo>
                    <a:pt x="417" y="1011"/>
                  </a:lnTo>
                  <a:lnTo>
                    <a:pt x="383" y="995"/>
                  </a:lnTo>
                  <a:lnTo>
                    <a:pt x="352" y="980"/>
                  </a:lnTo>
                  <a:lnTo>
                    <a:pt x="321" y="964"/>
                  </a:lnTo>
                  <a:lnTo>
                    <a:pt x="292" y="949"/>
                  </a:lnTo>
                  <a:lnTo>
                    <a:pt x="266" y="935"/>
                  </a:lnTo>
                  <a:lnTo>
                    <a:pt x="241" y="921"/>
                  </a:lnTo>
                  <a:lnTo>
                    <a:pt x="219" y="906"/>
                  </a:lnTo>
                  <a:lnTo>
                    <a:pt x="198" y="893"/>
                  </a:lnTo>
                  <a:lnTo>
                    <a:pt x="178" y="880"/>
                  </a:lnTo>
                  <a:lnTo>
                    <a:pt x="161" y="866"/>
                  </a:lnTo>
                  <a:lnTo>
                    <a:pt x="146" y="854"/>
                  </a:lnTo>
                  <a:lnTo>
                    <a:pt x="132" y="842"/>
                  </a:lnTo>
                  <a:lnTo>
                    <a:pt x="116" y="826"/>
                  </a:lnTo>
                  <a:lnTo>
                    <a:pt x="101" y="808"/>
                  </a:lnTo>
                  <a:lnTo>
                    <a:pt x="87" y="791"/>
                  </a:lnTo>
                  <a:lnTo>
                    <a:pt x="74" y="773"/>
                  </a:lnTo>
                  <a:lnTo>
                    <a:pt x="62" y="754"/>
                  </a:lnTo>
                  <a:lnTo>
                    <a:pt x="52" y="736"/>
                  </a:lnTo>
                  <a:lnTo>
                    <a:pt x="42" y="715"/>
                  </a:lnTo>
                  <a:lnTo>
                    <a:pt x="32" y="696"/>
                  </a:lnTo>
                  <a:lnTo>
                    <a:pt x="25" y="676"/>
                  </a:lnTo>
                  <a:lnTo>
                    <a:pt x="18" y="654"/>
                  </a:lnTo>
                  <a:lnTo>
                    <a:pt x="13" y="633"/>
                  </a:lnTo>
                  <a:lnTo>
                    <a:pt x="8" y="610"/>
                  </a:lnTo>
                  <a:lnTo>
                    <a:pt x="5" y="588"/>
                  </a:lnTo>
                  <a:lnTo>
                    <a:pt x="2" y="564"/>
                  </a:lnTo>
                  <a:lnTo>
                    <a:pt x="1" y="541"/>
                  </a:lnTo>
                  <a:lnTo>
                    <a:pt x="0" y="516"/>
                  </a:lnTo>
                  <a:lnTo>
                    <a:pt x="1" y="485"/>
                  </a:lnTo>
                  <a:lnTo>
                    <a:pt x="3" y="455"/>
                  </a:lnTo>
                  <a:lnTo>
                    <a:pt x="7" y="425"/>
                  </a:lnTo>
                  <a:lnTo>
                    <a:pt x="12" y="397"/>
                  </a:lnTo>
                  <a:lnTo>
                    <a:pt x="19" y="370"/>
                  </a:lnTo>
                  <a:lnTo>
                    <a:pt x="27" y="344"/>
                  </a:lnTo>
                  <a:lnTo>
                    <a:pt x="36" y="318"/>
                  </a:lnTo>
                  <a:lnTo>
                    <a:pt x="48" y="294"/>
                  </a:lnTo>
                  <a:lnTo>
                    <a:pt x="61" y="269"/>
                  </a:lnTo>
                  <a:lnTo>
                    <a:pt x="75" y="247"/>
                  </a:lnTo>
                  <a:lnTo>
                    <a:pt x="90" y="225"/>
                  </a:lnTo>
                  <a:lnTo>
                    <a:pt x="108" y="204"/>
                  </a:lnTo>
                  <a:lnTo>
                    <a:pt x="127" y="185"/>
                  </a:lnTo>
                  <a:lnTo>
                    <a:pt x="148" y="165"/>
                  </a:lnTo>
                  <a:lnTo>
                    <a:pt x="169" y="148"/>
                  </a:lnTo>
                  <a:lnTo>
                    <a:pt x="192" y="131"/>
                  </a:lnTo>
                  <a:lnTo>
                    <a:pt x="217" y="115"/>
                  </a:lnTo>
                  <a:lnTo>
                    <a:pt x="241" y="100"/>
                  </a:lnTo>
                  <a:lnTo>
                    <a:pt x="268" y="86"/>
                  </a:lnTo>
                  <a:lnTo>
                    <a:pt x="294" y="73"/>
                  </a:lnTo>
                  <a:lnTo>
                    <a:pt x="323" y="61"/>
                  </a:lnTo>
                  <a:lnTo>
                    <a:pt x="352" y="51"/>
                  </a:lnTo>
                  <a:lnTo>
                    <a:pt x="381" y="41"/>
                  </a:lnTo>
                  <a:lnTo>
                    <a:pt x="412" y="33"/>
                  </a:lnTo>
                  <a:lnTo>
                    <a:pt x="443" y="24"/>
                  </a:lnTo>
                  <a:lnTo>
                    <a:pt x="476" y="18"/>
                  </a:lnTo>
                  <a:lnTo>
                    <a:pt x="509" y="12"/>
                  </a:lnTo>
                  <a:lnTo>
                    <a:pt x="543" y="8"/>
                  </a:lnTo>
                  <a:lnTo>
                    <a:pt x="578" y="4"/>
                  </a:lnTo>
                  <a:lnTo>
                    <a:pt x="614" y="2"/>
                  </a:lnTo>
                  <a:lnTo>
                    <a:pt x="651" y="0"/>
                  </a:lnTo>
                  <a:lnTo>
                    <a:pt x="689" y="0"/>
                  </a:lnTo>
                  <a:lnTo>
                    <a:pt x="733" y="0"/>
                  </a:lnTo>
                  <a:lnTo>
                    <a:pt x="783" y="3"/>
                  </a:lnTo>
                  <a:lnTo>
                    <a:pt x="836" y="8"/>
                  </a:lnTo>
                  <a:lnTo>
                    <a:pt x="895" y="15"/>
                  </a:lnTo>
                  <a:lnTo>
                    <a:pt x="958" y="23"/>
                  </a:lnTo>
                  <a:lnTo>
                    <a:pt x="1027" y="35"/>
                  </a:lnTo>
                  <a:lnTo>
                    <a:pt x="1099" y="47"/>
                  </a:lnTo>
                  <a:lnTo>
                    <a:pt x="1177" y="61"/>
                  </a:lnTo>
                  <a:lnTo>
                    <a:pt x="1177" y="386"/>
                  </a:lnTo>
                  <a:lnTo>
                    <a:pt x="1147" y="374"/>
                  </a:lnTo>
                  <a:lnTo>
                    <a:pt x="1118" y="363"/>
                  </a:lnTo>
                  <a:lnTo>
                    <a:pt x="1089" y="353"/>
                  </a:lnTo>
                  <a:lnTo>
                    <a:pt x="1060" y="344"/>
                  </a:lnTo>
                  <a:lnTo>
                    <a:pt x="1032" y="336"/>
                  </a:lnTo>
                  <a:lnTo>
                    <a:pt x="1003" y="327"/>
                  </a:lnTo>
                  <a:lnTo>
                    <a:pt x="976" y="320"/>
                  </a:lnTo>
                  <a:lnTo>
                    <a:pt x="947" y="314"/>
                  </a:lnTo>
                  <a:lnTo>
                    <a:pt x="921" y="309"/>
                  </a:lnTo>
                  <a:lnTo>
                    <a:pt x="893" y="304"/>
                  </a:lnTo>
                  <a:lnTo>
                    <a:pt x="867" y="300"/>
                  </a:lnTo>
                  <a:lnTo>
                    <a:pt x="839" y="297"/>
                  </a:lnTo>
                  <a:lnTo>
                    <a:pt x="814" y="294"/>
                  </a:lnTo>
                  <a:lnTo>
                    <a:pt x="787" y="292"/>
                  </a:lnTo>
                  <a:lnTo>
                    <a:pt x="762" y="291"/>
                  </a:lnTo>
                  <a:lnTo>
                    <a:pt x="736" y="291"/>
                  </a:lnTo>
                  <a:lnTo>
                    <a:pt x="700" y="292"/>
                  </a:lnTo>
                  <a:lnTo>
                    <a:pt x="669" y="293"/>
                  </a:lnTo>
                  <a:lnTo>
                    <a:pt x="638" y="296"/>
                  </a:lnTo>
                  <a:lnTo>
                    <a:pt x="610" y="301"/>
                  </a:lnTo>
                  <a:lnTo>
                    <a:pt x="584" y="306"/>
                  </a:lnTo>
                  <a:lnTo>
                    <a:pt x="561" y="313"/>
                  </a:lnTo>
                  <a:lnTo>
                    <a:pt x="539" y="321"/>
                  </a:lnTo>
                  <a:lnTo>
                    <a:pt x="521" y="331"/>
                  </a:lnTo>
                  <a:lnTo>
                    <a:pt x="512" y="336"/>
                  </a:lnTo>
                  <a:lnTo>
                    <a:pt x="504" y="341"/>
                  </a:lnTo>
                  <a:lnTo>
                    <a:pt x="496" y="346"/>
                  </a:lnTo>
                  <a:lnTo>
                    <a:pt x="489" y="352"/>
                  </a:lnTo>
                  <a:lnTo>
                    <a:pt x="483" y="359"/>
                  </a:lnTo>
                  <a:lnTo>
                    <a:pt x="477" y="365"/>
                  </a:lnTo>
                  <a:lnTo>
                    <a:pt x="472" y="372"/>
                  </a:lnTo>
                  <a:lnTo>
                    <a:pt x="467" y="380"/>
                  </a:lnTo>
                  <a:lnTo>
                    <a:pt x="463" y="387"/>
                  </a:lnTo>
                  <a:lnTo>
                    <a:pt x="459" y="395"/>
                  </a:lnTo>
                  <a:lnTo>
                    <a:pt x="456" y="403"/>
                  </a:lnTo>
                  <a:lnTo>
                    <a:pt x="454" y="411"/>
                  </a:lnTo>
                  <a:lnTo>
                    <a:pt x="452" y="420"/>
                  </a:lnTo>
                  <a:lnTo>
                    <a:pt x="450" y="430"/>
                  </a:lnTo>
                  <a:lnTo>
                    <a:pt x="450" y="439"/>
                  </a:lnTo>
                  <a:lnTo>
                    <a:pt x="448" y="449"/>
                  </a:lnTo>
                  <a:lnTo>
                    <a:pt x="450" y="463"/>
                  </a:lnTo>
                  <a:lnTo>
                    <a:pt x="453" y="477"/>
                  </a:lnTo>
                  <a:lnTo>
                    <a:pt x="457" y="490"/>
                  </a:lnTo>
                  <a:lnTo>
                    <a:pt x="463" y="502"/>
                  </a:lnTo>
                  <a:lnTo>
                    <a:pt x="471" y="514"/>
                  </a:lnTo>
                  <a:lnTo>
                    <a:pt x="481" y="524"/>
                  </a:lnTo>
                  <a:lnTo>
                    <a:pt x="493" y="536"/>
                  </a:lnTo>
                  <a:lnTo>
                    <a:pt x="507" y="545"/>
                  </a:lnTo>
                  <a:lnTo>
                    <a:pt x="521" y="553"/>
                  </a:lnTo>
                  <a:lnTo>
                    <a:pt x="541" y="564"/>
                  </a:lnTo>
                  <a:lnTo>
                    <a:pt x="567" y="577"/>
                  </a:lnTo>
                  <a:lnTo>
                    <a:pt x="597" y="592"/>
                  </a:lnTo>
                  <a:lnTo>
                    <a:pt x="633" y="609"/>
                  </a:lnTo>
                  <a:lnTo>
                    <a:pt x="674" y="629"/>
                  </a:lnTo>
                  <a:lnTo>
                    <a:pt x="720" y="649"/>
                  </a:lnTo>
                  <a:lnTo>
                    <a:pt x="772" y="672"/>
                  </a:lnTo>
                  <a:lnTo>
                    <a:pt x="846" y="707"/>
                  </a:lnTo>
                  <a:lnTo>
                    <a:pt x="915" y="740"/>
                  </a:lnTo>
                  <a:lnTo>
                    <a:pt x="946" y="756"/>
                  </a:lnTo>
                  <a:lnTo>
                    <a:pt x="976" y="771"/>
                  </a:lnTo>
                  <a:lnTo>
                    <a:pt x="1004" y="787"/>
                  </a:lnTo>
                  <a:lnTo>
                    <a:pt x="1032" y="802"/>
                  </a:lnTo>
                  <a:lnTo>
                    <a:pt x="1056" y="817"/>
                  </a:lnTo>
                  <a:lnTo>
                    <a:pt x="1080" y="832"/>
                  </a:lnTo>
                  <a:lnTo>
                    <a:pt x="1102" y="846"/>
                  </a:lnTo>
                  <a:lnTo>
                    <a:pt x="1123" y="860"/>
                  </a:lnTo>
                  <a:lnTo>
                    <a:pt x="1141" y="875"/>
                  </a:lnTo>
                  <a:lnTo>
                    <a:pt x="1158" y="888"/>
                  </a:lnTo>
                  <a:lnTo>
                    <a:pt x="1174" y="901"/>
                  </a:lnTo>
                  <a:lnTo>
                    <a:pt x="1187" y="913"/>
                  </a:lnTo>
                  <a:lnTo>
                    <a:pt x="1202" y="930"/>
                  </a:lnTo>
                  <a:lnTo>
                    <a:pt x="1216" y="945"/>
                  </a:lnTo>
                  <a:lnTo>
                    <a:pt x="1229" y="962"/>
                  </a:lnTo>
                  <a:lnTo>
                    <a:pt x="1241" y="979"/>
                  </a:lnTo>
                  <a:lnTo>
                    <a:pt x="1252" y="997"/>
                  </a:lnTo>
                  <a:lnTo>
                    <a:pt x="1262" y="1015"/>
                  </a:lnTo>
                  <a:lnTo>
                    <a:pt x="1271" y="1034"/>
                  </a:lnTo>
                  <a:lnTo>
                    <a:pt x="1279" y="1053"/>
                  </a:lnTo>
                  <a:lnTo>
                    <a:pt x="1287" y="1074"/>
                  </a:lnTo>
                  <a:lnTo>
                    <a:pt x="1293" y="1094"/>
                  </a:lnTo>
                  <a:lnTo>
                    <a:pt x="1298" y="1114"/>
                  </a:lnTo>
                  <a:lnTo>
                    <a:pt x="1302" y="1137"/>
                  </a:lnTo>
                  <a:lnTo>
                    <a:pt x="1305" y="1158"/>
                  </a:lnTo>
                  <a:lnTo>
                    <a:pt x="1308" y="1182"/>
                  </a:lnTo>
                  <a:lnTo>
                    <a:pt x="1309" y="1204"/>
                  </a:lnTo>
                  <a:lnTo>
                    <a:pt x="1310" y="1229"/>
                  </a:lnTo>
                  <a:lnTo>
                    <a:pt x="1309" y="1262"/>
                  </a:lnTo>
                  <a:lnTo>
                    <a:pt x="1306" y="1296"/>
                  </a:lnTo>
                  <a:lnTo>
                    <a:pt x="1301" y="1328"/>
                  </a:lnTo>
                  <a:lnTo>
                    <a:pt x="1295" y="1358"/>
                  </a:lnTo>
                  <a:lnTo>
                    <a:pt x="1291" y="1374"/>
                  </a:lnTo>
                  <a:lnTo>
                    <a:pt x="1287" y="1389"/>
                  </a:lnTo>
                  <a:lnTo>
                    <a:pt x="1282" y="1403"/>
                  </a:lnTo>
                  <a:lnTo>
                    <a:pt x="1276" y="1418"/>
                  </a:lnTo>
                  <a:lnTo>
                    <a:pt x="1271" y="1432"/>
                  </a:lnTo>
                  <a:lnTo>
                    <a:pt x="1263" y="1446"/>
                  </a:lnTo>
                  <a:lnTo>
                    <a:pt x="1257" y="1459"/>
                  </a:lnTo>
                  <a:lnTo>
                    <a:pt x="1250" y="1473"/>
                  </a:lnTo>
                  <a:lnTo>
                    <a:pt x="1242" y="1486"/>
                  </a:lnTo>
                  <a:lnTo>
                    <a:pt x="1234" y="1499"/>
                  </a:lnTo>
                  <a:lnTo>
                    <a:pt x="1225" y="1511"/>
                  </a:lnTo>
                  <a:lnTo>
                    <a:pt x="1216" y="1524"/>
                  </a:lnTo>
                  <a:lnTo>
                    <a:pt x="1206" y="1536"/>
                  </a:lnTo>
                  <a:lnTo>
                    <a:pt x="1196" y="1547"/>
                  </a:lnTo>
                  <a:lnTo>
                    <a:pt x="1186" y="1559"/>
                  </a:lnTo>
                  <a:lnTo>
                    <a:pt x="1175" y="1571"/>
                  </a:lnTo>
                  <a:lnTo>
                    <a:pt x="1151" y="1592"/>
                  </a:lnTo>
                  <a:lnTo>
                    <a:pt x="1126" y="1613"/>
                  </a:lnTo>
                  <a:lnTo>
                    <a:pt x="1098" y="1633"/>
                  </a:lnTo>
                  <a:lnTo>
                    <a:pt x="1069" y="1651"/>
                  </a:lnTo>
                  <a:lnTo>
                    <a:pt x="1044" y="1666"/>
                  </a:lnTo>
                  <a:lnTo>
                    <a:pt x="1019" y="1679"/>
                  </a:lnTo>
                  <a:lnTo>
                    <a:pt x="992" y="1691"/>
                  </a:lnTo>
                  <a:lnTo>
                    <a:pt x="965" y="1703"/>
                  </a:lnTo>
                  <a:lnTo>
                    <a:pt x="936" y="1714"/>
                  </a:lnTo>
                  <a:lnTo>
                    <a:pt x="906" y="1724"/>
                  </a:lnTo>
                  <a:lnTo>
                    <a:pt x="876" y="1732"/>
                  </a:lnTo>
                  <a:lnTo>
                    <a:pt x="845" y="1740"/>
                  </a:lnTo>
                  <a:lnTo>
                    <a:pt x="813" y="1747"/>
                  </a:lnTo>
                  <a:lnTo>
                    <a:pt x="780" y="1752"/>
                  </a:lnTo>
                  <a:lnTo>
                    <a:pt x="746" y="1757"/>
                  </a:lnTo>
                  <a:lnTo>
                    <a:pt x="712" y="1762"/>
                  </a:lnTo>
                  <a:lnTo>
                    <a:pt x="676" y="1766"/>
                  </a:lnTo>
                  <a:lnTo>
                    <a:pt x="639" y="1768"/>
                  </a:lnTo>
                  <a:lnTo>
                    <a:pt x="601" y="1769"/>
                  </a:lnTo>
                  <a:lnTo>
                    <a:pt x="563" y="1770"/>
                  </a:lnTo>
                  <a:lnTo>
                    <a:pt x="497" y="1769"/>
                  </a:lnTo>
                  <a:lnTo>
                    <a:pt x="431" y="1766"/>
                  </a:lnTo>
                  <a:lnTo>
                    <a:pt x="366" y="1761"/>
                  </a:lnTo>
                  <a:lnTo>
                    <a:pt x="300" y="1754"/>
                  </a:lnTo>
                  <a:lnTo>
                    <a:pt x="233" y="1745"/>
                  </a:lnTo>
                  <a:lnTo>
                    <a:pt x="167" y="1735"/>
                  </a:lnTo>
                  <a:lnTo>
                    <a:pt x="101" y="1722"/>
                  </a:lnTo>
                  <a:lnTo>
                    <a:pt x="34" y="1707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50" name="Freeform 53"/>
            <p:cNvSpPr>
              <a:spLocks/>
            </p:cNvSpPr>
            <p:nvPr userDrawn="1"/>
          </p:nvSpPr>
          <p:spPr bwMode="gray">
            <a:xfrm>
              <a:off x="6294" y="350"/>
              <a:ext cx="39" cy="142"/>
            </a:xfrm>
            <a:custGeom>
              <a:avLst/>
              <a:gdLst>
                <a:gd name="T0" fmla="*/ 476 w 476"/>
                <a:gd name="T1" fmla="*/ 0 h 1706"/>
                <a:gd name="T2" fmla="*/ 476 w 476"/>
                <a:gd name="T3" fmla="*/ 1706 h 1706"/>
                <a:gd name="T4" fmla="*/ 0 w 476"/>
                <a:gd name="T5" fmla="*/ 1706 h 1706"/>
                <a:gd name="T6" fmla="*/ 0 w 476"/>
                <a:gd name="T7" fmla="*/ 0 h 1706"/>
                <a:gd name="T8" fmla="*/ 238 w 476"/>
                <a:gd name="T9" fmla="*/ 285 h 1706"/>
                <a:gd name="T10" fmla="*/ 476 w 476"/>
                <a:gd name="T11" fmla="*/ 0 h 1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6" h="1706">
                  <a:moveTo>
                    <a:pt x="476" y="0"/>
                  </a:moveTo>
                  <a:lnTo>
                    <a:pt x="476" y="1706"/>
                  </a:lnTo>
                  <a:lnTo>
                    <a:pt x="0" y="1706"/>
                  </a:lnTo>
                  <a:lnTo>
                    <a:pt x="0" y="0"/>
                  </a:lnTo>
                  <a:lnTo>
                    <a:pt x="238" y="285"/>
                  </a:lnTo>
                  <a:lnTo>
                    <a:pt x="476" y="0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51" name="Freeform 54"/>
            <p:cNvSpPr>
              <a:spLocks/>
            </p:cNvSpPr>
            <p:nvPr userDrawn="1"/>
          </p:nvSpPr>
          <p:spPr bwMode="gray">
            <a:xfrm>
              <a:off x="6294" y="350"/>
              <a:ext cx="39" cy="44"/>
            </a:xfrm>
            <a:custGeom>
              <a:avLst/>
              <a:gdLst>
                <a:gd name="T0" fmla="*/ 476 w 476"/>
                <a:gd name="T1" fmla="*/ 0 h 530"/>
                <a:gd name="T2" fmla="*/ 0 w 476"/>
                <a:gd name="T3" fmla="*/ 0 h 530"/>
                <a:gd name="T4" fmla="*/ 238 w 476"/>
                <a:gd name="T5" fmla="*/ 530 h 530"/>
                <a:gd name="T6" fmla="*/ 476 w 476"/>
                <a:gd name="T7" fmla="*/ 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76" h="530">
                  <a:moveTo>
                    <a:pt x="476" y="0"/>
                  </a:moveTo>
                  <a:lnTo>
                    <a:pt x="0" y="0"/>
                  </a:lnTo>
                  <a:lnTo>
                    <a:pt x="238" y="530"/>
                  </a:lnTo>
                  <a:lnTo>
                    <a:pt x="476" y="0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52" name="Freeform 55"/>
            <p:cNvSpPr>
              <a:spLocks/>
            </p:cNvSpPr>
            <p:nvPr userDrawn="1"/>
          </p:nvSpPr>
          <p:spPr bwMode="gray">
            <a:xfrm>
              <a:off x="6370" y="350"/>
              <a:ext cx="103" cy="142"/>
            </a:xfrm>
            <a:custGeom>
              <a:avLst/>
              <a:gdLst>
                <a:gd name="T0" fmla="*/ 0 w 1241"/>
                <a:gd name="T1" fmla="*/ 1706 h 1706"/>
                <a:gd name="T2" fmla="*/ 0 w 1241"/>
                <a:gd name="T3" fmla="*/ 0 h 1706"/>
                <a:gd name="T4" fmla="*/ 1222 w 1241"/>
                <a:gd name="T5" fmla="*/ 0 h 1706"/>
                <a:gd name="T6" fmla="*/ 1222 w 1241"/>
                <a:gd name="T7" fmla="*/ 309 h 1706"/>
                <a:gd name="T8" fmla="*/ 459 w 1241"/>
                <a:gd name="T9" fmla="*/ 309 h 1706"/>
                <a:gd name="T10" fmla="*/ 459 w 1241"/>
                <a:gd name="T11" fmla="*/ 693 h 1706"/>
                <a:gd name="T12" fmla="*/ 1123 w 1241"/>
                <a:gd name="T13" fmla="*/ 693 h 1706"/>
                <a:gd name="T14" fmla="*/ 1123 w 1241"/>
                <a:gd name="T15" fmla="*/ 975 h 1706"/>
                <a:gd name="T16" fmla="*/ 459 w 1241"/>
                <a:gd name="T17" fmla="*/ 975 h 1706"/>
                <a:gd name="T18" fmla="*/ 459 w 1241"/>
                <a:gd name="T19" fmla="*/ 1380 h 1706"/>
                <a:gd name="T20" fmla="*/ 1241 w 1241"/>
                <a:gd name="T21" fmla="*/ 1380 h 1706"/>
                <a:gd name="T22" fmla="*/ 1241 w 1241"/>
                <a:gd name="T23" fmla="*/ 1706 h 1706"/>
                <a:gd name="T24" fmla="*/ 0 w 1241"/>
                <a:gd name="T25" fmla="*/ 1706 h 1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41" h="1706">
                  <a:moveTo>
                    <a:pt x="0" y="1706"/>
                  </a:moveTo>
                  <a:lnTo>
                    <a:pt x="0" y="0"/>
                  </a:lnTo>
                  <a:lnTo>
                    <a:pt x="1222" y="0"/>
                  </a:lnTo>
                  <a:lnTo>
                    <a:pt x="1222" y="309"/>
                  </a:lnTo>
                  <a:lnTo>
                    <a:pt x="459" y="309"/>
                  </a:lnTo>
                  <a:lnTo>
                    <a:pt x="459" y="693"/>
                  </a:lnTo>
                  <a:lnTo>
                    <a:pt x="1123" y="693"/>
                  </a:lnTo>
                  <a:lnTo>
                    <a:pt x="1123" y="975"/>
                  </a:lnTo>
                  <a:lnTo>
                    <a:pt x="459" y="975"/>
                  </a:lnTo>
                  <a:lnTo>
                    <a:pt x="459" y="1380"/>
                  </a:lnTo>
                  <a:lnTo>
                    <a:pt x="1241" y="1380"/>
                  </a:lnTo>
                  <a:lnTo>
                    <a:pt x="1241" y="1706"/>
                  </a:lnTo>
                  <a:lnTo>
                    <a:pt x="0" y="1706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53" name="Freeform 56"/>
            <p:cNvSpPr>
              <a:spLocks/>
            </p:cNvSpPr>
            <p:nvPr userDrawn="1"/>
          </p:nvSpPr>
          <p:spPr bwMode="gray">
            <a:xfrm>
              <a:off x="6499" y="350"/>
              <a:ext cx="173" cy="143"/>
            </a:xfrm>
            <a:custGeom>
              <a:avLst/>
              <a:gdLst>
                <a:gd name="T0" fmla="*/ 0 w 2073"/>
                <a:gd name="T1" fmla="*/ 1706 h 1723"/>
                <a:gd name="T2" fmla="*/ 0 w 2073"/>
                <a:gd name="T3" fmla="*/ 0 h 1723"/>
                <a:gd name="T4" fmla="*/ 617 w 2073"/>
                <a:gd name="T5" fmla="*/ 0 h 1723"/>
                <a:gd name="T6" fmla="*/ 1047 w 2073"/>
                <a:gd name="T7" fmla="*/ 1090 h 1723"/>
                <a:gd name="T8" fmla="*/ 1486 w 2073"/>
                <a:gd name="T9" fmla="*/ 0 h 1723"/>
                <a:gd name="T10" fmla="*/ 2073 w 2073"/>
                <a:gd name="T11" fmla="*/ 0 h 1723"/>
                <a:gd name="T12" fmla="*/ 2073 w 2073"/>
                <a:gd name="T13" fmla="*/ 1706 h 1723"/>
                <a:gd name="T14" fmla="*/ 1621 w 2073"/>
                <a:gd name="T15" fmla="*/ 1706 h 1723"/>
                <a:gd name="T16" fmla="*/ 1621 w 2073"/>
                <a:gd name="T17" fmla="*/ 499 h 1723"/>
                <a:gd name="T18" fmla="*/ 1121 w 2073"/>
                <a:gd name="T19" fmla="*/ 1723 h 1723"/>
                <a:gd name="T20" fmla="*/ 826 w 2073"/>
                <a:gd name="T21" fmla="*/ 1723 h 1723"/>
                <a:gd name="T22" fmla="*/ 336 w 2073"/>
                <a:gd name="T23" fmla="*/ 499 h 1723"/>
                <a:gd name="T24" fmla="*/ 336 w 2073"/>
                <a:gd name="T25" fmla="*/ 1706 h 1723"/>
                <a:gd name="T26" fmla="*/ 0 w 2073"/>
                <a:gd name="T27" fmla="*/ 1706 h 1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73" h="1723">
                  <a:moveTo>
                    <a:pt x="0" y="1706"/>
                  </a:moveTo>
                  <a:lnTo>
                    <a:pt x="0" y="0"/>
                  </a:lnTo>
                  <a:lnTo>
                    <a:pt x="617" y="0"/>
                  </a:lnTo>
                  <a:lnTo>
                    <a:pt x="1047" y="1090"/>
                  </a:lnTo>
                  <a:lnTo>
                    <a:pt x="1486" y="0"/>
                  </a:lnTo>
                  <a:lnTo>
                    <a:pt x="2073" y="0"/>
                  </a:lnTo>
                  <a:lnTo>
                    <a:pt x="2073" y="1706"/>
                  </a:lnTo>
                  <a:lnTo>
                    <a:pt x="1621" y="1706"/>
                  </a:lnTo>
                  <a:lnTo>
                    <a:pt x="1621" y="499"/>
                  </a:lnTo>
                  <a:lnTo>
                    <a:pt x="1121" y="1723"/>
                  </a:lnTo>
                  <a:lnTo>
                    <a:pt x="826" y="1723"/>
                  </a:lnTo>
                  <a:lnTo>
                    <a:pt x="336" y="499"/>
                  </a:lnTo>
                  <a:lnTo>
                    <a:pt x="336" y="1706"/>
                  </a:lnTo>
                  <a:lnTo>
                    <a:pt x="0" y="1706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54" name="Freeform 57"/>
            <p:cNvSpPr>
              <a:spLocks/>
            </p:cNvSpPr>
            <p:nvPr userDrawn="1"/>
          </p:nvSpPr>
          <p:spPr bwMode="gray">
            <a:xfrm>
              <a:off x="6708" y="350"/>
              <a:ext cx="104" cy="142"/>
            </a:xfrm>
            <a:custGeom>
              <a:avLst/>
              <a:gdLst>
                <a:gd name="T0" fmla="*/ 0 w 1242"/>
                <a:gd name="T1" fmla="*/ 1706 h 1706"/>
                <a:gd name="T2" fmla="*/ 0 w 1242"/>
                <a:gd name="T3" fmla="*/ 0 h 1706"/>
                <a:gd name="T4" fmla="*/ 1221 w 1242"/>
                <a:gd name="T5" fmla="*/ 0 h 1706"/>
                <a:gd name="T6" fmla="*/ 1221 w 1242"/>
                <a:gd name="T7" fmla="*/ 309 h 1706"/>
                <a:gd name="T8" fmla="*/ 459 w 1242"/>
                <a:gd name="T9" fmla="*/ 309 h 1706"/>
                <a:gd name="T10" fmla="*/ 459 w 1242"/>
                <a:gd name="T11" fmla="*/ 693 h 1706"/>
                <a:gd name="T12" fmla="*/ 1123 w 1242"/>
                <a:gd name="T13" fmla="*/ 693 h 1706"/>
                <a:gd name="T14" fmla="*/ 1123 w 1242"/>
                <a:gd name="T15" fmla="*/ 975 h 1706"/>
                <a:gd name="T16" fmla="*/ 459 w 1242"/>
                <a:gd name="T17" fmla="*/ 975 h 1706"/>
                <a:gd name="T18" fmla="*/ 459 w 1242"/>
                <a:gd name="T19" fmla="*/ 1380 h 1706"/>
                <a:gd name="T20" fmla="*/ 1242 w 1242"/>
                <a:gd name="T21" fmla="*/ 1380 h 1706"/>
                <a:gd name="T22" fmla="*/ 1242 w 1242"/>
                <a:gd name="T23" fmla="*/ 1706 h 1706"/>
                <a:gd name="T24" fmla="*/ 0 w 1242"/>
                <a:gd name="T25" fmla="*/ 1706 h 1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42" h="1706">
                  <a:moveTo>
                    <a:pt x="0" y="1706"/>
                  </a:moveTo>
                  <a:lnTo>
                    <a:pt x="0" y="0"/>
                  </a:lnTo>
                  <a:lnTo>
                    <a:pt x="1221" y="0"/>
                  </a:lnTo>
                  <a:lnTo>
                    <a:pt x="1221" y="309"/>
                  </a:lnTo>
                  <a:lnTo>
                    <a:pt x="459" y="309"/>
                  </a:lnTo>
                  <a:lnTo>
                    <a:pt x="459" y="693"/>
                  </a:lnTo>
                  <a:lnTo>
                    <a:pt x="1123" y="693"/>
                  </a:lnTo>
                  <a:lnTo>
                    <a:pt x="1123" y="975"/>
                  </a:lnTo>
                  <a:lnTo>
                    <a:pt x="459" y="975"/>
                  </a:lnTo>
                  <a:lnTo>
                    <a:pt x="459" y="1380"/>
                  </a:lnTo>
                  <a:lnTo>
                    <a:pt x="1242" y="1380"/>
                  </a:lnTo>
                  <a:lnTo>
                    <a:pt x="1242" y="1706"/>
                  </a:lnTo>
                  <a:lnTo>
                    <a:pt x="0" y="1706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55" name="Freeform 58"/>
            <p:cNvSpPr>
              <a:spLocks/>
            </p:cNvSpPr>
            <p:nvPr userDrawn="1"/>
          </p:nvSpPr>
          <p:spPr bwMode="gray">
            <a:xfrm>
              <a:off x="6838" y="350"/>
              <a:ext cx="123" cy="142"/>
            </a:xfrm>
            <a:custGeom>
              <a:avLst/>
              <a:gdLst>
                <a:gd name="T0" fmla="*/ 0 w 1473"/>
                <a:gd name="T1" fmla="*/ 1706 h 1706"/>
                <a:gd name="T2" fmla="*/ 0 w 1473"/>
                <a:gd name="T3" fmla="*/ 0 h 1706"/>
                <a:gd name="T4" fmla="*/ 551 w 1473"/>
                <a:gd name="T5" fmla="*/ 0 h 1706"/>
                <a:gd name="T6" fmla="*/ 1137 w 1473"/>
                <a:gd name="T7" fmla="*/ 1142 h 1706"/>
                <a:gd name="T8" fmla="*/ 1137 w 1473"/>
                <a:gd name="T9" fmla="*/ 0 h 1706"/>
                <a:gd name="T10" fmla="*/ 1473 w 1473"/>
                <a:gd name="T11" fmla="*/ 0 h 1706"/>
                <a:gd name="T12" fmla="*/ 1473 w 1473"/>
                <a:gd name="T13" fmla="*/ 1706 h 1706"/>
                <a:gd name="T14" fmla="*/ 936 w 1473"/>
                <a:gd name="T15" fmla="*/ 1706 h 1706"/>
                <a:gd name="T16" fmla="*/ 335 w 1473"/>
                <a:gd name="T17" fmla="*/ 549 h 1706"/>
                <a:gd name="T18" fmla="*/ 335 w 1473"/>
                <a:gd name="T19" fmla="*/ 1706 h 1706"/>
                <a:gd name="T20" fmla="*/ 0 w 1473"/>
                <a:gd name="T21" fmla="*/ 1706 h 1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73" h="1706">
                  <a:moveTo>
                    <a:pt x="0" y="1706"/>
                  </a:moveTo>
                  <a:lnTo>
                    <a:pt x="0" y="0"/>
                  </a:lnTo>
                  <a:lnTo>
                    <a:pt x="551" y="0"/>
                  </a:lnTo>
                  <a:lnTo>
                    <a:pt x="1137" y="1142"/>
                  </a:lnTo>
                  <a:lnTo>
                    <a:pt x="1137" y="0"/>
                  </a:lnTo>
                  <a:lnTo>
                    <a:pt x="1473" y="0"/>
                  </a:lnTo>
                  <a:lnTo>
                    <a:pt x="1473" y="1706"/>
                  </a:lnTo>
                  <a:lnTo>
                    <a:pt x="936" y="1706"/>
                  </a:lnTo>
                  <a:lnTo>
                    <a:pt x="335" y="549"/>
                  </a:lnTo>
                  <a:lnTo>
                    <a:pt x="335" y="1706"/>
                  </a:lnTo>
                  <a:lnTo>
                    <a:pt x="0" y="1706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56" name="Freeform 59"/>
            <p:cNvSpPr>
              <a:spLocks/>
            </p:cNvSpPr>
            <p:nvPr userDrawn="1"/>
          </p:nvSpPr>
          <p:spPr bwMode="gray">
            <a:xfrm>
              <a:off x="6986" y="347"/>
              <a:ext cx="109" cy="148"/>
            </a:xfrm>
            <a:custGeom>
              <a:avLst/>
              <a:gdLst>
                <a:gd name="T0" fmla="*/ 138 w 1309"/>
                <a:gd name="T1" fmla="*/ 1401 h 1770"/>
                <a:gd name="T2" fmla="*/ 303 w 1309"/>
                <a:gd name="T3" fmla="*/ 1438 h 1770"/>
                <a:gd name="T4" fmla="*/ 456 w 1309"/>
                <a:gd name="T5" fmla="*/ 1457 h 1770"/>
                <a:gd name="T6" fmla="*/ 615 w 1309"/>
                <a:gd name="T7" fmla="*/ 1458 h 1770"/>
                <a:gd name="T8" fmla="*/ 740 w 1309"/>
                <a:gd name="T9" fmla="*/ 1434 h 1770"/>
                <a:gd name="T10" fmla="*/ 790 w 1309"/>
                <a:gd name="T11" fmla="*/ 1409 h 1770"/>
                <a:gd name="T12" fmla="*/ 824 w 1309"/>
                <a:gd name="T13" fmla="*/ 1378 h 1770"/>
                <a:gd name="T14" fmla="*/ 843 w 1309"/>
                <a:gd name="T15" fmla="*/ 1337 h 1770"/>
                <a:gd name="T16" fmla="*/ 847 w 1309"/>
                <a:gd name="T17" fmla="*/ 1285 h 1770"/>
                <a:gd name="T18" fmla="*/ 824 w 1309"/>
                <a:gd name="T19" fmla="*/ 1220 h 1770"/>
                <a:gd name="T20" fmla="*/ 750 w 1309"/>
                <a:gd name="T21" fmla="*/ 1161 h 1770"/>
                <a:gd name="T22" fmla="*/ 571 w 1309"/>
                <a:gd name="T23" fmla="*/ 1078 h 1770"/>
                <a:gd name="T24" fmla="*/ 321 w 1309"/>
                <a:gd name="T25" fmla="*/ 965 h 1770"/>
                <a:gd name="T26" fmla="*/ 197 w 1309"/>
                <a:gd name="T27" fmla="*/ 893 h 1770"/>
                <a:gd name="T28" fmla="*/ 116 w 1309"/>
                <a:gd name="T29" fmla="*/ 826 h 1770"/>
                <a:gd name="T30" fmla="*/ 51 w 1309"/>
                <a:gd name="T31" fmla="*/ 736 h 1770"/>
                <a:gd name="T32" fmla="*/ 13 w 1309"/>
                <a:gd name="T33" fmla="*/ 633 h 1770"/>
                <a:gd name="T34" fmla="*/ 0 w 1309"/>
                <a:gd name="T35" fmla="*/ 515 h 1770"/>
                <a:gd name="T36" fmla="*/ 18 w 1309"/>
                <a:gd name="T37" fmla="*/ 369 h 1770"/>
                <a:gd name="T38" fmla="*/ 75 w 1309"/>
                <a:gd name="T39" fmla="*/ 247 h 1770"/>
                <a:gd name="T40" fmla="*/ 169 w 1309"/>
                <a:gd name="T41" fmla="*/ 148 h 1770"/>
                <a:gd name="T42" fmla="*/ 294 w 1309"/>
                <a:gd name="T43" fmla="*/ 73 h 1770"/>
                <a:gd name="T44" fmla="*/ 443 w 1309"/>
                <a:gd name="T45" fmla="*/ 24 h 1770"/>
                <a:gd name="T46" fmla="*/ 614 w 1309"/>
                <a:gd name="T47" fmla="*/ 2 h 1770"/>
                <a:gd name="T48" fmla="*/ 832 w 1309"/>
                <a:gd name="T49" fmla="*/ 7 h 1770"/>
                <a:gd name="T50" fmla="*/ 1134 w 1309"/>
                <a:gd name="T51" fmla="*/ 54 h 1770"/>
                <a:gd name="T52" fmla="*/ 1088 w 1309"/>
                <a:gd name="T53" fmla="*/ 353 h 1770"/>
                <a:gd name="T54" fmla="*/ 947 w 1309"/>
                <a:gd name="T55" fmla="*/ 314 h 1770"/>
                <a:gd name="T56" fmla="*/ 811 w 1309"/>
                <a:gd name="T57" fmla="*/ 294 h 1770"/>
                <a:gd name="T58" fmla="*/ 667 w 1309"/>
                <a:gd name="T59" fmla="*/ 293 h 1770"/>
                <a:gd name="T60" fmla="*/ 539 w 1309"/>
                <a:gd name="T61" fmla="*/ 321 h 1770"/>
                <a:gd name="T62" fmla="*/ 488 w 1309"/>
                <a:gd name="T63" fmla="*/ 352 h 1770"/>
                <a:gd name="T64" fmla="*/ 463 w 1309"/>
                <a:gd name="T65" fmla="*/ 387 h 1770"/>
                <a:gd name="T66" fmla="*/ 449 w 1309"/>
                <a:gd name="T67" fmla="*/ 430 h 1770"/>
                <a:gd name="T68" fmla="*/ 456 w 1309"/>
                <a:gd name="T69" fmla="*/ 490 h 1770"/>
                <a:gd name="T70" fmla="*/ 506 w 1309"/>
                <a:gd name="T71" fmla="*/ 545 h 1770"/>
                <a:gd name="T72" fmla="*/ 632 w 1309"/>
                <a:gd name="T73" fmla="*/ 608 h 1770"/>
                <a:gd name="T74" fmla="*/ 914 w 1309"/>
                <a:gd name="T75" fmla="*/ 740 h 1770"/>
                <a:gd name="T76" fmla="*/ 1101 w 1309"/>
                <a:gd name="T77" fmla="*/ 846 h 1770"/>
                <a:gd name="T78" fmla="*/ 1187 w 1309"/>
                <a:gd name="T79" fmla="*/ 913 h 1770"/>
                <a:gd name="T80" fmla="*/ 1251 w 1309"/>
                <a:gd name="T81" fmla="*/ 997 h 1770"/>
                <a:gd name="T82" fmla="*/ 1292 w 1309"/>
                <a:gd name="T83" fmla="*/ 1094 h 1770"/>
                <a:gd name="T84" fmla="*/ 1309 w 1309"/>
                <a:gd name="T85" fmla="*/ 1204 h 1770"/>
                <a:gd name="T86" fmla="*/ 1295 w 1309"/>
                <a:gd name="T87" fmla="*/ 1358 h 1770"/>
                <a:gd name="T88" fmla="*/ 1270 w 1309"/>
                <a:gd name="T89" fmla="*/ 1432 h 1770"/>
                <a:gd name="T90" fmla="*/ 1234 w 1309"/>
                <a:gd name="T91" fmla="*/ 1499 h 1770"/>
                <a:gd name="T92" fmla="*/ 1186 w 1309"/>
                <a:gd name="T93" fmla="*/ 1559 h 1770"/>
                <a:gd name="T94" fmla="*/ 1069 w 1309"/>
                <a:gd name="T95" fmla="*/ 1651 h 1770"/>
                <a:gd name="T96" fmla="*/ 936 w 1309"/>
                <a:gd name="T97" fmla="*/ 1714 h 1770"/>
                <a:gd name="T98" fmla="*/ 780 w 1309"/>
                <a:gd name="T99" fmla="*/ 1752 h 1770"/>
                <a:gd name="T100" fmla="*/ 601 w 1309"/>
                <a:gd name="T101" fmla="*/ 1769 h 1770"/>
                <a:gd name="T102" fmla="*/ 299 w 1309"/>
                <a:gd name="T103" fmla="*/ 1754 h 17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309" h="1770">
                  <a:moveTo>
                    <a:pt x="34" y="1707"/>
                  </a:moveTo>
                  <a:lnTo>
                    <a:pt x="34" y="1371"/>
                  </a:lnTo>
                  <a:lnTo>
                    <a:pt x="69" y="1382"/>
                  </a:lnTo>
                  <a:lnTo>
                    <a:pt x="105" y="1392"/>
                  </a:lnTo>
                  <a:lnTo>
                    <a:pt x="138" y="1401"/>
                  </a:lnTo>
                  <a:lnTo>
                    <a:pt x="173" y="1410"/>
                  </a:lnTo>
                  <a:lnTo>
                    <a:pt x="206" y="1419"/>
                  </a:lnTo>
                  <a:lnTo>
                    <a:pt x="239" y="1426"/>
                  </a:lnTo>
                  <a:lnTo>
                    <a:pt x="272" y="1432"/>
                  </a:lnTo>
                  <a:lnTo>
                    <a:pt x="303" y="1438"/>
                  </a:lnTo>
                  <a:lnTo>
                    <a:pt x="335" y="1444"/>
                  </a:lnTo>
                  <a:lnTo>
                    <a:pt x="366" y="1448"/>
                  </a:lnTo>
                  <a:lnTo>
                    <a:pt x="396" y="1452"/>
                  </a:lnTo>
                  <a:lnTo>
                    <a:pt x="427" y="1455"/>
                  </a:lnTo>
                  <a:lnTo>
                    <a:pt x="456" y="1457"/>
                  </a:lnTo>
                  <a:lnTo>
                    <a:pt x="486" y="1459"/>
                  </a:lnTo>
                  <a:lnTo>
                    <a:pt x="515" y="1460"/>
                  </a:lnTo>
                  <a:lnTo>
                    <a:pt x="542" y="1461"/>
                  </a:lnTo>
                  <a:lnTo>
                    <a:pt x="580" y="1460"/>
                  </a:lnTo>
                  <a:lnTo>
                    <a:pt x="615" y="1458"/>
                  </a:lnTo>
                  <a:lnTo>
                    <a:pt x="646" y="1455"/>
                  </a:lnTo>
                  <a:lnTo>
                    <a:pt x="676" y="1451"/>
                  </a:lnTo>
                  <a:lnTo>
                    <a:pt x="703" y="1445"/>
                  </a:lnTo>
                  <a:lnTo>
                    <a:pt x="729" y="1438"/>
                  </a:lnTo>
                  <a:lnTo>
                    <a:pt x="740" y="1434"/>
                  </a:lnTo>
                  <a:lnTo>
                    <a:pt x="751" y="1430"/>
                  </a:lnTo>
                  <a:lnTo>
                    <a:pt x="761" y="1426"/>
                  </a:lnTo>
                  <a:lnTo>
                    <a:pt x="772" y="1421"/>
                  </a:lnTo>
                  <a:lnTo>
                    <a:pt x="781" y="1416"/>
                  </a:lnTo>
                  <a:lnTo>
                    <a:pt x="790" y="1409"/>
                  </a:lnTo>
                  <a:lnTo>
                    <a:pt x="798" y="1404"/>
                  </a:lnTo>
                  <a:lnTo>
                    <a:pt x="805" y="1398"/>
                  </a:lnTo>
                  <a:lnTo>
                    <a:pt x="812" y="1391"/>
                  </a:lnTo>
                  <a:lnTo>
                    <a:pt x="819" y="1385"/>
                  </a:lnTo>
                  <a:lnTo>
                    <a:pt x="824" y="1378"/>
                  </a:lnTo>
                  <a:lnTo>
                    <a:pt x="829" y="1370"/>
                  </a:lnTo>
                  <a:lnTo>
                    <a:pt x="834" y="1362"/>
                  </a:lnTo>
                  <a:lnTo>
                    <a:pt x="837" y="1354"/>
                  </a:lnTo>
                  <a:lnTo>
                    <a:pt x="841" y="1346"/>
                  </a:lnTo>
                  <a:lnTo>
                    <a:pt x="843" y="1337"/>
                  </a:lnTo>
                  <a:lnTo>
                    <a:pt x="845" y="1329"/>
                  </a:lnTo>
                  <a:lnTo>
                    <a:pt x="847" y="1319"/>
                  </a:lnTo>
                  <a:lnTo>
                    <a:pt x="848" y="1309"/>
                  </a:lnTo>
                  <a:lnTo>
                    <a:pt x="848" y="1299"/>
                  </a:lnTo>
                  <a:lnTo>
                    <a:pt x="847" y="1285"/>
                  </a:lnTo>
                  <a:lnTo>
                    <a:pt x="845" y="1271"/>
                  </a:lnTo>
                  <a:lnTo>
                    <a:pt x="842" y="1257"/>
                  </a:lnTo>
                  <a:lnTo>
                    <a:pt x="837" y="1244"/>
                  </a:lnTo>
                  <a:lnTo>
                    <a:pt x="831" y="1232"/>
                  </a:lnTo>
                  <a:lnTo>
                    <a:pt x="824" y="1220"/>
                  </a:lnTo>
                  <a:lnTo>
                    <a:pt x="814" y="1208"/>
                  </a:lnTo>
                  <a:lnTo>
                    <a:pt x="805" y="1198"/>
                  </a:lnTo>
                  <a:lnTo>
                    <a:pt x="791" y="1187"/>
                  </a:lnTo>
                  <a:lnTo>
                    <a:pt x="773" y="1175"/>
                  </a:lnTo>
                  <a:lnTo>
                    <a:pt x="750" y="1161"/>
                  </a:lnTo>
                  <a:lnTo>
                    <a:pt x="724" y="1146"/>
                  </a:lnTo>
                  <a:lnTo>
                    <a:pt x="692" y="1131"/>
                  </a:lnTo>
                  <a:lnTo>
                    <a:pt x="655" y="1114"/>
                  </a:lnTo>
                  <a:lnTo>
                    <a:pt x="616" y="1096"/>
                  </a:lnTo>
                  <a:lnTo>
                    <a:pt x="571" y="1078"/>
                  </a:lnTo>
                  <a:lnTo>
                    <a:pt x="490" y="1044"/>
                  </a:lnTo>
                  <a:lnTo>
                    <a:pt x="417" y="1011"/>
                  </a:lnTo>
                  <a:lnTo>
                    <a:pt x="383" y="996"/>
                  </a:lnTo>
                  <a:lnTo>
                    <a:pt x="351" y="980"/>
                  </a:lnTo>
                  <a:lnTo>
                    <a:pt x="321" y="965"/>
                  </a:lnTo>
                  <a:lnTo>
                    <a:pt x="293" y="950"/>
                  </a:lnTo>
                  <a:lnTo>
                    <a:pt x="267" y="936"/>
                  </a:lnTo>
                  <a:lnTo>
                    <a:pt x="241" y="922"/>
                  </a:lnTo>
                  <a:lnTo>
                    <a:pt x="219" y="907"/>
                  </a:lnTo>
                  <a:lnTo>
                    <a:pt x="197" y="893"/>
                  </a:lnTo>
                  <a:lnTo>
                    <a:pt x="178" y="880"/>
                  </a:lnTo>
                  <a:lnTo>
                    <a:pt x="161" y="866"/>
                  </a:lnTo>
                  <a:lnTo>
                    <a:pt x="145" y="854"/>
                  </a:lnTo>
                  <a:lnTo>
                    <a:pt x="131" y="842"/>
                  </a:lnTo>
                  <a:lnTo>
                    <a:pt x="116" y="826"/>
                  </a:lnTo>
                  <a:lnTo>
                    <a:pt x="100" y="808"/>
                  </a:lnTo>
                  <a:lnTo>
                    <a:pt x="86" y="791"/>
                  </a:lnTo>
                  <a:lnTo>
                    <a:pt x="74" y="774"/>
                  </a:lnTo>
                  <a:lnTo>
                    <a:pt x="62" y="755"/>
                  </a:lnTo>
                  <a:lnTo>
                    <a:pt x="51" y="736"/>
                  </a:lnTo>
                  <a:lnTo>
                    <a:pt x="41" y="716"/>
                  </a:lnTo>
                  <a:lnTo>
                    <a:pt x="32" y="696"/>
                  </a:lnTo>
                  <a:lnTo>
                    <a:pt x="25" y="676"/>
                  </a:lnTo>
                  <a:lnTo>
                    <a:pt x="18" y="654"/>
                  </a:lnTo>
                  <a:lnTo>
                    <a:pt x="13" y="633"/>
                  </a:lnTo>
                  <a:lnTo>
                    <a:pt x="8" y="610"/>
                  </a:lnTo>
                  <a:lnTo>
                    <a:pt x="4" y="587"/>
                  </a:lnTo>
                  <a:lnTo>
                    <a:pt x="2" y="563"/>
                  </a:lnTo>
                  <a:lnTo>
                    <a:pt x="0" y="540"/>
                  </a:lnTo>
                  <a:lnTo>
                    <a:pt x="0" y="515"/>
                  </a:lnTo>
                  <a:lnTo>
                    <a:pt x="1" y="484"/>
                  </a:lnTo>
                  <a:lnTo>
                    <a:pt x="3" y="454"/>
                  </a:lnTo>
                  <a:lnTo>
                    <a:pt x="7" y="424"/>
                  </a:lnTo>
                  <a:lnTo>
                    <a:pt x="12" y="397"/>
                  </a:lnTo>
                  <a:lnTo>
                    <a:pt x="18" y="369"/>
                  </a:lnTo>
                  <a:lnTo>
                    <a:pt x="26" y="343"/>
                  </a:lnTo>
                  <a:lnTo>
                    <a:pt x="36" y="317"/>
                  </a:lnTo>
                  <a:lnTo>
                    <a:pt x="47" y="293"/>
                  </a:lnTo>
                  <a:lnTo>
                    <a:pt x="61" y="269"/>
                  </a:lnTo>
                  <a:lnTo>
                    <a:pt x="75" y="247"/>
                  </a:lnTo>
                  <a:lnTo>
                    <a:pt x="90" y="225"/>
                  </a:lnTo>
                  <a:lnTo>
                    <a:pt x="108" y="204"/>
                  </a:lnTo>
                  <a:lnTo>
                    <a:pt x="127" y="185"/>
                  </a:lnTo>
                  <a:lnTo>
                    <a:pt x="146" y="165"/>
                  </a:lnTo>
                  <a:lnTo>
                    <a:pt x="169" y="148"/>
                  </a:lnTo>
                  <a:lnTo>
                    <a:pt x="192" y="131"/>
                  </a:lnTo>
                  <a:lnTo>
                    <a:pt x="217" y="115"/>
                  </a:lnTo>
                  <a:lnTo>
                    <a:pt x="241" y="100"/>
                  </a:lnTo>
                  <a:lnTo>
                    <a:pt x="268" y="86"/>
                  </a:lnTo>
                  <a:lnTo>
                    <a:pt x="294" y="73"/>
                  </a:lnTo>
                  <a:lnTo>
                    <a:pt x="322" y="61"/>
                  </a:lnTo>
                  <a:lnTo>
                    <a:pt x="351" y="51"/>
                  </a:lnTo>
                  <a:lnTo>
                    <a:pt x="381" y="41"/>
                  </a:lnTo>
                  <a:lnTo>
                    <a:pt x="412" y="33"/>
                  </a:lnTo>
                  <a:lnTo>
                    <a:pt x="443" y="24"/>
                  </a:lnTo>
                  <a:lnTo>
                    <a:pt x="475" y="18"/>
                  </a:lnTo>
                  <a:lnTo>
                    <a:pt x="508" y="12"/>
                  </a:lnTo>
                  <a:lnTo>
                    <a:pt x="543" y="8"/>
                  </a:lnTo>
                  <a:lnTo>
                    <a:pt x="578" y="4"/>
                  </a:lnTo>
                  <a:lnTo>
                    <a:pt x="614" y="2"/>
                  </a:lnTo>
                  <a:lnTo>
                    <a:pt x="650" y="0"/>
                  </a:lnTo>
                  <a:lnTo>
                    <a:pt x="688" y="0"/>
                  </a:lnTo>
                  <a:lnTo>
                    <a:pt x="733" y="0"/>
                  </a:lnTo>
                  <a:lnTo>
                    <a:pt x="781" y="3"/>
                  </a:lnTo>
                  <a:lnTo>
                    <a:pt x="832" y="7"/>
                  </a:lnTo>
                  <a:lnTo>
                    <a:pt x="886" y="13"/>
                  </a:lnTo>
                  <a:lnTo>
                    <a:pt x="943" y="20"/>
                  </a:lnTo>
                  <a:lnTo>
                    <a:pt x="1004" y="30"/>
                  </a:lnTo>
                  <a:lnTo>
                    <a:pt x="1067" y="42"/>
                  </a:lnTo>
                  <a:lnTo>
                    <a:pt x="1134" y="54"/>
                  </a:lnTo>
                  <a:lnTo>
                    <a:pt x="1177" y="61"/>
                  </a:lnTo>
                  <a:lnTo>
                    <a:pt x="1177" y="386"/>
                  </a:lnTo>
                  <a:lnTo>
                    <a:pt x="1147" y="374"/>
                  </a:lnTo>
                  <a:lnTo>
                    <a:pt x="1117" y="363"/>
                  </a:lnTo>
                  <a:lnTo>
                    <a:pt x="1088" y="353"/>
                  </a:lnTo>
                  <a:lnTo>
                    <a:pt x="1059" y="344"/>
                  </a:lnTo>
                  <a:lnTo>
                    <a:pt x="1031" y="336"/>
                  </a:lnTo>
                  <a:lnTo>
                    <a:pt x="1003" y="327"/>
                  </a:lnTo>
                  <a:lnTo>
                    <a:pt x="975" y="320"/>
                  </a:lnTo>
                  <a:lnTo>
                    <a:pt x="947" y="314"/>
                  </a:lnTo>
                  <a:lnTo>
                    <a:pt x="920" y="309"/>
                  </a:lnTo>
                  <a:lnTo>
                    <a:pt x="892" y="304"/>
                  </a:lnTo>
                  <a:lnTo>
                    <a:pt x="865" y="300"/>
                  </a:lnTo>
                  <a:lnTo>
                    <a:pt x="838" y="297"/>
                  </a:lnTo>
                  <a:lnTo>
                    <a:pt x="811" y="294"/>
                  </a:lnTo>
                  <a:lnTo>
                    <a:pt x="786" y="292"/>
                  </a:lnTo>
                  <a:lnTo>
                    <a:pt x="759" y="291"/>
                  </a:lnTo>
                  <a:lnTo>
                    <a:pt x="734" y="291"/>
                  </a:lnTo>
                  <a:lnTo>
                    <a:pt x="699" y="292"/>
                  </a:lnTo>
                  <a:lnTo>
                    <a:pt x="667" y="293"/>
                  </a:lnTo>
                  <a:lnTo>
                    <a:pt x="637" y="296"/>
                  </a:lnTo>
                  <a:lnTo>
                    <a:pt x="609" y="301"/>
                  </a:lnTo>
                  <a:lnTo>
                    <a:pt x="583" y="306"/>
                  </a:lnTo>
                  <a:lnTo>
                    <a:pt x="559" y="313"/>
                  </a:lnTo>
                  <a:lnTo>
                    <a:pt x="539" y="321"/>
                  </a:lnTo>
                  <a:lnTo>
                    <a:pt x="520" y="331"/>
                  </a:lnTo>
                  <a:lnTo>
                    <a:pt x="512" y="336"/>
                  </a:lnTo>
                  <a:lnTo>
                    <a:pt x="503" y="341"/>
                  </a:lnTo>
                  <a:lnTo>
                    <a:pt x="495" y="346"/>
                  </a:lnTo>
                  <a:lnTo>
                    <a:pt x="488" y="352"/>
                  </a:lnTo>
                  <a:lnTo>
                    <a:pt x="482" y="359"/>
                  </a:lnTo>
                  <a:lnTo>
                    <a:pt x="476" y="365"/>
                  </a:lnTo>
                  <a:lnTo>
                    <a:pt x="471" y="372"/>
                  </a:lnTo>
                  <a:lnTo>
                    <a:pt x="467" y="380"/>
                  </a:lnTo>
                  <a:lnTo>
                    <a:pt x="463" y="387"/>
                  </a:lnTo>
                  <a:lnTo>
                    <a:pt x="459" y="395"/>
                  </a:lnTo>
                  <a:lnTo>
                    <a:pt x="455" y="403"/>
                  </a:lnTo>
                  <a:lnTo>
                    <a:pt x="453" y="411"/>
                  </a:lnTo>
                  <a:lnTo>
                    <a:pt x="451" y="420"/>
                  </a:lnTo>
                  <a:lnTo>
                    <a:pt x="449" y="430"/>
                  </a:lnTo>
                  <a:lnTo>
                    <a:pt x="448" y="439"/>
                  </a:lnTo>
                  <a:lnTo>
                    <a:pt x="448" y="449"/>
                  </a:lnTo>
                  <a:lnTo>
                    <a:pt x="449" y="463"/>
                  </a:lnTo>
                  <a:lnTo>
                    <a:pt x="452" y="477"/>
                  </a:lnTo>
                  <a:lnTo>
                    <a:pt x="456" y="490"/>
                  </a:lnTo>
                  <a:lnTo>
                    <a:pt x="463" y="502"/>
                  </a:lnTo>
                  <a:lnTo>
                    <a:pt x="471" y="514"/>
                  </a:lnTo>
                  <a:lnTo>
                    <a:pt x="481" y="524"/>
                  </a:lnTo>
                  <a:lnTo>
                    <a:pt x="492" y="536"/>
                  </a:lnTo>
                  <a:lnTo>
                    <a:pt x="506" y="545"/>
                  </a:lnTo>
                  <a:lnTo>
                    <a:pt x="521" y="553"/>
                  </a:lnTo>
                  <a:lnTo>
                    <a:pt x="540" y="564"/>
                  </a:lnTo>
                  <a:lnTo>
                    <a:pt x="565" y="577"/>
                  </a:lnTo>
                  <a:lnTo>
                    <a:pt x="595" y="592"/>
                  </a:lnTo>
                  <a:lnTo>
                    <a:pt x="632" y="608"/>
                  </a:lnTo>
                  <a:lnTo>
                    <a:pt x="673" y="628"/>
                  </a:lnTo>
                  <a:lnTo>
                    <a:pt x="720" y="649"/>
                  </a:lnTo>
                  <a:lnTo>
                    <a:pt x="773" y="672"/>
                  </a:lnTo>
                  <a:lnTo>
                    <a:pt x="846" y="707"/>
                  </a:lnTo>
                  <a:lnTo>
                    <a:pt x="914" y="740"/>
                  </a:lnTo>
                  <a:lnTo>
                    <a:pt x="976" y="771"/>
                  </a:lnTo>
                  <a:lnTo>
                    <a:pt x="1031" y="802"/>
                  </a:lnTo>
                  <a:lnTo>
                    <a:pt x="1056" y="817"/>
                  </a:lnTo>
                  <a:lnTo>
                    <a:pt x="1080" y="832"/>
                  </a:lnTo>
                  <a:lnTo>
                    <a:pt x="1101" y="846"/>
                  </a:lnTo>
                  <a:lnTo>
                    <a:pt x="1122" y="860"/>
                  </a:lnTo>
                  <a:lnTo>
                    <a:pt x="1140" y="875"/>
                  </a:lnTo>
                  <a:lnTo>
                    <a:pt x="1157" y="888"/>
                  </a:lnTo>
                  <a:lnTo>
                    <a:pt x="1173" y="901"/>
                  </a:lnTo>
                  <a:lnTo>
                    <a:pt x="1187" y="913"/>
                  </a:lnTo>
                  <a:lnTo>
                    <a:pt x="1201" y="930"/>
                  </a:lnTo>
                  <a:lnTo>
                    <a:pt x="1215" y="945"/>
                  </a:lnTo>
                  <a:lnTo>
                    <a:pt x="1229" y="962"/>
                  </a:lnTo>
                  <a:lnTo>
                    <a:pt x="1241" y="979"/>
                  </a:lnTo>
                  <a:lnTo>
                    <a:pt x="1251" y="997"/>
                  </a:lnTo>
                  <a:lnTo>
                    <a:pt x="1261" y="1015"/>
                  </a:lnTo>
                  <a:lnTo>
                    <a:pt x="1270" y="1034"/>
                  </a:lnTo>
                  <a:lnTo>
                    <a:pt x="1279" y="1053"/>
                  </a:lnTo>
                  <a:lnTo>
                    <a:pt x="1286" y="1074"/>
                  </a:lnTo>
                  <a:lnTo>
                    <a:pt x="1292" y="1094"/>
                  </a:lnTo>
                  <a:lnTo>
                    <a:pt x="1298" y="1114"/>
                  </a:lnTo>
                  <a:lnTo>
                    <a:pt x="1302" y="1137"/>
                  </a:lnTo>
                  <a:lnTo>
                    <a:pt x="1305" y="1158"/>
                  </a:lnTo>
                  <a:lnTo>
                    <a:pt x="1307" y="1182"/>
                  </a:lnTo>
                  <a:lnTo>
                    <a:pt x="1309" y="1204"/>
                  </a:lnTo>
                  <a:lnTo>
                    <a:pt x="1309" y="1229"/>
                  </a:lnTo>
                  <a:lnTo>
                    <a:pt x="1308" y="1262"/>
                  </a:lnTo>
                  <a:lnTo>
                    <a:pt x="1306" y="1296"/>
                  </a:lnTo>
                  <a:lnTo>
                    <a:pt x="1301" y="1328"/>
                  </a:lnTo>
                  <a:lnTo>
                    <a:pt x="1295" y="1358"/>
                  </a:lnTo>
                  <a:lnTo>
                    <a:pt x="1291" y="1374"/>
                  </a:lnTo>
                  <a:lnTo>
                    <a:pt x="1286" y="1389"/>
                  </a:lnTo>
                  <a:lnTo>
                    <a:pt x="1282" y="1403"/>
                  </a:lnTo>
                  <a:lnTo>
                    <a:pt x="1276" y="1418"/>
                  </a:lnTo>
                  <a:lnTo>
                    <a:pt x="1270" y="1432"/>
                  </a:lnTo>
                  <a:lnTo>
                    <a:pt x="1263" y="1446"/>
                  </a:lnTo>
                  <a:lnTo>
                    <a:pt x="1257" y="1459"/>
                  </a:lnTo>
                  <a:lnTo>
                    <a:pt x="1250" y="1473"/>
                  </a:lnTo>
                  <a:lnTo>
                    <a:pt x="1242" y="1486"/>
                  </a:lnTo>
                  <a:lnTo>
                    <a:pt x="1234" y="1499"/>
                  </a:lnTo>
                  <a:lnTo>
                    <a:pt x="1225" y="1511"/>
                  </a:lnTo>
                  <a:lnTo>
                    <a:pt x="1216" y="1524"/>
                  </a:lnTo>
                  <a:lnTo>
                    <a:pt x="1206" y="1536"/>
                  </a:lnTo>
                  <a:lnTo>
                    <a:pt x="1196" y="1547"/>
                  </a:lnTo>
                  <a:lnTo>
                    <a:pt x="1186" y="1559"/>
                  </a:lnTo>
                  <a:lnTo>
                    <a:pt x="1175" y="1571"/>
                  </a:lnTo>
                  <a:lnTo>
                    <a:pt x="1151" y="1592"/>
                  </a:lnTo>
                  <a:lnTo>
                    <a:pt x="1126" y="1613"/>
                  </a:lnTo>
                  <a:lnTo>
                    <a:pt x="1099" y="1633"/>
                  </a:lnTo>
                  <a:lnTo>
                    <a:pt x="1069" y="1651"/>
                  </a:lnTo>
                  <a:lnTo>
                    <a:pt x="1045" y="1666"/>
                  </a:lnTo>
                  <a:lnTo>
                    <a:pt x="1018" y="1679"/>
                  </a:lnTo>
                  <a:lnTo>
                    <a:pt x="992" y="1691"/>
                  </a:lnTo>
                  <a:lnTo>
                    <a:pt x="964" y="1703"/>
                  </a:lnTo>
                  <a:lnTo>
                    <a:pt x="936" y="1714"/>
                  </a:lnTo>
                  <a:lnTo>
                    <a:pt x="906" y="1724"/>
                  </a:lnTo>
                  <a:lnTo>
                    <a:pt x="876" y="1732"/>
                  </a:lnTo>
                  <a:lnTo>
                    <a:pt x="845" y="1740"/>
                  </a:lnTo>
                  <a:lnTo>
                    <a:pt x="812" y="1747"/>
                  </a:lnTo>
                  <a:lnTo>
                    <a:pt x="780" y="1752"/>
                  </a:lnTo>
                  <a:lnTo>
                    <a:pt x="746" y="1757"/>
                  </a:lnTo>
                  <a:lnTo>
                    <a:pt x="710" y="1762"/>
                  </a:lnTo>
                  <a:lnTo>
                    <a:pt x="675" y="1766"/>
                  </a:lnTo>
                  <a:lnTo>
                    <a:pt x="639" y="1768"/>
                  </a:lnTo>
                  <a:lnTo>
                    <a:pt x="601" y="1769"/>
                  </a:lnTo>
                  <a:lnTo>
                    <a:pt x="563" y="1770"/>
                  </a:lnTo>
                  <a:lnTo>
                    <a:pt x="497" y="1769"/>
                  </a:lnTo>
                  <a:lnTo>
                    <a:pt x="431" y="1766"/>
                  </a:lnTo>
                  <a:lnTo>
                    <a:pt x="365" y="1761"/>
                  </a:lnTo>
                  <a:lnTo>
                    <a:pt x="299" y="1754"/>
                  </a:lnTo>
                  <a:lnTo>
                    <a:pt x="233" y="1745"/>
                  </a:lnTo>
                  <a:lnTo>
                    <a:pt x="167" y="1735"/>
                  </a:lnTo>
                  <a:lnTo>
                    <a:pt x="100" y="1722"/>
                  </a:lnTo>
                  <a:lnTo>
                    <a:pt x="34" y="1707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2905375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title color fill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A11E93D9-A0B9-4B8A-9EDC-86243ED38CE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6981023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56" name="think-cell Slide" r:id="rId7" imgW="622" imgH="623" progId="TCLayout.ActiveDocument.1">
                  <p:embed/>
                </p:oleObj>
              </mc:Choice>
              <mc:Fallback>
                <p:oleObj name="think-cell Slide" r:id="rId7" imgW="622" imgH="62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B2569BFB-5B26-4CC9-81BC-C81A15DADEF3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charset="0"/>
              <a:buNone/>
            </a:pPr>
            <a:endParaRPr lang="en-US" sz="4400" b="1" i="0" baseline="0" dirty="0">
              <a:solidFill>
                <a:schemeClr val="tx1"/>
              </a:solidFill>
              <a:latin typeface="Arial" panose="020B0604020202020204" pitchFamily="34" charset="0"/>
              <a:ea typeface="Siemens Sans Global" pitchFamily="2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" name="cdtRectangle 115 Id57350"/>
          <p:cNvSpPr>
            <a:spLocks noGrp="1" noChangeArrowheads="1"/>
          </p:cNvSpPr>
          <p:nvPr>
            <p:ph type="ctrTitle"/>
            <p:custDataLst>
              <p:tags r:id="rId4"/>
            </p:custDataLst>
          </p:nvPr>
        </p:nvSpPr>
        <p:spPr bwMode="ltGray">
          <a:xfrm>
            <a:off x="627063" y="3891600"/>
            <a:ext cx="6480000" cy="2340314"/>
          </a:xfrm>
          <a:gradFill>
            <a:gsLst>
              <a:gs pos="83000">
                <a:srgbClr val="0099B0">
                  <a:alpha val="85000"/>
                </a:srgbClr>
              </a:gs>
              <a:gs pos="50000">
                <a:srgbClr val="009999">
                  <a:alpha val="85000"/>
                </a:srgbClr>
              </a:gs>
              <a:gs pos="0">
                <a:srgbClr val="50BEBE">
                  <a:alpha val="85000"/>
                </a:srgbClr>
              </a:gs>
              <a:gs pos="100000">
                <a:srgbClr val="0099CB">
                  <a:alpha val="85000"/>
                </a:srgbClr>
              </a:gs>
            </a:gsLst>
            <a:lin ang="0" scaled="0"/>
          </a:gradFill>
        </p:spPr>
        <p:txBody>
          <a:bodyPr wrap="square" lIns="216000" tIns="90000" rIns="216000" bIns="216000" anchor="b" anchorCtr="0">
            <a:spAutoFit/>
          </a:bodyPr>
          <a:lstStyle>
            <a:lvl1pPr>
              <a:defRPr sz="4400" smtClean="0">
                <a:solidFill>
                  <a:srgbClr val="FFFFFF"/>
                </a:solidFill>
                <a:latin typeface="Arial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4" name="cdtText Box 101 Id11"/>
          <p:cNvSpPr txBox="1">
            <a:spLocks noChangeArrowheads="1"/>
          </p:cNvSpPr>
          <p:nvPr userDrawn="1">
            <p:custDataLst>
              <p:tags r:id="rId5"/>
            </p:custDataLst>
          </p:nvPr>
        </p:nvSpPr>
        <p:spPr bwMode="auto">
          <a:xfrm>
            <a:off x="6099175" y="0"/>
            <a:ext cx="1588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0">
            <a:noAutofit/>
          </a:bodyPr>
          <a:lstStyle/>
          <a:p>
            <a:pPr algn="ctr">
              <a:buClrTx/>
              <a:buFontTx/>
              <a:buNone/>
            </a:pPr>
            <a:endParaRPr lang="en-US" sz="1100" b="1" noProof="0" dirty="0">
              <a:solidFill>
                <a:srgbClr val="990000"/>
              </a:solidFill>
            </a:endParaRPr>
          </a:p>
        </p:txBody>
      </p:sp>
      <p:grpSp>
        <p:nvGrpSpPr>
          <p:cNvPr id="80" name="Gruppieren 79"/>
          <p:cNvGrpSpPr/>
          <p:nvPr userDrawn="1"/>
        </p:nvGrpSpPr>
        <p:grpSpPr>
          <a:xfrm>
            <a:off x="-216000" y="-216000"/>
            <a:ext cx="12628800" cy="7290000"/>
            <a:chOff x="-216000" y="-216000"/>
            <a:chExt cx="12628800" cy="7290000"/>
          </a:xfrm>
        </p:grpSpPr>
        <p:cxnSp>
          <p:nvCxnSpPr>
            <p:cNvPr id="81" name="Gerade Verbindung 80"/>
            <p:cNvCxnSpPr/>
            <p:nvPr userDrawn="1"/>
          </p:nvCxnSpPr>
          <p:spPr bwMode="auto">
            <a:xfrm>
              <a:off x="627063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2" name="Gerade Verbindung 81"/>
            <p:cNvCxnSpPr/>
            <p:nvPr userDrawn="1"/>
          </p:nvCxnSpPr>
          <p:spPr bwMode="auto">
            <a:xfrm>
              <a:off x="6099175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3" name="Gerade Verbindung 82"/>
            <p:cNvCxnSpPr/>
            <p:nvPr userDrawn="1"/>
          </p:nvCxnSpPr>
          <p:spPr bwMode="auto">
            <a:xfrm>
              <a:off x="62420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4" name="Gerade Verbindung 83"/>
            <p:cNvCxnSpPr/>
            <p:nvPr userDrawn="1"/>
          </p:nvCxnSpPr>
          <p:spPr bwMode="auto">
            <a:xfrm>
              <a:off x="8835479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5" name="Gerade Verbindung 84"/>
            <p:cNvCxnSpPr/>
            <p:nvPr userDrawn="1"/>
          </p:nvCxnSpPr>
          <p:spPr bwMode="auto">
            <a:xfrm>
              <a:off x="117157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6" name="Gerade Verbindung 85"/>
            <p:cNvCxnSpPr/>
            <p:nvPr userDrawn="1"/>
          </p:nvCxnSpPr>
          <p:spPr bwMode="auto">
            <a:xfrm rot="5400000">
              <a:off x="123228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7" name="Gerade Verbindung 86"/>
            <p:cNvCxnSpPr/>
            <p:nvPr userDrawn="1"/>
          </p:nvCxnSpPr>
          <p:spPr bwMode="auto">
            <a:xfrm rot="5400000">
              <a:off x="12322800" y="945844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8" name="Gerade Verbindung 87"/>
            <p:cNvCxnSpPr/>
            <p:nvPr userDrawn="1"/>
          </p:nvCxnSpPr>
          <p:spPr bwMode="auto">
            <a:xfrm rot="5400000">
              <a:off x="12322800" y="135145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9" name="Gerade Verbindung 88"/>
            <p:cNvCxnSpPr/>
            <p:nvPr userDrawn="1"/>
          </p:nvCxnSpPr>
          <p:spPr bwMode="auto">
            <a:xfrm rot="5400000">
              <a:off x="12322800" y="3653512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0" name="Gerade Verbindung 89"/>
            <p:cNvCxnSpPr/>
            <p:nvPr userDrawn="1"/>
          </p:nvCxnSpPr>
          <p:spPr bwMode="auto">
            <a:xfrm rot="5400000">
              <a:off x="12322800" y="3801055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1" name="Gerade Verbindung 90"/>
            <p:cNvCxnSpPr/>
            <p:nvPr userDrawn="1"/>
          </p:nvCxnSpPr>
          <p:spPr bwMode="auto">
            <a:xfrm rot="5400000">
              <a:off x="12322800" y="6101999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2" name="Gerade Verbindung 91"/>
            <p:cNvCxnSpPr/>
            <p:nvPr userDrawn="1"/>
          </p:nvCxnSpPr>
          <p:spPr bwMode="auto">
            <a:xfrm>
              <a:off x="627063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3" name="Gerade Verbindung 92"/>
            <p:cNvCxnSpPr/>
            <p:nvPr userDrawn="1"/>
          </p:nvCxnSpPr>
          <p:spPr bwMode="auto">
            <a:xfrm>
              <a:off x="6099175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4" name="Gerade Verbindung 93"/>
            <p:cNvCxnSpPr/>
            <p:nvPr userDrawn="1"/>
          </p:nvCxnSpPr>
          <p:spPr bwMode="auto">
            <a:xfrm>
              <a:off x="62420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5" name="Gerade Verbindung 94"/>
            <p:cNvCxnSpPr/>
            <p:nvPr userDrawn="1"/>
          </p:nvCxnSpPr>
          <p:spPr bwMode="auto">
            <a:xfrm>
              <a:off x="8835479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6" name="Gerade Verbindung 95"/>
            <p:cNvCxnSpPr/>
            <p:nvPr userDrawn="1"/>
          </p:nvCxnSpPr>
          <p:spPr bwMode="auto">
            <a:xfrm>
              <a:off x="117157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7" name="Gerade Verbindung 96"/>
            <p:cNvCxnSpPr/>
            <p:nvPr userDrawn="1"/>
          </p:nvCxnSpPr>
          <p:spPr bwMode="auto">
            <a:xfrm rot="5400000">
              <a:off x="-1260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8" name="Gerade Verbindung 97"/>
            <p:cNvCxnSpPr/>
            <p:nvPr userDrawn="1"/>
          </p:nvCxnSpPr>
          <p:spPr bwMode="auto">
            <a:xfrm rot="5400000">
              <a:off x="-126000" y="946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9" name="Gerade Verbindung 98"/>
            <p:cNvCxnSpPr/>
            <p:nvPr userDrawn="1"/>
          </p:nvCxnSpPr>
          <p:spPr bwMode="auto">
            <a:xfrm rot="5400000">
              <a:off x="-126000" y="135145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0" name="Gerade Verbindung 99"/>
            <p:cNvCxnSpPr/>
            <p:nvPr userDrawn="1"/>
          </p:nvCxnSpPr>
          <p:spPr bwMode="auto">
            <a:xfrm rot="5400000">
              <a:off x="-126000" y="3653512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1" name="Gerade Verbindung 100"/>
            <p:cNvCxnSpPr/>
            <p:nvPr userDrawn="1"/>
          </p:nvCxnSpPr>
          <p:spPr bwMode="auto">
            <a:xfrm rot="5400000">
              <a:off x="-126000" y="3801055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2" name="Gerade Verbindung 101"/>
            <p:cNvCxnSpPr/>
            <p:nvPr userDrawn="1"/>
          </p:nvCxnSpPr>
          <p:spPr bwMode="auto">
            <a:xfrm rot="5400000">
              <a:off x="-126000" y="6101999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7" name="Group 33"/>
          <p:cNvGrpSpPr>
            <a:grpSpLocks noChangeAspect="1"/>
          </p:cNvGrpSpPr>
          <p:nvPr userDrawn="1"/>
        </p:nvGrpSpPr>
        <p:grpSpPr bwMode="gray">
          <a:xfrm>
            <a:off x="9555163" y="323850"/>
            <a:ext cx="2159000" cy="914400"/>
            <a:chOff x="6019" y="204"/>
            <a:chExt cx="1360" cy="576"/>
          </a:xfrm>
        </p:grpSpPr>
        <p:sp>
          <p:nvSpPr>
            <p:cNvPr id="28" name="AutoShape 32"/>
            <p:cNvSpPr>
              <a:spLocks noChangeAspect="1" noChangeArrowheads="1" noTextEdit="1"/>
            </p:cNvSpPr>
            <p:nvPr userDrawn="1"/>
          </p:nvSpPr>
          <p:spPr bwMode="gray">
            <a:xfrm>
              <a:off x="6019" y="204"/>
              <a:ext cx="1360" cy="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29" name="Rectangle 34"/>
            <p:cNvSpPr>
              <a:spLocks noChangeArrowheads="1"/>
            </p:cNvSpPr>
            <p:nvPr userDrawn="1"/>
          </p:nvSpPr>
          <p:spPr bwMode="gray">
            <a:xfrm>
              <a:off x="6019" y="204"/>
              <a:ext cx="1360" cy="57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30" name="Freeform 35"/>
            <p:cNvSpPr>
              <a:spLocks/>
            </p:cNvSpPr>
            <p:nvPr userDrawn="1"/>
          </p:nvSpPr>
          <p:spPr bwMode="gray">
            <a:xfrm>
              <a:off x="6765" y="562"/>
              <a:ext cx="98" cy="156"/>
            </a:xfrm>
            <a:custGeom>
              <a:avLst/>
              <a:gdLst>
                <a:gd name="T0" fmla="*/ 705 w 1179"/>
                <a:gd name="T1" fmla="*/ 998 h 1866"/>
                <a:gd name="T2" fmla="*/ 588 w 1179"/>
                <a:gd name="T3" fmla="*/ 1280 h 1866"/>
                <a:gd name="T4" fmla="*/ 458 w 1179"/>
                <a:gd name="T5" fmla="*/ 1547 h 1866"/>
                <a:gd name="T6" fmla="*/ 277 w 1179"/>
                <a:gd name="T7" fmla="*/ 1824 h 1866"/>
                <a:gd name="T8" fmla="*/ 270 w 1179"/>
                <a:gd name="T9" fmla="*/ 1854 h 1866"/>
                <a:gd name="T10" fmla="*/ 295 w 1179"/>
                <a:gd name="T11" fmla="*/ 1866 h 1866"/>
                <a:gd name="T12" fmla="*/ 363 w 1179"/>
                <a:gd name="T13" fmla="*/ 1834 h 1866"/>
                <a:gd name="T14" fmla="*/ 442 w 1179"/>
                <a:gd name="T15" fmla="*/ 1757 h 1866"/>
                <a:gd name="T16" fmla="*/ 627 w 1179"/>
                <a:gd name="T17" fmla="*/ 1494 h 1866"/>
                <a:gd name="T18" fmla="*/ 832 w 1179"/>
                <a:gd name="T19" fmla="*/ 1110 h 1866"/>
                <a:gd name="T20" fmla="*/ 972 w 1179"/>
                <a:gd name="T21" fmla="*/ 852 h 1866"/>
                <a:gd name="T22" fmla="*/ 1080 w 1179"/>
                <a:gd name="T23" fmla="*/ 704 h 1866"/>
                <a:gd name="T24" fmla="*/ 1172 w 1179"/>
                <a:gd name="T25" fmla="*/ 601 h 1866"/>
                <a:gd name="T26" fmla="*/ 1178 w 1179"/>
                <a:gd name="T27" fmla="*/ 575 h 1866"/>
                <a:gd name="T28" fmla="*/ 1137 w 1179"/>
                <a:gd name="T29" fmla="*/ 537 h 1866"/>
                <a:gd name="T30" fmla="*/ 1056 w 1179"/>
                <a:gd name="T31" fmla="*/ 517 h 1866"/>
                <a:gd name="T32" fmla="*/ 1012 w 1179"/>
                <a:gd name="T33" fmla="*/ 528 h 1866"/>
                <a:gd name="T34" fmla="*/ 948 w 1179"/>
                <a:gd name="T35" fmla="*/ 593 h 1866"/>
                <a:gd name="T36" fmla="*/ 778 w 1179"/>
                <a:gd name="T37" fmla="*/ 756 h 1866"/>
                <a:gd name="T38" fmla="*/ 713 w 1179"/>
                <a:gd name="T39" fmla="*/ 790 h 1866"/>
                <a:gd name="T40" fmla="*/ 676 w 1179"/>
                <a:gd name="T41" fmla="*/ 779 h 1866"/>
                <a:gd name="T42" fmla="*/ 653 w 1179"/>
                <a:gd name="T43" fmla="*/ 730 h 1866"/>
                <a:gd name="T44" fmla="*/ 655 w 1179"/>
                <a:gd name="T45" fmla="*/ 622 h 1866"/>
                <a:gd name="T46" fmla="*/ 650 w 1179"/>
                <a:gd name="T47" fmla="*/ 579 h 1866"/>
                <a:gd name="T48" fmla="*/ 622 w 1179"/>
                <a:gd name="T49" fmla="*/ 552 h 1866"/>
                <a:gd name="T50" fmla="*/ 493 w 1179"/>
                <a:gd name="T51" fmla="*/ 530 h 1866"/>
                <a:gd name="T52" fmla="*/ 272 w 1179"/>
                <a:gd name="T53" fmla="*/ 517 h 1866"/>
                <a:gd name="T54" fmla="*/ 340 w 1179"/>
                <a:gd name="T55" fmla="*/ 248 h 1866"/>
                <a:gd name="T56" fmla="*/ 393 w 1179"/>
                <a:gd name="T57" fmla="*/ 122 h 1866"/>
                <a:gd name="T58" fmla="*/ 426 w 1179"/>
                <a:gd name="T59" fmla="*/ 45 h 1866"/>
                <a:gd name="T60" fmla="*/ 397 w 1179"/>
                <a:gd name="T61" fmla="*/ 16 h 1866"/>
                <a:gd name="T62" fmla="*/ 333 w 1179"/>
                <a:gd name="T63" fmla="*/ 0 h 1866"/>
                <a:gd name="T64" fmla="*/ 279 w 1179"/>
                <a:gd name="T65" fmla="*/ 11 h 1866"/>
                <a:gd name="T66" fmla="*/ 240 w 1179"/>
                <a:gd name="T67" fmla="*/ 61 h 1866"/>
                <a:gd name="T68" fmla="*/ 150 w 1179"/>
                <a:gd name="T69" fmla="*/ 340 h 1866"/>
                <a:gd name="T70" fmla="*/ 89 w 1179"/>
                <a:gd name="T71" fmla="*/ 509 h 1866"/>
                <a:gd name="T72" fmla="*/ 11 w 1179"/>
                <a:gd name="T73" fmla="*/ 514 h 1866"/>
                <a:gd name="T74" fmla="*/ 0 w 1179"/>
                <a:gd name="T75" fmla="*/ 531 h 1866"/>
                <a:gd name="T76" fmla="*/ 25 w 1179"/>
                <a:gd name="T77" fmla="*/ 588 h 1866"/>
                <a:gd name="T78" fmla="*/ 69 w 1179"/>
                <a:gd name="T79" fmla="*/ 627 h 1866"/>
                <a:gd name="T80" fmla="*/ 100 w 1179"/>
                <a:gd name="T81" fmla="*/ 669 h 1866"/>
                <a:gd name="T82" fmla="*/ 102 w 1179"/>
                <a:gd name="T83" fmla="*/ 825 h 1866"/>
                <a:gd name="T84" fmla="*/ 141 w 1179"/>
                <a:gd name="T85" fmla="*/ 948 h 1866"/>
                <a:gd name="T86" fmla="*/ 220 w 1179"/>
                <a:gd name="T87" fmla="*/ 1011 h 1866"/>
                <a:gd name="T88" fmla="*/ 273 w 1179"/>
                <a:gd name="T89" fmla="*/ 1012 h 1866"/>
                <a:gd name="T90" fmla="*/ 282 w 1179"/>
                <a:gd name="T91" fmla="*/ 989 h 1866"/>
                <a:gd name="T92" fmla="*/ 251 w 1179"/>
                <a:gd name="T93" fmla="*/ 888 h 1866"/>
                <a:gd name="T94" fmla="*/ 244 w 1179"/>
                <a:gd name="T95" fmla="*/ 748 h 1866"/>
                <a:gd name="T96" fmla="*/ 282 w 1179"/>
                <a:gd name="T97" fmla="*/ 625 h 1866"/>
                <a:gd name="T98" fmla="*/ 428 w 1179"/>
                <a:gd name="T99" fmla="*/ 608 h 1866"/>
                <a:gd name="T100" fmla="*/ 477 w 1179"/>
                <a:gd name="T101" fmla="*/ 617 h 1866"/>
                <a:gd name="T102" fmla="*/ 483 w 1179"/>
                <a:gd name="T103" fmla="*/ 645 h 1866"/>
                <a:gd name="T104" fmla="*/ 495 w 1179"/>
                <a:gd name="T105" fmla="*/ 741 h 1866"/>
                <a:gd name="T106" fmla="*/ 539 w 1179"/>
                <a:gd name="T107" fmla="*/ 816 h 1866"/>
                <a:gd name="T108" fmla="*/ 600 w 1179"/>
                <a:gd name="T109" fmla="*/ 858 h 1866"/>
                <a:gd name="T110" fmla="*/ 682 w 1179"/>
                <a:gd name="T111" fmla="*/ 882 h 18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179" h="1866">
                  <a:moveTo>
                    <a:pt x="756" y="885"/>
                  </a:moveTo>
                  <a:lnTo>
                    <a:pt x="752" y="893"/>
                  </a:lnTo>
                  <a:lnTo>
                    <a:pt x="741" y="919"/>
                  </a:lnTo>
                  <a:lnTo>
                    <a:pt x="729" y="944"/>
                  </a:lnTo>
                  <a:lnTo>
                    <a:pt x="718" y="971"/>
                  </a:lnTo>
                  <a:lnTo>
                    <a:pt x="705" y="998"/>
                  </a:lnTo>
                  <a:lnTo>
                    <a:pt x="694" y="1026"/>
                  </a:lnTo>
                  <a:lnTo>
                    <a:pt x="682" y="1054"/>
                  </a:lnTo>
                  <a:lnTo>
                    <a:pt x="671" y="1083"/>
                  </a:lnTo>
                  <a:lnTo>
                    <a:pt x="659" y="1112"/>
                  </a:lnTo>
                  <a:lnTo>
                    <a:pt x="624" y="1194"/>
                  </a:lnTo>
                  <a:lnTo>
                    <a:pt x="588" y="1280"/>
                  </a:lnTo>
                  <a:lnTo>
                    <a:pt x="569" y="1324"/>
                  </a:lnTo>
                  <a:lnTo>
                    <a:pt x="548" y="1368"/>
                  </a:lnTo>
                  <a:lnTo>
                    <a:pt x="527" y="1412"/>
                  </a:lnTo>
                  <a:lnTo>
                    <a:pt x="506" y="1457"/>
                  </a:lnTo>
                  <a:lnTo>
                    <a:pt x="482" y="1501"/>
                  </a:lnTo>
                  <a:lnTo>
                    <a:pt x="458" y="1547"/>
                  </a:lnTo>
                  <a:lnTo>
                    <a:pt x="432" y="1593"/>
                  </a:lnTo>
                  <a:lnTo>
                    <a:pt x="405" y="1639"/>
                  </a:lnTo>
                  <a:lnTo>
                    <a:pt x="375" y="1685"/>
                  </a:lnTo>
                  <a:lnTo>
                    <a:pt x="344" y="1731"/>
                  </a:lnTo>
                  <a:lnTo>
                    <a:pt x="312" y="1778"/>
                  </a:lnTo>
                  <a:lnTo>
                    <a:pt x="277" y="1824"/>
                  </a:lnTo>
                  <a:lnTo>
                    <a:pt x="272" y="1832"/>
                  </a:lnTo>
                  <a:lnTo>
                    <a:pt x="269" y="1840"/>
                  </a:lnTo>
                  <a:lnTo>
                    <a:pt x="269" y="1844"/>
                  </a:lnTo>
                  <a:lnTo>
                    <a:pt x="268" y="1847"/>
                  </a:lnTo>
                  <a:lnTo>
                    <a:pt x="269" y="1851"/>
                  </a:lnTo>
                  <a:lnTo>
                    <a:pt x="270" y="1854"/>
                  </a:lnTo>
                  <a:lnTo>
                    <a:pt x="272" y="1857"/>
                  </a:lnTo>
                  <a:lnTo>
                    <a:pt x="274" y="1859"/>
                  </a:lnTo>
                  <a:lnTo>
                    <a:pt x="276" y="1861"/>
                  </a:lnTo>
                  <a:lnTo>
                    <a:pt x="279" y="1863"/>
                  </a:lnTo>
                  <a:lnTo>
                    <a:pt x="287" y="1865"/>
                  </a:lnTo>
                  <a:lnTo>
                    <a:pt x="295" y="1866"/>
                  </a:lnTo>
                  <a:lnTo>
                    <a:pt x="306" y="1865"/>
                  </a:lnTo>
                  <a:lnTo>
                    <a:pt x="317" y="1862"/>
                  </a:lnTo>
                  <a:lnTo>
                    <a:pt x="327" y="1858"/>
                  </a:lnTo>
                  <a:lnTo>
                    <a:pt x="338" y="1852"/>
                  </a:lnTo>
                  <a:lnTo>
                    <a:pt x="350" y="1843"/>
                  </a:lnTo>
                  <a:lnTo>
                    <a:pt x="363" y="1834"/>
                  </a:lnTo>
                  <a:lnTo>
                    <a:pt x="375" y="1824"/>
                  </a:lnTo>
                  <a:lnTo>
                    <a:pt x="388" y="1813"/>
                  </a:lnTo>
                  <a:lnTo>
                    <a:pt x="401" y="1801"/>
                  </a:lnTo>
                  <a:lnTo>
                    <a:pt x="415" y="1786"/>
                  </a:lnTo>
                  <a:lnTo>
                    <a:pt x="429" y="1772"/>
                  </a:lnTo>
                  <a:lnTo>
                    <a:pt x="442" y="1757"/>
                  </a:lnTo>
                  <a:lnTo>
                    <a:pt x="471" y="1722"/>
                  </a:lnTo>
                  <a:lnTo>
                    <a:pt x="500" y="1684"/>
                  </a:lnTo>
                  <a:lnTo>
                    <a:pt x="531" y="1642"/>
                  </a:lnTo>
                  <a:lnTo>
                    <a:pt x="563" y="1596"/>
                  </a:lnTo>
                  <a:lnTo>
                    <a:pt x="594" y="1547"/>
                  </a:lnTo>
                  <a:lnTo>
                    <a:pt x="627" y="1494"/>
                  </a:lnTo>
                  <a:lnTo>
                    <a:pt x="661" y="1438"/>
                  </a:lnTo>
                  <a:lnTo>
                    <a:pt x="694" y="1379"/>
                  </a:lnTo>
                  <a:lnTo>
                    <a:pt x="728" y="1317"/>
                  </a:lnTo>
                  <a:lnTo>
                    <a:pt x="763" y="1250"/>
                  </a:lnTo>
                  <a:lnTo>
                    <a:pt x="797" y="1181"/>
                  </a:lnTo>
                  <a:lnTo>
                    <a:pt x="832" y="1110"/>
                  </a:lnTo>
                  <a:lnTo>
                    <a:pt x="858" y="1056"/>
                  </a:lnTo>
                  <a:lnTo>
                    <a:pt x="883" y="1008"/>
                  </a:lnTo>
                  <a:lnTo>
                    <a:pt x="906" y="964"/>
                  </a:lnTo>
                  <a:lnTo>
                    <a:pt x="930" y="923"/>
                  </a:lnTo>
                  <a:lnTo>
                    <a:pt x="951" y="886"/>
                  </a:lnTo>
                  <a:lnTo>
                    <a:pt x="972" y="852"/>
                  </a:lnTo>
                  <a:lnTo>
                    <a:pt x="992" y="822"/>
                  </a:lnTo>
                  <a:lnTo>
                    <a:pt x="1010" y="793"/>
                  </a:lnTo>
                  <a:lnTo>
                    <a:pt x="1029" y="768"/>
                  </a:lnTo>
                  <a:lnTo>
                    <a:pt x="1047" y="745"/>
                  </a:lnTo>
                  <a:lnTo>
                    <a:pt x="1063" y="724"/>
                  </a:lnTo>
                  <a:lnTo>
                    <a:pt x="1080" y="704"/>
                  </a:lnTo>
                  <a:lnTo>
                    <a:pt x="1110" y="670"/>
                  </a:lnTo>
                  <a:lnTo>
                    <a:pt x="1139" y="639"/>
                  </a:lnTo>
                  <a:lnTo>
                    <a:pt x="1152" y="625"/>
                  </a:lnTo>
                  <a:lnTo>
                    <a:pt x="1164" y="610"/>
                  </a:lnTo>
                  <a:lnTo>
                    <a:pt x="1169" y="606"/>
                  </a:lnTo>
                  <a:lnTo>
                    <a:pt x="1172" y="601"/>
                  </a:lnTo>
                  <a:lnTo>
                    <a:pt x="1175" y="597"/>
                  </a:lnTo>
                  <a:lnTo>
                    <a:pt x="1177" y="592"/>
                  </a:lnTo>
                  <a:lnTo>
                    <a:pt x="1178" y="588"/>
                  </a:lnTo>
                  <a:lnTo>
                    <a:pt x="1179" y="584"/>
                  </a:lnTo>
                  <a:lnTo>
                    <a:pt x="1179" y="580"/>
                  </a:lnTo>
                  <a:lnTo>
                    <a:pt x="1178" y="575"/>
                  </a:lnTo>
                  <a:lnTo>
                    <a:pt x="1175" y="569"/>
                  </a:lnTo>
                  <a:lnTo>
                    <a:pt x="1171" y="561"/>
                  </a:lnTo>
                  <a:lnTo>
                    <a:pt x="1164" y="555"/>
                  </a:lnTo>
                  <a:lnTo>
                    <a:pt x="1157" y="549"/>
                  </a:lnTo>
                  <a:lnTo>
                    <a:pt x="1148" y="543"/>
                  </a:lnTo>
                  <a:lnTo>
                    <a:pt x="1137" y="537"/>
                  </a:lnTo>
                  <a:lnTo>
                    <a:pt x="1125" y="532"/>
                  </a:lnTo>
                  <a:lnTo>
                    <a:pt x="1111" y="527"/>
                  </a:lnTo>
                  <a:lnTo>
                    <a:pt x="1092" y="521"/>
                  </a:lnTo>
                  <a:lnTo>
                    <a:pt x="1074" y="518"/>
                  </a:lnTo>
                  <a:lnTo>
                    <a:pt x="1065" y="517"/>
                  </a:lnTo>
                  <a:lnTo>
                    <a:pt x="1056" y="517"/>
                  </a:lnTo>
                  <a:lnTo>
                    <a:pt x="1049" y="517"/>
                  </a:lnTo>
                  <a:lnTo>
                    <a:pt x="1041" y="518"/>
                  </a:lnTo>
                  <a:lnTo>
                    <a:pt x="1034" y="520"/>
                  </a:lnTo>
                  <a:lnTo>
                    <a:pt x="1027" y="522"/>
                  </a:lnTo>
                  <a:lnTo>
                    <a:pt x="1020" y="525"/>
                  </a:lnTo>
                  <a:lnTo>
                    <a:pt x="1012" y="528"/>
                  </a:lnTo>
                  <a:lnTo>
                    <a:pt x="1006" y="532"/>
                  </a:lnTo>
                  <a:lnTo>
                    <a:pt x="1000" y="537"/>
                  </a:lnTo>
                  <a:lnTo>
                    <a:pt x="994" y="542"/>
                  </a:lnTo>
                  <a:lnTo>
                    <a:pt x="989" y="548"/>
                  </a:lnTo>
                  <a:lnTo>
                    <a:pt x="985" y="551"/>
                  </a:lnTo>
                  <a:lnTo>
                    <a:pt x="948" y="593"/>
                  </a:lnTo>
                  <a:lnTo>
                    <a:pt x="909" y="635"/>
                  </a:lnTo>
                  <a:lnTo>
                    <a:pt x="870" y="675"/>
                  </a:lnTo>
                  <a:lnTo>
                    <a:pt x="832" y="711"/>
                  </a:lnTo>
                  <a:lnTo>
                    <a:pt x="813" y="728"/>
                  </a:lnTo>
                  <a:lnTo>
                    <a:pt x="795" y="743"/>
                  </a:lnTo>
                  <a:lnTo>
                    <a:pt x="778" y="756"/>
                  </a:lnTo>
                  <a:lnTo>
                    <a:pt x="762" y="769"/>
                  </a:lnTo>
                  <a:lnTo>
                    <a:pt x="746" y="778"/>
                  </a:lnTo>
                  <a:lnTo>
                    <a:pt x="732" y="784"/>
                  </a:lnTo>
                  <a:lnTo>
                    <a:pt x="725" y="787"/>
                  </a:lnTo>
                  <a:lnTo>
                    <a:pt x="719" y="789"/>
                  </a:lnTo>
                  <a:lnTo>
                    <a:pt x="713" y="790"/>
                  </a:lnTo>
                  <a:lnTo>
                    <a:pt x="707" y="790"/>
                  </a:lnTo>
                  <a:lnTo>
                    <a:pt x="697" y="789"/>
                  </a:lnTo>
                  <a:lnTo>
                    <a:pt x="688" y="786"/>
                  </a:lnTo>
                  <a:lnTo>
                    <a:pt x="684" y="784"/>
                  </a:lnTo>
                  <a:lnTo>
                    <a:pt x="680" y="782"/>
                  </a:lnTo>
                  <a:lnTo>
                    <a:pt x="676" y="779"/>
                  </a:lnTo>
                  <a:lnTo>
                    <a:pt x="673" y="776"/>
                  </a:lnTo>
                  <a:lnTo>
                    <a:pt x="668" y="770"/>
                  </a:lnTo>
                  <a:lnTo>
                    <a:pt x="664" y="762"/>
                  </a:lnTo>
                  <a:lnTo>
                    <a:pt x="661" y="755"/>
                  </a:lnTo>
                  <a:lnTo>
                    <a:pt x="657" y="747"/>
                  </a:lnTo>
                  <a:lnTo>
                    <a:pt x="653" y="730"/>
                  </a:lnTo>
                  <a:lnTo>
                    <a:pt x="651" y="711"/>
                  </a:lnTo>
                  <a:lnTo>
                    <a:pt x="651" y="692"/>
                  </a:lnTo>
                  <a:lnTo>
                    <a:pt x="651" y="672"/>
                  </a:lnTo>
                  <a:lnTo>
                    <a:pt x="653" y="652"/>
                  </a:lnTo>
                  <a:lnTo>
                    <a:pt x="654" y="634"/>
                  </a:lnTo>
                  <a:lnTo>
                    <a:pt x="655" y="622"/>
                  </a:lnTo>
                  <a:lnTo>
                    <a:pt x="656" y="611"/>
                  </a:lnTo>
                  <a:lnTo>
                    <a:pt x="656" y="604"/>
                  </a:lnTo>
                  <a:lnTo>
                    <a:pt x="655" y="597"/>
                  </a:lnTo>
                  <a:lnTo>
                    <a:pt x="654" y="591"/>
                  </a:lnTo>
                  <a:lnTo>
                    <a:pt x="652" y="585"/>
                  </a:lnTo>
                  <a:lnTo>
                    <a:pt x="650" y="579"/>
                  </a:lnTo>
                  <a:lnTo>
                    <a:pt x="647" y="574"/>
                  </a:lnTo>
                  <a:lnTo>
                    <a:pt x="644" y="569"/>
                  </a:lnTo>
                  <a:lnTo>
                    <a:pt x="639" y="564"/>
                  </a:lnTo>
                  <a:lnTo>
                    <a:pt x="634" y="560"/>
                  </a:lnTo>
                  <a:lnTo>
                    <a:pt x="629" y="556"/>
                  </a:lnTo>
                  <a:lnTo>
                    <a:pt x="622" y="552"/>
                  </a:lnTo>
                  <a:lnTo>
                    <a:pt x="615" y="549"/>
                  </a:lnTo>
                  <a:lnTo>
                    <a:pt x="598" y="544"/>
                  </a:lnTo>
                  <a:lnTo>
                    <a:pt x="578" y="539"/>
                  </a:lnTo>
                  <a:lnTo>
                    <a:pt x="558" y="537"/>
                  </a:lnTo>
                  <a:lnTo>
                    <a:pt x="529" y="533"/>
                  </a:lnTo>
                  <a:lnTo>
                    <a:pt x="493" y="530"/>
                  </a:lnTo>
                  <a:lnTo>
                    <a:pt x="453" y="527"/>
                  </a:lnTo>
                  <a:lnTo>
                    <a:pt x="411" y="525"/>
                  </a:lnTo>
                  <a:lnTo>
                    <a:pt x="366" y="522"/>
                  </a:lnTo>
                  <a:lnTo>
                    <a:pt x="322" y="520"/>
                  </a:lnTo>
                  <a:lnTo>
                    <a:pt x="279" y="517"/>
                  </a:lnTo>
                  <a:lnTo>
                    <a:pt x="272" y="517"/>
                  </a:lnTo>
                  <a:lnTo>
                    <a:pt x="273" y="510"/>
                  </a:lnTo>
                  <a:lnTo>
                    <a:pt x="286" y="448"/>
                  </a:lnTo>
                  <a:lnTo>
                    <a:pt x="300" y="387"/>
                  </a:lnTo>
                  <a:lnTo>
                    <a:pt x="316" y="329"/>
                  </a:lnTo>
                  <a:lnTo>
                    <a:pt x="332" y="274"/>
                  </a:lnTo>
                  <a:lnTo>
                    <a:pt x="340" y="248"/>
                  </a:lnTo>
                  <a:lnTo>
                    <a:pt x="349" y="223"/>
                  </a:lnTo>
                  <a:lnTo>
                    <a:pt x="358" y="199"/>
                  </a:lnTo>
                  <a:lnTo>
                    <a:pt x="367" y="178"/>
                  </a:lnTo>
                  <a:lnTo>
                    <a:pt x="376" y="157"/>
                  </a:lnTo>
                  <a:lnTo>
                    <a:pt x="384" y="138"/>
                  </a:lnTo>
                  <a:lnTo>
                    <a:pt x="393" y="122"/>
                  </a:lnTo>
                  <a:lnTo>
                    <a:pt x="401" y="106"/>
                  </a:lnTo>
                  <a:lnTo>
                    <a:pt x="413" y="86"/>
                  </a:lnTo>
                  <a:lnTo>
                    <a:pt x="422" y="67"/>
                  </a:lnTo>
                  <a:lnTo>
                    <a:pt x="425" y="59"/>
                  </a:lnTo>
                  <a:lnTo>
                    <a:pt x="426" y="52"/>
                  </a:lnTo>
                  <a:lnTo>
                    <a:pt x="426" y="45"/>
                  </a:lnTo>
                  <a:lnTo>
                    <a:pt x="424" y="39"/>
                  </a:lnTo>
                  <a:lnTo>
                    <a:pt x="422" y="34"/>
                  </a:lnTo>
                  <a:lnTo>
                    <a:pt x="418" y="30"/>
                  </a:lnTo>
                  <a:lnTo>
                    <a:pt x="413" y="25"/>
                  </a:lnTo>
                  <a:lnTo>
                    <a:pt x="406" y="20"/>
                  </a:lnTo>
                  <a:lnTo>
                    <a:pt x="397" y="16"/>
                  </a:lnTo>
                  <a:lnTo>
                    <a:pt x="387" y="13"/>
                  </a:lnTo>
                  <a:lnTo>
                    <a:pt x="376" y="9"/>
                  </a:lnTo>
                  <a:lnTo>
                    <a:pt x="364" y="6"/>
                  </a:lnTo>
                  <a:lnTo>
                    <a:pt x="353" y="3"/>
                  </a:lnTo>
                  <a:lnTo>
                    <a:pt x="342" y="1"/>
                  </a:lnTo>
                  <a:lnTo>
                    <a:pt x="333" y="0"/>
                  </a:lnTo>
                  <a:lnTo>
                    <a:pt x="323" y="0"/>
                  </a:lnTo>
                  <a:lnTo>
                    <a:pt x="313" y="1"/>
                  </a:lnTo>
                  <a:lnTo>
                    <a:pt x="304" y="2"/>
                  </a:lnTo>
                  <a:lnTo>
                    <a:pt x="294" y="4"/>
                  </a:lnTo>
                  <a:lnTo>
                    <a:pt x="286" y="7"/>
                  </a:lnTo>
                  <a:lnTo>
                    <a:pt x="279" y="11"/>
                  </a:lnTo>
                  <a:lnTo>
                    <a:pt x="273" y="15"/>
                  </a:lnTo>
                  <a:lnTo>
                    <a:pt x="267" y="20"/>
                  </a:lnTo>
                  <a:lnTo>
                    <a:pt x="262" y="26"/>
                  </a:lnTo>
                  <a:lnTo>
                    <a:pt x="253" y="37"/>
                  </a:lnTo>
                  <a:lnTo>
                    <a:pt x="245" y="49"/>
                  </a:lnTo>
                  <a:lnTo>
                    <a:pt x="240" y="61"/>
                  </a:lnTo>
                  <a:lnTo>
                    <a:pt x="235" y="73"/>
                  </a:lnTo>
                  <a:lnTo>
                    <a:pt x="216" y="124"/>
                  </a:lnTo>
                  <a:lnTo>
                    <a:pt x="197" y="177"/>
                  </a:lnTo>
                  <a:lnTo>
                    <a:pt x="180" y="230"/>
                  </a:lnTo>
                  <a:lnTo>
                    <a:pt x="164" y="285"/>
                  </a:lnTo>
                  <a:lnTo>
                    <a:pt x="150" y="340"/>
                  </a:lnTo>
                  <a:lnTo>
                    <a:pt x="137" y="395"/>
                  </a:lnTo>
                  <a:lnTo>
                    <a:pt x="126" y="450"/>
                  </a:lnTo>
                  <a:lnTo>
                    <a:pt x="117" y="505"/>
                  </a:lnTo>
                  <a:lnTo>
                    <a:pt x="116" y="510"/>
                  </a:lnTo>
                  <a:lnTo>
                    <a:pt x="111" y="510"/>
                  </a:lnTo>
                  <a:lnTo>
                    <a:pt x="89" y="509"/>
                  </a:lnTo>
                  <a:lnTo>
                    <a:pt x="71" y="509"/>
                  </a:lnTo>
                  <a:lnTo>
                    <a:pt x="54" y="509"/>
                  </a:lnTo>
                  <a:lnTo>
                    <a:pt x="39" y="509"/>
                  </a:lnTo>
                  <a:lnTo>
                    <a:pt x="26" y="510"/>
                  </a:lnTo>
                  <a:lnTo>
                    <a:pt x="16" y="512"/>
                  </a:lnTo>
                  <a:lnTo>
                    <a:pt x="11" y="514"/>
                  </a:lnTo>
                  <a:lnTo>
                    <a:pt x="8" y="517"/>
                  </a:lnTo>
                  <a:lnTo>
                    <a:pt x="5" y="519"/>
                  </a:lnTo>
                  <a:lnTo>
                    <a:pt x="3" y="522"/>
                  </a:lnTo>
                  <a:lnTo>
                    <a:pt x="2" y="524"/>
                  </a:lnTo>
                  <a:lnTo>
                    <a:pt x="1" y="528"/>
                  </a:lnTo>
                  <a:lnTo>
                    <a:pt x="0" y="531"/>
                  </a:lnTo>
                  <a:lnTo>
                    <a:pt x="0" y="535"/>
                  </a:lnTo>
                  <a:lnTo>
                    <a:pt x="2" y="545"/>
                  </a:lnTo>
                  <a:lnTo>
                    <a:pt x="6" y="555"/>
                  </a:lnTo>
                  <a:lnTo>
                    <a:pt x="11" y="566"/>
                  </a:lnTo>
                  <a:lnTo>
                    <a:pt x="17" y="577"/>
                  </a:lnTo>
                  <a:lnTo>
                    <a:pt x="25" y="588"/>
                  </a:lnTo>
                  <a:lnTo>
                    <a:pt x="34" y="600"/>
                  </a:lnTo>
                  <a:lnTo>
                    <a:pt x="40" y="606"/>
                  </a:lnTo>
                  <a:lnTo>
                    <a:pt x="47" y="611"/>
                  </a:lnTo>
                  <a:lnTo>
                    <a:pt x="54" y="618"/>
                  </a:lnTo>
                  <a:lnTo>
                    <a:pt x="61" y="623"/>
                  </a:lnTo>
                  <a:lnTo>
                    <a:pt x="69" y="627"/>
                  </a:lnTo>
                  <a:lnTo>
                    <a:pt x="77" y="631"/>
                  </a:lnTo>
                  <a:lnTo>
                    <a:pt x="86" y="635"/>
                  </a:lnTo>
                  <a:lnTo>
                    <a:pt x="96" y="638"/>
                  </a:lnTo>
                  <a:lnTo>
                    <a:pt x="102" y="640"/>
                  </a:lnTo>
                  <a:lnTo>
                    <a:pt x="101" y="644"/>
                  </a:lnTo>
                  <a:lnTo>
                    <a:pt x="100" y="669"/>
                  </a:lnTo>
                  <a:lnTo>
                    <a:pt x="99" y="693"/>
                  </a:lnTo>
                  <a:lnTo>
                    <a:pt x="98" y="718"/>
                  </a:lnTo>
                  <a:lnTo>
                    <a:pt x="98" y="741"/>
                  </a:lnTo>
                  <a:lnTo>
                    <a:pt x="98" y="771"/>
                  </a:lnTo>
                  <a:lnTo>
                    <a:pt x="99" y="798"/>
                  </a:lnTo>
                  <a:lnTo>
                    <a:pt x="102" y="825"/>
                  </a:lnTo>
                  <a:lnTo>
                    <a:pt x="106" y="849"/>
                  </a:lnTo>
                  <a:lnTo>
                    <a:pt x="110" y="873"/>
                  </a:lnTo>
                  <a:lnTo>
                    <a:pt x="116" y="894"/>
                  </a:lnTo>
                  <a:lnTo>
                    <a:pt x="123" y="914"/>
                  </a:lnTo>
                  <a:lnTo>
                    <a:pt x="131" y="932"/>
                  </a:lnTo>
                  <a:lnTo>
                    <a:pt x="141" y="948"/>
                  </a:lnTo>
                  <a:lnTo>
                    <a:pt x="152" y="963"/>
                  </a:lnTo>
                  <a:lnTo>
                    <a:pt x="163" y="976"/>
                  </a:lnTo>
                  <a:lnTo>
                    <a:pt x="176" y="987"/>
                  </a:lnTo>
                  <a:lnTo>
                    <a:pt x="189" y="997"/>
                  </a:lnTo>
                  <a:lnTo>
                    <a:pt x="204" y="1004"/>
                  </a:lnTo>
                  <a:lnTo>
                    <a:pt x="220" y="1011"/>
                  </a:lnTo>
                  <a:lnTo>
                    <a:pt x="236" y="1016"/>
                  </a:lnTo>
                  <a:lnTo>
                    <a:pt x="242" y="1017"/>
                  </a:lnTo>
                  <a:lnTo>
                    <a:pt x="248" y="1017"/>
                  </a:lnTo>
                  <a:lnTo>
                    <a:pt x="259" y="1016"/>
                  </a:lnTo>
                  <a:lnTo>
                    <a:pt x="268" y="1014"/>
                  </a:lnTo>
                  <a:lnTo>
                    <a:pt x="273" y="1012"/>
                  </a:lnTo>
                  <a:lnTo>
                    <a:pt x="277" y="1010"/>
                  </a:lnTo>
                  <a:lnTo>
                    <a:pt x="280" y="1007"/>
                  </a:lnTo>
                  <a:lnTo>
                    <a:pt x="282" y="1004"/>
                  </a:lnTo>
                  <a:lnTo>
                    <a:pt x="284" y="999"/>
                  </a:lnTo>
                  <a:lnTo>
                    <a:pt x="284" y="994"/>
                  </a:lnTo>
                  <a:lnTo>
                    <a:pt x="282" y="989"/>
                  </a:lnTo>
                  <a:lnTo>
                    <a:pt x="279" y="982"/>
                  </a:lnTo>
                  <a:lnTo>
                    <a:pt x="271" y="966"/>
                  </a:lnTo>
                  <a:lnTo>
                    <a:pt x="265" y="948"/>
                  </a:lnTo>
                  <a:lnTo>
                    <a:pt x="259" y="929"/>
                  </a:lnTo>
                  <a:lnTo>
                    <a:pt x="254" y="909"/>
                  </a:lnTo>
                  <a:lnTo>
                    <a:pt x="251" y="888"/>
                  </a:lnTo>
                  <a:lnTo>
                    <a:pt x="247" y="866"/>
                  </a:lnTo>
                  <a:lnTo>
                    <a:pt x="245" y="843"/>
                  </a:lnTo>
                  <a:lnTo>
                    <a:pt x="244" y="820"/>
                  </a:lnTo>
                  <a:lnTo>
                    <a:pt x="243" y="796"/>
                  </a:lnTo>
                  <a:lnTo>
                    <a:pt x="243" y="773"/>
                  </a:lnTo>
                  <a:lnTo>
                    <a:pt x="244" y="748"/>
                  </a:lnTo>
                  <a:lnTo>
                    <a:pt x="245" y="725"/>
                  </a:lnTo>
                  <a:lnTo>
                    <a:pt x="249" y="678"/>
                  </a:lnTo>
                  <a:lnTo>
                    <a:pt x="254" y="633"/>
                  </a:lnTo>
                  <a:lnTo>
                    <a:pt x="255" y="629"/>
                  </a:lnTo>
                  <a:lnTo>
                    <a:pt x="259" y="628"/>
                  </a:lnTo>
                  <a:lnTo>
                    <a:pt x="282" y="625"/>
                  </a:lnTo>
                  <a:lnTo>
                    <a:pt x="307" y="622"/>
                  </a:lnTo>
                  <a:lnTo>
                    <a:pt x="332" y="618"/>
                  </a:lnTo>
                  <a:lnTo>
                    <a:pt x="357" y="615"/>
                  </a:lnTo>
                  <a:lnTo>
                    <a:pt x="381" y="612"/>
                  </a:lnTo>
                  <a:lnTo>
                    <a:pt x="406" y="610"/>
                  </a:lnTo>
                  <a:lnTo>
                    <a:pt x="428" y="608"/>
                  </a:lnTo>
                  <a:lnTo>
                    <a:pt x="448" y="607"/>
                  </a:lnTo>
                  <a:lnTo>
                    <a:pt x="450" y="607"/>
                  </a:lnTo>
                  <a:lnTo>
                    <a:pt x="459" y="608"/>
                  </a:lnTo>
                  <a:lnTo>
                    <a:pt x="466" y="610"/>
                  </a:lnTo>
                  <a:lnTo>
                    <a:pt x="472" y="612"/>
                  </a:lnTo>
                  <a:lnTo>
                    <a:pt x="477" y="617"/>
                  </a:lnTo>
                  <a:lnTo>
                    <a:pt x="479" y="620"/>
                  </a:lnTo>
                  <a:lnTo>
                    <a:pt x="481" y="623"/>
                  </a:lnTo>
                  <a:lnTo>
                    <a:pt x="482" y="626"/>
                  </a:lnTo>
                  <a:lnTo>
                    <a:pt x="483" y="630"/>
                  </a:lnTo>
                  <a:lnTo>
                    <a:pt x="483" y="637"/>
                  </a:lnTo>
                  <a:lnTo>
                    <a:pt x="483" y="645"/>
                  </a:lnTo>
                  <a:lnTo>
                    <a:pt x="483" y="657"/>
                  </a:lnTo>
                  <a:lnTo>
                    <a:pt x="483" y="674"/>
                  </a:lnTo>
                  <a:lnTo>
                    <a:pt x="485" y="693"/>
                  </a:lnTo>
                  <a:lnTo>
                    <a:pt x="489" y="717"/>
                  </a:lnTo>
                  <a:lnTo>
                    <a:pt x="492" y="728"/>
                  </a:lnTo>
                  <a:lnTo>
                    <a:pt x="495" y="741"/>
                  </a:lnTo>
                  <a:lnTo>
                    <a:pt x="500" y="753"/>
                  </a:lnTo>
                  <a:lnTo>
                    <a:pt x="506" y="766"/>
                  </a:lnTo>
                  <a:lnTo>
                    <a:pt x="513" y="779"/>
                  </a:lnTo>
                  <a:lnTo>
                    <a:pt x="520" y="791"/>
                  </a:lnTo>
                  <a:lnTo>
                    <a:pt x="529" y="803"/>
                  </a:lnTo>
                  <a:lnTo>
                    <a:pt x="539" y="816"/>
                  </a:lnTo>
                  <a:lnTo>
                    <a:pt x="548" y="824"/>
                  </a:lnTo>
                  <a:lnTo>
                    <a:pt x="558" y="832"/>
                  </a:lnTo>
                  <a:lnTo>
                    <a:pt x="568" y="840"/>
                  </a:lnTo>
                  <a:lnTo>
                    <a:pt x="578" y="846"/>
                  </a:lnTo>
                  <a:lnTo>
                    <a:pt x="589" y="853"/>
                  </a:lnTo>
                  <a:lnTo>
                    <a:pt x="600" y="858"/>
                  </a:lnTo>
                  <a:lnTo>
                    <a:pt x="613" y="865"/>
                  </a:lnTo>
                  <a:lnTo>
                    <a:pt x="626" y="869"/>
                  </a:lnTo>
                  <a:lnTo>
                    <a:pt x="639" y="873"/>
                  </a:lnTo>
                  <a:lnTo>
                    <a:pt x="652" y="877"/>
                  </a:lnTo>
                  <a:lnTo>
                    <a:pt x="668" y="879"/>
                  </a:lnTo>
                  <a:lnTo>
                    <a:pt x="682" y="882"/>
                  </a:lnTo>
                  <a:lnTo>
                    <a:pt x="697" y="883"/>
                  </a:lnTo>
                  <a:lnTo>
                    <a:pt x="714" y="884"/>
                  </a:lnTo>
                  <a:lnTo>
                    <a:pt x="730" y="885"/>
                  </a:lnTo>
                  <a:lnTo>
                    <a:pt x="747" y="885"/>
                  </a:lnTo>
                  <a:lnTo>
                    <a:pt x="756" y="8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31" name="Freeform 36"/>
            <p:cNvSpPr>
              <a:spLocks/>
            </p:cNvSpPr>
            <p:nvPr userDrawn="1"/>
          </p:nvSpPr>
          <p:spPr bwMode="gray">
            <a:xfrm>
              <a:off x="6460" y="648"/>
              <a:ext cx="42" cy="70"/>
            </a:xfrm>
            <a:custGeom>
              <a:avLst/>
              <a:gdLst>
                <a:gd name="T0" fmla="*/ 395 w 504"/>
                <a:gd name="T1" fmla="*/ 126 h 840"/>
                <a:gd name="T2" fmla="*/ 353 w 504"/>
                <a:gd name="T3" fmla="*/ 165 h 840"/>
                <a:gd name="T4" fmla="*/ 314 w 504"/>
                <a:gd name="T5" fmla="*/ 203 h 840"/>
                <a:gd name="T6" fmla="*/ 279 w 504"/>
                <a:gd name="T7" fmla="*/ 243 h 840"/>
                <a:gd name="T8" fmla="*/ 248 w 504"/>
                <a:gd name="T9" fmla="*/ 283 h 840"/>
                <a:gd name="T10" fmla="*/ 219 w 504"/>
                <a:gd name="T11" fmla="*/ 323 h 840"/>
                <a:gd name="T12" fmla="*/ 195 w 504"/>
                <a:gd name="T13" fmla="*/ 365 h 840"/>
                <a:gd name="T14" fmla="*/ 174 w 504"/>
                <a:gd name="T15" fmla="*/ 407 h 840"/>
                <a:gd name="T16" fmla="*/ 156 w 504"/>
                <a:gd name="T17" fmla="*/ 451 h 840"/>
                <a:gd name="T18" fmla="*/ 135 w 504"/>
                <a:gd name="T19" fmla="*/ 514 h 840"/>
                <a:gd name="T20" fmla="*/ 122 w 504"/>
                <a:gd name="T21" fmla="*/ 567 h 840"/>
                <a:gd name="T22" fmla="*/ 115 w 504"/>
                <a:gd name="T23" fmla="*/ 613 h 840"/>
                <a:gd name="T24" fmla="*/ 114 w 504"/>
                <a:gd name="T25" fmla="*/ 650 h 840"/>
                <a:gd name="T26" fmla="*/ 116 w 504"/>
                <a:gd name="T27" fmla="*/ 681 h 840"/>
                <a:gd name="T28" fmla="*/ 121 w 504"/>
                <a:gd name="T29" fmla="*/ 704 h 840"/>
                <a:gd name="T30" fmla="*/ 127 w 504"/>
                <a:gd name="T31" fmla="*/ 723 h 840"/>
                <a:gd name="T32" fmla="*/ 135 w 504"/>
                <a:gd name="T33" fmla="*/ 736 h 840"/>
                <a:gd name="T34" fmla="*/ 146 w 504"/>
                <a:gd name="T35" fmla="*/ 748 h 840"/>
                <a:gd name="T36" fmla="*/ 159 w 504"/>
                <a:gd name="T37" fmla="*/ 757 h 840"/>
                <a:gd name="T38" fmla="*/ 173 w 504"/>
                <a:gd name="T39" fmla="*/ 762 h 840"/>
                <a:gd name="T40" fmla="*/ 188 w 504"/>
                <a:gd name="T41" fmla="*/ 764 h 840"/>
                <a:gd name="T42" fmla="*/ 208 w 504"/>
                <a:gd name="T43" fmla="*/ 840 h 840"/>
                <a:gd name="T44" fmla="*/ 182 w 504"/>
                <a:gd name="T45" fmla="*/ 839 h 840"/>
                <a:gd name="T46" fmla="*/ 159 w 504"/>
                <a:gd name="T47" fmla="*/ 835 h 840"/>
                <a:gd name="T48" fmla="*/ 136 w 504"/>
                <a:gd name="T49" fmla="*/ 829 h 840"/>
                <a:gd name="T50" fmla="*/ 115 w 504"/>
                <a:gd name="T51" fmla="*/ 821 h 840"/>
                <a:gd name="T52" fmla="*/ 96 w 504"/>
                <a:gd name="T53" fmla="*/ 809 h 840"/>
                <a:gd name="T54" fmla="*/ 77 w 504"/>
                <a:gd name="T55" fmla="*/ 795 h 840"/>
                <a:gd name="T56" fmla="*/ 61 w 504"/>
                <a:gd name="T57" fmla="*/ 780 h 840"/>
                <a:gd name="T58" fmla="*/ 47 w 504"/>
                <a:gd name="T59" fmla="*/ 761 h 840"/>
                <a:gd name="T60" fmla="*/ 28 w 504"/>
                <a:gd name="T61" fmla="*/ 731 h 840"/>
                <a:gd name="T62" fmla="*/ 14 w 504"/>
                <a:gd name="T63" fmla="*/ 696 h 840"/>
                <a:gd name="T64" fmla="*/ 5 w 504"/>
                <a:gd name="T65" fmla="*/ 658 h 840"/>
                <a:gd name="T66" fmla="*/ 1 w 504"/>
                <a:gd name="T67" fmla="*/ 618 h 840"/>
                <a:gd name="T68" fmla="*/ 1 w 504"/>
                <a:gd name="T69" fmla="*/ 576 h 840"/>
                <a:gd name="T70" fmla="*/ 5 w 504"/>
                <a:gd name="T71" fmla="*/ 532 h 840"/>
                <a:gd name="T72" fmla="*/ 14 w 504"/>
                <a:gd name="T73" fmla="*/ 486 h 840"/>
                <a:gd name="T74" fmla="*/ 27 w 504"/>
                <a:gd name="T75" fmla="*/ 439 h 840"/>
                <a:gd name="T76" fmla="*/ 51 w 504"/>
                <a:gd name="T77" fmla="*/ 380 h 840"/>
                <a:gd name="T78" fmla="*/ 81 w 504"/>
                <a:gd name="T79" fmla="*/ 321 h 840"/>
                <a:gd name="T80" fmla="*/ 118 w 504"/>
                <a:gd name="T81" fmla="*/ 264 h 840"/>
                <a:gd name="T82" fmla="*/ 162 w 504"/>
                <a:gd name="T83" fmla="*/ 209 h 840"/>
                <a:gd name="T84" fmla="*/ 212 w 504"/>
                <a:gd name="T85" fmla="*/ 156 h 840"/>
                <a:gd name="T86" fmla="*/ 269 w 504"/>
                <a:gd name="T87" fmla="*/ 103 h 840"/>
                <a:gd name="T88" fmla="*/ 332 w 504"/>
                <a:gd name="T89" fmla="*/ 52 h 840"/>
                <a:gd name="T90" fmla="*/ 403 w 504"/>
                <a:gd name="T91" fmla="*/ 2 h 840"/>
                <a:gd name="T92" fmla="*/ 504 w 504"/>
                <a:gd name="T93" fmla="*/ 26 h 8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04" h="840">
                  <a:moveTo>
                    <a:pt x="406" y="118"/>
                  </a:moveTo>
                  <a:lnTo>
                    <a:pt x="395" y="126"/>
                  </a:lnTo>
                  <a:lnTo>
                    <a:pt x="374" y="146"/>
                  </a:lnTo>
                  <a:lnTo>
                    <a:pt x="353" y="165"/>
                  </a:lnTo>
                  <a:lnTo>
                    <a:pt x="333" y="184"/>
                  </a:lnTo>
                  <a:lnTo>
                    <a:pt x="314" y="203"/>
                  </a:lnTo>
                  <a:lnTo>
                    <a:pt x="295" y="223"/>
                  </a:lnTo>
                  <a:lnTo>
                    <a:pt x="279" y="243"/>
                  </a:lnTo>
                  <a:lnTo>
                    <a:pt x="263" y="262"/>
                  </a:lnTo>
                  <a:lnTo>
                    <a:pt x="248" y="283"/>
                  </a:lnTo>
                  <a:lnTo>
                    <a:pt x="233" y="303"/>
                  </a:lnTo>
                  <a:lnTo>
                    <a:pt x="219" y="323"/>
                  </a:lnTo>
                  <a:lnTo>
                    <a:pt x="207" y="344"/>
                  </a:lnTo>
                  <a:lnTo>
                    <a:pt x="195" y="365"/>
                  </a:lnTo>
                  <a:lnTo>
                    <a:pt x="184" y="386"/>
                  </a:lnTo>
                  <a:lnTo>
                    <a:pt x="174" y="407"/>
                  </a:lnTo>
                  <a:lnTo>
                    <a:pt x="165" y="430"/>
                  </a:lnTo>
                  <a:lnTo>
                    <a:pt x="156" y="451"/>
                  </a:lnTo>
                  <a:lnTo>
                    <a:pt x="145" y="484"/>
                  </a:lnTo>
                  <a:lnTo>
                    <a:pt x="135" y="514"/>
                  </a:lnTo>
                  <a:lnTo>
                    <a:pt x="128" y="542"/>
                  </a:lnTo>
                  <a:lnTo>
                    <a:pt x="122" y="567"/>
                  </a:lnTo>
                  <a:lnTo>
                    <a:pt x="118" y="591"/>
                  </a:lnTo>
                  <a:lnTo>
                    <a:pt x="115" y="613"/>
                  </a:lnTo>
                  <a:lnTo>
                    <a:pt x="114" y="633"/>
                  </a:lnTo>
                  <a:lnTo>
                    <a:pt x="114" y="650"/>
                  </a:lnTo>
                  <a:lnTo>
                    <a:pt x="114" y="666"/>
                  </a:lnTo>
                  <a:lnTo>
                    <a:pt x="116" y="681"/>
                  </a:lnTo>
                  <a:lnTo>
                    <a:pt x="118" y="693"/>
                  </a:lnTo>
                  <a:lnTo>
                    <a:pt x="121" y="704"/>
                  </a:lnTo>
                  <a:lnTo>
                    <a:pt x="124" y="714"/>
                  </a:lnTo>
                  <a:lnTo>
                    <a:pt x="127" y="723"/>
                  </a:lnTo>
                  <a:lnTo>
                    <a:pt x="131" y="730"/>
                  </a:lnTo>
                  <a:lnTo>
                    <a:pt x="135" y="736"/>
                  </a:lnTo>
                  <a:lnTo>
                    <a:pt x="140" y="742"/>
                  </a:lnTo>
                  <a:lnTo>
                    <a:pt x="146" y="748"/>
                  </a:lnTo>
                  <a:lnTo>
                    <a:pt x="152" y="753"/>
                  </a:lnTo>
                  <a:lnTo>
                    <a:pt x="159" y="757"/>
                  </a:lnTo>
                  <a:lnTo>
                    <a:pt x="166" y="760"/>
                  </a:lnTo>
                  <a:lnTo>
                    <a:pt x="173" y="762"/>
                  </a:lnTo>
                  <a:lnTo>
                    <a:pt x="180" y="763"/>
                  </a:lnTo>
                  <a:lnTo>
                    <a:pt x="188" y="764"/>
                  </a:lnTo>
                  <a:lnTo>
                    <a:pt x="230" y="801"/>
                  </a:lnTo>
                  <a:lnTo>
                    <a:pt x="208" y="840"/>
                  </a:lnTo>
                  <a:lnTo>
                    <a:pt x="195" y="840"/>
                  </a:lnTo>
                  <a:lnTo>
                    <a:pt x="182" y="839"/>
                  </a:lnTo>
                  <a:lnTo>
                    <a:pt x="170" y="838"/>
                  </a:lnTo>
                  <a:lnTo>
                    <a:pt x="159" y="835"/>
                  </a:lnTo>
                  <a:lnTo>
                    <a:pt x="148" y="833"/>
                  </a:lnTo>
                  <a:lnTo>
                    <a:pt x="136" y="829"/>
                  </a:lnTo>
                  <a:lnTo>
                    <a:pt x="125" y="825"/>
                  </a:lnTo>
                  <a:lnTo>
                    <a:pt x="115" y="821"/>
                  </a:lnTo>
                  <a:lnTo>
                    <a:pt x="105" y="814"/>
                  </a:lnTo>
                  <a:lnTo>
                    <a:pt x="96" y="809"/>
                  </a:lnTo>
                  <a:lnTo>
                    <a:pt x="86" y="802"/>
                  </a:lnTo>
                  <a:lnTo>
                    <a:pt x="77" y="795"/>
                  </a:lnTo>
                  <a:lnTo>
                    <a:pt x="69" y="788"/>
                  </a:lnTo>
                  <a:lnTo>
                    <a:pt x="61" y="780"/>
                  </a:lnTo>
                  <a:lnTo>
                    <a:pt x="54" y="771"/>
                  </a:lnTo>
                  <a:lnTo>
                    <a:pt x="47" y="761"/>
                  </a:lnTo>
                  <a:lnTo>
                    <a:pt x="36" y="746"/>
                  </a:lnTo>
                  <a:lnTo>
                    <a:pt x="28" y="731"/>
                  </a:lnTo>
                  <a:lnTo>
                    <a:pt x="21" y="713"/>
                  </a:lnTo>
                  <a:lnTo>
                    <a:pt x="14" y="696"/>
                  </a:lnTo>
                  <a:lnTo>
                    <a:pt x="9" y="678"/>
                  </a:lnTo>
                  <a:lnTo>
                    <a:pt x="5" y="658"/>
                  </a:lnTo>
                  <a:lnTo>
                    <a:pt x="2" y="639"/>
                  </a:lnTo>
                  <a:lnTo>
                    <a:pt x="1" y="618"/>
                  </a:lnTo>
                  <a:lnTo>
                    <a:pt x="0" y="597"/>
                  </a:lnTo>
                  <a:lnTo>
                    <a:pt x="1" y="576"/>
                  </a:lnTo>
                  <a:lnTo>
                    <a:pt x="2" y="554"/>
                  </a:lnTo>
                  <a:lnTo>
                    <a:pt x="5" y="532"/>
                  </a:lnTo>
                  <a:lnTo>
                    <a:pt x="9" y="509"/>
                  </a:lnTo>
                  <a:lnTo>
                    <a:pt x="14" y="486"/>
                  </a:lnTo>
                  <a:lnTo>
                    <a:pt x="20" y="462"/>
                  </a:lnTo>
                  <a:lnTo>
                    <a:pt x="27" y="439"/>
                  </a:lnTo>
                  <a:lnTo>
                    <a:pt x="38" y="409"/>
                  </a:lnTo>
                  <a:lnTo>
                    <a:pt x="51" y="380"/>
                  </a:lnTo>
                  <a:lnTo>
                    <a:pt x="66" y="350"/>
                  </a:lnTo>
                  <a:lnTo>
                    <a:pt x="81" y="321"/>
                  </a:lnTo>
                  <a:lnTo>
                    <a:pt x="99" y="293"/>
                  </a:lnTo>
                  <a:lnTo>
                    <a:pt x="118" y="264"/>
                  </a:lnTo>
                  <a:lnTo>
                    <a:pt x="139" y="237"/>
                  </a:lnTo>
                  <a:lnTo>
                    <a:pt x="162" y="209"/>
                  </a:lnTo>
                  <a:lnTo>
                    <a:pt x="185" y="183"/>
                  </a:lnTo>
                  <a:lnTo>
                    <a:pt x="212" y="156"/>
                  </a:lnTo>
                  <a:lnTo>
                    <a:pt x="239" y="130"/>
                  </a:lnTo>
                  <a:lnTo>
                    <a:pt x="269" y="103"/>
                  </a:lnTo>
                  <a:lnTo>
                    <a:pt x="300" y="77"/>
                  </a:lnTo>
                  <a:lnTo>
                    <a:pt x="332" y="52"/>
                  </a:lnTo>
                  <a:lnTo>
                    <a:pt x="367" y="26"/>
                  </a:lnTo>
                  <a:lnTo>
                    <a:pt x="403" y="2"/>
                  </a:lnTo>
                  <a:lnTo>
                    <a:pt x="406" y="0"/>
                  </a:lnTo>
                  <a:lnTo>
                    <a:pt x="504" y="26"/>
                  </a:lnTo>
                  <a:lnTo>
                    <a:pt x="406" y="11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32" name="Freeform 37"/>
            <p:cNvSpPr>
              <a:spLocks/>
            </p:cNvSpPr>
            <p:nvPr userDrawn="1"/>
          </p:nvSpPr>
          <p:spPr bwMode="gray">
            <a:xfrm>
              <a:off x="7081" y="570"/>
              <a:ext cx="66" cy="83"/>
            </a:xfrm>
            <a:custGeom>
              <a:avLst/>
              <a:gdLst>
                <a:gd name="T0" fmla="*/ 575 w 783"/>
                <a:gd name="T1" fmla="*/ 794 h 1004"/>
                <a:gd name="T2" fmla="*/ 584 w 783"/>
                <a:gd name="T3" fmla="*/ 863 h 1004"/>
                <a:gd name="T4" fmla="*/ 607 w 783"/>
                <a:gd name="T5" fmla="*/ 922 h 1004"/>
                <a:gd name="T6" fmla="*/ 643 w 783"/>
                <a:gd name="T7" fmla="*/ 967 h 1004"/>
                <a:gd name="T8" fmla="*/ 692 w 783"/>
                <a:gd name="T9" fmla="*/ 1000 h 1004"/>
                <a:gd name="T10" fmla="*/ 718 w 783"/>
                <a:gd name="T11" fmla="*/ 1004 h 1004"/>
                <a:gd name="T12" fmla="*/ 738 w 783"/>
                <a:gd name="T13" fmla="*/ 997 h 1004"/>
                <a:gd name="T14" fmla="*/ 741 w 783"/>
                <a:gd name="T15" fmla="*/ 978 h 1004"/>
                <a:gd name="T16" fmla="*/ 727 w 783"/>
                <a:gd name="T17" fmla="*/ 902 h 1004"/>
                <a:gd name="T18" fmla="*/ 728 w 783"/>
                <a:gd name="T19" fmla="*/ 819 h 1004"/>
                <a:gd name="T20" fmla="*/ 742 w 783"/>
                <a:gd name="T21" fmla="*/ 732 h 1004"/>
                <a:gd name="T22" fmla="*/ 767 w 783"/>
                <a:gd name="T23" fmla="*/ 642 h 1004"/>
                <a:gd name="T24" fmla="*/ 783 w 783"/>
                <a:gd name="T25" fmla="*/ 583 h 1004"/>
                <a:gd name="T26" fmla="*/ 779 w 783"/>
                <a:gd name="T27" fmla="*/ 550 h 1004"/>
                <a:gd name="T28" fmla="*/ 756 w 783"/>
                <a:gd name="T29" fmla="*/ 522 h 1004"/>
                <a:gd name="T30" fmla="*/ 702 w 783"/>
                <a:gd name="T31" fmla="*/ 494 h 1004"/>
                <a:gd name="T32" fmla="*/ 674 w 783"/>
                <a:gd name="T33" fmla="*/ 489 h 1004"/>
                <a:gd name="T34" fmla="*/ 651 w 783"/>
                <a:gd name="T35" fmla="*/ 493 h 1004"/>
                <a:gd name="T36" fmla="*/ 633 w 783"/>
                <a:gd name="T37" fmla="*/ 508 h 1004"/>
                <a:gd name="T38" fmla="*/ 603 w 783"/>
                <a:gd name="T39" fmla="*/ 553 h 1004"/>
                <a:gd name="T40" fmla="*/ 506 w 783"/>
                <a:gd name="T41" fmla="*/ 676 h 1004"/>
                <a:gd name="T42" fmla="*/ 401 w 783"/>
                <a:gd name="T43" fmla="*/ 783 h 1004"/>
                <a:gd name="T44" fmla="*/ 336 w 783"/>
                <a:gd name="T45" fmla="*/ 834 h 1004"/>
                <a:gd name="T46" fmla="*/ 286 w 783"/>
                <a:gd name="T47" fmla="*/ 860 h 1004"/>
                <a:gd name="T48" fmla="*/ 240 w 783"/>
                <a:gd name="T49" fmla="*/ 873 h 1004"/>
                <a:gd name="T50" fmla="*/ 209 w 783"/>
                <a:gd name="T51" fmla="*/ 871 h 1004"/>
                <a:gd name="T52" fmla="*/ 188 w 783"/>
                <a:gd name="T53" fmla="*/ 858 h 1004"/>
                <a:gd name="T54" fmla="*/ 170 w 783"/>
                <a:gd name="T55" fmla="*/ 836 h 1004"/>
                <a:gd name="T56" fmla="*/ 155 w 783"/>
                <a:gd name="T57" fmla="*/ 776 h 1004"/>
                <a:gd name="T58" fmla="*/ 159 w 783"/>
                <a:gd name="T59" fmla="*/ 665 h 1004"/>
                <a:gd name="T60" fmla="*/ 188 w 783"/>
                <a:gd name="T61" fmla="*/ 507 h 1004"/>
                <a:gd name="T62" fmla="*/ 234 w 783"/>
                <a:gd name="T63" fmla="*/ 341 h 1004"/>
                <a:gd name="T64" fmla="*/ 291 w 783"/>
                <a:gd name="T65" fmla="*/ 188 h 1004"/>
                <a:gd name="T66" fmla="*/ 345 w 783"/>
                <a:gd name="T67" fmla="*/ 81 h 1004"/>
                <a:gd name="T68" fmla="*/ 360 w 783"/>
                <a:gd name="T69" fmla="*/ 40 h 1004"/>
                <a:gd name="T70" fmla="*/ 354 w 783"/>
                <a:gd name="T71" fmla="*/ 15 h 1004"/>
                <a:gd name="T72" fmla="*/ 327 w 783"/>
                <a:gd name="T73" fmla="*/ 3 h 1004"/>
                <a:gd name="T74" fmla="*/ 291 w 783"/>
                <a:gd name="T75" fmla="*/ 0 h 1004"/>
                <a:gd name="T76" fmla="*/ 240 w 783"/>
                <a:gd name="T77" fmla="*/ 7 h 1004"/>
                <a:gd name="T78" fmla="*/ 203 w 783"/>
                <a:gd name="T79" fmla="*/ 25 h 1004"/>
                <a:gd name="T80" fmla="*/ 178 w 783"/>
                <a:gd name="T81" fmla="*/ 52 h 1004"/>
                <a:gd name="T82" fmla="*/ 135 w 783"/>
                <a:gd name="T83" fmla="*/ 146 h 1004"/>
                <a:gd name="T84" fmla="*/ 81 w 783"/>
                <a:gd name="T85" fmla="*/ 292 h 1004"/>
                <a:gd name="T86" fmla="*/ 34 w 783"/>
                <a:gd name="T87" fmla="*/ 458 h 1004"/>
                <a:gd name="T88" fmla="*/ 5 w 783"/>
                <a:gd name="T89" fmla="*/ 639 h 1004"/>
                <a:gd name="T90" fmla="*/ 1 w 783"/>
                <a:gd name="T91" fmla="*/ 756 h 1004"/>
                <a:gd name="T92" fmla="*/ 8 w 783"/>
                <a:gd name="T93" fmla="*/ 802 h 1004"/>
                <a:gd name="T94" fmla="*/ 25 w 783"/>
                <a:gd name="T95" fmla="*/ 845 h 1004"/>
                <a:gd name="T96" fmla="*/ 51 w 783"/>
                <a:gd name="T97" fmla="*/ 884 h 1004"/>
                <a:gd name="T98" fmla="*/ 91 w 783"/>
                <a:gd name="T99" fmla="*/ 923 h 1004"/>
                <a:gd name="T100" fmla="*/ 141 w 783"/>
                <a:gd name="T101" fmla="*/ 955 h 1004"/>
                <a:gd name="T102" fmla="*/ 189 w 783"/>
                <a:gd name="T103" fmla="*/ 975 h 1004"/>
                <a:gd name="T104" fmla="*/ 248 w 783"/>
                <a:gd name="T105" fmla="*/ 986 h 1004"/>
                <a:gd name="T106" fmla="*/ 294 w 783"/>
                <a:gd name="T107" fmla="*/ 979 h 1004"/>
                <a:gd name="T108" fmla="*/ 339 w 783"/>
                <a:gd name="T109" fmla="*/ 961 h 1004"/>
                <a:gd name="T110" fmla="*/ 426 w 783"/>
                <a:gd name="T111" fmla="*/ 901 h 1004"/>
                <a:gd name="T112" fmla="*/ 504 w 783"/>
                <a:gd name="T113" fmla="*/ 825 h 10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83" h="1004">
                  <a:moveTo>
                    <a:pt x="576" y="737"/>
                  </a:moveTo>
                  <a:lnTo>
                    <a:pt x="575" y="755"/>
                  </a:lnTo>
                  <a:lnTo>
                    <a:pt x="575" y="775"/>
                  </a:lnTo>
                  <a:lnTo>
                    <a:pt x="575" y="794"/>
                  </a:lnTo>
                  <a:lnTo>
                    <a:pt x="576" y="812"/>
                  </a:lnTo>
                  <a:lnTo>
                    <a:pt x="578" y="831"/>
                  </a:lnTo>
                  <a:lnTo>
                    <a:pt x="581" y="847"/>
                  </a:lnTo>
                  <a:lnTo>
                    <a:pt x="584" y="863"/>
                  </a:lnTo>
                  <a:lnTo>
                    <a:pt x="590" y="879"/>
                  </a:lnTo>
                  <a:lnTo>
                    <a:pt x="595" y="894"/>
                  </a:lnTo>
                  <a:lnTo>
                    <a:pt x="601" y="908"/>
                  </a:lnTo>
                  <a:lnTo>
                    <a:pt x="607" y="922"/>
                  </a:lnTo>
                  <a:lnTo>
                    <a:pt x="615" y="934"/>
                  </a:lnTo>
                  <a:lnTo>
                    <a:pt x="623" y="946"/>
                  </a:lnTo>
                  <a:lnTo>
                    <a:pt x="632" y="956"/>
                  </a:lnTo>
                  <a:lnTo>
                    <a:pt x="643" y="967"/>
                  </a:lnTo>
                  <a:lnTo>
                    <a:pt x="654" y="977"/>
                  </a:lnTo>
                  <a:lnTo>
                    <a:pt x="666" y="986"/>
                  </a:lnTo>
                  <a:lnTo>
                    <a:pt x="678" y="994"/>
                  </a:lnTo>
                  <a:lnTo>
                    <a:pt x="692" y="1000"/>
                  </a:lnTo>
                  <a:lnTo>
                    <a:pt x="699" y="1002"/>
                  </a:lnTo>
                  <a:lnTo>
                    <a:pt x="705" y="1003"/>
                  </a:lnTo>
                  <a:lnTo>
                    <a:pt x="712" y="1004"/>
                  </a:lnTo>
                  <a:lnTo>
                    <a:pt x="718" y="1004"/>
                  </a:lnTo>
                  <a:lnTo>
                    <a:pt x="724" y="1004"/>
                  </a:lnTo>
                  <a:lnTo>
                    <a:pt x="730" y="1003"/>
                  </a:lnTo>
                  <a:lnTo>
                    <a:pt x="735" y="1000"/>
                  </a:lnTo>
                  <a:lnTo>
                    <a:pt x="738" y="997"/>
                  </a:lnTo>
                  <a:lnTo>
                    <a:pt x="741" y="993"/>
                  </a:lnTo>
                  <a:lnTo>
                    <a:pt x="742" y="989"/>
                  </a:lnTo>
                  <a:lnTo>
                    <a:pt x="742" y="984"/>
                  </a:lnTo>
                  <a:lnTo>
                    <a:pt x="741" y="978"/>
                  </a:lnTo>
                  <a:lnTo>
                    <a:pt x="735" y="959"/>
                  </a:lnTo>
                  <a:lnTo>
                    <a:pt x="732" y="941"/>
                  </a:lnTo>
                  <a:lnTo>
                    <a:pt x="729" y="922"/>
                  </a:lnTo>
                  <a:lnTo>
                    <a:pt x="727" y="902"/>
                  </a:lnTo>
                  <a:lnTo>
                    <a:pt x="726" y="883"/>
                  </a:lnTo>
                  <a:lnTo>
                    <a:pt x="726" y="861"/>
                  </a:lnTo>
                  <a:lnTo>
                    <a:pt x="726" y="841"/>
                  </a:lnTo>
                  <a:lnTo>
                    <a:pt x="728" y="819"/>
                  </a:lnTo>
                  <a:lnTo>
                    <a:pt x="730" y="798"/>
                  </a:lnTo>
                  <a:lnTo>
                    <a:pt x="733" y="776"/>
                  </a:lnTo>
                  <a:lnTo>
                    <a:pt x="736" y="754"/>
                  </a:lnTo>
                  <a:lnTo>
                    <a:pt x="742" y="732"/>
                  </a:lnTo>
                  <a:lnTo>
                    <a:pt x="747" y="709"/>
                  </a:lnTo>
                  <a:lnTo>
                    <a:pt x="753" y="687"/>
                  </a:lnTo>
                  <a:lnTo>
                    <a:pt x="760" y="664"/>
                  </a:lnTo>
                  <a:lnTo>
                    <a:pt x="767" y="642"/>
                  </a:lnTo>
                  <a:lnTo>
                    <a:pt x="775" y="620"/>
                  </a:lnTo>
                  <a:lnTo>
                    <a:pt x="780" y="600"/>
                  </a:lnTo>
                  <a:lnTo>
                    <a:pt x="782" y="591"/>
                  </a:lnTo>
                  <a:lnTo>
                    <a:pt x="783" y="583"/>
                  </a:lnTo>
                  <a:lnTo>
                    <a:pt x="783" y="573"/>
                  </a:lnTo>
                  <a:lnTo>
                    <a:pt x="783" y="565"/>
                  </a:lnTo>
                  <a:lnTo>
                    <a:pt x="781" y="558"/>
                  </a:lnTo>
                  <a:lnTo>
                    <a:pt x="779" y="550"/>
                  </a:lnTo>
                  <a:lnTo>
                    <a:pt x="775" y="543"/>
                  </a:lnTo>
                  <a:lnTo>
                    <a:pt x="770" y="536"/>
                  </a:lnTo>
                  <a:lnTo>
                    <a:pt x="764" y="530"/>
                  </a:lnTo>
                  <a:lnTo>
                    <a:pt x="756" y="522"/>
                  </a:lnTo>
                  <a:lnTo>
                    <a:pt x="747" y="515"/>
                  </a:lnTo>
                  <a:lnTo>
                    <a:pt x="735" y="509"/>
                  </a:lnTo>
                  <a:lnTo>
                    <a:pt x="718" y="500"/>
                  </a:lnTo>
                  <a:lnTo>
                    <a:pt x="702" y="494"/>
                  </a:lnTo>
                  <a:lnTo>
                    <a:pt x="695" y="492"/>
                  </a:lnTo>
                  <a:lnTo>
                    <a:pt x="687" y="490"/>
                  </a:lnTo>
                  <a:lnTo>
                    <a:pt x="680" y="489"/>
                  </a:lnTo>
                  <a:lnTo>
                    <a:pt x="674" y="489"/>
                  </a:lnTo>
                  <a:lnTo>
                    <a:pt x="667" y="489"/>
                  </a:lnTo>
                  <a:lnTo>
                    <a:pt x="662" y="490"/>
                  </a:lnTo>
                  <a:lnTo>
                    <a:pt x="656" y="491"/>
                  </a:lnTo>
                  <a:lnTo>
                    <a:pt x="651" y="493"/>
                  </a:lnTo>
                  <a:lnTo>
                    <a:pt x="646" y="496"/>
                  </a:lnTo>
                  <a:lnTo>
                    <a:pt x="642" y="499"/>
                  </a:lnTo>
                  <a:lnTo>
                    <a:pt x="637" y="503"/>
                  </a:lnTo>
                  <a:lnTo>
                    <a:pt x="633" y="508"/>
                  </a:lnTo>
                  <a:lnTo>
                    <a:pt x="630" y="512"/>
                  </a:lnTo>
                  <a:lnTo>
                    <a:pt x="627" y="516"/>
                  </a:lnTo>
                  <a:lnTo>
                    <a:pt x="624" y="522"/>
                  </a:lnTo>
                  <a:lnTo>
                    <a:pt x="603" y="553"/>
                  </a:lnTo>
                  <a:lnTo>
                    <a:pt x="579" y="584"/>
                  </a:lnTo>
                  <a:lnTo>
                    <a:pt x="556" y="615"/>
                  </a:lnTo>
                  <a:lnTo>
                    <a:pt x="531" y="646"/>
                  </a:lnTo>
                  <a:lnTo>
                    <a:pt x="506" y="676"/>
                  </a:lnTo>
                  <a:lnTo>
                    <a:pt x="480" y="704"/>
                  </a:lnTo>
                  <a:lnTo>
                    <a:pt x="454" y="733"/>
                  </a:lnTo>
                  <a:lnTo>
                    <a:pt x="427" y="758"/>
                  </a:lnTo>
                  <a:lnTo>
                    <a:pt x="401" y="783"/>
                  </a:lnTo>
                  <a:lnTo>
                    <a:pt x="374" y="805"/>
                  </a:lnTo>
                  <a:lnTo>
                    <a:pt x="362" y="815"/>
                  </a:lnTo>
                  <a:lnTo>
                    <a:pt x="349" y="825"/>
                  </a:lnTo>
                  <a:lnTo>
                    <a:pt x="336" y="834"/>
                  </a:lnTo>
                  <a:lnTo>
                    <a:pt x="323" y="841"/>
                  </a:lnTo>
                  <a:lnTo>
                    <a:pt x="310" y="848"/>
                  </a:lnTo>
                  <a:lnTo>
                    <a:pt x="298" y="855"/>
                  </a:lnTo>
                  <a:lnTo>
                    <a:pt x="286" y="860"/>
                  </a:lnTo>
                  <a:lnTo>
                    <a:pt x="273" y="865"/>
                  </a:lnTo>
                  <a:lnTo>
                    <a:pt x="262" y="868"/>
                  </a:lnTo>
                  <a:lnTo>
                    <a:pt x="251" y="872"/>
                  </a:lnTo>
                  <a:lnTo>
                    <a:pt x="240" y="873"/>
                  </a:lnTo>
                  <a:lnTo>
                    <a:pt x="228" y="874"/>
                  </a:lnTo>
                  <a:lnTo>
                    <a:pt x="221" y="874"/>
                  </a:lnTo>
                  <a:lnTo>
                    <a:pt x="215" y="873"/>
                  </a:lnTo>
                  <a:lnTo>
                    <a:pt x="209" y="871"/>
                  </a:lnTo>
                  <a:lnTo>
                    <a:pt x="203" y="868"/>
                  </a:lnTo>
                  <a:lnTo>
                    <a:pt x="198" y="865"/>
                  </a:lnTo>
                  <a:lnTo>
                    <a:pt x="193" y="862"/>
                  </a:lnTo>
                  <a:lnTo>
                    <a:pt x="188" y="858"/>
                  </a:lnTo>
                  <a:lnTo>
                    <a:pt x="183" y="853"/>
                  </a:lnTo>
                  <a:lnTo>
                    <a:pt x="178" y="848"/>
                  </a:lnTo>
                  <a:lnTo>
                    <a:pt x="174" y="843"/>
                  </a:lnTo>
                  <a:lnTo>
                    <a:pt x="170" y="836"/>
                  </a:lnTo>
                  <a:lnTo>
                    <a:pt x="167" y="830"/>
                  </a:lnTo>
                  <a:lnTo>
                    <a:pt x="162" y="813"/>
                  </a:lnTo>
                  <a:lnTo>
                    <a:pt x="158" y="796"/>
                  </a:lnTo>
                  <a:lnTo>
                    <a:pt x="155" y="776"/>
                  </a:lnTo>
                  <a:lnTo>
                    <a:pt x="154" y="753"/>
                  </a:lnTo>
                  <a:lnTo>
                    <a:pt x="154" y="729"/>
                  </a:lnTo>
                  <a:lnTo>
                    <a:pt x="155" y="702"/>
                  </a:lnTo>
                  <a:lnTo>
                    <a:pt x="159" y="665"/>
                  </a:lnTo>
                  <a:lnTo>
                    <a:pt x="164" y="628"/>
                  </a:lnTo>
                  <a:lnTo>
                    <a:pt x="170" y="589"/>
                  </a:lnTo>
                  <a:lnTo>
                    <a:pt x="178" y="548"/>
                  </a:lnTo>
                  <a:lnTo>
                    <a:pt x="188" y="507"/>
                  </a:lnTo>
                  <a:lnTo>
                    <a:pt x="197" y="465"/>
                  </a:lnTo>
                  <a:lnTo>
                    <a:pt x="208" y="423"/>
                  </a:lnTo>
                  <a:lnTo>
                    <a:pt x="220" y="382"/>
                  </a:lnTo>
                  <a:lnTo>
                    <a:pt x="234" y="341"/>
                  </a:lnTo>
                  <a:lnTo>
                    <a:pt x="247" y="301"/>
                  </a:lnTo>
                  <a:lnTo>
                    <a:pt x="261" y="261"/>
                  </a:lnTo>
                  <a:lnTo>
                    <a:pt x="275" y="223"/>
                  </a:lnTo>
                  <a:lnTo>
                    <a:pt x="291" y="188"/>
                  </a:lnTo>
                  <a:lnTo>
                    <a:pt x="306" y="154"/>
                  </a:lnTo>
                  <a:lnTo>
                    <a:pt x="322" y="122"/>
                  </a:lnTo>
                  <a:lnTo>
                    <a:pt x="338" y="94"/>
                  </a:lnTo>
                  <a:lnTo>
                    <a:pt x="345" y="81"/>
                  </a:lnTo>
                  <a:lnTo>
                    <a:pt x="351" y="68"/>
                  </a:lnTo>
                  <a:lnTo>
                    <a:pt x="356" y="58"/>
                  </a:lnTo>
                  <a:lnTo>
                    <a:pt x="359" y="48"/>
                  </a:lnTo>
                  <a:lnTo>
                    <a:pt x="360" y="40"/>
                  </a:lnTo>
                  <a:lnTo>
                    <a:pt x="361" y="33"/>
                  </a:lnTo>
                  <a:lnTo>
                    <a:pt x="360" y="25"/>
                  </a:lnTo>
                  <a:lnTo>
                    <a:pt x="357" y="20"/>
                  </a:lnTo>
                  <a:lnTo>
                    <a:pt x="354" y="15"/>
                  </a:lnTo>
                  <a:lnTo>
                    <a:pt x="350" y="11"/>
                  </a:lnTo>
                  <a:lnTo>
                    <a:pt x="344" y="8"/>
                  </a:lnTo>
                  <a:lnTo>
                    <a:pt x="337" y="5"/>
                  </a:lnTo>
                  <a:lnTo>
                    <a:pt x="327" y="3"/>
                  </a:lnTo>
                  <a:lnTo>
                    <a:pt x="318" y="1"/>
                  </a:lnTo>
                  <a:lnTo>
                    <a:pt x="307" y="0"/>
                  </a:lnTo>
                  <a:lnTo>
                    <a:pt x="295" y="0"/>
                  </a:lnTo>
                  <a:lnTo>
                    <a:pt x="291" y="0"/>
                  </a:lnTo>
                  <a:lnTo>
                    <a:pt x="276" y="0"/>
                  </a:lnTo>
                  <a:lnTo>
                    <a:pt x="263" y="2"/>
                  </a:lnTo>
                  <a:lnTo>
                    <a:pt x="251" y="4"/>
                  </a:lnTo>
                  <a:lnTo>
                    <a:pt x="240" y="7"/>
                  </a:lnTo>
                  <a:lnTo>
                    <a:pt x="229" y="11"/>
                  </a:lnTo>
                  <a:lnTo>
                    <a:pt x="219" y="15"/>
                  </a:lnTo>
                  <a:lnTo>
                    <a:pt x="211" y="20"/>
                  </a:lnTo>
                  <a:lnTo>
                    <a:pt x="203" y="25"/>
                  </a:lnTo>
                  <a:lnTo>
                    <a:pt x="196" y="32"/>
                  </a:lnTo>
                  <a:lnTo>
                    <a:pt x="190" y="39"/>
                  </a:lnTo>
                  <a:lnTo>
                    <a:pt x="184" y="45"/>
                  </a:lnTo>
                  <a:lnTo>
                    <a:pt x="178" y="52"/>
                  </a:lnTo>
                  <a:lnTo>
                    <a:pt x="169" y="67"/>
                  </a:lnTo>
                  <a:lnTo>
                    <a:pt x="162" y="83"/>
                  </a:lnTo>
                  <a:lnTo>
                    <a:pt x="148" y="113"/>
                  </a:lnTo>
                  <a:lnTo>
                    <a:pt x="135" y="146"/>
                  </a:lnTo>
                  <a:lnTo>
                    <a:pt x="120" y="180"/>
                  </a:lnTo>
                  <a:lnTo>
                    <a:pt x="107" y="215"/>
                  </a:lnTo>
                  <a:lnTo>
                    <a:pt x="94" y="253"/>
                  </a:lnTo>
                  <a:lnTo>
                    <a:pt x="81" y="292"/>
                  </a:lnTo>
                  <a:lnTo>
                    <a:pt x="67" y="332"/>
                  </a:lnTo>
                  <a:lnTo>
                    <a:pt x="56" y="372"/>
                  </a:lnTo>
                  <a:lnTo>
                    <a:pt x="45" y="414"/>
                  </a:lnTo>
                  <a:lnTo>
                    <a:pt x="34" y="458"/>
                  </a:lnTo>
                  <a:lnTo>
                    <a:pt x="24" y="502"/>
                  </a:lnTo>
                  <a:lnTo>
                    <a:pt x="17" y="547"/>
                  </a:lnTo>
                  <a:lnTo>
                    <a:pt x="10" y="593"/>
                  </a:lnTo>
                  <a:lnTo>
                    <a:pt x="5" y="639"/>
                  </a:lnTo>
                  <a:lnTo>
                    <a:pt x="2" y="685"/>
                  </a:lnTo>
                  <a:lnTo>
                    <a:pt x="0" y="732"/>
                  </a:lnTo>
                  <a:lnTo>
                    <a:pt x="0" y="744"/>
                  </a:lnTo>
                  <a:lnTo>
                    <a:pt x="1" y="756"/>
                  </a:lnTo>
                  <a:lnTo>
                    <a:pt x="2" y="768"/>
                  </a:lnTo>
                  <a:lnTo>
                    <a:pt x="3" y="780"/>
                  </a:lnTo>
                  <a:lnTo>
                    <a:pt x="6" y="791"/>
                  </a:lnTo>
                  <a:lnTo>
                    <a:pt x="8" y="802"/>
                  </a:lnTo>
                  <a:lnTo>
                    <a:pt x="12" y="813"/>
                  </a:lnTo>
                  <a:lnTo>
                    <a:pt x="16" y="825"/>
                  </a:lnTo>
                  <a:lnTo>
                    <a:pt x="20" y="835"/>
                  </a:lnTo>
                  <a:lnTo>
                    <a:pt x="25" y="845"/>
                  </a:lnTo>
                  <a:lnTo>
                    <a:pt x="31" y="855"/>
                  </a:lnTo>
                  <a:lnTo>
                    <a:pt x="37" y="864"/>
                  </a:lnTo>
                  <a:lnTo>
                    <a:pt x="44" y="875"/>
                  </a:lnTo>
                  <a:lnTo>
                    <a:pt x="51" y="884"/>
                  </a:lnTo>
                  <a:lnTo>
                    <a:pt x="58" y="893"/>
                  </a:lnTo>
                  <a:lnTo>
                    <a:pt x="66" y="901"/>
                  </a:lnTo>
                  <a:lnTo>
                    <a:pt x="79" y="912"/>
                  </a:lnTo>
                  <a:lnTo>
                    <a:pt x="91" y="923"/>
                  </a:lnTo>
                  <a:lnTo>
                    <a:pt x="103" y="932"/>
                  </a:lnTo>
                  <a:lnTo>
                    <a:pt x="115" y="941"/>
                  </a:lnTo>
                  <a:lnTo>
                    <a:pt x="127" y="948"/>
                  </a:lnTo>
                  <a:lnTo>
                    <a:pt x="141" y="955"/>
                  </a:lnTo>
                  <a:lnTo>
                    <a:pt x="153" y="961"/>
                  </a:lnTo>
                  <a:lnTo>
                    <a:pt x="165" y="966"/>
                  </a:lnTo>
                  <a:lnTo>
                    <a:pt x="177" y="972"/>
                  </a:lnTo>
                  <a:lnTo>
                    <a:pt x="189" y="975"/>
                  </a:lnTo>
                  <a:lnTo>
                    <a:pt x="201" y="979"/>
                  </a:lnTo>
                  <a:lnTo>
                    <a:pt x="211" y="981"/>
                  </a:lnTo>
                  <a:lnTo>
                    <a:pt x="232" y="985"/>
                  </a:lnTo>
                  <a:lnTo>
                    <a:pt x="248" y="986"/>
                  </a:lnTo>
                  <a:lnTo>
                    <a:pt x="259" y="985"/>
                  </a:lnTo>
                  <a:lnTo>
                    <a:pt x="270" y="984"/>
                  </a:lnTo>
                  <a:lnTo>
                    <a:pt x="282" y="982"/>
                  </a:lnTo>
                  <a:lnTo>
                    <a:pt x="294" y="979"/>
                  </a:lnTo>
                  <a:lnTo>
                    <a:pt x="305" y="976"/>
                  </a:lnTo>
                  <a:lnTo>
                    <a:pt x="316" y="972"/>
                  </a:lnTo>
                  <a:lnTo>
                    <a:pt x="327" y="966"/>
                  </a:lnTo>
                  <a:lnTo>
                    <a:pt x="339" y="961"/>
                  </a:lnTo>
                  <a:lnTo>
                    <a:pt x="361" y="949"/>
                  </a:lnTo>
                  <a:lnTo>
                    <a:pt x="384" y="935"/>
                  </a:lnTo>
                  <a:lnTo>
                    <a:pt x="405" y="918"/>
                  </a:lnTo>
                  <a:lnTo>
                    <a:pt x="426" y="901"/>
                  </a:lnTo>
                  <a:lnTo>
                    <a:pt x="448" y="883"/>
                  </a:lnTo>
                  <a:lnTo>
                    <a:pt x="467" y="863"/>
                  </a:lnTo>
                  <a:lnTo>
                    <a:pt x="487" y="844"/>
                  </a:lnTo>
                  <a:lnTo>
                    <a:pt x="504" y="825"/>
                  </a:lnTo>
                  <a:lnTo>
                    <a:pt x="538" y="786"/>
                  </a:lnTo>
                  <a:lnTo>
                    <a:pt x="565" y="751"/>
                  </a:lnTo>
                  <a:lnTo>
                    <a:pt x="576" y="73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33" name="Freeform 38"/>
            <p:cNvSpPr>
              <a:spLocks/>
            </p:cNvSpPr>
            <p:nvPr userDrawn="1"/>
          </p:nvSpPr>
          <p:spPr bwMode="gray">
            <a:xfrm>
              <a:off x="6357" y="558"/>
              <a:ext cx="28" cy="94"/>
            </a:xfrm>
            <a:custGeom>
              <a:avLst/>
              <a:gdLst>
                <a:gd name="T0" fmla="*/ 211 w 340"/>
                <a:gd name="T1" fmla="*/ 0 h 1127"/>
                <a:gd name="T2" fmla="*/ 198 w 340"/>
                <a:gd name="T3" fmla="*/ 2 h 1127"/>
                <a:gd name="T4" fmla="*/ 187 w 340"/>
                <a:gd name="T5" fmla="*/ 6 h 1127"/>
                <a:gd name="T6" fmla="*/ 178 w 340"/>
                <a:gd name="T7" fmla="*/ 12 h 1127"/>
                <a:gd name="T8" fmla="*/ 167 w 340"/>
                <a:gd name="T9" fmla="*/ 24 h 1127"/>
                <a:gd name="T10" fmla="*/ 158 w 340"/>
                <a:gd name="T11" fmla="*/ 41 h 1127"/>
                <a:gd name="T12" fmla="*/ 151 w 340"/>
                <a:gd name="T13" fmla="*/ 66 h 1127"/>
                <a:gd name="T14" fmla="*/ 144 w 340"/>
                <a:gd name="T15" fmla="*/ 103 h 1127"/>
                <a:gd name="T16" fmla="*/ 134 w 340"/>
                <a:gd name="T17" fmla="*/ 147 h 1127"/>
                <a:gd name="T18" fmla="*/ 123 w 340"/>
                <a:gd name="T19" fmla="*/ 195 h 1127"/>
                <a:gd name="T20" fmla="*/ 101 w 340"/>
                <a:gd name="T21" fmla="*/ 292 h 1127"/>
                <a:gd name="T22" fmla="*/ 67 w 340"/>
                <a:gd name="T23" fmla="*/ 447 h 1127"/>
                <a:gd name="T24" fmla="*/ 35 w 340"/>
                <a:gd name="T25" fmla="*/ 608 h 1127"/>
                <a:gd name="T26" fmla="*/ 16 w 340"/>
                <a:gd name="T27" fmla="*/ 725 h 1127"/>
                <a:gd name="T28" fmla="*/ 7 w 340"/>
                <a:gd name="T29" fmla="*/ 797 h 1127"/>
                <a:gd name="T30" fmla="*/ 1 w 340"/>
                <a:gd name="T31" fmla="*/ 872 h 1127"/>
                <a:gd name="T32" fmla="*/ 0 w 340"/>
                <a:gd name="T33" fmla="*/ 941 h 1127"/>
                <a:gd name="T34" fmla="*/ 5 w 340"/>
                <a:gd name="T35" fmla="*/ 996 h 1127"/>
                <a:gd name="T36" fmla="*/ 14 w 340"/>
                <a:gd name="T37" fmla="*/ 1039 h 1127"/>
                <a:gd name="T38" fmla="*/ 27 w 340"/>
                <a:gd name="T39" fmla="*/ 1071 h 1127"/>
                <a:gd name="T40" fmla="*/ 43 w 340"/>
                <a:gd name="T41" fmla="*/ 1094 h 1127"/>
                <a:gd name="T42" fmla="*/ 62 w 340"/>
                <a:gd name="T43" fmla="*/ 1111 h 1127"/>
                <a:gd name="T44" fmla="*/ 82 w 340"/>
                <a:gd name="T45" fmla="*/ 1121 h 1127"/>
                <a:gd name="T46" fmla="*/ 102 w 340"/>
                <a:gd name="T47" fmla="*/ 1127 h 1127"/>
                <a:gd name="T48" fmla="*/ 116 w 340"/>
                <a:gd name="T49" fmla="*/ 1127 h 1127"/>
                <a:gd name="T50" fmla="*/ 122 w 340"/>
                <a:gd name="T51" fmla="*/ 1124 h 1127"/>
                <a:gd name="T52" fmla="*/ 129 w 340"/>
                <a:gd name="T53" fmla="*/ 1116 h 1127"/>
                <a:gd name="T54" fmla="*/ 134 w 340"/>
                <a:gd name="T55" fmla="*/ 1099 h 1127"/>
                <a:gd name="T56" fmla="*/ 134 w 340"/>
                <a:gd name="T57" fmla="*/ 1070 h 1127"/>
                <a:gd name="T58" fmla="*/ 137 w 340"/>
                <a:gd name="T59" fmla="*/ 1026 h 1127"/>
                <a:gd name="T60" fmla="*/ 145 w 340"/>
                <a:gd name="T61" fmla="*/ 948 h 1127"/>
                <a:gd name="T62" fmla="*/ 165 w 340"/>
                <a:gd name="T63" fmla="*/ 829 h 1127"/>
                <a:gd name="T64" fmla="*/ 191 w 340"/>
                <a:gd name="T65" fmla="*/ 696 h 1127"/>
                <a:gd name="T66" fmla="*/ 222 w 340"/>
                <a:gd name="T67" fmla="*/ 559 h 1127"/>
                <a:gd name="T68" fmla="*/ 253 w 340"/>
                <a:gd name="T69" fmla="*/ 425 h 1127"/>
                <a:gd name="T70" fmla="*/ 286 w 340"/>
                <a:gd name="T71" fmla="*/ 301 h 1127"/>
                <a:gd name="T72" fmla="*/ 316 w 340"/>
                <a:gd name="T73" fmla="*/ 195 h 1127"/>
                <a:gd name="T74" fmla="*/ 333 w 340"/>
                <a:gd name="T75" fmla="*/ 136 h 1127"/>
                <a:gd name="T76" fmla="*/ 338 w 340"/>
                <a:gd name="T77" fmla="*/ 110 h 1127"/>
                <a:gd name="T78" fmla="*/ 340 w 340"/>
                <a:gd name="T79" fmla="*/ 88 h 1127"/>
                <a:gd name="T80" fmla="*/ 337 w 340"/>
                <a:gd name="T81" fmla="*/ 70 h 1127"/>
                <a:gd name="T82" fmla="*/ 331 w 340"/>
                <a:gd name="T83" fmla="*/ 55 h 1127"/>
                <a:gd name="T84" fmla="*/ 321 w 340"/>
                <a:gd name="T85" fmla="*/ 42 h 1127"/>
                <a:gd name="T86" fmla="*/ 307 w 340"/>
                <a:gd name="T87" fmla="*/ 31 h 1127"/>
                <a:gd name="T88" fmla="*/ 292 w 340"/>
                <a:gd name="T89" fmla="*/ 22 h 1127"/>
                <a:gd name="T90" fmla="*/ 266 w 340"/>
                <a:gd name="T91" fmla="*/ 9 h 1127"/>
                <a:gd name="T92" fmla="*/ 233 w 340"/>
                <a:gd name="T93" fmla="*/ 1 h 1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40" h="1127">
                  <a:moveTo>
                    <a:pt x="218" y="0"/>
                  </a:moveTo>
                  <a:lnTo>
                    <a:pt x="211" y="0"/>
                  </a:lnTo>
                  <a:lnTo>
                    <a:pt x="204" y="1"/>
                  </a:lnTo>
                  <a:lnTo>
                    <a:pt x="198" y="2"/>
                  </a:lnTo>
                  <a:lnTo>
                    <a:pt x="192" y="4"/>
                  </a:lnTo>
                  <a:lnTo>
                    <a:pt x="187" y="6"/>
                  </a:lnTo>
                  <a:lnTo>
                    <a:pt x="182" y="9"/>
                  </a:lnTo>
                  <a:lnTo>
                    <a:pt x="178" y="12"/>
                  </a:lnTo>
                  <a:lnTo>
                    <a:pt x="174" y="16"/>
                  </a:lnTo>
                  <a:lnTo>
                    <a:pt x="167" y="24"/>
                  </a:lnTo>
                  <a:lnTo>
                    <a:pt x="162" y="33"/>
                  </a:lnTo>
                  <a:lnTo>
                    <a:pt x="158" y="41"/>
                  </a:lnTo>
                  <a:lnTo>
                    <a:pt x="154" y="51"/>
                  </a:lnTo>
                  <a:lnTo>
                    <a:pt x="151" y="66"/>
                  </a:lnTo>
                  <a:lnTo>
                    <a:pt x="148" y="84"/>
                  </a:lnTo>
                  <a:lnTo>
                    <a:pt x="144" y="103"/>
                  </a:lnTo>
                  <a:lnTo>
                    <a:pt x="139" y="125"/>
                  </a:lnTo>
                  <a:lnTo>
                    <a:pt x="134" y="147"/>
                  </a:lnTo>
                  <a:lnTo>
                    <a:pt x="129" y="171"/>
                  </a:lnTo>
                  <a:lnTo>
                    <a:pt x="123" y="195"/>
                  </a:lnTo>
                  <a:lnTo>
                    <a:pt x="118" y="222"/>
                  </a:lnTo>
                  <a:lnTo>
                    <a:pt x="101" y="292"/>
                  </a:lnTo>
                  <a:lnTo>
                    <a:pt x="84" y="369"/>
                  </a:lnTo>
                  <a:lnTo>
                    <a:pt x="67" y="447"/>
                  </a:lnTo>
                  <a:lnTo>
                    <a:pt x="50" y="528"/>
                  </a:lnTo>
                  <a:lnTo>
                    <a:pt x="35" y="608"/>
                  </a:lnTo>
                  <a:lnTo>
                    <a:pt x="22" y="687"/>
                  </a:lnTo>
                  <a:lnTo>
                    <a:pt x="16" y="725"/>
                  </a:lnTo>
                  <a:lnTo>
                    <a:pt x="11" y="762"/>
                  </a:lnTo>
                  <a:lnTo>
                    <a:pt x="7" y="797"/>
                  </a:lnTo>
                  <a:lnTo>
                    <a:pt x="3" y="832"/>
                  </a:lnTo>
                  <a:lnTo>
                    <a:pt x="1" y="872"/>
                  </a:lnTo>
                  <a:lnTo>
                    <a:pt x="0" y="909"/>
                  </a:lnTo>
                  <a:lnTo>
                    <a:pt x="0" y="941"/>
                  </a:lnTo>
                  <a:lnTo>
                    <a:pt x="1" y="971"/>
                  </a:lnTo>
                  <a:lnTo>
                    <a:pt x="5" y="996"/>
                  </a:lnTo>
                  <a:lnTo>
                    <a:pt x="9" y="1019"/>
                  </a:lnTo>
                  <a:lnTo>
                    <a:pt x="14" y="1039"/>
                  </a:lnTo>
                  <a:lnTo>
                    <a:pt x="20" y="1057"/>
                  </a:lnTo>
                  <a:lnTo>
                    <a:pt x="27" y="1071"/>
                  </a:lnTo>
                  <a:lnTo>
                    <a:pt x="35" y="1084"/>
                  </a:lnTo>
                  <a:lnTo>
                    <a:pt x="43" y="1094"/>
                  </a:lnTo>
                  <a:lnTo>
                    <a:pt x="52" y="1103"/>
                  </a:lnTo>
                  <a:lnTo>
                    <a:pt x="62" y="1111"/>
                  </a:lnTo>
                  <a:lnTo>
                    <a:pt x="72" y="1117"/>
                  </a:lnTo>
                  <a:lnTo>
                    <a:pt x="82" y="1121"/>
                  </a:lnTo>
                  <a:lnTo>
                    <a:pt x="93" y="1125"/>
                  </a:lnTo>
                  <a:lnTo>
                    <a:pt x="102" y="1127"/>
                  </a:lnTo>
                  <a:lnTo>
                    <a:pt x="112" y="1127"/>
                  </a:lnTo>
                  <a:lnTo>
                    <a:pt x="116" y="1127"/>
                  </a:lnTo>
                  <a:lnTo>
                    <a:pt x="119" y="1125"/>
                  </a:lnTo>
                  <a:lnTo>
                    <a:pt x="122" y="1124"/>
                  </a:lnTo>
                  <a:lnTo>
                    <a:pt x="125" y="1121"/>
                  </a:lnTo>
                  <a:lnTo>
                    <a:pt x="129" y="1116"/>
                  </a:lnTo>
                  <a:lnTo>
                    <a:pt x="132" y="1109"/>
                  </a:lnTo>
                  <a:lnTo>
                    <a:pt x="134" y="1099"/>
                  </a:lnTo>
                  <a:lnTo>
                    <a:pt x="134" y="1089"/>
                  </a:lnTo>
                  <a:lnTo>
                    <a:pt x="134" y="1070"/>
                  </a:lnTo>
                  <a:lnTo>
                    <a:pt x="135" y="1048"/>
                  </a:lnTo>
                  <a:lnTo>
                    <a:pt x="137" y="1026"/>
                  </a:lnTo>
                  <a:lnTo>
                    <a:pt x="139" y="1001"/>
                  </a:lnTo>
                  <a:lnTo>
                    <a:pt x="145" y="948"/>
                  </a:lnTo>
                  <a:lnTo>
                    <a:pt x="154" y="891"/>
                  </a:lnTo>
                  <a:lnTo>
                    <a:pt x="165" y="829"/>
                  </a:lnTo>
                  <a:lnTo>
                    <a:pt x="177" y="764"/>
                  </a:lnTo>
                  <a:lnTo>
                    <a:pt x="191" y="696"/>
                  </a:lnTo>
                  <a:lnTo>
                    <a:pt x="205" y="628"/>
                  </a:lnTo>
                  <a:lnTo>
                    <a:pt x="222" y="559"/>
                  </a:lnTo>
                  <a:lnTo>
                    <a:pt x="237" y="492"/>
                  </a:lnTo>
                  <a:lnTo>
                    <a:pt x="253" y="425"/>
                  </a:lnTo>
                  <a:lnTo>
                    <a:pt x="270" y="361"/>
                  </a:lnTo>
                  <a:lnTo>
                    <a:pt x="286" y="301"/>
                  </a:lnTo>
                  <a:lnTo>
                    <a:pt x="301" y="245"/>
                  </a:lnTo>
                  <a:lnTo>
                    <a:pt x="316" y="195"/>
                  </a:lnTo>
                  <a:lnTo>
                    <a:pt x="329" y="150"/>
                  </a:lnTo>
                  <a:lnTo>
                    <a:pt x="333" y="136"/>
                  </a:lnTo>
                  <a:lnTo>
                    <a:pt x="336" y="123"/>
                  </a:lnTo>
                  <a:lnTo>
                    <a:pt x="338" y="110"/>
                  </a:lnTo>
                  <a:lnTo>
                    <a:pt x="339" y="98"/>
                  </a:lnTo>
                  <a:lnTo>
                    <a:pt x="340" y="88"/>
                  </a:lnTo>
                  <a:lnTo>
                    <a:pt x="339" y="79"/>
                  </a:lnTo>
                  <a:lnTo>
                    <a:pt x="337" y="70"/>
                  </a:lnTo>
                  <a:lnTo>
                    <a:pt x="334" y="62"/>
                  </a:lnTo>
                  <a:lnTo>
                    <a:pt x="331" y="55"/>
                  </a:lnTo>
                  <a:lnTo>
                    <a:pt x="326" y="48"/>
                  </a:lnTo>
                  <a:lnTo>
                    <a:pt x="321" y="42"/>
                  </a:lnTo>
                  <a:lnTo>
                    <a:pt x="315" y="37"/>
                  </a:lnTo>
                  <a:lnTo>
                    <a:pt x="307" y="31"/>
                  </a:lnTo>
                  <a:lnTo>
                    <a:pt x="300" y="27"/>
                  </a:lnTo>
                  <a:lnTo>
                    <a:pt x="292" y="22"/>
                  </a:lnTo>
                  <a:lnTo>
                    <a:pt x="283" y="17"/>
                  </a:lnTo>
                  <a:lnTo>
                    <a:pt x="266" y="9"/>
                  </a:lnTo>
                  <a:lnTo>
                    <a:pt x="248" y="4"/>
                  </a:lnTo>
                  <a:lnTo>
                    <a:pt x="233" y="1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34" name="Freeform 39"/>
            <p:cNvSpPr>
              <a:spLocks/>
            </p:cNvSpPr>
            <p:nvPr userDrawn="1"/>
          </p:nvSpPr>
          <p:spPr bwMode="gray">
            <a:xfrm>
              <a:off x="7003" y="607"/>
              <a:ext cx="58" cy="42"/>
            </a:xfrm>
            <a:custGeom>
              <a:avLst/>
              <a:gdLst>
                <a:gd name="T0" fmla="*/ 50 w 695"/>
                <a:gd name="T1" fmla="*/ 38 h 503"/>
                <a:gd name="T2" fmla="*/ 37 w 695"/>
                <a:gd name="T3" fmla="*/ 44 h 503"/>
                <a:gd name="T4" fmla="*/ 31 w 695"/>
                <a:gd name="T5" fmla="*/ 54 h 503"/>
                <a:gd name="T6" fmla="*/ 30 w 695"/>
                <a:gd name="T7" fmla="*/ 70 h 503"/>
                <a:gd name="T8" fmla="*/ 37 w 695"/>
                <a:gd name="T9" fmla="*/ 108 h 503"/>
                <a:gd name="T10" fmla="*/ 39 w 695"/>
                <a:gd name="T11" fmla="*/ 159 h 503"/>
                <a:gd name="T12" fmla="*/ 35 w 695"/>
                <a:gd name="T13" fmla="*/ 214 h 503"/>
                <a:gd name="T14" fmla="*/ 17 w 695"/>
                <a:gd name="T15" fmla="*/ 323 h 503"/>
                <a:gd name="T16" fmla="*/ 4 w 695"/>
                <a:gd name="T17" fmla="*/ 384 h 503"/>
                <a:gd name="T18" fmla="*/ 0 w 695"/>
                <a:gd name="T19" fmla="*/ 414 h 503"/>
                <a:gd name="T20" fmla="*/ 6 w 695"/>
                <a:gd name="T21" fmla="*/ 438 h 503"/>
                <a:gd name="T22" fmla="*/ 17 w 695"/>
                <a:gd name="T23" fmla="*/ 455 h 503"/>
                <a:gd name="T24" fmla="*/ 32 w 695"/>
                <a:gd name="T25" fmla="*/ 470 h 503"/>
                <a:gd name="T26" fmla="*/ 74 w 695"/>
                <a:gd name="T27" fmla="*/ 494 h 503"/>
                <a:gd name="T28" fmla="*/ 114 w 695"/>
                <a:gd name="T29" fmla="*/ 503 h 503"/>
                <a:gd name="T30" fmla="*/ 134 w 695"/>
                <a:gd name="T31" fmla="*/ 500 h 503"/>
                <a:gd name="T32" fmla="*/ 152 w 695"/>
                <a:gd name="T33" fmla="*/ 486 h 503"/>
                <a:gd name="T34" fmla="*/ 171 w 695"/>
                <a:gd name="T35" fmla="*/ 441 h 503"/>
                <a:gd name="T36" fmla="*/ 212 w 695"/>
                <a:gd name="T37" fmla="*/ 349 h 503"/>
                <a:gd name="T38" fmla="*/ 241 w 695"/>
                <a:gd name="T39" fmla="*/ 301 h 503"/>
                <a:gd name="T40" fmla="*/ 278 w 695"/>
                <a:gd name="T41" fmla="*/ 253 h 503"/>
                <a:gd name="T42" fmla="*/ 322 w 695"/>
                <a:gd name="T43" fmla="*/ 208 h 503"/>
                <a:gd name="T44" fmla="*/ 374 w 695"/>
                <a:gd name="T45" fmla="*/ 167 h 503"/>
                <a:gd name="T46" fmla="*/ 435 w 695"/>
                <a:gd name="T47" fmla="*/ 131 h 503"/>
                <a:gd name="T48" fmla="*/ 505 w 695"/>
                <a:gd name="T49" fmla="*/ 102 h 503"/>
                <a:gd name="T50" fmla="*/ 585 w 695"/>
                <a:gd name="T51" fmla="*/ 82 h 503"/>
                <a:gd name="T52" fmla="*/ 677 w 695"/>
                <a:gd name="T53" fmla="*/ 72 h 503"/>
                <a:gd name="T54" fmla="*/ 686 w 695"/>
                <a:gd name="T55" fmla="*/ 69 h 503"/>
                <a:gd name="T56" fmla="*/ 692 w 695"/>
                <a:gd name="T57" fmla="*/ 62 h 503"/>
                <a:gd name="T58" fmla="*/ 695 w 695"/>
                <a:gd name="T59" fmla="*/ 51 h 503"/>
                <a:gd name="T60" fmla="*/ 690 w 695"/>
                <a:gd name="T61" fmla="*/ 34 h 503"/>
                <a:gd name="T62" fmla="*/ 674 w 695"/>
                <a:gd name="T63" fmla="*/ 18 h 503"/>
                <a:gd name="T64" fmla="*/ 648 w 695"/>
                <a:gd name="T65" fmla="*/ 8 h 503"/>
                <a:gd name="T66" fmla="*/ 604 w 695"/>
                <a:gd name="T67" fmla="*/ 1 h 503"/>
                <a:gd name="T68" fmla="*/ 536 w 695"/>
                <a:gd name="T69" fmla="*/ 2 h 503"/>
                <a:gd name="T70" fmla="*/ 469 w 695"/>
                <a:gd name="T71" fmla="*/ 13 h 503"/>
                <a:gd name="T72" fmla="*/ 397 w 695"/>
                <a:gd name="T73" fmla="*/ 33 h 503"/>
                <a:gd name="T74" fmla="*/ 328 w 695"/>
                <a:gd name="T75" fmla="*/ 60 h 503"/>
                <a:gd name="T76" fmla="*/ 262 w 695"/>
                <a:gd name="T77" fmla="*/ 94 h 503"/>
                <a:gd name="T78" fmla="*/ 214 w 695"/>
                <a:gd name="T79" fmla="*/ 124 h 503"/>
                <a:gd name="T80" fmla="*/ 200 w 695"/>
                <a:gd name="T81" fmla="*/ 101 h 503"/>
                <a:gd name="T82" fmla="*/ 160 w 695"/>
                <a:gd name="T83" fmla="*/ 66 h 503"/>
                <a:gd name="T84" fmla="*/ 124 w 695"/>
                <a:gd name="T85" fmla="*/ 46 h 503"/>
                <a:gd name="T86" fmla="*/ 96 w 695"/>
                <a:gd name="T87" fmla="*/ 38 h 503"/>
                <a:gd name="T88" fmla="*/ 71 w 695"/>
                <a:gd name="T89" fmla="*/ 35 h 5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695" h="503">
                  <a:moveTo>
                    <a:pt x="71" y="35"/>
                  </a:moveTo>
                  <a:lnTo>
                    <a:pt x="61" y="36"/>
                  </a:lnTo>
                  <a:lnTo>
                    <a:pt x="50" y="38"/>
                  </a:lnTo>
                  <a:lnTo>
                    <a:pt x="45" y="39"/>
                  </a:lnTo>
                  <a:lnTo>
                    <a:pt x="41" y="42"/>
                  </a:lnTo>
                  <a:lnTo>
                    <a:pt x="37" y="44"/>
                  </a:lnTo>
                  <a:lnTo>
                    <a:pt x="34" y="48"/>
                  </a:lnTo>
                  <a:lnTo>
                    <a:pt x="32" y="51"/>
                  </a:lnTo>
                  <a:lnTo>
                    <a:pt x="31" y="54"/>
                  </a:lnTo>
                  <a:lnTo>
                    <a:pt x="30" y="58"/>
                  </a:lnTo>
                  <a:lnTo>
                    <a:pt x="29" y="61"/>
                  </a:lnTo>
                  <a:lnTo>
                    <a:pt x="30" y="70"/>
                  </a:lnTo>
                  <a:lnTo>
                    <a:pt x="32" y="81"/>
                  </a:lnTo>
                  <a:lnTo>
                    <a:pt x="35" y="94"/>
                  </a:lnTo>
                  <a:lnTo>
                    <a:pt x="37" y="108"/>
                  </a:lnTo>
                  <a:lnTo>
                    <a:pt x="39" y="125"/>
                  </a:lnTo>
                  <a:lnTo>
                    <a:pt x="39" y="141"/>
                  </a:lnTo>
                  <a:lnTo>
                    <a:pt x="39" y="159"/>
                  </a:lnTo>
                  <a:lnTo>
                    <a:pt x="38" y="177"/>
                  </a:lnTo>
                  <a:lnTo>
                    <a:pt x="37" y="195"/>
                  </a:lnTo>
                  <a:lnTo>
                    <a:pt x="35" y="214"/>
                  </a:lnTo>
                  <a:lnTo>
                    <a:pt x="29" y="252"/>
                  </a:lnTo>
                  <a:lnTo>
                    <a:pt x="23" y="288"/>
                  </a:lnTo>
                  <a:lnTo>
                    <a:pt x="17" y="323"/>
                  </a:lnTo>
                  <a:lnTo>
                    <a:pt x="10" y="353"/>
                  </a:lnTo>
                  <a:lnTo>
                    <a:pt x="7" y="370"/>
                  </a:lnTo>
                  <a:lnTo>
                    <a:pt x="4" y="384"/>
                  </a:lnTo>
                  <a:lnTo>
                    <a:pt x="1" y="395"/>
                  </a:lnTo>
                  <a:lnTo>
                    <a:pt x="0" y="405"/>
                  </a:lnTo>
                  <a:lnTo>
                    <a:pt x="0" y="414"/>
                  </a:lnTo>
                  <a:lnTo>
                    <a:pt x="1" y="424"/>
                  </a:lnTo>
                  <a:lnTo>
                    <a:pt x="4" y="431"/>
                  </a:lnTo>
                  <a:lnTo>
                    <a:pt x="6" y="438"/>
                  </a:lnTo>
                  <a:lnTo>
                    <a:pt x="9" y="444"/>
                  </a:lnTo>
                  <a:lnTo>
                    <a:pt x="13" y="450"/>
                  </a:lnTo>
                  <a:lnTo>
                    <a:pt x="17" y="455"/>
                  </a:lnTo>
                  <a:lnTo>
                    <a:pt x="22" y="460"/>
                  </a:lnTo>
                  <a:lnTo>
                    <a:pt x="27" y="464"/>
                  </a:lnTo>
                  <a:lnTo>
                    <a:pt x="32" y="470"/>
                  </a:lnTo>
                  <a:lnTo>
                    <a:pt x="45" y="478"/>
                  </a:lnTo>
                  <a:lnTo>
                    <a:pt x="60" y="486"/>
                  </a:lnTo>
                  <a:lnTo>
                    <a:pt x="74" y="494"/>
                  </a:lnTo>
                  <a:lnTo>
                    <a:pt x="87" y="499"/>
                  </a:lnTo>
                  <a:lnTo>
                    <a:pt x="101" y="502"/>
                  </a:lnTo>
                  <a:lnTo>
                    <a:pt x="114" y="503"/>
                  </a:lnTo>
                  <a:lnTo>
                    <a:pt x="121" y="503"/>
                  </a:lnTo>
                  <a:lnTo>
                    <a:pt x="127" y="502"/>
                  </a:lnTo>
                  <a:lnTo>
                    <a:pt x="134" y="500"/>
                  </a:lnTo>
                  <a:lnTo>
                    <a:pt x="140" y="496"/>
                  </a:lnTo>
                  <a:lnTo>
                    <a:pt x="146" y="492"/>
                  </a:lnTo>
                  <a:lnTo>
                    <a:pt x="152" y="486"/>
                  </a:lnTo>
                  <a:lnTo>
                    <a:pt x="158" y="478"/>
                  </a:lnTo>
                  <a:lnTo>
                    <a:pt x="161" y="469"/>
                  </a:lnTo>
                  <a:lnTo>
                    <a:pt x="171" y="441"/>
                  </a:lnTo>
                  <a:lnTo>
                    <a:pt x="182" y="411"/>
                  </a:lnTo>
                  <a:lnTo>
                    <a:pt x="195" y="381"/>
                  </a:lnTo>
                  <a:lnTo>
                    <a:pt x="212" y="349"/>
                  </a:lnTo>
                  <a:lnTo>
                    <a:pt x="221" y="333"/>
                  </a:lnTo>
                  <a:lnTo>
                    <a:pt x="231" y="316"/>
                  </a:lnTo>
                  <a:lnTo>
                    <a:pt x="241" y="301"/>
                  </a:lnTo>
                  <a:lnTo>
                    <a:pt x="253" y="285"/>
                  </a:lnTo>
                  <a:lnTo>
                    <a:pt x="265" y="270"/>
                  </a:lnTo>
                  <a:lnTo>
                    <a:pt x="278" y="253"/>
                  </a:lnTo>
                  <a:lnTo>
                    <a:pt x="292" y="238"/>
                  </a:lnTo>
                  <a:lnTo>
                    <a:pt x="306" y="223"/>
                  </a:lnTo>
                  <a:lnTo>
                    <a:pt x="322" y="208"/>
                  </a:lnTo>
                  <a:lnTo>
                    <a:pt x="338" y="194"/>
                  </a:lnTo>
                  <a:lnTo>
                    <a:pt x="355" y="181"/>
                  </a:lnTo>
                  <a:lnTo>
                    <a:pt x="374" y="167"/>
                  </a:lnTo>
                  <a:lnTo>
                    <a:pt x="393" y="154"/>
                  </a:lnTo>
                  <a:lnTo>
                    <a:pt x="414" y="142"/>
                  </a:lnTo>
                  <a:lnTo>
                    <a:pt x="435" y="131"/>
                  </a:lnTo>
                  <a:lnTo>
                    <a:pt x="457" y="120"/>
                  </a:lnTo>
                  <a:lnTo>
                    <a:pt x="480" y="111"/>
                  </a:lnTo>
                  <a:lnTo>
                    <a:pt x="505" y="102"/>
                  </a:lnTo>
                  <a:lnTo>
                    <a:pt x="531" y="94"/>
                  </a:lnTo>
                  <a:lnTo>
                    <a:pt x="557" y="88"/>
                  </a:lnTo>
                  <a:lnTo>
                    <a:pt x="585" y="82"/>
                  </a:lnTo>
                  <a:lnTo>
                    <a:pt x="614" y="78"/>
                  </a:lnTo>
                  <a:lnTo>
                    <a:pt x="645" y="75"/>
                  </a:lnTo>
                  <a:lnTo>
                    <a:pt x="677" y="72"/>
                  </a:lnTo>
                  <a:lnTo>
                    <a:pt x="680" y="72"/>
                  </a:lnTo>
                  <a:lnTo>
                    <a:pt x="683" y="70"/>
                  </a:lnTo>
                  <a:lnTo>
                    <a:pt x="686" y="69"/>
                  </a:lnTo>
                  <a:lnTo>
                    <a:pt x="688" y="67"/>
                  </a:lnTo>
                  <a:lnTo>
                    <a:pt x="691" y="65"/>
                  </a:lnTo>
                  <a:lnTo>
                    <a:pt x="692" y="62"/>
                  </a:lnTo>
                  <a:lnTo>
                    <a:pt x="694" y="59"/>
                  </a:lnTo>
                  <a:lnTo>
                    <a:pt x="694" y="56"/>
                  </a:lnTo>
                  <a:lnTo>
                    <a:pt x="695" y="51"/>
                  </a:lnTo>
                  <a:lnTo>
                    <a:pt x="694" y="45"/>
                  </a:lnTo>
                  <a:lnTo>
                    <a:pt x="693" y="40"/>
                  </a:lnTo>
                  <a:lnTo>
                    <a:pt x="690" y="34"/>
                  </a:lnTo>
                  <a:lnTo>
                    <a:pt x="686" y="29"/>
                  </a:lnTo>
                  <a:lnTo>
                    <a:pt x="681" y="24"/>
                  </a:lnTo>
                  <a:lnTo>
                    <a:pt x="674" y="18"/>
                  </a:lnTo>
                  <a:lnTo>
                    <a:pt x="667" y="14"/>
                  </a:lnTo>
                  <a:lnTo>
                    <a:pt x="657" y="11"/>
                  </a:lnTo>
                  <a:lnTo>
                    <a:pt x="648" y="8"/>
                  </a:lnTo>
                  <a:lnTo>
                    <a:pt x="638" y="6"/>
                  </a:lnTo>
                  <a:lnTo>
                    <a:pt x="628" y="4"/>
                  </a:lnTo>
                  <a:lnTo>
                    <a:pt x="604" y="1"/>
                  </a:lnTo>
                  <a:lnTo>
                    <a:pt x="579" y="0"/>
                  </a:lnTo>
                  <a:lnTo>
                    <a:pt x="558" y="0"/>
                  </a:lnTo>
                  <a:lnTo>
                    <a:pt x="536" y="2"/>
                  </a:lnTo>
                  <a:lnTo>
                    <a:pt x="515" y="5"/>
                  </a:lnTo>
                  <a:lnTo>
                    <a:pt x="491" y="8"/>
                  </a:lnTo>
                  <a:lnTo>
                    <a:pt x="469" y="13"/>
                  </a:lnTo>
                  <a:lnTo>
                    <a:pt x="445" y="19"/>
                  </a:lnTo>
                  <a:lnTo>
                    <a:pt x="422" y="26"/>
                  </a:lnTo>
                  <a:lnTo>
                    <a:pt x="397" y="33"/>
                  </a:lnTo>
                  <a:lnTo>
                    <a:pt x="374" y="41"/>
                  </a:lnTo>
                  <a:lnTo>
                    <a:pt x="350" y="50"/>
                  </a:lnTo>
                  <a:lnTo>
                    <a:pt x="328" y="60"/>
                  </a:lnTo>
                  <a:lnTo>
                    <a:pt x="305" y="70"/>
                  </a:lnTo>
                  <a:lnTo>
                    <a:pt x="283" y="82"/>
                  </a:lnTo>
                  <a:lnTo>
                    <a:pt x="262" y="94"/>
                  </a:lnTo>
                  <a:lnTo>
                    <a:pt x="240" y="106"/>
                  </a:lnTo>
                  <a:lnTo>
                    <a:pt x="221" y="119"/>
                  </a:lnTo>
                  <a:lnTo>
                    <a:pt x="214" y="124"/>
                  </a:lnTo>
                  <a:lnTo>
                    <a:pt x="212" y="116"/>
                  </a:lnTo>
                  <a:lnTo>
                    <a:pt x="209" y="110"/>
                  </a:lnTo>
                  <a:lnTo>
                    <a:pt x="200" y="101"/>
                  </a:lnTo>
                  <a:lnTo>
                    <a:pt x="190" y="91"/>
                  </a:lnTo>
                  <a:lnTo>
                    <a:pt x="176" y="79"/>
                  </a:lnTo>
                  <a:lnTo>
                    <a:pt x="160" y="66"/>
                  </a:lnTo>
                  <a:lnTo>
                    <a:pt x="142" y="55"/>
                  </a:lnTo>
                  <a:lnTo>
                    <a:pt x="133" y="50"/>
                  </a:lnTo>
                  <a:lnTo>
                    <a:pt x="124" y="46"/>
                  </a:lnTo>
                  <a:lnTo>
                    <a:pt x="114" y="42"/>
                  </a:lnTo>
                  <a:lnTo>
                    <a:pt x="104" y="40"/>
                  </a:lnTo>
                  <a:lnTo>
                    <a:pt x="96" y="38"/>
                  </a:lnTo>
                  <a:lnTo>
                    <a:pt x="87" y="36"/>
                  </a:lnTo>
                  <a:lnTo>
                    <a:pt x="79" y="36"/>
                  </a:lnTo>
                  <a:lnTo>
                    <a:pt x="71" y="3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35" name="Freeform 40"/>
            <p:cNvSpPr>
              <a:spLocks/>
            </p:cNvSpPr>
            <p:nvPr userDrawn="1"/>
          </p:nvSpPr>
          <p:spPr bwMode="gray">
            <a:xfrm>
              <a:off x="6388" y="599"/>
              <a:ext cx="74" cy="49"/>
            </a:xfrm>
            <a:custGeom>
              <a:avLst/>
              <a:gdLst>
                <a:gd name="T0" fmla="*/ 144 w 883"/>
                <a:gd name="T1" fmla="*/ 3 h 595"/>
                <a:gd name="T2" fmla="*/ 125 w 883"/>
                <a:gd name="T3" fmla="*/ 13 h 595"/>
                <a:gd name="T4" fmla="*/ 100 w 883"/>
                <a:gd name="T5" fmla="*/ 49 h 595"/>
                <a:gd name="T6" fmla="*/ 55 w 883"/>
                <a:gd name="T7" fmla="*/ 183 h 595"/>
                <a:gd name="T8" fmla="*/ 10 w 883"/>
                <a:gd name="T9" fmla="*/ 382 h 595"/>
                <a:gd name="T10" fmla="*/ 0 w 883"/>
                <a:gd name="T11" fmla="*/ 465 h 595"/>
                <a:gd name="T12" fmla="*/ 7 w 883"/>
                <a:gd name="T13" fmla="*/ 503 h 595"/>
                <a:gd name="T14" fmla="*/ 25 w 883"/>
                <a:gd name="T15" fmla="*/ 532 h 595"/>
                <a:gd name="T16" fmla="*/ 77 w 883"/>
                <a:gd name="T17" fmla="*/ 571 h 595"/>
                <a:gd name="T18" fmla="*/ 122 w 883"/>
                <a:gd name="T19" fmla="*/ 590 h 595"/>
                <a:gd name="T20" fmla="*/ 164 w 883"/>
                <a:gd name="T21" fmla="*/ 595 h 595"/>
                <a:gd name="T22" fmla="*/ 201 w 883"/>
                <a:gd name="T23" fmla="*/ 585 h 595"/>
                <a:gd name="T24" fmla="*/ 234 w 883"/>
                <a:gd name="T25" fmla="*/ 555 h 595"/>
                <a:gd name="T26" fmla="*/ 295 w 883"/>
                <a:gd name="T27" fmla="*/ 487 h 595"/>
                <a:gd name="T28" fmla="*/ 404 w 883"/>
                <a:gd name="T29" fmla="*/ 369 h 595"/>
                <a:gd name="T30" fmla="*/ 491 w 883"/>
                <a:gd name="T31" fmla="*/ 296 h 595"/>
                <a:gd name="T32" fmla="*/ 514 w 883"/>
                <a:gd name="T33" fmla="*/ 299 h 595"/>
                <a:gd name="T34" fmla="*/ 534 w 883"/>
                <a:gd name="T35" fmla="*/ 336 h 595"/>
                <a:gd name="T36" fmla="*/ 568 w 883"/>
                <a:gd name="T37" fmla="*/ 405 h 595"/>
                <a:gd name="T38" fmla="*/ 605 w 883"/>
                <a:gd name="T39" fmla="*/ 459 h 595"/>
                <a:gd name="T40" fmla="*/ 644 w 883"/>
                <a:gd name="T41" fmla="*/ 500 h 595"/>
                <a:gd name="T42" fmla="*/ 693 w 883"/>
                <a:gd name="T43" fmla="*/ 535 h 595"/>
                <a:gd name="T44" fmla="*/ 767 w 883"/>
                <a:gd name="T45" fmla="*/ 561 h 595"/>
                <a:gd name="T46" fmla="*/ 828 w 883"/>
                <a:gd name="T47" fmla="*/ 565 h 595"/>
                <a:gd name="T48" fmla="*/ 868 w 883"/>
                <a:gd name="T49" fmla="*/ 555 h 595"/>
                <a:gd name="T50" fmla="*/ 883 w 883"/>
                <a:gd name="T51" fmla="*/ 533 h 595"/>
                <a:gd name="T52" fmla="*/ 880 w 883"/>
                <a:gd name="T53" fmla="*/ 518 h 595"/>
                <a:gd name="T54" fmla="*/ 868 w 883"/>
                <a:gd name="T55" fmla="*/ 512 h 595"/>
                <a:gd name="T56" fmla="*/ 840 w 883"/>
                <a:gd name="T57" fmla="*/ 510 h 595"/>
                <a:gd name="T58" fmla="*/ 808 w 883"/>
                <a:gd name="T59" fmla="*/ 501 h 595"/>
                <a:gd name="T60" fmla="*/ 781 w 883"/>
                <a:gd name="T61" fmla="*/ 483 h 595"/>
                <a:gd name="T62" fmla="*/ 751 w 883"/>
                <a:gd name="T63" fmla="*/ 440 h 595"/>
                <a:gd name="T64" fmla="*/ 722 w 883"/>
                <a:gd name="T65" fmla="*/ 358 h 595"/>
                <a:gd name="T66" fmla="*/ 694 w 883"/>
                <a:gd name="T67" fmla="*/ 231 h 595"/>
                <a:gd name="T68" fmla="*/ 679 w 883"/>
                <a:gd name="T69" fmla="*/ 197 h 595"/>
                <a:gd name="T70" fmla="*/ 655 w 883"/>
                <a:gd name="T71" fmla="*/ 168 h 595"/>
                <a:gd name="T72" fmla="*/ 622 w 883"/>
                <a:gd name="T73" fmla="*/ 145 h 595"/>
                <a:gd name="T74" fmla="*/ 580 w 883"/>
                <a:gd name="T75" fmla="*/ 127 h 595"/>
                <a:gd name="T76" fmla="*/ 537 w 883"/>
                <a:gd name="T77" fmla="*/ 122 h 595"/>
                <a:gd name="T78" fmla="*/ 494 w 883"/>
                <a:gd name="T79" fmla="*/ 140 h 595"/>
                <a:gd name="T80" fmla="*/ 409 w 883"/>
                <a:gd name="T81" fmla="*/ 209 h 595"/>
                <a:gd name="T82" fmla="*/ 308 w 883"/>
                <a:gd name="T83" fmla="*/ 309 h 595"/>
                <a:gd name="T84" fmla="*/ 207 w 883"/>
                <a:gd name="T85" fmla="*/ 410 h 595"/>
                <a:gd name="T86" fmla="*/ 179 w 883"/>
                <a:gd name="T87" fmla="*/ 427 h 595"/>
                <a:gd name="T88" fmla="*/ 201 w 883"/>
                <a:gd name="T89" fmla="*/ 322 h 595"/>
                <a:gd name="T90" fmla="*/ 255 w 883"/>
                <a:gd name="T91" fmla="*/ 149 h 595"/>
                <a:gd name="T92" fmla="*/ 277 w 883"/>
                <a:gd name="T93" fmla="*/ 89 h 595"/>
                <a:gd name="T94" fmla="*/ 276 w 883"/>
                <a:gd name="T95" fmla="*/ 67 h 595"/>
                <a:gd name="T96" fmla="*/ 261 w 883"/>
                <a:gd name="T97" fmla="*/ 42 h 595"/>
                <a:gd name="T98" fmla="*/ 226 w 883"/>
                <a:gd name="T99" fmla="*/ 18 h 595"/>
                <a:gd name="T100" fmla="*/ 174 w 883"/>
                <a:gd name="T101" fmla="*/ 1 h 5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83" h="595">
                  <a:moveTo>
                    <a:pt x="162" y="0"/>
                  </a:moveTo>
                  <a:lnTo>
                    <a:pt x="156" y="0"/>
                  </a:lnTo>
                  <a:lnTo>
                    <a:pt x="150" y="1"/>
                  </a:lnTo>
                  <a:lnTo>
                    <a:pt x="144" y="3"/>
                  </a:lnTo>
                  <a:lnTo>
                    <a:pt x="139" y="4"/>
                  </a:lnTo>
                  <a:lnTo>
                    <a:pt x="134" y="7"/>
                  </a:lnTo>
                  <a:lnTo>
                    <a:pt x="129" y="10"/>
                  </a:lnTo>
                  <a:lnTo>
                    <a:pt x="125" y="13"/>
                  </a:lnTo>
                  <a:lnTo>
                    <a:pt x="121" y="17"/>
                  </a:lnTo>
                  <a:lnTo>
                    <a:pt x="113" y="26"/>
                  </a:lnTo>
                  <a:lnTo>
                    <a:pt x="106" y="37"/>
                  </a:lnTo>
                  <a:lnTo>
                    <a:pt x="100" y="49"/>
                  </a:lnTo>
                  <a:lnTo>
                    <a:pt x="94" y="63"/>
                  </a:lnTo>
                  <a:lnTo>
                    <a:pt x="82" y="97"/>
                  </a:lnTo>
                  <a:lnTo>
                    <a:pt x="68" y="137"/>
                  </a:lnTo>
                  <a:lnTo>
                    <a:pt x="55" y="183"/>
                  </a:lnTo>
                  <a:lnTo>
                    <a:pt x="43" y="232"/>
                  </a:lnTo>
                  <a:lnTo>
                    <a:pt x="31" y="282"/>
                  </a:lnTo>
                  <a:lnTo>
                    <a:pt x="19" y="333"/>
                  </a:lnTo>
                  <a:lnTo>
                    <a:pt x="10" y="382"/>
                  </a:lnTo>
                  <a:lnTo>
                    <a:pt x="3" y="429"/>
                  </a:lnTo>
                  <a:lnTo>
                    <a:pt x="1" y="442"/>
                  </a:lnTo>
                  <a:lnTo>
                    <a:pt x="0" y="454"/>
                  </a:lnTo>
                  <a:lnTo>
                    <a:pt x="0" y="465"/>
                  </a:lnTo>
                  <a:lnTo>
                    <a:pt x="1" y="477"/>
                  </a:lnTo>
                  <a:lnTo>
                    <a:pt x="2" y="486"/>
                  </a:lnTo>
                  <a:lnTo>
                    <a:pt x="4" y="495"/>
                  </a:lnTo>
                  <a:lnTo>
                    <a:pt x="7" y="503"/>
                  </a:lnTo>
                  <a:lnTo>
                    <a:pt x="10" y="511"/>
                  </a:lnTo>
                  <a:lnTo>
                    <a:pt x="14" y="518"/>
                  </a:lnTo>
                  <a:lnTo>
                    <a:pt x="19" y="526"/>
                  </a:lnTo>
                  <a:lnTo>
                    <a:pt x="25" y="532"/>
                  </a:lnTo>
                  <a:lnTo>
                    <a:pt x="32" y="539"/>
                  </a:lnTo>
                  <a:lnTo>
                    <a:pt x="47" y="551"/>
                  </a:lnTo>
                  <a:lnTo>
                    <a:pt x="65" y="564"/>
                  </a:lnTo>
                  <a:lnTo>
                    <a:pt x="77" y="571"/>
                  </a:lnTo>
                  <a:lnTo>
                    <a:pt x="89" y="577"/>
                  </a:lnTo>
                  <a:lnTo>
                    <a:pt x="100" y="582"/>
                  </a:lnTo>
                  <a:lnTo>
                    <a:pt x="111" y="587"/>
                  </a:lnTo>
                  <a:lnTo>
                    <a:pt x="122" y="590"/>
                  </a:lnTo>
                  <a:lnTo>
                    <a:pt x="133" y="592"/>
                  </a:lnTo>
                  <a:lnTo>
                    <a:pt x="144" y="594"/>
                  </a:lnTo>
                  <a:lnTo>
                    <a:pt x="154" y="595"/>
                  </a:lnTo>
                  <a:lnTo>
                    <a:pt x="164" y="595"/>
                  </a:lnTo>
                  <a:lnTo>
                    <a:pt x="174" y="593"/>
                  </a:lnTo>
                  <a:lnTo>
                    <a:pt x="184" y="591"/>
                  </a:lnTo>
                  <a:lnTo>
                    <a:pt x="192" y="589"/>
                  </a:lnTo>
                  <a:lnTo>
                    <a:pt x="201" y="585"/>
                  </a:lnTo>
                  <a:lnTo>
                    <a:pt x="208" y="580"/>
                  </a:lnTo>
                  <a:lnTo>
                    <a:pt x="216" y="575"/>
                  </a:lnTo>
                  <a:lnTo>
                    <a:pt x="222" y="567"/>
                  </a:lnTo>
                  <a:lnTo>
                    <a:pt x="234" y="555"/>
                  </a:lnTo>
                  <a:lnTo>
                    <a:pt x="245" y="542"/>
                  </a:lnTo>
                  <a:lnTo>
                    <a:pt x="257" y="530"/>
                  </a:lnTo>
                  <a:lnTo>
                    <a:pt x="268" y="516"/>
                  </a:lnTo>
                  <a:lnTo>
                    <a:pt x="295" y="487"/>
                  </a:lnTo>
                  <a:lnTo>
                    <a:pt x="321" y="456"/>
                  </a:lnTo>
                  <a:lnTo>
                    <a:pt x="349" y="427"/>
                  </a:lnTo>
                  <a:lnTo>
                    <a:pt x="376" y="397"/>
                  </a:lnTo>
                  <a:lnTo>
                    <a:pt x="404" y="369"/>
                  </a:lnTo>
                  <a:lnTo>
                    <a:pt x="431" y="343"/>
                  </a:lnTo>
                  <a:lnTo>
                    <a:pt x="458" y="320"/>
                  </a:lnTo>
                  <a:lnTo>
                    <a:pt x="484" y="300"/>
                  </a:lnTo>
                  <a:lnTo>
                    <a:pt x="491" y="296"/>
                  </a:lnTo>
                  <a:lnTo>
                    <a:pt x="497" y="295"/>
                  </a:lnTo>
                  <a:lnTo>
                    <a:pt x="503" y="295"/>
                  </a:lnTo>
                  <a:lnTo>
                    <a:pt x="509" y="296"/>
                  </a:lnTo>
                  <a:lnTo>
                    <a:pt x="514" y="299"/>
                  </a:lnTo>
                  <a:lnTo>
                    <a:pt x="519" y="303"/>
                  </a:lnTo>
                  <a:lnTo>
                    <a:pt x="523" y="309"/>
                  </a:lnTo>
                  <a:lnTo>
                    <a:pt x="527" y="316"/>
                  </a:lnTo>
                  <a:lnTo>
                    <a:pt x="534" y="336"/>
                  </a:lnTo>
                  <a:lnTo>
                    <a:pt x="543" y="355"/>
                  </a:lnTo>
                  <a:lnTo>
                    <a:pt x="551" y="372"/>
                  </a:lnTo>
                  <a:lnTo>
                    <a:pt x="560" y="390"/>
                  </a:lnTo>
                  <a:lnTo>
                    <a:pt x="568" y="405"/>
                  </a:lnTo>
                  <a:lnTo>
                    <a:pt x="577" y="420"/>
                  </a:lnTo>
                  <a:lnTo>
                    <a:pt x="586" y="434"/>
                  </a:lnTo>
                  <a:lnTo>
                    <a:pt x="596" y="447"/>
                  </a:lnTo>
                  <a:lnTo>
                    <a:pt x="605" y="459"/>
                  </a:lnTo>
                  <a:lnTo>
                    <a:pt x="615" y="470"/>
                  </a:lnTo>
                  <a:lnTo>
                    <a:pt x="624" y="481"/>
                  </a:lnTo>
                  <a:lnTo>
                    <a:pt x="634" y="491"/>
                  </a:lnTo>
                  <a:lnTo>
                    <a:pt x="644" y="500"/>
                  </a:lnTo>
                  <a:lnTo>
                    <a:pt x="654" y="508"/>
                  </a:lnTo>
                  <a:lnTo>
                    <a:pt x="663" y="515"/>
                  </a:lnTo>
                  <a:lnTo>
                    <a:pt x="673" y="523"/>
                  </a:lnTo>
                  <a:lnTo>
                    <a:pt x="693" y="535"/>
                  </a:lnTo>
                  <a:lnTo>
                    <a:pt x="712" y="545"/>
                  </a:lnTo>
                  <a:lnTo>
                    <a:pt x="731" y="552"/>
                  </a:lnTo>
                  <a:lnTo>
                    <a:pt x="749" y="558"/>
                  </a:lnTo>
                  <a:lnTo>
                    <a:pt x="767" y="561"/>
                  </a:lnTo>
                  <a:lnTo>
                    <a:pt x="783" y="564"/>
                  </a:lnTo>
                  <a:lnTo>
                    <a:pt x="799" y="565"/>
                  </a:lnTo>
                  <a:lnTo>
                    <a:pt x="813" y="566"/>
                  </a:lnTo>
                  <a:lnTo>
                    <a:pt x="828" y="565"/>
                  </a:lnTo>
                  <a:lnTo>
                    <a:pt x="843" y="564"/>
                  </a:lnTo>
                  <a:lnTo>
                    <a:pt x="853" y="562"/>
                  </a:lnTo>
                  <a:lnTo>
                    <a:pt x="861" y="559"/>
                  </a:lnTo>
                  <a:lnTo>
                    <a:pt x="868" y="555"/>
                  </a:lnTo>
                  <a:lnTo>
                    <a:pt x="874" y="550"/>
                  </a:lnTo>
                  <a:lnTo>
                    <a:pt x="878" y="545"/>
                  </a:lnTo>
                  <a:lnTo>
                    <a:pt x="881" y="539"/>
                  </a:lnTo>
                  <a:lnTo>
                    <a:pt x="883" y="533"/>
                  </a:lnTo>
                  <a:lnTo>
                    <a:pt x="883" y="528"/>
                  </a:lnTo>
                  <a:lnTo>
                    <a:pt x="883" y="524"/>
                  </a:lnTo>
                  <a:lnTo>
                    <a:pt x="882" y="520"/>
                  </a:lnTo>
                  <a:lnTo>
                    <a:pt x="880" y="518"/>
                  </a:lnTo>
                  <a:lnTo>
                    <a:pt x="878" y="515"/>
                  </a:lnTo>
                  <a:lnTo>
                    <a:pt x="875" y="514"/>
                  </a:lnTo>
                  <a:lnTo>
                    <a:pt x="872" y="512"/>
                  </a:lnTo>
                  <a:lnTo>
                    <a:pt x="868" y="512"/>
                  </a:lnTo>
                  <a:lnTo>
                    <a:pt x="864" y="511"/>
                  </a:lnTo>
                  <a:lnTo>
                    <a:pt x="860" y="511"/>
                  </a:lnTo>
                  <a:lnTo>
                    <a:pt x="851" y="511"/>
                  </a:lnTo>
                  <a:lnTo>
                    <a:pt x="840" y="510"/>
                  </a:lnTo>
                  <a:lnTo>
                    <a:pt x="832" y="509"/>
                  </a:lnTo>
                  <a:lnTo>
                    <a:pt x="823" y="507"/>
                  </a:lnTo>
                  <a:lnTo>
                    <a:pt x="815" y="504"/>
                  </a:lnTo>
                  <a:lnTo>
                    <a:pt x="808" y="501"/>
                  </a:lnTo>
                  <a:lnTo>
                    <a:pt x="801" y="497"/>
                  </a:lnTo>
                  <a:lnTo>
                    <a:pt x="794" y="493"/>
                  </a:lnTo>
                  <a:lnTo>
                    <a:pt x="787" y="488"/>
                  </a:lnTo>
                  <a:lnTo>
                    <a:pt x="781" y="483"/>
                  </a:lnTo>
                  <a:lnTo>
                    <a:pt x="775" y="477"/>
                  </a:lnTo>
                  <a:lnTo>
                    <a:pt x="770" y="469"/>
                  </a:lnTo>
                  <a:lnTo>
                    <a:pt x="760" y="455"/>
                  </a:lnTo>
                  <a:lnTo>
                    <a:pt x="751" y="440"/>
                  </a:lnTo>
                  <a:lnTo>
                    <a:pt x="743" y="421"/>
                  </a:lnTo>
                  <a:lnTo>
                    <a:pt x="735" y="402"/>
                  </a:lnTo>
                  <a:lnTo>
                    <a:pt x="728" y="381"/>
                  </a:lnTo>
                  <a:lnTo>
                    <a:pt x="722" y="358"/>
                  </a:lnTo>
                  <a:lnTo>
                    <a:pt x="711" y="309"/>
                  </a:lnTo>
                  <a:lnTo>
                    <a:pt x="700" y="255"/>
                  </a:lnTo>
                  <a:lnTo>
                    <a:pt x="697" y="240"/>
                  </a:lnTo>
                  <a:lnTo>
                    <a:pt x="694" y="231"/>
                  </a:lnTo>
                  <a:lnTo>
                    <a:pt x="692" y="222"/>
                  </a:lnTo>
                  <a:lnTo>
                    <a:pt x="687" y="213"/>
                  </a:lnTo>
                  <a:lnTo>
                    <a:pt x="683" y="205"/>
                  </a:lnTo>
                  <a:lnTo>
                    <a:pt x="679" y="197"/>
                  </a:lnTo>
                  <a:lnTo>
                    <a:pt x="674" y="189"/>
                  </a:lnTo>
                  <a:lnTo>
                    <a:pt x="668" y="182"/>
                  </a:lnTo>
                  <a:lnTo>
                    <a:pt x="662" y="174"/>
                  </a:lnTo>
                  <a:lnTo>
                    <a:pt x="655" y="168"/>
                  </a:lnTo>
                  <a:lnTo>
                    <a:pt x="648" y="161"/>
                  </a:lnTo>
                  <a:lnTo>
                    <a:pt x="639" y="155"/>
                  </a:lnTo>
                  <a:lnTo>
                    <a:pt x="631" y="150"/>
                  </a:lnTo>
                  <a:lnTo>
                    <a:pt x="622" y="145"/>
                  </a:lnTo>
                  <a:lnTo>
                    <a:pt x="613" y="140"/>
                  </a:lnTo>
                  <a:lnTo>
                    <a:pt x="603" y="135"/>
                  </a:lnTo>
                  <a:lnTo>
                    <a:pt x="592" y="131"/>
                  </a:lnTo>
                  <a:lnTo>
                    <a:pt x="580" y="127"/>
                  </a:lnTo>
                  <a:lnTo>
                    <a:pt x="569" y="124"/>
                  </a:lnTo>
                  <a:lnTo>
                    <a:pt x="559" y="122"/>
                  </a:lnTo>
                  <a:lnTo>
                    <a:pt x="549" y="121"/>
                  </a:lnTo>
                  <a:lnTo>
                    <a:pt x="537" y="122"/>
                  </a:lnTo>
                  <a:lnTo>
                    <a:pt x="527" y="124"/>
                  </a:lnTo>
                  <a:lnTo>
                    <a:pt x="518" y="128"/>
                  </a:lnTo>
                  <a:lnTo>
                    <a:pt x="510" y="131"/>
                  </a:lnTo>
                  <a:lnTo>
                    <a:pt x="494" y="140"/>
                  </a:lnTo>
                  <a:lnTo>
                    <a:pt x="478" y="150"/>
                  </a:lnTo>
                  <a:lnTo>
                    <a:pt x="457" y="167"/>
                  </a:lnTo>
                  <a:lnTo>
                    <a:pt x="433" y="187"/>
                  </a:lnTo>
                  <a:lnTo>
                    <a:pt x="409" y="209"/>
                  </a:lnTo>
                  <a:lnTo>
                    <a:pt x="383" y="233"/>
                  </a:lnTo>
                  <a:lnTo>
                    <a:pt x="358" y="258"/>
                  </a:lnTo>
                  <a:lnTo>
                    <a:pt x="332" y="284"/>
                  </a:lnTo>
                  <a:lnTo>
                    <a:pt x="308" y="309"/>
                  </a:lnTo>
                  <a:lnTo>
                    <a:pt x="284" y="334"/>
                  </a:lnTo>
                  <a:lnTo>
                    <a:pt x="246" y="372"/>
                  </a:lnTo>
                  <a:lnTo>
                    <a:pt x="218" y="400"/>
                  </a:lnTo>
                  <a:lnTo>
                    <a:pt x="207" y="410"/>
                  </a:lnTo>
                  <a:lnTo>
                    <a:pt x="199" y="417"/>
                  </a:lnTo>
                  <a:lnTo>
                    <a:pt x="192" y="423"/>
                  </a:lnTo>
                  <a:lnTo>
                    <a:pt x="188" y="425"/>
                  </a:lnTo>
                  <a:lnTo>
                    <a:pt x="179" y="427"/>
                  </a:lnTo>
                  <a:lnTo>
                    <a:pt x="180" y="417"/>
                  </a:lnTo>
                  <a:lnTo>
                    <a:pt x="185" y="392"/>
                  </a:lnTo>
                  <a:lnTo>
                    <a:pt x="192" y="360"/>
                  </a:lnTo>
                  <a:lnTo>
                    <a:pt x="201" y="322"/>
                  </a:lnTo>
                  <a:lnTo>
                    <a:pt x="211" y="283"/>
                  </a:lnTo>
                  <a:lnTo>
                    <a:pt x="224" y="239"/>
                  </a:lnTo>
                  <a:lnTo>
                    <a:pt x="239" y="194"/>
                  </a:lnTo>
                  <a:lnTo>
                    <a:pt x="255" y="149"/>
                  </a:lnTo>
                  <a:lnTo>
                    <a:pt x="272" y="105"/>
                  </a:lnTo>
                  <a:lnTo>
                    <a:pt x="275" y="100"/>
                  </a:lnTo>
                  <a:lnTo>
                    <a:pt x="276" y="94"/>
                  </a:lnTo>
                  <a:lnTo>
                    <a:pt x="277" y="89"/>
                  </a:lnTo>
                  <a:lnTo>
                    <a:pt x="278" y="84"/>
                  </a:lnTo>
                  <a:lnTo>
                    <a:pt x="278" y="78"/>
                  </a:lnTo>
                  <a:lnTo>
                    <a:pt x="277" y="72"/>
                  </a:lnTo>
                  <a:lnTo>
                    <a:pt x="276" y="67"/>
                  </a:lnTo>
                  <a:lnTo>
                    <a:pt x="274" y="62"/>
                  </a:lnTo>
                  <a:lnTo>
                    <a:pt x="271" y="55"/>
                  </a:lnTo>
                  <a:lnTo>
                    <a:pt x="266" y="48"/>
                  </a:lnTo>
                  <a:lnTo>
                    <a:pt x="261" y="42"/>
                  </a:lnTo>
                  <a:lnTo>
                    <a:pt x="254" y="36"/>
                  </a:lnTo>
                  <a:lnTo>
                    <a:pt x="246" y="30"/>
                  </a:lnTo>
                  <a:lnTo>
                    <a:pt x="237" y="23"/>
                  </a:lnTo>
                  <a:lnTo>
                    <a:pt x="226" y="18"/>
                  </a:lnTo>
                  <a:lnTo>
                    <a:pt x="215" y="13"/>
                  </a:lnTo>
                  <a:lnTo>
                    <a:pt x="201" y="7"/>
                  </a:lnTo>
                  <a:lnTo>
                    <a:pt x="187" y="3"/>
                  </a:lnTo>
                  <a:lnTo>
                    <a:pt x="174" y="1"/>
                  </a:lnTo>
                  <a:lnTo>
                    <a:pt x="16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36" name="Freeform 41"/>
            <p:cNvSpPr>
              <a:spLocks/>
            </p:cNvSpPr>
            <p:nvPr userDrawn="1"/>
          </p:nvSpPr>
          <p:spPr bwMode="gray">
            <a:xfrm>
              <a:off x="6666" y="603"/>
              <a:ext cx="60" cy="44"/>
            </a:xfrm>
            <a:custGeom>
              <a:avLst/>
              <a:gdLst>
                <a:gd name="T0" fmla="*/ 518 w 721"/>
                <a:gd name="T1" fmla="*/ 321 h 522"/>
                <a:gd name="T2" fmla="*/ 536 w 721"/>
                <a:gd name="T3" fmla="*/ 387 h 522"/>
                <a:gd name="T4" fmla="*/ 575 w 721"/>
                <a:gd name="T5" fmla="*/ 455 h 522"/>
                <a:gd name="T6" fmla="*/ 622 w 721"/>
                <a:gd name="T7" fmla="*/ 498 h 522"/>
                <a:gd name="T8" fmla="*/ 664 w 721"/>
                <a:gd name="T9" fmla="*/ 519 h 522"/>
                <a:gd name="T10" fmla="*/ 699 w 721"/>
                <a:gd name="T11" fmla="*/ 522 h 522"/>
                <a:gd name="T12" fmla="*/ 719 w 721"/>
                <a:gd name="T13" fmla="*/ 510 h 522"/>
                <a:gd name="T14" fmla="*/ 717 w 721"/>
                <a:gd name="T15" fmla="*/ 488 h 522"/>
                <a:gd name="T16" fmla="*/ 698 w 721"/>
                <a:gd name="T17" fmla="*/ 444 h 522"/>
                <a:gd name="T18" fmla="*/ 682 w 721"/>
                <a:gd name="T19" fmla="*/ 342 h 522"/>
                <a:gd name="T20" fmla="*/ 685 w 721"/>
                <a:gd name="T21" fmla="*/ 242 h 522"/>
                <a:gd name="T22" fmla="*/ 697 w 721"/>
                <a:gd name="T23" fmla="*/ 155 h 522"/>
                <a:gd name="T24" fmla="*/ 699 w 721"/>
                <a:gd name="T25" fmla="*/ 112 h 522"/>
                <a:gd name="T26" fmla="*/ 687 w 721"/>
                <a:gd name="T27" fmla="*/ 82 h 522"/>
                <a:gd name="T28" fmla="*/ 664 w 721"/>
                <a:gd name="T29" fmla="*/ 59 h 522"/>
                <a:gd name="T30" fmla="*/ 622 w 721"/>
                <a:gd name="T31" fmla="*/ 34 h 522"/>
                <a:gd name="T32" fmla="*/ 574 w 721"/>
                <a:gd name="T33" fmla="*/ 25 h 522"/>
                <a:gd name="T34" fmla="*/ 553 w 721"/>
                <a:gd name="T35" fmla="*/ 38 h 522"/>
                <a:gd name="T36" fmla="*/ 510 w 721"/>
                <a:gd name="T37" fmla="*/ 116 h 522"/>
                <a:gd name="T38" fmla="*/ 432 w 721"/>
                <a:gd name="T39" fmla="*/ 216 h 522"/>
                <a:gd name="T40" fmla="*/ 343 w 721"/>
                <a:gd name="T41" fmla="*/ 300 h 522"/>
                <a:gd name="T42" fmla="*/ 291 w 721"/>
                <a:gd name="T43" fmla="*/ 334 h 522"/>
                <a:gd name="T44" fmla="*/ 254 w 721"/>
                <a:gd name="T45" fmla="*/ 345 h 522"/>
                <a:gd name="T46" fmla="*/ 222 w 721"/>
                <a:gd name="T47" fmla="*/ 342 h 522"/>
                <a:gd name="T48" fmla="*/ 197 w 721"/>
                <a:gd name="T49" fmla="*/ 326 h 522"/>
                <a:gd name="T50" fmla="*/ 183 w 721"/>
                <a:gd name="T51" fmla="*/ 290 h 522"/>
                <a:gd name="T52" fmla="*/ 183 w 721"/>
                <a:gd name="T53" fmla="*/ 242 h 522"/>
                <a:gd name="T54" fmla="*/ 195 w 721"/>
                <a:gd name="T55" fmla="*/ 187 h 522"/>
                <a:gd name="T56" fmla="*/ 225 w 721"/>
                <a:gd name="T57" fmla="*/ 111 h 522"/>
                <a:gd name="T58" fmla="*/ 231 w 721"/>
                <a:gd name="T59" fmla="*/ 83 h 522"/>
                <a:gd name="T60" fmla="*/ 225 w 721"/>
                <a:gd name="T61" fmla="*/ 58 h 522"/>
                <a:gd name="T62" fmla="*/ 205 w 721"/>
                <a:gd name="T63" fmla="*/ 36 h 522"/>
                <a:gd name="T64" fmla="*/ 163 w 721"/>
                <a:gd name="T65" fmla="*/ 12 h 522"/>
                <a:gd name="T66" fmla="*/ 123 w 721"/>
                <a:gd name="T67" fmla="*/ 1 h 522"/>
                <a:gd name="T68" fmla="*/ 91 w 721"/>
                <a:gd name="T69" fmla="*/ 5 h 522"/>
                <a:gd name="T70" fmla="*/ 68 w 721"/>
                <a:gd name="T71" fmla="*/ 26 h 522"/>
                <a:gd name="T72" fmla="*/ 42 w 721"/>
                <a:gd name="T73" fmla="*/ 90 h 522"/>
                <a:gd name="T74" fmla="*/ 9 w 721"/>
                <a:gd name="T75" fmla="*/ 214 h 522"/>
                <a:gd name="T76" fmla="*/ 0 w 721"/>
                <a:gd name="T77" fmla="*/ 279 h 522"/>
                <a:gd name="T78" fmla="*/ 5 w 721"/>
                <a:gd name="T79" fmla="*/ 313 h 522"/>
                <a:gd name="T80" fmla="*/ 34 w 721"/>
                <a:gd name="T81" fmla="*/ 375 h 522"/>
                <a:gd name="T82" fmla="*/ 73 w 721"/>
                <a:gd name="T83" fmla="*/ 418 h 522"/>
                <a:gd name="T84" fmla="*/ 112 w 721"/>
                <a:gd name="T85" fmla="*/ 446 h 522"/>
                <a:gd name="T86" fmla="*/ 155 w 721"/>
                <a:gd name="T87" fmla="*/ 466 h 522"/>
                <a:gd name="T88" fmla="*/ 198 w 721"/>
                <a:gd name="T89" fmla="*/ 475 h 522"/>
                <a:gd name="T90" fmla="*/ 251 w 721"/>
                <a:gd name="T91" fmla="*/ 469 h 522"/>
                <a:gd name="T92" fmla="*/ 316 w 721"/>
                <a:gd name="T93" fmla="*/ 440 h 522"/>
                <a:gd name="T94" fmla="*/ 394 w 721"/>
                <a:gd name="T95" fmla="*/ 388 h 522"/>
                <a:gd name="T96" fmla="*/ 483 w 721"/>
                <a:gd name="T97" fmla="*/ 313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721" h="522">
                  <a:moveTo>
                    <a:pt x="515" y="282"/>
                  </a:moveTo>
                  <a:lnTo>
                    <a:pt x="516" y="294"/>
                  </a:lnTo>
                  <a:lnTo>
                    <a:pt x="516" y="307"/>
                  </a:lnTo>
                  <a:lnTo>
                    <a:pt x="518" y="321"/>
                  </a:lnTo>
                  <a:lnTo>
                    <a:pt x="520" y="332"/>
                  </a:lnTo>
                  <a:lnTo>
                    <a:pt x="522" y="344"/>
                  </a:lnTo>
                  <a:lnTo>
                    <a:pt x="528" y="367"/>
                  </a:lnTo>
                  <a:lnTo>
                    <a:pt x="536" y="387"/>
                  </a:lnTo>
                  <a:lnTo>
                    <a:pt x="544" y="406"/>
                  </a:lnTo>
                  <a:lnTo>
                    <a:pt x="553" y="424"/>
                  </a:lnTo>
                  <a:lnTo>
                    <a:pt x="564" y="440"/>
                  </a:lnTo>
                  <a:lnTo>
                    <a:pt x="575" y="455"/>
                  </a:lnTo>
                  <a:lnTo>
                    <a:pt x="587" y="468"/>
                  </a:lnTo>
                  <a:lnTo>
                    <a:pt x="599" y="480"/>
                  </a:lnTo>
                  <a:lnTo>
                    <a:pt x="610" y="490"/>
                  </a:lnTo>
                  <a:lnTo>
                    <a:pt x="622" y="498"/>
                  </a:lnTo>
                  <a:lnTo>
                    <a:pt x="634" y="505"/>
                  </a:lnTo>
                  <a:lnTo>
                    <a:pt x="645" y="511"/>
                  </a:lnTo>
                  <a:lnTo>
                    <a:pt x="655" y="516"/>
                  </a:lnTo>
                  <a:lnTo>
                    <a:pt x="664" y="519"/>
                  </a:lnTo>
                  <a:lnTo>
                    <a:pt x="673" y="521"/>
                  </a:lnTo>
                  <a:lnTo>
                    <a:pt x="683" y="522"/>
                  </a:lnTo>
                  <a:lnTo>
                    <a:pt x="692" y="522"/>
                  </a:lnTo>
                  <a:lnTo>
                    <a:pt x="699" y="522"/>
                  </a:lnTo>
                  <a:lnTo>
                    <a:pt x="706" y="520"/>
                  </a:lnTo>
                  <a:lnTo>
                    <a:pt x="712" y="518"/>
                  </a:lnTo>
                  <a:lnTo>
                    <a:pt x="716" y="515"/>
                  </a:lnTo>
                  <a:lnTo>
                    <a:pt x="719" y="510"/>
                  </a:lnTo>
                  <a:lnTo>
                    <a:pt x="721" y="505"/>
                  </a:lnTo>
                  <a:lnTo>
                    <a:pt x="721" y="500"/>
                  </a:lnTo>
                  <a:lnTo>
                    <a:pt x="720" y="494"/>
                  </a:lnTo>
                  <a:lnTo>
                    <a:pt x="717" y="488"/>
                  </a:lnTo>
                  <a:lnTo>
                    <a:pt x="711" y="478"/>
                  </a:lnTo>
                  <a:lnTo>
                    <a:pt x="706" y="467"/>
                  </a:lnTo>
                  <a:lnTo>
                    <a:pt x="702" y="455"/>
                  </a:lnTo>
                  <a:lnTo>
                    <a:pt x="698" y="444"/>
                  </a:lnTo>
                  <a:lnTo>
                    <a:pt x="692" y="420"/>
                  </a:lnTo>
                  <a:lnTo>
                    <a:pt x="687" y="394"/>
                  </a:lnTo>
                  <a:lnTo>
                    <a:pt x="684" y="368"/>
                  </a:lnTo>
                  <a:lnTo>
                    <a:pt x="682" y="342"/>
                  </a:lnTo>
                  <a:lnTo>
                    <a:pt x="682" y="315"/>
                  </a:lnTo>
                  <a:lnTo>
                    <a:pt x="682" y="290"/>
                  </a:lnTo>
                  <a:lnTo>
                    <a:pt x="683" y="265"/>
                  </a:lnTo>
                  <a:lnTo>
                    <a:pt x="685" y="242"/>
                  </a:lnTo>
                  <a:lnTo>
                    <a:pt x="687" y="221"/>
                  </a:lnTo>
                  <a:lnTo>
                    <a:pt x="690" y="202"/>
                  </a:lnTo>
                  <a:lnTo>
                    <a:pt x="694" y="172"/>
                  </a:lnTo>
                  <a:lnTo>
                    <a:pt x="697" y="155"/>
                  </a:lnTo>
                  <a:lnTo>
                    <a:pt x="699" y="143"/>
                  </a:lnTo>
                  <a:lnTo>
                    <a:pt x="700" y="132"/>
                  </a:lnTo>
                  <a:lnTo>
                    <a:pt x="700" y="122"/>
                  </a:lnTo>
                  <a:lnTo>
                    <a:pt x="699" y="112"/>
                  </a:lnTo>
                  <a:lnTo>
                    <a:pt x="697" y="103"/>
                  </a:lnTo>
                  <a:lnTo>
                    <a:pt x="695" y="96"/>
                  </a:lnTo>
                  <a:lnTo>
                    <a:pt x="691" y="89"/>
                  </a:lnTo>
                  <a:lnTo>
                    <a:pt x="687" y="82"/>
                  </a:lnTo>
                  <a:lnTo>
                    <a:pt x="682" y="76"/>
                  </a:lnTo>
                  <a:lnTo>
                    <a:pt x="676" y="69"/>
                  </a:lnTo>
                  <a:lnTo>
                    <a:pt x="671" y="64"/>
                  </a:lnTo>
                  <a:lnTo>
                    <a:pt x="664" y="59"/>
                  </a:lnTo>
                  <a:lnTo>
                    <a:pt x="651" y="50"/>
                  </a:lnTo>
                  <a:lnTo>
                    <a:pt x="638" y="42"/>
                  </a:lnTo>
                  <a:lnTo>
                    <a:pt x="636" y="41"/>
                  </a:lnTo>
                  <a:lnTo>
                    <a:pt x="622" y="34"/>
                  </a:lnTo>
                  <a:lnTo>
                    <a:pt x="609" y="29"/>
                  </a:lnTo>
                  <a:lnTo>
                    <a:pt x="596" y="26"/>
                  </a:lnTo>
                  <a:lnTo>
                    <a:pt x="584" y="24"/>
                  </a:lnTo>
                  <a:lnTo>
                    <a:pt x="574" y="25"/>
                  </a:lnTo>
                  <a:lnTo>
                    <a:pt x="565" y="28"/>
                  </a:lnTo>
                  <a:lnTo>
                    <a:pt x="561" y="30"/>
                  </a:lnTo>
                  <a:lnTo>
                    <a:pt x="557" y="34"/>
                  </a:lnTo>
                  <a:lnTo>
                    <a:pt x="553" y="38"/>
                  </a:lnTo>
                  <a:lnTo>
                    <a:pt x="551" y="43"/>
                  </a:lnTo>
                  <a:lnTo>
                    <a:pt x="540" y="66"/>
                  </a:lnTo>
                  <a:lnTo>
                    <a:pt x="526" y="91"/>
                  </a:lnTo>
                  <a:lnTo>
                    <a:pt x="510" y="116"/>
                  </a:lnTo>
                  <a:lnTo>
                    <a:pt x="493" y="142"/>
                  </a:lnTo>
                  <a:lnTo>
                    <a:pt x="473" y="167"/>
                  </a:lnTo>
                  <a:lnTo>
                    <a:pt x="453" y="192"/>
                  </a:lnTo>
                  <a:lnTo>
                    <a:pt x="432" y="216"/>
                  </a:lnTo>
                  <a:lnTo>
                    <a:pt x="409" y="240"/>
                  </a:lnTo>
                  <a:lnTo>
                    <a:pt x="388" y="262"/>
                  </a:lnTo>
                  <a:lnTo>
                    <a:pt x="365" y="282"/>
                  </a:lnTo>
                  <a:lnTo>
                    <a:pt x="343" y="300"/>
                  </a:lnTo>
                  <a:lnTo>
                    <a:pt x="322" y="315"/>
                  </a:lnTo>
                  <a:lnTo>
                    <a:pt x="310" y="323"/>
                  </a:lnTo>
                  <a:lnTo>
                    <a:pt x="300" y="329"/>
                  </a:lnTo>
                  <a:lnTo>
                    <a:pt x="291" y="334"/>
                  </a:lnTo>
                  <a:lnTo>
                    <a:pt x="281" y="338"/>
                  </a:lnTo>
                  <a:lnTo>
                    <a:pt x="272" y="341"/>
                  </a:lnTo>
                  <a:lnTo>
                    <a:pt x="262" y="344"/>
                  </a:lnTo>
                  <a:lnTo>
                    <a:pt x="254" y="345"/>
                  </a:lnTo>
                  <a:lnTo>
                    <a:pt x="246" y="346"/>
                  </a:lnTo>
                  <a:lnTo>
                    <a:pt x="238" y="345"/>
                  </a:lnTo>
                  <a:lnTo>
                    <a:pt x="230" y="344"/>
                  </a:lnTo>
                  <a:lnTo>
                    <a:pt x="222" y="342"/>
                  </a:lnTo>
                  <a:lnTo>
                    <a:pt x="214" y="339"/>
                  </a:lnTo>
                  <a:lnTo>
                    <a:pt x="208" y="336"/>
                  </a:lnTo>
                  <a:lnTo>
                    <a:pt x="202" y="331"/>
                  </a:lnTo>
                  <a:lnTo>
                    <a:pt x="197" y="326"/>
                  </a:lnTo>
                  <a:lnTo>
                    <a:pt x="193" y="320"/>
                  </a:lnTo>
                  <a:lnTo>
                    <a:pt x="188" y="310"/>
                  </a:lnTo>
                  <a:lnTo>
                    <a:pt x="185" y="301"/>
                  </a:lnTo>
                  <a:lnTo>
                    <a:pt x="183" y="290"/>
                  </a:lnTo>
                  <a:lnTo>
                    <a:pt x="181" y="279"/>
                  </a:lnTo>
                  <a:lnTo>
                    <a:pt x="181" y="267"/>
                  </a:lnTo>
                  <a:lnTo>
                    <a:pt x="181" y="255"/>
                  </a:lnTo>
                  <a:lnTo>
                    <a:pt x="183" y="242"/>
                  </a:lnTo>
                  <a:lnTo>
                    <a:pt x="185" y="229"/>
                  </a:lnTo>
                  <a:lnTo>
                    <a:pt x="187" y="214"/>
                  </a:lnTo>
                  <a:lnTo>
                    <a:pt x="191" y="201"/>
                  </a:lnTo>
                  <a:lnTo>
                    <a:pt x="195" y="187"/>
                  </a:lnTo>
                  <a:lnTo>
                    <a:pt x="199" y="174"/>
                  </a:lnTo>
                  <a:lnTo>
                    <a:pt x="209" y="146"/>
                  </a:lnTo>
                  <a:lnTo>
                    <a:pt x="221" y="120"/>
                  </a:lnTo>
                  <a:lnTo>
                    <a:pt x="225" y="111"/>
                  </a:lnTo>
                  <a:lnTo>
                    <a:pt x="227" y="104"/>
                  </a:lnTo>
                  <a:lnTo>
                    <a:pt x="229" y="97"/>
                  </a:lnTo>
                  <a:lnTo>
                    <a:pt x="231" y="90"/>
                  </a:lnTo>
                  <a:lnTo>
                    <a:pt x="231" y="83"/>
                  </a:lnTo>
                  <a:lnTo>
                    <a:pt x="231" y="77"/>
                  </a:lnTo>
                  <a:lnTo>
                    <a:pt x="229" y="71"/>
                  </a:lnTo>
                  <a:lnTo>
                    <a:pt x="228" y="64"/>
                  </a:lnTo>
                  <a:lnTo>
                    <a:pt x="225" y="58"/>
                  </a:lnTo>
                  <a:lnTo>
                    <a:pt x="221" y="52"/>
                  </a:lnTo>
                  <a:lnTo>
                    <a:pt x="216" y="47"/>
                  </a:lnTo>
                  <a:lnTo>
                    <a:pt x="211" y="42"/>
                  </a:lnTo>
                  <a:lnTo>
                    <a:pt x="205" y="36"/>
                  </a:lnTo>
                  <a:lnTo>
                    <a:pt x="198" y="31"/>
                  </a:lnTo>
                  <a:lnTo>
                    <a:pt x="190" y="26"/>
                  </a:lnTo>
                  <a:lnTo>
                    <a:pt x="181" y="20"/>
                  </a:lnTo>
                  <a:lnTo>
                    <a:pt x="163" y="12"/>
                  </a:lnTo>
                  <a:lnTo>
                    <a:pt x="146" y="5"/>
                  </a:lnTo>
                  <a:lnTo>
                    <a:pt x="138" y="3"/>
                  </a:lnTo>
                  <a:lnTo>
                    <a:pt x="130" y="2"/>
                  </a:lnTo>
                  <a:lnTo>
                    <a:pt x="123" y="1"/>
                  </a:lnTo>
                  <a:lnTo>
                    <a:pt x="115" y="0"/>
                  </a:lnTo>
                  <a:lnTo>
                    <a:pt x="106" y="1"/>
                  </a:lnTo>
                  <a:lnTo>
                    <a:pt x="98" y="2"/>
                  </a:lnTo>
                  <a:lnTo>
                    <a:pt x="91" y="5"/>
                  </a:lnTo>
                  <a:lnTo>
                    <a:pt x="84" y="8"/>
                  </a:lnTo>
                  <a:lnTo>
                    <a:pt x="78" y="13"/>
                  </a:lnTo>
                  <a:lnTo>
                    <a:pt x="73" y="18"/>
                  </a:lnTo>
                  <a:lnTo>
                    <a:pt x="68" y="26"/>
                  </a:lnTo>
                  <a:lnTo>
                    <a:pt x="63" y="33"/>
                  </a:lnTo>
                  <a:lnTo>
                    <a:pt x="57" y="48"/>
                  </a:lnTo>
                  <a:lnTo>
                    <a:pt x="50" y="66"/>
                  </a:lnTo>
                  <a:lnTo>
                    <a:pt x="42" y="90"/>
                  </a:lnTo>
                  <a:lnTo>
                    <a:pt x="34" y="116"/>
                  </a:lnTo>
                  <a:lnTo>
                    <a:pt x="25" y="146"/>
                  </a:lnTo>
                  <a:lnTo>
                    <a:pt x="17" y="179"/>
                  </a:lnTo>
                  <a:lnTo>
                    <a:pt x="9" y="214"/>
                  </a:lnTo>
                  <a:lnTo>
                    <a:pt x="2" y="252"/>
                  </a:lnTo>
                  <a:lnTo>
                    <a:pt x="1" y="260"/>
                  </a:lnTo>
                  <a:lnTo>
                    <a:pt x="0" y="270"/>
                  </a:lnTo>
                  <a:lnTo>
                    <a:pt x="0" y="279"/>
                  </a:lnTo>
                  <a:lnTo>
                    <a:pt x="1" y="287"/>
                  </a:lnTo>
                  <a:lnTo>
                    <a:pt x="2" y="296"/>
                  </a:lnTo>
                  <a:lnTo>
                    <a:pt x="3" y="305"/>
                  </a:lnTo>
                  <a:lnTo>
                    <a:pt x="5" y="313"/>
                  </a:lnTo>
                  <a:lnTo>
                    <a:pt x="8" y="323"/>
                  </a:lnTo>
                  <a:lnTo>
                    <a:pt x="14" y="340"/>
                  </a:lnTo>
                  <a:lnTo>
                    <a:pt x="24" y="357"/>
                  </a:lnTo>
                  <a:lnTo>
                    <a:pt x="34" y="375"/>
                  </a:lnTo>
                  <a:lnTo>
                    <a:pt x="46" y="391"/>
                  </a:lnTo>
                  <a:lnTo>
                    <a:pt x="55" y="400"/>
                  </a:lnTo>
                  <a:lnTo>
                    <a:pt x="63" y="408"/>
                  </a:lnTo>
                  <a:lnTo>
                    <a:pt x="73" y="418"/>
                  </a:lnTo>
                  <a:lnTo>
                    <a:pt x="83" y="425"/>
                  </a:lnTo>
                  <a:lnTo>
                    <a:pt x="92" y="433"/>
                  </a:lnTo>
                  <a:lnTo>
                    <a:pt x="102" y="440"/>
                  </a:lnTo>
                  <a:lnTo>
                    <a:pt x="112" y="446"/>
                  </a:lnTo>
                  <a:lnTo>
                    <a:pt x="124" y="452"/>
                  </a:lnTo>
                  <a:lnTo>
                    <a:pt x="134" y="457"/>
                  </a:lnTo>
                  <a:lnTo>
                    <a:pt x="145" y="461"/>
                  </a:lnTo>
                  <a:lnTo>
                    <a:pt x="155" y="466"/>
                  </a:lnTo>
                  <a:lnTo>
                    <a:pt x="166" y="469"/>
                  </a:lnTo>
                  <a:lnTo>
                    <a:pt x="177" y="472"/>
                  </a:lnTo>
                  <a:lnTo>
                    <a:pt x="188" y="474"/>
                  </a:lnTo>
                  <a:lnTo>
                    <a:pt x="198" y="475"/>
                  </a:lnTo>
                  <a:lnTo>
                    <a:pt x="208" y="475"/>
                  </a:lnTo>
                  <a:lnTo>
                    <a:pt x="222" y="475"/>
                  </a:lnTo>
                  <a:lnTo>
                    <a:pt x="236" y="473"/>
                  </a:lnTo>
                  <a:lnTo>
                    <a:pt x="251" y="469"/>
                  </a:lnTo>
                  <a:lnTo>
                    <a:pt x="266" y="463"/>
                  </a:lnTo>
                  <a:lnTo>
                    <a:pt x="283" y="457"/>
                  </a:lnTo>
                  <a:lnTo>
                    <a:pt x="299" y="449"/>
                  </a:lnTo>
                  <a:lnTo>
                    <a:pt x="316" y="440"/>
                  </a:lnTo>
                  <a:lnTo>
                    <a:pt x="335" y="430"/>
                  </a:lnTo>
                  <a:lnTo>
                    <a:pt x="354" y="418"/>
                  </a:lnTo>
                  <a:lnTo>
                    <a:pt x="374" y="403"/>
                  </a:lnTo>
                  <a:lnTo>
                    <a:pt x="394" y="388"/>
                  </a:lnTo>
                  <a:lnTo>
                    <a:pt x="414" y="372"/>
                  </a:lnTo>
                  <a:lnTo>
                    <a:pt x="437" y="353"/>
                  </a:lnTo>
                  <a:lnTo>
                    <a:pt x="459" y="334"/>
                  </a:lnTo>
                  <a:lnTo>
                    <a:pt x="483" y="313"/>
                  </a:lnTo>
                  <a:lnTo>
                    <a:pt x="506" y="291"/>
                  </a:lnTo>
                  <a:lnTo>
                    <a:pt x="515" y="28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37" name="Freeform 42"/>
            <p:cNvSpPr>
              <a:spLocks/>
            </p:cNvSpPr>
            <p:nvPr userDrawn="1"/>
          </p:nvSpPr>
          <p:spPr bwMode="gray">
            <a:xfrm>
              <a:off x="6739" y="604"/>
              <a:ext cx="18" cy="42"/>
            </a:xfrm>
            <a:custGeom>
              <a:avLst/>
              <a:gdLst>
                <a:gd name="T0" fmla="*/ 85 w 214"/>
                <a:gd name="T1" fmla="*/ 0 h 504"/>
                <a:gd name="T2" fmla="*/ 74 w 214"/>
                <a:gd name="T3" fmla="*/ 2 h 504"/>
                <a:gd name="T4" fmla="*/ 65 w 214"/>
                <a:gd name="T5" fmla="*/ 6 h 504"/>
                <a:gd name="T6" fmla="*/ 56 w 214"/>
                <a:gd name="T7" fmla="*/ 13 h 504"/>
                <a:gd name="T8" fmla="*/ 44 w 214"/>
                <a:gd name="T9" fmla="*/ 29 h 504"/>
                <a:gd name="T10" fmla="*/ 31 w 214"/>
                <a:gd name="T11" fmla="*/ 57 h 504"/>
                <a:gd name="T12" fmla="*/ 19 w 214"/>
                <a:gd name="T13" fmla="*/ 102 h 504"/>
                <a:gd name="T14" fmla="*/ 9 w 214"/>
                <a:gd name="T15" fmla="*/ 155 h 504"/>
                <a:gd name="T16" fmla="*/ 2 w 214"/>
                <a:gd name="T17" fmla="*/ 206 h 504"/>
                <a:gd name="T18" fmla="*/ 0 w 214"/>
                <a:gd name="T19" fmla="*/ 254 h 504"/>
                <a:gd name="T20" fmla="*/ 2 w 214"/>
                <a:gd name="T21" fmla="*/ 299 h 504"/>
                <a:gd name="T22" fmla="*/ 9 w 214"/>
                <a:gd name="T23" fmla="*/ 341 h 504"/>
                <a:gd name="T24" fmla="*/ 19 w 214"/>
                <a:gd name="T25" fmla="*/ 380 h 504"/>
                <a:gd name="T26" fmla="*/ 33 w 214"/>
                <a:gd name="T27" fmla="*/ 413 h 504"/>
                <a:gd name="T28" fmla="*/ 51 w 214"/>
                <a:gd name="T29" fmla="*/ 443 h 504"/>
                <a:gd name="T30" fmla="*/ 74 w 214"/>
                <a:gd name="T31" fmla="*/ 468 h 504"/>
                <a:gd name="T32" fmla="*/ 100 w 214"/>
                <a:gd name="T33" fmla="*/ 486 h 504"/>
                <a:gd name="T34" fmla="*/ 130 w 214"/>
                <a:gd name="T35" fmla="*/ 498 h 504"/>
                <a:gd name="T36" fmla="*/ 154 w 214"/>
                <a:gd name="T37" fmla="*/ 504 h 504"/>
                <a:gd name="T38" fmla="*/ 171 w 214"/>
                <a:gd name="T39" fmla="*/ 504 h 504"/>
                <a:gd name="T40" fmla="*/ 184 w 214"/>
                <a:gd name="T41" fmla="*/ 502 h 504"/>
                <a:gd name="T42" fmla="*/ 194 w 214"/>
                <a:gd name="T43" fmla="*/ 497 h 504"/>
                <a:gd name="T44" fmla="*/ 199 w 214"/>
                <a:gd name="T45" fmla="*/ 488 h 504"/>
                <a:gd name="T46" fmla="*/ 199 w 214"/>
                <a:gd name="T47" fmla="*/ 479 h 504"/>
                <a:gd name="T48" fmla="*/ 191 w 214"/>
                <a:gd name="T49" fmla="*/ 459 h 504"/>
                <a:gd name="T50" fmla="*/ 180 w 214"/>
                <a:gd name="T51" fmla="*/ 424 h 504"/>
                <a:gd name="T52" fmla="*/ 172 w 214"/>
                <a:gd name="T53" fmla="*/ 384 h 504"/>
                <a:gd name="T54" fmla="*/ 167 w 214"/>
                <a:gd name="T55" fmla="*/ 341 h 504"/>
                <a:gd name="T56" fmla="*/ 167 w 214"/>
                <a:gd name="T57" fmla="*/ 295 h 504"/>
                <a:gd name="T58" fmla="*/ 170 w 214"/>
                <a:gd name="T59" fmla="*/ 249 h 504"/>
                <a:gd name="T60" fmla="*/ 179 w 214"/>
                <a:gd name="T61" fmla="*/ 202 h 504"/>
                <a:gd name="T62" fmla="*/ 192 w 214"/>
                <a:gd name="T63" fmla="*/ 157 h 504"/>
                <a:gd name="T64" fmla="*/ 205 w 214"/>
                <a:gd name="T65" fmla="*/ 125 h 504"/>
                <a:gd name="T66" fmla="*/ 212 w 214"/>
                <a:gd name="T67" fmla="*/ 104 h 504"/>
                <a:gd name="T68" fmla="*/ 214 w 214"/>
                <a:gd name="T69" fmla="*/ 87 h 504"/>
                <a:gd name="T70" fmla="*/ 212 w 214"/>
                <a:gd name="T71" fmla="*/ 72 h 504"/>
                <a:gd name="T72" fmla="*/ 206 w 214"/>
                <a:gd name="T73" fmla="*/ 57 h 504"/>
                <a:gd name="T74" fmla="*/ 196 w 214"/>
                <a:gd name="T75" fmla="*/ 45 h 504"/>
                <a:gd name="T76" fmla="*/ 183 w 214"/>
                <a:gd name="T77" fmla="*/ 34 h 504"/>
                <a:gd name="T78" fmla="*/ 165 w 214"/>
                <a:gd name="T79" fmla="*/ 23 h 504"/>
                <a:gd name="T80" fmla="*/ 136 w 214"/>
                <a:gd name="T81" fmla="*/ 9 h 504"/>
                <a:gd name="T82" fmla="*/ 104 w 214"/>
                <a:gd name="T83" fmla="*/ 1 h 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14" h="504">
                  <a:moveTo>
                    <a:pt x="91" y="0"/>
                  </a:moveTo>
                  <a:lnTo>
                    <a:pt x="85" y="0"/>
                  </a:lnTo>
                  <a:lnTo>
                    <a:pt x="80" y="1"/>
                  </a:lnTo>
                  <a:lnTo>
                    <a:pt x="74" y="2"/>
                  </a:lnTo>
                  <a:lnTo>
                    <a:pt x="69" y="4"/>
                  </a:lnTo>
                  <a:lnTo>
                    <a:pt x="65" y="6"/>
                  </a:lnTo>
                  <a:lnTo>
                    <a:pt x="60" y="9"/>
                  </a:lnTo>
                  <a:lnTo>
                    <a:pt x="56" y="13"/>
                  </a:lnTo>
                  <a:lnTo>
                    <a:pt x="51" y="17"/>
                  </a:lnTo>
                  <a:lnTo>
                    <a:pt x="44" y="29"/>
                  </a:lnTo>
                  <a:lnTo>
                    <a:pt x="37" y="41"/>
                  </a:lnTo>
                  <a:lnTo>
                    <a:pt x="31" y="57"/>
                  </a:lnTo>
                  <a:lnTo>
                    <a:pt x="26" y="76"/>
                  </a:lnTo>
                  <a:lnTo>
                    <a:pt x="19" y="102"/>
                  </a:lnTo>
                  <a:lnTo>
                    <a:pt x="13" y="130"/>
                  </a:lnTo>
                  <a:lnTo>
                    <a:pt x="9" y="155"/>
                  </a:lnTo>
                  <a:lnTo>
                    <a:pt x="5" y="181"/>
                  </a:lnTo>
                  <a:lnTo>
                    <a:pt x="2" y="206"/>
                  </a:lnTo>
                  <a:lnTo>
                    <a:pt x="0" y="231"/>
                  </a:lnTo>
                  <a:lnTo>
                    <a:pt x="0" y="254"/>
                  </a:lnTo>
                  <a:lnTo>
                    <a:pt x="0" y="278"/>
                  </a:lnTo>
                  <a:lnTo>
                    <a:pt x="2" y="299"/>
                  </a:lnTo>
                  <a:lnTo>
                    <a:pt x="5" y="321"/>
                  </a:lnTo>
                  <a:lnTo>
                    <a:pt x="9" y="341"/>
                  </a:lnTo>
                  <a:lnTo>
                    <a:pt x="14" y="360"/>
                  </a:lnTo>
                  <a:lnTo>
                    <a:pt x="19" y="380"/>
                  </a:lnTo>
                  <a:lnTo>
                    <a:pt x="26" y="397"/>
                  </a:lnTo>
                  <a:lnTo>
                    <a:pt x="33" y="413"/>
                  </a:lnTo>
                  <a:lnTo>
                    <a:pt x="42" y="429"/>
                  </a:lnTo>
                  <a:lnTo>
                    <a:pt x="51" y="443"/>
                  </a:lnTo>
                  <a:lnTo>
                    <a:pt x="63" y="456"/>
                  </a:lnTo>
                  <a:lnTo>
                    <a:pt x="74" y="468"/>
                  </a:lnTo>
                  <a:lnTo>
                    <a:pt x="87" y="478"/>
                  </a:lnTo>
                  <a:lnTo>
                    <a:pt x="100" y="486"/>
                  </a:lnTo>
                  <a:lnTo>
                    <a:pt x="115" y="493"/>
                  </a:lnTo>
                  <a:lnTo>
                    <a:pt x="130" y="498"/>
                  </a:lnTo>
                  <a:lnTo>
                    <a:pt x="145" y="502"/>
                  </a:lnTo>
                  <a:lnTo>
                    <a:pt x="154" y="504"/>
                  </a:lnTo>
                  <a:lnTo>
                    <a:pt x="164" y="504"/>
                  </a:lnTo>
                  <a:lnTo>
                    <a:pt x="171" y="504"/>
                  </a:lnTo>
                  <a:lnTo>
                    <a:pt x="178" y="503"/>
                  </a:lnTo>
                  <a:lnTo>
                    <a:pt x="184" y="502"/>
                  </a:lnTo>
                  <a:lnTo>
                    <a:pt x="190" y="500"/>
                  </a:lnTo>
                  <a:lnTo>
                    <a:pt x="194" y="497"/>
                  </a:lnTo>
                  <a:lnTo>
                    <a:pt x="197" y="493"/>
                  </a:lnTo>
                  <a:lnTo>
                    <a:pt x="199" y="488"/>
                  </a:lnTo>
                  <a:lnTo>
                    <a:pt x="199" y="484"/>
                  </a:lnTo>
                  <a:lnTo>
                    <a:pt x="199" y="479"/>
                  </a:lnTo>
                  <a:lnTo>
                    <a:pt x="197" y="475"/>
                  </a:lnTo>
                  <a:lnTo>
                    <a:pt x="191" y="459"/>
                  </a:lnTo>
                  <a:lnTo>
                    <a:pt x="185" y="442"/>
                  </a:lnTo>
                  <a:lnTo>
                    <a:pt x="180" y="424"/>
                  </a:lnTo>
                  <a:lnTo>
                    <a:pt x="175" y="404"/>
                  </a:lnTo>
                  <a:lnTo>
                    <a:pt x="172" y="384"/>
                  </a:lnTo>
                  <a:lnTo>
                    <a:pt x="169" y="362"/>
                  </a:lnTo>
                  <a:lnTo>
                    <a:pt x="167" y="341"/>
                  </a:lnTo>
                  <a:lnTo>
                    <a:pt x="167" y="319"/>
                  </a:lnTo>
                  <a:lnTo>
                    <a:pt x="167" y="295"/>
                  </a:lnTo>
                  <a:lnTo>
                    <a:pt x="168" y="273"/>
                  </a:lnTo>
                  <a:lnTo>
                    <a:pt x="170" y="249"/>
                  </a:lnTo>
                  <a:lnTo>
                    <a:pt x="174" y="226"/>
                  </a:lnTo>
                  <a:lnTo>
                    <a:pt x="179" y="202"/>
                  </a:lnTo>
                  <a:lnTo>
                    <a:pt x="185" y="180"/>
                  </a:lnTo>
                  <a:lnTo>
                    <a:pt x="192" y="157"/>
                  </a:lnTo>
                  <a:lnTo>
                    <a:pt x="200" y="135"/>
                  </a:lnTo>
                  <a:lnTo>
                    <a:pt x="205" y="125"/>
                  </a:lnTo>
                  <a:lnTo>
                    <a:pt x="209" y="114"/>
                  </a:lnTo>
                  <a:lnTo>
                    <a:pt x="212" y="104"/>
                  </a:lnTo>
                  <a:lnTo>
                    <a:pt x="213" y="96"/>
                  </a:lnTo>
                  <a:lnTo>
                    <a:pt x="214" y="87"/>
                  </a:lnTo>
                  <a:lnTo>
                    <a:pt x="214" y="79"/>
                  </a:lnTo>
                  <a:lnTo>
                    <a:pt x="212" y="72"/>
                  </a:lnTo>
                  <a:lnTo>
                    <a:pt x="210" y="64"/>
                  </a:lnTo>
                  <a:lnTo>
                    <a:pt x="206" y="57"/>
                  </a:lnTo>
                  <a:lnTo>
                    <a:pt x="202" y="51"/>
                  </a:lnTo>
                  <a:lnTo>
                    <a:pt x="196" y="45"/>
                  </a:lnTo>
                  <a:lnTo>
                    <a:pt x="190" y="39"/>
                  </a:lnTo>
                  <a:lnTo>
                    <a:pt x="183" y="34"/>
                  </a:lnTo>
                  <a:lnTo>
                    <a:pt x="175" y="28"/>
                  </a:lnTo>
                  <a:lnTo>
                    <a:pt x="165" y="23"/>
                  </a:lnTo>
                  <a:lnTo>
                    <a:pt x="154" y="17"/>
                  </a:lnTo>
                  <a:lnTo>
                    <a:pt x="136" y="9"/>
                  </a:lnTo>
                  <a:lnTo>
                    <a:pt x="119" y="4"/>
                  </a:lnTo>
                  <a:lnTo>
                    <a:pt x="104" y="1"/>
                  </a:lnTo>
                  <a:lnTo>
                    <a:pt x="9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38" name="Freeform 43"/>
            <p:cNvSpPr>
              <a:spLocks/>
            </p:cNvSpPr>
            <p:nvPr userDrawn="1"/>
          </p:nvSpPr>
          <p:spPr bwMode="gray">
            <a:xfrm>
              <a:off x="6966" y="608"/>
              <a:ext cx="26" cy="41"/>
            </a:xfrm>
            <a:custGeom>
              <a:avLst/>
              <a:gdLst>
                <a:gd name="T0" fmla="*/ 91 w 315"/>
                <a:gd name="T1" fmla="*/ 120 h 486"/>
                <a:gd name="T2" fmla="*/ 110 w 315"/>
                <a:gd name="T3" fmla="*/ 124 h 486"/>
                <a:gd name="T4" fmla="*/ 128 w 315"/>
                <a:gd name="T5" fmla="*/ 132 h 486"/>
                <a:gd name="T6" fmla="*/ 144 w 315"/>
                <a:gd name="T7" fmla="*/ 143 h 486"/>
                <a:gd name="T8" fmla="*/ 160 w 315"/>
                <a:gd name="T9" fmla="*/ 161 h 486"/>
                <a:gd name="T10" fmla="*/ 172 w 315"/>
                <a:gd name="T11" fmla="*/ 183 h 486"/>
                <a:gd name="T12" fmla="*/ 180 w 315"/>
                <a:gd name="T13" fmla="*/ 206 h 486"/>
                <a:gd name="T14" fmla="*/ 183 w 315"/>
                <a:gd name="T15" fmla="*/ 228 h 486"/>
                <a:gd name="T16" fmla="*/ 181 w 315"/>
                <a:gd name="T17" fmla="*/ 251 h 486"/>
                <a:gd name="T18" fmla="*/ 174 w 315"/>
                <a:gd name="T19" fmla="*/ 279 h 486"/>
                <a:gd name="T20" fmla="*/ 161 w 315"/>
                <a:gd name="T21" fmla="*/ 304 h 486"/>
                <a:gd name="T22" fmla="*/ 144 w 315"/>
                <a:gd name="T23" fmla="*/ 327 h 486"/>
                <a:gd name="T24" fmla="*/ 123 w 315"/>
                <a:gd name="T25" fmla="*/ 347 h 486"/>
                <a:gd name="T26" fmla="*/ 100 w 315"/>
                <a:gd name="T27" fmla="*/ 363 h 486"/>
                <a:gd name="T28" fmla="*/ 74 w 315"/>
                <a:gd name="T29" fmla="*/ 374 h 486"/>
                <a:gd name="T30" fmla="*/ 47 w 315"/>
                <a:gd name="T31" fmla="*/ 380 h 486"/>
                <a:gd name="T32" fmla="*/ 0 w 315"/>
                <a:gd name="T33" fmla="*/ 434 h 486"/>
                <a:gd name="T34" fmla="*/ 74 w 315"/>
                <a:gd name="T35" fmla="*/ 486 h 486"/>
                <a:gd name="T36" fmla="*/ 97 w 315"/>
                <a:gd name="T37" fmla="*/ 484 h 486"/>
                <a:gd name="T38" fmla="*/ 129 w 315"/>
                <a:gd name="T39" fmla="*/ 476 h 486"/>
                <a:gd name="T40" fmla="*/ 172 w 315"/>
                <a:gd name="T41" fmla="*/ 460 h 486"/>
                <a:gd name="T42" fmla="*/ 213 w 315"/>
                <a:gd name="T43" fmla="*/ 435 h 486"/>
                <a:gd name="T44" fmla="*/ 250 w 315"/>
                <a:gd name="T45" fmla="*/ 406 h 486"/>
                <a:gd name="T46" fmla="*/ 273 w 315"/>
                <a:gd name="T47" fmla="*/ 379 h 486"/>
                <a:gd name="T48" fmla="*/ 286 w 315"/>
                <a:gd name="T49" fmla="*/ 361 h 486"/>
                <a:gd name="T50" fmla="*/ 297 w 315"/>
                <a:gd name="T51" fmla="*/ 340 h 486"/>
                <a:gd name="T52" fmla="*/ 306 w 315"/>
                <a:gd name="T53" fmla="*/ 320 h 486"/>
                <a:gd name="T54" fmla="*/ 312 w 315"/>
                <a:gd name="T55" fmla="*/ 297 h 486"/>
                <a:gd name="T56" fmla="*/ 315 w 315"/>
                <a:gd name="T57" fmla="*/ 275 h 486"/>
                <a:gd name="T58" fmla="*/ 315 w 315"/>
                <a:gd name="T59" fmla="*/ 249 h 486"/>
                <a:gd name="T60" fmla="*/ 312 w 315"/>
                <a:gd name="T61" fmla="*/ 221 h 486"/>
                <a:gd name="T62" fmla="*/ 306 w 315"/>
                <a:gd name="T63" fmla="*/ 194 h 486"/>
                <a:gd name="T64" fmla="*/ 298 w 315"/>
                <a:gd name="T65" fmla="*/ 169 h 486"/>
                <a:gd name="T66" fmla="*/ 287 w 315"/>
                <a:gd name="T67" fmla="*/ 144 h 486"/>
                <a:gd name="T68" fmla="*/ 274 w 315"/>
                <a:gd name="T69" fmla="*/ 122 h 486"/>
                <a:gd name="T70" fmla="*/ 259 w 315"/>
                <a:gd name="T71" fmla="*/ 101 h 486"/>
                <a:gd name="T72" fmla="*/ 243 w 315"/>
                <a:gd name="T73" fmla="*/ 82 h 486"/>
                <a:gd name="T74" fmla="*/ 224 w 315"/>
                <a:gd name="T75" fmla="*/ 65 h 486"/>
                <a:gd name="T76" fmla="*/ 205 w 315"/>
                <a:gd name="T77" fmla="*/ 49 h 486"/>
                <a:gd name="T78" fmla="*/ 184 w 315"/>
                <a:gd name="T79" fmla="*/ 36 h 486"/>
                <a:gd name="T80" fmla="*/ 163 w 315"/>
                <a:gd name="T81" fmla="*/ 25 h 486"/>
                <a:gd name="T82" fmla="*/ 141 w 315"/>
                <a:gd name="T83" fmla="*/ 15 h 486"/>
                <a:gd name="T84" fmla="*/ 118 w 315"/>
                <a:gd name="T85" fmla="*/ 7 h 486"/>
                <a:gd name="T86" fmla="*/ 95 w 315"/>
                <a:gd name="T87" fmla="*/ 3 h 486"/>
                <a:gd name="T88" fmla="*/ 72 w 315"/>
                <a:gd name="T89" fmla="*/ 0 h 486"/>
                <a:gd name="T90" fmla="*/ 21 w 315"/>
                <a:gd name="T91" fmla="*/ 68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15" h="486">
                  <a:moveTo>
                    <a:pt x="80" y="120"/>
                  </a:moveTo>
                  <a:lnTo>
                    <a:pt x="91" y="120"/>
                  </a:lnTo>
                  <a:lnTo>
                    <a:pt x="101" y="122"/>
                  </a:lnTo>
                  <a:lnTo>
                    <a:pt x="110" y="124"/>
                  </a:lnTo>
                  <a:lnTo>
                    <a:pt x="119" y="128"/>
                  </a:lnTo>
                  <a:lnTo>
                    <a:pt x="128" y="132"/>
                  </a:lnTo>
                  <a:lnTo>
                    <a:pt x="136" y="137"/>
                  </a:lnTo>
                  <a:lnTo>
                    <a:pt x="144" y="143"/>
                  </a:lnTo>
                  <a:lnTo>
                    <a:pt x="151" y="150"/>
                  </a:lnTo>
                  <a:lnTo>
                    <a:pt x="160" y="161"/>
                  </a:lnTo>
                  <a:lnTo>
                    <a:pt x="167" y="172"/>
                  </a:lnTo>
                  <a:lnTo>
                    <a:pt x="172" y="183"/>
                  </a:lnTo>
                  <a:lnTo>
                    <a:pt x="177" y="194"/>
                  </a:lnTo>
                  <a:lnTo>
                    <a:pt x="180" y="206"/>
                  </a:lnTo>
                  <a:lnTo>
                    <a:pt x="182" y="218"/>
                  </a:lnTo>
                  <a:lnTo>
                    <a:pt x="183" y="228"/>
                  </a:lnTo>
                  <a:lnTo>
                    <a:pt x="183" y="237"/>
                  </a:lnTo>
                  <a:lnTo>
                    <a:pt x="181" y="251"/>
                  </a:lnTo>
                  <a:lnTo>
                    <a:pt x="178" y="266"/>
                  </a:lnTo>
                  <a:lnTo>
                    <a:pt x="174" y="279"/>
                  </a:lnTo>
                  <a:lnTo>
                    <a:pt x="168" y="292"/>
                  </a:lnTo>
                  <a:lnTo>
                    <a:pt x="161" y="304"/>
                  </a:lnTo>
                  <a:lnTo>
                    <a:pt x="153" y="317"/>
                  </a:lnTo>
                  <a:lnTo>
                    <a:pt x="144" y="327"/>
                  </a:lnTo>
                  <a:lnTo>
                    <a:pt x="134" y="338"/>
                  </a:lnTo>
                  <a:lnTo>
                    <a:pt x="123" y="347"/>
                  </a:lnTo>
                  <a:lnTo>
                    <a:pt x="112" y="355"/>
                  </a:lnTo>
                  <a:lnTo>
                    <a:pt x="100" y="363"/>
                  </a:lnTo>
                  <a:lnTo>
                    <a:pt x="87" y="369"/>
                  </a:lnTo>
                  <a:lnTo>
                    <a:pt x="74" y="374"/>
                  </a:lnTo>
                  <a:lnTo>
                    <a:pt x="61" y="378"/>
                  </a:lnTo>
                  <a:lnTo>
                    <a:pt x="47" y="380"/>
                  </a:lnTo>
                  <a:lnTo>
                    <a:pt x="33" y="381"/>
                  </a:lnTo>
                  <a:lnTo>
                    <a:pt x="0" y="434"/>
                  </a:lnTo>
                  <a:lnTo>
                    <a:pt x="64" y="486"/>
                  </a:lnTo>
                  <a:lnTo>
                    <a:pt x="74" y="486"/>
                  </a:lnTo>
                  <a:lnTo>
                    <a:pt x="85" y="485"/>
                  </a:lnTo>
                  <a:lnTo>
                    <a:pt x="97" y="484"/>
                  </a:lnTo>
                  <a:lnTo>
                    <a:pt x="107" y="482"/>
                  </a:lnTo>
                  <a:lnTo>
                    <a:pt x="129" y="476"/>
                  </a:lnTo>
                  <a:lnTo>
                    <a:pt x="151" y="469"/>
                  </a:lnTo>
                  <a:lnTo>
                    <a:pt x="172" y="460"/>
                  </a:lnTo>
                  <a:lnTo>
                    <a:pt x="194" y="448"/>
                  </a:lnTo>
                  <a:lnTo>
                    <a:pt x="213" y="435"/>
                  </a:lnTo>
                  <a:lnTo>
                    <a:pt x="232" y="421"/>
                  </a:lnTo>
                  <a:lnTo>
                    <a:pt x="250" y="406"/>
                  </a:lnTo>
                  <a:lnTo>
                    <a:pt x="266" y="388"/>
                  </a:lnTo>
                  <a:lnTo>
                    <a:pt x="273" y="379"/>
                  </a:lnTo>
                  <a:lnTo>
                    <a:pt x="279" y="370"/>
                  </a:lnTo>
                  <a:lnTo>
                    <a:pt x="286" y="361"/>
                  </a:lnTo>
                  <a:lnTo>
                    <a:pt x="291" y="350"/>
                  </a:lnTo>
                  <a:lnTo>
                    <a:pt x="297" y="340"/>
                  </a:lnTo>
                  <a:lnTo>
                    <a:pt x="302" y="330"/>
                  </a:lnTo>
                  <a:lnTo>
                    <a:pt x="306" y="320"/>
                  </a:lnTo>
                  <a:lnTo>
                    <a:pt x="309" y="309"/>
                  </a:lnTo>
                  <a:lnTo>
                    <a:pt x="312" y="297"/>
                  </a:lnTo>
                  <a:lnTo>
                    <a:pt x="314" y="287"/>
                  </a:lnTo>
                  <a:lnTo>
                    <a:pt x="315" y="275"/>
                  </a:lnTo>
                  <a:lnTo>
                    <a:pt x="315" y="264"/>
                  </a:lnTo>
                  <a:lnTo>
                    <a:pt x="315" y="249"/>
                  </a:lnTo>
                  <a:lnTo>
                    <a:pt x="314" y="235"/>
                  </a:lnTo>
                  <a:lnTo>
                    <a:pt x="312" y="221"/>
                  </a:lnTo>
                  <a:lnTo>
                    <a:pt x="309" y="207"/>
                  </a:lnTo>
                  <a:lnTo>
                    <a:pt x="306" y="194"/>
                  </a:lnTo>
                  <a:lnTo>
                    <a:pt x="302" y="181"/>
                  </a:lnTo>
                  <a:lnTo>
                    <a:pt x="298" y="169"/>
                  </a:lnTo>
                  <a:lnTo>
                    <a:pt x="293" y="156"/>
                  </a:lnTo>
                  <a:lnTo>
                    <a:pt x="287" y="144"/>
                  </a:lnTo>
                  <a:lnTo>
                    <a:pt x="280" y="133"/>
                  </a:lnTo>
                  <a:lnTo>
                    <a:pt x="274" y="122"/>
                  </a:lnTo>
                  <a:lnTo>
                    <a:pt x="267" y="112"/>
                  </a:lnTo>
                  <a:lnTo>
                    <a:pt x="259" y="101"/>
                  </a:lnTo>
                  <a:lnTo>
                    <a:pt x="251" y="91"/>
                  </a:lnTo>
                  <a:lnTo>
                    <a:pt x="243" y="82"/>
                  </a:lnTo>
                  <a:lnTo>
                    <a:pt x="233" y="73"/>
                  </a:lnTo>
                  <a:lnTo>
                    <a:pt x="224" y="65"/>
                  </a:lnTo>
                  <a:lnTo>
                    <a:pt x="215" y="56"/>
                  </a:lnTo>
                  <a:lnTo>
                    <a:pt x="205" y="49"/>
                  </a:lnTo>
                  <a:lnTo>
                    <a:pt x="195" y="42"/>
                  </a:lnTo>
                  <a:lnTo>
                    <a:pt x="184" y="36"/>
                  </a:lnTo>
                  <a:lnTo>
                    <a:pt x="174" y="30"/>
                  </a:lnTo>
                  <a:lnTo>
                    <a:pt x="163" y="25"/>
                  </a:lnTo>
                  <a:lnTo>
                    <a:pt x="152" y="20"/>
                  </a:lnTo>
                  <a:lnTo>
                    <a:pt x="141" y="15"/>
                  </a:lnTo>
                  <a:lnTo>
                    <a:pt x="129" y="12"/>
                  </a:lnTo>
                  <a:lnTo>
                    <a:pt x="118" y="7"/>
                  </a:lnTo>
                  <a:lnTo>
                    <a:pt x="107" y="5"/>
                  </a:lnTo>
                  <a:lnTo>
                    <a:pt x="95" y="3"/>
                  </a:lnTo>
                  <a:lnTo>
                    <a:pt x="83" y="1"/>
                  </a:lnTo>
                  <a:lnTo>
                    <a:pt x="72" y="0"/>
                  </a:lnTo>
                  <a:lnTo>
                    <a:pt x="60" y="0"/>
                  </a:lnTo>
                  <a:lnTo>
                    <a:pt x="21" y="68"/>
                  </a:lnTo>
                  <a:lnTo>
                    <a:pt x="80" y="12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39" name="Freeform 44"/>
            <p:cNvSpPr>
              <a:spLocks/>
            </p:cNvSpPr>
            <p:nvPr userDrawn="1"/>
          </p:nvSpPr>
          <p:spPr bwMode="gray">
            <a:xfrm>
              <a:off x="6884" y="562"/>
              <a:ext cx="92" cy="118"/>
            </a:xfrm>
            <a:custGeom>
              <a:avLst/>
              <a:gdLst>
                <a:gd name="T0" fmla="*/ 1007 w 1095"/>
                <a:gd name="T1" fmla="*/ 693 h 1421"/>
                <a:gd name="T2" fmla="*/ 952 w 1095"/>
                <a:gd name="T3" fmla="*/ 735 h 1421"/>
                <a:gd name="T4" fmla="*/ 915 w 1095"/>
                <a:gd name="T5" fmla="*/ 791 h 1421"/>
                <a:gd name="T6" fmla="*/ 906 w 1095"/>
                <a:gd name="T7" fmla="*/ 852 h 1421"/>
                <a:gd name="T8" fmla="*/ 929 w 1095"/>
                <a:gd name="T9" fmla="*/ 906 h 1421"/>
                <a:gd name="T10" fmla="*/ 974 w 1095"/>
                <a:gd name="T11" fmla="*/ 937 h 1421"/>
                <a:gd name="T12" fmla="*/ 1040 w 1095"/>
                <a:gd name="T13" fmla="*/ 1047 h 1421"/>
                <a:gd name="T14" fmla="*/ 955 w 1095"/>
                <a:gd name="T15" fmla="*/ 1038 h 1421"/>
                <a:gd name="T16" fmla="*/ 881 w 1095"/>
                <a:gd name="T17" fmla="*/ 1012 h 1421"/>
                <a:gd name="T18" fmla="*/ 821 w 1095"/>
                <a:gd name="T19" fmla="*/ 976 h 1421"/>
                <a:gd name="T20" fmla="*/ 774 w 1095"/>
                <a:gd name="T21" fmla="*/ 931 h 1421"/>
                <a:gd name="T22" fmla="*/ 741 w 1095"/>
                <a:gd name="T23" fmla="*/ 883 h 1421"/>
                <a:gd name="T24" fmla="*/ 726 w 1095"/>
                <a:gd name="T25" fmla="*/ 835 h 1421"/>
                <a:gd name="T26" fmla="*/ 728 w 1095"/>
                <a:gd name="T27" fmla="*/ 774 h 1421"/>
                <a:gd name="T28" fmla="*/ 749 w 1095"/>
                <a:gd name="T29" fmla="*/ 723 h 1421"/>
                <a:gd name="T30" fmla="*/ 650 w 1095"/>
                <a:gd name="T31" fmla="*/ 723 h 1421"/>
                <a:gd name="T32" fmla="*/ 491 w 1095"/>
                <a:gd name="T33" fmla="*/ 745 h 1421"/>
                <a:gd name="T34" fmla="*/ 462 w 1095"/>
                <a:gd name="T35" fmla="*/ 886 h 1421"/>
                <a:gd name="T36" fmla="*/ 435 w 1095"/>
                <a:gd name="T37" fmla="*/ 1103 h 1421"/>
                <a:gd name="T38" fmla="*/ 427 w 1095"/>
                <a:gd name="T39" fmla="*/ 1291 h 1421"/>
                <a:gd name="T40" fmla="*/ 431 w 1095"/>
                <a:gd name="T41" fmla="*/ 1398 h 1421"/>
                <a:gd name="T42" fmla="*/ 416 w 1095"/>
                <a:gd name="T43" fmla="*/ 1418 h 1421"/>
                <a:gd name="T44" fmla="*/ 378 w 1095"/>
                <a:gd name="T45" fmla="*/ 1418 h 1421"/>
                <a:gd name="T46" fmla="*/ 337 w 1095"/>
                <a:gd name="T47" fmla="*/ 1390 h 1421"/>
                <a:gd name="T48" fmla="*/ 310 w 1095"/>
                <a:gd name="T49" fmla="*/ 1337 h 1421"/>
                <a:gd name="T50" fmla="*/ 293 w 1095"/>
                <a:gd name="T51" fmla="*/ 1256 h 1421"/>
                <a:gd name="T52" fmla="*/ 288 w 1095"/>
                <a:gd name="T53" fmla="*/ 1109 h 1421"/>
                <a:gd name="T54" fmla="*/ 313 w 1095"/>
                <a:gd name="T55" fmla="*/ 843 h 1421"/>
                <a:gd name="T56" fmla="*/ 226 w 1095"/>
                <a:gd name="T57" fmla="*/ 803 h 1421"/>
                <a:gd name="T58" fmla="*/ 161 w 1095"/>
                <a:gd name="T59" fmla="*/ 831 h 1421"/>
                <a:gd name="T60" fmla="*/ 125 w 1095"/>
                <a:gd name="T61" fmla="*/ 840 h 1421"/>
                <a:gd name="T62" fmla="*/ 86 w 1095"/>
                <a:gd name="T63" fmla="*/ 834 h 1421"/>
                <a:gd name="T64" fmla="*/ 24 w 1095"/>
                <a:gd name="T65" fmla="*/ 796 h 1421"/>
                <a:gd name="T66" fmla="*/ 0 w 1095"/>
                <a:gd name="T67" fmla="*/ 762 h 1421"/>
                <a:gd name="T68" fmla="*/ 8 w 1095"/>
                <a:gd name="T69" fmla="*/ 740 h 1421"/>
                <a:gd name="T70" fmla="*/ 62 w 1095"/>
                <a:gd name="T71" fmla="*/ 713 h 1421"/>
                <a:gd name="T72" fmla="*/ 251 w 1095"/>
                <a:gd name="T73" fmla="*/ 663 h 1421"/>
                <a:gd name="T74" fmla="*/ 364 w 1095"/>
                <a:gd name="T75" fmla="*/ 577 h 1421"/>
                <a:gd name="T76" fmla="*/ 431 w 1095"/>
                <a:gd name="T77" fmla="*/ 350 h 1421"/>
                <a:gd name="T78" fmla="*/ 514 w 1095"/>
                <a:gd name="T79" fmla="*/ 162 h 1421"/>
                <a:gd name="T80" fmla="*/ 599 w 1095"/>
                <a:gd name="T81" fmla="*/ 34 h 1421"/>
                <a:gd name="T82" fmla="*/ 669 w 1095"/>
                <a:gd name="T83" fmla="*/ 1 h 1421"/>
                <a:gd name="T84" fmla="*/ 732 w 1095"/>
                <a:gd name="T85" fmla="*/ 7 h 1421"/>
                <a:gd name="T86" fmla="*/ 799 w 1095"/>
                <a:gd name="T87" fmla="*/ 37 h 1421"/>
                <a:gd name="T88" fmla="*/ 852 w 1095"/>
                <a:gd name="T89" fmla="*/ 97 h 1421"/>
                <a:gd name="T90" fmla="*/ 866 w 1095"/>
                <a:gd name="T91" fmla="*/ 159 h 1421"/>
                <a:gd name="T92" fmla="*/ 852 w 1095"/>
                <a:gd name="T93" fmla="*/ 204 h 1421"/>
                <a:gd name="T94" fmla="*/ 824 w 1095"/>
                <a:gd name="T95" fmla="*/ 224 h 1421"/>
                <a:gd name="T96" fmla="*/ 807 w 1095"/>
                <a:gd name="T97" fmla="*/ 220 h 1421"/>
                <a:gd name="T98" fmla="*/ 778 w 1095"/>
                <a:gd name="T99" fmla="*/ 172 h 1421"/>
                <a:gd name="T100" fmla="*/ 731 w 1095"/>
                <a:gd name="T101" fmla="*/ 149 h 1421"/>
                <a:gd name="T102" fmla="*/ 697 w 1095"/>
                <a:gd name="T103" fmla="*/ 160 h 1421"/>
                <a:gd name="T104" fmla="*/ 660 w 1095"/>
                <a:gd name="T105" fmla="*/ 210 h 1421"/>
                <a:gd name="T106" fmla="*/ 601 w 1095"/>
                <a:gd name="T107" fmla="*/ 339 h 1421"/>
                <a:gd name="T108" fmla="*/ 514 w 1095"/>
                <a:gd name="T109" fmla="*/ 627 h 1421"/>
                <a:gd name="T110" fmla="*/ 618 w 1095"/>
                <a:gd name="T111" fmla="*/ 629 h 1421"/>
                <a:gd name="T112" fmla="*/ 798 w 1095"/>
                <a:gd name="T113" fmla="*/ 626 h 1421"/>
                <a:gd name="T114" fmla="*/ 892 w 1095"/>
                <a:gd name="T115" fmla="*/ 627 h 1421"/>
                <a:gd name="T116" fmla="*/ 961 w 1095"/>
                <a:gd name="T117" fmla="*/ 578 h 1421"/>
                <a:gd name="T118" fmla="*/ 1027 w 1095"/>
                <a:gd name="T119" fmla="*/ 561 h 1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095" h="1421">
                  <a:moveTo>
                    <a:pt x="1056" y="681"/>
                  </a:moveTo>
                  <a:lnTo>
                    <a:pt x="1044" y="682"/>
                  </a:lnTo>
                  <a:lnTo>
                    <a:pt x="1032" y="684"/>
                  </a:lnTo>
                  <a:lnTo>
                    <a:pt x="1020" y="688"/>
                  </a:lnTo>
                  <a:lnTo>
                    <a:pt x="1007" y="693"/>
                  </a:lnTo>
                  <a:lnTo>
                    <a:pt x="995" y="699"/>
                  </a:lnTo>
                  <a:lnTo>
                    <a:pt x="984" y="707"/>
                  </a:lnTo>
                  <a:lnTo>
                    <a:pt x="973" y="715"/>
                  </a:lnTo>
                  <a:lnTo>
                    <a:pt x="961" y="725"/>
                  </a:lnTo>
                  <a:lnTo>
                    <a:pt x="952" y="735"/>
                  </a:lnTo>
                  <a:lnTo>
                    <a:pt x="943" y="745"/>
                  </a:lnTo>
                  <a:lnTo>
                    <a:pt x="934" y="756"/>
                  </a:lnTo>
                  <a:lnTo>
                    <a:pt x="927" y="767"/>
                  </a:lnTo>
                  <a:lnTo>
                    <a:pt x="921" y="779"/>
                  </a:lnTo>
                  <a:lnTo>
                    <a:pt x="915" y="791"/>
                  </a:lnTo>
                  <a:lnTo>
                    <a:pt x="910" y="802"/>
                  </a:lnTo>
                  <a:lnTo>
                    <a:pt x="908" y="813"/>
                  </a:lnTo>
                  <a:lnTo>
                    <a:pt x="906" y="827"/>
                  </a:lnTo>
                  <a:lnTo>
                    <a:pt x="905" y="839"/>
                  </a:lnTo>
                  <a:lnTo>
                    <a:pt x="906" y="852"/>
                  </a:lnTo>
                  <a:lnTo>
                    <a:pt x="908" y="863"/>
                  </a:lnTo>
                  <a:lnTo>
                    <a:pt x="912" y="876"/>
                  </a:lnTo>
                  <a:lnTo>
                    <a:pt x="917" y="886"/>
                  </a:lnTo>
                  <a:lnTo>
                    <a:pt x="922" y="897"/>
                  </a:lnTo>
                  <a:lnTo>
                    <a:pt x="929" y="906"/>
                  </a:lnTo>
                  <a:lnTo>
                    <a:pt x="936" y="914"/>
                  </a:lnTo>
                  <a:lnTo>
                    <a:pt x="945" y="922"/>
                  </a:lnTo>
                  <a:lnTo>
                    <a:pt x="953" y="928"/>
                  </a:lnTo>
                  <a:lnTo>
                    <a:pt x="964" y="933"/>
                  </a:lnTo>
                  <a:lnTo>
                    <a:pt x="974" y="937"/>
                  </a:lnTo>
                  <a:lnTo>
                    <a:pt x="985" y="940"/>
                  </a:lnTo>
                  <a:lnTo>
                    <a:pt x="997" y="941"/>
                  </a:lnTo>
                  <a:lnTo>
                    <a:pt x="1009" y="942"/>
                  </a:lnTo>
                  <a:lnTo>
                    <a:pt x="1073" y="984"/>
                  </a:lnTo>
                  <a:lnTo>
                    <a:pt x="1040" y="1047"/>
                  </a:lnTo>
                  <a:lnTo>
                    <a:pt x="1022" y="1047"/>
                  </a:lnTo>
                  <a:lnTo>
                    <a:pt x="1004" y="1046"/>
                  </a:lnTo>
                  <a:lnTo>
                    <a:pt x="988" y="1044"/>
                  </a:lnTo>
                  <a:lnTo>
                    <a:pt x="971" y="1041"/>
                  </a:lnTo>
                  <a:lnTo>
                    <a:pt x="955" y="1038"/>
                  </a:lnTo>
                  <a:lnTo>
                    <a:pt x="939" y="1034"/>
                  </a:lnTo>
                  <a:lnTo>
                    <a:pt x="924" y="1030"/>
                  </a:lnTo>
                  <a:lnTo>
                    <a:pt x="909" y="1025"/>
                  </a:lnTo>
                  <a:lnTo>
                    <a:pt x="895" y="1019"/>
                  </a:lnTo>
                  <a:lnTo>
                    <a:pt x="881" y="1012"/>
                  </a:lnTo>
                  <a:lnTo>
                    <a:pt x="869" y="1006"/>
                  </a:lnTo>
                  <a:lnTo>
                    <a:pt x="855" y="999"/>
                  </a:lnTo>
                  <a:lnTo>
                    <a:pt x="843" y="992"/>
                  </a:lnTo>
                  <a:lnTo>
                    <a:pt x="832" y="984"/>
                  </a:lnTo>
                  <a:lnTo>
                    <a:pt x="821" y="976"/>
                  </a:lnTo>
                  <a:lnTo>
                    <a:pt x="810" y="968"/>
                  </a:lnTo>
                  <a:lnTo>
                    <a:pt x="800" y="958"/>
                  </a:lnTo>
                  <a:lnTo>
                    <a:pt x="790" y="949"/>
                  </a:lnTo>
                  <a:lnTo>
                    <a:pt x="782" y="940"/>
                  </a:lnTo>
                  <a:lnTo>
                    <a:pt x="774" y="931"/>
                  </a:lnTo>
                  <a:lnTo>
                    <a:pt x="766" y="922"/>
                  </a:lnTo>
                  <a:lnTo>
                    <a:pt x="759" y="911"/>
                  </a:lnTo>
                  <a:lnTo>
                    <a:pt x="752" y="902"/>
                  </a:lnTo>
                  <a:lnTo>
                    <a:pt x="746" y="892"/>
                  </a:lnTo>
                  <a:lnTo>
                    <a:pt x="741" y="883"/>
                  </a:lnTo>
                  <a:lnTo>
                    <a:pt x="737" y="873"/>
                  </a:lnTo>
                  <a:lnTo>
                    <a:pt x="733" y="863"/>
                  </a:lnTo>
                  <a:lnTo>
                    <a:pt x="730" y="853"/>
                  </a:lnTo>
                  <a:lnTo>
                    <a:pt x="728" y="844"/>
                  </a:lnTo>
                  <a:lnTo>
                    <a:pt x="726" y="835"/>
                  </a:lnTo>
                  <a:lnTo>
                    <a:pt x="725" y="826"/>
                  </a:lnTo>
                  <a:lnTo>
                    <a:pt x="725" y="816"/>
                  </a:lnTo>
                  <a:lnTo>
                    <a:pt x="725" y="801"/>
                  </a:lnTo>
                  <a:lnTo>
                    <a:pt x="726" y="787"/>
                  </a:lnTo>
                  <a:lnTo>
                    <a:pt x="728" y="774"/>
                  </a:lnTo>
                  <a:lnTo>
                    <a:pt x="731" y="761"/>
                  </a:lnTo>
                  <a:lnTo>
                    <a:pt x="734" y="750"/>
                  </a:lnTo>
                  <a:lnTo>
                    <a:pt x="739" y="740"/>
                  </a:lnTo>
                  <a:lnTo>
                    <a:pt x="744" y="731"/>
                  </a:lnTo>
                  <a:lnTo>
                    <a:pt x="749" y="723"/>
                  </a:lnTo>
                  <a:lnTo>
                    <a:pt x="759" y="712"/>
                  </a:lnTo>
                  <a:lnTo>
                    <a:pt x="745" y="713"/>
                  </a:lnTo>
                  <a:lnTo>
                    <a:pt x="714" y="716"/>
                  </a:lnTo>
                  <a:lnTo>
                    <a:pt x="682" y="720"/>
                  </a:lnTo>
                  <a:lnTo>
                    <a:pt x="650" y="723"/>
                  </a:lnTo>
                  <a:lnTo>
                    <a:pt x="619" y="727"/>
                  </a:lnTo>
                  <a:lnTo>
                    <a:pt x="586" y="731"/>
                  </a:lnTo>
                  <a:lnTo>
                    <a:pt x="555" y="735"/>
                  </a:lnTo>
                  <a:lnTo>
                    <a:pt x="523" y="740"/>
                  </a:lnTo>
                  <a:lnTo>
                    <a:pt x="491" y="745"/>
                  </a:lnTo>
                  <a:lnTo>
                    <a:pt x="487" y="745"/>
                  </a:lnTo>
                  <a:lnTo>
                    <a:pt x="487" y="749"/>
                  </a:lnTo>
                  <a:lnTo>
                    <a:pt x="478" y="795"/>
                  </a:lnTo>
                  <a:lnTo>
                    <a:pt x="470" y="841"/>
                  </a:lnTo>
                  <a:lnTo>
                    <a:pt x="462" y="886"/>
                  </a:lnTo>
                  <a:lnTo>
                    <a:pt x="455" y="931"/>
                  </a:lnTo>
                  <a:lnTo>
                    <a:pt x="448" y="976"/>
                  </a:lnTo>
                  <a:lnTo>
                    <a:pt x="443" y="1019"/>
                  </a:lnTo>
                  <a:lnTo>
                    <a:pt x="439" y="1061"/>
                  </a:lnTo>
                  <a:lnTo>
                    <a:pt x="435" y="1103"/>
                  </a:lnTo>
                  <a:lnTo>
                    <a:pt x="432" y="1143"/>
                  </a:lnTo>
                  <a:lnTo>
                    <a:pt x="429" y="1183"/>
                  </a:lnTo>
                  <a:lnTo>
                    <a:pt x="428" y="1221"/>
                  </a:lnTo>
                  <a:lnTo>
                    <a:pt x="427" y="1256"/>
                  </a:lnTo>
                  <a:lnTo>
                    <a:pt x="427" y="1291"/>
                  </a:lnTo>
                  <a:lnTo>
                    <a:pt x="428" y="1323"/>
                  </a:lnTo>
                  <a:lnTo>
                    <a:pt x="429" y="1353"/>
                  </a:lnTo>
                  <a:lnTo>
                    <a:pt x="432" y="1382"/>
                  </a:lnTo>
                  <a:lnTo>
                    <a:pt x="432" y="1391"/>
                  </a:lnTo>
                  <a:lnTo>
                    <a:pt x="431" y="1398"/>
                  </a:lnTo>
                  <a:lnTo>
                    <a:pt x="429" y="1405"/>
                  </a:lnTo>
                  <a:lnTo>
                    <a:pt x="426" y="1411"/>
                  </a:lnTo>
                  <a:lnTo>
                    <a:pt x="423" y="1414"/>
                  </a:lnTo>
                  <a:lnTo>
                    <a:pt x="420" y="1416"/>
                  </a:lnTo>
                  <a:lnTo>
                    <a:pt x="416" y="1418"/>
                  </a:lnTo>
                  <a:lnTo>
                    <a:pt x="413" y="1419"/>
                  </a:lnTo>
                  <a:lnTo>
                    <a:pt x="406" y="1420"/>
                  </a:lnTo>
                  <a:lnTo>
                    <a:pt x="398" y="1421"/>
                  </a:lnTo>
                  <a:lnTo>
                    <a:pt x="388" y="1420"/>
                  </a:lnTo>
                  <a:lnTo>
                    <a:pt x="378" y="1418"/>
                  </a:lnTo>
                  <a:lnTo>
                    <a:pt x="368" y="1414"/>
                  </a:lnTo>
                  <a:lnTo>
                    <a:pt x="359" y="1409"/>
                  </a:lnTo>
                  <a:lnTo>
                    <a:pt x="352" y="1403"/>
                  </a:lnTo>
                  <a:lnTo>
                    <a:pt x="344" y="1397"/>
                  </a:lnTo>
                  <a:lnTo>
                    <a:pt x="337" y="1390"/>
                  </a:lnTo>
                  <a:lnTo>
                    <a:pt x="331" y="1381"/>
                  </a:lnTo>
                  <a:lnTo>
                    <a:pt x="325" y="1372"/>
                  </a:lnTo>
                  <a:lnTo>
                    <a:pt x="319" y="1362"/>
                  </a:lnTo>
                  <a:lnTo>
                    <a:pt x="314" y="1349"/>
                  </a:lnTo>
                  <a:lnTo>
                    <a:pt x="310" y="1337"/>
                  </a:lnTo>
                  <a:lnTo>
                    <a:pt x="306" y="1323"/>
                  </a:lnTo>
                  <a:lnTo>
                    <a:pt x="302" y="1307"/>
                  </a:lnTo>
                  <a:lnTo>
                    <a:pt x="298" y="1292"/>
                  </a:lnTo>
                  <a:lnTo>
                    <a:pt x="295" y="1275"/>
                  </a:lnTo>
                  <a:lnTo>
                    <a:pt x="293" y="1256"/>
                  </a:lnTo>
                  <a:lnTo>
                    <a:pt x="291" y="1237"/>
                  </a:lnTo>
                  <a:lnTo>
                    <a:pt x="289" y="1217"/>
                  </a:lnTo>
                  <a:lnTo>
                    <a:pt x="288" y="1195"/>
                  </a:lnTo>
                  <a:lnTo>
                    <a:pt x="287" y="1154"/>
                  </a:lnTo>
                  <a:lnTo>
                    <a:pt x="288" y="1109"/>
                  </a:lnTo>
                  <a:lnTo>
                    <a:pt x="290" y="1060"/>
                  </a:lnTo>
                  <a:lnTo>
                    <a:pt x="294" y="1009"/>
                  </a:lnTo>
                  <a:lnTo>
                    <a:pt x="298" y="955"/>
                  </a:lnTo>
                  <a:lnTo>
                    <a:pt x="306" y="900"/>
                  </a:lnTo>
                  <a:lnTo>
                    <a:pt x="313" y="843"/>
                  </a:lnTo>
                  <a:lnTo>
                    <a:pt x="322" y="786"/>
                  </a:lnTo>
                  <a:lnTo>
                    <a:pt x="323" y="777"/>
                  </a:lnTo>
                  <a:lnTo>
                    <a:pt x="315" y="779"/>
                  </a:lnTo>
                  <a:lnTo>
                    <a:pt x="267" y="791"/>
                  </a:lnTo>
                  <a:lnTo>
                    <a:pt x="226" y="803"/>
                  </a:lnTo>
                  <a:lnTo>
                    <a:pt x="209" y="809"/>
                  </a:lnTo>
                  <a:lnTo>
                    <a:pt x="193" y="815"/>
                  </a:lnTo>
                  <a:lnTo>
                    <a:pt x="180" y="822"/>
                  </a:lnTo>
                  <a:lnTo>
                    <a:pt x="168" y="827"/>
                  </a:lnTo>
                  <a:lnTo>
                    <a:pt x="161" y="831"/>
                  </a:lnTo>
                  <a:lnTo>
                    <a:pt x="154" y="834"/>
                  </a:lnTo>
                  <a:lnTo>
                    <a:pt x="147" y="836"/>
                  </a:lnTo>
                  <a:lnTo>
                    <a:pt x="139" y="838"/>
                  </a:lnTo>
                  <a:lnTo>
                    <a:pt x="132" y="839"/>
                  </a:lnTo>
                  <a:lnTo>
                    <a:pt x="125" y="840"/>
                  </a:lnTo>
                  <a:lnTo>
                    <a:pt x="117" y="840"/>
                  </a:lnTo>
                  <a:lnTo>
                    <a:pt x="110" y="839"/>
                  </a:lnTo>
                  <a:lnTo>
                    <a:pt x="102" y="838"/>
                  </a:lnTo>
                  <a:lnTo>
                    <a:pt x="94" y="836"/>
                  </a:lnTo>
                  <a:lnTo>
                    <a:pt x="86" y="834"/>
                  </a:lnTo>
                  <a:lnTo>
                    <a:pt x="78" y="830"/>
                  </a:lnTo>
                  <a:lnTo>
                    <a:pt x="62" y="822"/>
                  </a:lnTo>
                  <a:lnTo>
                    <a:pt x="45" y="811"/>
                  </a:lnTo>
                  <a:lnTo>
                    <a:pt x="33" y="803"/>
                  </a:lnTo>
                  <a:lnTo>
                    <a:pt x="24" y="796"/>
                  </a:lnTo>
                  <a:lnTo>
                    <a:pt x="16" y="789"/>
                  </a:lnTo>
                  <a:lnTo>
                    <a:pt x="10" y="782"/>
                  </a:lnTo>
                  <a:lnTo>
                    <a:pt x="5" y="775"/>
                  </a:lnTo>
                  <a:lnTo>
                    <a:pt x="2" y="768"/>
                  </a:lnTo>
                  <a:lnTo>
                    <a:pt x="0" y="762"/>
                  </a:lnTo>
                  <a:lnTo>
                    <a:pt x="0" y="756"/>
                  </a:lnTo>
                  <a:lnTo>
                    <a:pt x="0" y="752"/>
                  </a:lnTo>
                  <a:lnTo>
                    <a:pt x="2" y="748"/>
                  </a:lnTo>
                  <a:lnTo>
                    <a:pt x="5" y="744"/>
                  </a:lnTo>
                  <a:lnTo>
                    <a:pt x="8" y="740"/>
                  </a:lnTo>
                  <a:lnTo>
                    <a:pt x="13" y="736"/>
                  </a:lnTo>
                  <a:lnTo>
                    <a:pt x="18" y="733"/>
                  </a:lnTo>
                  <a:lnTo>
                    <a:pt x="24" y="729"/>
                  </a:lnTo>
                  <a:lnTo>
                    <a:pt x="31" y="726"/>
                  </a:lnTo>
                  <a:lnTo>
                    <a:pt x="62" y="713"/>
                  </a:lnTo>
                  <a:lnTo>
                    <a:pt x="94" y="701"/>
                  </a:lnTo>
                  <a:lnTo>
                    <a:pt x="129" y="691"/>
                  </a:lnTo>
                  <a:lnTo>
                    <a:pt x="167" y="681"/>
                  </a:lnTo>
                  <a:lnTo>
                    <a:pt x="208" y="672"/>
                  </a:lnTo>
                  <a:lnTo>
                    <a:pt x="251" y="663"/>
                  </a:lnTo>
                  <a:lnTo>
                    <a:pt x="295" y="656"/>
                  </a:lnTo>
                  <a:lnTo>
                    <a:pt x="343" y="649"/>
                  </a:lnTo>
                  <a:lnTo>
                    <a:pt x="347" y="649"/>
                  </a:lnTo>
                  <a:lnTo>
                    <a:pt x="348" y="645"/>
                  </a:lnTo>
                  <a:lnTo>
                    <a:pt x="364" y="577"/>
                  </a:lnTo>
                  <a:lnTo>
                    <a:pt x="383" y="503"/>
                  </a:lnTo>
                  <a:lnTo>
                    <a:pt x="393" y="465"/>
                  </a:lnTo>
                  <a:lnTo>
                    <a:pt x="406" y="428"/>
                  </a:lnTo>
                  <a:lnTo>
                    <a:pt x="418" y="389"/>
                  </a:lnTo>
                  <a:lnTo>
                    <a:pt x="431" y="350"/>
                  </a:lnTo>
                  <a:lnTo>
                    <a:pt x="445" y="311"/>
                  </a:lnTo>
                  <a:lnTo>
                    <a:pt x="462" y="272"/>
                  </a:lnTo>
                  <a:lnTo>
                    <a:pt x="478" y="235"/>
                  </a:lnTo>
                  <a:lnTo>
                    <a:pt x="495" y="198"/>
                  </a:lnTo>
                  <a:lnTo>
                    <a:pt x="514" y="162"/>
                  </a:lnTo>
                  <a:lnTo>
                    <a:pt x="533" y="126"/>
                  </a:lnTo>
                  <a:lnTo>
                    <a:pt x="555" y="93"/>
                  </a:lnTo>
                  <a:lnTo>
                    <a:pt x="576" y="61"/>
                  </a:lnTo>
                  <a:lnTo>
                    <a:pt x="588" y="47"/>
                  </a:lnTo>
                  <a:lnTo>
                    <a:pt x="599" y="34"/>
                  </a:lnTo>
                  <a:lnTo>
                    <a:pt x="613" y="23"/>
                  </a:lnTo>
                  <a:lnTo>
                    <a:pt x="626" y="15"/>
                  </a:lnTo>
                  <a:lnTo>
                    <a:pt x="639" y="8"/>
                  </a:lnTo>
                  <a:lnTo>
                    <a:pt x="653" y="3"/>
                  </a:lnTo>
                  <a:lnTo>
                    <a:pt x="669" y="1"/>
                  </a:lnTo>
                  <a:lnTo>
                    <a:pt x="684" y="0"/>
                  </a:lnTo>
                  <a:lnTo>
                    <a:pt x="695" y="0"/>
                  </a:lnTo>
                  <a:lnTo>
                    <a:pt x="708" y="2"/>
                  </a:lnTo>
                  <a:lnTo>
                    <a:pt x="719" y="4"/>
                  </a:lnTo>
                  <a:lnTo>
                    <a:pt x="732" y="7"/>
                  </a:lnTo>
                  <a:lnTo>
                    <a:pt x="744" y="11"/>
                  </a:lnTo>
                  <a:lnTo>
                    <a:pt x="757" y="16"/>
                  </a:lnTo>
                  <a:lnTo>
                    <a:pt x="771" y="22"/>
                  </a:lnTo>
                  <a:lnTo>
                    <a:pt x="785" y="29"/>
                  </a:lnTo>
                  <a:lnTo>
                    <a:pt x="799" y="37"/>
                  </a:lnTo>
                  <a:lnTo>
                    <a:pt x="813" y="47"/>
                  </a:lnTo>
                  <a:lnTo>
                    <a:pt x="825" y="58"/>
                  </a:lnTo>
                  <a:lnTo>
                    <a:pt x="835" y="70"/>
                  </a:lnTo>
                  <a:lnTo>
                    <a:pt x="844" y="83"/>
                  </a:lnTo>
                  <a:lnTo>
                    <a:pt x="852" y="97"/>
                  </a:lnTo>
                  <a:lnTo>
                    <a:pt x="858" y="111"/>
                  </a:lnTo>
                  <a:lnTo>
                    <a:pt x="863" y="126"/>
                  </a:lnTo>
                  <a:lnTo>
                    <a:pt x="865" y="138"/>
                  </a:lnTo>
                  <a:lnTo>
                    <a:pt x="866" y="149"/>
                  </a:lnTo>
                  <a:lnTo>
                    <a:pt x="866" y="159"/>
                  </a:lnTo>
                  <a:lnTo>
                    <a:pt x="865" y="169"/>
                  </a:lnTo>
                  <a:lnTo>
                    <a:pt x="864" y="180"/>
                  </a:lnTo>
                  <a:lnTo>
                    <a:pt x="861" y="188"/>
                  </a:lnTo>
                  <a:lnTo>
                    <a:pt x="856" y="196"/>
                  </a:lnTo>
                  <a:lnTo>
                    <a:pt x="852" y="204"/>
                  </a:lnTo>
                  <a:lnTo>
                    <a:pt x="844" y="213"/>
                  </a:lnTo>
                  <a:lnTo>
                    <a:pt x="836" y="219"/>
                  </a:lnTo>
                  <a:lnTo>
                    <a:pt x="832" y="222"/>
                  </a:lnTo>
                  <a:lnTo>
                    <a:pt x="828" y="223"/>
                  </a:lnTo>
                  <a:lnTo>
                    <a:pt x="824" y="224"/>
                  </a:lnTo>
                  <a:lnTo>
                    <a:pt x="820" y="226"/>
                  </a:lnTo>
                  <a:lnTo>
                    <a:pt x="817" y="224"/>
                  </a:lnTo>
                  <a:lnTo>
                    <a:pt x="813" y="223"/>
                  </a:lnTo>
                  <a:lnTo>
                    <a:pt x="810" y="222"/>
                  </a:lnTo>
                  <a:lnTo>
                    <a:pt x="807" y="220"/>
                  </a:lnTo>
                  <a:lnTo>
                    <a:pt x="802" y="215"/>
                  </a:lnTo>
                  <a:lnTo>
                    <a:pt x="799" y="209"/>
                  </a:lnTo>
                  <a:lnTo>
                    <a:pt x="792" y="195"/>
                  </a:lnTo>
                  <a:lnTo>
                    <a:pt x="785" y="184"/>
                  </a:lnTo>
                  <a:lnTo>
                    <a:pt x="778" y="172"/>
                  </a:lnTo>
                  <a:lnTo>
                    <a:pt x="770" y="164"/>
                  </a:lnTo>
                  <a:lnTo>
                    <a:pt x="761" y="158"/>
                  </a:lnTo>
                  <a:lnTo>
                    <a:pt x="751" y="153"/>
                  </a:lnTo>
                  <a:lnTo>
                    <a:pt x="741" y="150"/>
                  </a:lnTo>
                  <a:lnTo>
                    <a:pt x="731" y="149"/>
                  </a:lnTo>
                  <a:lnTo>
                    <a:pt x="728" y="149"/>
                  </a:lnTo>
                  <a:lnTo>
                    <a:pt x="725" y="150"/>
                  </a:lnTo>
                  <a:lnTo>
                    <a:pt x="715" y="152"/>
                  </a:lnTo>
                  <a:lnTo>
                    <a:pt x="705" y="155"/>
                  </a:lnTo>
                  <a:lnTo>
                    <a:pt x="697" y="160"/>
                  </a:lnTo>
                  <a:lnTo>
                    <a:pt x="689" y="166"/>
                  </a:lnTo>
                  <a:lnTo>
                    <a:pt x="682" y="174"/>
                  </a:lnTo>
                  <a:lnTo>
                    <a:pt x="675" y="185"/>
                  </a:lnTo>
                  <a:lnTo>
                    <a:pt x="668" y="196"/>
                  </a:lnTo>
                  <a:lnTo>
                    <a:pt x="660" y="210"/>
                  </a:lnTo>
                  <a:lnTo>
                    <a:pt x="650" y="229"/>
                  </a:lnTo>
                  <a:lnTo>
                    <a:pt x="640" y="249"/>
                  </a:lnTo>
                  <a:lnTo>
                    <a:pt x="630" y="270"/>
                  </a:lnTo>
                  <a:lnTo>
                    <a:pt x="621" y="292"/>
                  </a:lnTo>
                  <a:lnTo>
                    <a:pt x="601" y="339"/>
                  </a:lnTo>
                  <a:lnTo>
                    <a:pt x="583" y="390"/>
                  </a:lnTo>
                  <a:lnTo>
                    <a:pt x="565" y="444"/>
                  </a:lnTo>
                  <a:lnTo>
                    <a:pt x="547" y="502"/>
                  </a:lnTo>
                  <a:lnTo>
                    <a:pt x="530" y="562"/>
                  </a:lnTo>
                  <a:lnTo>
                    <a:pt x="514" y="627"/>
                  </a:lnTo>
                  <a:lnTo>
                    <a:pt x="512" y="634"/>
                  </a:lnTo>
                  <a:lnTo>
                    <a:pt x="520" y="634"/>
                  </a:lnTo>
                  <a:lnTo>
                    <a:pt x="551" y="632"/>
                  </a:lnTo>
                  <a:lnTo>
                    <a:pt x="584" y="630"/>
                  </a:lnTo>
                  <a:lnTo>
                    <a:pt x="618" y="629"/>
                  </a:lnTo>
                  <a:lnTo>
                    <a:pt x="652" y="628"/>
                  </a:lnTo>
                  <a:lnTo>
                    <a:pt x="688" y="627"/>
                  </a:lnTo>
                  <a:lnTo>
                    <a:pt x="724" y="627"/>
                  </a:lnTo>
                  <a:lnTo>
                    <a:pt x="761" y="626"/>
                  </a:lnTo>
                  <a:lnTo>
                    <a:pt x="798" y="626"/>
                  </a:lnTo>
                  <a:lnTo>
                    <a:pt x="821" y="626"/>
                  </a:lnTo>
                  <a:lnTo>
                    <a:pt x="843" y="626"/>
                  </a:lnTo>
                  <a:lnTo>
                    <a:pt x="867" y="627"/>
                  </a:lnTo>
                  <a:lnTo>
                    <a:pt x="889" y="627"/>
                  </a:lnTo>
                  <a:lnTo>
                    <a:pt x="892" y="627"/>
                  </a:lnTo>
                  <a:lnTo>
                    <a:pt x="893" y="625"/>
                  </a:lnTo>
                  <a:lnTo>
                    <a:pt x="909" y="610"/>
                  </a:lnTo>
                  <a:lnTo>
                    <a:pt x="926" y="598"/>
                  </a:lnTo>
                  <a:lnTo>
                    <a:pt x="943" y="587"/>
                  </a:lnTo>
                  <a:lnTo>
                    <a:pt x="961" y="578"/>
                  </a:lnTo>
                  <a:lnTo>
                    <a:pt x="980" y="570"/>
                  </a:lnTo>
                  <a:lnTo>
                    <a:pt x="998" y="565"/>
                  </a:lnTo>
                  <a:lnTo>
                    <a:pt x="1007" y="563"/>
                  </a:lnTo>
                  <a:lnTo>
                    <a:pt x="1018" y="562"/>
                  </a:lnTo>
                  <a:lnTo>
                    <a:pt x="1027" y="561"/>
                  </a:lnTo>
                  <a:lnTo>
                    <a:pt x="1036" y="561"/>
                  </a:lnTo>
                  <a:lnTo>
                    <a:pt x="1095" y="622"/>
                  </a:lnTo>
                  <a:lnTo>
                    <a:pt x="1056" y="68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40" name="Freeform 45"/>
            <p:cNvSpPr>
              <a:spLocks/>
            </p:cNvSpPr>
            <p:nvPr userDrawn="1"/>
          </p:nvSpPr>
          <p:spPr bwMode="gray">
            <a:xfrm>
              <a:off x="6462" y="602"/>
              <a:ext cx="36" cy="42"/>
            </a:xfrm>
            <a:custGeom>
              <a:avLst/>
              <a:gdLst>
                <a:gd name="T0" fmla="*/ 212 w 427"/>
                <a:gd name="T1" fmla="*/ 377 h 496"/>
                <a:gd name="T2" fmla="*/ 201 w 427"/>
                <a:gd name="T3" fmla="*/ 371 h 496"/>
                <a:gd name="T4" fmla="*/ 196 w 427"/>
                <a:gd name="T5" fmla="*/ 364 h 496"/>
                <a:gd name="T6" fmla="*/ 193 w 427"/>
                <a:gd name="T7" fmla="*/ 355 h 496"/>
                <a:gd name="T8" fmla="*/ 192 w 427"/>
                <a:gd name="T9" fmla="*/ 345 h 496"/>
                <a:gd name="T10" fmla="*/ 193 w 427"/>
                <a:gd name="T11" fmla="*/ 333 h 496"/>
                <a:gd name="T12" fmla="*/ 199 w 427"/>
                <a:gd name="T13" fmla="*/ 315 h 496"/>
                <a:gd name="T14" fmla="*/ 213 w 427"/>
                <a:gd name="T15" fmla="*/ 286 h 496"/>
                <a:gd name="T16" fmla="*/ 235 w 427"/>
                <a:gd name="T17" fmla="*/ 250 h 496"/>
                <a:gd name="T18" fmla="*/ 260 w 427"/>
                <a:gd name="T19" fmla="*/ 212 h 496"/>
                <a:gd name="T20" fmla="*/ 289 w 427"/>
                <a:gd name="T21" fmla="*/ 174 h 496"/>
                <a:gd name="T22" fmla="*/ 318 w 427"/>
                <a:gd name="T23" fmla="*/ 142 h 496"/>
                <a:gd name="T24" fmla="*/ 346 w 427"/>
                <a:gd name="T25" fmla="*/ 116 h 496"/>
                <a:gd name="T26" fmla="*/ 365 w 427"/>
                <a:gd name="T27" fmla="*/ 104 h 496"/>
                <a:gd name="T28" fmla="*/ 377 w 427"/>
                <a:gd name="T29" fmla="*/ 101 h 496"/>
                <a:gd name="T30" fmla="*/ 427 w 427"/>
                <a:gd name="T31" fmla="*/ 50 h 496"/>
                <a:gd name="T32" fmla="*/ 359 w 427"/>
                <a:gd name="T33" fmla="*/ 1 h 496"/>
                <a:gd name="T34" fmla="*/ 331 w 427"/>
                <a:gd name="T35" fmla="*/ 6 h 496"/>
                <a:gd name="T36" fmla="*/ 301 w 427"/>
                <a:gd name="T37" fmla="*/ 17 h 496"/>
                <a:gd name="T38" fmla="*/ 272 w 427"/>
                <a:gd name="T39" fmla="*/ 31 h 496"/>
                <a:gd name="T40" fmla="*/ 241 w 427"/>
                <a:gd name="T41" fmla="*/ 50 h 496"/>
                <a:gd name="T42" fmla="*/ 210 w 427"/>
                <a:gd name="T43" fmla="*/ 72 h 496"/>
                <a:gd name="T44" fmla="*/ 167 w 427"/>
                <a:gd name="T45" fmla="*/ 109 h 496"/>
                <a:gd name="T46" fmla="*/ 112 w 427"/>
                <a:gd name="T47" fmla="*/ 165 h 496"/>
                <a:gd name="T48" fmla="*/ 66 w 427"/>
                <a:gd name="T49" fmla="*/ 222 h 496"/>
                <a:gd name="T50" fmla="*/ 37 w 427"/>
                <a:gd name="T51" fmla="*/ 264 h 496"/>
                <a:gd name="T52" fmla="*/ 22 w 427"/>
                <a:gd name="T53" fmla="*/ 291 h 496"/>
                <a:gd name="T54" fmla="*/ 10 w 427"/>
                <a:gd name="T55" fmla="*/ 315 h 496"/>
                <a:gd name="T56" fmla="*/ 3 w 427"/>
                <a:gd name="T57" fmla="*/ 337 h 496"/>
                <a:gd name="T58" fmla="*/ 0 w 427"/>
                <a:gd name="T59" fmla="*/ 356 h 496"/>
                <a:gd name="T60" fmla="*/ 1 w 427"/>
                <a:gd name="T61" fmla="*/ 374 h 496"/>
                <a:gd name="T62" fmla="*/ 7 w 427"/>
                <a:gd name="T63" fmla="*/ 394 h 496"/>
                <a:gd name="T64" fmla="*/ 19 w 427"/>
                <a:gd name="T65" fmla="*/ 412 h 496"/>
                <a:gd name="T66" fmla="*/ 33 w 427"/>
                <a:gd name="T67" fmla="*/ 429 h 496"/>
                <a:gd name="T68" fmla="*/ 51 w 427"/>
                <a:gd name="T69" fmla="*/ 445 h 496"/>
                <a:gd name="T70" fmla="*/ 72 w 427"/>
                <a:gd name="T71" fmla="*/ 459 h 496"/>
                <a:gd name="T72" fmla="*/ 94 w 427"/>
                <a:gd name="T73" fmla="*/ 471 h 496"/>
                <a:gd name="T74" fmla="*/ 119 w 427"/>
                <a:gd name="T75" fmla="*/ 482 h 496"/>
                <a:gd name="T76" fmla="*/ 144 w 427"/>
                <a:gd name="T77" fmla="*/ 490 h 496"/>
                <a:gd name="T78" fmla="*/ 169 w 427"/>
                <a:gd name="T79" fmla="*/ 494 h 496"/>
                <a:gd name="T80" fmla="*/ 193 w 427"/>
                <a:gd name="T81" fmla="*/ 496 h 496"/>
                <a:gd name="T82" fmla="*/ 262 w 427"/>
                <a:gd name="T83" fmla="*/ 437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427" h="496">
                  <a:moveTo>
                    <a:pt x="222" y="377"/>
                  </a:moveTo>
                  <a:lnTo>
                    <a:pt x="212" y="377"/>
                  </a:lnTo>
                  <a:lnTo>
                    <a:pt x="206" y="374"/>
                  </a:lnTo>
                  <a:lnTo>
                    <a:pt x="201" y="371"/>
                  </a:lnTo>
                  <a:lnTo>
                    <a:pt x="198" y="367"/>
                  </a:lnTo>
                  <a:lnTo>
                    <a:pt x="196" y="364"/>
                  </a:lnTo>
                  <a:lnTo>
                    <a:pt x="194" y="359"/>
                  </a:lnTo>
                  <a:lnTo>
                    <a:pt x="193" y="355"/>
                  </a:lnTo>
                  <a:lnTo>
                    <a:pt x="192" y="350"/>
                  </a:lnTo>
                  <a:lnTo>
                    <a:pt x="192" y="345"/>
                  </a:lnTo>
                  <a:lnTo>
                    <a:pt x="192" y="339"/>
                  </a:lnTo>
                  <a:lnTo>
                    <a:pt x="193" y="333"/>
                  </a:lnTo>
                  <a:lnTo>
                    <a:pt x="195" y="326"/>
                  </a:lnTo>
                  <a:lnTo>
                    <a:pt x="199" y="315"/>
                  </a:lnTo>
                  <a:lnTo>
                    <a:pt x="205" y="302"/>
                  </a:lnTo>
                  <a:lnTo>
                    <a:pt x="213" y="286"/>
                  </a:lnTo>
                  <a:lnTo>
                    <a:pt x="224" y="268"/>
                  </a:lnTo>
                  <a:lnTo>
                    <a:pt x="235" y="250"/>
                  </a:lnTo>
                  <a:lnTo>
                    <a:pt x="247" y="231"/>
                  </a:lnTo>
                  <a:lnTo>
                    <a:pt x="260" y="212"/>
                  </a:lnTo>
                  <a:lnTo>
                    <a:pt x="275" y="193"/>
                  </a:lnTo>
                  <a:lnTo>
                    <a:pt x="289" y="174"/>
                  </a:lnTo>
                  <a:lnTo>
                    <a:pt x="303" y="157"/>
                  </a:lnTo>
                  <a:lnTo>
                    <a:pt x="318" y="142"/>
                  </a:lnTo>
                  <a:lnTo>
                    <a:pt x="333" y="127"/>
                  </a:lnTo>
                  <a:lnTo>
                    <a:pt x="346" y="116"/>
                  </a:lnTo>
                  <a:lnTo>
                    <a:pt x="359" y="107"/>
                  </a:lnTo>
                  <a:lnTo>
                    <a:pt x="365" y="104"/>
                  </a:lnTo>
                  <a:lnTo>
                    <a:pt x="372" y="102"/>
                  </a:lnTo>
                  <a:lnTo>
                    <a:pt x="377" y="101"/>
                  </a:lnTo>
                  <a:lnTo>
                    <a:pt x="383" y="100"/>
                  </a:lnTo>
                  <a:lnTo>
                    <a:pt x="427" y="50"/>
                  </a:lnTo>
                  <a:lnTo>
                    <a:pt x="373" y="0"/>
                  </a:lnTo>
                  <a:lnTo>
                    <a:pt x="359" y="1"/>
                  </a:lnTo>
                  <a:lnTo>
                    <a:pt x="345" y="3"/>
                  </a:lnTo>
                  <a:lnTo>
                    <a:pt x="331" y="6"/>
                  </a:lnTo>
                  <a:lnTo>
                    <a:pt x="316" y="11"/>
                  </a:lnTo>
                  <a:lnTo>
                    <a:pt x="301" y="17"/>
                  </a:lnTo>
                  <a:lnTo>
                    <a:pt x="286" y="23"/>
                  </a:lnTo>
                  <a:lnTo>
                    <a:pt x="272" y="31"/>
                  </a:lnTo>
                  <a:lnTo>
                    <a:pt x="256" y="41"/>
                  </a:lnTo>
                  <a:lnTo>
                    <a:pt x="241" y="50"/>
                  </a:lnTo>
                  <a:lnTo>
                    <a:pt x="226" y="61"/>
                  </a:lnTo>
                  <a:lnTo>
                    <a:pt x="210" y="72"/>
                  </a:lnTo>
                  <a:lnTo>
                    <a:pt x="196" y="83"/>
                  </a:lnTo>
                  <a:lnTo>
                    <a:pt x="167" y="109"/>
                  </a:lnTo>
                  <a:lnTo>
                    <a:pt x="139" y="137"/>
                  </a:lnTo>
                  <a:lnTo>
                    <a:pt x="112" y="165"/>
                  </a:lnTo>
                  <a:lnTo>
                    <a:pt x="88" y="194"/>
                  </a:lnTo>
                  <a:lnTo>
                    <a:pt x="66" y="222"/>
                  </a:lnTo>
                  <a:lnTo>
                    <a:pt x="45" y="251"/>
                  </a:lnTo>
                  <a:lnTo>
                    <a:pt x="37" y="264"/>
                  </a:lnTo>
                  <a:lnTo>
                    <a:pt x="29" y="278"/>
                  </a:lnTo>
                  <a:lnTo>
                    <a:pt x="22" y="291"/>
                  </a:lnTo>
                  <a:lnTo>
                    <a:pt x="16" y="303"/>
                  </a:lnTo>
                  <a:lnTo>
                    <a:pt x="10" y="315"/>
                  </a:lnTo>
                  <a:lnTo>
                    <a:pt x="6" y="326"/>
                  </a:lnTo>
                  <a:lnTo>
                    <a:pt x="3" y="337"/>
                  </a:lnTo>
                  <a:lnTo>
                    <a:pt x="1" y="346"/>
                  </a:lnTo>
                  <a:lnTo>
                    <a:pt x="0" y="356"/>
                  </a:lnTo>
                  <a:lnTo>
                    <a:pt x="0" y="365"/>
                  </a:lnTo>
                  <a:lnTo>
                    <a:pt x="1" y="374"/>
                  </a:lnTo>
                  <a:lnTo>
                    <a:pt x="4" y="385"/>
                  </a:lnTo>
                  <a:lnTo>
                    <a:pt x="7" y="394"/>
                  </a:lnTo>
                  <a:lnTo>
                    <a:pt x="13" y="403"/>
                  </a:lnTo>
                  <a:lnTo>
                    <a:pt x="19" y="412"/>
                  </a:lnTo>
                  <a:lnTo>
                    <a:pt x="26" y="420"/>
                  </a:lnTo>
                  <a:lnTo>
                    <a:pt x="33" y="429"/>
                  </a:lnTo>
                  <a:lnTo>
                    <a:pt x="42" y="437"/>
                  </a:lnTo>
                  <a:lnTo>
                    <a:pt x="51" y="445"/>
                  </a:lnTo>
                  <a:lnTo>
                    <a:pt x="61" y="452"/>
                  </a:lnTo>
                  <a:lnTo>
                    <a:pt x="72" y="459"/>
                  </a:lnTo>
                  <a:lnTo>
                    <a:pt x="83" y="465"/>
                  </a:lnTo>
                  <a:lnTo>
                    <a:pt x="94" y="471"/>
                  </a:lnTo>
                  <a:lnTo>
                    <a:pt x="106" y="476"/>
                  </a:lnTo>
                  <a:lnTo>
                    <a:pt x="119" y="482"/>
                  </a:lnTo>
                  <a:lnTo>
                    <a:pt x="131" y="486"/>
                  </a:lnTo>
                  <a:lnTo>
                    <a:pt x="144" y="490"/>
                  </a:lnTo>
                  <a:lnTo>
                    <a:pt x="156" y="492"/>
                  </a:lnTo>
                  <a:lnTo>
                    <a:pt x="169" y="494"/>
                  </a:lnTo>
                  <a:lnTo>
                    <a:pt x="181" y="496"/>
                  </a:lnTo>
                  <a:lnTo>
                    <a:pt x="193" y="496"/>
                  </a:lnTo>
                  <a:lnTo>
                    <a:pt x="204" y="496"/>
                  </a:lnTo>
                  <a:lnTo>
                    <a:pt x="262" y="437"/>
                  </a:lnTo>
                  <a:lnTo>
                    <a:pt x="222" y="37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41" name="Freeform 46"/>
            <p:cNvSpPr>
              <a:spLocks/>
            </p:cNvSpPr>
            <p:nvPr userDrawn="1"/>
          </p:nvSpPr>
          <p:spPr bwMode="gray">
            <a:xfrm>
              <a:off x="7208" y="606"/>
              <a:ext cx="34" cy="28"/>
            </a:xfrm>
            <a:custGeom>
              <a:avLst/>
              <a:gdLst>
                <a:gd name="T0" fmla="*/ 217 w 410"/>
                <a:gd name="T1" fmla="*/ 96 h 335"/>
                <a:gd name="T2" fmla="*/ 233 w 410"/>
                <a:gd name="T3" fmla="*/ 100 h 335"/>
                <a:gd name="T4" fmla="*/ 248 w 410"/>
                <a:gd name="T5" fmla="*/ 107 h 335"/>
                <a:gd name="T6" fmla="*/ 258 w 410"/>
                <a:gd name="T7" fmla="*/ 117 h 335"/>
                <a:gd name="T8" fmla="*/ 264 w 410"/>
                <a:gd name="T9" fmla="*/ 129 h 335"/>
                <a:gd name="T10" fmla="*/ 265 w 410"/>
                <a:gd name="T11" fmla="*/ 141 h 335"/>
                <a:gd name="T12" fmla="*/ 263 w 410"/>
                <a:gd name="T13" fmla="*/ 155 h 335"/>
                <a:gd name="T14" fmla="*/ 256 w 410"/>
                <a:gd name="T15" fmla="*/ 169 h 335"/>
                <a:gd name="T16" fmla="*/ 245 w 410"/>
                <a:gd name="T17" fmla="*/ 183 h 335"/>
                <a:gd name="T18" fmla="*/ 227 w 410"/>
                <a:gd name="T19" fmla="*/ 199 h 335"/>
                <a:gd name="T20" fmla="*/ 208 w 410"/>
                <a:gd name="T21" fmla="*/ 211 h 335"/>
                <a:gd name="T22" fmla="*/ 185 w 410"/>
                <a:gd name="T23" fmla="*/ 221 h 335"/>
                <a:gd name="T24" fmla="*/ 151 w 410"/>
                <a:gd name="T25" fmla="*/ 233 h 335"/>
                <a:gd name="T26" fmla="*/ 107 w 410"/>
                <a:gd name="T27" fmla="*/ 245 h 335"/>
                <a:gd name="T28" fmla="*/ 81 w 410"/>
                <a:gd name="T29" fmla="*/ 249 h 335"/>
                <a:gd name="T30" fmla="*/ 112 w 410"/>
                <a:gd name="T31" fmla="*/ 335 h 335"/>
                <a:gd name="T32" fmla="*/ 144 w 410"/>
                <a:gd name="T33" fmla="*/ 331 h 335"/>
                <a:gd name="T34" fmla="*/ 189 w 410"/>
                <a:gd name="T35" fmla="*/ 321 h 335"/>
                <a:gd name="T36" fmla="*/ 232 w 410"/>
                <a:gd name="T37" fmla="*/ 308 h 335"/>
                <a:gd name="T38" fmla="*/ 275 w 410"/>
                <a:gd name="T39" fmla="*/ 292 h 335"/>
                <a:gd name="T40" fmla="*/ 315 w 410"/>
                <a:gd name="T41" fmla="*/ 273 h 335"/>
                <a:gd name="T42" fmla="*/ 349 w 410"/>
                <a:gd name="T43" fmla="*/ 253 h 335"/>
                <a:gd name="T44" fmla="*/ 376 w 410"/>
                <a:gd name="T45" fmla="*/ 232 h 335"/>
                <a:gd name="T46" fmla="*/ 395 w 410"/>
                <a:gd name="T47" fmla="*/ 212 h 335"/>
                <a:gd name="T48" fmla="*/ 404 w 410"/>
                <a:gd name="T49" fmla="*/ 194 h 335"/>
                <a:gd name="T50" fmla="*/ 408 w 410"/>
                <a:gd name="T51" fmla="*/ 177 h 335"/>
                <a:gd name="T52" fmla="*/ 410 w 410"/>
                <a:gd name="T53" fmla="*/ 162 h 335"/>
                <a:gd name="T54" fmla="*/ 409 w 410"/>
                <a:gd name="T55" fmla="*/ 147 h 335"/>
                <a:gd name="T56" fmla="*/ 405 w 410"/>
                <a:gd name="T57" fmla="*/ 126 h 335"/>
                <a:gd name="T58" fmla="*/ 395 w 410"/>
                <a:gd name="T59" fmla="*/ 103 h 335"/>
                <a:gd name="T60" fmla="*/ 381 w 410"/>
                <a:gd name="T61" fmla="*/ 83 h 335"/>
                <a:gd name="T62" fmla="*/ 365 w 410"/>
                <a:gd name="T63" fmla="*/ 64 h 335"/>
                <a:gd name="T64" fmla="*/ 346 w 410"/>
                <a:gd name="T65" fmla="*/ 48 h 335"/>
                <a:gd name="T66" fmla="*/ 323 w 410"/>
                <a:gd name="T67" fmla="*/ 32 h 335"/>
                <a:gd name="T68" fmla="*/ 301 w 410"/>
                <a:gd name="T69" fmla="*/ 20 h 335"/>
                <a:gd name="T70" fmla="*/ 276 w 410"/>
                <a:gd name="T71" fmla="*/ 11 h 335"/>
                <a:gd name="T72" fmla="*/ 251 w 410"/>
                <a:gd name="T73" fmla="*/ 4 h 335"/>
                <a:gd name="T74" fmla="*/ 225 w 410"/>
                <a:gd name="T75" fmla="*/ 1 h 335"/>
                <a:gd name="T76" fmla="*/ 162 w 410"/>
                <a:gd name="T77" fmla="*/ 56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410" h="335">
                  <a:moveTo>
                    <a:pt x="209" y="96"/>
                  </a:moveTo>
                  <a:lnTo>
                    <a:pt x="217" y="96"/>
                  </a:lnTo>
                  <a:lnTo>
                    <a:pt x="226" y="98"/>
                  </a:lnTo>
                  <a:lnTo>
                    <a:pt x="233" y="100"/>
                  </a:lnTo>
                  <a:lnTo>
                    <a:pt x="241" y="103"/>
                  </a:lnTo>
                  <a:lnTo>
                    <a:pt x="248" y="107"/>
                  </a:lnTo>
                  <a:lnTo>
                    <a:pt x="253" y="111"/>
                  </a:lnTo>
                  <a:lnTo>
                    <a:pt x="258" y="117"/>
                  </a:lnTo>
                  <a:lnTo>
                    <a:pt x="261" y="123"/>
                  </a:lnTo>
                  <a:lnTo>
                    <a:pt x="264" y="129"/>
                  </a:lnTo>
                  <a:lnTo>
                    <a:pt x="265" y="135"/>
                  </a:lnTo>
                  <a:lnTo>
                    <a:pt x="265" y="141"/>
                  </a:lnTo>
                  <a:lnTo>
                    <a:pt x="264" y="148"/>
                  </a:lnTo>
                  <a:lnTo>
                    <a:pt x="263" y="155"/>
                  </a:lnTo>
                  <a:lnTo>
                    <a:pt x="260" y="162"/>
                  </a:lnTo>
                  <a:lnTo>
                    <a:pt x="256" y="169"/>
                  </a:lnTo>
                  <a:lnTo>
                    <a:pt x="252" y="175"/>
                  </a:lnTo>
                  <a:lnTo>
                    <a:pt x="245" y="183"/>
                  </a:lnTo>
                  <a:lnTo>
                    <a:pt x="236" y="192"/>
                  </a:lnTo>
                  <a:lnTo>
                    <a:pt x="227" y="199"/>
                  </a:lnTo>
                  <a:lnTo>
                    <a:pt x="218" y="205"/>
                  </a:lnTo>
                  <a:lnTo>
                    <a:pt x="208" y="211"/>
                  </a:lnTo>
                  <a:lnTo>
                    <a:pt x="197" y="216"/>
                  </a:lnTo>
                  <a:lnTo>
                    <a:pt x="185" y="221"/>
                  </a:lnTo>
                  <a:lnTo>
                    <a:pt x="174" y="226"/>
                  </a:lnTo>
                  <a:lnTo>
                    <a:pt x="151" y="233"/>
                  </a:lnTo>
                  <a:lnTo>
                    <a:pt x="128" y="239"/>
                  </a:lnTo>
                  <a:lnTo>
                    <a:pt x="107" y="245"/>
                  </a:lnTo>
                  <a:lnTo>
                    <a:pt x="88" y="248"/>
                  </a:lnTo>
                  <a:lnTo>
                    <a:pt x="81" y="249"/>
                  </a:lnTo>
                  <a:lnTo>
                    <a:pt x="0" y="328"/>
                  </a:lnTo>
                  <a:lnTo>
                    <a:pt x="112" y="335"/>
                  </a:lnTo>
                  <a:lnTo>
                    <a:pt x="121" y="334"/>
                  </a:lnTo>
                  <a:lnTo>
                    <a:pt x="144" y="331"/>
                  </a:lnTo>
                  <a:lnTo>
                    <a:pt x="165" y="326"/>
                  </a:lnTo>
                  <a:lnTo>
                    <a:pt x="189" y="321"/>
                  </a:lnTo>
                  <a:lnTo>
                    <a:pt x="211" y="315"/>
                  </a:lnTo>
                  <a:lnTo>
                    <a:pt x="232" y="308"/>
                  </a:lnTo>
                  <a:lnTo>
                    <a:pt x="255" y="300"/>
                  </a:lnTo>
                  <a:lnTo>
                    <a:pt x="275" y="292"/>
                  </a:lnTo>
                  <a:lnTo>
                    <a:pt x="296" y="282"/>
                  </a:lnTo>
                  <a:lnTo>
                    <a:pt x="315" y="273"/>
                  </a:lnTo>
                  <a:lnTo>
                    <a:pt x="332" y="263"/>
                  </a:lnTo>
                  <a:lnTo>
                    <a:pt x="349" y="253"/>
                  </a:lnTo>
                  <a:lnTo>
                    <a:pt x="363" y="243"/>
                  </a:lnTo>
                  <a:lnTo>
                    <a:pt x="376" y="232"/>
                  </a:lnTo>
                  <a:lnTo>
                    <a:pt x="386" y="222"/>
                  </a:lnTo>
                  <a:lnTo>
                    <a:pt x="395" y="212"/>
                  </a:lnTo>
                  <a:lnTo>
                    <a:pt x="400" y="203"/>
                  </a:lnTo>
                  <a:lnTo>
                    <a:pt x="404" y="194"/>
                  </a:lnTo>
                  <a:lnTo>
                    <a:pt x="406" y="185"/>
                  </a:lnTo>
                  <a:lnTo>
                    <a:pt x="408" y="177"/>
                  </a:lnTo>
                  <a:lnTo>
                    <a:pt x="409" y="169"/>
                  </a:lnTo>
                  <a:lnTo>
                    <a:pt x="410" y="162"/>
                  </a:lnTo>
                  <a:lnTo>
                    <a:pt x="409" y="154"/>
                  </a:lnTo>
                  <a:lnTo>
                    <a:pt x="409" y="147"/>
                  </a:lnTo>
                  <a:lnTo>
                    <a:pt x="408" y="139"/>
                  </a:lnTo>
                  <a:lnTo>
                    <a:pt x="405" y="126"/>
                  </a:lnTo>
                  <a:lnTo>
                    <a:pt x="400" y="114"/>
                  </a:lnTo>
                  <a:lnTo>
                    <a:pt x="395" y="103"/>
                  </a:lnTo>
                  <a:lnTo>
                    <a:pt x="388" y="93"/>
                  </a:lnTo>
                  <a:lnTo>
                    <a:pt x="381" y="83"/>
                  </a:lnTo>
                  <a:lnTo>
                    <a:pt x="373" y="73"/>
                  </a:lnTo>
                  <a:lnTo>
                    <a:pt x="365" y="64"/>
                  </a:lnTo>
                  <a:lnTo>
                    <a:pt x="355" y="56"/>
                  </a:lnTo>
                  <a:lnTo>
                    <a:pt x="346" y="48"/>
                  </a:lnTo>
                  <a:lnTo>
                    <a:pt x="334" y="39"/>
                  </a:lnTo>
                  <a:lnTo>
                    <a:pt x="323" y="32"/>
                  </a:lnTo>
                  <a:lnTo>
                    <a:pt x="312" y="26"/>
                  </a:lnTo>
                  <a:lnTo>
                    <a:pt x="301" y="20"/>
                  </a:lnTo>
                  <a:lnTo>
                    <a:pt x="288" y="15"/>
                  </a:lnTo>
                  <a:lnTo>
                    <a:pt x="276" y="11"/>
                  </a:lnTo>
                  <a:lnTo>
                    <a:pt x="263" y="7"/>
                  </a:lnTo>
                  <a:lnTo>
                    <a:pt x="251" y="4"/>
                  </a:lnTo>
                  <a:lnTo>
                    <a:pt x="239" y="2"/>
                  </a:lnTo>
                  <a:lnTo>
                    <a:pt x="225" y="1"/>
                  </a:lnTo>
                  <a:lnTo>
                    <a:pt x="213" y="0"/>
                  </a:lnTo>
                  <a:lnTo>
                    <a:pt x="162" y="56"/>
                  </a:lnTo>
                  <a:lnTo>
                    <a:pt x="209" y="9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42" name="Freeform 47"/>
            <p:cNvSpPr>
              <a:spLocks/>
            </p:cNvSpPr>
            <p:nvPr userDrawn="1"/>
          </p:nvSpPr>
          <p:spPr bwMode="gray">
            <a:xfrm>
              <a:off x="7156" y="565"/>
              <a:ext cx="109" cy="121"/>
            </a:xfrm>
            <a:custGeom>
              <a:avLst/>
              <a:gdLst>
                <a:gd name="T0" fmla="*/ 802 w 1307"/>
                <a:gd name="T1" fmla="*/ 593 h 1456"/>
                <a:gd name="T2" fmla="*/ 746 w 1307"/>
                <a:gd name="T3" fmla="*/ 629 h 1456"/>
                <a:gd name="T4" fmla="*/ 713 w 1307"/>
                <a:gd name="T5" fmla="*/ 692 h 1456"/>
                <a:gd name="T6" fmla="*/ 748 w 1307"/>
                <a:gd name="T7" fmla="*/ 832 h 1456"/>
                <a:gd name="T8" fmla="*/ 838 w 1307"/>
                <a:gd name="T9" fmla="*/ 916 h 1456"/>
                <a:gd name="T10" fmla="*/ 970 w 1307"/>
                <a:gd name="T11" fmla="*/ 963 h 1456"/>
                <a:gd name="T12" fmla="*/ 1127 w 1307"/>
                <a:gd name="T13" fmla="*/ 971 h 1456"/>
                <a:gd name="T14" fmla="*/ 1282 w 1307"/>
                <a:gd name="T15" fmla="*/ 944 h 1456"/>
                <a:gd name="T16" fmla="*/ 1306 w 1307"/>
                <a:gd name="T17" fmla="*/ 948 h 1456"/>
                <a:gd name="T18" fmla="*/ 1299 w 1307"/>
                <a:gd name="T19" fmla="*/ 972 h 1456"/>
                <a:gd name="T20" fmla="*/ 1255 w 1307"/>
                <a:gd name="T21" fmla="*/ 1007 h 1456"/>
                <a:gd name="T22" fmla="*/ 1166 w 1307"/>
                <a:gd name="T23" fmla="*/ 1042 h 1456"/>
                <a:gd name="T24" fmla="*/ 1051 w 1307"/>
                <a:gd name="T25" fmla="*/ 1057 h 1456"/>
                <a:gd name="T26" fmla="*/ 851 w 1307"/>
                <a:gd name="T27" fmla="*/ 1032 h 1456"/>
                <a:gd name="T28" fmla="*/ 687 w 1307"/>
                <a:gd name="T29" fmla="*/ 959 h 1456"/>
                <a:gd name="T30" fmla="*/ 585 w 1307"/>
                <a:gd name="T31" fmla="*/ 864 h 1456"/>
                <a:gd name="T32" fmla="*/ 547 w 1307"/>
                <a:gd name="T33" fmla="*/ 796 h 1456"/>
                <a:gd name="T34" fmla="*/ 533 w 1307"/>
                <a:gd name="T35" fmla="*/ 728 h 1456"/>
                <a:gd name="T36" fmla="*/ 471 w 1307"/>
                <a:gd name="T37" fmla="*/ 717 h 1456"/>
                <a:gd name="T38" fmla="*/ 295 w 1307"/>
                <a:gd name="T39" fmla="*/ 760 h 1456"/>
                <a:gd name="T40" fmla="*/ 263 w 1307"/>
                <a:gd name="T41" fmla="*/ 950 h 1456"/>
                <a:gd name="T42" fmla="*/ 242 w 1307"/>
                <a:gd name="T43" fmla="*/ 1207 h 1456"/>
                <a:gd name="T44" fmla="*/ 249 w 1307"/>
                <a:gd name="T45" fmla="*/ 1425 h 1456"/>
                <a:gd name="T46" fmla="*/ 235 w 1307"/>
                <a:gd name="T47" fmla="*/ 1455 h 1456"/>
                <a:gd name="T48" fmla="*/ 183 w 1307"/>
                <a:gd name="T49" fmla="*/ 1441 h 1456"/>
                <a:gd name="T50" fmla="*/ 132 w 1307"/>
                <a:gd name="T51" fmla="*/ 1388 h 1456"/>
                <a:gd name="T52" fmla="*/ 101 w 1307"/>
                <a:gd name="T53" fmla="*/ 1291 h 1456"/>
                <a:gd name="T54" fmla="*/ 98 w 1307"/>
                <a:gd name="T55" fmla="*/ 1045 h 1456"/>
                <a:gd name="T56" fmla="*/ 123 w 1307"/>
                <a:gd name="T57" fmla="*/ 785 h 1456"/>
                <a:gd name="T58" fmla="*/ 59 w 1307"/>
                <a:gd name="T59" fmla="*/ 774 h 1456"/>
                <a:gd name="T60" fmla="*/ 29 w 1307"/>
                <a:gd name="T61" fmla="*/ 747 h 1456"/>
                <a:gd name="T62" fmla="*/ 0 w 1307"/>
                <a:gd name="T63" fmla="*/ 679 h 1456"/>
                <a:gd name="T64" fmla="*/ 21 w 1307"/>
                <a:gd name="T65" fmla="*/ 654 h 1456"/>
                <a:gd name="T66" fmla="*/ 95 w 1307"/>
                <a:gd name="T67" fmla="*/ 659 h 1456"/>
                <a:gd name="T68" fmla="*/ 174 w 1307"/>
                <a:gd name="T69" fmla="*/ 563 h 1456"/>
                <a:gd name="T70" fmla="*/ 246 w 1307"/>
                <a:gd name="T71" fmla="*/ 312 h 1456"/>
                <a:gd name="T72" fmla="*/ 332 w 1307"/>
                <a:gd name="T73" fmla="*/ 113 h 1456"/>
                <a:gd name="T74" fmla="*/ 407 w 1307"/>
                <a:gd name="T75" fmla="*/ 15 h 1456"/>
                <a:gd name="T76" fmla="*/ 488 w 1307"/>
                <a:gd name="T77" fmla="*/ 3 h 1456"/>
                <a:gd name="T78" fmla="*/ 569 w 1307"/>
                <a:gd name="T79" fmla="*/ 39 h 1456"/>
                <a:gd name="T80" fmla="*/ 619 w 1307"/>
                <a:gd name="T81" fmla="*/ 95 h 1456"/>
                <a:gd name="T82" fmla="*/ 634 w 1307"/>
                <a:gd name="T83" fmla="*/ 156 h 1456"/>
                <a:gd name="T84" fmla="*/ 621 w 1307"/>
                <a:gd name="T85" fmla="*/ 200 h 1456"/>
                <a:gd name="T86" fmla="*/ 598 w 1307"/>
                <a:gd name="T87" fmla="*/ 214 h 1456"/>
                <a:gd name="T88" fmla="*/ 578 w 1307"/>
                <a:gd name="T89" fmla="*/ 195 h 1456"/>
                <a:gd name="T90" fmla="*/ 535 w 1307"/>
                <a:gd name="T91" fmla="*/ 146 h 1456"/>
                <a:gd name="T92" fmla="*/ 494 w 1307"/>
                <a:gd name="T93" fmla="*/ 149 h 1456"/>
                <a:gd name="T94" fmla="*/ 451 w 1307"/>
                <a:gd name="T95" fmla="*/ 206 h 1456"/>
                <a:gd name="T96" fmla="*/ 345 w 1307"/>
                <a:gd name="T97" fmla="*/ 519 h 1456"/>
                <a:gd name="T98" fmla="*/ 388 w 1307"/>
                <a:gd name="T99" fmla="*/ 638 h 1456"/>
                <a:gd name="T100" fmla="*/ 594 w 1307"/>
                <a:gd name="T101" fmla="*/ 595 h 1456"/>
                <a:gd name="T102" fmla="*/ 650 w 1307"/>
                <a:gd name="T103" fmla="*/ 551 h 1456"/>
                <a:gd name="T104" fmla="*/ 746 w 1307"/>
                <a:gd name="T105" fmla="*/ 506 h 1456"/>
                <a:gd name="T106" fmla="*/ 844 w 1307"/>
                <a:gd name="T107" fmla="*/ 489 h 1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307" h="1456">
                  <a:moveTo>
                    <a:pt x="840" y="585"/>
                  </a:moveTo>
                  <a:lnTo>
                    <a:pt x="833" y="585"/>
                  </a:lnTo>
                  <a:lnTo>
                    <a:pt x="826" y="586"/>
                  </a:lnTo>
                  <a:lnTo>
                    <a:pt x="820" y="587"/>
                  </a:lnTo>
                  <a:lnTo>
                    <a:pt x="812" y="589"/>
                  </a:lnTo>
                  <a:lnTo>
                    <a:pt x="802" y="593"/>
                  </a:lnTo>
                  <a:lnTo>
                    <a:pt x="792" y="597"/>
                  </a:lnTo>
                  <a:lnTo>
                    <a:pt x="783" y="602"/>
                  </a:lnTo>
                  <a:lnTo>
                    <a:pt x="773" y="608"/>
                  </a:lnTo>
                  <a:lnTo>
                    <a:pt x="763" y="615"/>
                  </a:lnTo>
                  <a:lnTo>
                    <a:pt x="755" y="622"/>
                  </a:lnTo>
                  <a:lnTo>
                    <a:pt x="746" y="629"/>
                  </a:lnTo>
                  <a:lnTo>
                    <a:pt x="739" y="639"/>
                  </a:lnTo>
                  <a:lnTo>
                    <a:pt x="732" y="648"/>
                  </a:lnTo>
                  <a:lnTo>
                    <a:pt x="726" y="658"/>
                  </a:lnTo>
                  <a:lnTo>
                    <a:pt x="721" y="668"/>
                  </a:lnTo>
                  <a:lnTo>
                    <a:pt x="717" y="679"/>
                  </a:lnTo>
                  <a:lnTo>
                    <a:pt x="713" y="692"/>
                  </a:lnTo>
                  <a:lnTo>
                    <a:pt x="711" y="704"/>
                  </a:lnTo>
                  <a:lnTo>
                    <a:pt x="711" y="717"/>
                  </a:lnTo>
                  <a:lnTo>
                    <a:pt x="711" y="732"/>
                  </a:lnTo>
                  <a:lnTo>
                    <a:pt x="712" y="738"/>
                  </a:lnTo>
                  <a:lnTo>
                    <a:pt x="743" y="824"/>
                  </a:lnTo>
                  <a:lnTo>
                    <a:pt x="748" y="832"/>
                  </a:lnTo>
                  <a:lnTo>
                    <a:pt x="759" y="848"/>
                  </a:lnTo>
                  <a:lnTo>
                    <a:pt x="773" y="863"/>
                  </a:lnTo>
                  <a:lnTo>
                    <a:pt x="787" y="879"/>
                  </a:lnTo>
                  <a:lnTo>
                    <a:pt x="803" y="892"/>
                  </a:lnTo>
                  <a:lnTo>
                    <a:pt x="820" y="904"/>
                  </a:lnTo>
                  <a:lnTo>
                    <a:pt x="838" y="916"/>
                  </a:lnTo>
                  <a:lnTo>
                    <a:pt x="857" y="926"/>
                  </a:lnTo>
                  <a:lnTo>
                    <a:pt x="878" y="936"/>
                  </a:lnTo>
                  <a:lnTo>
                    <a:pt x="899" y="945"/>
                  </a:lnTo>
                  <a:lnTo>
                    <a:pt x="922" y="952"/>
                  </a:lnTo>
                  <a:lnTo>
                    <a:pt x="946" y="958"/>
                  </a:lnTo>
                  <a:lnTo>
                    <a:pt x="970" y="963"/>
                  </a:lnTo>
                  <a:lnTo>
                    <a:pt x="996" y="967"/>
                  </a:lnTo>
                  <a:lnTo>
                    <a:pt x="1021" y="970"/>
                  </a:lnTo>
                  <a:lnTo>
                    <a:pt x="1049" y="972"/>
                  </a:lnTo>
                  <a:lnTo>
                    <a:pt x="1077" y="973"/>
                  </a:lnTo>
                  <a:lnTo>
                    <a:pt x="1102" y="972"/>
                  </a:lnTo>
                  <a:lnTo>
                    <a:pt x="1127" y="971"/>
                  </a:lnTo>
                  <a:lnTo>
                    <a:pt x="1152" y="968"/>
                  </a:lnTo>
                  <a:lnTo>
                    <a:pt x="1178" y="965"/>
                  </a:lnTo>
                  <a:lnTo>
                    <a:pt x="1204" y="961"/>
                  </a:lnTo>
                  <a:lnTo>
                    <a:pt x="1230" y="956"/>
                  </a:lnTo>
                  <a:lnTo>
                    <a:pt x="1255" y="950"/>
                  </a:lnTo>
                  <a:lnTo>
                    <a:pt x="1282" y="944"/>
                  </a:lnTo>
                  <a:lnTo>
                    <a:pt x="1291" y="942"/>
                  </a:lnTo>
                  <a:lnTo>
                    <a:pt x="1298" y="942"/>
                  </a:lnTo>
                  <a:lnTo>
                    <a:pt x="1301" y="943"/>
                  </a:lnTo>
                  <a:lnTo>
                    <a:pt x="1303" y="944"/>
                  </a:lnTo>
                  <a:lnTo>
                    <a:pt x="1305" y="945"/>
                  </a:lnTo>
                  <a:lnTo>
                    <a:pt x="1306" y="948"/>
                  </a:lnTo>
                  <a:lnTo>
                    <a:pt x="1307" y="951"/>
                  </a:lnTo>
                  <a:lnTo>
                    <a:pt x="1307" y="954"/>
                  </a:lnTo>
                  <a:lnTo>
                    <a:pt x="1306" y="958"/>
                  </a:lnTo>
                  <a:lnTo>
                    <a:pt x="1305" y="963"/>
                  </a:lnTo>
                  <a:lnTo>
                    <a:pt x="1302" y="967"/>
                  </a:lnTo>
                  <a:lnTo>
                    <a:pt x="1299" y="972"/>
                  </a:lnTo>
                  <a:lnTo>
                    <a:pt x="1295" y="978"/>
                  </a:lnTo>
                  <a:lnTo>
                    <a:pt x="1291" y="983"/>
                  </a:lnTo>
                  <a:lnTo>
                    <a:pt x="1284" y="989"/>
                  </a:lnTo>
                  <a:lnTo>
                    <a:pt x="1275" y="995"/>
                  </a:lnTo>
                  <a:lnTo>
                    <a:pt x="1265" y="1001"/>
                  </a:lnTo>
                  <a:lnTo>
                    <a:pt x="1255" y="1007"/>
                  </a:lnTo>
                  <a:lnTo>
                    <a:pt x="1243" y="1013"/>
                  </a:lnTo>
                  <a:lnTo>
                    <a:pt x="1230" y="1019"/>
                  </a:lnTo>
                  <a:lnTo>
                    <a:pt x="1215" y="1025"/>
                  </a:lnTo>
                  <a:lnTo>
                    <a:pt x="1200" y="1032"/>
                  </a:lnTo>
                  <a:lnTo>
                    <a:pt x="1184" y="1037"/>
                  </a:lnTo>
                  <a:lnTo>
                    <a:pt x="1166" y="1042"/>
                  </a:lnTo>
                  <a:lnTo>
                    <a:pt x="1149" y="1046"/>
                  </a:lnTo>
                  <a:lnTo>
                    <a:pt x="1131" y="1050"/>
                  </a:lnTo>
                  <a:lnTo>
                    <a:pt x="1111" y="1053"/>
                  </a:lnTo>
                  <a:lnTo>
                    <a:pt x="1092" y="1055"/>
                  </a:lnTo>
                  <a:lnTo>
                    <a:pt x="1071" y="1056"/>
                  </a:lnTo>
                  <a:lnTo>
                    <a:pt x="1051" y="1057"/>
                  </a:lnTo>
                  <a:lnTo>
                    <a:pt x="1015" y="1056"/>
                  </a:lnTo>
                  <a:lnTo>
                    <a:pt x="981" y="1054"/>
                  </a:lnTo>
                  <a:lnTo>
                    <a:pt x="947" y="1050"/>
                  </a:lnTo>
                  <a:lnTo>
                    <a:pt x="914" y="1046"/>
                  </a:lnTo>
                  <a:lnTo>
                    <a:pt x="882" y="1039"/>
                  </a:lnTo>
                  <a:lnTo>
                    <a:pt x="851" y="1032"/>
                  </a:lnTo>
                  <a:lnTo>
                    <a:pt x="821" y="1022"/>
                  </a:lnTo>
                  <a:lnTo>
                    <a:pt x="792" y="1012"/>
                  </a:lnTo>
                  <a:lnTo>
                    <a:pt x="763" y="1001"/>
                  </a:lnTo>
                  <a:lnTo>
                    <a:pt x="737" y="988"/>
                  </a:lnTo>
                  <a:lnTo>
                    <a:pt x="710" y="974"/>
                  </a:lnTo>
                  <a:lnTo>
                    <a:pt x="687" y="959"/>
                  </a:lnTo>
                  <a:lnTo>
                    <a:pt x="663" y="943"/>
                  </a:lnTo>
                  <a:lnTo>
                    <a:pt x="642" y="925"/>
                  </a:lnTo>
                  <a:lnTo>
                    <a:pt x="622" y="906"/>
                  </a:lnTo>
                  <a:lnTo>
                    <a:pt x="603" y="887"/>
                  </a:lnTo>
                  <a:lnTo>
                    <a:pt x="594" y="875"/>
                  </a:lnTo>
                  <a:lnTo>
                    <a:pt x="585" y="864"/>
                  </a:lnTo>
                  <a:lnTo>
                    <a:pt x="577" y="853"/>
                  </a:lnTo>
                  <a:lnTo>
                    <a:pt x="570" y="842"/>
                  </a:lnTo>
                  <a:lnTo>
                    <a:pt x="562" y="831"/>
                  </a:lnTo>
                  <a:lnTo>
                    <a:pt x="557" y="819"/>
                  </a:lnTo>
                  <a:lnTo>
                    <a:pt x="551" y="808"/>
                  </a:lnTo>
                  <a:lnTo>
                    <a:pt x="547" y="796"/>
                  </a:lnTo>
                  <a:lnTo>
                    <a:pt x="543" y="785"/>
                  </a:lnTo>
                  <a:lnTo>
                    <a:pt x="539" y="773"/>
                  </a:lnTo>
                  <a:lnTo>
                    <a:pt x="537" y="762"/>
                  </a:lnTo>
                  <a:lnTo>
                    <a:pt x="535" y="751"/>
                  </a:lnTo>
                  <a:lnTo>
                    <a:pt x="534" y="740"/>
                  </a:lnTo>
                  <a:lnTo>
                    <a:pt x="533" y="728"/>
                  </a:lnTo>
                  <a:lnTo>
                    <a:pt x="533" y="718"/>
                  </a:lnTo>
                  <a:lnTo>
                    <a:pt x="534" y="707"/>
                  </a:lnTo>
                  <a:lnTo>
                    <a:pt x="535" y="699"/>
                  </a:lnTo>
                  <a:lnTo>
                    <a:pt x="527" y="701"/>
                  </a:lnTo>
                  <a:lnTo>
                    <a:pt x="499" y="709"/>
                  </a:lnTo>
                  <a:lnTo>
                    <a:pt x="471" y="717"/>
                  </a:lnTo>
                  <a:lnTo>
                    <a:pt x="442" y="725"/>
                  </a:lnTo>
                  <a:lnTo>
                    <a:pt x="413" y="733"/>
                  </a:lnTo>
                  <a:lnTo>
                    <a:pt x="383" y="740"/>
                  </a:lnTo>
                  <a:lnTo>
                    <a:pt x="353" y="747"/>
                  </a:lnTo>
                  <a:lnTo>
                    <a:pt x="325" y="754"/>
                  </a:lnTo>
                  <a:lnTo>
                    <a:pt x="295" y="760"/>
                  </a:lnTo>
                  <a:lnTo>
                    <a:pt x="292" y="761"/>
                  </a:lnTo>
                  <a:lnTo>
                    <a:pt x="291" y="764"/>
                  </a:lnTo>
                  <a:lnTo>
                    <a:pt x="283" y="811"/>
                  </a:lnTo>
                  <a:lnTo>
                    <a:pt x="275" y="858"/>
                  </a:lnTo>
                  <a:lnTo>
                    <a:pt x="269" y="904"/>
                  </a:lnTo>
                  <a:lnTo>
                    <a:pt x="263" y="950"/>
                  </a:lnTo>
                  <a:lnTo>
                    <a:pt x="258" y="995"/>
                  </a:lnTo>
                  <a:lnTo>
                    <a:pt x="252" y="1039"/>
                  </a:lnTo>
                  <a:lnTo>
                    <a:pt x="248" y="1083"/>
                  </a:lnTo>
                  <a:lnTo>
                    <a:pt x="245" y="1126"/>
                  </a:lnTo>
                  <a:lnTo>
                    <a:pt x="243" y="1167"/>
                  </a:lnTo>
                  <a:lnTo>
                    <a:pt x="242" y="1207"/>
                  </a:lnTo>
                  <a:lnTo>
                    <a:pt x="241" y="1247"/>
                  </a:lnTo>
                  <a:lnTo>
                    <a:pt x="241" y="1286"/>
                  </a:lnTo>
                  <a:lnTo>
                    <a:pt x="242" y="1323"/>
                  </a:lnTo>
                  <a:lnTo>
                    <a:pt x="243" y="1358"/>
                  </a:lnTo>
                  <a:lnTo>
                    <a:pt x="246" y="1392"/>
                  </a:lnTo>
                  <a:lnTo>
                    <a:pt x="249" y="1425"/>
                  </a:lnTo>
                  <a:lnTo>
                    <a:pt x="250" y="1433"/>
                  </a:lnTo>
                  <a:lnTo>
                    <a:pt x="249" y="1440"/>
                  </a:lnTo>
                  <a:lnTo>
                    <a:pt x="247" y="1446"/>
                  </a:lnTo>
                  <a:lnTo>
                    <a:pt x="245" y="1450"/>
                  </a:lnTo>
                  <a:lnTo>
                    <a:pt x="240" y="1454"/>
                  </a:lnTo>
                  <a:lnTo>
                    <a:pt x="235" y="1455"/>
                  </a:lnTo>
                  <a:lnTo>
                    <a:pt x="228" y="1456"/>
                  </a:lnTo>
                  <a:lnTo>
                    <a:pt x="221" y="1455"/>
                  </a:lnTo>
                  <a:lnTo>
                    <a:pt x="212" y="1453"/>
                  </a:lnTo>
                  <a:lnTo>
                    <a:pt x="202" y="1450"/>
                  </a:lnTo>
                  <a:lnTo>
                    <a:pt x="193" y="1446"/>
                  </a:lnTo>
                  <a:lnTo>
                    <a:pt x="183" y="1441"/>
                  </a:lnTo>
                  <a:lnTo>
                    <a:pt x="171" y="1434"/>
                  </a:lnTo>
                  <a:lnTo>
                    <a:pt x="158" y="1423"/>
                  </a:lnTo>
                  <a:lnTo>
                    <a:pt x="150" y="1415"/>
                  </a:lnTo>
                  <a:lnTo>
                    <a:pt x="144" y="1407"/>
                  </a:lnTo>
                  <a:lnTo>
                    <a:pt x="138" y="1398"/>
                  </a:lnTo>
                  <a:lnTo>
                    <a:pt x="132" y="1388"/>
                  </a:lnTo>
                  <a:lnTo>
                    <a:pt x="126" y="1376"/>
                  </a:lnTo>
                  <a:lnTo>
                    <a:pt x="120" y="1362"/>
                  </a:lnTo>
                  <a:lnTo>
                    <a:pt x="115" y="1347"/>
                  </a:lnTo>
                  <a:lnTo>
                    <a:pt x="110" y="1331"/>
                  </a:lnTo>
                  <a:lnTo>
                    <a:pt x="106" y="1311"/>
                  </a:lnTo>
                  <a:lnTo>
                    <a:pt x="101" y="1291"/>
                  </a:lnTo>
                  <a:lnTo>
                    <a:pt x="98" y="1268"/>
                  </a:lnTo>
                  <a:lnTo>
                    <a:pt x="96" y="1243"/>
                  </a:lnTo>
                  <a:lnTo>
                    <a:pt x="94" y="1201"/>
                  </a:lnTo>
                  <a:lnTo>
                    <a:pt x="94" y="1154"/>
                  </a:lnTo>
                  <a:lnTo>
                    <a:pt x="95" y="1101"/>
                  </a:lnTo>
                  <a:lnTo>
                    <a:pt x="98" y="1045"/>
                  </a:lnTo>
                  <a:lnTo>
                    <a:pt x="103" y="985"/>
                  </a:lnTo>
                  <a:lnTo>
                    <a:pt x="111" y="922"/>
                  </a:lnTo>
                  <a:lnTo>
                    <a:pt x="119" y="858"/>
                  </a:lnTo>
                  <a:lnTo>
                    <a:pt x="129" y="791"/>
                  </a:lnTo>
                  <a:lnTo>
                    <a:pt x="130" y="785"/>
                  </a:lnTo>
                  <a:lnTo>
                    <a:pt x="123" y="785"/>
                  </a:lnTo>
                  <a:lnTo>
                    <a:pt x="109" y="785"/>
                  </a:lnTo>
                  <a:lnTo>
                    <a:pt x="95" y="784"/>
                  </a:lnTo>
                  <a:lnTo>
                    <a:pt x="82" y="782"/>
                  </a:lnTo>
                  <a:lnTo>
                    <a:pt x="70" y="778"/>
                  </a:lnTo>
                  <a:lnTo>
                    <a:pt x="64" y="776"/>
                  </a:lnTo>
                  <a:lnTo>
                    <a:pt x="59" y="774"/>
                  </a:lnTo>
                  <a:lnTo>
                    <a:pt x="52" y="771"/>
                  </a:lnTo>
                  <a:lnTo>
                    <a:pt x="47" y="767"/>
                  </a:lnTo>
                  <a:lnTo>
                    <a:pt x="42" y="763"/>
                  </a:lnTo>
                  <a:lnTo>
                    <a:pt x="38" y="758"/>
                  </a:lnTo>
                  <a:lnTo>
                    <a:pt x="33" y="753"/>
                  </a:lnTo>
                  <a:lnTo>
                    <a:pt x="29" y="747"/>
                  </a:lnTo>
                  <a:lnTo>
                    <a:pt x="21" y="734"/>
                  </a:lnTo>
                  <a:lnTo>
                    <a:pt x="14" y="721"/>
                  </a:lnTo>
                  <a:lnTo>
                    <a:pt x="8" y="709"/>
                  </a:lnTo>
                  <a:lnTo>
                    <a:pt x="4" y="698"/>
                  </a:lnTo>
                  <a:lnTo>
                    <a:pt x="1" y="689"/>
                  </a:lnTo>
                  <a:lnTo>
                    <a:pt x="0" y="679"/>
                  </a:lnTo>
                  <a:lnTo>
                    <a:pt x="1" y="672"/>
                  </a:lnTo>
                  <a:lnTo>
                    <a:pt x="4" y="665"/>
                  </a:lnTo>
                  <a:lnTo>
                    <a:pt x="7" y="662"/>
                  </a:lnTo>
                  <a:lnTo>
                    <a:pt x="10" y="658"/>
                  </a:lnTo>
                  <a:lnTo>
                    <a:pt x="15" y="656"/>
                  </a:lnTo>
                  <a:lnTo>
                    <a:pt x="21" y="654"/>
                  </a:lnTo>
                  <a:lnTo>
                    <a:pt x="27" y="653"/>
                  </a:lnTo>
                  <a:lnTo>
                    <a:pt x="35" y="653"/>
                  </a:lnTo>
                  <a:lnTo>
                    <a:pt x="43" y="653"/>
                  </a:lnTo>
                  <a:lnTo>
                    <a:pt x="52" y="655"/>
                  </a:lnTo>
                  <a:lnTo>
                    <a:pt x="73" y="657"/>
                  </a:lnTo>
                  <a:lnTo>
                    <a:pt x="95" y="659"/>
                  </a:lnTo>
                  <a:lnTo>
                    <a:pt x="119" y="661"/>
                  </a:lnTo>
                  <a:lnTo>
                    <a:pt x="145" y="661"/>
                  </a:lnTo>
                  <a:lnTo>
                    <a:pt x="152" y="661"/>
                  </a:lnTo>
                  <a:lnTo>
                    <a:pt x="153" y="656"/>
                  </a:lnTo>
                  <a:lnTo>
                    <a:pt x="164" y="609"/>
                  </a:lnTo>
                  <a:lnTo>
                    <a:pt x="174" y="563"/>
                  </a:lnTo>
                  <a:lnTo>
                    <a:pt x="184" y="518"/>
                  </a:lnTo>
                  <a:lnTo>
                    <a:pt x="196" y="474"/>
                  </a:lnTo>
                  <a:lnTo>
                    <a:pt x="208" y="431"/>
                  </a:lnTo>
                  <a:lnTo>
                    <a:pt x="220" y="391"/>
                  </a:lnTo>
                  <a:lnTo>
                    <a:pt x="233" y="351"/>
                  </a:lnTo>
                  <a:lnTo>
                    <a:pt x="246" y="312"/>
                  </a:lnTo>
                  <a:lnTo>
                    <a:pt x="260" y="275"/>
                  </a:lnTo>
                  <a:lnTo>
                    <a:pt x="273" y="240"/>
                  </a:lnTo>
                  <a:lnTo>
                    <a:pt x="287" y="205"/>
                  </a:lnTo>
                  <a:lnTo>
                    <a:pt x="301" y="172"/>
                  </a:lnTo>
                  <a:lnTo>
                    <a:pt x="317" y="142"/>
                  </a:lnTo>
                  <a:lnTo>
                    <a:pt x="332" y="113"/>
                  </a:lnTo>
                  <a:lnTo>
                    <a:pt x="347" y="85"/>
                  </a:lnTo>
                  <a:lnTo>
                    <a:pt x="363" y="60"/>
                  </a:lnTo>
                  <a:lnTo>
                    <a:pt x="373" y="46"/>
                  </a:lnTo>
                  <a:lnTo>
                    <a:pt x="383" y="34"/>
                  </a:lnTo>
                  <a:lnTo>
                    <a:pt x="395" y="23"/>
                  </a:lnTo>
                  <a:lnTo>
                    <a:pt x="407" y="15"/>
                  </a:lnTo>
                  <a:lnTo>
                    <a:pt x="420" y="9"/>
                  </a:lnTo>
                  <a:lnTo>
                    <a:pt x="434" y="4"/>
                  </a:lnTo>
                  <a:lnTo>
                    <a:pt x="448" y="1"/>
                  </a:lnTo>
                  <a:lnTo>
                    <a:pt x="463" y="0"/>
                  </a:lnTo>
                  <a:lnTo>
                    <a:pt x="475" y="1"/>
                  </a:lnTo>
                  <a:lnTo>
                    <a:pt x="488" y="3"/>
                  </a:lnTo>
                  <a:lnTo>
                    <a:pt x="500" y="5"/>
                  </a:lnTo>
                  <a:lnTo>
                    <a:pt x="514" y="10"/>
                  </a:lnTo>
                  <a:lnTo>
                    <a:pt x="527" y="15"/>
                  </a:lnTo>
                  <a:lnTo>
                    <a:pt x="541" y="21"/>
                  </a:lnTo>
                  <a:lnTo>
                    <a:pt x="554" y="29"/>
                  </a:lnTo>
                  <a:lnTo>
                    <a:pt x="569" y="39"/>
                  </a:lnTo>
                  <a:lnTo>
                    <a:pt x="580" y="47"/>
                  </a:lnTo>
                  <a:lnTo>
                    <a:pt x="589" y="55"/>
                  </a:lnTo>
                  <a:lnTo>
                    <a:pt x="598" y="64"/>
                  </a:lnTo>
                  <a:lnTo>
                    <a:pt x="606" y="74"/>
                  </a:lnTo>
                  <a:lnTo>
                    <a:pt x="612" y="84"/>
                  </a:lnTo>
                  <a:lnTo>
                    <a:pt x="619" y="95"/>
                  </a:lnTo>
                  <a:lnTo>
                    <a:pt x="624" y="105"/>
                  </a:lnTo>
                  <a:lnTo>
                    <a:pt x="627" y="115"/>
                  </a:lnTo>
                  <a:lnTo>
                    <a:pt x="630" y="126"/>
                  </a:lnTo>
                  <a:lnTo>
                    <a:pt x="632" y="136"/>
                  </a:lnTo>
                  <a:lnTo>
                    <a:pt x="633" y="146"/>
                  </a:lnTo>
                  <a:lnTo>
                    <a:pt x="634" y="156"/>
                  </a:lnTo>
                  <a:lnTo>
                    <a:pt x="633" y="165"/>
                  </a:lnTo>
                  <a:lnTo>
                    <a:pt x="632" y="173"/>
                  </a:lnTo>
                  <a:lnTo>
                    <a:pt x="630" y="181"/>
                  </a:lnTo>
                  <a:lnTo>
                    <a:pt x="627" y="188"/>
                  </a:lnTo>
                  <a:lnTo>
                    <a:pt x="624" y="194"/>
                  </a:lnTo>
                  <a:lnTo>
                    <a:pt x="621" y="200"/>
                  </a:lnTo>
                  <a:lnTo>
                    <a:pt x="617" y="204"/>
                  </a:lnTo>
                  <a:lnTo>
                    <a:pt x="613" y="208"/>
                  </a:lnTo>
                  <a:lnTo>
                    <a:pt x="609" y="210"/>
                  </a:lnTo>
                  <a:lnTo>
                    <a:pt x="606" y="213"/>
                  </a:lnTo>
                  <a:lnTo>
                    <a:pt x="602" y="214"/>
                  </a:lnTo>
                  <a:lnTo>
                    <a:pt x="598" y="214"/>
                  </a:lnTo>
                  <a:lnTo>
                    <a:pt x="595" y="214"/>
                  </a:lnTo>
                  <a:lnTo>
                    <a:pt x="592" y="213"/>
                  </a:lnTo>
                  <a:lnTo>
                    <a:pt x="589" y="211"/>
                  </a:lnTo>
                  <a:lnTo>
                    <a:pt x="587" y="209"/>
                  </a:lnTo>
                  <a:lnTo>
                    <a:pt x="582" y="203"/>
                  </a:lnTo>
                  <a:lnTo>
                    <a:pt x="578" y="195"/>
                  </a:lnTo>
                  <a:lnTo>
                    <a:pt x="573" y="182"/>
                  </a:lnTo>
                  <a:lnTo>
                    <a:pt x="567" y="172"/>
                  </a:lnTo>
                  <a:lnTo>
                    <a:pt x="559" y="163"/>
                  </a:lnTo>
                  <a:lnTo>
                    <a:pt x="552" y="155"/>
                  </a:lnTo>
                  <a:lnTo>
                    <a:pt x="544" y="150"/>
                  </a:lnTo>
                  <a:lnTo>
                    <a:pt x="535" y="146"/>
                  </a:lnTo>
                  <a:lnTo>
                    <a:pt x="525" y="144"/>
                  </a:lnTo>
                  <a:lnTo>
                    <a:pt x="515" y="144"/>
                  </a:lnTo>
                  <a:lnTo>
                    <a:pt x="509" y="144"/>
                  </a:lnTo>
                  <a:lnTo>
                    <a:pt x="503" y="145"/>
                  </a:lnTo>
                  <a:lnTo>
                    <a:pt x="499" y="147"/>
                  </a:lnTo>
                  <a:lnTo>
                    <a:pt x="494" y="149"/>
                  </a:lnTo>
                  <a:lnTo>
                    <a:pt x="486" y="154"/>
                  </a:lnTo>
                  <a:lnTo>
                    <a:pt x="478" y="161"/>
                  </a:lnTo>
                  <a:lnTo>
                    <a:pt x="471" y="170"/>
                  </a:lnTo>
                  <a:lnTo>
                    <a:pt x="464" y="180"/>
                  </a:lnTo>
                  <a:lnTo>
                    <a:pt x="457" y="193"/>
                  </a:lnTo>
                  <a:lnTo>
                    <a:pt x="451" y="206"/>
                  </a:lnTo>
                  <a:lnTo>
                    <a:pt x="432" y="252"/>
                  </a:lnTo>
                  <a:lnTo>
                    <a:pt x="414" y="300"/>
                  </a:lnTo>
                  <a:lnTo>
                    <a:pt x="396" y="351"/>
                  </a:lnTo>
                  <a:lnTo>
                    <a:pt x="378" y="405"/>
                  </a:lnTo>
                  <a:lnTo>
                    <a:pt x="362" y="461"/>
                  </a:lnTo>
                  <a:lnTo>
                    <a:pt x="345" y="519"/>
                  </a:lnTo>
                  <a:lnTo>
                    <a:pt x="331" y="579"/>
                  </a:lnTo>
                  <a:lnTo>
                    <a:pt x="316" y="641"/>
                  </a:lnTo>
                  <a:lnTo>
                    <a:pt x="315" y="649"/>
                  </a:lnTo>
                  <a:lnTo>
                    <a:pt x="323" y="648"/>
                  </a:lnTo>
                  <a:lnTo>
                    <a:pt x="354" y="643"/>
                  </a:lnTo>
                  <a:lnTo>
                    <a:pt x="388" y="638"/>
                  </a:lnTo>
                  <a:lnTo>
                    <a:pt x="422" y="633"/>
                  </a:lnTo>
                  <a:lnTo>
                    <a:pt x="455" y="625"/>
                  </a:lnTo>
                  <a:lnTo>
                    <a:pt x="490" y="619"/>
                  </a:lnTo>
                  <a:lnTo>
                    <a:pt x="525" y="611"/>
                  </a:lnTo>
                  <a:lnTo>
                    <a:pt x="559" y="604"/>
                  </a:lnTo>
                  <a:lnTo>
                    <a:pt x="594" y="595"/>
                  </a:lnTo>
                  <a:lnTo>
                    <a:pt x="595" y="595"/>
                  </a:lnTo>
                  <a:lnTo>
                    <a:pt x="596" y="594"/>
                  </a:lnTo>
                  <a:lnTo>
                    <a:pt x="608" y="583"/>
                  </a:lnTo>
                  <a:lnTo>
                    <a:pt x="622" y="571"/>
                  </a:lnTo>
                  <a:lnTo>
                    <a:pt x="636" y="561"/>
                  </a:lnTo>
                  <a:lnTo>
                    <a:pt x="650" y="551"/>
                  </a:lnTo>
                  <a:lnTo>
                    <a:pt x="666" y="542"/>
                  </a:lnTo>
                  <a:lnTo>
                    <a:pt x="681" y="534"/>
                  </a:lnTo>
                  <a:lnTo>
                    <a:pt x="696" y="525"/>
                  </a:lnTo>
                  <a:lnTo>
                    <a:pt x="712" y="518"/>
                  </a:lnTo>
                  <a:lnTo>
                    <a:pt x="730" y="511"/>
                  </a:lnTo>
                  <a:lnTo>
                    <a:pt x="746" y="506"/>
                  </a:lnTo>
                  <a:lnTo>
                    <a:pt x="762" y="501"/>
                  </a:lnTo>
                  <a:lnTo>
                    <a:pt x="780" y="497"/>
                  </a:lnTo>
                  <a:lnTo>
                    <a:pt x="796" y="493"/>
                  </a:lnTo>
                  <a:lnTo>
                    <a:pt x="812" y="491"/>
                  </a:lnTo>
                  <a:lnTo>
                    <a:pt x="829" y="490"/>
                  </a:lnTo>
                  <a:lnTo>
                    <a:pt x="844" y="489"/>
                  </a:lnTo>
                  <a:lnTo>
                    <a:pt x="891" y="544"/>
                  </a:lnTo>
                  <a:lnTo>
                    <a:pt x="840" y="5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43" name="Freeform 48"/>
            <p:cNvSpPr>
              <a:spLocks/>
            </p:cNvSpPr>
            <p:nvPr userDrawn="1"/>
          </p:nvSpPr>
          <p:spPr bwMode="gray">
            <a:xfrm>
              <a:off x="6540" y="596"/>
              <a:ext cx="34" cy="32"/>
            </a:xfrm>
            <a:custGeom>
              <a:avLst/>
              <a:gdLst>
                <a:gd name="T0" fmla="*/ 255 w 405"/>
                <a:gd name="T1" fmla="*/ 101 h 383"/>
                <a:gd name="T2" fmla="*/ 269 w 405"/>
                <a:gd name="T3" fmla="*/ 105 h 383"/>
                <a:gd name="T4" fmla="*/ 281 w 405"/>
                <a:gd name="T5" fmla="*/ 113 h 383"/>
                <a:gd name="T6" fmla="*/ 289 w 405"/>
                <a:gd name="T7" fmla="*/ 122 h 383"/>
                <a:gd name="T8" fmla="*/ 293 w 405"/>
                <a:gd name="T9" fmla="*/ 132 h 383"/>
                <a:gd name="T10" fmla="*/ 294 w 405"/>
                <a:gd name="T11" fmla="*/ 143 h 383"/>
                <a:gd name="T12" fmla="*/ 290 w 405"/>
                <a:gd name="T13" fmla="*/ 159 h 383"/>
                <a:gd name="T14" fmla="*/ 277 w 405"/>
                <a:gd name="T15" fmla="*/ 177 h 383"/>
                <a:gd name="T16" fmla="*/ 254 w 405"/>
                <a:gd name="T17" fmla="*/ 199 h 383"/>
                <a:gd name="T18" fmla="*/ 221 w 405"/>
                <a:gd name="T19" fmla="*/ 224 h 383"/>
                <a:gd name="T20" fmla="*/ 182 w 405"/>
                <a:gd name="T21" fmla="*/ 249 h 383"/>
                <a:gd name="T22" fmla="*/ 136 w 405"/>
                <a:gd name="T23" fmla="*/ 275 h 383"/>
                <a:gd name="T24" fmla="*/ 99 w 405"/>
                <a:gd name="T25" fmla="*/ 294 h 383"/>
                <a:gd name="T26" fmla="*/ 95 w 405"/>
                <a:gd name="T27" fmla="*/ 383 h 383"/>
                <a:gd name="T28" fmla="*/ 141 w 405"/>
                <a:gd name="T29" fmla="*/ 362 h 383"/>
                <a:gd name="T30" fmla="*/ 223 w 405"/>
                <a:gd name="T31" fmla="*/ 322 h 383"/>
                <a:gd name="T32" fmla="*/ 279 w 405"/>
                <a:gd name="T33" fmla="*/ 289 h 383"/>
                <a:gd name="T34" fmla="*/ 312 w 405"/>
                <a:gd name="T35" fmla="*/ 268 h 383"/>
                <a:gd name="T36" fmla="*/ 341 w 405"/>
                <a:gd name="T37" fmla="*/ 244 h 383"/>
                <a:gd name="T38" fmla="*/ 367 w 405"/>
                <a:gd name="T39" fmla="*/ 221 h 383"/>
                <a:gd name="T40" fmla="*/ 384 w 405"/>
                <a:gd name="T41" fmla="*/ 200 h 383"/>
                <a:gd name="T42" fmla="*/ 394 w 405"/>
                <a:gd name="T43" fmla="*/ 183 h 383"/>
                <a:gd name="T44" fmla="*/ 401 w 405"/>
                <a:gd name="T45" fmla="*/ 167 h 383"/>
                <a:gd name="T46" fmla="*/ 404 w 405"/>
                <a:gd name="T47" fmla="*/ 150 h 383"/>
                <a:gd name="T48" fmla="*/ 405 w 405"/>
                <a:gd name="T49" fmla="*/ 129 h 383"/>
                <a:gd name="T50" fmla="*/ 400 w 405"/>
                <a:gd name="T51" fmla="*/ 103 h 383"/>
                <a:gd name="T52" fmla="*/ 390 w 405"/>
                <a:gd name="T53" fmla="*/ 83 h 383"/>
                <a:gd name="T54" fmla="*/ 378 w 405"/>
                <a:gd name="T55" fmla="*/ 65 h 383"/>
                <a:gd name="T56" fmla="*/ 363 w 405"/>
                <a:gd name="T57" fmla="*/ 48 h 383"/>
                <a:gd name="T58" fmla="*/ 344 w 405"/>
                <a:gd name="T59" fmla="*/ 34 h 383"/>
                <a:gd name="T60" fmla="*/ 324 w 405"/>
                <a:gd name="T61" fmla="*/ 22 h 383"/>
                <a:gd name="T62" fmla="*/ 302 w 405"/>
                <a:gd name="T63" fmla="*/ 12 h 383"/>
                <a:gd name="T64" fmla="*/ 281 w 405"/>
                <a:gd name="T65" fmla="*/ 4 h 383"/>
                <a:gd name="T66" fmla="*/ 259 w 405"/>
                <a:gd name="T67" fmla="*/ 1 h 383"/>
                <a:gd name="T68" fmla="*/ 198 w 405"/>
                <a:gd name="T69" fmla="*/ 59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05" h="383">
                  <a:moveTo>
                    <a:pt x="247" y="101"/>
                  </a:moveTo>
                  <a:lnTo>
                    <a:pt x="255" y="101"/>
                  </a:lnTo>
                  <a:lnTo>
                    <a:pt x="262" y="103"/>
                  </a:lnTo>
                  <a:lnTo>
                    <a:pt x="269" y="105"/>
                  </a:lnTo>
                  <a:lnTo>
                    <a:pt x="275" y="109"/>
                  </a:lnTo>
                  <a:lnTo>
                    <a:pt x="281" y="113"/>
                  </a:lnTo>
                  <a:lnTo>
                    <a:pt x="285" y="117"/>
                  </a:lnTo>
                  <a:lnTo>
                    <a:pt x="289" y="122"/>
                  </a:lnTo>
                  <a:lnTo>
                    <a:pt x="292" y="127"/>
                  </a:lnTo>
                  <a:lnTo>
                    <a:pt x="293" y="132"/>
                  </a:lnTo>
                  <a:lnTo>
                    <a:pt x="294" y="137"/>
                  </a:lnTo>
                  <a:lnTo>
                    <a:pt x="294" y="143"/>
                  </a:lnTo>
                  <a:lnTo>
                    <a:pt x="292" y="150"/>
                  </a:lnTo>
                  <a:lnTo>
                    <a:pt x="290" y="159"/>
                  </a:lnTo>
                  <a:lnTo>
                    <a:pt x="285" y="168"/>
                  </a:lnTo>
                  <a:lnTo>
                    <a:pt x="277" y="177"/>
                  </a:lnTo>
                  <a:lnTo>
                    <a:pt x="268" y="187"/>
                  </a:lnTo>
                  <a:lnTo>
                    <a:pt x="254" y="199"/>
                  </a:lnTo>
                  <a:lnTo>
                    <a:pt x="238" y="212"/>
                  </a:lnTo>
                  <a:lnTo>
                    <a:pt x="221" y="224"/>
                  </a:lnTo>
                  <a:lnTo>
                    <a:pt x="203" y="237"/>
                  </a:lnTo>
                  <a:lnTo>
                    <a:pt x="182" y="249"/>
                  </a:lnTo>
                  <a:lnTo>
                    <a:pt x="160" y="263"/>
                  </a:lnTo>
                  <a:lnTo>
                    <a:pt x="136" y="275"/>
                  </a:lnTo>
                  <a:lnTo>
                    <a:pt x="111" y="288"/>
                  </a:lnTo>
                  <a:lnTo>
                    <a:pt x="99" y="294"/>
                  </a:lnTo>
                  <a:lnTo>
                    <a:pt x="0" y="370"/>
                  </a:lnTo>
                  <a:lnTo>
                    <a:pt x="95" y="383"/>
                  </a:lnTo>
                  <a:lnTo>
                    <a:pt x="99" y="381"/>
                  </a:lnTo>
                  <a:lnTo>
                    <a:pt x="141" y="362"/>
                  </a:lnTo>
                  <a:lnTo>
                    <a:pt x="183" y="342"/>
                  </a:lnTo>
                  <a:lnTo>
                    <a:pt x="223" y="322"/>
                  </a:lnTo>
                  <a:lnTo>
                    <a:pt x="261" y="300"/>
                  </a:lnTo>
                  <a:lnTo>
                    <a:pt x="279" y="289"/>
                  </a:lnTo>
                  <a:lnTo>
                    <a:pt x="295" y="279"/>
                  </a:lnTo>
                  <a:lnTo>
                    <a:pt x="312" y="268"/>
                  </a:lnTo>
                  <a:lnTo>
                    <a:pt x="327" y="257"/>
                  </a:lnTo>
                  <a:lnTo>
                    <a:pt x="341" y="244"/>
                  </a:lnTo>
                  <a:lnTo>
                    <a:pt x="354" y="233"/>
                  </a:lnTo>
                  <a:lnTo>
                    <a:pt x="367" y="221"/>
                  </a:lnTo>
                  <a:lnTo>
                    <a:pt x="377" y="210"/>
                  </a:lnTo>
                  <a:lnTo>
                    <a:pt x="384" y="200"/>
                  </a:lnTo>
                  <a:lnTo>
                    <a:pt x="389" y="192"/>
                  </a:lnTo>
                  <a:lnTo>
                    <a:pt x="394" y="183"/>
                  </a:lnTo>
                  <a:lnTo>
                    <a:pt x="398" y="175"/>
                  </a:lnTo>
                  <a:lnTo>
                    <a:pt x="401" y="167"/>
                  </a:lnTo>
                  <a:lnTo>
                    <a:pt x="403" y="159"/>
                  </a:lnTo>
                  <a:lnTo>
                    <a:pt x="404" y="150"/>
                  </a:lnTo>
                  <a:lnTo>
                    <a:pt x="405" y="143"/>
                  </a:lnTo>
                  <a:lnTo>
                    <a:pt x="405" y="129"/>
                  </a:lnTo>
                  <a:lnTo>
                    <a:pt x="403" y="116"/>
                  </a:lnTo>
                  <a:lnTo>
                    <a:pt x="400" y="103"/>
                  </a:lnTo>
                  <a:lnTo>
                    <a:pt x="395" y="92"/>
                  </a:lnTo>
                  <a:lnTo>
                    <a:pt x="390" y="83"/>
                  </a:lnTo>
                  <a:lnTo>
                    <a:pt x="385" y="74"/>
                  </a:lnTo>
                  <a:lnTo>
                    <a:pt x="378" y="65"/>
                  </a:lnTo>
                  <a:lnTo>
                    <a:pt x="371" y="56"/>
                  </a:lnTo>
                  <a:lnTo>
                    <a:pt x="363" y="48"/>
                  </a:lnTo>
                  <a:lnTo>
                    <a:pt x="353" y="40"/>
                  </a:lnTo>
                  <a:lnTo>
                    <a:pt x="344" y="34"/>
                  </a:lnTo>
                  <a:lnTo>
                    <a:pt x="334" y="27"/>
                  </a:lnTo>
                  <a:lnTo>
                    <a:pt x="324" y="22"/>
                  </a:lnTo>
                  <a:lnTo>
                    <a:pt x="314" y="16"/>
                  </a:lnTo>
                  <a:lnTo>
                    <a:pt x="302" y="12"/>
                  </a:lnTo>
                  <a:lnTo>
                    <a:pt x="292" y="7"/>
                  </a:lnTo>
                  <a:lnTo>
                    <a:pt x="281" y="4"/>
                  </a:lnTo>
                  <a:lnTo>
                    <a:pt x="270" y="2"/>
                  </a:lnTo>
                  <a:lnTo>
                    <a:pt x="259" y="1"/>
                  </a:lnTo>
                  <a:lnTo>
                    <a:pt x="247" y="0"/>
                  </a:lnTo>
                  <a:lnTo>
                    <a:pt x="198" y="59"/>
                  </a:lnTo>
                  <a:lnTo>
                    <a:pt x="247" y="10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44" name="Freeform 49"/>
            <p:cNvSpPr>
              <a:spLocks/>
            </p:cNvSpPr>
            <p:nvPr userDrawn="1"/>
          </p:nvSpPr>
          <p:spPr bwMode="gray">
            <a:xfrm>
              <a:off x="6473" y="596"/>
              <a:ext cx="191" cy="122"/>
            </a:xfrm>
            <a:custGeom>
              <a:avLst/>
              <a:gdLst>
                <a:gd name="T0" fmla="*/ 982 w 2289"/>
                <a:gd name="T1" fmla="*/ 130 h 1460"/>
                <a:gd name="T2" fmla="*/ 920 w 2289"/>
                <a:gd name="T3" fmla="*/ 214 h 1460"/>
                <a:gd name="T4" fmla="*/ 891 w 2289"/>
                <a:gd name="T5" fmla="*/ 387 h 1460"/>
                <a:gd name="T6" fmla="*/ 936 w 2289"/>
                <a:gd name="T7" fmla="*/ 481 h 1460"/>
                <a:gd name="T8" fmla="*/ 1034 w 2289"/>
                <a:gd name="T9" fmla="*/ 514 h 1460"/>
                <a:gd name="T10" fmla="*/ 1200 w 2289"/>
                <a:gd name="T11" fmla="*/ 464 h 1460"/>
                <a:gd name="T12" fmla="*/ 1394 w 2289"/>
                <a:gd name="T13" fmla="*/ 312 h 1460"/>
                <a:gd name="T14" fmla="*/ 1433 w 2289"/>
                <a:gd name="T15" fmla="*/ 157 h 1460"/>
                <a:gd name="T16" fmla="*/ 1486 w 2289"/>
                <a:gd name="T17" fmla="*/ 59 h 1460"/>
                <a:gd name="T18" fmla="*/ 1544 w 2289"/>
                <a:gd name="T19" fmla="*/ 51 h 1460"/>
                <a:gd name="T20" fmla="*/ 1625 w 2289"/>
                <a:gd name="T21" fmla="*/ 91 h 1460"/>
                <a:gd name="T22" fmla="*/ 1634 w 2289"/>
                <a:gd name="T23" fmla="*/ 139 h 1460"/>
                <a:gd name="T24" fmla="*/ 1565 w 2289"/>
                <a:gd name="T25" fmla="*/ 346 h 1460"/>
                <a:gd name="T26" fmla="*/ 1568 w 2289"/>
                <a:gd name="T27" fmla="*/ 436 h 1460"/>
                <a:gd name="T28" fmla="*/ 1616 w 2289"/>
                <a:gd name="T29" fmla="*/ 424 h 1460"/>
                <a:gd name="T30" fmla="*/ 1755 w 2289"/>
                <a:gd name="T31" fmla="*/ 283 h 1460"/>
                <a:gd name="T32" fmla="*/ 1888 w 2289"/>
                <a:gd name="T33" fmla="*/ 183 h 1460"/>
                <a:gd name="T34" fmla="*/ 1988 w 2289"/>
                <a:gd name="T35" fmla="*/ 199 h 1460"/>
                <a:gd name="T36" fmla="*/ 2063 w 2289"/>
                <a:gd name="T37" fmla="*/ 256 h 1460"/>
                <a:gd name="T38" fmla="*/ 2136 w 2289"/>
                <a:gd name="T39" fmla="*/ 408 h 1460"/>
                <a:gd name="T40" fmla="*/ 2229 w 2289"/>
                <a:gd name="T41" fmla="*/ 531 h 1460"/>
                <a:gd name="T42" fmla="*/ 2287 w 2289"/>
                <a:gd name="T43" fmla="*/ 580 h 1460"/>
                <a:gd name="T44" fmla="*/ 2259 w 2289"/>
                <a:gd name="T45" fmla="*/ 612 h 1460"/>
                <a:gd name="T46" fmla="*/ 2126 w 2289"/>
                <a:gd name="T47" fmla="*/ 583 h 1460"/>
                <a:gd name="T48" fmla="*/ 1973 w 2289"/>
                <a:gd name="T49" fmla="*/ 441 h 1460"/>
                <a:gd name="T50" fmla="*/ 1884 w 2289"/>
                <a:gd name="T51" fmla="*/ 335 h 1460"/>
                <a:gd name="T52" fmla="*/ 1759 w 2289"/>
                <a:gd name="T53" fmla="*/ 434 h 1460"/>
                <a:gd name="T54" fmla="*/ 1620 w 2289"/>
                <a:gd name="T55" fmla="*/ 580 h 1460"/>
                <a:gd name="T56" fmla="*/ 1534 w 2289"/>
                <a:gd name="T57" fmla="*/ 588 h 1460"/>
                <a:gd name="T58" fmla="*/ 1425 w 2289"/>
                <a:gd name="T59" fmla="*/ 523 h 1460"/>
                <a:gd name="T60" fmla="*/ 1351 w 2289"/>
                <a:gd name="T61" fmla="*/ 466 h 1460"/>
                <a:gd name="T62" fmla="*/ 1157 w 2289"/>
                <a:gd name="T63" fmla="*/ 584 h 1460"/>
                <a:gd name="T64" fmla="*/ 993 w 2289"/>
                <a:gd name="T65" fmla="*/ 613 h 1460"/>
                <a:gd name="T66" fmla="*/ 823 w 2289"/>
                <a:gd name="T67" fmla="*/ 555 h 1460"/>
                <a:gd name="T68" fmla="*/ 720 w 2289"/>
                <a:gd name="T69" fmla="*/ 457 h 1460"/>
                <a:gd name="T70" fmla="*/ 448 w 2289"/>
                <a:gd name="T71" fmla="*/ 594 h 1460"/>
                <a:gd name="T72" fmla="*/ 392 w 2289"/>
                <a:gd name="T73" fmla="*/ 862 h 1460"/>
                <a:gd name="T74" fmla="*/ 328 w 2289"/>
                <a:gd name="T75" fmla="*/ 1161 h 1460"/>
                <a:gd name="T76" fmla="*/ 215 w 2289"/>
                <a:gd name="T77" fmla="*/ 1376 h 1460"/>
                <a:gd name="T78" fmla="*/ 114 w 2289"/>
                <a:gd name="T79" fmla="*/ 1448 h 1460"/>
                <a:gd name="T80" fmla="*/ 0 w 2289"/>
                <a:gd name="T81" fmla="*/ 1423 h 1460"/>
                <a:gd name="T82" fmla="*/ 95 w 2289"/>
                <a:gd name="T83" fmla="*/ 1349 h 1460"/>
                <a:gd name="T84" fmla="*/ 163 w 2289"/>
                <a:gd name="T85" fmla="*/ 1228 h 1460"/>
                <a:gd name="T86" fmla="*/ 213 w 2289"/>
                <a:gd name="T87" fmla="*/ 1035 h 1460"/>
                <a:gd name="T88" fmla="*/ 240 w 2289"/>
                <a:gd name="T89" fmla="*/ 617 h 1460"/>
                <a:gd name="T90" fmla="*/ 195 w 2289"/>
                <a:gd name="T91" fmla="*/ 511 h 1460"/>
                <a:gd name="T92" fmla="*/ 92 w 2289"/>
                <a:gd name="T93" fmla="*/ 565 h 1460"/>
                <a:gd name="T94" fmla="*/ 143 w 2289"/>
                <a:gd name="T95" fmla="*/ 433 h 1460"/>
                <a:gd name="T96" fmla="*/ 254 w 2289"/>
                <a:gd name="T97" fmla="*/ 332 h 1460"/>
                <a:gd name="T98" fmla="*/ 297 w 2289"/>
                <a:gd name="T99" fmla="*/ 230 h 1460"/>
                <a:gd name="T100" fmla="*/ 267 w 2289"/>
                <a:gd name="T101" fmla="*/ 178 h 1460"/>
                <a:gd name="T102" fmla="*/ 261 w 2289"/>
                <a:gd name="T103" fmla="*/ 74 h 1460"/>
                <a:gd name="T104" fmla="*/ 335 w 2289"/>
                <a:gd name="T105" fmla="*/ 118 h 1460"/>
                <a:gd name="T106" fmla="*/ 398 w 2289"/>
                <a:gd name="T107" fmla="*/ 108 h 1460"/>
                <a:gd name="T108" fmla="*/ 489 w 2289"/>
                <a:gd name="T109" fmla="*/ 137 h 1460"/>
                <a:gd name="T110" fmla="*/ 505 w 2289"/>
                <a:gd name="T111" fmla="*/ 181 h 1460"/>
                <a:gd name="T112" fmla="*/ 456 w 2289"/>
                <a:gd name="T113" fmla="*/ 322 h 1460"/>
                <a:gd name="T114" fmla="*/ 427 w 2289"/>
                <a:gd name="T115" fmla="*/ 510 h 1460"/>
                <a:gd name="T116" fmla="*/ 690 w 2289"/>
                <a:gd name="T117" fmla="*/ 385 h 1460"/>
                <a:gd name="T118" fmla="*/ 720 w 2289"/>
                <a:gd name="T119" fmla="*/ 256 h 1460"/>
                <a:gd name="T120" fmla="*/ 812 w 2289"/>
                <a:gd name="T121" fmla="*/ 126 h 1460"/>
                <a:gd name="T122" fmla="*/ 957 w 2289"/>
                <a:gd name="T123" fmla="*/ 26 h 1460"/>
                <a:gd name="T124" fmla="*/ 1042 w 2289"/>
                <a:gd name="T125" fmla="*/ 101 h 14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289" h="1460">
                  <a:moveTo>
                    <a:pt x="1042" y="101"/>
                  </a:moveTo>
                  <a:lnTo>
                    <a:pt x="1034" y="101"/>
                  </a:lnTo>
                  <a:lnTo>
                    <a:pt x="1027" y="103"/>
                  </a:lnTo>
                  <a:lnTo>
                    <a:pt x="1020" y="105"/>
                  </a:lnTo>
                  <a:lnTo>
                    <a:pt x="1013" y="109"/>
                  </a:lnTo>
                  <a:lnTo>
                    <a:pt x="1003" y="116"/>
                  </a:lnTo>
                  <a:lnTo>
                    <a:pt x="992" y="122"/>
                  </a:lnTo>
                  <a:lnTo>
                    <a:pt x="982" y="130"/>
                  </a:lnTo>
                  <a:lnTo>
                    <a:pt x="973" y="138"/>
                  </a:lnTo>
                  <a:lnTo>
                    <a:pt x="964" y="147"/>
                  </a:lnTo>
                  <a:lnTo>
                    <a:pt x="956" y="158"/>
                  </a:lnTo>
                  <a:lnTo>
                    <a:pt x="948" y="168"/>
                  </a:lnTo>
                  <a:lnTo>
                    <a:pt x="939" y="178"/>
                  </a:lnTo>
                  <a:lnTo>
                    <a:pt x="932" y="189"/>
                  </a:lnTo>
                  <a:lnTo>
                    <a:pt x="926" y="201"/>
                  </a:lnTo>
                  <a:lnTo>
                    <a:pt x="920" y="214"/>
                  </a:lnTo>
                  <a:lnTo>
                    <a:pt x="914" y="226"/>
                  </a:lnTo>
                  <a:lnTo>
                    <a:pt x="909" y="239"/>
                  </a:lnTo>
                  <a:lnTo>
                    <a:pt x="905" y="253"/>
                  </a:lnTo>
                  <a:lnTo>
                    <a:pt x="901" y="268"/>
                  </a:lnTo>
                  <a:lnTo>
                    <a:pt x="898" y="282"/>
                  </a:lnTo>
                  <a:lnTo>
                    <a:pt x="894" y="294"/>
                  </a:lnTo>
                  <a:lnTo>
                    <a:pt x="890" y="383"/>
                  </a:lnTo>
                  <a:lnTo>
                    <a:pt x="891" y="387"/>
                  </a:lnTo>
                  <a:lnTo>
                    <a:pt x="893" y="401"/>
                  </a:lnTo>
                  <a:lnTo>
                    <a:pt x="898" y="416"/>
                  </a:lnTo>
                  <a:lnTo>
                    <a:pt x="902" y="429"/>
                  </a:lnTo>
                  <a:lnTo>
                    <a:pt x="907" y="441"/>
                  </a:lnTo>
                  <a:lnTo>
                    <a:pt x="913" y="453"/>
                  </a:lnTo>
                  <a:lnTo>
                    <a:pt x="920" y="463"/>
                  </a:lnTo>
                  <a:lnTo>
                    <a:pt x="928" y="472"/>
                  </a:lnTo>
                  <a:lnTo>
                    <a:pt x="936" y="481"/>
                  </a:lnTo>
                  <a:lnTo>
                    <a:pt x="947" y="488"/>
                  </a:lnTo>
                  <a:lnTo>
                    <a:pt x="957" y="495"/>
                  </a:lnTo>
                  <a:lnTo>
                    <a:pt x="968" y="500"/>
                  </a:lnTo>
                  <a:lnTo>
                    <a:pt x="979" y="506"/>
                  </a:lnTo>
                  <a:lnTo>
                    <a:pt x="992" y="510"/>
                  </a:lnTo>
                  <a:lnTo>
                    <a:pt x="1006" y="512"/>
                  </a:lnTo>
                  <a:lnTo>
                    <a:pt x="1019" y="514"/>
                  </a:lnTo>
                  <a:lnTo>
                    <a:pt x="1034" y="514"/>
                  </a:lnTo>
                  <a:lnTo>
                    <a:pt x="1054" y="513"/>
                  </a:lnTo>
                  <a:lnTo>
                    <a:pt x="1073" y="511"/>
                  </a:lnTo>
                  <a:lnTo>
                    <a:pt x="1093" y="507"/>
                  </a:lnTo>
                  <a:lnTo>
                    <a:pt x="1114" y="501"/>
                  </a:lnTo>
                  <a:lnTo>
                    <a:pt x="1135" y="494"/>
                  </a:lnTo>
                  <a:lnTo>
                    <a:pt x="1157" y="485"/>
                  </a:lnTo>
                  <a:lnTo>
                    <a:pt x="1178" y="475"/>
                  </a:lnTo>
                  <a:lnTo>
                    <a:pt x="1200" y="464"/>
                  </a:lnTo>
                  <a:lnTo>
                    <a:pt x="1224" y="449"/>
                  </a:lnTo>
                  <a:lnTo>
                    <a:pt x="1246" y="435"/>
                  </a:lnTo>
                  <a:lnTo>
                    <a:pt x="1271" y="418"/>
                  </a:lnTo>
                  <a:lnTo>
                    <a:pt x="1294" y="400"/>
                  </a:lnTo>
                  <a:lnTo>
                    <a:pt x="1319" y="380"/>
                  </a:lnTo>
                  <a:lnTo>
                    <a:pt x="1343" y="359"/>
                  </a:lnTo>
                  <a:lnTo>
                    <a:pt x="1369" y="336"/>
                  </a:lnTo>
                  <a:lnTo>
                    <a:pt x="1394" y="312"/>
                  </a:lnTo>
                  <a:lnTo>
                    <a:pt x="1395" y="311"/>
                  </a:lnTo>
                  <a:lnTo>
                    <a:pt x="1396" y="309"/>
                  </a:lnTo>
                  <a:lnTo>
                    <a:pt x="1401" y="279"/>
                  </a:lnTo>
                  <a:lnTo>
                    <a:pt x="1407" y="252"/>
                  </a:lnTo>
                  <a:lnTo>
                    <a:pt x="1413" y="227"/>
                  </a:lnTo>
                  <a:lnTo>
                    <a:pt x="1419" y="203"/>
                  </a:lnTo>
                  <a:lnTo>
                    <a:pt x="1425" y="180"/>
                  </a:lnTo>
                  <a:lnTo>
                    <a:pt x="1433" y="157"/>
                  </a:lnTo>
                  <a:lnTo>
                    <a:pt x="1441" y="133"/>
                  </a:lnTo>
                  <a:lnTo>
                    <a:pt x="1450" y="110"/>
                  </a:lnTo>
                  <a:lnTo>
                    <a:pt x="1457" y="96"/>
                  </a:lnTo>
                  <a:lnTo>
                    <a:pt x="1463" y="84"/>
                  </a:lnTo>
                  <a:lnTo>
                    <a:pt x="1470" y="74"/>
                  </a:lnTo>
                  <a:lnTo>
                    <a:pt x="1477" y="65"/>
                  </a:lnTo>
                  <a:lnTo>
                    <a:pt x="1482" y="62"/>
                  </a:lnTo>
                  <a:lnTo>
                    <a:pt x="1486" y="59"/>
                  </a:lnTo>
                  <a:lnTo>
                    <a:pt x="1491" y="55"/>
                  </a:lnTo>
                  <a:lnTo>
                    <a:pt x="1496" y="52"/>
                  </a:lnTo>
                  <a:lnTo>
                    <a:pt x="1501" y="51"/>
                  </a:lnTo>
                  <a:lnTo>
                    <a:pt x="1508" y="49"/>
                  </a:lnTo>
                  <a:lnTo>
                    <a:pt x="1515" y="48"/>
                  </a:lnTo>
                  <a:lnTo>
                    <a:pt x="1521" y="48"/>
                  </a:lnTo>
                  <a:lnTo>
                    <a:pt x="1532" y="49"/>
                  </a:lnTo>
                  <a:lnTo>
                    <a:pt x="1544" y="51"/>
                  </a:lnTo>
                  <a:lnTo>
                    <a:pt x="1557" y="54"/>
                  </a:lnTo>
                  <a:lnTo>
                    <a:pt x="1573" y="59"/>
                  </a:lnTo>
                  <a:lnTo>
                    <a:pt x="1584" y="64"/>
                  </a:lnTo>
                  <a:lnTo>
                    <a:pt x="1594" y="68"/>
                  </a:lnTo>
                  <a:lnTo>
                    <a:pt x="1603" y="73"/>
                  </a:lnTo>
                  <a:lnTo>
                    <a:pt x="1612" y="79"/>
                  </a:lnTo>
                  <a:lnTo>
                    <a:pt x="1619" y="85"/>
                  </a:lnTo>
                  <a:lnTo>
                    <a:pt x="1625" y="91"/>
                  </a:lnTo>
                  <a:lnTo>
                    <a:pt x="1629" y="97"/>
                  </a:lnTo>
                  <a:lnTo>
                    <a:pt x="1633" y="104"/>
                  </a:lnTo>
                  <a:lnTo>
                    <a:pt x="1635" y="110"/>
                  </a:lnTo>
                  <a:lnTo>
                    <a:pt x="1636" y="116"/>
                  </a:lnTo>
                  <a:lnTo>
                    <a:pt x="1636" y="121"/>
                  </a:lnTo>
                  <a:lnTo>
                    <a:pt x="1636" y="127"/>
                  </a:lnTo>
                  <a:lnTo>
                    <a:pt x="1636" y="133"/>
                  </a:lnTo>
                  <a:lnTo>
                    <a:pt x="1634" y="139"/>
                  </a:lnTo>
                  <a:lnTo>
                    <a:pt x="1632" y="145"/>
                  </a:lnTo>
                  <a:lnTo>
                    <a:pt x="1630" y="151"/>
                  </a:lnTo>
                  <a:lnTo>
                    <a:pt x="1614" y="187"/>
                  </a:lnTo>
                  <a:lnTo>
                    <a:pt x="1599" y="222"/>
                  </a:lnTo>
                  <a:lnTo>
                    <a:pt x="1588" y="254"/>
                  </a:lnTo>
                  <a:lnTo>
                    <a:pt x="1579" y="286"/>
                  </a:lnTo>
                  <a:lnTo>
                    <a:pt x="1571" y="317"/>
                  </a:lnTo>
                  <a:lnTo>
                    <a:pt x="1565" y="346"/>
                  </a:lnTo>
                  <a:lnTo>
                    <a:pt x="1562" y="376"/>
                  </a:lnTo>
                  <a:lnTo>
                    <a:pt x="1560" y="406"/>
                  </a:lnTo>
                  <a:lnTo>
                    <a:pt x="1560" y="414"/>
                  </a:lnTo>
                  <a:lnTo>
                    <a:pt x="1561" y="422"/>
                  </a:lnTo>
                  <a:lnTo>
                    <a:pt x="1562" y="426"/>
                  </a:lnTo>
                  <a:lnTo>
                    <a:pt x="1563" y="430"/>
                  </a:lnTo>
                  <a:lnTo>
                    <a:pt x="1565" y="433"/>
                  </a:lnTo>
                  <a:lnTo>
                    <a:pt x="1568" y="436"/>
                  </a:lnTo>
                  <a:lnTo>
                    <a:pt x="1572" y="439"/>
                  </a:lnTo>
                  <a:lnTo>
                    <a:pt x="1576" y="441"/>
                  </a:lnTo>
                  <a:lnTo>
                    <a:pt x="1581" y="442"/>
                  </a:lnTo>
                  <a:lnTo>
                    <a:pt x="1587" y="441"/>
                  </a:lnTo>
                  <a:lnTo>
                    <a:pt x="1593" y="439"/>
                  </a:lnTo>
                  <a:lnTo>
                    <a:pt x="1600" y="435"/>
                  </a:lnTo>
                  <a:lnTo>
                    <a:pt x="1607" y="430"/>
                  </a:lnTo>
                  <a:lnTo>
                    <a:pt x="1616" y="424"/>
                  </a:lnTo>
                  <a:lnTo>
                    <a:pt x="1626" y="414"/>
                  </a:lnTo>
                  <a:lnTo>
                    <a:pt x="1639" y="401"/>
                  </a:lnTo>
                  <a:lnTo>
                    <a:pt x="1653" y="386"/>
                  </a:lnTo>
                  <a:lnTo>
                    <a:pt x="1670" y="369"/>
                  </a:lnTo>
                  <a:lnTo>
                    <a:pt x="1690" y="348"/>
                  </a:lnTo>
                  <a:lnTo>
                    <a:pt x="1710" y="327"/>
                  </a:lnTo>
                  <a:lnTo>
                    <a:pt x="1733" y="306"/>
                  </a:lnTo>
                  <a:lnTo>
                    <a:pt x="1755" y="283"/>
                  </a:lnTo>
                  <a:lnTo>
                    <a:pt x="1778" y="262"/>
                  </a:lnTo>
                  <a:lnTo>
                    <a:pt x="1801" y="242"/>
                  </a:lnTo>
                  <a:lnTo>
                    <a:pt x="1824" y="224"/>
                  </a:lnTo>
                  <a:lnTo>
                    <a:pt x="1845" y="208"/>
                  </a:lnTo>
                  <a:lnTo>
                    <a:pt x="1850" y="204"/>
                  </a:lnTo>
                  <a:lnTo>
                    <a:pt x="1865" y="195"/>
                  </a:lnTo>
                  <a:lnTo>
                    <a:pt x="1880" y="187"/>
                  </a:lnTo>
                  <a:lnTo>
                    <a:pt x="1888" y="183"/>
                  </a:lnTo>
                  <a:lnTo>
                    <a:pt x="1897" y="181"/>
                  </a:lnTo>
                  <a:lnTo>
                    <a:pt x="1906" y="179"/>
                  </a:lnTo>
                  <a:lnTo>
                    <a:pt x="1917" y="178"/>
                  </a:lnTo>
                  <a:lnTo>
                    <a:pt x="1927" y="179"/>
                  </a:lnTo>
                  <a:lnTo>
                    <a:pt x="1937" y="181"/>
                  </a:lnTo>
                  <a:lnTo>
                    <a:pt x="1948" y="183"/>
                  </a:lnTo>
                  <a:lnTo>
                    <a:pt x="1959" y="187"/>
                  </a:lnTo>
                  <a:lnTo>
                    <a:pt x="1988" y="199"/>
                  </a:lnTo>
                  <a:lnTo>
                    <a:pt x="2011" y="212"/>
                  </a:lnTo>
                  <a:lnTo>
                    <a:pt x="2022" y="218"/>
                  </a:lnTo>
                  <a:lnTo>
                    <a:pt x="2030" y="224"/>
                  </a:lnTo>
                  <a:lnTo>
                    <a:pt x="2039" y="230"/>
                  </a:lnTo>
                  <a:lnTo>
                    <a:pt x="2046" y="236"/>
                  </a:lnTo>
                  <a:lnTo>
                    <a:pt x="2052" y="242"/>
                  </a:lnTo>
                  <a:lnTo>
                    <a:pt x="2058" y="249"/>
                  </a:lnTo>
                  <a:lnTo>
                    <a:pt x="2063" y="256"/>
                  </a:lnTo>
                  <a:lnTo>
                    <a:pt x="2069" y="263"/>
                  </a:lnTo>
                  <a:lnTo>
                    <a:pt x="2077" y="278"/>
                  </a:lnTo>
                  <a:lnTo>
                    <a:pt x="2084" y="294"/>
                  </a:lnTo>
                  <a:lnTo>
                    <a:pt x="2094" y="320"/>
                  </a:lnTo>
                  <a:lnTo>
                    <a:pt x="2104" y="343"/>
                  </a:lnTo>
                  <a:lnTo>
                    <a:pt x="2115" y="366"/>
                  </a:lnTo>
                  <a:lnTo>
                    <a:pt x="2126" y="387"/>
                  </a:lnTo>
                  <a:lnTo>
                    <a:pt x="2136" y="408"/>
                  </a:lnTo>
                  <a:lnTo>
                    <a:pt x="2147" y="427"/>
                  </a:lnTo>
                  <a:lnTo>
                    <a:pt x="2158" y="444"/>
                  </a:lnTo>
                  <a:lnTo>
                    <a:pt x="2169" y="462"/>
                  </a:lnTo>
                  <a:lnTo>
                    <a:pt x="2181" y="478"/>
                  </a:lnTo>
                  <a:lnTo>
                    <a:pt x="2192" y="492"/>
                  </a:lnTo>
                  <a:lnTo>
                    <a:pt x="2204" y="507"/>
                  </a:lnTo>
                  <a:lnTo>
                    <a:pt x="2216" y="519"/>
                  </a:lnTo>
                  <a:lnTo>
                    <a:pt x="2229" y="531"/>
                  </a:lnTo>
                  <a:lnTo>
                    <a:pt x="2241" y="541"/>
                  </a:lnTo>
                  <a:lnTo>
                    <a:pt x="2253" y="552"/>
                  </a:lnTo>
                  <a:lnTo>
                    <a:pt x="2266" y="560"/>
                  </a:lnTo>
                  <a:lnTo>
                    <a:pt x="2273" y="564"/>
                  </a:lnTo>
                  <a:lnTo>
                    <a:pt x="2278" y="568"/>
                  </a:lnTo>
                  <a:lnTo>
                    <a:pt x="2282" y="572"/>
                  </a:lnTo>
                  <a:lnTo>
                    <a:pt x="2285" y="576"/>
                  </a:lnTo>
                  <a:lnTo>
                    <a:pt x="2287" y="580"/>
                  </a:lnTo>
                  <a:lnTo>
                    <a:pt x="2289" y="584"/>
                  </a:lnTo>
                  <a:lnTo>
                    <a:pt x="2289" y="588"/>
                  </a:lnTo>
                  <a:lnTo>
                    <a:pt x="2289" y="592"/>
                  </a:lnTo>
                  <a:lnTo>
                    <a:pt x="2286" y="597"/>
                  </a:lnTo>
                  <a:lnTo>
                    <a:pt x="2282" y="602"/>
                  </a:lnTo>
                  <a:lnTo>
                    <a:pt x="2276" y="606"/>
                  </a:lnTo>
                  <a:lnTo>
                    <a:pt x="2267" y="609"/>
                  </a:lnTo>
                  <a:lnTo>
                    <a:pt x="2259" y="612"/>
                  </a:lnTo>
                  <a:lnTo>
                    <a:pt x="2249" y="613"/>
                  </a:lnTo>
                  <a:lnTo>
                    <a:pt x="2238" y="614"/>
                  </a:lnTo>
                  <a:lnTo>
                    <a:pt x="2226" y="614"/>
                  </a:lnTo>
                  <a:lnTo>
                    <a:pt x="2205" y="611"/>
                  </a:lnTo>
                  <a:lnTo>
                    <a:pt x="2186" y="607"/>
                  </a:lnTo>
                  <a:lnTo>
                    <a:pt x="2165" y="601"/>
                  </a:lnTo>
                  <a:lnTo>
                    <a:pt x="2145" y="592"/>
                  </a:lnTo>
                  <a:lnTo>
                    <a:pt x="2126" y="583"/>
                  </a:lnTo>
                  <a:lnTo>
                    <a:pt x="2106" y="571"/>
                  </a:lnTo>
                  <a:lnTo>
                    <a:pt x="2086" y="558"/>
                  </a:lnTo>
                  <a:lnTo>
                    <a:pt x="2066" y="543"/>
                  </a:lnTo>
                  <a:lnTo>
                    <a:pt x="2047" y="526"/>
                  </a:lnTo>
                  <a:lnTo>
                    <a:pt x="2029" y="508"/>
                  </a:lnTo>
                  <a:lnTo>
                    <a:pt x="2009" y="487"/>
                  </a:lnTo>
                  <a:lnTo>
                    <a:pt x="1991" y="465"/>
                  </a:lnTo>
                  <a:lnTo>
                    <a:pt x="1973" y="441"/>
                  </a:lnTo>
                  <a:lnTo>
                    <a:pt x="1954" y="416"/>
                  </a:lnTo>
                  <a:lnTo>
                    <a:pt x="1937" y="388"/>
                  </a:lnTo>
                  <a:lnTo>
                    <a:pt x="1920" y="360"/>
                  </a:lnTo>
                  <a:lnTo>
                    <a:pt x="1913" y="351"/>
                  </a:lnTo>
                  <a:lnTo>
                    <a:pt x="1906" y="344"/>
                  </a:lnTo>
                  <a:lnTo>
                    <a:pt x="1899" y="339"/>
                  </a:lnTo>
                  <a:lnTo>
                    <a:pt x="1892" y="336"/>
                  </a:lnTo>
                  <a:lnTo>
                    <a:pt x="1884" y="335"/>
                  </a:lnTo>
                  <a:lnTo>
                    <a:pt x="1875" y="335"/>
                  </a:lnTo>
                  <a:lnTo>
                    <a:pt x="1867" y="338"/>
                  </a:lnTo>
                  <a:lnTo>
                    <a:pt x="1857" y="343"/>
                  </a:lnTo>
                  <a:lnTo>
                    <a:pt x="1838" y="358"/>
                  </a:lnTo>
                  <a:lnTo>
                    <a:pt x="1821" y="372"/>
                  </a:lnTo>
                  <a:lnTo>
                    <a:pt x="1804" y="387"/>
                  </a:lnTo>
                  <a:lnTo>
                    <a:pt x="1789" y="402"/>
                  </a:lnTo>
                  <a:lnTo>
                    <a:pt x="1759" y="434"/>
                  </a:lnTo>
                  <a:lnTo>
                    <a:pt x="1730" y="468"/>
                  </a:lnTo>
                  <a:lnTo>
                    <a:pt x="1712" y="488"/>
                  </a:lnTo>
                  <a:lnTo>
                    <a:pt x="1692" y="511"/>
                  </a:lnTo>
                  <a:lnTo>
                    <a:pt x="1671" y="535"/>
                  </a:lnTo>
                  <a:lnTo>
                    <a:pt x="1647" y="560"/>
                  </a:lnTo>
                  <a:lnTo>
                    <a:pt x="1638" y="568"/>
                  </a:lnTo>
                  <a:lnTo>
                    <a:pt x="1629" y="574"/>
                  </a:lnTo>
                  <a:lnTo>
                    <a:pt x="1620" y="580"/>
                  </a:lnTo>
                  <a:lnTo>
                    <a:pt x="1611" y="585"/>
                  </a:lnTo>
                  <a:lnTo>
                    <a:pt x="1600" y="588"/>
                  </a:lnTo>
                  <a:lnTo>
                    <a:pt x="1590" y="591"/>
                  </a:lnTo>
                  <a:lnTo>
                    <a:pt x="1580" y="592"/>
                  </a:lnTo>
                  <a:lnTo>
                    <a:pt x="1569" y="593"/>
                  </a:lnTo>
                  <a:lnTo>
                    <a:pt x="1557" y="592"/>
                  </a:lnTo>
                  <a:lnTo>
                    <a:pt x="1545" y="590"/>
                  </a:lnTo>
                  <a:lnTo>
                    <a:pt x="1534" y="588"/>
                  </a:lnTo>
                  <a:lnTo>
                    <a:pt x="1522" y="584"/>
                  </a:lnTo>
                  <a:lnTo>
                    <a:pt x="1509" y="579"/>
                  </a:lnTo>
                  <a:lnTo>
                    <a:pt x="1495" y="573"/>
                  </a:lnTo>
                  <a:lnTo>
                    <a:pt x="1482" y="566"/>
                  </a:lnTo>
                  <a:lnTo>
                    <a:pt x="1469" y="558"/>
                  </a:lnTo>
                  <a:lnTo>
                    <a:pt x="1452" y="546"/>
                  </a:lnTo>
                  <a:lnTo>
                    <a:pt x="1438" y="535"/>
                  </a:lnTo>
                  <a:lnTo>
                    <a:pt x="1425" y="523"/>
                  </a:lnTo>
                  <a:lnTo>
                    <a:pt x="1414" y="510"/>
                  </a:lnTo>
                  <a:lnTo>
                    <a:pt x="1404" y="495"/>
                  </a:lnTo>
                  <a:lnTo>
                    <a:pt x="1397" y="480"/>
                  </a:lnTo>
                  <a:lnTo>
                    <a:pt x="1391" y="464"/>
                  </a:lnTo>
                  <a:lnTo>
                    <a:pt x="1387" y="446"/>
                  </a:lnTo>
                  <a:lnTo>
                    <a:pt x="1385" y="437"/>
                  </a:lnTo>
                  <a:lnTo>
                    <a:pt x="1378" y="443"/>
                  </a:lnTo>
                  <a:lnTo>
                    <a:pt x="1351" y="466"/>
                  </a:lnTo>
                  <a:lnTo>
                    <a:pt x="1319" y="491"/>
                  </a:lnTo>
                  <a:lnTo>
                    <a:pt x="1299" y="506"/>
                  </a:lnTo>
                  <a:lnTo>
                    <a:pt x="1279" y="520"/>
                  </a:lnTo>
                  <a:lnTo>
                    <a:pt x="1257" y="534"/>
                  </a:lnTo>
                  <a:lnTo>
                    <a:pt x="1233" y="547"/>
                  </a:lnTo>
                  <a:lnTo>
                    <a:pt x="1209" y="561"/>
                  </a:lnTo>
                  <a:lnTo>
                    <a:pt x="1183" y="573"/>
                  </a:lnTo>
                  <a:lnTo>
                    <a:pt x="1157" y="584"/>
                  </a:lnTo>
                  <a:lnTo>
                    <a:pt x="1130" y="594"/>
                  </a:lnTo>
                  <a:lnTo>
                    <a:pt x="1103" y="603"/>
                  </a:lnTo>
                  <a:lnTo>
                    <a:pt x="1074" y="609"/>
                  </a:lnTo>
                  <a:lnTo>
                    <a:pt x="1060" y="611"/>
                  </a:lnTo>
                  <a:lnTo>
                    <a:pt x="1045" y="613"/>
                  </a:lnTo>
                  <a:lnTo>
                    <a:pt x="1031" y="613"/>
                  </a:lnTo>
                  <a:lnTo>
                    <a:pt x="1017" y="614"/>
                  </a:lnTo>
                  <a:lnTo>
                    <a:pt x="993" y="613"/>
                  </a:lnTo>
                  <a:lnTo>
                    <a:pt x="970" y="610"/>
                  </a:lnTo>
                  <a:lnTo>
                    <a:pt x="948" y="606"/>
                  </a:lnTo>
                  <a:lnTo>
                    <a:pt x="925" y="601"/>
                  </a:lnTo>
                  <a:lnTo>
                    <a:pt x="904" y="593"/>
                  </a:lnTo>
                  <a:lnTo>
                    <a:pt x="882" y="585"/>
                  </a:lnTo>
                  <a:lnTo>
                    <a:pt x="862" y="576"/>
                  </a:lnTo>
                  <a:lnTo>
                    <a:pt x="842" y="566"/>
                  </a:lnTo>
                  <a:lnTo>
                    <a:pt x="823" y="555"/>
                  </a:lnTo>
                  <a:lnTo>
                    <a:pt x="806" y="542"/>
                  </a:lnTo>
                  <a:lnTo>
                    <a:pt x="788" y="530"/>
                  </a:lnTo>
                  <a:lnTo>
                    <a:pt x="773" y="517"/>
                  </a:lnTo>
                  <a:lnTo>
                    <a:pt x="759" y="503"/>
                  </a:lnTo>
                  <a:lnTo>
                    <a:pt x="746" y="489"/>
                  </a:lnTo>
                  <a:lnTo>
                    <a:pt x="733" y="475"/>
                  </a:lnTo>
                  <a:lnTo>
                    <a:pt x="723" y="461"/>
                  </a:lnTo>
                  <a:lnTo>
                    <a:pt x="720" y="457"/>
                  </a:lnTo>
                  <a:lnTo>
                    <a:pt x="716" y="459"/>
                  </a:lnTo>
                  <a:lnTo>
                    <a:pt x="673" y="477"/>
                  </a:lnTo>
                  <a:lnTo>
                    <a:pt x="632" y="496"/>
                  </a:lnTo>
                  <a:lnTo>
                    <a:pt x="593" y="516"/>
                  </a:lnTo>
                  <a:lnTo>
                    <a:pt x="555" y="535"/>
                  </a:lnTo>
                  <a:lnTo>
                    <a:pt x="517" y="556"/>
                  </a:lnTo>
                  <a:lnTo>
                    <a:pt x="481" y="575"/>
                  </a:lnTo>
                  <a:lnTo>
                    <a:pt x="448" y="594"/>
                  </a:lnTo>
                  <a:lnTo>
                    <a:pt x="414" y="615"/>
                  </a:lnTo>
                  <a:lnTo>
                    <a:pt x="412" y="616"/>
                  </a:lnTo>
                  <a:lnTo>
                    <a:pt x="412" y="619"/>
                  </a:lnTo>
                  <a:lnTo>
                    <a:pt x="408" y="683"/>
                  </a:lnTo>
                  <a:lnTo>
                    <a:pt x="404" y="752"/>
                  </a:lnTo>
                  <a:lnTo>
                    <a:pt x="401" y="787"/>
                  </a:lnTo>
                  <a:lnTo>
                    <a:pt x="397" y="824"/>
                  </a:lnTo>
                  <a:lnTo>
                    <a:pt x="392" y="862"/>
                  </a:lnTo>
                  <a:lnTo>
                    <a:pt x="387" y="900"/>
                  </a:lnTo>
                  <a:lnTo>
                    <a:pt x="381" y="937"/>
                  </a:lnTo>
                  <a:lnTo>
                    <a:pt x="374" y="975"/>
                  </a:lnTo>
                  <a:lnTo>
                    <a:pt x="367" y="1013"/>
                  </a:lnTo>
                  <a:lnTo>
                    <a:pt x="359" y="1051"/>
                  </a:lnTo>
                  <a:lnTo>
                    <a:pt x="350" y="1088"/>
                  </a:lnTo>
                  <a:lnTo>
                    <a:pt x="340" y="1125"/>
                  </a:lnTo>
                  <a:lnTo>
                    <a:pt x="328" y="1161"/>
                  </a:lnTo>
                  <a:lnTo>
                    <a:pt x="316" y="1196"/>
                  </a:lnTo>
                  <a:lnTo>
                    <a:pt x="304" y="1227"/>
                  </a:lnTo>
                  <a:lnTo>
                    <a:pt x="291" y="1257"/>
                  </a:lnTo>
                  <a:lnTo>
                    <a:pt x="276" y="1285"/>
                  </a:lnTo>
                  <a:lnTo>
                    <a:pt x="262" y="1311"/>
                  </a:lnTo>
                  <a:lnTo>
                    <a:pt x="247" y="1334"/>
                  </a:lnTo>
                  <a:lnTo>
                    <a:pt x="231" y="1357"/>
                  </a:lnTo>
                  <a:lnTo>
                    <a:pt x="215" y="1376"/>
                  </a:lnTo>
                  <a:lnTo>
                    <a:pt x="199" y="1394"/>
                  </a:lnTo>
                  <a:lnTo>
                    <a:pt x="180" y="1409"/>
                  </a:lnTo>
                  <a:lnTo>
                    <a:pt x="163" y="1423"/>
                  </a:lnTo>
                  <a:lnTo>
                    <a:pt x="153" y="1429"/>
                  </a:lnTo>
                  <a:lnTo>
                    <a:pt x="144" y="1434"/>
                  </a:lnTo>
                  <a:lnTo>
                    <a:pt x="135" y="1439"/>
                  </a:lnTo>
                  <a:lnTo>
                    <a:pt x="124" y="1444"/>
                  </a:lnTo>
                  <a:lnTo>
                    <a:pt x="114" y="1448"/>
                  </a:lnTo>
                  <a:lnTo>
                    <a:pt x="105" y="1451"/>
                  </a:lnTo>
                  <a:lnTo>
                    <a:pt x="95" y="1454"/>
                  </a:lnTo>
                  <a:lnTo>
                    <a:pt x="85" y="1456"/>
                  </a:lnTo>
                  <a:lnTo>
                    <a:pt x="73" y="1458"/>
                  </a:lnTo>
                  <a:lnTo>
                    <a:pt x="63" y="1459"/>
                  </a:lnTo>
                  <a:lnTo>
                    <a:pt x="52" y="1460"/>
                  </a:lnTo>
                  <a:lnTo>
                    <a:pt x="42" y="1460"/>
                  </a:lnTo>
                  <a:lnTo>
                    <a:pt x="0" y="1423"/>
                  </a:lnTo>
                  <a:lnTo>
                    <a:pt x="22" y="1384"/>
                  </a:lnTo>
                  <a:lnTo>
                    <a:pt x="34" y="1383"/>
                  </a:lnTo>
                  <a:lnTo>
                    <a:pt x="44" y="1381"/>
                  </a:lnTo>
                  <a:lnTo>
                    <a:pt x="55" y="1377"/>
                  </a:lnTo>
                  <a:lnTo>
                    <a:pt x="65" y="1372"/>
                  </a:lnTo>
                  <a:lnTo>
                    <a:pt x="75" y="1366"/>
                  </a:lnTo>
                  <a:lnTo>
                    <a:pt x="86" y="1358"/>
                  </a:lnTo>
                  <a:lnTo>
                    <a:pt x="95" y="1349"/>
                  </a:lnTo>
                  <a:lnTo>
                    <a:pt x="104" y="1337"/>
                  </a:lnTo>
                  <a:lnTo>
                    <a:pt x="113" y="1326"/>
                  </a:lnTo>
                  <a:lnTo>
                    <a:pt x="122" y="1313"/>
                  </a:lnTo>
                  <a:lnTo>
                    <a:pt x="132" y="1298"/>
                  </a:lnTo>
                  <a:lnTo>
                    <a:pt x="140" y="1282"/>
                  </a:lnTo>
                  <a:lnTo>
                    <a:pt x="148" y="1265"/>
                  </a:lnTo>
                  <a:lnTo>
                    <a:pt x="156" y="1248"/>
                  </a:lnTo>
                  <a:lnTo>
                    <a:pt x="163" y="1228"/>
                  </a:lnTo>
                  <a:lnTo>
                    <a:pt x="171" y="1208"/>
                  </a:lnTo>
                  <a:lnTo>
                    <a:pt x="177" y="1186"/>
                  </a:lnTo>
                  <a:lnTo>
                    <a:pt x="185" y="1164"/>
                  </a:lnTo>
                  <a:lnTo>
                    <a:pt x="191" y="1140"/>
                  </a:lnTo>
                  <a:lnTo>
                    <a:pt x="197" y="1115"/>
                  </a:lnTo>
                  <a:lnTo>
                    <a:pt x="203" y="1089"/>
                  </a:lnTo>
                  <a:lnTo>
                    <a:pt x="208" y="1063"/>
                  </a:lnTo>
                  <a:lnTo>
                    <a:pt x="213" y="1035"/>
                  </a:lnTo>
                  <a:lnTo>
                    <a:pt x="217" y="1008"/>
                  </a:lnTo>
                  <a:lnTo>
                    <a:pt x="225" y="949"/>
                  </a:lnTo>
                  <a:lnTo>
                    <a:pt x="231" y="885"/>
                  </a:lnTo>
                  <a:lnTo>
                    <a:pt x="237" y="820"/>
                  </a:lnTo>
                  <a:lnTo>
                    <a:pt x="239" y="752"/>
                  </a:lnTo>
                  <a:lnTo>
                    <a:pt x="240" y="738"/>
                  </a:lnTo>
                  <a:lnTo>
                    <a:pt x="240" y="620"/>
                  </a:lnTo>
                  <a:lnTo>
                    <a:pt x="240" y="617"/>
                  </a:lnTo>
                  <a:lnTo>
                    <a:pt x="239" y="585"/>
                  </a:lnTo>
                  <a:lnTo>
                    <a:pt x="238" y="553"/>
                  </a:lnTo>
                  <a:lnTo>
                    <a:pt x="236" y="519"/>
                  </a:lnTo>
                  <a:lnTo>
                    <a:pt x="235" y="485"/>
                  </a:lnTo>
                  <a:lnTo>
                    <a:pt x="234" y="470"/>
                  </a:lnTo>
                  <a:lnTo>
                    <a:pt x="224" y="481"/>
                  </a:lnTo>
                  <a:lnTo>
                    <a:pt x="210" y="496"/>
                  </a:lnTo>
                  <a:lnTo>
                    <a:pt x="195" y="511"/>
                  </a:lnTo>
                  <a:lnTo>
                    <a:pt x="176" y="525"/>
                  </a:lnTo>
                  <a:lnTo>
                    <a:pt x="157" y="538"/>
                  </a:lnTo>
                  <a:lnTo>
                    <a:pt x="147" y="544"/>
                  </a:lnTo>
                  <a:lnTo>
                    <a:pt x="136" y="549"/>
                  </a:lnTo>
                  <a:lnTo>
                    <a:pt x="125" y="555"/>
                  </a:lnTo>
                  <a:lnTo>
                    <a:pt x="114" y="559"/>
                  </a:lnTo>
                  <a:lnTo>
                    <a:pt x="103" y="562"/>
                  </a:lnTo>
                  <a:lnTo>
                    <a:pt x="92" y="565"/>
                  </a:lnTo>
                  <a:lnTo>
                    <a:pt x="80" y="567"/>
                  </a:lnTo>
                  <a:lnTo>
                    <a:pt x="68" y="568"/>
                  </a:lnTo>
                  <a:lnTo>
                    <a:pt x="27" y="514"/>
                  </a:lnTo>
                  <a:lnTo>
                    <a:pt x="86" y="449"/>
                  </a:lnTo>
                  <a:lnTo>
                    <a:pt x="99" y="448"/>
                  </a:lnTo>
                  <a:lnTo>
                    <a:pt x="113" y="445"/>
                  </a:lnTo>
                  <a:lnTo>
                    <a:pt x="128" y="440"/>
                  </a:lnTo>
                  <a:lnTo>
                    <a:pt x="143" y="433"/>
                  </a:lnTo>
                  <a:lnTo>
                    <a:pt x="158" y="425"/>
                  </a:lnTo>
                  <a:lnTo>
                    <a:pt x="172" y="415"/>
                  </a:lnTo>
                  <a:lnTo>
                    <a:pt x="188" y="402"/>
                  </a:lnTo>
                  <a:lnTo>
                    <a:pt x="202" y="390"/>
                  </a:lnTo>
                  <a:lnTo>
                    <a:pt x="216" y="377"/>
                  </a:lnTo>
                  <a:lnTo>
                    <a:pt x="229" y="363"/>
                  </a:lnTo>
                  <a:lnTo>
                    <a:pt x="242" y="347"/>
                  </a:lnTo>
                  <a:lnTo>
                    <a:pt x="254" y="332"/>
                  </a:lnTo>
                  <a:lnTo>
                    <a:pt x="265" y="316"/>
                  </a:lnTo>
                  <a:lnTo>
                    <a:pt x="274" y="300"/>
                  </a:lnTo>
                  <a:lnTo>
                    <a:pt x="284" y="285"/>
                  </a:lnTo>
                  <a:lnTo>
                    <a:pt x="291" y="269"/>
                  </a:lnTo>
                  <a:lnTo>
                    <a:pt x="294" y="260"/>
                  </a:lnTo>
                  <a:lnTo>
                    <a:pt x="296" y="249"/>
                  </a:lnTo>
                  <a:lnTo>
                    <a:pt x="297" y="240"/>
                  </a:lnTo>
                  <a:lnTo>
                    <a:pt x="297" y="230"/>
                  </a:lnTo>
                  <a:lnTo>
                    <a:pt x="296" y="221"/>
                  </a:lnTo>
                  <a:lnTo>
                    <a:pt x="293" y="212"/>
                  </a:lnTo>
                  <a:lnTo>
                    <a:pt x="290" y="202"/>
                  </a:lnTo>
                  <a:lnTo>
                    <a:pt x="285" y="194"/>
                  </a:lnTo>
                  <a:lnTo>
                    <a:pt x="281" y="189"/>
                  </a:lnTo>
                  <a:lnTo>
                    <a:pt x="277" y="185"/>
                  </a:lnTo>
                  <a:lnTo>
                    <a:pt x="272" y="181"/>
                  </a:lnTo>
                  <a:lnTo>
                    <a:pt x="267" y="178"/>
                  </a:lnTo>
                  <a:lnTo>
                    <a:pt x="263" y="175"/>
                  </a:lnTo>
                  <a:lnTo>
                    <a:pt x="257" y="174"/>
                  </a:lnTo>
                  <a:lnTo>
                    <a:pt x="252" y="172"/>
                  </a:lnTo>
                  <a:lnTo>
                    <a:pt x="247" y="172"/>
                  </a:lnTo>
                  <a:lnTo>
                    <a:pt x="193" y="124"/>
                  </a:lnTo>
                  <a:lnTo>
                    <a:pt x="237" y="72"/>
                  </a:lnTo>
                  <a:lnTo>
                    <a:pt x="250" y="73"/>
                  </a:lnTo>
                  <a:lnTo>
                    <a:pt x="261" y="74"/>
                  </a:lnTo>
                  <a:lnTo>
                    <a:pt x="272" y="77"/>
                  </a:lnTo>
                  <a:lnTo>
                    <a:pt x="282" y="80"/>
                  </a:lnTo>
                  <a:lnTo>
                    <a:pt x="292" y="84"/>
                  </a:lnTo>
                  <a:lnTo>
                    <a:pt x="301" y="89"/>
                  </a:lnTo>
                  <a:lnTo>
                    <a:pt x="308" y="94"/>
                  </a:lnTo>
                  <a:lnTo>
                    <a:pt x="315" y="99"/>
                  </a:lnTo>
                  <a:lnTo>
                    <a:pt x="326" y="109"/>
                  </a:lnTo>
                  <a:lnTo>
                    <a:pt x="335" y="118"/>
                  </a:lnTo>
                  <a:lnTo>
                    <a:pt x="340" y="124"/>
                  </a:lnTo>
                  <a:lnTo>
                    <a:pt x="342" y="127"/>
                  </a:lnTo>
                  <a:lnTo>
                    <a:pt x="345" y="132"/>
                  </a:lnTo>
                  <a:lnTo>
                    <a:pt x="350" y="128"/>
                  </a:lnTo>
                  <a:lnTo>
                    <a:pt x="361" y="120"/>
                  </a:lnTo>
                  <a:lnTo>
                    <a:pt x="372" y="114"/>
                  </a:lnTo>
                  <a:lnTo>
                    <a:pt x="386" y="110"/>
                  </a:lnTo>
                  <a:lnTo>
                    <a:pt x="398" y="108"/>
                  </a:lnTo>
                  <a:lnTo>
                    <a:pt x="412" y="106"/>
                  </a:lnTo>
                  <a:lnTo>
                    <a:pt x="425" y="109"/>
                  </a:lnTo>
                  <a:lnTo>
                    <a:pt x="440" y="112"/>
                  </a:lnTo>
                  <a:lnTo>
                    <a:pt x="454" y="118"/>
                  </a:lnTo>
                  <a:lnTo>
                    <a:pt x="464" y="123"/>
                  </a:lnTo>
                  <a:lnTo>
                    <a:pt x="473" y="127"/>
                  </a:lnTo>
                  <a:lnTo>
                    <a:pt x="481" y="132"/>
                  </a:lnTo>
                  <a:lnTo>
                    <a:pt x="489" y="137"/>
                  </a:lnTo>
                  <a:lnTo>
                    <a:pt x="494" y="141"/>
                  </a:lnTo>
                  <a:lnTo>
                    <a:pt x="498" y="146"/>
                  </a:lnTo>
                  <a:lnTo>
                    <a:pt x="502" y="151"/>
                  </a:lnTo>
                  <a:lnTo>
                    <a:pt x="504" y="157"/>
                  </a:lnTo>
                  <a:lnTo>
                    <a:pt x="505" y="162"/>
                  </a:lnTo>
                  <a:lnTo>
                    <a:pt x="506" y="168"/>
                  </a:lnTo>
                  <a:lnTo>
                    <a:pt x="506" y="174"/>
                  </a:lnTo>
                  <a:lnTo>
                    <a:pt x="505" y="181"/>
                  </a:lnTo>
                  <a:lnTo>
                    <a:pt x="504" y="188"/>
                  </a:lnTo>
                  <a:lnTo>
                    <a:pt x="501" y="196"/>
                  </a:lnTo>
                  <a:lnTo>
                    <a:pt x="498" y="206"/>
                  </a:lnTo>
                  <a:lnTo>
                    <a:pt x="494" y="215"/>
                  </a:lnTo>
                  <a:lnTo>
                    <a:pt x="485" y="233"/>
                  </a:lnTo>
                  <a:lnTo>
                    <a:pt x="476" y="258"/>
                  </a:lnTo>
                  <a:lnTo>
                    <a:pt x="466" y="287"/>
                  </a:lnTo>
                  <a:lnTo>
                    <a:pt x="456" y="322"/>
                  </a:lnTo>
                  <a:lnTo>
                    <a:pt x="445" y="362"/>
                  </a:lnTo>
                  <a:lnTo>
                    <a:pt x="435" y="406"/>
                  </a:lnTo>
                  <a:lnTo>
                    <a:pt x="430" y="429"/>
                  </a:lnTo>
                  <a:lnTo>
                    <a:pt x="426" y="454"/>
                  </a:lnTo>
                  <a:lnTo>
                    <a:pt x="422" y="478"/>
                  </a:lnTo>
                  <a:lnTo>
                    <a:pt x="419" y="504"/>
                  </a:lnTo>
                  <a:lnTo>
                    <a:pt x="418" y="515"/>
                  </a:lnTo>
                  <a:lnTo>
                    <a:pt x="427" y="510"/>
                  </a:lnTo>
                  <a:lnTo>
                    <a:pt x="464" y="490"/>
                  </a:lnTo>
                  <a:lnTo>
                    <a:pt x="501" y="472"/>
                  </a:lnTo>
                  <a:lnTo>
                    <a:pt x="536" y="455"/>
                  </a:lnTo>
                  <a:lnTo>
                    <a:pt x="571" y="438"/>
                  </a:lnTo>
                  <a:lnTo>
                    <a:pt x="604" y="423"/>
                  </a:lnTo>
                  <a:lnTo>
                    <a:pt x="635" y="410"/>
                  </a:lnTo>
                  <a:lnTo>
                    <a:pt x="664" y="396"/>
                  </a:lnTo>
                  <a:lnTo>
                    <a:pt x="690" y="385"/>
                  </a:lnTo>
                  <a:lnTo>
                    <a:pt x="694" y="383"/>
                  </a:lnTo>
                  <a:lnTo>
                    <a:pt x="694" y="380"/>
                  </a:lnTo>
                  <a:lnTo>
                    <a:pt x="695" y="358"/>
                  </a:lnTo>
                  <a:lnTo>
                    <a:pt x="697" y="335"/>
                  </a:lnTo>
                  <a:lnTo>
                    <a:pt x="701" y="315"/>
                  </a:lnTo>
                  <a:lnTo>
                    <a:pt x="706" y="294"/>
                  </a:lnTo>
                  <a:lnTo>
                    <a:pt x="712" y="274"/>
                  </a:lnTo>
                  <a:lnTo>
                    <a:pt x="720" y="256"/>
                  </a:lnTo>
                  <a:lnTo>
                    <a:pt x="728" y="236"/>
                  </a:lnTo>
                  <a:lnTo>
                    <a:pt x="737" y="219"/>
                  </a:lnTo>
                  <a:lnTo>
                    <a:pt x="749" y="201"/>
                  </a:lnTo>
                  <a:lnTo>
                    <a:pt x="760" y="185"/>
                  </a:lnTo>
                  <a:lnTo>
                    <a:pt x="772" y="169"/>
                  </a:lnTo>
                  <a:lnTo>
                    <a:pt x="784" y="153"/>
                  </a:lnTo>
                  <a:lnTo>
                    <a:pt x="798" y="139"/>
                  </a:lnTo>
                  <a:lnTo>
                    <a:pt x="812" y="126"/>
                  </a:lnTo>
                  <a:lnTo>
                    <a:pt x="826" y="113"/>
                  </a:lnTo>
                  <a:lnTo>
                    <a:pt x="840" y="99"/>
                  </a:lnTo>
                  <a:lnTo>
                    <a:pt x="855" y="88"/>
                  </a:lnTo>
                  <a:lnTo>
                    <a:pt x="870" y="77"/>
                  </a:lnTo>
                  <a:lnTo>
                    <a:pt x="884" y="67"/>
                  </a:lnTo>
                  <a:lnTo>
                    <a:pt x="900" y="58"/>
                  </a:lnTo>
                  <a:lnTo>
                    <a:pt x="928" y="40"/>
                  </a:lnTo>
                  <a:lnTo>
                    <a:pt x="957" y="26"/>
                  </a:lnTo>
                  <a:lnTo>
                    <a:pt x="982" y="15"/>
                  </a:lnTo>
                  <a:lnTo>
                    <a:pt x="1006" y="7"/>
                  </a:lnTo>
                  <a:lnTo>
                    <a:pt x="1017" y="4"/>
                  </a:lnTo>
                  <a:lnTo>
                    <a:pt x="1026" y="2"/>
                  </a:lnTo>
                  <a:lnTo>
                    <a:pt x="1035" y="1"/>
                  </a:lnTo>
                  <a:lnTo>
                    <a:pt x="1042" y="0"/>
                  </a:lnTo>
                  <a:lnTo>
                    <a:pt x="1091" y="53"/>
                  </a:lnTo>
                  <a:lnTo>
                    <a:pt x="1042" y="10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45" name="Freeform 50"/>
            <p:cNvSpPr>
              <a:spLocks/>
            </p:cNvSpPr>
            <p:nvPr userDrawn="1"/>
          </p:nvSpPr>
          <p:spPr bwMode="gray">
            <a:xfrm>
              <a:off x="7147" y="571"/>
              <a:ext cx="17" cy="15"/>
            </a:xfrm>
            <a:custGeom>
              <a:avLst/>
              <a:gdLst>
                <a:gd name="T0" fmla="*/ 44 w 202"/>
                <a:gd name="T1" fmla="*/ 0 h 178"/>
                <a:gd name="T2" fmla="*/ 32 w 202"/>
                <a:gd name="T3" fmla="*/ 1 h 178"/>
                <a:gd name="T4" fmla="*/ 21 w 202"/>
                <a:gd name="T5" fmla="*/ 3 h 178"/>
                <a:gd name="T6" fmla="*/ 17 w 202"/>
                <a:gd name="T7" fmla="*/ 5 h 178"/>
                <a:gd name="T8" fmla="*/ 13 w 202"/>
                <a:gd name="T9" fmla="*/ 7 h 178"/>
                <a:gd name="T10" fmla="*/ 10 w 202"/>
                <a:gd name="T11" fmla="*/ 9 h 178"/>
                <a:gd name="T12" fmla="*/ 8 w 202"/>
                <a:gd name="T13" fmla="*/ 12 h 178"/>
                <a:gd name="T14" fmla="*/ 4 w 202"/>
                <a:gd name="T15" fmla="*/ 19 h 178"/>
                <a:gd name="T16" fmla="*/ 1 w 202"/>
                <a:gd name="T17" fmla="*/ 25 h 178"/>
                <a:gd name="T18" fmla="*/ 0 w 202"/>
                <a:gd name="T19" fmla="*/ 32 h 178"/>
                <a:gd name="T20" fmla="*/ 1 w 202"/>
                <a:gd name="T21" fmla="*/ 38 h 178"/>
                <a:gd name="T22" fmla="*/ 2 w 202"/>
                <a:gd name="T23" fmla="*/ 45 h 178"/>
                <a:gd name="T24" fmla="*/ 5 w 202"/>
                <a:gd name="T25" fmla="*/ 51 h 178"/>
                <a:gd name="T26" fmla="*/ 7 w 202"/>
                <a:gd name="T27" fmla="*/ 57 h 178"/>
                <a:gd name="T28" fmla="*/ 10 w 202"/>
                <a:gd name="T29" fmla="*/ 63 h 178"/>
                <a:gd name="T30" fmla="*/ 15 w 202"/>
                <a:gd name="T31" fmla="*/ 74 h 178"/>
                <a:gd name="T32" fmla="*/ 22 w 202"/>
                <a:gd name="T33" fmla="*/ 84 h 178"/>
                <a:gd name="T34" fmla="*/ 30 w 202"/>
                <a:gd name="T35" fmla="*/ 95 h 178"/>
                <a:gd name="T36" fmla="*/ 38 w 202"/>
                <a:gd name="T37" fmla="*/ 104 h 178"/>
                <a:gd name="T38" fmla="*/ 48 w 202"/>
                <a:gd name="T39" fmla="*/ 114 h 178"/>
                <a:gd name="T40" fmla="*/ 59 w 202"/>
                <a:gd name="T41" fmla="*/ 124 h 178"/>
                <a:gd name="T42" fmla="*/ 69 w 202"/>
                <a:gd name="T43" fmla="*/ 133 h 178"/>
                <a:gd name="T44" fmla="*/ 80 w 202"/>
                <a:gd name="T45" fmla="*/ 141 h 178"/>
                <a:gd name="T46" fmla="*/ 91 w 202"/>
                <a:gd name="T47" fmla="*/ 149 h 178"/>
                <a:gd name="T48" fmla="*/ 102 w 202"/>
                <a:gd name="T49" fmla="*/ 156 h 178"/>
                <a:gd name="T50" fmla="*/ 114 w 202"/>
                <a:gd name="T51" fmla="*/ 162 h 178"/>
                <a:gd name="T52" fmla="*/ 125 w 202"/>
                <a:gd name="T53" fmla="*/ 168 h 178"/>
                <a:gd name="T54" fmla="*/ 136 w 202"/>
                <a:gd name="T55" fmla="*/ 172 h 178"/>
                <a:gd name="T56" fmla="*/ 146 w 202"/>
                <a:gd name="T57" fmla="*/ 175 h 178"/>
                <a:gd name="T58" fmla="*/ 157 w 202"/>
                <a:gd name="T59" fmla="*/ 177 h 178"/>
                <a:gd name="T60" fmla="*/ 166 w 202"/>
                <a:gd name="T61" fmla="*/ 178 h 178"/>
                <a:gd name="T62" fmla="*/ 171 w 202"/>
                <a:gd name="T63" fmla="*/ 178 h 178"/>
                <a:gd name="T64" fmla="*/ 176 w 202"/>
                <a:gd name="T65" fmla="*/ 177 h 178"/>
                <a:gd name="T66" fmla="*/ 181 w 202"/>
                <a:gd name="T67" fmla="*/ 176 h 178"/>
                <a:gd name="T68" fmla="*/ 185 w 202"/>
                <a:gd name="T69" fmla="*/ 174 h 178"/>
                <a:gd name="T70" fmla="*/ 188 w 202"/>
                <a:gd name="T71" fmla="*/ 172 h 178"/>
                <a:gd name="T72" fmla="*/ 192 w 202"/>
                <a:gd name="T73" fmla="*/ 170 h 178"/>
                <a:gd name="T74" fmla="*/ 195 w 202"/>
                <a:gd name="T75" fmla="*/ 167 h 178"/>
                <a:gd name="T76" fmla="*/ 197 w 202"/>
                <a:gd name="T77" fmla="*/ 163 h 178"/>
                <a:gd name="T78" fmla="*/ 200 w 202"/>
                <a:gd name="T79" fmla="*/ 158 h 178"/>
                <a:gd name="T80" fmla="*/ 201 w 202"/>
                <a:gd name="T81" fmla="*/ 153 h 178"/>
                <a:gd name="T82" fmla="*/ 202 w 202"/>
                <a:gd name="T83" fmla="*/ 147 h 178"/>
                <a:gd name="T84" fmla="*/ 202 w 202"/>
                <a:gd name="T85" fmla="*/ 141 h 178"/>
                <a:gd name="T86" fmla="*/ 202 w 202"/>
                <a:gd name="T87" fmla="*/ 134 h 178"/>
                <a:gd name="T88" fmla="*/ 201 w 202"/>
                <a:gd name="T89" fmla="*/ 126 h 178"/>
                <a:gd name="T90" fmla="*/ 199 w 202"/>
                <a:gd name="T91" fmla="*/ 118 h 178"/>
                <a:gd name="T92" fmla="*/ 196 w 202"/>
                <a:gd name="T93" fmla="*/ 109 h 178"/>
                <a:gd name="T94" fmla="*/ 193 w 202"/>
                <a:gd name="T95" fmla="*/ 100 h 178"/>
                <a:gd name="T96" fmla="*/ 189 w 202"/>
                <a:gd name="T97" fmla="*/ 91 h 178"/>
                <a:gd name="T98" fmla="*/ 185 w 202"/>
                <a:gd name="T99" fmla="*/ 83 h 178"/>
                <a:gd name="T100" fmla="*/ 179 w 202"/>
                <a:gd name="T101" fmla="*/ 75 h 178"/>
                <a:gd name="T102" fmla="*/ 173 w 202"/>
                <a:gd name="T103" fmla="*/ 65 h 178"/>
                <a:gd name="T104" fmla="*/ 167 w 202"/>
                <a:gd name="T105" fmla="*/ 57 h 178"/>
                <a:gd name="T106" fmla="*/ 160 w 202"/>
                <a:gd name="T107" fmla="*/ 50 h 178"/>
                <a:gd name="T108" fmla="*/ 151 w 202"/>
                <a:gd name="T109" fmla="*/ 43 h 178"/>
                <a:gd name="T110" fmla="*/ 138 w 202"/>
                <a:gd name="T111" fmla="*/ 34 h 178"/>
                <a:gd name="T112" fmla="*/ 125 w 202"/>
                <a:gd name="T113" fmla="*/ 25 h 178"/>
                <a:gd name="T114" fmla="*/ 111 w 202"/>
                <a:gd name="T115" fmla="*/ 18 h 178"/>
                <a:gd name="T116" fmla="*/ 97 w 202"/>
                <a:gd name="T117" fmla="*/ 11 h 178"/>
                <a:gd name="T118" fmla="*/ 83 w 202"/>
                <a:gd name="T119" fmla="*/ 6 h 178"/>
                <a:gd name="T120" fmla="*/ 70 w 202"/>
                <a:gd name="T121" fmla="*/ 3 h 178"/>
                <a:gd name="T122" fmla="*/ 57 w 202"/>
                <a:gd name="T123" fmla="*/ 1 h 178"/>
                <a:gd name="T124" fmla="*/ 44 w 202"/>
                <a:gd name="T125" fmla="*/ 0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02" h="178">
                  <a:moveTo>
                    <a:pt x="44" y="0"/>
                  </a:moveTo>
                  <a:lnTo>
                    <a:pt x="32" y="1"/>
                  </a:lnTo>
                  <a:lnTo>
                    <a:pt x="21" y="3"/>
                  </a:lnTo>
                  <a:lnTo>
                    <a:pt x="17" y="5"/>
                  </a:lnTo>
                  <a:lnTo>
                    <a:pt x="13" y="7"/>
                  </a:lnTo>
                  <a:lnTo>
                    <a:pt x="10" y="9"/>
                  </a:lnTo>
                  <a:lnTo>
                    <a:pt x="8" y="12"/>
                  </a:lnTo>
                  <a:lnTo>
                    <a:pt x="4" y="19"/>
                  </a:lnTo>
                  <a:lnTo>
                    <a:pt x="1" y="25"/>
                  </a:lnTo>
                  <a:lnTo>
                    <a:pt x="0" y="32"/>
                  </a:lnTo>
                  <a:lnTo>
                    <a:pt x="1" y="38"/>
                  </a:lnTo>
                  <a:lnTo>
                    <a:pt x="2" y="45"/>
                  </a:lnTo>
                  <a:lnTo>
                    <a:pt x="5" y="51"/>
                  </a:lnTo>
                  <a:lnTo>
                    <a:pt x="7" y="57"/>
                  </a:lnTo>
                  <a:lnTo>
                    <a:pt x="10" y="63"/>
                  </a:lnTo>
                  <a:lnTo>
                    <a:pt x="15" y="74"/>
                  </a:lnTo>
                  <a:lnTo>
                    <a:pt x="22" y="84"/>
                  </a:lnTo>
                  <a:lnTo>
                    <a:pt x="30" y="95"/>
                  </a:lnTo>
                  <a:lnTo>
                    <a:pt x="38" y="104"/>
                  </a:lnTo>
                  <a:lnTo>
                    <a:pt x="48" y="114"/>
                  </a:lnTo>
                  <a:lnTo>
                    <a:pt x="59" y="124"/>
                  </a:lnTo>
                  <a:lnTo>
                    <a:pt x="69" y="133"/>
                  </a:lnTo>
                  <a:lnTo>
                    <a:pt x="80" y="141"/>
                  </a:lnTo>
                  <a:lnTo>
                    <a:pt x="91" y="149"/>
                  </a:lnTo>
                  <a:lnTo>
                    <a:pt x="102" y="156"/>
                  </a:lnTo>
                  <a:lnTo>
                    <a:pt x="114" y="162"/>
                  </a:lnTo>
                  <a:lnTo>
                    <a:pt x="125" y="168"/>
                  </a:lnTo>
                  <a:lnTo>
                    <a:pt x="136" y="172"/>
                  </a:lnTo>
                  <a:lnTo>
                    <a:pt x="146" y="175"/>
                  </a:lnTo>
                  <a:lnTo>
                    <a:pt x="157" y="177"/>
                  </a:lnTo>
                  <a:lnTo>
                    <a:pt x="166" y="178"/>
                  </a:lnTo>
                  <a:lnTo>
                    <a:pt x="171" y="178"/>
                  </a:lnTo>
                  <a:lnTo>
                    <a:pt x="176" y="177"/>
                  </a:lnTo>
                  <a:lnTo>
                    <a:pt x="181" y="176"/>
                  </a:lnTo>
                  <a:lnTo>
                    <a:pt x="185" y="174"/>
                  </a:lnTo>
                  <a:lnTo>
                    <a:pt x="188" y="172"/>
                  </a:lnTo>
                  <a:lnTo>
                    <a:pt x="192" y="170"/>
                  </a:lnTo>
                  <a:lnTo>
                    <a:pt x="195" y="167"/>
                  </a:lnTo>
                  <a:lnTo>
                    <a:pt x="197" y="163"/>
                  </a:lnTo>
                  <a:lnTo>
                    <a:pt x="200" y="158"/>
                  </a:lnTo>
                  <a:lnTo>
                    <a:pt x="201" y="153"/>
                  </a:lnTo>
                  <a:lnTo>
                    <a:pt x="202" y="147"/>
                  </a:lnTo>
                  <a:lnTo>
                    <a:pt x="202" y="141"/>
                  </a:lnTo>
                  <a:lnTo>
                    <a:pt x="202" y="134"/>
                  </a:lnTo>
                  <a:lnTo>
                    <a:pt x="201" y="126"/>
                  </a:lnTo>
                  <a:lnTo>
                    <a:pt x="199" y="118"/>
                  </a:lnTo>
                  <a:lnTo>
                    <a:pt x="196" y="109"/>
                  </a:lnTo>
                  <a:lnTo>
                    <a:pt x="193" y="100"/>
                  </a:lnTo>
                  <a:lnTo>
                    <a:pt x="189" y="91"/>
                  </a:lnTo>
                  <a:lnTo>
                    <a:pt x="185" y="83"/>
                  </a:lnTo>
                  <a:lnTo>
                    <a:pt x="179" y="75"/>
                  </a:lnTo>
                  <a:lnTo>
                    <a:pt x="173" y="65"/>
                  </a:lnTo>
                  <a:lnTo>
                    <a:pt x="167" y="57"/>
                  </a:lnTo>
                  <a:lnTo>
                    <a:pt x="160" y="50"/>
                  </a:lnTo>
                  <a:lnTo>
                    <a:pt x="151" y="43"/>
                  </a:lnTo>
                  <a:lnTo>
                    <a:pt x="138" y="34"/>
                  </a:lnTo>
                  <a:lnTo>
                    <a:pt x="125" y="25"/>
                  </a:lnTo>
                  <a:lnTo>
                    <a:pt x="111" y="18"/>
                  </a:lnTo>
                  <a:lnTo>
                    <a:pt x="97" y="11"/>
                  </a:lnTo>
                  <a:lnTo>
                    <a:pt x="83" y="6"/>
                  </a:lnTo>
                  <a:lnTo>
                    <a:pt x="70" y="3"/>
                  </a:lnTo>
                  <a:lnTo>
                    <a:pt x="57" y="1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46" name="Freeform 51"/>
            <p:cNvSpPr>
              <a:spLocks/>
            </p:cNvSpPr>
            <p:nvPr userDrawn="1"/>
          </p:nvSpPr>
          <p:spPr bwMode="gray">
            <a:xfrm>
              <a:off x="6747" y="571"/>
              <a:ext cx="17" cy="13"/>
            </a:xfrm>
            <a:custGeom>
              <a:avLst/>
              <a:gdLst>
                <a:gd name="T0" fmla="*/ 39 w 203"/>
                <a:gd name="T1" fmla="*/ 0 h 161"/>
                <a:gd name="T2" fmla="*/ 31 w 203"/>
                <a:gd name="T3" fmla="*/ 1 h 161"/>
                <a:gd name="T4" fmla="*/ 23 w 203"/>
                <a:gd name="T5" fmla="*/ 3 h 161"/>
                <a:gd name="T6" fmla="*/ 17 w 203"/>
                <a:gd name="T7" fmla="*/ 7 h 161"/>
                <a:gd name="T8" fmla="*/ 11 w 203"/>
                <a:gd name="T9" fmla="*/ 12 h 161"/>
                <a:gd name="T10" fmla="*/ 6 w 203"/>
                <a:gd name="T11" fmla="*/ 18 h 161"/>
                <a:gd name="T12" fmla="*/ 3 w 203"/>
                <a:gd name="T13" fmla="*/ 26 h 161"/>
                <a:gd name="T14" fmla="*/ 1 w 203"/>
                <a:gd name="T15" fmla="*/ 32 h 161"/>
                <a:gd name="T16" fmla="*/ 0 w 203"/>
                <a:gd name="T17" fmla="*/ 39 h 161"/>
                <a:gd name="T18" fmla="*/ 1 w 203"/>
                <a:gd name="T19" fmla="*/ 46 h 161"/>
                <a:gd name="T20" fmla="*/ 2 w 203"/>
                <a:gd name="T21" fmla="*/ 53 h 161"/>
                <a:gd name="T22" fmla="*/ 4 w 203"/>
                <a:gd name="T23" fmla="*/ 60 h 161"/>
                <a:gd name="T24" fmla="*/ 8 w 203"/>
                <a:gd name="T25" fmla="*/ 68 h 161"/>
                <a:gd name="T26" fmla="*/ 13 w 203"/>
                <a:gd name="T27" fmla="*/ 78 h 161"/>
                <a:gd name="T28" fmla="*/ 19 w 203"/>
                <a:gd name="T29" fmla="*/ 86 h 161"/>
                <a:gd name="T30" fmla="*/ 26 w 203"/>
                <a:gd name="T31" fmla="*/ 94 h 161"/>
                <a:gd name="T32" fmla="*/ 34 w 203"/>
                <a:gd name="T33" fmla="*/ 103 h 161"/>
                <a:gd name="T34" fmla="*/ 42 w 203"/>
                <a:gd name="T35" fmla="*/ 111 h 161"/>
                <a:gd name="T36" fmla="*/ 52 w 203"/>
                <a:gd name="T37" fmla="*/ 118 h 161"/>
                <a:gd name="T38" fmla="*/ 62 w 203"/>
                <a:gd name="T39" fmla="*/ 126 h 161"/>
                <a:gd name="T40" fmla="*/ 73 w 203"/>
                <a:gd name="T41" fmla="*/ 133 h 161"/>
                <a:gd name="T42" fmla="*/ 83 w 203"/>
                <a:gd name="T43" fmla="*/ 139 h 161"/>
                <a:gd name="T44" fmla="*/ 94 w 203"/>
                <a:gd name="T45" fmla="*/ 144 h 161"/>
                <a:gd name="T46" fmla="*/ 105 w 203"/>
                <a:gd name="T47" fmla="*/ 149 h 161"/>
                <a:gd name="T48" fmla="*/ 117 w 203"/>
                <a:gd name="T49" fmla="*/ 153 h 161"/>
                <a:gd name="T50" fmla="*/ 128 w 203"/>
                <a:gd name="T51" fmla="*/ 157 h 161"/>
                <a:gd name="T52" fmla="*/ 139 w 203"/>
                <a:gd name="T53" fmla="*/ 159 h 161"/>
                <a:gd name="T54" fmla="*/ 149 w 203"/>
                <a:gd name="T55" fmla="*/ 161 h 161"/>
                <a:gd name="T56" fmla="*/ 159 w 203"/>
                <a:gd name="T57" fmla="*/ 161 h 161"/>
                <a:gd name="T58" fmla="*/ 167 w 203"/>
                <a:gd name="T59" fmla="*/ 161 h 161"/>
                <a:gd name="T60" fmla="*/ 173 w 203"/>
                <a:gd name="T61" fmla="*/ 160 h 161"/>
                <a:gd name="T62" fmla="*/ 179 w 203"/>
                <a:gd name="T63" fmla="*/ 159 h 161"/>
                <a:gd name="T64" fmla="*/ 184 w 203"/>
                <a:gd name="T65" fmla="*/ 157 h 161"/>
                <a:gd name="T66" fmla="*/ 189 w 203"/>
                <a:gd name="T67" fmla="*/ 155 h 161"/>
                <a:gd name="T68" fmla="*/ 193 w 203"/>
                <a:gd name="T69" fmla="*/ 152 h 161"/>
                <a:gd name="T70" fmla="*/ 197 w 203"/>
                <a:gd name="T71" fmla="*/ 149 h 161"/>
                <a:gd name="T72" fmla="*/ 201 w 203"/>
                <a:gd name="T73" fmla="*/ 145 h 161"/>
                <a:gd name="T74" fmla="*/ 202 w 203"/>
                <a:gd name="T75" fmla="*/ 142 h 161"/>
                <a:gd name="T76" fmla="*/ 203 w 203"/>
                <a:gd name="T77" fmla="*/ 139 h 161"/>
                <a:gd name="T78" fmla="*/ 203 w 203"/>
                <a:gd name="T79" fmla="*/ 135 h 161"/>
                <a:gd name="T80" fmla="*/ 203 w 203"/>
                <a:gd name="T81" fmla="*/ 131 h 161"/>
                <a:gd name="T82" fmla="*/ 201 w 203"/>
                <a:gd name="T83" fmla="*/ 124 h 161"/>
                <a:gd name="T84" fmla="*/ 198 w 203"/>
                <a:gd name="T85" fmla="*/ 117 h 161"/>
                <a:gd name="T86" fmla="*/ 193 w 203"/>
                <a:gd name="T87" fmla="*/ 107 h 161"/>
                <a:gd name="T88" fmla="*/ 187 w 203"/>
                <a:gd name="T89" fmla="*/ 98 h 161"/>
                <a:gd name="T90" fmla="*/ 179 w 203"/>
                <a:gd name="T91" fmla="*/ 88 h 161"/>
                <a:gd name="T92" fmla="*/ 171 w 203"/>
                <a:gd name="T93" fmla="*/ 78 h 161"/>
                <a:gd name="T94" fmla="*/ 162 w 203"/>
                <a:gd name="T95" fmla="*/ 68 h 161"/>
                <a:gd name="T96" fmla="*/ 151 w 203"/>
                <a:gd name="T97" fmla="*/ 58 h 161"/>
                <a:gd name="T98" fmla="*/ 140 w 203"/>
                <a:gd name="T99" fmla="*/ 49 h 161"/>
                <a:gd name="T100" fmla="*/ 129 w 203"/>
                <a:gd name="T101" fmla="*/ 40 h 161"/>
                <a:gd name="T102" fmla="*/ 118 w 203"/>
                <a:gd name="T103" fmla="*/ 32 h 161"/>
                <a:gd name="T104" fmla="*/ 105 w 203"/>
                <a:gd name="T105" fmla="*/ 24 h 161"/>
                <a:gd name="T106" fmla="*/ 94 w 203"/>
                <a:gd name="T107" fmla="*/ 17 h 161"/>
                <a:gd name="T108" fmla="*/ 82 w 203"/>
                <a:gd name="T109" fmla="*/ 11 h 161"/>
                <a:gd name="T110" fmla="*/ 71 w 203"/>
                <a:gd name="T111" fmla="*/ 6 h 161"/>
                <a:gd name="T112" fmla="*/ 60 w 203"/>
                <a:gd name="T113" fmla="*/ 3 h 161"/>
                <a:gd name="T114" fmla="*/ 49 w 203"/>
                <a:gd name="T115" fmla="*/ 1 h 161"/>
                <a:gd name="T116" fmla="*/ 39 w 203"/>
                <a:gd name="T117" fmla="*/ 0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03" h="161">
                  <a:moveTo>
                    <a:pt x="39" y="0"/>
                  </a:moveTo>
                  <a:lnTo>
                    <a:pt x="31" y="1"/>
                  </a:lnTo>
                  <a:lnTo>
                    <a:pt x="23" y="3"/>
                  </a:lnTo>
                  <a:lnTo>
                    <a:pt x="17" y="7"/>
                  </a:lnTo>
                  <a:lnTo>
                    <a:pt x="11" y="12"/>
                  </a:lnTo>
                  <a:lnTo>
                    <a:pt x="6" y="18"/>
                  </a:lnTo>
                  <a:lnTo>
                    <a:pt x="3" y="26"/>
                  </a:lnTo>
                  <a:lnTo>
                    <a:pt x="1" y="32"/>
                  </a:lnTo>
                  <a:lnTo>
                    <a:pt x="0" y="39"/>
                  </a:lnTo>
                  <a:lnTo>
                    <a:pt x="1" y="46"/>
                  </a:lnTo>
                  <a:lnTo>
                    <a:pt x="2" y="53"/>
                  </a:lnTo>
                  <a:lnTo>
                    <a:pt x="4" y="60"/>
                  </a:lnTo>
                  <a:lnTo>
                    <a:pt x="8" y="68"/>
                  </a:lnTo>
                  <a:lnTo>
                    <a:pt x="13" y="78"/>
                  </a:lnTo>
                  <a:lnTo>
                    <a:pt x="19" y="86"/>
                  </a:lnTo>
                  <a:lnTo>
                    <a:pt x="26" y="94"/>
                  </a:lnTo>
                  <a:lnTo>
                    <a:pt x="34" y="103"/>
                  </a:lnTo>
                  <a:lnTo>
                    <a:pt x="42" y="111"/>
                  </a:lnTo>
                  <a:lnTo>
                    <a:pt x="52" y="118"/>
                  </a:lnTo>
                  <a:lnTo>
                    <a:pt x="62" y="126"/>
                  </a:lnTo>
                  <a:lnTo>
                    <a:pt x="73" y="133"/>
                  </a:lnTo>
                  <a:lnTo>
                    <a:pt x="83" y="139"/>
                  </a:lnTo>
                  <a:lnTo>
                    <a:pt x="94" y="144"/>
                  </a:lnTo>
                  <a:lnTo>
                    <a:pt x="105" y="149"/>
                  </a:lnTo>
                  <a:lnTo>
                    <a:pt x="117" y="153"/>
                  </a:lnTo>
                  <a:lnTo>
                    <a:pt x="128" y="157"/>
                  </a:lnTo>
                  <a:lnTo>
                    <a:pt x="139" y="159"/>
                  </a:lnTo>
                  <a:lnTo>
                    <a:pt x="149" y="161"/>
                  </a:lnTo>
                  <a:lnTo>
                    <a:pt x="159" y="161"/>
                  </a:lnTo>
                  <a:lnTo>
                    <a:pt x="167" y="161"/>
                  </a:lnTo>
                  <a:lnTo>
                    <a:pt x="173" y="160"/>
                  </a:lnTo>
                  <a:lnTo>
                    <a:pt x="179" y="159"/>
                  </a:lnTo>
                  <a:lnTo>
                    <a:pt x="184" y="157"/>
                  </a:lnTo>
                  <a:lnTo>
                    <a:pt x="189" y="155"/>
                  </a:lnTo>
                  <a:lnTo>
                    <a:pt x="193" y="152"/>
                  </a:lnTo>
                  <a:lnTo>
                    <a:pt x="197" y="149"/>
                  </a:lnTo>
                  <a:lnTo>
                    <a:pt x="201" y="145"/>
                  </a:lnTo>
                  <a:lnTo>
                    <a:pt x="202" y="142"/>
                  </a:lnTo>
                  <a:lnTo>
                    <a:pt x="203" y="139"/>
                  </a:lnTo>
                  <a:lnTo>
                    <a:pt x="203" y="135"/>
                  </a:lnTo>
                  <a:lnTo>
                    <a:pt x="203" y="131"/>
                  </a:lnTo>
                  <a:lnTo>
                    <a:pt x="201" y="124"/>
                  </a:lnTo>
                  <a:lnTo>
                    <a:pt x="198" y="117"/>
                  </a:lnTo>
                  <a:lnTo>
                    <a:pt x="193" y="107"/>
                  </a:lnTo>
                  <a:lnTo>
                    <a:pt x="187" y="98"/>
                  </a:lnTo>
                  <a:lnTo>
                    <a:pt x="179" y="88"/>
                  </a:lnTo>
                  <a:lnTo>
                    <a:pt x="171" y="78"/>
                  </a:lnTo>
                  <a:lnTo>
                    <a:pt x="162" y="68"/>
                  </a:lnTo>
                  <a:lnTo>
                    <a:pt x="151" y="58"/>
                  </a:lnTo>
                  <a:lnTo>
                    <a:pt x="140" y="49"/>
                  </a:lnTo>
                  <a:lnTo>
                    <a:pt x="129" y="40"/>
                  </a:lnTo>
                  <a:lnTo>
                    <a:pt x="118" y="32"/>
                  </a:lnTo>
                  <a:lnTo>
                    <a:pt x="105" y="24"/>
                  </a:lnTo>
                  <a:lnTo>
                    <a:pt x="94" y="17"/>
                  </a:lnTo>
                  <a:lnTo>
                    <a:pt x="82" y="11"/>
                  </a:lnTo>
                  <a:lnTo>
                    <a:pt x="71" y="6"/>
                  </a:lnTo>
                  <a:lnTo>
                    <a:pt x="60" y="3"/>
                  </a:lnTo>
                  <a:lnTo>
                    <a:pt x="49" y="1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47" name="Freeform 52"/>
            <p:cNvSpPr>
              <a:spLocks/>
            </p:cNvSpPr>
            <p:nvPr userDrawn="1"/>
          </p:nvSpPr>
          <p:spPr bwMode="gray">
            <a:xfrm>
              <a:off x="6162" y="347"/>
              <a:ext cx="109" cy="148"/>
            </a:xfrm>
            <a:custGeom>
              <a:avLst/>
              <a:gdLst>
                <a:gd name="T0" fmla="*/ 139 w 1310"/>
                <a:gd name="T1" fmla="*/ 1401 h 1770"/>
                <a:gd name="T2" fmla="*/ 306 w 1310"/>
                <a:gd name="T3" fmla="*/ 1438 h 1770"/>
                <a:gd name="T4" fmla="*/ 458 w 1310"/>
                <a:gd name="T5" fmla="*/ 1457 h 1770"/>
                <a:gd name="T6" fmla="*/ 615 w 1310"/>
                <a:gd name="T7" fmla="*/ 1458 h 1770"/>
                <a:gd name="T8" fmla="*/ 741 w 1310"/>
                <a:gd name="T9" fmla="*/ 1434 h 1770"/>
                <a:gd name="T10" fmla="*/ 790 w 1310"/>
                <a:gd name="T11" fmla="*/ 1409 h 1770"/>
                <a:gd name="T12" fmla="*/ 825 w 1310"/>
                <a:gd name="T13" fmla="*/ 1378 h 1770"/>
                <a:gd name="T14" fmla="*/ 844 w 1310"/>
                <a:gd name="T15" fmla="*/ 1337 h 1770"/>
                <a:gd name="T16" fmla="*/ 848 w 1310"/>
                <a:gd name="T17" fmla="*/ 1285 h 1770"/>
                <a:gd name="T18" fmla="*/ 824 w 1310"/>
                <a:gd name="T19" fmla="*/ 1220 h 1770"/>
                <a:gd name="T20" fmla="*/ 749 w 1310"/>
                <a:gd name="T21" fmla="*/ 1161 h 1770"/>
                <a:gd name="T22" fmla="*/ 571 w 1310"/>
                <a:gd name="T23" fmla="*/ 1078 h 1770"/>
                <a:gd name="T24" fmla="*/ 321 w 1310"/>
                <a:gd name="T25" fmla="*/ 964 h 1770"/>
                <a:gd name="T26" fmla="*/ 198 w 1310"/>
                <a:gd name="T27" fmla="*/ 893 h 1770"/>
                <a:gd name="T28" fmla="*/ 116 w 1310"/>
                <a:gd name="T29" fmla="*/ 826 h 1770"/>
                <a:gd name="T30" fmla="*/ 52 w 1310"/>
                <a:gd name="T31" fmla="*/ 736 h 1770"/>
                <a:gd name="T32" fmla="*/ 13 w 1310"/>
                <a:gd name="T33" fmla="*/ 633 h 1770"/>
                <a:gd name="T34" fmla="*/ 0 w 1310"/>
                <a:gd name="T35" fmla="*/ 516 h 1770"/>
                <a:gd name="T36" fmla="*/ 19 w 1310"/>
                <a:gd name="T37" fmla="*/ 370 h 1770"/>
                <a:gd name="T38" fmla="*/ 75 w 1310"/>
                <a:gd name="T39" fmla="*/ 247 h 1770"/>
                <a:gd name="T40" fmla="*/ 169 w 1310"/>
                <a:gd name="T41" fmla="*/ 148 h 1770"/>
                <a:gd name="T42" fmla="*/ 294 w 1310"/>
                <a:gd name="T43" fmla="*/ 73 h 1770"/>
                <a:gd name="T44" fmla="*/ 443 w 1310"/>
                <a:gd name="T45" fmla="*/ 24 h 1770"/>
                <a:gd name="T46" fmla="*/ 614 w 1310"/>
                <a:gd name="T47" fmla="*/ 2 h 1770"/>
                <a:gd name="T48" fmla="*/ 836 w 1310"/>
                <a:gd name="T49" fmla="*/ 8 h 1770"/>
                <a:gd name="T50" fmla="*/ 1177 w 1310"/>
                <a:gd name="T51" fmla="*/ 61 h 1770"/>
                <a:gd name="T52" fmla="*/ 1060 w 1310"/>
                <a:gd name="T53" fmla="*/ 344 h 1770"/>
                <a:gd name="T54" fmla="*/ 921 w 1310"/>
                <a:gd name="T55" fmla="*/ 309 h 1770"/>
                <a:gd name="T56" fmla="*/ 787 w 1310"/>
                <a:gd name="T57" fmla="*/ 292 h 1770"/>
                <a:gd name="T58" fmla="*/ 638 w 1310"/>
                <a:gd name="T59" fmla="*/ 296 h 1770"/>
                <a:gd name="T60" fmla="*/ 521 w 1310"/>
                <a:gd name="T61" fmla="*/ 331 h 1770"/>
                <a:gd name="T62" fmla="*/ 483 w 1310"/>
                <a:gd name="T63" fmla="*/ 359 h 1770"/>
                <a:gd name="T64" fmla="*/ 459 w 1310"/>
                <a:gd name="T65" fmla="*/ 395 h 1770"/>
                <a:gd name="T66" fmla="*/ 450 w 1310"/>
                <a:gd name="T67" fmla="*/ 439 h 1770"/>
                <a:gd name="T68" fmla="*/ 463 w 1310"/>
                <a:gd name="T69" fmla="*/ 502 h 1770"/>
                <a:gd name="T70" fmla="*/ 521 w 1310"/>
                <a:gd name="T71" fmla="*/ 553 h 1770"/>
                <a:gd name="T72" fmla="*/ 674 w 1310"/>
                <a:gd name="T73" fmla="*/ 629 h 1770"/>
                <a:gd name="T74" fmla="*/ 946 w 1310"/>
                <a:gd name="T75" fmla="*/ 756 h 1770"/>
                <a:gd name="T76" fmla="*/ 1080 w 1310"/>
                <a:gd name="T77" fmla="*/ 832 h 1770"/>
                <a:gd name="T78" fmla="*/ 1174 w 1310"/>
                <a:gd name="T79" fmla="*/ 901 h 1770"/>
                <a:gd name="T80" fmla="*/ 1241 w 1310"/>
                <a:gd name="T81" fmla="*/ 979 h 1770"/>
                <a:gd name="T82" fmla="*/ 1287 w 1310"/>
                <a:gd name="T83" fmla="*/ 1074 h 1770"/>
                <a:gd name="T84" fmla="*/ 1308 w 1310"/>
                <a:gd name="T85" fmla="*/ 1182 h 1770"/>
                <a:gd name="T86" fmla="*/ 1301 w 1310"/>
                <a:gd name="T87" fmla="*/ 1328 h 1770"/>
                <a:gd name="T88" fmla="*/ 1276 w 1310"/>
                <a:gd name="T89" fmla="*/ 1418 h 1770"/>
                <a:gd name="T90" fmla="*/ 1242 w 1310"/>
                <a:gd name="T91" fmla="*/ 1486 h 1770"/>
                <a:gd name="T92" fmla="*/ 1196 w 1310"/>
                <a:gd name="T93" fmla="*/ 1547 h 1770"/>
                <a:gd name="T94" fmla="*/ 1098 w 1310"/>
                <a:gd name="T95" fmla="*/ 1633 h 1770"/>
                <a:gd name="T96" fmla="*/ 965 w 1310"/>
                <a:gd name="T97" fmla="*/ 1703 h 1770"/>
                <a:gd name="T98" fmla="*/ 813 w 1310"/>
                <a:gd name="T99" fmla="*/ 1747 h 1770"/>
                <a:gd name="T100" fmla="*/ 639 w 1310"/>
                <a:gd name="T101" fmla="*/ 1768 h 1770"/>
                <a:gd name="T102" fmla="*/ 366 w 1310"/>
                <a:gd name="T103" fmla="*/ 1761 h 1770"/>
                <a:gd name="T104" fmla="*/ 34 w 1310"/>
                <a:gd name="T105" fmla="*/ 1707 h 17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310" h="1770">
                  <a:moveTo>
                    <a:pt x="34" y="1707"/>
                  </a:moveTo>
                  <a:lnTo>
                    <a:pt x="34" y="1371"/>
                  </a:lnTo>
                  <a:lnTo>
                    <a:pt x="70" y="1382"/>
                  </a:lnTo>
                  <a:lnTo>
                    <a:pt x="105" y="1392"/>
                  </a:lnTo>
                  <a:lnTo>
                    <a:pt x="139" y="1401"/>
                  </a:lnTo>
                  <a:lnTo>
                    <a:pt x="174" y="1410"/>
                  </a:lnTo>
                  <a:lnTo>
                    <a:pt x="208" y="1419"/>
                  </a:lnTo>
                  <a:lnTo>
                    <a:pt x="240" y="1426"/>
                  </a:lnTo>
                  <a:lnTo>
                    <a:pt x="273" y="1432"/>
                  </a:lnTo>
                  <a:lnTo>
                    <a:pt x="306" y="1438"/>
                  </a:lnTo>
                  <a:lnTo>
                    <a:pt x="336" y="1444"/>
                  </a:lnTo>
                  <a:lnTo>
                    <a:pt x="368" y="1448"/>
                  </a:lnTo>
                  <a:lnTo>
                    <a:pt x="399" y="1452"/>
                  </a:lnTo>
                  <a:lnTo>
                    <a:pt x="428" y="1455"/>
                  </a:lnTo>
                  <a:lnTo>
                    <a:pt x="458" y="1457"/>
                  </a:lnTo>
                  <a:lnTo>
                    <a:pt x="486" y="1459"/>
                  </a:lnTo>
                  <a:lnTo>
                    <a:pt x="515" y="1460"/>
                  </a:lnTo>
                  <a:lnTo>
                    <a:pt x="543" y="1461"/>
                  </a:lnTo>
                  <a:lnTo>
                    <a:pt x="580" y="1460"/>
                  </a:lnTo>
                  <a:lnTo>
                    <a:pt x="615" y="1458"/>
                  </a:lnTo>
                  <a:lnTo>
                    <a:pt x="646" y="1455"/>
                  </a:lnTo>
                  <a:lnTo>
                    <a:pt x="677" y="1451"/>
                  </a:lnTo>
                  <a:lnTo>
                    <a:pt x="705" y="1445"/>
                  </a:lnTo>
                  <a:lnTo>
                    <a:pt x="729" y="1438"/>
                  </a:lnTo>
                  <a:lnTo>
                    <a:pt x="741" y="1434"/>
                  </a:lnTo>
                  <a:lnTo>
                    <a:pt x="751" y="1430"/>
                  </a:lnTo>
                  <a:lnTo>
                    <a:pt x="763" y="1426"/>
                  </a:lnTo>
                  <a:lnTo>
                    <a:pt x="772" y="1421"/>
                  </a:lnTo>
                  <a:lnTo>
                    <a:pt x="781" y="1416"/>
                  </a:lnTo>
                  <a:lnTo>
                    <a:pt x="790" y="1409"/>
                  </a:lnTo>
                  <a:lnTo>
                    <a:pt x="798" y="1404"/>
                  </a:lnTo>
                  <a:lnTo>
                    <a:pt x="805" y="1398"/>
                  </a:lnTo>
                  <a:lnTo>
                    <a:pt x="813" y="1391"/>
                  </a:lnTo>
                  <a:lnTo>
                    <a:pt x="819" y="1385"/>
                  </a:lnTo>
                  <a:lnTo>
                    <a:pt x="825" y="1378"/>
                  </a:lnTo>
                  <a:lnTo>
                    <a:pt x="829" y="1370"/>
                  </a:lnTo>
                  <a:lnTo>
                    <a:pt x="834" y="1362"/>
                  </a:lnTo>
                  <a:lnTo>
                    <a:pt x="838" y="1354"/>
                  </a:lnTo>
                  <a:lnTo>
                    <a:pt x="841" y="1346"/>
                  </a:lnTo>
                  <a:lnTo>
                    <a:pt x="844" y="1337"/>
                  </a:lnTo>
                  <a:lnTo>
                    <a:pt x="846" y="1329"/>
                  </a:lnTo>
                  <a:lnTo>
                    <a:pt x="847" y="1319"/>
                  </a:lnTo>
                  <a:lnTo>
                    <a:pt x="848" y="1309"/>
                  </a:lnTo>
                  <a:lnTo>
                    <a:pt x="848" y="1299"/>
                  </a:lnTo>
                  <a:lnTo>
                    <a:pt x="848" y="1285"/>
                  </a:lnTo>
                  <a:lnTo>
                    <a:pt x="845" y="1271"/>
                  </a:lnTo>
                  <a:lnTo>
                    <a:pt x="842" y="1257"/>
                  </a:lnTo>
                  <a:lnTo>
                    <a:pt x="837" y="1244"/>
                  </a:lnTo>
                  <a:lnTo>
                    <a:pt x="831" y="1232"/>
                  </a:lnTo>
                  <a:lnTo>
                    <a:pt x="824" y="1220"/>
                  </a:lnTo>
                  <a:lnTo>
                    <a:pt x="815" y="1208"/>
                  </a:lnTo>
                  <a:lnTo>
                    <a:pt x="804" y="1198"/>
                  </a:lnTo>
                  <a:lnTo>
                    <a:pt x="790" y="1187"/>
                  </a:lnTo>
                  <a:lnTo>
                    <a:pt x="773" y="1175"/>
                  </a:lnTo>
                  <a:lnTo>
                    <a:pt x="749" y="1161"/>
                  </a:lnTo>
                  <a:lnTo>
                    <a:pt x="723" y="1146"/>
                  </a:lnTo>
                  <a:lnTo>
                    <a:pt x="691" y="1131"/>
                  </a:lnTo>
                  <a:lnTo>
                    <a:pt x="656" y="1114"/>
                  </a:lnTo>
                  <a:lnTo>
                    <a:pt x="616" y="1096"/>
                  </a:lnTo>
                  <a:lnTo>
                    <a:pt x="571" y="1078"/>
                  </a:lnTo>
                  <a:lnTo>
                    <a:pt x="490" y="1044"/>
                  </a:lnTo>
                  <a:lnTo>
                    <a:pt x="417" y="1011"/>
                  </a:lnTo>
                  <a:lnTo>
                    <a:pt x="383" y="995"/>
                  </a:lnTo>
                  <a:lnTo>
                    <a:pt x="352" y="980"/>
                  </a:lnTo>
                  <a:lnTo>
                    <a:pt x="321" y="964"/>
                  </a:lnTo>
                  <a:lnTo>
                    <a:pt x="292" y="949"/>
                  </a:lnTo>
                  <a:lnTo>
                    <a:pt x="266" y="935"/>
                  </a:lnTo>
                  <a:lnTo>
                    <a:pt x="241" y="921"/>
                  </a:lnTo>
                  <a:lnTo>
                    <a:pt x="219" y="906"/>
                  </a:lnTo>
                  <a:lnTo>
                    <a:pt x="198" y="893"/>
                  </a:lnTo>
                  <a:lnTo>
                    <a:pt x="178" y="880"/>
                  </a:lnTo>
                  <a:lnTo>
                    <a:pt x="161" y="866"/>
                  </a:lnTo>
                  <a:lnTo>
                    <a:pt x="146" y="854"/>
                  </a:lnTo>
                  <a:lnTo>
                    <a:pt x="132" y="842"/>
                  </a:lnTo>
                  <a:lnTo>
                    <a:pt x="116" y="826"/>
                  </a:lnTo>
                  <a:lnTo>
                    <a:pt x="101" y="808"/>
                  </a:lnTo>
                  <a:lnTo>
                    <a:pt x="87" y="791"/>
                  </a:lnTo>
                  <a:lnTo>
                    <a:pt x="74" y="773"/>
                  </a:lnTo>
                  <a:lnTo>
                    <a:pt x="62" y="754"/>
                  </a:lnTo>
                  <a:lnTo>
                    <a:pt x="52" y="736"/>
                  </a:lnTo>
                  <a:lnTo>
                    <a:pt x="42" y="715"/>
                  </a:lnTo>
                  <a:lnTo>
                    <a:pt x="32" y="696"/>
                  </a:lnTo>
                  <a:lnTo>
                    <a:pt x="25" y="676"/>
                  </a:lnTo>
                  <a:lnTo>
                    <a:pt x="18" y="654"/>
                  </a:lnTo>
                  <a:lnTo>
                    <a:pt x="13" y="633"/>
                  </a:lnTo>
                  <a:lnTo>
                    <a:pt x="8" y="610"/>
                  </a:lnTo>
                  <a:lnTo>
                    <a:pt x="5" y="588"/>
                  </a:lnTo>
                  <a:lnTo>
                    <a:pt x="2" y="564"/>
                  </a:lnTo>
                  <a:lnTo>
                    <a:pt x="1" y="541"/>
                  </a:lnTo>
                  <a:lnTo>
                    <a:pt x="0" y="516"/>
                  </a:lnTo>
                  <a:lnTo>
                    <a:pt x="1" y="485"/>
                  </a:lnTo>
                  <a:lnTo>
                    <a:pt x="3" y="455"/>
                  </a:lnTo>
                  <a:lnTo>
                    <a:pt x="7" y="425"/>
                  </a:lnTo>
                  <a:lnTo>
                    <a:pt x="12" y="397"/>
                  </a:lnTo>
                  <a:lnTo>
                    <a:pt x="19" y="370"/>
                  </a:lnTo>
                  <a:lnTo>
                    <a:pt x="27" y="344"/>
                  </a:lnTo>
                  <a:lnTo>
                    <a:pt x="36" y="318"/>
                  </a:lnTo>
                  <a:lnTo>
                    <a:pt x="48" y="294"/>
                  </a:lnTo>
                  <a:lnTo>
                    <a:pt x="61" y="269"/>
                  </a:lnTo>
                  <a:lnTo>
                    <a:pt x="75" y="247"/>
                  </a:lnTo>
                  <a:lnTo>
                    <a:pt x="90" y="225"/>
                  </a:lnTo>
                  <a:lnTo>
                    <a:pt x="108" y="204"/>
                  </a:lnTo>
                  <a:lnTo>
                    <a:pt x="127" y="185"/>
                  </a:lnTo>
                  <a:lnTo>
                    <a:pt x="148" y="165"/>
                  </a:lnTo>
                  <a:lnTo>
                    <a:pt x="169" y="148"/>
                  </a:lnTo>
                  <a:lnTo>
                    <a:pt x="192" y="131"/>
                  </a:lnTo>
                  <a:lnTo>
                    <a:pt x="217" y="115"/>
                  </a:lnTo>
                  <a:lnTo>
                    <a:pt x="241" y="100"/>
                  </a:lnTo>
                  <a:lnTo>
                    <a:pt x="268" y="86"/>
                  </a:lnTo>
                  <a:lnTo>
                    <a:pt x="294" y="73"/>
                  </a:lnTo>
                  <a:lnTo>
                    <a:pt x="323" y="61"/>
                  </a:lnTo>
                  <a:lnTo>
                    <a:pt x="352" y="51"/>
                  </a:lnTo>
                  <a:lnTo>
                    <a:pt x="381" y="41"/>
                  </a:lnTo>
                  <a:lnTo>
                    <a:pt x="412" y="33"/>
                  </a:lnTo>
                  <a:lnTo>
                    <a:pt x="443" y="24"/>
                  </a:lnTo>
                  <a:lnTo>
                    <a:pt x="476" y="18"/>
                  </a:lnTo>
                  <a:lnTo>
                    <a:pt x="509" y="12"/>
                  </a:lnTo>
                  <a:lnTo>
                    <a:pt x="543" y="8"/>
                  </a:lnTo>
                  <a:lnTo>
                    <a:pt x="578" y="4"/>
                  </a:lnTo>
                  <a:lnTo>
                    <a:pt x="614" y="2"/>
                  </a:lnTo>
                  <a:lnTo>
                    <a:pt x="651" y="0"/>
                  </a:lnTo>
                  <a:lnTo>
                    <a:pt x="689" y="0"/>
                  </a:lnTo>
                  <a:lnTo>
                    <a:pt x="733" y="0"/>
                  </a:lnTo>
                  <a:lnTo>
                    <a:pt x="783" y="3"/>
                  </a:lnTo>
                  <a:lnTo>
                    <a:pt x="836" y="8"/>
                  </a:lnTo>
                  <a:lnTo>
                    <a:pt x="895" y="15"/>
                  </a:lnTo>
                  <a:lnTo>
                    <a:pt x="958" y="23"/>
                  </a:lnTo>
                  <a:lnTo>
                    <a:pt x="1027" y="35"/>
                  </a:lnTo>
                  <a:lnTo>
                    <a:pt x="1099" y="47"/>
                  </a:lnTo>
                  <a:lnTo>
                    <a:pt x="1177" y="61"/>
                  </a:lnTo>
                  <a:lnTo>
                    <a:pt x="1177" y="386"/>
                  </a:lnTo>
                  <a:lnTo>
                    <a:pt x="1147" y="374"/>
                  </a:lnTo>
                  <a:lnTo>
                    <a:pt x="1118" y="363"/>
                  </a:lnTo>
                  <a:lnTo>
                    <a:pt x="1089" y="353"/>
                  </a:lnTo>
                  <a:lnTo>
                    <a:pt x="1060" y="344"/>
                  </a:lnTo>
                  <a:lnTo>
                    <a:pt x="1032" y="336"/>
                  </a:lnTo>
                  <a:lnTo>
                    <a:pt x="1003" y="327"/>
                  </a:lnTo>
                  <a:lnTo>
                    <a:pt x="976" y="320"/>
                  </a:lnTo>
                  <a:lnTo>
                    <a:pt x="947" y="314"/>
                  </a:lnTo>
                  <a:lnTo>
                    <a:pt x="921" y="309"/>
                  </a:lnTo>
                  <a:lnTo>
                    <a:pt x="893" y="304"/>
                  </a:lnTo>
                  <a:lnTo>
                    <a:pt x="867" y="300"/>
                  </a:lnTo>
                  <a:lnTo>
                    <a:pt x="839" y="297"/>
                  </a:lnTo>
                  <a:lnTo>
                    <a:pt x="814" y="294"/>
                  </a:lnTo>
                  <a:lnTo>
                    <a:pt x="787" y="292"/>
                  </a:lnTo>
                  <a:lnTo>
                    <a:pt x="762" y="291"/>
                  </a:lnTo>
                  <a:lnTo>
                    <a:pt x="736" y="291"/>
                  </a:lnTo>
                  <a:lnTo>
                    <a:pt x="700" y="292"/>
                  </a:lnTo>
                  <a:lnTo>
                    <a:pt x="669" y="293"/>
                  </a:lnTo>
                  <a:lnTo>
                    <a:pt x="638" y="296"/>
                  </a:lnTo>
                  <a:lnTo>
                    <a:pt x="610" y="301"/>
                  </a:lnTo>
                  <a:lnTo>
                    <a:pt x="584" y="306"/>
                  </a:lnTo>
                  <a:lnTo>
                    <a:pt x="561" y="313"/>
                  </a:lnTo>
                  <a:lnTo>
                    <a:pt x="539" y="321"/>
                  </a:lnTo>
                  <a:lnTo>
                    <a:pt x="521" y="331"/>
                  </a:lnTo>
                  <a:lnTo>
                    <a:pt x="512" y="336"/>
                  </a:lnTo>
                  <a:lnTo>
                    <a:pt x="504" y="341"/>
                  </a:lnTo>
                  <a:lnTo>
                    <a:pt x="496" y="346"/>
                  </a:lnTo>
                  <a:lnTo>
                    <a:pt x="489" y="352"/>
                  </a:lnTo>
                  <a:lnTo>
                    <a:pt x="483" y="359"/>
                  </a:lnTo>
                  <a:lnTo>
                    <a:pt x="477" y="365"/>
                  </a:lnTo>
                  <a:lnTo>
                    <a:pt x="472" y="372"/>
                  </a:lnTo>
                  <a:lnTo>
                    <a:pt x="467" y="380"/>
                  </a:lnTo>
                  <a:lnTo>
                    <a:pt x="463" y="387"/>
                  </a:lnTo>
                  <a:lnTo>
                    <a:pt x="459" y="395"/>
                  </a:lnTo>
                  <a:lnTo>
                    <a:pt x="456" y="403"/>
                  </a:lnTo>
                  <a:lnTo>
                    <a:pt x="454" y="411"/>
                  </a:lnTo>
                  <a:lnTo>
                    <a:pt x="452" y="420"/>
                  </a:lnTo>
                  <a:lnTo>
                    <a:pt x="450" y="430"/>
                  </a:lnTo>
                  <a:lnTo>
                    <a:pt x="450" y="439"/>
                  </a:lnTo>
                  <a:lnTo>
                    <a:pt x="448" y="449"/>
                  </a:lnTo>
                  <a:lnTo>
                    <a:pt x="450" y="463"/>
                  </a:lnTo>
                  <a:lnTo>
                    <a:pt x="453" y="477"/>
                  </a:lnTo>
                  <a:lnTo>
                    <a:pt x="457" y="490"/>
                  </a:lnTo>
                  <a:lnTo>
                    <a:pt x="463" y="502"/>
                  </a:lnTo>
                  <a:lnTo>
                    <a:pt x="471" y="514"/>
                  </a:lnTo>
                  <a:lnTo>
                    <a:pt x="481" y="524"/>
                  </a:lnTo>
                  <a:lnTo>
                    <a:pt x="493" y="536"/>
                  </a:lnTo>
                  <a:lnTo>
                    <a:pt x="507" y="545"/>
                  </a:lnTo>
                  <a:lnTo>
                    <a:pt x="521" y="553"/>
                  </a:lnTo>
                  <a:lnTo>
                    <a:pt x="541" y="564"/>
                  </a:lnTo>
                  <a:lnTo>
                    <a:pt x="567" y="577"/>
                  </a:lnTo>
                  <a:lnTo>
                    <a:pt x="597" y="592"/>
                  </a:lnTo>
                  <a:lnTo>
                    <a:pt x="633" y="609"/>
                  </a:lnTo>
                  <a:lnTo>
                    <a:pt x="674" y="629"/>
                  </a:lnTo>
                  <a:lnTo>
                    <a:pt x="720" y="649"/>
                  </a:lnTo>
                  <a:lnTo>
                    <a:pt x="772" y="672"/>
                  </a:lnTo>
                  <a:lnTo>
                    <a:pt x="846" y="707"/>
                  </a:lnTo>
                  <a:lnTo>
                    <a:pt x="915" y="740"/>
                  </a:lnTo>
                  <a:lnTo>
                    <a:pt x="946" y="756"/>
                  </a:lnTo>
                  <a:lnTo>
                    <a:pt x="976" y="771"/>
                  </a:lnTo>
                  <a:lnTo>
                    <a:pt x="1004" y="787"/>
                  </a:lnTo>
                  <a:lnTo>
                    <a:pt x="1032" y="802"/>
                  </a:lnTo>
                  <a:lnTo>
                    <a:pt x="1056" y="817"/>
                  </a:lnTo>
                  <a:lnTo>
                    <a:pt x="1080" y="832"/>
                  </a:lnTo>
                  <a:lnTo>
                    <a:pt x="1102" y="846"/>
                  </a:lnTo>
                  <a:lnTo>
                    <a:pt x="1123" y="860"/>
                  </a:lnTo>
                  <a:lnTo>
                    <a:pt x="1141" y="875"/>
                  </a:lnTo>
                  <a:lnTo>
                    <a:pt x="1158" y="888"/>
                  </a:lnTo>
                  <a:lnTo>
                    <a:pt x="1174" y="901"/>
                  </a:lnTo>
                  <a:lnTo>
                    <a:pt x="1187" y="913"/>
                  </a:lnTo>
                  <a:lnTo>
                    <a:pt x="1202" y="930"/>
                  </a:lnTo>
                  <a:lnTo>
                    <a:pt x="1216" y="945"/>
                  </a:lnTo>
                  <a:lnTo>
                    <a:pt x="1229" y="962"/>
                  </a:lnTo>
                  <a:lnTo>
                    <a:pt x="1241" y="979"/>
                  </a:lnTo>
                  <a:lnTo>
                    <a:pt x="1252" y="997"/>
                  </a:lnTo>
                  <a:lnTo>
                    <a:pt x="1262" y="1015"/>
                  </a:lnTo>
                  <a:lnTo>
                    <a:pt x="1271" y="1034"/>
                  </a:lnTo>
                  <a:lnTo>
                    <a:pt x="1279" y="1053"/>
                  </a:lnTo>
                  <a:lnTo>
                    <a:pt x="1287" y="1074"/>
                  </a:lnTo>
                  <a:lnTo>
                    <a:pt x="1293" y="1094"/>
                  </a:lnTo>
                  <a:lnTo>
                    <a:pt x="1298" y="1114"/>
                  </a:lnTo>
                  <a:lnTo>
                    <a:pt x="1302" y="1137"/>
                  </a:lnTo>
                  <a:lnTo>
                    <a:pt x="1305" y="1158"/>
                  </a:lnTo>
                  <a:lnTo>
                    <a:pt x="1308" y="1182"/>
                  </a:lnTo>
                  <a:lnTo>
                    <a:pt x="1309" y="1204"/>
                  </a:lnTo>
                  <a:lnTo>
                    <a:pt x="1310" y="1229"/>
                  </a:lnTo>
                  <a:lnTo>
                    <a:pt x="1309" y="1262"/>
                  </a:lnTo>
                  <a:lnTo>
                    <a:pt x="1306" y="1296"/>
                  </a:lnTo>
                  <a:lnTo>
                    <a:pt x="1301" y="1328"/>
                  </a:lnTo>
                  <a:lnTo>
                    <a:pt x="1295" y="1358"/>
                  </a:lnTo>
                  <a:lnTo>
                    <a:pt x="1291" y="1374"/>
                  </a:lnTo>
                  <a:lnTo>
                    <a:pt x="1287" y="1389"/>
                  </a:lnTo>
                  <a:lnTo>
                    <a:pt x="1282" y="1403"/>
                  </a:lnTo>
                  <a:lnTo>
                    <a:pt x="1276" y="1418"/>
                  </a:lnTo>
                  <a:lnTo>
                    <a:pt x="1271" y="1432"/>
                  </a:lnTo>
                  <a:lnTo>
                    <a:pt x="1263" y="1446"/>
                  </a:lnTo>
                  <a:lnTo>
                    <a:pt x="1257" y="1459"/>
                  </a:lnTo>
                  <a:lnTo>
                    <a:pt x="1250" y="1473"/>
                  </a:lnTo>
                  <a:lnTo>
                    <a:pt x="1242" y="1486"/>
                  </a:lnTo>
                  <a:lnTo>
                    <a:pt x="1234" y="1499"/>
                  </a:lnTo>
                  <a:lnTo>
                    <a:pt x="1225" y="1511"/>
                  </a:lnTo>
                  <a:lnTo>
                    <a:pt x="1216" y="1524"/>
                  </a:lnTo>
                  <a:lnTo>
                    <a:pt x="1206" y="1536"/>
                  </a:lnTo>
                  <a:lnTo>
                    <a:pt x="1196" y="1547"/>
                  </a:lnTo>
                  <a:lnTo>
                    <a:pt x="1186" y="1559"/>
                  </a:lnTo>
                  <a:lnTo>
                    <a:pt x="1175" y="1571"/>
                  </a:lnTo>
                  <a:lnTo>
                    <a:pt x="1151" y="1592"/>
                  </a:lnTo>
                  <a:lnTo>
                    <a:pt x="1126" y="1613"/>
                  </a:lnTo>
                  <a:lnTo>
                    <a:pt x="1098" y="1633"/>
                  </a:lnTo>
                  <a:lnTo>
                    <a:pt x="1069" y="1651"/>
                  </a:lnTo>
                  <a:lnTo>
                    <a:pt x="1044" y="1666"/>
                  </a:lnTo>
                  <a:lnTo>
                    <a:pt x="1019" y="1679"/>
                  </a:lnTo>
                  <a:lnTo>
                    <a:pt x="992" y="1691"/>
                  </a:lnTo>
                  <a:lnTo>
                    <a:pt x="965" y="1703"/>
                  </a:lnTo>
                  <a:lnTo>
                    <a:pt x="936" y="1714"/>
                  </a:lnTo>
                  <a:lnTo>
                    <a:pt x="906" y="1724"/>
                  </a:lnTo>
                  <a:lnTo>
                    <a:pt x="876" y="1732"/>
                  </a:lnTo>
                  <a:lnTo>
                    <a:pt x="845" y="1740"/>
                  </a:lnTo>
                  <a:lnTo>
                    <a:pt x="813" y="1747"/>
                  </a:lnTo>
                  <a:lnTo>
                    <a:pt x="780" y="1752"/>
                  </a:lnTo>
                  <a:lnTo>
                    <a:pt x="746" y="1757"/>
                  </a:lnTo>
                  <a:lnTo>
                    <a:pt x="712" y="1762"/>
                  </a:lnTo>
                  <a:lnTo>
                    <a:pt x="676" y="1766"/>
                  </a:lnTo>
                  <a:lnTo>
                    <a:pt x="639" y="1768"/>
                  </a:lnTo>
                  <a:lnTo>
                    <a:pt x="601" y="1769"/>
                  </a:lnTo>
                  <a:lnTo>
                    <a:pt x="563" y="1770"/>
                  </a:lnTo>
                  <a:lnTo>
                    <a:pt x="497" y="1769"/>
                  </a:lnTo>
                  <a:lnTo>
                    <a:pt x="431" y="1766"/>
                  </a:lnTo>
                  <a:lnTo>
                    <a:pt x="366" y="1761"/>
                  </a:lnTo>
                  <a:lnTo>
                    <a:pt x="300" y="1754"/>
                  </a:lnTo>
                  <a:lnTo>
                    <a:pt x="233" y="1745"/>
                  </a:lnTo>
                  <a:lnTo>
                    <a:pt x="167" y="1735"/>
                  </a:lnTo>
                  <a:lnTo>
                    <a:pt x="101" y="1722"/>
                  </a:lnTo>
                  <a:lnTo>
                    <a:pt x="34" y="1707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48" name="Freeform 53"/>
            <p:cNvSpPr>
              <a:spLocks/>
            </p:cNvSpPr>
            <p:nvPr userDrawn="1"/>
          </p:nvSpPr>
          <p:spPr bwMode="gray">
            <a:xfrm>
              <a:off x="6294" y="350"/>
              <a:ext cx="39" cy="142"/>
            </a:xfrm>
            <a:custGeom>
              <a:avLst/>
              <a:gdLst>
                <a:gd name="T0" fmla="*/ 476 w 476"/>
                <a:gd name="T1" fmla="*/ 0 h 1706"/>
                <a:gd name="T2" fmla="*/ 476 w 476"/>
                <a:gd name="T3" fmla="*/ 1706 h 1706"/>
                <a:gd name="T4" fmla="*/ 0 w 476"/>
                <a:gd name="T5" fmla="*/ 1706 h 1706"/>
                <a:gd name="T6" fmla="*/ 0 w 476"/>
                <a:gd name="T7" fmla="*/ 0 h 1706"/>
                <a:gd name="T8" fmla="*/ 238 w 476"/>
                <a:gd name="T9" fmla="*/ 285 h 1706"/>
                <a:gd name="T10" fmla="*/ 476 w 476"/>
                <a:gd name="T11" fmla="*/ 0 h 1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6" h="1706">
                  <a:moveTo>
                    <a:pt x="476" y="0"/>
                  </a:moveTo>
                  <a:lnTo>
                    <a:pt x="476" y="1706"/>
                  </a:lnTo>
                  <a:lnTo>
                    <a:pt x="0" y="1706"/>
                  </a:lnTo>
                  <a:lnTo>
                    <a:pt x="0" y="0"/>
                  </a:lnTo>
                  <a:lnTo>
                    <a:pt x="238" y="285"/>
                  </a:lnTo>
                  <a:lnTo>
                    <a:pt x="476" y="0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49" name="Freeform 54"/>
            <p:cNvSpPr>
              <a:spLocks/>
            </p:cNvSpPr>
            <p:nvPr userDrawn="1"/>
          </p:nvSpPr>
          <p:spPr bwMode="gray">
            <a:xfrm>
              <a:off x="6294" y="350"/>
              <a:ext cx="39" cy="44"/>
            </a:xfrm>
            <a:custGeom>
              <a:avLst/>
              <a:gdLst>
                <a:gd name="T0" fmla="*/ 476 w 476"/>
                <a:gd name="T1" fmla="*/ 0 h 530"/>
                <a:gd name="T2" fmla="*/ 0 w 476"/>
                <a:gd name="T3" fmla="*/ 0 h 530"/>
                <a:gd name="T4" fmla="*/ 238 w 476"/>
                <a:gd name="T5" fmla="*/ 530 h 530"/>
                <a:gd name="T6" fmla="*/ 476 w 476"/>
                <a:gd name="T7" fmla="*/ 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76" h="530">
                  <a:moveTo>
                    <a:pt x="476" y="0"/>
                  </a:moveTo>
                  <a:lnTo>
                    <a:pt x="0" y="0"/>
                  </a:lnTo>
                  <a:lnTo>
                    <a:pt x="238" y="530"/>
                  </a:lnTo>
                  <a:lnTo>
                    <a:pt x="476" y="0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50" name="Freeform 55"/>
            <p:cNvSpPr>
              <a:spLocks/>
            </p:cNvSpPr>
            <p:nvPr userDrawn="1"/>
          </p:nvSpPr>
          <p:spPr bwMode="gray">
            <a:xfrm>
              <a:off x="6370" y="350"/>
              <a:ext cx="103" cy="142"/>
            </a:xfrm>
            <a:custGeom>
              <a:avLst/>
              <a:gdLst>
                <a:gd name="T0" fmla="*/ 0 w 1241"/>
                <a:gd name="T1" fmla="*/ 1706 h 1706"/>
                <a:gd name="T2" fmla="*/ 0 w 1241"/>
                <a:gd name="T3" fmla="*/ 0 h 1706"/>
                <a:gd name="T4" fmla="*/ 1222 w 1241"/>
                <a:gd name="T5" fmla="*/ 0 h 1706"/>
                <a:gd name="T6" fmla="*/ 1222 w 1241"/>
                <a:gd name="T7" fmla="*/ 309 h 1706"/>
                <a:gd name="T8" fmla="*/ 459 w 1241"/>
                <a:gd name="T9" fmla="*/ 309 h 1706"/>
                <a:gd name="T10" fmla="*/ 459 w 1241"/>
                <a:gd name="T11" fmla="*/ 693 h 1706"/>
                <a:gd name="T12" fmla="*/ 1123 w 1241"/>
                <a:gd name="T13" fmla="*/ 693 h 1706"/>
                <a:gd name="T14" fmla="*/ 1123 w 1241"/>
                <a:gd name="T15" fmla="*/ 975 h 1706"/>
                <a:gd name="T16" fmla="*/ 459 w 1241"/>
                <a:gd name="T17" fmla="*/ 975 h 1706"/>
                <a:gd name="T18" fmla="*/ 459 w 1241"/>
                <a:gd name="T19" fmla="*/ 1380 h 1706"/>
                <a:gd name="T20" fmla="*/ 1241 w 1241"/>
                <a:gd name="T21" fmla="*/ 1380 h 1706"/>
                <a:gd name="T22" fmla="*/ 1241 w 1241"/>
                <a:gd name="T23" fmla="*/ 1706 h 1706"/>
                <a:gd name="T24" fmla="*/ 0 w 1241"/>
                <a:gd name="T25" fmla="*/ 1706 h 1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41" h="1706">
                  <a:moveTo>
                    <a:pt x="0" y="1706"/>
                  </a:moveTo>
                  <a:lnTo>
                    <a:pt x="0" y="0"/>
                  </a:lnTo>
                  <a:lnTo>
                    <a:pt x="1222" y="0"/>
                  </a:lnTo>
                  <a:lnTo>
                    <a:pt x="1222" y="309"/>
                  </a:lnTo>
                  <a:lnTo>
                    <a:pt x="459" y="309"/>
                  </a:lnTo>
                  <a:lnTo>
                    <a:pt x="459" y="693"/>
                  </a:lnTo>
                  <a:lnTo>
                    <a:pt x="1123" y="693"/>
                  </a:lnTo>
                  <a:lnTo>
                    <a:pt x="1123" y="975"/>
                  </a:lnTo>
                  <a:lnTo>
                    <a:pt x="459" y="975"/>
                  </a:lnTo>
                  <a:lnTo>
                    <a:pt x="459" y="1380"/>
                  </a:lnTo>
                  <a:lnTo>
                    <a:pt x="1241" y="1380"/>
                  </a:lnTo>
                  <a:lnTo>
                    <a:pt x="1241" y="1706"/>
                  </a:lnTo>
                  <a:lnTo>
                    <a:pt x="0" y="1706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51" name="Freeform 56"/>
            <p:cNvSpPr>
              <a:spLocks/>
            </p:cNvSpPr>
            <p:nvPr userDrawn="1"/>
          </p:nvSpPr>
          <p:spPr bwMode="gray">
            <a:xfrm>
              <a:off x="6499" y="350"/>
              <a:ext cx="173" cy="143"/>
            </a:xfrm>
            <a:custGeom>
              <a:avLst/>
              <a:gdLst>
                <a:gd name="T0" fmla="*/ 0 w 2073"/>
                <a:gd name="T1" fmla="*/ 1706 h 1723"/>
                <a:gd name="T2" fmla="*/ 0 w 2073"/>
                <a:gd name="T3" fmla="*/ 0 h 1723"/>
                <a:gd name="T4" fmla="*/ 617 w 2073"/>
                <a:gd name="T5" fmla="*/ 0 h 1723"/>
                <a:gd name="T6" fmla="*/ 1047 w 2073"/>
                <a:gd name="T7" fmla="*/ 1090 h 1723"/>
                <a:gd name="T8" fmla="*/ 1486 w 2073"/>
                <a:gd name="T9" fmla="*/ 0 h 1723"/>
                <a:gd name="T10" fmla="*/ 2073 w 2073"/>
                <a:gd name="T11" fmla="*/ 0 h 1723"/>
                <a:gd name="T12" fmla="*/ 2073 w 2073"/>
                <a:gd name="T13" fmla="*/ 1706 h 1723"/>
                <a:gd name="T14" fmla="*/ 1621 w 2073"/>
                <a:gd name="T15" fmla="*/ 1706 h 1723"/>
                <a:gd name="T16" fmla="*/ 1621 w 2073"/>
                <a:gd name="T17" fmla="*/ 499 h 1723"/>
                <a:gd name="T18" fmla="*/ 1121 w 2073"/>
                <a:gd name="T19" fmla="*/ 1723 h 1723"/>
                <a:gd name="T20" fmla="*/ 826 w 2073"/>
                <a:gd name="T21" fmla="*/ 1723 h 1723"/>
                <a:gd name="T22" fmla="*/ 336 w 2073"/>
                <a:gd name="T23" fmla="*/ 499 h 1723"/>
                <a:gd name="T24" fmla="*/ 336 w 2073"/>
                <a:gd name="T25" fmla="*/ 1706 h 1723"/>
                <a:gd name="T26" fmla="*/ 0 w 2073"/>
                <a:gd name="T27" fmla="*/ 1706 h 1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73" h="1723">
                  <a:moveTo>
                    <a:pt x="0" y="1706"/>
                  </a:moveTo>
                  <a:lnTo>
                    <a:pt x="0" y="0"/>
                  </a:lnTo>
                  <a:lnTo>
                    <a:pt x="617" y="0"/>
                  </a:lnTo>
                  <a:lnTo>
                    <a:pt x="1047" y="1090"/>
                  </a:lnTo>
                  <a:lnTo>
                    <a:pt x="1486" y="0"/>
                  </a:lnTo>
                  <a:lnTo>
                    <a:pt x="2073" y="0"/>
                  </a:lnTo>
                  <a:lnTo>
                    <a:pt x="2073" y="1706"/>
                  </a:lnTo>
                  <a:lnTo>
                    <a:pt x="1621" y="1706"/>
                  </a:lnTo>
                  <a:lnTo>
                    <a:pt x="1621" y="499"/>
                  </a:lnTo>
                  <a:lnTo>
                    <a:pt x="1121" y="1723"/>
                  </a:lnTo>
                  <a:lnTo>
                    <a:pt x="826" y="1723"/>
                  </a:lnTo>
                  <a:lnTo>
                    <a:pt x="336" y="499"/>
                  </a:lnTo>
                  <a:lnTo>
                    <a:pt x="336" y="1706"/>
                  </a:lnTo>
                  <a:lnTo>
                    <a:pt x="0" y="1706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52" name="Freeform 57"/>
            <p:cNvSpPr>
              <a:spLocks/>
            </p:cNvSpPr>
            <p:nvPr userDrawn="1"/>
          </p:nvSpPr>
          <p:spPr bwMode="gray">
            <a:xfrm>
              <a:off x="6708" y="350"/>
              <a:ext cx="104" cy="142"/>
            </a:xfrm>
            <a:custGeom>
              <a:avLst/>
              <a:gdLst>
                <a:gd name="T0" fmla="*/ 0 w 1242"/>
                <a:gd name="T1" fmla="*/ 1706 h 1706"/>
                <a:gd name="T2" fmla="*/ 0 w 1242"/>
                <a:gd name="T3" fmla="*/ 0 h 1706"/>
                <a:gd name="T4" fmla="*/ 1221 w 1242"/>
                <a:gd name="T5" fmla="*/ 0 h 1706"/>
                <a:gd name="T6" fmla="*/ 1221 w 1242"/>
                <a:gd name="T7" fmla="*/ 309 h 1706"/>
                <a:gd name="T8" fmla="*/ 459 w 1242"/>
                <a:gd name="T9" fmla="*/ 309 h 1706"/>
                <a:gd name="T10" fmla="*/ 459 w 1242"/>
                <a:gd name="T11" fmla="*/ 693 h 1706"/>
                <a:gd name="T12" fmla="*/ 1123 w 1242"/>
                <a:gd name="T13" fmla="*/ 693 h 1706"/>
                <a:gd name="T14" fmla="*/ 1123 w 1242"/>
                <a:gd name="T15" fmla="*/ 975 h 1706"/>
                <a:gd name="T16" fmla="*/ 459 w 1242"/>
                <a:gd name="T17" fmla="*/ 975 h 1706"/>
                <a:gd name="T18" fmla="*/ 459 w 1242"/>
                <a:gd name="T19" fmla="*/ 1380 h 1706"/>
                <a:gd name="T20" fmla="*/ 1242 w 1242"/>
                <a:gd name="T21" fmla="*/ 1380 h 1706"/>
                <a:gd name="T22" fmla="*/ 1242 w 1242"/>
                <a:gd name="T23" fmla="*/ 1706 h 1706"/>
                <a:gd name="T24" fmla="*/ 0 w 1242"/>
                <a:gd name="T25" fmla="*/ 1706 h 1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42" h="1706">
                  <a:moveTo>
                    <a:pt x="0" y="1706"/>
                  </a:moveTo>
                  <a:lnTo>
                    <a:pt x="0" y="0"/>
                  </a:lnTo>
                  <a:lnTo>
                    <a:pt x="1221" y="0"/>
                  </a:lnTo>
                  <a:lnTo>
                    <a:pt x="1221" y="309"/>
                  </a:lnTo>
                  <a:lnTo>
                    <a:pt x="459" y="309"/>
                  </a:lnTo>
                  <a:lnTo>
                    <a:pt x="459" y="693"/>
                  </a:lnTo>
                  <a:lnTo>
                    <a:pt x="1123" y="693"/>
                  </a:lnTo>
                  <a:lnTo>
                    <a:pt x="1123" y="975"/>
                  </a:lnTo>
                  <a:lnTo>
                    <a:pt x="459" y="975"/>
                  </a:lnTo>
                  <a:lnTo>
                    <a:pt x="459" y="1380"/>
                  </a:lnTo>
                  <a:lnTo>
                    <a:pt x="1242" y="1380"/>
                  </a:lnTo>
                  <a:lnTo>
                    <a:pt x="1242" y="1706"/>
                  </a:lnTo>
                  <a:lnTo>
                    <a:pt x="0" y="1706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53" name="Freeform 58"/>
            <p:cNvSpPr>
              <a:spLocks/>
            </p:cNvSpPr>
            <p:nvPr userDrawn="1"/>
          </p:nvSpPr>
          <p:spPr bwMode="gray">
            <a:xfrm>
              <a:off x="6838" y="350"/>
              <a:ext cx="123" cy="142"/>
            </a:xfrm>
            <a:custGeom>
              <a:avLst/>
              <a:gdLst>
                <a:gd name="T0" fmla="*/ 0 w 1473"/>
                <a:gd name="T1" fmla="*/ 1706 h 1706"/>
                <a:gd name="T2" fmla="*/ 0 w 1473"/>
                <a:gd name="T3" fmla="*/ 0 h 1706"/>
                <a:gd name="T4" fmla="*/ 551 w 1473"/>
                <a:gd name="T5" fmla="*/ 0 h 1706"/>
                <a:gd name="T6" fmla="*/ 1137 w 1473"/>
                <a:gd name="T7" fmla="*/ 1142 h 1706"/>
                <a:gd name="T8" fmla="*/ 1137 w 1473"/>
                <a:gd name="T9" fmla="*/ 0 h 1706"/>
                <a:gd name="T10" fmla="*/ 1473 w 1473"/>
                <a:gd name="T11" fmla="*/ 0 h 1706"/>
                <a:gd name="T12" fmla="*/ 1473 w 1473"/>
                <a:gd name="T13" fmla="*/ 1706 h 1706"/>
                <a:gd name="T14" fmla="*/ 936 w 1473"/>
                <a:gd name="T15" fmla="*/ 1706 h 1706"/>
                <a:gd name="T16" fmla="*/ 335 w 1473"/>
                <a:gd name="T17" fmla="*/ 549 h 1706"/>
                <a:gd name="T18" fmla="*/ 335 w 1473"/>
                <a:gd name="T19" fmla="*/ 1706 h 1706"/>
                <a:gd name="T20" fmla="*/ 0 w 1473"/>
                <a:gd name="T21" fmla="*/ 1706 h 1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73" h="1706">
                  <a:moveTo>
                    <a:pt x="0" y="1706"/>
                  </a:moveTo>
                  <a:lnTo>
                    <a:pt x="0" y="0"/>
                  </a:lnTo>
                  <a:lnTo>
                    <a:pt x="551" y="0"/>
                  </a:lnTo>
                  <a:lnTo>
                    <a:pt x="1137" y="1142"/>
                  </a:lnTo>
                  <a:lnTo>
                    <a:pt x="1137" y="0"/>
                  </a:lnTo>
                  <a:lnTo>
                    <a:pt x="1473" y="0"/>
                  </a:lnTo>
                  <a:lnTo>
                    <a:pt x="1473" y="1706"/>
                  </a:lnTo>
                  <a:lnTo>
                    <a:pt x="936" y="1706"/>
                  </a:lnTo>
                  <a:lnTo>
                    <a:pt x="335" y="549"/>
                  </a:lnTo>
                  <a:lnTo>
                    <a:pt x="335" y="1706"/>
                  </a:lnTo>
                  <a:lnTo>
                    <a:pt x="0" y="1706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54" name="Freeform 59"/>
            <p:cNvSpPr>
              <a:spLocks/>
            </p:cNvSpPr>
            <p:nvPr userDrawn="1"/>
          </p:nvSpPr>
          <p:spPr bwMode="gray">
            <a:xfrm>
              <a:off x="6986" y="347"/>
              <a:ext cx="109" cy="148"/>
            </a:xfrm>
            <a:custGeom>
              <a:avLst/>
              <a:gdLst>
                <a:gd name="T0" fmla="*/ 138 w 1309"/>
                <a:gd name="T1" fmla="*/ 1401 h 1770"/>
                <a:gd name="T2" fmla="*/ 303 w 1309"/>
                <a:gd name="T3" fmla="*/ 1438 h 1770"/>
                <a:gd name="T4" fmla="*/ 456 w 1309"/>
                <a:gd name="T5" fmla="*/ 1457 h 1770"/>
                <a:gd name="T6" fmla="*/ 615 w 1309"/>
                <a:gd name="T7" fmla="*/ 1458 h 1770"/>
                <a:gd name="T8" fmla="*/ 740 w 1309"/>
                <a:gd name="T9" fmla="*/ 1434 h 1770"/>
                <a:gd name="T10" fmla="*/ 790 w 1309"/>
                <a:gd name="T11" fmla="*/ 1409 h 1770"/>
                <a:gd name="T12" fmla="*/ 824 w 1309"/>
                <a:gd name="T13" fmla="*/ 1378 h 1770"/>
                <a:gd name="T14" fmla="*/ 843 w 1309"/>
                <a:gd name="T15" fmla="*/ 1337 h 1770"/>
                <a:gd name="T16" fmla="*/ 847 w 1309"/>
                <a:gd name="T17" fmla="*/ 1285 h 1770"/>
                <a:gd name="T18" fmla="*/ 824 w 1309"/>
                <a:gd name="T19" fmla="*/ 1220 h 1770"/>
                <a:gd name="T20" fmla="*/ 750 w 1309"/>
                <a:gd name="T21" fmla="*/ 1161 h 1770"/>
                <a:gd name="T22" fmla="*/ 571 w 1309"/>
                <a:gd name="T23" fmla="*/ 1078 h 1770"/>
                <a:gd name="T24" fmla="*/ 321 w 1309"/>
                <a:gd name="T25" fmla="*/ 965 h 1770"/>
                <a:gd name="T26" fmla="*/ 197 w 1309"/>
                <a:gd name="T27" fmla="*/ 893 h 1770"/>
                <a:gd name="T28" fmla="*/ 116 w 1309"/>
                <a:gd name="T29" fmla="*/ 826 h 1770"/>
                <a:gd name="T30" fmla="*/ 51 w 1309"/>
                <a:gd name="T31" fmla="*/ 736 h 1770"/>
                <a:gd name="T32" fmla="*/ 13 w 1309"/>
                <a:gd name="T33" fmla="*/ 633 h 1770"/>
                <a:gd name="T34" fmla="*/ 0 w 1309"/>
                <a:gd name="T35" fmla="*/ 515 h 1770"/>
                <a:gd name="T36" fmla="*/ 18 w 1309"/>
                <a:gd name="T37" fmla="*/ 369 h 1770"/>
                <a:gd name="T38" fmla="*/ 75 w 1309"/>
                <a:gd name="T39" fmla="*/ 247 h 1770"/>
                <a:gd name="T40" fmla="*/ 169 w 1309"/>
                <a:gd name="T41" fmla="*/ 148 h 1770"/>
                <a:gd name="T42" fmla="*/ 294 w 1309"/>
                <a:gd name="T43" fmla="*/ 73 h 1770"/>
                <a:gd name="T44" fmla="*/ 443 w 1309"/>
                <a:gd name="T45" fmla="*/ 24 h 1770"/>
                <a:gd name="T46" fmla="*/ 614 w 1309"/>
                <a:gd name="T47" fmla="*/ 2 h 1770"/>
                <a:gd name="T48" fmla="*/ 832 w 1309"/>
                <a:gd name="T49" fmla="*/ 7 h 1770"/>
                <a:gd name="T50" fmla="*/ 1134 w 1309"/>
                <a:gd name="T51" fmla="*/ 54 h 1770"/>
                <a:gd name="T52" fmla="*/ 1088 w 1309"/>
                <a:gd name="T53" fmla="*/ 353 h 1770"/>
                <a:gd name="T54" fmla="*/ 947 w 1309"/>
                <a:gd name="T55" fmla="*/ 314 h 1770"/>
                <a:gd name="T56" fmla="*/ 811 w 1309"/>
                <a:gd name="T57" fmla="*/ 294 h 1770"/>
                <a:gd name="T58" fmla="*/ 667 w 1309"/>
                <a:gd name="T59" fmla="*/ 293 h 1770"/>
                <a:gd name="T60" fmla="*/ 539 w 1309"/>
                <a:gd name="T61" fmla="*/ 321 h 1770"/>
                <a:gd name="T62" fmla="*/ 488 w 1309"/>
                <a:gd name="T63" fmla="*/ 352 h 1770"/>
                <a:gd name="T64" fmla="*/ 463 w 1309"/>
                <a:gd name="T65" fmla="*/ 387 h 1770"/>
                <a:gd name="T66" fmla="*/ 449 w 1309"/>
                <a:gd name="T67" fmla="*/ 430 h 1770"/>
                <a:gd name="T68" fmla="*/ 456 w 1309"/>
                <a:gd name="T69" fmla="*/ 490 h 1770"/>
                <a:gd name="T70" fmla="*/ 506 w 1309"/>
                <a:gd name="T71" fmla="*/ 545 h 1770"/>
                <a:gd name="T72" fmla="*/ 632 w 1309"/>
                <a:gd name="T73" fmla="*/ 608 h 1770"/>
                <a:gd name="T74" fmla="*/ 914 w 1309"/>
                <a:gd name="T75" fmla="*/ 740 h 1770"/>
                <a:gd name="T76" fmla="*/ 1101 w 1309"/>
                <a:gd name="T77" fmla="*/ 846 h 1770"/>
                <a:gd name="T78" fmla="*/ 1187 w 1309"/>
                <a:gd name="T79" fmla="*/ 913 h 1770"/>
                <a:gd name="T80" fmla="*/ 1251 w 1309"/>
                <a:gd name="T81" fmla="*/ 997 h 1770"/>
                <a:gd name="T82" fmla="*/ 1292 w 1309"/>
                <a:gd name="T83" fmla="*/ 1094 h 1770"/>
                <a:gd name="T84" fmla="*/ 1309 w 1309"/>
                <a:gd name="T85" fmla="*/ 1204 h 1770"/>
                <a:gd name="T86" fmla="*/ 1295 w 1309"/>
                <a:gd name="T87" fmla="*/ 1358 h 1770"/>
                <a:gd name="T88" fmla="*/ 1270 w 1309"/>
                <a:gd name="T89" fmla="*/ 1432 h 1770"/>
                <a:gd name="T90" fmla="*/ 1234 w 1309"/>
                <a:gd name="T91" fmla="*/ 1499 h 1770"/>
                <a:gd name="T92" fmla="*/ 1186 w 1309"/>
                <a:gd name="T93" fmla="*/ 1559 h 1770"/>
                <a:gd name="T94" fmla="*/ 1069 w 1309"/>
                <a:gd name="T95" fmla="*/ 1651 h 1770"/>
                <a:gd name="T96" fmla="*/ 936 w 1309"/>
                <a:gd name="T97" fmla="*/ 1714 h 1770"/>
                <a:gd name="T98" fmla="*/ 780 w 1309"/>
                <a:gd name="T99" fmla="*/ 1752 h 1770"/>
                <a:gd name="T100" fmla="*/ 601 w 1309"/>
                <a:gd name="T101" fmla="*/ 1769 h 1770"/>
                <a:gd name="T102" fmla="*/ 299 w 1309"/>
                <a:gd name="T103" fmla="*/ 1754 h 17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309" h="1770">
                  <a:moveTo>
                    <a:pt x="34" y="1707"/>
                  </a:moveTo>
                  <a:lnTo>
                    <a:pt x="34" y="1371"/>
                  </a:lnTo>
                  <a:lnTo>
                    <a:pt x="69" y="1382"/>
                  </a:lnTo>
                  <a:lnTo>
                    <a:pt x="105" y="1392"/>
                  </a:lnTo>
                  <a:lnTo>
                    <a:pt x="138" y="1401"/>
                  </a:lnTo>
                  <a:lnTo>
                    <a:pt x="173" y="1410"/>
                  </a:lnTo>
                  <a:lnTo>
                    <a:pt x="206" y="1419"/>
                  </a:lnTo>
                  <a:lnTo>
                    <a:pt x="239" y="1426"/>
                  </a:lnTo>
                  <a:lnTo>
                    <a:pt x="272" y="1432"/>
                  </a:lnTo>
                  <a:lnTo>
                    <a:pt x="303" y="1438"/>
                  </a:lnTo>
                  <a:lnTo>
                    <a:pt x="335" y="1444"/>
                  </a:lnTo>
                  <a:lnTo>
                    <a:pt x="366" y="1448"/>
                  </a:lnTo>
                  <a:lnTo>
                    <a:pt x="396" y="1452"/>
                  </a:lnTo>
                  <a:lnTo>
                    <a:pt x="427" y="1455"/>
                  </a:lnTo>
                  <a:lnTo>
                    <a:pt x="456" y="1457"/>
                  </a:lnTo>
                  <a:lnTo>
                    <a:pt x="486" y="1459"/>
                  </a:lnTo>
                  <a:lnTo>
                    <a:pt x="515" y="1460"/>
                  </a:lnTo>
                  <a:lnTo>
                    <a:pt x="542" y="1461"/>
                  </a:lnTo>
                  <a:lnTo>
                    <a:pt x="580" y="1460"/>
                  </a:lnTo>
                  <a:lnTo>
                    <a:pt x="615" y="1458"/>
                  </a:lnTo>
                  <a:lnTo>
                    <a:pt x="646" y="1455"/>
                  </a:lnTo>
                  <a:lnTo>
                    <a:pt x="676" y="1451"/>
                  </a:lnTo>
                  <a:lnTo>
                    <a:pt x="703" y="1445"/>
                  </a:lnTo>
                  <a:lnTo>
                    <a:pt x="729" y="1438"/>
                  </a:lnTo>
                  <a:lnTo>
                    <a:pt x="740" y="1434"/>
                  </a:lnTo>
                  <a:lnTo>
                    <a:pt x="751" y="1430"/>
                  </a:lnTo>
                  <a:lnTo>
                    <a:pt x="761" y="1426"/>
                  </a:lnTo>
                  <a:lnTo>
                    <a:pt x="772" y="1421"/>
                  </a:lnTo>
                  <a:lnTo>
                    <a:pt x="781" y="1416"/>
                  </a:lnTo>
                  <a:lnTo>
                    <a:pt x="790" y="1409"/>
                  </a:lnTo>
                  <a:lnTo>
                    <a:pt x="798" y="1404"/>
                  </a:lnTo>
                  <a:lnTo>
                    <a:pt x="805" y="1398"/>
                  </a:lnTo>
                  <a:lnTo>
                    <a:pt x="812" y="1391"/>
                  </a:lnTo>
                  <a:lnTo>
                    <a:pt x="819" y="1385"/>
                  </a:lnTo>
                  <a:lnTo>
                    <a:pt x="824" y="1378"/>
                  </a:lnTo>
                  <a:lnTo>
                    <a:pt x="829" y="1370"/>
                  </a:lnTo>
                  <a:lnTo>
                    <a:pt x="834" y="1362"/>
                  </a:lnTo>
                  <a:lnTo>
                    <a:pt x="837" y="1354"/>
                  </a:lnTo>
                  <a:lnTo>
                    <a:pt x="841" y="1346"/>
                  </a:lnTo>
                  <a:lnTo>
                    <a:pt x="843" y="1337"/>
                  </a:lnTo>
                  <a:lnTo>
                    <a:pt x="845" y="1329"/>
                  </a:lnTo>
                  <a:lnTo>
                    <a:pt x="847" y="1319"/>
                  </a:lnTo>
                  <a:lnTo>
                    <a:pt x="848" y="1309"/>
                  </a:lnTo>
                  <a:lnTo>
                    <a:pt x="848" y="1299"/>
                  </a:lnTo>
                  <a:lnTo>
                    <a:pt x="847" y="1285"/>
                  </a:lnTo>
                  <a:lnTo>
                    <a:pt x="845" y="1271"/>
                  </a:lnTo>
                  <a:lnTo>
                    <a:pt x="842" y="1257"/>
                  </a:lnTo>
                  <a:lnTo>
                    <a:pt x="837" y="1244"/>
                  </a:lnTo>
                  <a:lnTo>
                    <a:pt x="831" y="1232"/>
                  </a:lnTo>
                  <a:lnTo>
                    <a:pt x="824" y="1220"/>
                  </a:lnTo>
                  <a:lnTo>
                    <a:pt x="814" y="1208"/>
                  </a:lnTo>
                  <a:lnTo>
                    <a:pt x="805" y="1198"/>
                  </a:lnTo>
                  <a:lnTo>
                    <a:pt x="791" y="1187"/>
                  </a:lnTo>
                  <a:lnTo>
                    <a:pt x="773" y="1175"/>
                  </a:lnTo>
                  <a:lnTo>
                    <a:pt x="750" y="1161"/>
                  </a:lnTo>
                  <a:lnTo>
                    <a:pt x="724" y="1146"/>
                  </a:lnTo>
                  <a:lnTo>
                    <a:pt x="692" y="1131"/>
                  </a:lnTo>
                  <a:lnTo>
                    <a:pt x="655" y="1114"/>
                  </a:lnTo>
                  <a:lnTo>
                    <a:pt x="616" y="1096"/>
                  </a:lnTo>
                  <a:lnTo>
                    <a:pt x="571" y="1078"/>
                  </a:lnTo>
                  <a:lnTo>
                    <a:pt x="490" y="1044"/>
                  </a:lnTo>
                  <a:lnTo>
                    <a:pt x="417" y="1011"/>
                  </a:lnTo>
                  <a:lnTo>
                    <a:pt x="383" y="996"/>
                  </a:lnTo>
                  <a:lnTo>
                    <a:pt x="351" y="980"/>
                  </a:lnTo>
                  <a:lnTo>
                    <a:pt x="321" y="965"/>
                  </a:lnTo>
                  <a:lnTo>
                    <a:pt x="293" y="950"/>
                  </a:lnTo>
                  <a:lnTo>
                    <a:pt x="267" y="936"/>
                  </a:lnTo>
                  <a:lnTo>
                    <a:pt x="241" y="922"/>
                  </a:lnTo>
                  <a:lnTo>
                    <a:pt x="219" y="907"/>
                  </a:lnTo>
                  <a:lnTo>
                    <a:pt x="197" y="893"/>
                  </a:lnTo>
                  <a:lnTo>
                    <a:pt x="178" y="880"/>
                  </a:lnTo>
                  <a:lnTo>
                    <a:pt x="161" y="866"/>
                  </a:lnTo>
                  <a:lnTo>
                    <a:pt x="145" y="854"/>
                  </a:lnTo>
                  <a:lnTo>
                    <a:pt x="131" y="842"/>
                  </a:lnTo>
                  <a:lnTo>
                    <a:pt x="116" y="826"/>
                  </a:lnTo>
                  <a:lnTo>
                    <a:pt x="100" y="808"/>
                  </a:lnTo>
                  <a:lnTo>
                    <a:pt x="86" y="791"/>
                  </a:lnTo>
                  <a:lnTo>
                    <a:pt x="74" y="774"/>
                  </a:lnTo>
                  <a:lnTo>
                    <a:pt x="62" y="755"/>
                  </a:lnTo>
                  <a:lnTo>
                    <a:pt x="51" y="736"/>
                  </a:lnTo>
                  <a:lnTo>
                    <a:pt x="41" y="716"/>
                  </a:lnTo>
                  <a:lnTo>
                    <a:pt x="32" y="696"/>
                  </a:lnTo>
                  <a:lnTo>
                    <a:pt x="25" y="676"/>
                  </a:lnTo>
                  <a:lnTo>
                    <a:pt x="18" y="654"/>
                  </a:lnTo>
                  <a:lnTo>
                    <a:pt x="13" y="633"/>
                  </a:lnTo>
                  <a:lnTo>
                    <a:pt x="8" y="610"/>
                  </a:lnTo>
                  <a:lnTo>
                    <a:pt x="4" y="587"/>
                  </a:lnTo>
                  <a:lnTo>
                    <a:pt x="2" y="563"/>
                  </a:lnTo>
                  <a:lnTo>
                    <a:pt x="0" y="540"/>
                  </a:lnTo>
                  <a:lnTo>
                    <a:pt x="0" y="515"/>
                  </a:lnTo>
                  <a:lnTo>
                    <a:pt x="1" y="484"/>
                  </a:lnTo>
                  <a:lnTo>
                    <a:pt x="3" y="454"/>
                  </a:lnTo>
                  <a:lnTo>
                    <a:pt x="7" y="424"/>
                  </a:lnTo>
                  <a:lnTo>
                    <a:pt x="12" y="397"/>
                  </a:lnTo>
                  <a:lnTo>
                    <a:pt x="18" y="369"/>
                  </a:lnTo>
                  <a:lnTo>
                    <a:pt x="26" y="343"/>
                  </a:lnTo>
                  <a:lnTo>
                    <a:pt x="36" y="317"/>
                  </a:lnTo>
                  <a:lnTo>
                    <a:pt x="47" y="293"/>
                  </a:lnTo>
                  <a:lnTo>
                    <a:pt x="61" y="269"/>
                  </a:lnTo>
                  <a:lnTo>
                    <a:pt x="75" y="247"/>
                  </a:lnTo>
                  <a:lnTo>
                    <a:pt x="90" y="225"/>
                  </a:lnTo>
                  <a:lnTo>
                    <a:pt x="108" y="204"/>
                  </a:lnTo>
                  <a:lnTo>
                    <a:pt x="127" y="185"/>
                  </a:lnTo>
                  <a:lnTo>
                    <a:pt x="146" y="165"/>
                  </a:lnTo>
                  <a:lnTo>
                    <a:pt x="169" y="148"/>
                  </a:lnTo>
                  <a:lnTo>
                    <a:pt x="192" y="131"/>
                  </a:lnTo>
                  <a:lnTo>
                    <a:pt x="217" y="115"/>
                  </a:lnTo>
                  <a:lnTo>
                    <a:pt x="241" y="100"/>
                  </a:lnTo>
                  <a:lnTo>
                    <a:pt x="268" y="86"/>
                  </a:lnTo>
                  <a:lnTo>
                    <a:pt x="294" y="73"/>
                  </a:lnTo>
                  <a:lnTo>
                    <a:pt x="322" y="61"/>
                  </a:lnTo>
                  <a:lnTo>
                    <a:pt x="351" y="51"/>
                  </a:lnTo>
                  <a:lnTo>
                    <a:pt x="381" y="41"/>
                  </a:lnTo>
                  <a:lnTo>
                    <a:pt x="412" y="33"/>
                  </a:lnTo>
                  <a:lnTo>
                    <a:pt x="443" y="24"/>
                  </a:lnTo>
                  <a:lnTo>
                    <a:pt x="475" y="18"/>
                  </a:lnTo>
                  <a:lnTo>
                    <a:pt x="508" y="12"/>
                  </a:lnTo>
                  <a:lnTo>
                    <a:pt x="543" y="8"/>
                  </a:lnTo>
                  <a:lnTo>
                    <a:pt x="578" y="4"/>
                  </a:lnTo>
                  <a:lnTo>
                    <a:pt x="614" y="2"/>
                  </a:lnTo>
                  <a:lnTo>
                    <a:pt x="650" y="0"/>
                  </a:lnTo>
                  <a:lnTo>
                    <a:pt x="688" y="0"/>
                  </a:lnTo>
                  <a:lnTo>
                    <a:pt x="733" y="0"/>
                  </a:lnTo>
                  <a:lnTo>
                    <a:pt x="781" y="3"/>
                  </a:lnTo>
                  <a:lnTo>
                    <a:pt x="832" y="7"/>
                  </a:lnTo>
                  <a:lnTo>
                    <a:pt x="886" y="13"/>
                  </a:lnTo>
                  <a:lnTo>
                    <a:pt x="943" y="20"/>
                  </a:lnTo>
                  <a:lnTo>
                    <a:pt x="1004" y="30"/>
                  </a:lnTo>
                  <a:lnTo>
                    <a:pt x="1067" y="42"/>
                  </a:lnTo>
                  <a:lnTo>
                    <a:pt x="1134" y="54"/>
                  </a:lnTo>
                  <a:lnTo>
                    <a:pt x="1177" y="61"/>
                  </a:lnTo>
                  <a:lnTo>
                    <a:pt x="1177" y="386"/>
                  </a:lnTo>
                  <a:lnTo>
                    <a:pt x="1147" y="374"/>
                  </a:lnTo>
                  <a:lnTo>
                    <a:pt x="1117" y="363"/>
                  </a:lnTo>
                  <a:lnTo>
                    <a:pt x="1088" y="353"/>
                  </a:lnTo>
                  <a:lnTo>
                    <a:pt x="1059" y="344"/>
                  </a:lnTo>
                  <a:lnTo>
                    <a:pt x="1031" y="336"/>
                  </a:lnTo>
                  <a:lnTo>
                    <a:pt x="1003" y="327"/>
                  </a:lnTo>
                  <a:lnTo>
                    <a:pt x="975" y="320"/>
                  </a:lnTo>
                  <a:lnTo>
                    <a:pt x="947" y="314"/>
                  </a:lnTo>
                  <a:lnTo>
                    <a:pt x="920" y="309"/>
                  </a:lnTo>
                  <a:lnTo>
                    <a:pt x="892" y="304"/>
                  </a:lnTo>
                  <a:lnTo>
                    <a:pt x="865" y="300"/>
                  </a:lnTo>
                  <a:lnTo>
                    <a:pt x="838" y="297"/>
                  </a:lnTo>
                  <a:lnTo>
                    <a:pt x="811" y="294"/>
                  </a:lnTo>
                  <a:lnTo>
                    <a:pt x="786" y="292"/>
                  </a:lnTo>
                  <a:lnTo>
                    <a:pt x="759" y="291"/>
                  </a:lnTo>
                  <a:lnTo>
                    <a:pt x="734" y="291"/>
                  </a:lnTo>
                  <a:lnTo>
                    <a:pt x="699" y="292"/>
                  </a:lnTo>
                  <a:lnTo>
                    <a:pt x="667" y="293"/>
                  </a:lnTo>
                  <a:lnTo>
                    <a:pt x="637" y="296"/>
                  </a:lnTo>
                  <a:lnTo>
                    <a:pt x="609" y="301"/>
                  </a:lnTo>
                  <a:lnTo>
                    <a:pt x="583" y="306"/>
                  </a:lnTo>
                  <a:lnTo>
                    <a:pt x="559" y="313"/>
                  </a:lnTo>
                  <a:lnTo>
                    <a:pt x="539" y="321"/>
                  </a:lnTo>
                  <a:lnTo>
                    <a:pt x="520" y="331"/>
                  </a:lnTo>
                  <a:lnTo>
                    <a:pt x="512" y="336"/>
                  </a:lnTo>
                  <a:lnTo>
                    <a:pt x="503" y="341"/>
                  </a:lnTo>
                  <a:lnTo>
                    <a:pt x="495" y="346"/>
                  </a:lnTo>
                  <a:lnTo>
                    <a:pt x="488" y="352"/>
                  </a:lnTo>
                  <a:lnTo>
                    <a:pt x="482" y="359"/>
                  </a:lnTo>
                  <a:lnTo>
                    <a:pt x="476" y="365"/>
                  </a:lnTo>
                  <a:lnTo>
                    <a:pt x="471" y="372"/>
                  </a:lnTo>
                  <a:lnTo>
                    <a:pt x="467" y="380"/>
                  </a:lnTo>
                  <a:lnTo>
                    <a:pt x="463" y="387"/>
                  </a:lnTo>
                  <a:lnTo>
                    <a:pt x="459" y="395"/>
                  </a:lnTo>
                  <a:lnTo>
                    <a:pt x="455" y="403"/>
                  </a:lnTo>
                  <a:lnTo>
                    <a:pt x="453" y="411"/>
                  </a:lnTo>
                  <a:lnTo>
                    <a:pt x="451" y="420"/>
                  </a:lnTo>
                  <a:lnTo>
                    <a:pt x="449" y="430"/>
                  </a:lnTo>
                  <a:lnTo>
                    <a:pt x="448" y="439"/>
                  </a:lnTo>
                  <a:lnTo>
                    <a:pt x="448" y="449"/>
                  </a:lnTo>
                  <a:lnTo>
                    <a:pt x="449" y="463"/>
                  </a:lnTo>
                  <a:lnTo>
                    <a:pt x="452" y="477"/>
                  </a:lnTo>
                  <a:lnTo>
                    <a:pt x="456" y="490"/>
                  </a:lnTo>
                  <a:lnTo>
                    <a:pt x="463" y="502"/>
                  </a:lnTo>
                  <a:lnTo>
                    <a:pt x="471" y="514"/>
                  </a:lnTo>
                  <a:lnTo>
                    <a:pt x="481" y="524"/>
                  </a:lnTo>
                  <a:lnTo>
                    <a:pt x="492" y="536"/>
                  </a:lnTo>
                  <a:lnTo>
                    <a:pt x="506" y="545"/>
                  </a:lnTo>
                  <a:lnTo>
                    <a:pt x="521" y="553"/>
                  </a:lnTo>
                  <a:lnTo>
                    <a:pt x="540" y="564"/>
                  </a:lnTo>
                  <a:lnTo>
                    <a:pt x="565" y="577"/>
                  </a:lnTo>
                  <a:lnTo>
                    <a:pt x="595" y="592"/>
                  </a:lnTo>
                  <a:lnTo>
                    <a:pt x="632" y="608"/>
                  </a:lnTo>
                  <a:lnTo>
                    <a:pt x="673" y="628"/>
                  </a:lnTo>
                  <a:lnTo>
                    <a:pt x="720" y="649"/>
                  </a:lnTo>
                  <a:lnTo>
                    <a:pt x="773" y="672"/>
                  </a:lnTo>
                  <a:lnTo>
                    <a:pt x="846" y="707"/>
                  </a:lnTo>
                  <a:lnTo>
                    <a:pt x="914" y="740"/>
                  </a:lnTo>
                  <a:lnTo>
                    <a:pt x="976" y="771"/>
                  </a:lnTo>
                  <a:lnTo>
                    <a:pt x="1031" y="802"/>
                  </a:lnTo>
                  <a:lnTo>
                    <a:pt x="1056" y="817"/>
                  </a:lnTo>
                  <a:lnTo>
                    <a:pt x="1080" y="832"/>
                  </a:lnTo>
                  <a:lnTo>
                    <a:pt x="1101" y="846"/>
                  </a:lnTo>
                  <a:lnTo>
                    <a:pt x="1122" y="860"/>
                  </a:lnTo>
                  <a:lnTo>
                    <a:pt x="1140" y="875"/>
                  </a:lnTo>
                  <a:lnTo>
                    <a:pt x="1157" y="888"/>
                  </a:lnTo>
                  <a:lnTo>
                    <a:pt x="1173" y="901"/>
                  </a:lnTo>
                  <a:lnTo>
                    <a:pt x="1187" y="913"/>
                  </a:lnTo>
                  <a:lnTo>
                    <a:pt x="1201" y="930"/>
                  </a:lnTo>
                  <a:lnTo>
                    <a:pt x="1215" y="945"/>
                  </a:lnTo>
                  <a:lnTo>
                    <a:pt x="1229" y="962"/>
                  </a:lnTo>
                  <a:lnTo>
                    <a:pt x="1241" y="979"/>
                  </a:lnTo>
                  <a:lnTo>
                    <a:pt x="1251" y="997"/>
                  </a:lnTo>
                  <a:lnTo>
                    <a:pt x="1261" y="1015"/>
                  </a:lnTo>
                  <a:lnTo>
                    <a:pt x="1270" y="1034"/>
                  </a:lnTo>
                  <a:lnTo>
                    <a:pt x="1279" y="1053"/>
                  </a:lnTo>
                  <a:lnTo>
                    <a:pt x="1286" y="1074"/>
                  </a:lnTo>
                  <a:lnTo>
                    <a:pt x="1292" y="1094"/>
                  </a:lnTo>
                  <a:lnTo>
                    <a:pt x="1298" y="1114"/>
                  </a:lnTo>
                  <a:lnTo>
                    <a:pt x="1302" y="1137"/>
                  </a:lnTo>
                  <a:lnTo>
                    <a:pt x="1305" y="1158"/>
                  </a:lnTo>
                  <a:lnTo>
                    <a:pt x="1307" y="1182"/>
                  </a:lnTo>
                  <a:lnTo>
                    <a:pt x="1309" y="1204"/>
                  </a:lnTo>
                  <a:lnTo>
                    <a:pt x="1309" y="1229"/>
                  </a:lnTo>
                  <a:lnTo>
                    <a:pt x="1308" y="1262"/>
                  </a:lnTo>
                  <a:lnTo>
                    <a:pt x="1306" y="1296"/>
                  </a:lnTo>
                  <a:lnTo>
                    <a:pt x="1301" y="1328"/>
                  </a:lnTo>
                  <a:lnTo>
                    <a:pt x="1295" y="1358"/>
                  </a:lnTo>
                  <a:lnTo>
                    <a:pt x="1291" y="1374"/>
                  </a:lnTo>
                  <a:lnTo>
                    <a:pt x="1286" y="1389"/>
                  </a:lnTo>
                  <a:lnTo>
                    <a:pt x="1282" y="1403"/>
                  </a:lnTo>
                  <a:lnTo>
                    <a:pt x="1276" y="1418"/>
                  </a:lnTo>
                  <a:lnTo>
                    <a:pt x="1270" y="1432"/>
                  </a:lnTo>
                  <a:lnTo>
                    <a:pt x="1263" y="1446"/>
                  </a:lnTo>
                  <a:lnTo>
                    <a:pt x="1257" y="1459"/>
                  </a:lnTo>
                  <a:lnTo>
                    <a:pt x="1250" y="1473"/>
                  </a:lnTo>
                  <a:lnTo>
                    <a:pt x="1242" y="1486"/>
                  </a:lnTo>
                  <a:lnTo>
                    <a:pt x="1234" y="1499"/>
                  </a:lnTo>
                  <a:lnTo>
                    <a:pt x="1225" y="1511"/>
                  </a:lnTo>
                  <a:lnTo>
                    <a:pt x="1216" y="1524"/>
                  </a:lnTo>
                  <a:lnTo>
                    <a:pt x="1206" y="1536"/>
                  </a:lnTo>
                  <a:lnTo>
                    <a:pt x="1196" y="1547"/>
                  </a:lnTo>
                  <a:lnTo>
                    <a:pt x="1186" y="1559"/>
                  </a:lnTo>
                  <a:lnTo>
                    <a:pt x="1175" y="1571"/>
                  </a:lnTo>
                  <a:lnTo>
                    <a:pt x="1151" y="1592"/>
                  </a:lnTo>
                  <a:lnTo>
                    <a:pt x="1126" y="1613"/>
                  </a:lnTo>
                  <a:lnTo>
                    <a:pt x="1099" y="1633"/>
                  </a:lnTo>
                  <a:lnTo>
                    <a:pt x="1069" y="1651"/>
                  </a:lnTo>
                  <a:lnTo>
                    <a:pt x="1045" y="1666"/>
                  </a:lnTo>
                  <a:lnTo>
                    <a:pt x="1018" y="1679"/>
                  </a:lnTo>
                  <a:lnTo>
                    <a:pt x="992" y="1691"/>
                  </a:lnTo>
                  <a:lnTo>
                    <a:pt x="964" y="1703"/>
                  </a:lnTo>
                  <a:lnTo>
                    <a:pt x="936" y="1714"/>
                  </a:lnTo>
                  <a:lnTo>
                    <a:pt x="906" y="1724"/>
                  </a:lnTo>
                  <a:lnTo>
                    <a:pt x="876" y="1732"/>
                  </a:lnTo>
                  <a:lnTo>
                    <a:pt x="845" y="1740"/>
                  </a:lnTo>
                  <a:lnTo>
                    <a:pt x="812" y="1747"/>
                  </a:lnTo>
                  <a:lnTo>
                    <a:pt x="780" y="1752"/>
                  </a:lnTo>
                  <a:lnTo>
                    <a:pt x="746" y="1757"/>
                  </a:lnTo>
                  <a:lnTo>
                    <a:pt x="710" y="1762"/>
                  </a:lnTo>
                  <a:lnTo>
                    <a:pt x="675" y="1766"/>
                  </a:lnTo>
                  <a:lnTo>
                    <a:pt x="639" y="1768"/>
                  </a:lnTo>
                  <a:lnTo>
                    <a:pt x="601" y="1769"/>
                  </a:lnTo>
                  <a:lnTo>
                    <a:pt x="563" y="1770"/>
                  </a:lnTo>
                  <a:lnTo>
                    <a:pt x="497" y="1769"/>
                  </a:lnTo>
                  <a:lnTo>
                    <a:pt x="431" y="1766"/>
                  </a:lnTo>
                  <a:lnTo>
                    <a:pt x="365" y="1761"/>
                  </a:lnTo>
                  <a:lnTo>
                    <a:pt x="299" y="1754"/>
                  </a:lnTo>
                  <a:lnTo>
                    <a:pt x="233" y="1745"/>
                  </a:lnTo>
                  <a:lnTo>
                    <a:pt x="167" y="1735"/>
                  </a:lnTo>
                  <a:lnTo>
                    <a:pt x="100" y="1722"/>
                  </a:lnTo>
                  <a:lnTo>
                    <a:pt x="34" y="1707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2430804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title Dynamic Petrol">
    <p:bg>
      <p:bgPr>
        <a:gradFill>
          <a:gsLst>
            <a:gs pos="83000">
              <a:srgbClr val="0099B0">
                <a:alpha val="85000"/>
              </a:srgbClr>
            </a:gs>
            <a:gs pos="50000">
              <a:srgbClr val="009999">
                <a:alpha val="85000"/>
              </a:srgbClr>
            </a:gs>
            <a:gs pos="0">
              <a:srgbClr val="50BEBE">
                <a:alpha val="85000"/>
              </a:srgbClr>
            </a:gs>
            <a:gs pos="100000">
              <a:srgbClr val="0099CB">
                <a:alpha val="85000"/>
              </a:srgb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BD1C355C-922C-4058-8D35-C61BADFA48A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9216795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80" name="think-cell Slide" r:id="rId7" imgW="622" imgH="623" progId="TCLayout.ActiveDocument.1">
                  <p:embed/>
                </p:oleObj>
              </mc:Choice>
              <mc:Fallback>
                <p:oleObj name="think-cell Slide" r:id="rId7" imgW="622" imgH="62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43AE8D5F-C9B4-4AE2-9039-9DB39A3F24AA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charset="0"/>
              <a:buNone/>
            </a:pPr>
            <a:endParaRPr lang="en-US" sz="4400" b="1" i="0" baseline="0" dirty="0">
              <a:solidFill>
                <a:schemeClr val="tx1"/>
              </a:solidFill>
              <a:latin typeface="Arial" panose="020B0604020202020204" pitchFamily="34" charset="0"/>
              <a:ea typeface="Siemens Sans Global" pitchFamily="2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cdtText Box 101 Id11"/>
          <p:cNvSpPr txBox="1">
            <a:spLocks noChangeArrowheads="1"/>
          </p:cNvSpPr>
          <p:nvPr userDrawn="1">
            <p:custDataLst>
              <p:tags r:id="rId4"/>
            </p:custDataLst>
          </p:nvPr>
        </p:nvSpPr>
        <p:spPr bwMode="auto">
          <a:xfrm>
            <a:off x="6099175" y="0"/>
            <a:ext cx="1588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0">
            <a:noAutofit/>
          </a:bodyPr>
          <a:lstStyle/>
          <a:p>
            <a:pPr algn="ctr">
              <a:buClrTx/>
              <a:buFontTx/>
              <a:buNone/>
            </a:pPr>
            <a:endParaRPr lang="en-US" sz="1100" b="1" noProof="0" dirty="0">
              <a:solidFill>
                <a:srgbClr val="990000"/>
              </a:solidFill>
            </a:endParaRPr>
          </a:p>
        </p:txBody>
      </p:sp>
      <p:sp>
        <p:nvSpPr>
          <p:cNvPr id="30" name="cdtRectangle 115 Id57350"/>
          <p:cNvSpPr>
            <a:spLocks noGrp="1" noChangeArrowheads="1"/>
          </p:cNvSpPr>
          <p:nvPr>
            <p:ph type="ctrTitle"/>
            <p:custDataLst>
              <p:tags r:id="rId5"/>
            </p:custDataLst>
          </p:nvPr>
        </p:nvSpPr>
        <p:spPr bwMode="auto">
          <a:xfrm>
            <a:off x="627063" y="3891600"/>
            <a:ext cx="6480000" cy="2340314"/>
          </a:xfrm>
          <a:noFill/>
        </p:spPr>
        <p:txBody>
          <a:bodyPr wrap="square" lIns="216000" tIns="90000" rIns="216000" bIns="216000" anchor="b" anchorCtr="0">
            <a:spAutoFit/>
          </a:bodyPr>
          <a:lstStyle>
            <a:lvl1pPr>
              <a:defRPr sz="4400" smtClean="0">
                <a:solidFill>
                  <a:srgbClr val="FFFFFF"/>
                </a:solidFill>
                <a:latin typeface="Arial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grpSp>
        <p:nvGrpSpPr>
          <p:cNvPr id="81" name="Gruppieren 80"/>
          <p:cNvGrpSpPr/>
          <p:nvPr userDrawn="1"/>
        </p:nvGrpSpPr>
        <p:grpSpPr>
          <a:xfrm>
            <a:off x="-216000" y="-216000"/>
            <a:ext cx="12628800" cy="7290000"/>
            <a:chOff x="-216000" y="-216000"/>
            <a:chExt cx="12628800" cy="7290000"/>
          </a:xfrm>
        </p:grpSpPr>
        <p:cxnSp>
          <p:nvCxnSpPr>
            <p:cNvPr id="82" name="Gerade Verbindung 81"/>
            <p:cNvCxnSpPr/>
            <p:nvPr userDrawn="1"/>
          </p:nvCxnSpPr>
          <p:spPr bwMode="auto">
            <a:xfrm>
              <a:off x="627063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3" name="Gerade Verbindung 82"/>
            <p:cNvCxnSpPr/>
            <p:nvPr userDrawn="1"/>
          </p:nvCxnSpPr>
          <p:spPr bwMode="auto">
            <a:xfrm>
              <a:off x="6099175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4" name="Gerade Verbindung 83"/>
            <p:cNvCxnSpPr/>
            <p:nvPr userDrawn="1"/>
          </p:nvCxnSpPr>
          <p:spPr bwMode="auto">
            <a:xfrm>
              <a:off x="62420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5" name="Gerade Verbindung 84"/>
            <p:cNvCxnSpPr/>
            <p:nvPr userDrawn="1"/>
          </p:nvCxnSpPr>
          <p:spPr bwMode="auto">
            <a:xfrm>
              <a:off x="8835479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6" name="Gerade Verbindung 85"/>
            <p:cNvCxnSpPr/>
            <p:nvPr userDrawn="1"/>
          </p:nvCxnSpPr>
          <p:spPr bwMode="auto">
            <a:xfrm>
              <a:off x="117157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7" name="Gerade Verbindung 86"/>
            <p:cNvCxnSpPr/>
            <p:nvPr userDrawn="1"/>
          </p:nvCxnSpPr>
          <p:spPr bwMode="auto">
            <a:xfrm rot="5400000">
              <a:off x="123228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8" name="Gerade Verbindung 87"/>
            <p:cNvCxnSpPr/>
            <p:nvPr userDrawn="1"/>
          </p:nvCxnSpPr>
          <p:spPr bwMode="auto">
            <a:xfrm rot="5400000">
              <a:off x="12322800" y="945844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9" name="Gerade Verbindung 88"/>
            <p:cNvCxnSpPr/>
            <p:nvPr userDrawn="1"/>
          </p:nvCxnSpPr>
          <p:spPr bwMode="auto">
            <a:xfrm rot="5400000">
              <a:off x="12322800" y="135145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0" name="Gerade Verbindung 89"/>
            <p:cNvCxnSpPr/>
            <p:nvPr userDrawn="1"/>
          </p:nvCxnSpPr>
          <p:spPr bwMode="auto">
            <a:xfrm rot="5400000">
              <a:off x="12322800" y="3653512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1" name="Gerade Verbindung 90"/>
            <p:cNvCxnSpPr/>
            <p:nvPr userDrawn="1"/>
          </p:nvCxnSpPr>
          <p:spPr bwMode="auto">
            <a:xfrm rot="5400000">
              <a:off x="12322800" y="3801055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2" name="Gerade Verbindung 91"/>
            <p:cNvCxnSpPr/>
            <p:nvPr userDrawn="1"/>
          </p:nvCxnSpPr>
          <p:spPr bwMode="auto">
            <a:xfrm rot="5400000">
              <a:off x="12322800" y="6101999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3" name="Gerade Verbindung 92"/>
            <p:cNvCxnSpPr/>
            <p:nvPr userDrawn="1"/>
          </p:nvCxnSpPr>
          <p:spPr bwMode="auto">
            <a:xfrm>
              <a:off x="627063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4" name="Gerade Verbindung 93"/>
            <p:cNvCxnSpPr/>
            <p:nvPr userDrawn="1"/>
          </p:nvCxnSpPr>
          <p:spPr bwMode="auto">
            <a:xfrm>
              <a:off x="6099175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5" name="Gerade Verbindung 94"/>
            <p:cNvCxnSpPr/>
            <p:nvPr userDrawn="1"/>
          </p:nvCxnSpPr>
          <p:spPr bwMode="auto">
            <a:xfrm>
              <a:off x="62420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6" name="Gerade Verbindung 95"/>
            <p:cNvCxnSpPr/>
            <p:nvPr userDrawn="1"/>
          </p:nvCxnSpPr>
          <p:spPr bwMode="auto">
            <a:xfrm>
              <a:off x="8835479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7" name="Gerade Verbindung 96"/>
            <p:cNvCxnSpPr/>
            <p:nvPr userDrawn="1"/>
          </p:nvCxnSpPr>
          <p:spPr bwMode="auto">
            <a:xfrm>
              <a:off x="117157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8" name="Gerade Verbindung 97"/>
            <p:cNvCxnSpPr/>
            <p:nvPr userDrawn="1"/>
          </p:nvCxnSpPr>
          <p:spPr bwMode="auto">
            <a:xfrm rot="5400000">
              <a:off x="-1260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9" name="Gerade Verbindung 98"/>
            <p:cNvCxnSpPr/>
            <p:nvPr userDrawn="1"/>
          </p:nvCxnSpPr>
          <p:spPr bwMode="auto">
            <a:xfrm rot="5400000">
              <a:off x="-126000" y="946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0" name="Gerade Verbindung 99"/>
            <p:cNvCxnSpPr/>
            <p:nvPr userDrawn="1"/>
          </p:nvCxnSpPr>
          <p:spPr bwMode="auto">
            <a:xfrm rot="5400000">
              <a:off x="-126000" y="135145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1" name="Gerade Verbindung 100"/>
            <p:cNvCxnSpPr/>
            <p:nvPr userDrawn="1"/>
          </p:nvCxnSpPr>
          <p:spPr bwMode="auto">
            <a:xfrm rot="5400000">
              <a:off x="-126000" y="3653512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2" name="Gerade Verbindung 101"/>
            <p:cNvCxnSpPr/>
            <p:nvPr userDrawn="1"/>
          </p:nvCxnSpPr>
          <p:spPr bwMode="auto">
            <a:xfrm rot="5400000">
              <a:off x="-126000" y="3801055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3" name="Gerade Verbindung 102"/>
            <p:cNvCxnSpPr/>
            <p:nvPr userDrawn="1"/>
          </p:nvCxnSpPr>
          <p:spPr bwMode="auto">
            <a:xfrm rot="5400000">
              <a:off x="-126000" y="6101999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7" name="Group 33"/>
          <p:cNvGrpSpPr>
            <a:grpSpLocks noChangeAspect="1"/>
          </p:cNvGrpSpPr>
          <p:nvPr userDrawn="1"/>
        </p:nvGrpSpPr>
        <p:grpSpPr bwMode="gray">
          <a:xfrm>
            <a:off x="9555163" y="323850"/>
            <a:ext cx="2159000" cy="914400"/>
            <a:chOff x="6019" y="204"/>
            <a:chExt cx="1360" cy="576"/>
          </a:xfrm>
        </p:grpSpPr>
        <p:sp>
          <p:nvSpPr>
            <p:cNvPr id="28" name="AutoShape 32"/>
            <p:cNvSpPr>
              <a:spLocks noChangeAspect="1" noChangeArrowheads="1" noTextEdit="1"/>
            </p:cNvSpPr>
            <p:nvPr userDrawn="1"/>
          </p:nvSpPr>
          <p:spPr bwMode="gray">
            <a:xfrm>
              <a:off x="6019" y="204"/>
              <a:ext cx="1360" cy="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29" name="Rectangle 34"/>
            <p:cNvSpPr>
              <a:spLocks noChangeArrowheads="1"/>
            </p:cNvSpPr>
            <p:nvPr userDrawn="1"/>
          </p:nvSpPr>
          <p:spPr bwMode="gray">
            <a:xfrm>
              <a:off x="6019" y="204"/>
              <a:ext cx="1360" cy="57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31" name="Freeform 35"/>
            <p:cNvSpPr>
              <a:spLocks/>
            </p:cNvSpPr>
            <p:nvPr userDrawn="1"/>
          </p:nvSpPr>
          <p:spPr bwMode="gray">
            <a:xfrm>
              <a:off x="6765" y="562"/>
              <a:ext cx="98" cy="156"/>
            </a:xfrm>
            <a:custGeom>
              <a:avLst/>
              <a:gdLst>
                <a:gd name="T0" fmla="*/ 705 w 1179"/>
                <a:gd name="T1" fmla="*/ 998 h 1866"/>
                <a:gd name="T2" fmla="*/ 588 w 1179"/>
                <a:gd name="T3" fmla="*/ 1280 h 1866"/>
                <a:gd name="T4" fmla="*/ 458 w 1179"/>
                <a:gd name="T5" fmla="*/ 1547 h 1866"/>
                <a:gd name="T6" fmla="*/ 277 w 1179"/>
                <a:gd name="T7" fmla="*/ 1824 h 1866"/>
                <a:gd name="T8" fmla="*/ 270 w 1179"/>
                <a:gd name="T9" fmla="*/ 1854 h 1866"/>
                <a:gd name="T10" fmla="*/ 295 w 1179"/>
                <a:gd name="T11" fmla="*/ 1866 h 1866"/>
                <a:gd name="T12" fmla="*/ 363 w 1179"/>
                <a:gd name="T13" fmla="*/ 1834 h 1866"/>
                <a:gd name="T14" fmla="*/ 442 w 1179"/>
                <a:gd name="T15" fmla="*/ 1757 h 1866"/>
                <a:gd name="T16" fmla="*/ 627 w 1179"/>
                <a:gd name="T17" fmla="*/ 1494 h 1866"/>
                <a:gd name="T18" fmla="*/ 832 w 1179"/>
                <a:gd name="T19" fmla="*/ 1110 h 1866"/>
                <a:gd name="T20" fmla="*/ 972 w 1179"/>
                <a:gd name="T21" fmla="*/ 852 h 1866"/>
                <a:gd name="T22" fmla="*/ 1080 w 1179"/>
                <a:gd name="T23" fmla="*/ 704 h 1866"/>
                <a:gd name="T24" fmla="*/ 1172 w 1179"/>
                <a:gd name="T25" fmla="*/ 601 h 1866"/>
                <a:gd name="T26" fmla="*/ 1178 w 1179"/>
                <a:gd name="T27" fmla="*/ 575 h 1866"/>
                <a:gd name="T28" fmla="*/ 1137 w 1179"/>
                <a:gd name="T29" fmla="*/ 537 h 1866"/>
                <a:gd name="T30" fmla="*/ 1056 w 1179"/>
                <a:gd name="T31" fmla="*/ 517 h 1866"/>
                <a:gd name="T32" fmla="*/ 1012 w 1179"/>
                <a:gd name="T33" fmla="*/ 528 h 1866"/>
                <a:gd name="T34" fmla="*/ 948 w 1179"/>
                <a:gd name="T35" fmla="*/ 593 h 1866"/>
                <a:gd name="T36" fmla="*/ 778 w 1179"/>
                <a:gd name="T37" fmla="*/ 756 h 1866"/>
                <a:gd name="T38" fmla="*/ 713 w 1179"/>
                <a:gd name="T39" fmla="*/ 790 h 1866"/>
                <a:gd name="T40" fmla="*/ 676 w 1179"/>
                <a:gd name="T41" fmla="*/ 779 h 1866"/>
                <a:gd name="T42" fmla="*/ 653 w 1179"/>
                <a:gd name="T43" fmla="*/ 730 h 1866"/>
                <a:gd name="T44" fmla="*/ 655 w 1179"/>
                <a:gd name="T45" fmla="*/ 622 h 1866"/>
                <a:gd name="T46" fmla="*/ 650 w 1179"/>
                <a:gd name="T47" fmla="*/ 579 h 1866"/>
                <a:gd name="T48" fmla="*/ 622 w 1179"/>
                <a:gd name="T49" fmla="*/ 552 h 1866"/>
                <a:gd name="T50" fmla="*/ 493 w 1179"/>
                <a:gd name="T51" fmla="*/ 530 h 1866"/>
                <a:gd name="T52" fmla="*/ 272 w 1179"/>
                <a:gd name="T53" fmla="*/ 517 h 1866"/>
                <a:gd name="T54" fmla="*/ 340 w 1179"/>
                <a:gd name="T55" fmla="*/ 248 h 1866"/>
                <a:gd name="T56" fmla="*/ 393 w 1179"/>
                <a:gd name="T57" fmla="*/ 122 h 1866"/>
                <a:gd name="T58" fmla="*/ 426 w 1179"/>
                <a:gd name="T59" fmla="*/ 45 h 1866"/>
                <a:gd name="T60" fmla="*/ 397 w 1179"/>
                <a:gd name="T61" fmla="*/ 16 h 1866"/>
                <a:gd name="T62" fmla="*/ 333 w 1179"/>
                <a:gd name="T63" fmla="*/ 0 h 1866"/>
                <a:gd name="T64" fmla="*/ 279 w 1179"/>
                <a:gd name="T65" fmla="*/ 11 h 1866"/>
                <a:gd name="T66" fmla="*/ 240 w 1179"/>
                <a:gd name="T67" fmla="*/ 61 h 1866"/>
                <a:gd name="T68" fmla="*/ 150 w 1179"/>
                <a:gd name="T69" fmla="*/ 340 h 1866"/>
                <a:gd name="T70" fmla="*/ 89 w 1179"/>
                <a:gd name="T71" fmla="*/ 509 h 1866"/>
                <a:gd name="T72" fmla="*/ 11 w 1179"/>
                <a:gd name="T73" fmla="*/ 514 h 1866"/>
                <a:gd name="T74" fmla="*/ 0 w 1179"/>
                <a:gd name="T75" fmla="*/ 531 h 1866"/>
                <a:gd name="T76" fmla="*/ 25 w 1179"/>
                <a:gd name="T77" fmla="*/ 588 h 1866"/>
                <a:gd name="T78" fmla="*/ 69 w 1179"/>
                <a:gd name="T79" fmla="*/ 627 h 1866"/>
                <a:gd name="T80" fmla="*/ 100 w 1179"/>
                <a:gd name="T81" fmla="*/ 669 h 1866"/>
                <a:gd name="T82" fmla="*/ 102 w 1179"/>
                <a:gd name="T83" fmla="*/ 825 h 1866"/>
                <a:gd name="T84" fmla="*/ 141 w 1179"/>
                <a:gd name="T85" fmla="*/ 948 h 1866"/>
                <a:gd name="T86" fmla="*/ 220 w 1179"/>
                <a:gd name="T87" fmla="*/ 1011 h 1866"/>
                <a:gd name="T88" fmla="*/ 273 w 1179"/>
                <a:gd name="T89" fmla="*/ 1012 h 1866"/>
                <a:gd name="T90" fmla="*/ 282 w 1179"/>
                <a:gd name="T91" fmla="*/ 989 h 1866"/>
                <a:gd name="T92" fmla="*/ 251 w 1179"/>
                <a:gd name="T93" fmla="*/ 888 h 1866"/>
                <a:gd name="T94" fmla="*/ 244 w 1179"/>
                <a:gd name="T95" fmla="*/ 748 h 1866"/>
                <a:gd name="T96" fmla="*/ 282 w 1179"/>
                <a:gd name="T97" fmla="*/ 625 h 1866"/>
                <a:gd name="T98" fmla="*/ 428 w 1179"/>
                <a:gd name="T99" fmla="*/ 608 h 1866"/>
                <a:gd name="T100" fmla="*/ 477 w 1179"/>
                <a:gd name="T101" fmla="*/ 617 h 1866"/>
                <a:gd name="T102" fmla="*/ 483 w 1179"/>
                <a:gd name="T103" fmla="*/ 645 h 1866"/>
                <a:gd name="T104" fmla="*/ 495 w 1179"/>
                <a:gd name="T105" fmla="*/ 741 h 1866"/>
                <a:gd name="T106" fmla="*/ 539 w 1179"/>
                <a:gd name="T107" fmla="*/ 816 h 1866"/>
                <a:gd name="T108" fmla="*/ 600 w 1179"/>
                <a:gd name="T109" fmla="*/ 858 h 1866"/>
                <a:gd name="T110" fmla="*/ 682 w 1179"/>
                <a:gd name="T111" fmla="*/ 882 h 18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179" h="1866">
                  <a:moveTo>
                    <a:pt x="756" y="885"/>
                  </a:moveTo>
                  <a:lnTo>
                    <a:pt x="752" y="893"/>
                  </a:lnTo>
                  <a:lnTo>
                    <a:pt x="741" y="919"/>
                  </a:lnTo>
                  <a:lnTo>
                    <a:pt x="729" y="944"/>
                  </a:lnTo>
                  <a:lnTo>
                    <a:pt x="718" y="971"/>
                  </a:lnTo>
                  <a:lnTo>
                    <a:pt x="705" y="998"/>
                  </a:lnTo>
                  <a:lnTo>
                    <a:pt x="694" y="1026"/>
                  </a:lnTo>
                  <a:lnTo>
                    <a:pt x="682" y="1054"/>
                  </a:lnTo>
                  <a:lnTo>
                    <a:pt x="671" y="1083"/>
                  </a:lnTo>
                  <a:lnTo>
                    <a:pt x="659" y="1112"/>
                  </a:lnTo>
                  <a:lnTo>
                    <a:pt x="624" y="1194"/>
                  </a:lnTo>
                  <a:lnTo>
                    <a:pt x="588" y="1280"/>
                  </a:lnTo>
                  <a:lnTo>
                    <a:pt x="569" y="1324"/>
                  </a:lnTo>
                  <a:lnTo>
                    <a:pt x="548" y="1368"/>
                  </a:lnTo>
                  <a:lnTo>
                    <a:pt x="527" y="1412"/>
                  </a:lnTo>
                  <a:lnTo>
                    <a:pt x="506" y="1457"/>
                  </a:lnTo>
                  <a:lnTo>
                    <a:pt x="482" y="1501"/>
                  </a:lnTo>
                  <a:lnTo>
                    <a:pt x="458" y="1547"/>
                  </a:lnTo>
                  <a:lnTo>
                    <a:pt x="432" y="1593"/>
                  </a:lnTo>
                  <a:lnTo>
                    <a:pt x="405" y="1639"/>
                  </a:lnTo>
                  <a:lnTo>
                    <a:pt x="375" y="1685"/>
                  </a:lnTo>
                  <a:lnTo>
                    <a:pt x="344" y="1731"/>
                  </a:lnTo>
                  <a:lnTo>
                    <a:pt x="312" y="1778"/>
                  </a:lnTo>
                  <a:lnTo>
                    <a:pt x="277" y="1824"/>
                  </a:lnTo>
                  <a:lnTo>
                    <a:pt x="272" y="1832"/>
                  </a:lnTo>
                  <a:lnTo>
                    <a:pt x="269" y="1840"/>
                  </a:lnTo>
                  <a:lnTo>
                    <a:pt x="269" y="1844"/>
                  </a:lnTo>
                  <a:lnTo>
                    <a:pt x="268" y="1847"/>
                  </a:lnTo>
                  <a:lnTo>
                    <a:pt x="269" y="1851"/>
                  </a:lnTo>
                  <a:lnTo>
                    <a:pt x="270" y="1854"/>
                  </a:lnTo>
                  <a:lnTo>
                    <a:pt x="272" y="1857"/>
                  </a:lnTo>
                  <a:lnTo>
                    <a:pt x="274" y="1859"/>
                  </a:lnTo>
                  <a:lnTo>
                    <a:pt x="276" y="1861"/>
                  </a:lnTo>
                  <a:lnTo>
                    <a:pt x="279" y="1863"/>
                  </a:lnTo>
                  <a:lnTo>
                    <a:pt x="287" y="1865"/>
                  </a:lnTo>
                  <a:lnTo>
                    <a:pt x="295" y="1866"/>
                  </a:lnTo>
                  <a:lnTo>
                    <a:pt x="306" y="1865"/>
                  </a:lnTo>
                  <a:lnTo>
                    <a:pt x="317" y="1862"/>
                  </a:lnTo>
                  <a:lnTo>
                    <a:pt x="327" y="1858"/>
                  </a:lnTo>
                  <a:lnTo>
                    <a:pt x="338" y="1852"/>
                  </a:lnTo>
                  <a:lnTo>
                    <a:pt x="350" y="1843"/>
                  </a:lnTo>
                  <a:lnTo>
                    <a:pt x="363" y="1834"/>
                  </a:lnTo>
                  <a:lnTo>
                    <a:pt x="375" y="1824"/>
                  </a:lnTo>
                  <a:lnTo>
                    <a:pt x="388" y="1813"/>
                  </a:lnTo>
                  <a:lnTo>
                    <a:pt x="401" y="1801"/>
                  </a:lnTo>
                  <a:lnTo>
                    <a:pt x="415" y="1786"/>
                  </a:lnTo>
                  <a:lnTo>
                    <a:pt x="429" y="1772"/>
                  </a:lnTo>
                  <a:lnTo>
                    <a:pt x="442" y="1757"/>
                  </a:lnTo>
                  <a:lnTo>
                    <a:pt x="471" y="1722"/>
                  </a:lnTo>
                  <a:lnTo>
                    <a:pt x="500" y="1684"/>
                  </a:lnTo>
                  <a:lnTo>
                    <a:pt x="531" y="1642"/>
                  </a:lnTo>
                  <a:lnTo>
                    <a:pt x="563" y="1596"/>
                  </a:lnTo>
                  <a:lnTo>
                    <a:pt x="594" y="1547"/>
                  </a:lnTo>
                  <a:lnTo>
                    <a:pt x="627" y="1494"/>
                  </a:lnTo>
                  <a:lnTo>
                    <a:pt x="661" y="1438"/>
                  </a:lnTo>
                  <a:lnTo>
                    <a:pt x="694" y="1379"/>
                  </a:lnTo>
                  <a:lnTo>
                    <a:pt x="728" y="1317"/>
                  </a:lnTo>
                  <a:lnTo>
                    <a:pt x="763" y="1250"/>
                  </a:lnTo>
                  <a:lnTo>
                    <a:pt x="797" y="1181"/>
                  </a:lnTo>
                  <a:lnTo>
                    <a:pt x="832" y="1110"/>
                  </a:lnTo>
                  <a:lnTo>
                    <a:pt x="858" y="1056"/>
                  </a:lnTo>
                  <a:lnTo>
                    <a:pt x="883" y="1008"/>
                  </a:lnTo>
                  <a:lnTo>
                    <a:pt x="906" y="964"/>
                  </a:lnTo>
                  <a:lnTo>
                    <a:pt x="930" y="923"/>
                  </a:lnTo>
                  <a:lnTo>
                    <a:pt x="951" y="886"/>
                  </a:lnTo>
                  <a:lnTo>
                    <a:pt x="972" y="852"/>
                  </a:lnTo>
                  <a:lnTo>
                    <a:pt x="992" y="822"/>
                  </a:lnTo>
                  <a:lnTo>
                    <a:pt x="1010" y="793"/>
                  </a:lnTo>
                  <a:lnTo>
                    <a:pt x="1029" y="768"/>
                  </a:lnTo>
                  <a:lnTo>
                    <a:pt x="1047" y="745"/>
                  </a:lnTo>
                  <a:lnTo>
                    <a:pt x="1063" y="724"/>
                  </a:lnTo>
                  <a:lnTo>
                    <a:pt x="1080" y="704"/>
                  </a:lnTo>
                  <a:lnTo>
                    <a:pt x="1110" y="670"/>
                  </a:lnTo>
                  <a:lnTo>
                    <a:pt x="1139" y="639"/>
                  </a:lnTo>
                  <a:lnTo>
                    <a:pt x="1152" y="625"/>
                  </a:lnTo>
                  <a:lnTo>
                    <a:pt x="1164" y="610"/>
                  </a:lnTo>
                  <a:lnTo>
                    <a:pt x="1169" y="606"/>
                  </a:lnTo>
                  <a:lnTo>
                    <a:pt x="1172" y="601"/>
                  </a:lnTo>
                  <a:lnTo>
                    <a:pt x="1175" y="597"/>
                  </a:lnTo>
                  <a:lnTo>
                    <a:pt x="1177" y="592"/>
                  </a:lnTo>
                  <a:lnTo>
                    <a:pt x="1178" y="588"/>
                  </a:lnTo>
                  <a:lnTo>
                    <a:pt x="1179" y="584"/>
                  </a:lnTo>
                  <a:lnTo>
                    <a:pt x="1179" y="580"/>
                  </a:lnTo>
                  <a:lnTo>
                    <a:pt x="1178" y="575"/>
                  </a:lnTo>
                  <a:lnTo>
                    <a:pt x="1175" y="569"/>
                  </a:lnTo>
                  <a:lnTo>
                    <a:pt x="1171" y="561"/>
                  </a:lnTo>
                  <a:lnTo>
                    <a:pt x="1164" y="555"/>
                  </a:lnTo>
                  <a:lnTo>
                    <a:pt x="1157" y="549"/>
                  </a:lnTo>
                  <a:lnTo>
                    <a:pt x="1148" y="543"/>
                  </a:lnTo>
                  <a:lnTo>
                    <a:pt x="1137" y="537"/>
                  </a:lnTo>
                  <a:lnTo>
                    <a:pt x="1125" y="532"/>
                  </a:lnTo>
                  <a:lnTo>
                    <a:pt x="1111" y="527"/>
                  </a:lnTo>
                  <a:lnTo>
                    <a:pt x="1092" y="521"/>
                  </a:lnTo>
                  <a:lnTo>
                    <a:pt x="1074" y="518"/>
                  </a:lnTo>
                  <a:lnTo>
                    <a:pt x="1065" y="517"/>
                  </a:lnTo>
                  <a:lnTo>
                    <a:pt x="1056" y="517"/>
                  </a:lnTo>
                  <a:lnTo>
                    <a:pt x="1049" y="517"/>
                  </a:lnTo>
                  <a:lnTo>
                    <a:pt x="1041" y="518"/>
                  </a:lnTo>
                  <a:lnTo>
                    <a:pt x="1034" y="520"/>
                  </a:lnTo>
                  <a:lnTo>
                    <a:pt x="1027" y="522"/>
                  </a:lnTo>
                  <a:lnTo>
                    <a:pt x="1020" y="525"/>
                  </a:lnTo>
                  <a:lnTo>
                    <a:pt x="1012" y="528"/>
                  </a:lnTo>
                  <a:lnTo>
                    <a:pt x="1006" y="532"/>
                  </a:lnTo>
                  <a:lnTo>
                    <a:pt x="1000" y="537"/>
                  </a:lnTo>
                  <a:lnTo>
                    <a:pt x="994" y="542"/>
                  </a:lnTo>
                  <a:lnTo>
                    <a:pt x="989" y="548"/>
                  </a:lnTo>
                  <a:lnTo>
                    <a:pt x="985" y="551"/>
                  </a:lnTo>
                  <a:lnTo>
                    <a:pt x="948" y="593"/>
                  </a:lnTo>
                  <a:lnTo>
                    <a:pt x="909" y="635"/>
                  </a:lnTo>
                  <a:lnTo>
                    <a:pt x="870" y="675"/>
                  </a:lnTo>
                  <a:lnTo>
                    <a:pt x="832" y="711"/>
                  </a:lnTo>
                  <a:lnTo>
                    <a:pt x="813" y="728"/>
                  </a:lnTo>
                  <a:lnTo>
                    <a:pt x="795" y="743"/>
                  </a:lnTo>
                  <a:lnTo>
                    <a:pt x="778" y="756"/>
                  </a:lnTo>
                  <a:lnTo>
                    <a:pt x="762" y="769"/>
                  </a:lnTo>
                  <a:lnTo>
                    <a:pt x="746" y="778"/>
                  </a:lnTo>
                  <a:lnTo>
                    <a:pt x="732" y="784"/>
                  </a:lnTo>
                  <a:lnTo>
                    <a:pt x="725" y="787"/>
                  </a:lnTo>
                  <a:lnTo>
                    <a:pt x="719" y="789"/>
                  </a:lnTo>
                  <a:lnTo>
                    <a:pt x="713" y="790"/>
                  </a:lnTo>
                  <a:lnTo>
                    <a:pt x="707" y="790"/>
                  </a:lnTo>
                  <a:lnTo>
                    <a:pt x="697" y="789"/>
                  </a:lnTo>
                  <a:lnTo>
                    <a:pt x="688" y="786"/>
                  </a:lnTo>
                  <a:lnTo>
                    <a:pt x="684" y="784"/>
                  </a:lnTo>
                  <a:lnTo>
                    <a:pt x="680" y="782"/>
                  </a:lnTo>
                  <a:lnTo>
                    <a:pt x="676" y="779"/>
                  </a:lnTo>
                  <a:lnTo>
                    <a:pt x="673" y="776"/>
                  </a:lnTo>
                  <a:lnTo>
                    <a:pt x="668" y="770"/>
                  </a:lnTo>
                  <a:lnTo>
                    <a:pt x="664" y="762"/>
                  </a:lnTo>
                  <a:lnTo>
                    <a:pt x="661" y="755"/>
                  </a:lnTo>
                  <a:lnTo>
                    <a:pt x="657" y="747"/>
                  </a:lnTo>
                  <a:lnTo>
                    <a:pt x="653" y="730"/>
                  </a:lnTo>
                  <a:lnTo>
                    <a:pt x="651" y="711"/>
                  </a:lnTo>
                  <a:lnTo>
                    <a:pt x="651" y="692"/>
                  </a:lnTo>
                  <a:lnTo>
                    <a:pt x="651" y="672"/>
                  </a:lnTo>
                  <a:lnTo>
                    <a:pt x="653" y="652"/>
                  </a:lnTo>
                  <a:lnTo>
                    <a:pt x="654" y="634"/>
                  </a:lnTo>
                  <a:lnTo>
                    <a:pt x="655" y="622"/>
                  </a:lnTo>
                  <a:lnTo>
                    <a:pt x="656" y="611"/>
                  </a:lnTo>
                  <a:lnTo>
                    <a:pt x="656" y="604"/>
                  </a:lnTo>
                  <a:lnTo>
                    <a:pt x="655" y="597"/>
                  </a:lnTo>
                  <a:lnTo>
                    <a:pt x="654" y="591"/>
                  </a:lnTo>
                  <a:lnTo>
                    <a:pt x="652" y="585"/>
                  </a:lnTo>
                  <a:lnTo>
                    <a:pt x="650" y="579"/>
                  </a:lnTo>
                  <a:lnTo>
                    <a:pt x="647" y="574"/>
                  </a:lnTo>
                  <a:lnTo>
                    <a:pt x="644" y="569"/>
                  </a:lnTo>
                  <a:lnTo>
                    <a:pt x="639" y="564"/>
                  </a:lnTo>
                  <a:lnTo>
                    <a:pt x="634" y="560"/>
                  </a:lnTo>
                  <a:lnTo>
                    <a:pt x="629" y="556"/>
                  </a:lnTo>
                  <a:lnTo>
                    <a:pt x="622" y="552"/>
                  </a:lnTo>
                  <a:lnTo>
                    <a:pt x="615" y="549"/>
                  </a:lnTo>
                  <a:lnTo>
                    <a:pt x="598" y="544"/>
                  </a:lnTo>
                  <a:lnTo>
                    <a:pt x="578" y="539"/>
                  </a:lnTo>
                  <a:lnTo>
                    <a:pt x="558" y="537"/>
                  </a:lnTo>
                  <a:lnTo>
                    <a:pt x="529" y="533"/>
                  </a:lnTo>
                  <a:lnTo>
                    <a:pt x="493" y="530"/>
                  </a:lnTo>
                  <a:lnTo>
                    <a:pt x="453" y="527"/>
                  </a:lnTo>
                  <a:lnTo>
                    <a:pt x="411" y="525"/>
                  </a:lnTo>
                  <a:lnTo>
                    <a:pt x="366" y="522"/>
                  </a:lnTo>
                  <a:lnTo>
                    <a:pt x="322" y="520"/>
                  </a:lnTo>
                  <a:lnTo>
                    <a:pt x="279" y="517"/>
                  </a:lnTo>
                  <a:lnTo>
                    <a:pt x="272" y="517"/>
                  </a:lnTo>
                  <a:lnTo>
                    <a:pt x="273" y="510"/>
                  </a:lnTo>
                  <a:lnTo>
                    <a:pt x="286" y="448"/>
                  </a:lnTo>
                  <a:lnTo>
                    <a:pt x="300" y="387"/>
                  </a:lnTo>
                  <a:lnTo>
                    <a:pt x="316" y="329"/>
                  </a:lnTo>
                  <a:lnTo>
                    <a:pt x="332" y="274"/>
                  </a:lnTo>
                  <a:lnTo>
                    <a:pt x="340" y="248"/>
                  </a:lnTo>
                  <a:lnTo>
                    <a:pt x="349" y="223"/>
                  </a:lnTo>
                  <a:lnTo>
                    <a:pt x="358" y="199"/>
                  </a:lnTo>
                  <a:lnTo>
                    <a:pt x="367" y="178"/>
                  </a:lnTo>
                  <a:lnTo>
                    <a:pt x="376" y="157"/>
                  </a:lnTo>
                  <a:lnTo>
                    <a:pt x="384" y="138"/>
                  </a:lnTo>
                  <a:lnTo>
                    <a:pt x="393" y="122"/>
                  </a:lnTo>
                  <a:lnTo>
                    <a:pt x="401" y="106"/>
                  </a:lnTo>
                  <a:lnTo>
                    <a:pt x="413" y="86"/>
                  </a:lnTo>
                  <a:lnTo>
                    <a:pt x="422" y="67"/>
                  </a:lnTo>
                  <a:lnTo>
                    <a:pt x="425" y="59"/>
                  </a:lnTo>
                  <a:lnTo>
                    <a:pt x="426" y="52"/>
                  </a:lnTo>
                  <a:lnTo>
                    <a:pt x="426" y="45"/>
                  </a:lnTo>
                  <a:lnTo>
                    <a:pt x="424" y="39"/>
                  </a:lnTo>
                  <a:lnTo>
                    <a:pt x="422" y="34"/>
                  </a:lnTo>
                  <a:lnTo>
                    <a:pt x="418" y="30"/>
                  </a:lnTo>
                  <a:lnTo>
                    <a:pt x="413" y="25"/>
                  </a:lnTo>
                  <a:lnTo>
                    <a:pt x="406" y="20"/>
                  </a:lnTo>
                  <a:lnTo>
                    <a:pt x="397" y="16"/>
                  </a:lnTo>
                  <a:lnTo>
                    <a:pt x="387" y="13"/>
                  </a:lnTo>
                  <a:lnTo>
                    <a:pt x="376" y="9"/>
                  </a:lnTo>
                  <a:lnTo>
                    <a:pt x="364" y="6"/>
                  </a:lnTo>
                  <a:lnTo>
                    <a:pt x="353" y="3"/>
                  </a:lnTo>
                  <a:lnTo>
                    <a:pt x="342" y="1"/>
                  </a:lnTo>
                  <a:lnTo>
                    <a:pt x="333" y="0"/>
                  </a:lnTo>
                  <a:lnTo>
                    <a:pt x="323" y="0"/>
                  </a:lnTo>
                  <a:lnTo>
                    <a:pt x="313" y="1"/>
                  </a:lnTo>
                  <a:lnTo>
                    <a:pt x="304" y="2"/>
                  </a:lnTo>
                  <a:lnTo>
                    <a:pt x="294" y="4"/>
                  </a:lnTo>
                  <a:lnTo>
                    <a:pt x="286" y="7"/>
                  </a:lnTo>
                  <a:lnTo>
                    <a:pt x="279" y="11"/>
                  </a:lnTo>
                  <a:lnTo>
                    <a:pt x="273" y="15"/>
                  </a:lnTo>
                  <a:lnTo>
                    <a:pt x="267" y="20"/>
                  </a:lnTo>
                  <a:lnTo>
                    <a:pt x="262" y="26"/>
                  </a:lnTo>
                  <a:lnTo>
                    <a:pt x="253" y="37"/>
                  </a:lnTo>
                  <a:lnTo>
                    <a:pt x="245" y="49"/>
                  </a:lnTo>
                  <a:lnTo>
                    <a:pt x="240" y="61"/>
                  </a:lnTo>
                  <a:lnTo>
                    <a:pt x="235" y="73"/>
                  </a:lnTo>
                  <a:lnTo>
                    <a:pt x="216" y="124"/>
                  </a:lnTo>
                  <a:lnTo>
                    <a:pt x="197" y="177"/>
                  </a:lnTo>
                  <a:lnTo>
                    <a:pt x="180" y="230"/>
                  </a:lnTo>
                  <a:lnTo>
                    <a:pt x="164" y="285"/>
                  </a:lnTo>
                  <a:lnTo>
                    <a:pt x="150" y="340"/>
                  </a:lnTo>
                  <a:lnTo>
                    <a:pt x="137" y="395"/>
                  </a:lnTo>
                  <a:lnTo>
                    <a:pt x="126" y="450"/>
                  </a:lnTo>
                  <a:lnTo>
                    <a:pt x="117" y="505"/>
                  </a:lnTo>
                  <a:lnTo>
                    <a:pt x="116" y="510"/>
                  </a:lnTo>
                  <a:lnTo>
                    <a:pt x="111" y="510"/>
                  </a:lnTo>
                  <a:lnTo>
                    <a:pt x="89" y="509"/>
                  </a:lnTo>
                  <a:lnTo>
                    <a:pt x="71" y="509"/>
                  </a:lnTo>
                  <a:lnTo>
                    <a:pt x="54" y="509"/>
                  </a:lnTo>
                  <a:lnTo>
                    <a:pt x="39" y="509"/>
                  </a:lnTo>
                  <a:lnTo>
                    <a:pt x="26" y="510"/>
                  </a:lnTo>
                  <a:lnTo>
                    <a:pt x="16" y="512"/>
                  </a:lnTo>
                  <a:lnTo>
                    <a:pt x="11" y="514"/>
                  </a:lnTo>
                  <a:lnTo>
                    <a:pt x="8" y="517"/>
                  </a:lnTo>
                  <a:lnTo>
                    <a:pt x="5" y="519"/>
                  </a:lnTo>
                  <a:lnTo>
                    <a:pt x="3" y="522"/>
                  </a:lnTo>
                  <a:lnTo>
                    <a:pt x="2" y="524"/>
                  </a:lnTo>
                  <a:lnTo>
                    <a:pt x="1" y="528"/>
                  </a:lnTo>
                  <a:lnTo>
                    <a:pt x="0" y="531"/>
                  </a:lnTo>
                  <a:lnTo>
                    <a:pt x="0" y="535"/>
                  </a:lnTo>
                  <a:lnTo>
                    <a:pt x="2" y="545"/>
                  </a:lnTo>
                  <a:lnTo>
                    <a:pt x="6" y="555"/>
                  </a:lnTo>
                  <a:lnTo>
                    <a:pt x="11" y="566"/>
                  </a:lnTo>
                  <a:lnTo>
                    <a:pt x="17" y="577"/>
                  </a:lnTo>
                  <a:lnTo>
                    <a:pt x="25" y="588"/>
                  </a:lnTo>
                  <a:lnTo>
                    <a:pt x="34" y="600"/>
                  </a:lnTo>
                  <a:lnTo>
                    <a:pt x="40" y="606"/>
                  </a:lnTo>
                  <a:lnTo>
                    <a:pt x="47" y="611"/>
                  </a:lnTo>
                  <a:lnTo>
                    <a:pt x="54" y="618"/>
                  </a:lnTo>
                  <a:lnTo>
                    <a:pt x="61" y="623"/>
                  </a:lnTo>
                  <a:lnTo>
                    <a:pt x="69" y="627"/>
                  </a:lnTo>
                  <a:lnTo>
                    <a:pt x="77" y="631"/>
                  </a:lnTo>
                  <a:lnTo>
                    <a:pt x="86" y="635"/>
                  </a:lnTo>
                  <a:lnTo>
                    <a:pt x="96" y="638"/>
                  </a:lnTo>
                  <a:lnTo>
                    <a:pt x="102" y="640"/>
                  </a:lnTo>
                  <a:lnTo>
                    <a:pt x="101" y="644"/>
                  </a:lnTo>
                  <a:lnTo>
                    <a:pt x="100" y="669"/>
                  </a:lnTo>
                  <a:lnTo>
                    <a:pt x="99" y="693"/>
                  </a:lnTo>
                  <a:lnTo>
                    <a:pt x="98" y="718"/>
                  </a:lnTo>
                  <a:lnTo>
                    <a:pt x="98" y="741"/>
                  </a:lnTo>
                  <a:lnTo>
                    <a:pt x="98" y="771"/>
                  </a:lnTo>
                  <a:lnTo>
                    <a:pt x="99" y="798"/>
                  </a:lnTo>
                  <a:lnTo>
                    <a:pt x="102" y="825"/>
                  </a:lnTo>
                  <a:lnTo>
                    <a:pt x="106" y="849"/>
                  </a:lnTo>
                  <a:lnTo>
                    <a:pt x="110" y="873"/>
                  </a:lnTo>
                  <a:lnTo>
                    <a:pt x="116" y="894"/>
                  </a:lnTo>
                  <a:lnTo>
                    <a:pt x="123" y="914"/>
                  </a:lnTo>
                  <a:lnTo>
                    <a:pt x="131" y="932"/>
                  </a:lnTo>
                  <a:lnTo>
                    <a:pt x="141" y="948"/>
                  </a:lnTo>
                  <a:lnTo>
                    <a:pt x="152" y="963"/>
                  </a:lnTo>
                  <a:lnTo>
                    <a:pt x="163" y="976"/>
                  </a:lnTo>
                  <a:lnTo>
                    <a:pt x="176" y="987"/>
                  </a:lnTo>
                  <a:lnTo>
                    <a:pt x="189" y="997"/>
                  </a:lnTo>
                  <a:lnTo>
                    <a:pt x="204" y="1004"/>
                  </a:lnTo>
                  <a:lnTo>
                    <a:pt x="220" y="1011"/>
                  </a:lnTo>
                  <a:lnTo>
                    <a:pt x="236" y="1016"/>
                  </a:lnTo>
                  <a:lnTo>
                    <a:pt x="242" y="1017"/>
                  </a:lnTo>
                  <a:lnTo>
                    <a:pt x="248" y="1017"/>
                  </a:lnTo>
                  <a:lnTo>
                    <a:pt x="259" y="1016"/>
                  </a:lnTo>
                  <a:lnTo>
                    <a:pt x="268" y="1014"/>
                  </a:lnTo>
                  <a:lnTo>
                    <a:pt x="273" y="1012"/>
                  </a:lnTo>
                  <a:lnTo>
                    <a:pt x="277" y="1010"/>
                  </a:lnTo>
                  <a:lnTo>
                    <a:pt x="280" y="1007"/>
                  </a:lnTo>
                  <a:lnTo>
                    <a:pt x="282" y="1004"/>
                  </a:lnTo>
                  <a:lnTo>
                    <a:pt x="284" y="999"/>
                  </a:lnTo>
                  <a:lnTo>
                    <a:pt x="284" y="994"/>
                  </a:lnTo>
                  <a:lnTo>
                    <a:pt x="282" y="989"/>
                  </a:lnTo>
                  <a:lnTo>
                    <a:pt x="279" y="982"/>
                  </a:lnTo>
                  <a:lnTo>
                    <a:pt x="271" y="966"/>
                  </a:lnTo>
                  <a:lnTo>
                    <a:pt x="265" y="948"/>
                  </a:lnTo>
                  <a:lnTo>
                    <a:pt x="259" y="929"/>
                  </a:lnTo>
                  <a:lnTo>
                    <a:pt x="254" y="909"/>
                  </a:lnTo>
                  <a:lnTo>
                    <a:pt x="251" y="888"/>
                  </a:lnTo>
                  <a:lnTo>
                    <a:pt x="247" y="866"/>
                  </a:lnTo>
                  <a:lnTo>
                    <a:pt x="245" y="843"/>
                  </a:lnTo>
                  <a:lnTo>
                    <a:pt x="244" y="820"/>
                  </a:lnTo>
                  <a:lnTo>
                    <a:pt x="243" y="796"/>
                  </a:lnTo>
                  <a:lnTo>
                    <a:pt x="243" y="773"/>
                  </a:lnTo>
                  <a:lnTo>
                    <a:pt x="244" y="748"/>
                  </a:lnTo>
                  <a:lnTo>
                    <a:pt x="245" y="725"/>
                  </a:lnTo>
                  <a:lnTo>
                    <a:pt x="249" y="678"/>
                  </a:lnTo>
                  <a:lnTo>
                    <a:pt x="254" y="633"/>
                  </a:lnTo>
                  <a:lnTo>
                    <a:pt x="255" y="629"/>
                  </a:lnTo>
                  <a:lnTo>
                    <a:pt x="259" y="628"/>
                  </a:lnTo>
                  <a:lnTo>
                    <a:pt x="282" y="625"/>
                  </a:lnTo>
                  <a:lnTo>
                    <a:pt x="307" y="622"/>
                  </a:lnTo>
                  <a:lnTo>
                    <a:pt x="332" y="618"/>
                  </a:lnTo>
                  <a:lnTo>
                    <a:pt x="357" y="615"/>
                  </a:lnTo>
                  <a:lnTo>
                    <a:pt x="381" y="612"/>
                  </a:lnTo>
                  <a:lnTo>
                    <a:pt x="406" y="610"/>
                  </a:lnTo>
                  <a:lnTo>
                    <a:pt x="428" y="608"/>
                  </a:lnTo>
                  <a:lnTo>
                    <a:pt x="448" y="607"/>
                  </a:lnTo>
                  <a:lnTo>
                    <a:pt x="450" y="607"/>
                  </a:lnTo>
                  <a:lnTo>
                    <a:pt x="459" y="608"/>
                  </a:lnTo>
                  <a:lnTo>
                    <a:pt x="466" y="610"/>
                  </a:lnTo>
                  <a:lnTo>
                    <a:pt x="472" y="612"/>
                  </a:lnTo>
                  <a:lnTo>
                    <a:pt x="477" y="617"/>
                  </a:lnTo>
                  <a:lnTo>
                    <a:pt x="479" y="620"/>
                  </a:lnTo>
                  <a:lnTo>
                    <a:pt x="481" y="623"/>
                  </a:lnTo>
                  <a:lnTo>
                    <a:pt x="482" y="626"/>
                  </a:lnTo>
                  <a:lnTo>
                    <a:pt x="483" y="630"/>
                  </a:lnTo>
                  <a:lnTo>
                    <a:pt x="483" y="637"/>
                  </a:lnTo>
                  <a:lnTo>
                    <a:pt x="483" y="645"/>
                  </a:lnTo>
                  <a:lnTo>
                    <a:pt x="483" y="657"/>
                  </a:lnTo>
                  <a:lnTo>
                    <a:pt x="483" y="674"/>
                  </a:lnTo>
                  <a:lnTo>
                    <a:pt x="485" y="693"/>
                  </a:lnTo>
                  <a:lnTo>
                    <a:pt x="489" y="717"/>
                  </a:lnTo>
                  <a:lnTo>
                    <a:pt x="492" y="728"/>
                  </a:lnTo>
                  <a:lnTo>
                    <a:pt x="495" y="741"/>
                  </a:lnTo>
                  <a:lnTo>
                    <a:pt x="500" y="753"/>
                  </a:lnTo>
                  <a:lnTo>
                    <a:pt x="506" y="766"/>
                  </a:lnTo>
                  <a:lnTo>
                    <a:pt x="513" y="779"/>
                  </a:lnTo>
                  <a:lnTo>
                    <a:pt x="520" y="791"/>
                  </a:lnTo>
                  <a:lnTo>
                    <a:pt x="529" y="803"/>
                  </a:lnTo>
                  <a:lnTo>
                    <a:pt x="539" y="816"/>
                  </a:lnTo>
                  <a:lnTo>
                    <a:pt x="548" y="824"/>
                  </a:lnTo>
                  <a:lnTo>
                    <a:pt x="558" y="832"/>
                  </a:lnTo>
                  <a:lnTo>
                    <a:pt x="568" y="840"/>
                  </a:lnTo>
                  <a:lnTo>
                    <a:pt x="578" y="846"/>
                  </a:lnTo>
                  <a:lnTo>
                    <a:pt x="589" y="853"/>
                  </a:lnTo>
                  <a:lnTo>
                    <a:pt x="600" y="858"/>
                  </a:lnTo>
                  <a:lnTo>
                    <a:pt x="613" y="865"/>
                  </a:lnTo>
                  <a:lnTo>
                    <a:pt x="626" y="869"/>
                  </a:lnTo>
                  <a:lnTo>
                    <a:pt x="639" y="873"/>
                  </a:lnTo>
                  <a:lnTo>
                    <a:pt x="652" y="877"/>
                  </a:lnTo>
                  <a:lnTo>
                    <a:pt x="668" y="879"/>
                  </a:lnTo>
                  <a:lnTo>
                    <a:pt x="682" y="882"/>
                  </a:lnTo>
                  <a:lnTo>
                    <a:pt x="697" y="883"/>
                  </a:lnTo>
                  <a:lnTo>
                    <a:pt x="714" y="884"/>
                  </a:lnTo>
                  <a:lnTo>
                    <a:pt x="730" y="885"/>
                  </a:lnTo>
                  <a:lnTo>
                    <a:pt x="747" y="885"/>
                  </a:lnTo>
                  <a:lnTo>
                    <a:pt x="756" y="8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32" name="Freeform 36"/>
            <p:cNvSpPr>
              <a:spLocks/>
            </p:cNvSpPr>
            <p:nvPr userDrawn="1"/>
          </p:nvSpPr>
          <p:spPr bwMode="gray">
            <a:xfrm>
              <a:off x="6460" y="648"/>
              <a:ext cx="42" cy="70"/>
            </a:xfrm>
            <a:custGeom>
              <a:avLst/>
              <a:gdLst>
                <a:gd name="T0" fmla="*/ 395 w 504"/>
                <a:gd name="T1" fmla="*/ 126 h 840"/>
                <a:gd name="T2" fmla="*/ 353 w 504"/>
                <a:gd name="T3" fmla="*/ 165 h 840"/>
                <a:gd name="T4" fmla="*/ 314 w 504"/>
                <a:gd name="T5" fmla="*/ 203 h 840"/>
                <a:gd name="T6" fmla="*/ 279 w 504"/>
                <a:gd name="T7" fmla="*/ 243 h 840"/>
                <a:gd name="T8" fmla="*/ 248 w 504"/>
                <a:gd name="T9" fmla="*/ 283 h 840"/>
                <a:gd name="T10" fmla="*/ 219 w 504"/>
                <a:gd name="T11" fmla="*/ 323 h 840"/>
                <a:gd name="T12" fmla="*/ 195 w 504"/>
                <a:gd name="T13" fmla="*/ 365 h 840"/>
                <a:gd name="T14" fmla="*/ 174 w 504"/>
                <a:gd name="T15" fmla="*/ 407 h 840"/>
                <a:gd name="T16" fmla="*/ 156 w 504"/>
                <a:gd name="T17" fmla="*/ 451 h 840"/>
                <a:gd name="T18" fmla="*/ 135 w 504"/>
                <a:gd name="T19" fmla="*/ 514 h 840"/>
                <a:gd name="T20" fmla="*/ 122 w 504"/>
                <a:gd name="T21" fmla="*/ 567 h 840"/>
                <a:gd name="T22" fmla="*/ 115 w 504"/>
                <a:gd name="T23" fmla="*/ 613 h 840"/>
                <a:gd name="T24" fmla="*/ 114 w 504"/>
                <a:gd name="T25" fmla="*/ 650 h 840"/>
                <a:gd name="T26" fmla="*/ 116 w 504"/>
                <a:gd name="T27" fmla="*/ 681 h 840"/>
                <a:gd name="T28" fmla="*/ 121 w 504"/>
                <a:gd name="T29" fmla="*/ 704 h 840"/>
                <a:gd name="T30" fmla="*/ 127 w 504"/>
                <a:gd name="T31" fmla="*/ 723 h 840"/>
                <a:gd name="T32" fmla="*/ 135 w 504"/>
                <a:gd name="T33" fmla="*/ 736 h 840"/>
                <a:gd name="T34" fmla="*/ 146 w 504"/>
                <a:gd name="T35" fmla="*/ 748 h 840"/>
                <a:gd name="T36" fmla="*/ 159 w 504"/>
                <a:gd name="T37" fmla="*/ 757 h 840"/>
                <a:gd name="T38" fmla="*/ 173 w 504"/>
                <a:gd name="T39" fmla="*/ 762 h 840"/>
                <a:gd name="T40" fmla="*/ 188 w 504"/>
                <a:gd name="T41" fmla="*/ 764 h 840"/>
                <a:gd name="T42" fmla="*/ 208 w 504"/>
                <a:gd name="T43" fmla="*/ 840 h 840"/>
                <a:gd name="T44" fmla="*/ 182 w 504"/>
                <a:gd name="T45" fmla="*/ 839 h 840"/>
                <a:gd name="T46" fmla="*/ 159 w 504"/>
                <a:gd name="T47" fmla="*/ 835 h 840"/>
                <a:gd name="T48" fmla="*/ 136 w 504"/>
                <a:gd name="T49" fmla="*/ 829 h 840"/>
                <a:gd name="T50" fmla="*/ 115 w 504"/>
                <a:gd name="T51" fmla="*/ 821 h 840"/>
                <a:gd name="T52" fmla="*/ 96 w 504"/>
                <a:gd name="T53" fmla="*/ 809 h 840"/>
                <a:gd name="T54" fmla="*/ 77 w 504"/>
                <a:gd name="T55" fmla="*/ 795 h 840"/>
                <a:gd name="T56" fmla="*/ 61 w 504"/>
                <a:gd name="T57" fmla="*/ 780 h 840"/>
                <a:gd name="T58" fmla="*/ 47 w 504"/>
                <a:gd name="T59" fmla="*/ 761 h 840"/>
                <a:gd name="T60" fmla="*/ 28 w 504"/>
                <a:gd name="T61" fmla="*/ 731 h 840"/>
                <a:gd name="T62" fmla="*/ 14 w 504"/>
                <a:gd name="T63" fmla="*/ 696 h 840"/>
                <a:gd name="T64" fmla="*/ 5 w 504"/>
                <a:gd name="T65" fmla="*/ 658 h 840"/>
                <a:gd name="T66" fmla="*/ 1 w 504"/>
                <a:gd name="T67" fmla="*/ 618 h 840"/>
                <a:gd name="T68" fmla="*/ 1 w 504"/>
                <a:gd name="T69" fmla="*/ 576 h 840"/>
                <a:gd name="T70" fmla="*/ 5 w 504"/>
                <a:gd name="T71" fmla="*/ 532 h 840"/>
                <a:gd name="T72" fmla="*/ 14 w 504"/>
                <a:gd name="T73" fmla="*/ 486 h 840"/>
                <a:gd name="T74" fmla="*/ 27 w 504"/>
                <a:gd name="T75" fmla="*/ 439 h 840"/>
                <a:gd name="T76" fmla="*/ 51 w 504"/>
                <a:gd name="T77" fmla="*/ 380 h 840"/>
                <a:gd name="T78" fmla="*/ 81 w 504"/>
                <a:gd name="T79" fmla="*/ 321 h 840"/>
                <a:gd name="T80" fmla="*/ 118 w 504"/>
                <a:gd name="T81" fmla="*/ 264 h 840"/>
                <a:gd name="T82" fmla="*/ 162 w 504"/>
                <a:gd name="T83" fmla="*/ 209 h 840"/>
                <a:gd name="T84" fmla="*/ 212 w 504"/>
                <a:gd name="T85" fmla="*/ 156 h 840"/>
                <a:gd name="T86" fmla="*/ 269 w 504"/>
                <a:gd name="T87" fmla="*/ 103 h 840"/>
                <a:gd name="T88" fmla="*/ 332 w 504"/>
                <a:gd name="T89" fmla="*/ 52 h 840"/>
                <a:gd name="T90" fmla="*/ 403 w 504"/>
                <a:gd name="T91" fmla="*/ 2 h 840"/>
                <a:gd name="T92" fmla="*/ 504 w 504"/>
                <a:gd name="T93" fmla="*/ 26 h 8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04" h="840">
                  <a:moveTo>
                    <a:pt x="406" y="118"/>
                  </a:moveTo>
                  <a:lnTo>
                    <a:pt x="395" y="126"/>
                  </a:lnTo>
                  <a:lnTo>
                    <a:pt x="374" y="146"/>
                  </a:lnTo>
                  <a:lnTo>
                    <a:pt x="353" y="165"/>
                  </a:lnTo>
                  <a:lnTo>
                    <a:pt x="333" y="184"/>
                  </a:lnTo>
                  <a:lnTo>
                    <a:pt x="314" y="203"/>
                  </a:lnTo>
                  <a:lnTo>
                    <a:pt x="295" y="223"/>
                  </a:lnTo>
                  <a:lnTo>
                    <a:pt x="279" y="243"/>
                  </a:lnTo>
                  <a:lnTo>
                    <a:pt x="263" y="262"/>
                  </a:lnTo>
                  <a:lnTo>
                    <a:pt x="248" y="283"/>
                  </a:lnTo>
                  <a:lnTo>
                    <a:pt x="233" y="303"/>
                  </a:lnTo>
                  <a:lnTo>
                    <a:pt x="219" y="323"/>
                  </a:lnTo>
                  <a:lnTo>
                    <a:pt x="207" y="344"/>
                  </a:lnTo>
                  <a:lnTo>
                    <a:pt x="195" y="365"/>
                  </a:lnTo>
                  <a:lnTo>
                    <a:pt x="184" y="386"/>
                  </a:lnTo>
                  <a:lnTo>
                    <a:pt x="174" y="407"/>
                  </a:lnTo>
                  <a:lnTo>
                    <a:pt x="165" y="430"/>
                  </a:lnTo>
                  <a:lnTo>
                    <a:pt x="156" y="451"/>
                  </a:lnTo>
                  <a:lnTo>
                    <a:pt x="145" y="484"/>
                  </a:lnTo>
                  <a:lnTo>
                    <a:pt x="135" y="514"/>
                  </a:lnTo>
                  <a:lnTo>
                    <a:pt x="128" y="542"/>
                  </a:lnTo>
                  <a:lnTo>
                    <a:pt x="122" y="567"/>
                  </a:lnTo>
                  <a:lnTo>
                    <a:pt x="118" y="591"/>
                  </a:lnTo>
                  <a:lnTo>
                    <a:pt x="115" y="613"/>
                  </a:lnTo>
                  <a:lnTo>
                    <a:pt x="114" y="633"/>
                  </a:lnTo>
                  <a:lnTo>
                    <a:pt x="114" y="650"/>
                  </a:lnTo>
                  <a:lnTo>
                    <a:pt x="114" y="666"/>
                  </a:lnTo>
                  <a:lnTo>
                    <a:pt x="116" y="681"/>
                  </a:lnTo>
                  <a:lnTo>
                    <a:pt x="118" y="693"/>
                  </a:lnTo>
                  <a:lnTo>
                    <a:pt x="121" y="704"/>
                  </a:lnTo>
                  <a:lnTo>
                    <a:pt x="124" y="714"/>
                  </a:lnTo>
                  <a:lnTo>
                    <a:pt x="127" y="723"/>
                  </a:lnTo>
                  <a:lnTo>
                    <a:pt x="131" y="730"/>
                  </a:lnTo>
                  <a:lnTo>
                    <a:pt x="135" y="736"/>
                  </a:lnTo>
                  <a:lnTo>
                    <a:pt x="140" y="742"/>
                  </a:lnTo>
                  <a:lnTo>
                    <a:pt x="146" y="748"/>
                  </a:lnTo>
                  <a:lnTo>
                    <a:pt x="152" y="753"/>
                  </a:lnTo>
                  <a:lnTo>
                    <a:pt x="159" y="757"/>
                  </a:lnTo>
                  <a:lnTo>
                    <a:pt x="166" y="760"/>
                  </a:lnTo>
                  <a:lnTo>
                    <a:pt x="173" y="762"/>
                  </a:lnTo>
                  <a:lnTo>
                    <a:pt x="180" y="763"/>
                  </a:lnTo>
                  <a:lnTo>
                    <a:pt x="188" y="764"/>
                  </a:lnTo>
                  <a:lnTo>
                    <a:pt x="230" y="801"/>
                  </a:lnTo>
                  <a:lnTo>
                    <a:pt x="208" y="840"/>
                  </a:lnTo>
                  <a:lnTo>
                    <a:pt x="195" y="840"/>
                  </a:lnTo>
                  <a:lnTo>
                    <a:pt x="182" y="839"/>
                  </a:lnTo>
                  <a:lnTo>
                    <a:pt x="170" y="838"/>
                  </a:lnTo>
                  <a:lnTo>
                    <a:pt x="159" y="835"/>
                  </a:lnTo>
                  <a:lnTo>
                    <a:pt x="148" y="833"/>
                  </a:lnTo>
                  <a:lnTo>
                    <a:pt x="136" y="829"/>
                  </a:lnTo>
                  <a:lnTo>
                    <a:pt x="125" y="825"/>
                  </a:lnTo>
                  <a:lnTo>
                    <a:pt x="115" y="821"/>
                  </a:lnTo>
                  <a:lnTo>
                    <a:pt x="105" y="814"/>
                  </a:lnTo>
                  <a:lnTo>
                    <a:pt x="96" y="809"/>
                  </a:lnTo>
                  <a:lnTo>
                    <a:pt x="86" y="802"/>
                  </a:lnTo>
                  <a:lnTo>
                    <a:pt x="77" y="795"/>
                  </a:lnTo>
                  <a:lnTo>
                    <a:pt x="69" y="788"/>
                  </a:lnTo>
                  <a:lnTo>
                    <a:pt x="61" y="780"/>
                  </a:lnTo>
                  <a:lnTo>
                    <a:pt x="54" y="771"/>
                  </a:lnTo>
                  <a:lnTo>
                    <a:pt x="47" y="761"/>
                  </a:lnTo>
                  <a:lnTo>
                    <a:pt x="36" y="746"/>
                  </a:lnTo>
                  <a:lnTo>
                    <a:pt x="28" y="731"/>
                  </a:lnTo>
                  <a:lnTo>
                    <a:pt x="21" y="713"/>
                  </a:lnTo>
                  <a:lnTo>
                    <a:pt x="14" y="696"/>
                  </a:lnTo>
                  <a:lnTo>
                    <a:pt x="9" y="678"/>
                  </a:lnTo>
                  <a:lnTo>
                    <a:pt x="5" y="658"/>
                  </a:lnTo>
                  <a:lnTo>
                    <a:pt x="2" y="639"/>
                  </a:lnTo>
                  <a:lnTo>
                    <a:pt x="1" y="618"/>
                  </a:lnTo>
                  <a:lnTo>
                    <a:pt x="0" y="597"/>
                  </a:lnTo>
                  <a:lnTo>
                    <a:pt x="1" y="576"/>
                  </a:lnTo>
                  <a:lnTo>
                    <a:pt x="2" y="554"/>
                  </a:lnTo>
                  <a:lnTo>
                    <a:pt x="5" y="532"/>
                  </a:lnTo>
                  <a:lnTo>
                    <a:pt x="9" y="509"/>
                  </a:lnTo>
                  <a:lnTo>
                    <a:pt x="14" y="486"/>
                  </a:lnTo>
                  <a:lnTo>
                    <a:pt x="20" y="462"/>
                  </a:lnTo>
                  <a:lnTo>
                    <a:pt x="27" y="439"/>
                  </a:lnTo>
                  <a:lnTo>
                    <a:pt x="38" y="409"/>
                  </a:lnTo>
                  <a:lnTo>
                    <a:pt x="51" y="380"/>
                  </a:lnTo>
                  <a:lnTo>
                    <a:pt x="66" y="350"/>
                  </a:lnTo>
                  <a:lnTo>
                    <a:pt x="81" y="321"/>
                  </a:lnTo>
                  <a:lnTo>
                    <a:pt x="99" y="293"/>
                  </a:lnTo>
                  <a:lnTo>
                    <a:pt x="118" y="264"/>
                  </a:lnTo>
                  <a:lnTo>
                    <a:pt x="139" y="237"/>
                  </a:lnTo>
                  <a:lnTo>
                    <a:pt x="162" y="209"/>
                  </a:lnTo>
                  <a:lnTo>
                    <a:pt x="185" y="183"/>
                  </a:lnTo>
                  <a:lnTo>
                    <a:pt x="212" y="156"/>
                  </a:lnTo>
                  <a:lnTo>
                    <a:pt x="239" y="130"/>
                  </a:lnTo>
                  <a:lnTo>
                    <a:pt x="269" y="103"/>
                  </a:lnTo>
                  <a:lnTo>
                    <a:pt x="300" y="77"/>
                  </a:lnTo>
                  <a:lnTo>
                    <a:pt x="332" y="52"/>
                  </a:lnTo>
                  <a:lnTo>
                    <a:pt x="367" y="26"/>
                  </a:lnTo>
                  <a:lnTo>
                    <a:pt x="403" y="2"/>
                  </a:lnTo>
                  <a:lnTo>
                    <a:pt x="406" y="0"/>
                  </a:lnTo>
                  <a:lnTo>
                    <a:pt x="504" y="26"/>
                  </a:lnTo>
                  <a:lnTo>
                    <a:pt x="406" y="11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33" name="Freeform 37"/>
            <p:cNvSpPr>
              <a:spLocks/>
            </p:cNvSpPr>
            <p:nvPr userDrawn="1"/>
          </p:nvSpPr>
          <p:spPr bwMode="gray">
            <a:xfrm>
              <a:off x="7081" y="570"/>
              <a:ext cx="66" cy="83"/>
            </a:xfrm>
            <a:custGeom>
              <a:avLst/>
              <a:gdLst>
                <a:gd name="T0" fmla="*/ 575 w 783"/>
                <a:gd name="T1" fmla="*/ 794 h 1004"/>
                <a:gd name="T2" fmla="*/ 584 w 783"/>
                <a:gd name="T3" fmla="*/ 863 h 1004"/>
                <a:gd name="T4" fmla="*/ 607 w 783"/>
                <a:gd name="T5" fmla="*/ 922 h 1004"/>
                <a:gd name="T6" fmla="*/ 643 w 783"/>
                <a:gd name="T7" fmla="*/ 967 h 1004"/>
                <a:gd name="T8" fmla="*/ 692 w 783"/>
                <a:gd name="T9" fmla="*/ 1000 h 1004"/>
                <a:gd name="T10" fmla="*/ 718 w 783"/>
                <a:gd name="T11" fmla="*/ 1004 h 1004"/>
                <a:gd name="T12" fmla="*/ 738 w 783"/>
                <a:gd name="T13" fmla="*/ 997 h 1004"/>
                <a:gd name="T14" fmla="*/ 741 w 783"/>
                <a:gd name="T15" fmla="*/ 978 h 1004"/>
                <a:gd name="T16" fmla="*/ 727 w 783"/>
                <a:gd name="T17" fmla="*/ 902 h 1004"/>
                <a:gd name="T18" fmla="*/ 728 w 783"/>
                <a:gd name="T19" fmla="*/ 819 h 1004"/>
                <a:gd name="T20" fmla="*/ 742 w 783"/>
                <a:gd name="T21" fmla="*/ 732 h 1004"/>
                <a:gd name="T22" fmla="*/ 767 w 783"/>
                <a:gd name="T23" fmla="*/ 642 h 1004"/>
                <a:gd name="T24" fmla="*/ 783 w 783"/>
                <a:gd name="T25" fmla="*/ 583 h 1004"/>
                <a:gd name="T26" fmla="*/ 779 w 783"/>
                <a:gd name="T27" fmla="*/ 550 h 1004"/>
                <a:gd name="T28" fmla="*/ 756 w 783"/>
                <a:gd name="T29" fmla="*/ 522 h 1004"/>
                <a:gd name="T30" fmla="*/ 702 w 783"/>
                <a:gd name="T31" fmla="*/ 494 h 1004"/>
                <a:gd name="T32" fmla="*/ 674 w 783"/>
                <a:gd name="T33" fmla="*/ 489 h 1004"/>
                <a:gd name="T34" fmla="*/ 651 w 783"/>
                <a:gd name="T35" fmla="*/ 493 h 1004"/>
                <a:gd name="T36" fmla="*/ 633 w 783"/>
                <a:gd name="T37" fmla="*/ 508 h 1004"/>
                <a:gd name="T38" fmla="*/ 603 w 783"/>
                <a:gd name="T39" fmla="*/ 553 h 1004"/>
                <a:gd name="T40" fmla="*/ 506 w 783"/>
                <a:gd name="T41" fmla="*/ 676 h 1004"/>
                <a:gd name="T42" fmla="*/ 401 w 783"/>
                <a:gd name="T43" fmla="*/ 783 h 1004"/>
                <a:gd name="T44" fmla="*/ 336 w 783"/>
                <a:gd name="T45" fmla="*/ 834 h 1004"/>
                <a:gd name="T46" fmla="*/ 286 w 783"/>
                <a:gd name="T47" fmla="*/ 860 h 1004"/>
                <a:gd name="T48" fmla="*/ 240 w 783"/>
                <a:gd name="T49" fmla="*/ 873 h 1004"/>
                <a:gd name="T50" fmla="*/ 209 w 783"/>
                <a:gd name="T51" fmla="*/ 871 h 1004"/>
                <a:gd name="T52" fmla="*/ 188 w 783"/>
                <a:gd name="T53" fmla="*/ 858 h 1004"/>
                <a:gd name="T54" fmla="*/ 170 w 783"/>
                <a:gd name="T55" fmla="*/ 836 h 1004"/>
                <a:gd name="T56" fmla="*/ 155 w 783"/>
                <a:gd name="T57" fmla="*/ 776 h 1004"/>
                <a:gd name="T58" fmla="*/ 159 w 783"/>
                <a:gd name="T59" fmla="*/ 665 h 1004"/>
                <a:gd name="T60" fmla="*/ 188 w 783"/>
                <a:gd name="T61" fmla="*/ 507 h 1004"/>
                <a:gd name="T62" fmla="*/ 234 w 783"/>
                <a:gd name="T63" fmla="*/ 341 h 1004"/>
                <a:gd name="T64" fmla="*/ 291 w 783"/>
                <a:gd name="T65" fmla="*/ 188 h 1004"/>
                <a:gd name="T66" fmla="*/ 345 w 783"/>
                <a:gd name="T67" fmla="*/ 81 h 1004"/>
                <a:gd name="T68" fmla="*/ 360 w 783"/>
                <a:gd name="T69" fmla="*/ 40 h 1004"/>
                <a:gd name="T70" fmla="*/ 354 w 783"/>
                <a:gd name="T71" fmla="*/ 15 h 1004"/>
                <a:gd name="T72" fmla="*/ 327 w 783"/>
                <a:gd name="T73" fmla="*/ 3 h 1004"/>
                <a:gd name="T74" fmla="*/ 291 w 783"/>
                <a:gd name="T75" fmla="*/ 0 h 1004"/>
                <a:gd name="T76" fmla="*/ 240 w 783"/>
                <a:gd name="T77" fmla="*/ 7 h 1004"/>
                <a:gd name="T78" fmla="*/ 203 w 783"/>
                <a:gd name="T79" fmla="*/ 25 h 1004"/>
                <a:gd name="T80" fmla="*/ 178 w 783"/>
                <a:gd name="T81" fmla="*/ 52 h 1004"/>
                <a:gd name="T82" fmla="*/ 135 w 783"/>
                <a:gd name="T83" fmla="*/ 146 h 1004"/>
                <a:gd name="T84" fmla="*/ 81 w 783"/>
                <a:gd name="T85" fmla="*/ 292 h 1004"/>
                <a:gd name="T86" fmla="*/ 34 w 783"/>
                <a:gd name="T87" fmla="*/ 458 h 1004"/>
                <a:gd name="T88" fmla="*/ 5 w 783"/>
                <a:gd name="T89" fmla="*/ 639 h 1004"/>
                <a:gd name="T90" fmla="*/ 1 w 783"/>
                <a:gd name="T91" fmla="*/ 756 h 1004"/>
                <a:gd name="T92" fmla="*/ 8 w 783"/>
                <a:gd name="T93" fmla="*/ 802 h 1004"/>
                <a:gd name="T94" fmla="*/ 25 w 783"/>
                <a:gd name="T95" fmla="*/ 845 h 1004"/>
                <a:gd name="T96" fmla="*/ 51 w 783"/>
                <a:gd name="T97" fmla="*/ 884 h 1004"/>
                <a:gd name="T98" fmla="*/ 91 w 783"/>
                <a:gd name="T99" fmla="*/ 923 h 1004"/>
                <a:gd name="T100" fmla="*/ 141 w 783"/>
                <a:gd name="T101" fmla="*/ 955 h 1004"/>
                <a:gd name="T102" fmla="*/ 189 w 783"/>
                <a:gd name="T103" fmla="*/ 975 h 1004"/>
                <a:gd name="T104" fmla="*/ 248 w 783"/>
                <a:gd name="T105" fmla="*/ 986 h 1004"/>
                <a:gd name="T106" fmla="*/ 294 w 783"/>
                <a:gd name="T107" fmla="*/ 979 h 1004"/>
                <a:gd name="T108" fmla="*/ 339 w 783"/>
                <a:gd name="T109" fmla="*/ 961 h 1004"/>
                <a:gd name="T110" fmla="*/ 426 w 783"/>
                <a:gd name="T111" fmla="*/ 901 h 1004"/>
                <a:gd name="T112" fmla="*/ 504 w 783"/>
                <a:gd name="T113" fmla="*/ 825 h 10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83" h="1004">
                  <a:moveTo>
                    <a:pt x="576" y="737"/>
                  </a:moveTo>
                  <a:lnTo>
                    <a:pt x="575" y="755"/>
                  </a:lnTo>
                  <a:lnTo>
                    <a:pt x="575" y="775"/>
                  </a:lnTo>
                  <a:lnTo>
                    <a:pt x="575" y="794"/>
                  </a:lnTo>
                  <a:lnTo>
                    <a:pt x="576" y="812"/>
                  </a:lnTo>
                  <a:lnTo>
                    <a:pt x="578" y="831"/>
                  </a:lnTo>
                  <a:lnTo>
                    <a:pt x="581" y="847"/>
                  </a:lnTo>
                  <a:lnTo>
                    <a:pt x="584" y="863"/>
                  </a:lnTo>
                  <a:lnTo>
                    <a:pt x="590" y="879"/>
                  </a:lnTo>
                  <a:lnTo>
                    <a:pt x="595" y="894"/>
                  </a:lnTo>
                  <a:lnTo>
                    <a:pt x="601" y="908"/>
                  </a:lnTo>
                  <a:lnTo>
                    <a:pt x="607" y="922"/>
                  </a:lnTo>
                  <a:lnTo>
                    <a:pt x="615" y="934"/>
                  </a:lnTo>
                  <a:lnTo>
                    <a:pt x="623" y="946"/>
                  </a:lnTo>
                  <a:lnTo>
                    <a:pt x="632" y="956"/>
                  </a:lnTo>
                  <a:lnTo>
                    <a:pt x="643" y="967"/>
                  </a:lnTo>
                  <a:lnTo>
                    <a:pt x="654" y="977"/>
                  </a:lnTo>
                  <a:lnTo>
                    <a:pt x="666" y="986"/>
                  </a:lnTo>
                  <a:lnTo>
                    <a:pt x="678" y="994"/>
                  </a:lnTo>
                  <a:lnTo>
                    <a:pt x="692" y="1000"/>
                  </a:lnTo>
                  <a:lnTo>
                    <a:pt x="699" y="1002"/>
                  </a:lnTo>
                  <a:lnTo>
                    <a:pt x="705" y="1003"/>
                  </a:lnTo>
                  <a:lnTo>
                    <a:pt x="712" y="1004"/>
                  </a:lnTo>
                  <a:lnTo>
                    <a:pt x="718" y="1004"/>
                  </a:lnTo>
                  <a:lnTo>
                    <a:pt x="724" y="1004"/>
                  </a:lnTo>
                  <a:lnTo>
                    <a:pt x="730" y="1003"/>
                  </a:lnTo>
                  <a:lnTo>
                    <a:pt x="735" y="1000"/>
                  </a:lnTo>
                  <a:lnTo>
                    <a:pt x="738" y="997"/>
                  </a:lnTo>
                  <a:lnTo>
                    <a:pt x="741" y="993"/>
                  </a:lnTo>
                  <a:lnTo>
                    <a:pt x="742" y="989"/>
                  </a:lnTo>
                  <a:lnTo>
                    <a:pt x="742" y="984"/>
                  </a:lnTo>
                  <a:lnTo>
                    <a:pt x="741" y="978"/>
                  </a:lnTo>
                  <a:lnTo>
                    <a:pt x="735" y="959"/>
                  </a:lnTo>
                  <a:lnTo>
                    <a:pt x="732" y="941"/>
                  </a:lnTo>
                  <a:lnTo>
                    <a:pt x="729" y="922"/>
                  </a:lnTo>
                  <a:lnTo>
                    <a:pt x="727" y="902"/>
                  </a:lnTo>
                  <a:lnTo>
                    <a:pt x="726" y="883"/>
                  </a:lnTo>
                  <a:lnTo>
                    <a:pt x="726" y="861"/>
                  </a:lnTo>
                  <a:lnTo>
                    <a:pt x="726" y="841"/>
                  </a:lnTo>
                  <a:lnTo>
                    <a:pt x="728" y="819"/>
                  </a:lnTo>
                  <a:lnTo>
                    <a:pt x="730" y="798"/>
                  </a:lnTo>
                  <a:lnTo>
                    <a:pt x="733" y="776"/>
                  </a:lnTo>
                  <a:lnTo>
                    <a:pt x="736" y="754"/>
                  </a:lnTo>
                  <a:lnTo>
                    <a:pt x="742" y="732"/>
                  </a:lnTo>
                  <a:lnTo>
                    <a:pt x="747" y="709"/>
                  </a:lnTo>
                  <a:lnTo>
                    <a:pt x="753" y="687"/>
                  </a:lnTo>
                  <a:lnTo>
                    <a:pt x="760" y="664"/>
                  </a:lnTo>
                  <a:lnTo>
                    <a:pt x="767" y="642"/>
                  </a:lnTo>
                  <a:lnTo>
                    <a:pt x="775" y="620"/>
                  </a:lnTo>
                  <a:lnTo>
                    <a:pt x="780" y="600"/>
                  </a:lnTo>
                  <a:lnTo>
                    <a:pt x="782" y="591"/>
                  </a:lnTo>
                  <a:lnTo>
                    <a:pt x="783" y="583"/>
                  </a:lnTo>
                  <a:lnTo>
                    <a:pt x="783" y="573"/>
                  </a:lnTo>
                  <a:lnTo>
                    <a:pt x="783" y="565"/>
                  </a:lnTo>
                  <a:lnTo>
                    <a:pt x="781" y="558"/>
                  </a:lnTo>
                  <a:lnTo>
                    <a:pt x="779" y="550"/>
                  </a:lnTo>
                  <a:lnTo>
                    <a:pt x="775" y="543"/>
                  </a:lnTo>
                  <a:lnTo>
                    <a:pt x="770" y="536"/>
                  </a:lnTo>
                  <a:lnTo>
                    <a:pt x="764" y="530"/>
                  </a:lnTo>
                  <a:lnTo>
                    <a:pt x="756" y="522"/>
                  </a:lnTo>
                  <a:lnTo>
                    <a:pt x="747" y="515"/>
                  </a:lnTo>
                  <a:lnTo>
                    <a:pt x="735" y="509"/>
                  </a:lnTo>
                  <a:lnTo>
                    <a:pt x="718" y="500"/>
                  </a:lnTo>
                  <a:lnTo>
                    <a:pt x="702" y="494"/>
                  </a:lnTo>
                  <a:lnTo>
                    <a:pt x="695" y="492"/>
                  </a:lnTo>
                  <a:lnTo>
                    <a:pt x="687" y="490"/>
                  </a:lnTo>
                  <a:lnTo>
                    <a:pt x="680" y="489"/>
                  </a:lnTo>
                  <a:lnTo>
                    <a:pt x="674" y="489"/>
                  </a:lnTo>
                  <a:lnTo>
                    <a:pt x="667" y="489"/>
                  </a:lnTo>
                  <a:lnTo>
                    <a:pt x="662" y="490"/>
                  </a:lnTo>
                  <a:lnTo>
                    <a:pt x="656" y="491"/>
                  </a:lnTo>
                  <a:lnTo>
                    <a:pt x="651" y="493"/>
                  </a:lnTo>
                  <a:lnTo>
                    <a:pt x="646" y="496"/>
                  </a:lnTo>
                  <a:lnTo>
                    <a:pt x="642" y="499"/>
                  </a:lnTo>
                  <a:lnTo>
                    <a:pt x="637" y="503"/>
                  </a:lnTo>
                  <a:lnTo>
                    <a:pt x="633" y="508"/>
                  </a:lnTo>
                  <a:lnTo>
                    <a:pt x="630" y="512"/>
                  </a:lnTo>
                  <a:lnTo>
                    <a:pt x="627" y="516"/>
                  </a:lnTo>
                  <a:lnTo>
                    <a:pt x="624" y="522"/>
                  </a:lnTo>
                  <a:lnTo>
                    <a:pt x="603" y="553"/>
                  </a:lnTo>
                  <a:lnTo>
                    <a:pt x="579" y="584"/>
                  </a:lnTo>
                  <a:lnTo>
                    <a:pt x="556" y="615"/>
                  </a:lnTo>
                  <a:lnTo>
                    <a:pt x="531" y="646"/>
                  </a:lnTo>
                  <a:lnTo>
                    <a:pt x="506" y="676"/>
                  </a:lnTo>
                  <a:lnTo>
                    <a:pt x="480" y="704"/>
                  </a:lnTo>
                  <a:lnTo>
                    <a:pt x="454" y="733"/>
                  </a:lnTo>
                  <a:lnTo>
                    <a:pt x="427" y="758"/>
                  </a:lnTo>
                  <a:lnTo>
                    <a:pt x="401" y="783"/>
                  </a:lnTo>
                  <a:lnTo>
                    <a:pt x="374" y="805"/>
                  </a:lnTo>
                  <a:lnTo>
                    <a:pt x="362" y="815"/>
                  </a:lnTo>
                  <a:lnTo>
                    <a:pt x="349" y="825"/>
                  </a:lnTo>
                  <a:lnTo>
                    <a:pt x="336" y="834"/>
                  </a:lnTo>
                  <a:lnTo>
                    <a:pt x="323" y="841"/>
                  </a:lnTo>
                  <a:lnTo>
                    <a:pt x="310" y="848"/>
                  </a:lnTo>
                  <a:lnTo>
                    <a:pt x="298" y="855"/>
                  </a:lnTo>
                  <a:lnTo>
                    <a:pt x="286" y="860"/>
                  </a:lnTo>
                  <a:lnTo>
                    <a:pt x="273" y="865"/>
                  </a:lnTo>
                  <a:lnTo>
                    <a:pt x="262" y="868"/>
                  </a:lnTo>
                  <a:lnTo>
                    <a:pt x="251" y="872"/>
                  </a:lnTo>
                  <a:lnTo>
                    <a:pt x="240" y="873"/>
                  </a:lnTo>
                  <a:lnTo>
                    <a:pt x="228" y="874"/>
                  </a:lnTo>
                  <a:lnTo>
                    <a:pt x="221" y="874"/>
                  </a:lnTo>
                  <a:lnTo>
                    <a:pt x="215" y="873"/>
                  </a:lnTo>
                  <a:lnTo>
                    <a:pt x="209" y="871"/>
                  </a:lnTo>
                  <a:lnTo>
                    <a:pt x="203" y="868"/>
                  </a:lnTo>
                  <a:lnTo>
                    <a:pt x="198" y="865"/>
                  </a:lnTo>
                  <a:lnTo>
                    <a:pt x="193" y="862"/>
                  </a:lnTo>
                  <a:lnTo>
                    <a:pt x="188" y="858"/>
                  </a:lnTo>
                  <a:lnTo>
                    <a:pt x="183" y="853"/>
                  </a:lnTo>
                  <a:lnTo>
                    <a:pt x="178" y="848"/>
                  </a:lnTo>
                  <a:lnTo>
                    <a:pt x="174" y="843"/>
                  </a:lnTo>
                  <a:lnTo>
                    <a:pt x="170" y="836"/>
                  </a:lnTo>
                  <a:lnTo>
                    <a:pt x="167" y="830"/>
                  </a:lnTo>
                  <a:lnTo>
                    <a:pt x="162" y="813"/>
                  </a:lnTo>
                  <a:lnTo>
                    <a:pt x="158" y="796"/>
                  </a:lnTo>
                  <a:lnTo>
                    <a:pt x="155" y="776"/>
                  </a:lnTo>
                  <a:lnTo>
                    <a:pt x="154" y="753"/>
                  </a:lnTo>
                  <a:lnTo>
                    <a:pt x="154" y="729"/>
                  </a:lnTo>
                  <a:lnTo>
                    <a:pt x="155" y="702"/>
                  </a:lnTo>
                  <a:lnTo>
                    <a:pt x="159" y="665"/>
                  </a:lnTo>
                  <a:lnTo>
                    <a:pt x="164" y="628"/>
                  </a:lnTo>
                  <a:lnTo>
                    <a:pt x="170" y="589"/>
                  </a:lnTo>
                  <a:lnTo>
                    <a:pt x="178" y="548"/>
                  </a:lnTo>
                  <a:lnTo>
                    <a:pt x="188" y="507"/>
                  </a:lnTo>
                  <a:lnTo>
                    <a:pt x="197" y="465"/>
                  </a:lnTo>
                  <a:lnTo>
                    <a:pt x="208" y="423"/>
                  </a:lnTo>
                  <a:lnTo>
                    <a:pt x="220" y="382"/>
                  </a:lnTo>
                  <a:lnTo>
                    <a:pt x="234" y="341"/>
                  </a:lnTo>
                  <a:lnTo>
                    <a:pt x="247" y="301"/>
                  </a:lnTo>
                  <a:lnTo>
                    <a:pt x="261" y="261"/>
                  </a:lnTo>
                  <a:lnTo>
                    <a:pt x="275" y="223"/>
                  </a:lnTo>
                  <a:lnTo>
                    <a:pt x="291" y="188"/>
                  </a:lnTo>
                  <a:lnTo>
                    <a:pt x="306" y="154"/>
                  </a:lnTo>
                  <a:lnTo>
                    <a:pt x="322" y="122"/>
                  </a:lnTo>
                  <a:lnTo>
                    <a:pt x="338" y="94"/>
                  </a:lnTo>
                  <a:lnTo>
                    <a:pt x="345" y="81"/>
                  </a:lnTo>
                  <a:lnTo>
                    <a:pt x="351" y="68"/>
                  </a:lnTo>
                  <a:lnTo>
                    <a:pt x="356" y="58"/>
                  </a:lnTo>
                  <a:lnTo>
                    <a:pt x="359" y="48"/>
                  </a:lnTo>
                  <a:lnTo>
                    <a:pt x="360" y="40"/>
                  </a:lnTo>
                  <a:lnTo>
                    <a:pt x="361" y="33"/>
                  </a:lnTo>
                  <a:lnTo>
                    <a:pt x="360" y="25"/>
                  </a:lnTo>
                  <a:lnTo>
                    <a:pt x="357" y="20"/>
                  </a:lnTo>
                  <a:lnTo>
                    <a:pt x="354" y="15"/>
                  </a:lnTo>
                  <a:lnTo>
                    <a:pt x="350" y="11"/>
                  </a:lnTo>
                  <a:lnTo>
                    <a:pt x="344" y="8"/>
                  </a:lnTo>
                  <a:lnTo>
                    <a:pt x="337" y="5"/>
                  </a:lnTo>
                  <a:lnTo>
                    <a:pt x="327" y="3"/>
                  </a:lnTo>
                  <a:lnTo>
                    <a:pt x="318" y="1"/>
                  </a:lnTo>
                  <a:lnTo>
                    <a:pt x="307" y="0"/>
                  </a:lnTo>
                  <a:lnTo>
                    <a:pt x="295" y="0"/>
                  </a:lnTo>
                  <a:lnTo>
                    <a:pt x="291" y="0"/>
                  </a:lnTo>
                  <a:lnTo>
                    <a:pt x="276" y="0"/>
                  </a:lnTo>
                  <a:lnTo>
                    <a:pt x="263" y="2"/>
                  </a:lnTo>
                  <a:lnTo>
                    <a:pt x="251" y="4"/>
                  </a:lnTo>
                  <a:lnTo>
                    <a:pt x="240" y="7"/>
                  </a:lnTo>
                  <a:lnTo>
                    <a:pt x="229" y="11"/>
                  </a:lnTo>
                  <a:lnTo>
                    <a:pt x="219" y="15"/>
                  </a:lnTo>
                  <a:lnTo>
                    <a:pt x="211" y="20"/>
                  </a:lnTo>
                  <a:lnTo>
                    <a:pt x="203" y="25"/>
                  </a:lnTo>
                  <a:lnTo>
                    <a:pt x="196" y="32"/>
                  </a:lnTo>
                  <a:lnTo>
                    <a:pt x="190" y="39"/>
                  </a:lnTo>
                  <a:lnTo>
                    <a:pt x="184" y="45"/>
                  </a:lnTo>
                  <a:lnTo>
                    <a:pt x="178" y="52"/>
                  </a:lnTo>
                  <a:lnTo>
                    <a:pt x="169" y="67"/>
                  </a:lnTo>
                  <a:lnTo>
                    <a:pt x="162" y="83"/>
                  </a:lnTo>
                  <a:lnTo>
                    <a:pt x="148" y="113"/>
                  </a:lnTo>
                  <a:lnTo>
                    <a:pt x="135" y="146"/>
                  </a:lnTo>
                  <a:lnTo>
                    <a:pt x="120" y="180"/>
                  </a:lnTo>
                  <a:lnTo>
                    <a:pt x="107" y="215"/>
                  </a:lnTo>
                  <a:lnTo>
                    <a:pt x="94" y="253"/>
                  </a:lnTo>
                  <a:lnTo>
                    <a:pt x="81" y="292"/>
                  </a:lnTo>
                  <a:lnTo>
                    <a:pt x="67" y="332"/>
                  </a:lnTo>
                  <a:lnTo>
                    <a:pt x="56" y="372"/>
                  </a:lnTo>
                  <a:lnTo>
                    <a:pt x="45" y="414"/>
                  </a:lnTo>
                  <a:lnTo>
                    <a:pt x="34" y="458"/>
                  </a:lnTo>
                  <a:lnTo>
                    <a:pt x="24" y="502"/>
                  </a:lnTo>
                  <a:lnTo>
                    <a:pt x="17" y="547"/>
                  </a:lnTo>
                  <a:lnTo>
                    <a:pt x="10" y="593"/>
                  </a:lnTo>
                  <a:lnTo>
                    <a:pt x="5" y="639"/>
                  </a:lnTo>
                  <a:lnTo>
                    <a:pt x="2" y="685"/>
                  </a:lnTo>
                  <a:lnTo>
                    <a:pt x="0" y="732"/>
                  </a:lnTo>
                  <a:lnTo>
                    <a:pt x="0" y="744"/>
                  </a:lnTo>
                  <a:lnTo>
                    <a:pt x="1" y="756"/>
                  </a:lnTo>
                  <a:lnTo>
                    <a:pt x="2" y="768"/>
                  </a:lnTo>
                  <a:lnTo>
                    <a:pt x="3" y="780"/>
                  </a:lnTo>
                  <a:lnTo>
                    <a:pt x="6" y="791"/>
                  </a:lnTo>
                  <a:lnTo>
                    <a:pt x="8" y="802"/>
                  </a:lnTo>
                  <a:lnTo>
                    <a:pt x="12" y="813"/>
                  </a:lnTo>
                  <a:lnTo>
                    <a:pt x="16" y="825"/>
                  </a:lnTo>
                  <a:lnTo>
                    <a:pt x="20" y="835"/>
                  </a:lnTo>
                  <a:lnTo>
                    <a:pt x="25" y="845"/>
                  </a:lnTo>
                  <a:lnTo>
                    <a:pt x="31" y="855"/>
                  </a:lnTo>
                  <a:lnTo>
                    <a:pt x="37" y="864"/>
                  </a:lnTo>
                  <a:lnTo>
                    <a:pt x="44" y="875"/>
                  </a:lnTo>
                  <a:lnTo>
                    <a:pt x="51" y="884"/>
                  </a:lnTo>
                  <a:lnTo>
                    <a:pt x="58" y="893"/>
                  </a:lnTo>
                  <a:lnTo>
                    <a:pt x="66" y="901"/>
                  </a:lnTo>
                  <a:lnTo>
                    <a:pt x="79" y="912"/>
                  </a:lnTo>
                  <a:lnTo>
                    <a:pt x="91" y="923"/>
                  </a:lnTo>
                  <a:lnTo>
                    <a:pt x="103" y="932"/>
                  </a:lnTo>
                  <a:lnTo>
                    <a:pt x="115" y="941"/>
                  </a:lnTo>
                  <a:lnTo>
                    <a:pt x="127" y="948"/>
                  </a:lnTo>
                  <a:lnTo>
                    <a:pt x="141" y="955"/>
                  </a:lnTo>
                  <a:lnTo>
                    <a:pt x="153" y="961"/>
                  </a:lnTo>
                  <a:lnTo>
                    <a:pt x="165" y="966"/>
                  </a:lnTo>
                  <a:lnTo>
                    <a:pt x="177" y="972"/>
                  </a:lnTo>
                  <a:lnTo>
                    <a:pt x="189" y="975"/>
                  </a:lnTo>
                  <a:lnTo>
                    <a:pt x="201" y="979"/>
                  </a:lnTo>
                  <a:lnTo>
                    <a:pt x="211" y="981"/>
                  </a:lnTo>
                  <a:lnTo>
                    <a:pt x="232" y="985"/>
                  </a:lnTo>
                  <a:lnTo>
                    <a:pt x="248" y="986"/>
                  </a:lnTo>
                  <a:lnTo>
                    <a:pt x="259" y="985"/>
                  </a:lnTo>
                  <a:lnTo>
                    <a:pt x="270" y="984"/>
                  </a:lnTo>
                  <a:lnTo>
                    <a:pt x="282" y="982"/>
                  </a:lnTo>
                  <a:lnTo>
                    <a:pt x="294" y="979"/>
                  </a:lnTo>
                  <a:lnTo>
                    <a:pt x="305" y="976"/>
                  </a:lnTo>
                  <a:lnTo>
                    <a:pt x="316" y="972"/>
                  </a:lnTo>
                  <a:lnTo>
                    <a:pt x="327" y="966"/>
                  </a:lnTo>
                  <a:lnTo>
                    <a:pt x="339" y="961"/>
                  </a:lnTo>
                  <a:lnTo>
                    <a:pt x="361" y="949"/>
                  </a:lnTo>
                  <a:lnTo>
                    <a:pt x="384" y="935"/>
                  </a:lnTo>
                  <a:lnTo>
                    <a:pt x="405" y="918"/>
                  </a:lnTo>
                  <a:lnTo>
                    <a:pt x="426" y="901"/>
                  </a:lnTo>
                  <a:lnTo>
                    <a:pt x="448" y="883"/>
                  </a:lnTo>
                  <a:lnTo>
                    <a:pt x="467" y="863"/>
                  </a:lnTo>
                  <a:lnTo>
                    <a:pt x="487" y="844"/>
                  </a:lnTo>
                  <a:lnTo>
                    <a:pt x="504" y="825"/>
                  </a:lnTo>
                  <a:lnTo>
                    <a:pt x="538" y="786"/>
                  </a:lnTo>
                  <a:lnTo>
                    <a:pt x="565" y="751"/>
                  </a:lnTo>
                  <a:lnTo>
                    <a:pt x="576" y="73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34" name="Freeform 38"/>
            <p:cNvSpPr>
              <a:spLocks/>
            </p:cNvSpPr>
            <p:nvPr userDrawn="1"/>
          </p:nvSpPr>
          <p:spPr bwMode="gray">
            <a:xfrm>
              <a:off x="6357" y="558"/>
              <a:ext cx="28" cy="94"/>
            </a:xfrm>
            <a:custGeom>
              <a:avLst/>
              <a:gdLst>
                <a:gd name="T0" fmla="*/ 211 w 340"/>
                <a:gd name="T1" fmla="*/ 0 h 1127"/>
                <a:gd name="T2" fmla="*/ 198 w 340"/>
                <a:gd name="T3" fmla="*/ 2 h 1127"/>
                <a:gd name="T4" fmla="*/ 187 w 340"/>
                <a:gd name="T5" fmla="*/ 6 h 1127"/>
                <a:gd name="T6" fmla="*/ 178 w 340"/>
                <a:gd name="T7" fmla="*/ 12 h 1127"/>
                <a:gd name="T8" fmla="*/ 167 w 340"/>
                <a:gd name="T9" fmla="*/ 24 h 1127"/>
                <a:gd name="T10" fmla="*/ 158 w 340"/>
                <a:gd name="T11" fmla="*/ 41 h 1127"/>
                <a:gd name="T12" fmla="*/ 151 w 340"/>
                <a:gd name="T13" fmla="*/ 66 h 1127"/>
                <a:gd name="T14" fmla="*/ 144 w 340"/>
                <a:gd name="T15" fmla="*/ 103 h 1127"/>
                <a:gd name="T16" fmla="*/ 134 w 340"/>
                <a:gd name="T17" fmla="*/ 147 h 1127"/>
                <a:gd name="T18" fmla="*/ 123 w 340"/>
                <a:gd name="T19" fmla="*/ 195 h 1127"/>
                <a:gd name="T20" fmla="*/ 101 w 340"/>
                <a:gd name="T21" fmla="*/ 292 h 1127"/>
                <a:gd name="T22" fmla="*/ 67 w 340"/>
                <a:gd name="T23" fmla="*/ 447 h 1127"/>
                <a:gd name="T24" fmla="*/ 35 w 340"/>
                <a:gd name="T25" fmla="*/ 608 h 1127"/>
                <a:gd name="T26" fmla="*/ 16 w 340"/>
                <a:gd name="T27" fmla="*/ 725 h 1127"/>
                <a:gd name="T28" fmla="*/ 7 w 340"/>
                <a:gd name="T29" fmla="*/ 797 h 1127"/>
                <a:gd name="T30" fmla="*/ 1 w 340"/>
                <a:gd name="T31" fmla="*/ 872 h 1127"/>
                <a:gd name="T32" fmla="*/ 0 w 340"/>
                <a:gd name="T33" fmla="*/ 941 h 1127"/>
                <a:gd name="T34" fmla="*/ 5 w 340"/>
                <a:gd name="T35" fmla="*/ 996 h 1127"/>
                <a:gd name="T36" fmla="*/ 14 w 340"/>
                <a:gd name="T37" fmla="*/ 1039 h 1127"/>
                <a:gd name="T38" fmla="*/ 27 w 340"/>
                <a:gd name="T39" fmla="*/ 1071 h 1127"/>
                <a:gd name="T40" fmla="*/ 43 w 340"/>
                <a:gd name="T41" fmla="*/ 1094 h 1127"/>
                <a:gd name="T42" fmla="*/ 62 w 340"/>
                <a:gd name="T43" fmla="*/ 1111 h 1127"/>
                <a:gd name="T44" fmla="*/ 82 w 340"/>
                <a:gd name="T45" fmla="*/ 1121 h 1127"/>
                <a:gd name="T46" fmla="*/ 102 w 340"/>
                <a:gd name="T47" fmla="*/ 1127 h 1127"/>
                <a:gd name="T48" fmla="*/ 116 w 340"/>
                <a:gd name="T49" fmla="*/ 1127 h 1127"/>
                <a:gd name="T50" fmla="*/ 122 w 340"/>
                <a:gd name="T51" fmla="*/ 1124 h 1127"/>
                <a:gd name="T52" fmla="*/ 129 w 340"/>
                <a:gd name="T53" fmla="*/ 1116 h 1127"/>
                <a:gd name="T54" fmla="*/ 134 w 340"/>
                <a:gd name="T55" fmla="*/ 1099 h 1127"/>
                <a:gd name="T56" fmla="*/ 134 w 340"/>
                <a:gd name="T57" fmla="*/ 1070 h 1127"/>
                <a:gd name="T58" fmla="*/ 137 w 340"/>
                <a:gd name="T59" fmla="*/ 1026 h 1127"/>
                <a:gd name="T60" fmla="*/ 145 w 340"/>
                <a:gd name="T61" fmla="*/ 948 h 1127"/>
                <a:gd name="T62" fmla="*/ 165 w 340"/>
                <a:gd name="T63" fmla="*/ 829 h 1127"/>
                <a:gd name="T64" fmla="*/ 191 w 340"/>
                <a:gd name="T65" fmla="*/ 696 h 1127"/>
                <a:gd name="T66" fmla="*/ 222 w 340"/>
                <a:gd name="T67" fmla="*/ 559 h 1127"/>
                <a:gd name="T68" fmla="*/ 253 w 340"/>
                <a:gd name="T69" fmla="*/ 425 h 1127"/>
                <a:gd name="T70" fmla="*/ 286 w 340"/>
                <a:gd name="T71" fmla="*/ 301 h 1127"/>
                <a:gd name="T72" fmla="*/ 316 w 340"/>
                <a:gd name="T73" fmla="*/ 195 h 1127"/>
                <a:gd name="T74" fmla="*/ 333 w 340"/>
                <a:gd name="T75" fmla="*/ 136 h 1127"/>
                <a:gd name="T76" fmla="*/ 338 w 340"/>
                <a:gd name="T77" fmla="*/ 110 h 1127"/>
                <a:gd name="T78" fmla="*/ 340 w 340"/>
                <a:gd name="T79" fmla="*/ 88 h 1127"/>
                <a:gd name="T80" fmla="*/ 337 w 340"/>
                <a:gd name="T81" fmla="*/ 70 h 1127"/>
                <a:gd name="T82" fmla="*/ 331 w 340"/>
                <a:gd name="T83" fmla="*/ 55 h 1127"/>
                <a:gd name="T84" fmla="*/ 321 w 340"/>
                <a:gd name="T85" fmla="*/ 42 h 1127"/>
                <a:gd name="T86" fmla="*/ 307 w 340"/>
                <a:gd name="T87" fmla="*/ 31 h 1127"/>
                <a:gd name="T88" fmla="*/ 292 w 340"/>
                <a:gd name="T89" fmla="*/ 22 h 1127"/>
                <a:gd name="T90" fmla="*/ 266 w 340"/>
                <a:gd name="T91" fmla="*/ 9 h 1127"/>
                <a:gd name="T92" fmla="*/ 233 w 340"/>
                <a:gd name="T93" fmla="*/ 1 h 1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40" h="1127">
                  <a:moveTo>
                    <a:pt x="218" y="0"/>
                  </a:moveTo>
                  <a:lnTo>
                    <a:pt x="211" y="0"/>
                  </a:lnTo>
                  <a:lnTo>
                    <a:pt x="204" y="1"/>
                  </a:lnTo>
                  <a:lnTo>
                    <a:pt x="198" y="2"/>
                  </a:lnTo>
                  <a:lnTo>
                    <a:pt x="192" y="4"/>
                  </a:lnTo>
                  <a:lnTo>
                    <a:pt x="187" y="6"/>
                  </a:lnTo>
                  <a:lnTo>
                    <a:pt x="182" y="9"/>
                  </a:lnTo>
                  <a:lnTo>
                    <a:pt x="178" y="12"/>
                  </a:lnTo>
                  <a:lnTo>
                    <a:pt x="174" y="16"/>
                  </a:lnTo>
                  <a:lnTo>
                    <a:pt x="167" y="24"/>
                  </a:lnTo>
                  <a:lnTo>
                    <a:pt x="162" y="33"/>
                  </a:lnTo>
                  <a:lnTo>
                    <a:pt x="158" y="41"/>
                  </a:lnTo>
                  <a:lnTo>
                    <a:pt x="154" y="51"/>
                  </a:lnTo>
                  <a:lnTo>
                    <a:pt x="151" y="66"/>
                  </a:lnTo>
                  <a:lnTo>
                    <a:pt x="148" y="84"/>
                  </a:lnTo>
                  <a:lnTo>
                    <a:pt x="144" y="103"/>
                  </a:lnTo>
                  <a:lnTo>
                    <a:pt x="139" y="125"/>
                  </a:lnTo>
                  <a:lnTo>
                    <a:pt x="134" y="147"/>
                  </a:lnTo>
                  <a:lnTo>
                    <a:pt x="129" y="171"/>
                  </a:lnTo>
                  <a:lnTo>
                    <a:pt x="123" y="195"/>
                  </a:lnTo>
                  <a:lnTo>
                    <a:pt x="118" y="222"/>
                  </a:lnTo>
                  <a:lnTo>
                    <a:pt x="101" y="292"/>
                  </a:lnTo>
                  <a:lnTo>
                    <a:pt x="84" y="369"/>
                  </a:lnTo>
                  <a:lnTo>
                    <a:pt x="67" y="447"/>
                  </a:lnTo>
                  <a:lnTo>
                    <a:pt x="50" y="528"/>
                  </a:lnTo>
                  <a:lnTo>
                    <a:pt x="35" y="608"/>
                  </a:lnTo>
                  <a:lnTo>
                    <a:pt x="22" y="687"/>
                  </a:lnTo>
                  <a:lnTo>
                    <a:pt x="16" y="725"/>
                  </a:lnTo>
                  <a:lnTo>
                    <a:pt x="11" y="762"/>
                  </a:lnTo>
                  <a:lnTo>
                    <a:pt x="7" y="797"/>
                  </a:lnTo>
                  <a:lnTo>
                    <a:pt x="3" y="832"/>
                  </a:lnTo>
                  <a:lnTo>
                    <a:pt x="1" y="872"/>
                  </a:lnTo>
                  <a:lnTo>
                    <a:pt x="0" y="909"/>
                  </a:lnTo>
                  <a:lnTo>
                    <a:pt x="0" y="941"/>
                  </a:lnTo>
                  <a:lnTo>
                    <a:pt x="1" y="971"/>
                  </a:lnTo>
                  <a:lnTo>
                    <a:pt x="5" y="996"/>
                  </a:lnTo>
                  <a:lnTo>
                    <a:pt x="9" y="1019"/>
                  </a:lnTo>
                  <a:lnTo>
                    <a:pt x="14" y="1039"/>
                  </a:lnTo>
                  <a:lnTo>
                    <a:pt x="20" y="1057"/>
                  </a:lnTo>
                  <a:lnTo>
                    <a:pt x="27" y="1071"/>
                  </a:lnTo>
                  <a:lnTo>
                    <a:pt x="35" y="1084"/>
                  </a:lnTo>
                  <a:lnTo>
                    <a:pt x="43" y="1094"/>
                  </a:lnTo>
                  <a:lnTo>
                    <a:pt x="52" y="1103"/>
                  </a:lnTo>
                  <a:lnTo>
                    <a:pt x="62" y="1111"/>
                  </a:lnTo>
                  <a:lnTo>
                    <a:pt x="72" y="1117"/>
                  </a:lnTo>
                  <a:lnTo>
                    <a:pt x="82" y="1121"/>
                  </a:lnTo>
                  <a:lnTo>
                    <a:pt x="93" y="1125"/>
                  </a:lnTo>
                  <a:lnTo>
                    <a:pt x="102" y="1127"/>
                  </a:lnTo>
                  <a:lnTo>
                    <a:pt x="112" y="1127"/>
                  </a:lnTo>
                  <a:lnTo>
                    <a:pt x="116" y="1127"/>
                  </a:lnTo>
                  <a:lnTo>
                    <a:pt x="119" y="1125"/>
                  </a:lnTo>
                  <a:lnTo>
                    <a:pt x="122" y="1124"/>
                  </a:lnTo>
                  <a:lnTo>
                    <a:pt x="125" y="1121"/>
                  </a:lnTo>
                  <a:lnTo>
                    <a:pt x="129" y="1116"/>
                  </a:lnTo>
                  <a:lnTo>
                    <a:pt x="132" y="1109"/>
                  </a:lnTo>
                  <a:lnTo>
                    <a:pt x="134" y="1099"/>
                  </a:lnTo>
                  <a:lnTo>
                    <a:pt x="134" y="1089"/>
                  </a:lnTo>
                  <a:lnTo>
                    <a:pt x="134" y="1070"/>
                  </a:lnTo>
                  <a:lnTo>
                    <a:pt x="135" y="1048"/>
                  </a:lnTo>
                  <a:lnTo>
                    <a:pt x="137" y="1026"/>
                  </a:lnTo>
                  <a:lnTo>
                    <a:pt x="139" y="1001"/>
                  </a:lnTo>
                  <a:lnTo>
                    <a:pt x="145" y="948"/>
                  </a:lnTo>
                  <a:lnTo>
                    <a:pt x="154" y="891"/>
                  </a:lnTo>
                  <a:lnTo>
                    <a:pt x="165" y="829"/>
                  </a:lnTo>
                  <a:lnTo>
                    <a:pt x="177" y="764"/>
                  </a:lnTo>
                  <a:lnTo>
                    <a:pt x="191" y="696"/>
                  </a:lnTo>
                  <a:lnTo>
                    <a:pt x="205" y="628"/>
                  </a:lnTo>
                  <a:lnTo>
                    <a:pt x="222" y="559"/>
                  </a:lnTo>
                  <a:lnTo>
                    <a:pt x="237" y="492"/>
                  </a:lnTo>
                  <a:lnTo>
                    <a:pt x="253" y="425"/>
                  </a:lnTo>
                  <a:lnTo>
                    <a:pt x="270" y="361"/>
                  </a:lnTo>
                  <a:lnTo>
                    <a:pt x="286" y="301"/>
                  </a:lnTo>
                  <a:lnTo>
                    <a:pt x="301" y="245"/>
                  </a:lnTo>
                  <a:lnTo>
                    <a:pt x="316" y="195"/>
                  </a:lnTo>
                  <a:lnTo>
                    <a:pt x="329" y="150"/>
                  </a:lnTo>
                  <a:lnTo>
                    <a:pt x="333" y="136"/>
                  </a:lnTo>
                  <a:lnTo>
                    <a:pt x="336" y="123"/>
                  </a:lnTo>
                  <a:lnTo>
                    <a:pt x="338" y="110"/>
                  </a:lnTo>
                  <a:lnTo>
                    <a:pt x="339" y="98"/>
                  </a:lnTo>
                  <a:lnTo>
                    <a:pt x="340" y="88"/>
                  </a:lnTo>
                  <a:lnTo>
                    <a:pt x="339" y="79"/>
                  </a:lnTo>
                  <a:lnTo>
                    <a:pt x="337" y="70"/>
                  </a:lnTo>
                  <a:lnTo>
                    <a:pt x="334" y="62"/>
                  </a:lnTo>
                  <a:lnTo>
                    <a:pt x="331" y="55"/>
                  </a:lnTo>
                  <a:lnTo>
                    <a:pt x="326" y="48"/>
                  </a:lnTo>
                  <a:lnTo>
                    <a:pt x="321" y="42"/>
                  </a:lnTo>
                  <a:lnTo>
                    <a:pt x="315" y="37"/>
                  </a:lnTo>
                  <a:lnTo>
                    <a:pt x="307" y="31"/>
                  </a:lnTo>
                  <a:lnTo>
                    <a:pt x="300" y="27"/>
                  </a:lnTo>
                  <a:lnTo>
                    <a:pt x="292" y="22"/>
                  </a:lnTo>
                  <a:lnTo>
                    <a:pt x="283" y="17"/>
                  </a:lnTo>
                  <a:lnTo>
                    <a:pt x="266" y="9"/>
                  </a:lnTo>
                  <a:lnTo>
                    <a:pt x="248" y="4"/>
                  </a:lnTo>
                  <a:lnTo>
                    <a:pt x="233" y="1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35" name="Freeform 39"/>
            <p:cNvSpPr>
              <a:spLocks/>
            </p:cNvSpPr>
            <p:nvPr userDrawn="1"/>
          </p:nvSpPr>
          <p:spPr bwMode="gray">
            <a:xfrm>
              <a:off x="7003" y="607"/>
              <a:ext cx="58" cy="42"/>
            </a:xfrm>
            <a:custGeom>
              <a:avLst/>
              <a:gdLst>
                <a:gd name="T0" fmla="*/ 50 w 695"/>
                <a:gd name="T1" fmla="*/ 38 h 503"/>
                <a:gd name="T2" fmla="*/ 37 w 695"/>
                <a:gd name="T3" fmla="*/ 44 h 503"/>
                <a:gd name="T4" fmla="*/ 31 w 695"/>
                <a:gd name="T5" fmla="*/ 54 h 503"/>
                <a:gd name="T6" fmla="*/ 30 w 695"/>
                <a:gd name="T7" fmla="*/ 70 h 503"/>
                <a:gd name="T8" fmla="*/ 37 w 695"/>
                <a:gd name="T9" fmla="*/ 108 h 503"/>
                <a:gd name="T10" fmla="*/ 39 w 695"/>
                <a:gd name="T11" fmla="*/ 159 h 503"/>
                <a:gd name="T12" fmla="*/ 35 w 695"/>
                <a:gd name="T13" fmla="*/ 214 h 503"/>
                <a:gd name="T14" fmla="*/ 17 w 695"/>
                <a:gd name="T15" fmla="*/ 323 h 503"/>
                <a:gd name="T16" fmla="*/ 4 w 695"/>
                <a:gd name="T17" fmla="*/ 384 h 503"/>
                <a:gd name="T18" fmla="*/ 0 w 695"/>
                <a:gd name="T19" fmla="*/ 414 h 503"/>
                <a:gd name="T20" fmla="*/ 6 w 695"/>
                <a:gd name="T21" fmla="*/ 438 h 503"/>
                <a:gd name="T22" fmla="*/ 17 w 695"/>
                <a:gd name="T23" fmla="*/ 455 h 503"/>
                <a:gd name="T24" fmla="*/ 32 w 695"/>
                <a:gd name="T25" fmla="*/ 470 h 503"/>
                <a:gd name="T26" fmla="*/ 74 w 695"/>
                <a:gd name="T27" fmla="*/ 494 h 503"/>
                <a:gd name="T28" fmla="*/ 114 w 695"/>
                <a:gd name="T29" fmla="*/ 503 h 503"/>
                <a:gd name="T30" fmla="*/ 134 w 695"/>
                <a:gd name="T31" fmla="*/ 500 h 503"/>
                <a:gd name="T32" fmla="*/ 152 w 695"/>
                <a:gd name="T33" fmla="*/ 486 h 503"/>
                <a:gd name="T34" fmla="*/ 171 w 695"/>
                <a:gd name="T35" fmla="*/ 441 h 503"/>
                <a:gd name="T36" fmla="*/ 212 w 695"/>
                <a:gd name="T37" fmla="*/ 349 h 503"/>
                <a:gd name="T38" fmla="*/ 241 w 695"/>
                <a:gd name="T39" fmla="*/ 301 h 503"/>
                <a:gd name="T40" fmla="*/ 278 w 695"/>
                <a:gd name="T41" fmla="*/ 253 h 503"/>
                <a:gd name="T42" fmla="*/ 322 w 695"/>
                <a:gd name="T43" fmla="*/ 208 h 503"/>
                <a:gd name="T44" fmla="*/ 374 w 695"/>
                <a:gd name="T45" fmla="*/ 167 h 503"/>
                <a:gd name="T46" fmla="*/ 435 w 695"/>
                <a:gd name="T47" fmla="*/ 131 h 503"/>
                <a:gd name="T48" fmla="*/ 505 w 695"/>
                <a:gd name="T49" fmla="*/ 102 h 503"/>
                <a:gd name="T50" fmla="*/ 585 w 695"/>
                <a:gd name="T51" fmla="*/ 82 h 503"/>
                <a:gd name="T52" fmla="*/ 677 w 695"/>
                <a:gd name="T53" fmla="*/ 72 h 503"/>
                <a:gd name="T54" fmla="*/ 686 w 695"/>
                <a:gd name="T55" fmla="*/ 69 h 503"/>
                <a:gd name="T56" fmla="*/ 692 w 695"/>
                <a:gd name="T57" fmla="*/ 62 h 503"/>
                <a:gd name="T58" fmla="*/ 695 w 695"/>
                <a:gd name="T59" fmla="*/ 51 h 503"/>
                <a:gd name="T60" fmla="*/ 690 w 695"/>
                <a:gd name="T61" fmla="*/ 34 h 503"/>
                <a:gd name="T62" fmla="*/ 674 w 695"/>
                <a:gd name="T63" fmla="*/ 18 h 503"/>
                <a:gd name="T64" fmla="*/ 648 w 695"/>
                <a:gd name="T65" fmla="*/ 8 h 503"/>
                <a:gd name="T66" fmla="*/ 604 w 695"/>
                <a:gd name="T67" fmla="*/ 1 h 503"/>
                <a:gd name="T68" fmla="*/ 536 w 695"/>
                <a:gd name="T69" fmla="*/ 2 h 503"/>
                <a:gd name="T70" fmla="*/ 469 w 695"/>
                <a:gd name="T71" fmla="*/ 13 h 503"/>
                <a:gd name="T72" fmla="*/ 397 w 695"/>
                <a:gd name="T73" fmla="*/ 33 h 503"/>
                <a:gd name="T74" fmla="*/ 328 w 695"/>
                <a:gd name="T75" fmla="*/ 60 h 503"/>
                <a:gd name="T76" fmla="*/ 262 w 695"/>
                <a:gd name="T77" fmla="*/ 94 h 503"/>
                <a:gd name="T78" fmla="*/ 214 w 695"/>
                <a:gd name="T79" fmla="*/ 124 h 503"/>
                <a:gd name="T80" fmla="*/ 200 w 695"/>
                <a:gd name="T81" fmla="*/ 101 h 503"/>
                <a:gd name="T82" fmla="*/ 160 w 695"/>
                <a:gd name="T83" fmla="*/ 66 h 503"/>
                <a:gd name="T84" fmla="*/ 124 w 695"/>
                <a:gd name="T85" fmla="*/ 46 h 503"/>
                <a:gd name="T86" fmla="*/ 96 w 695"/>
                <a:gd name="T87" fmla="*/ 38 h 503"/>
                <a:gd name="T88" fmla="*/ 71 w 695"/>
                <a:gd name="T89" fmla="*/ 35 h 5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695" h="503">
                  <a:moveTo>
                    <a:pt x="71" y="35"/>
                  </a:moveTo>
                  <a:lnTo>
                    <a:pt x="61" y="36"/>
                  </a:lnTo>
                  <a:lnTo>
                    <a:pt x="50" y="38"/>
                  </a:lnTo>
                  <a:lnTo>
                    <a:pt x="45" y="39"/>
                  </a:lnTo>
                  <a:lnTo>
                    <a:pt x="41" y="42"/>
                  </a:lnTo>
                  <a:lnTo>
                    <a:pt x="37" y="44"/>
                  </a:lnTo>
                  <a:lnTo>
                    <a:pt x="34" y="48"/>
                  </a:lnTo>
                  <a:lnTo>
                    <a:pt x="32" y="51"/>
                  </a:lnTo>
                  <a:lnTo>
                    <a:pt x="31" y="54"/>
                  </a:lnTo>
                  <a:lnTo>
                    <a:pt x="30" y="58"/>
                  </a:lnTo>
                  <a:lnTo>
                    <a:pt x="29" y="61"/>
                  </a:lnTo>
                  <a:lnTo>
                    <a:pt x="30" y="70"/>
                  </a:lnTo>
                  <a:lnTo>
                    <a:pt x="32" y="81"/>
                  </a:lnTo>
                  <a:lnTo>
                    <a:pt x="35" y="94"/>
                  </a:lnTo>
                  <a:lnTo>
                    <a:pt x="37" y="108"/>
                  </a:lnTo>
                  <a:lnTo>
                    <a:pt x="39" y="125"/>
                  </a:lnTo>
                  <a:lnTo>
                    <a:pt x="39" y="141"/>
                  </a:lnTo>
                  <a:lnTo>
                    <a:pt x="39" y="159"/>
                  </a:lnTo>
                  <a:lnTo>
                    <a:pt x="38" y="177"/>
                  </a:lnTo>
                  <a:lnTo>
                    <a:pt x="37" y="195"/>
                  </a:lnTo>
                  <a:lnTo>
                    <a:pt x="35" y="214"/>
                  </a:lnTo>
                  <a:lnTo>
                    <a:pt x="29" y="252"/>
                  </a:lnTo>
                  <a:lnTo>
                    <a:pt x="23" y="288"/>
                  </a:lnTo>
                  <a:lnTo>
                    <a:pt x="17" y="323"/>
                  </a:lnTo>
                  <a:lnTo>
                    <a:pt x="10" y="353"/>
                  </a:lnTo>
                  <a:lnTo>
                    <a:pt x="7" y="370"/>
                  </a:lnTo>
                  <a:lnTo>
                    <a:pt x="4" y="384"/>
                  </a:lnTo>
                  <a:lnTo>
                    <a:pt x="1" y="395"/>
                  </a:lnTo>
                  <a:lnTo>
                    <a:pt x="0" y="405"/>
                  </a:lnTo>
                  <a:lnTo>
                    <a:pt x="0" y="414"/>
                  </a:lnTo>
                  <a:lnTo>
                    <a:pt x="1" y="424"/>
                  </a:lnTo>
                  <a:lnTo>
                    <a:pt x="4" y="431"/>
                  </a:lnTo>
                  <a:lnTo>
                    <a:pt x="6" y="438"/>
                  </a:lnTo>
                  <a:lnTo>
                    <a:pt x="9" y="444"/>
                  </a:lnTo>
                  <a:lnTo>
                    <a:pt x="13" y="450"/>
                  </a:lnTo>
                  <a:lnTo>
                    <a:pt x="17" y="455"/>
                  </a:lnTo>
                  <a:lnTo>
                    <a:pt x="22" y="460"/>
                  </a:lnTo>
                  <a:lnTo>
                    <a:pt x="27" y="464"/>
                  </a:lnTo>
                  <a:lnTo>
                    <a:pt x="32" y="470"/>
                  </a:lnTo>
                  <a:lnTo>
                    <a:pt x="45" y="478"/>
                  </a:lnTo>
                  <a:lnTo>
                    <a:pt x="60" y="486"/>
                  </a:lnTo>
                  <a:lnTo>
                    <a:pt x="74" y="494"/>
                  </a:lnTo>
                  <a:lnTo>
                    <a:pt x="87" y="499"/>
                  </a:lnTo>
                  <a:lnTo>
                    <a:pt x="101" y="502"/>
                  </a:lnTo>
                  <a:lnTo>
                    <a:pt x="114" y="503"/>
                  </a:lnTo>
                  <a:lnTo>
                    <a:pt x="121" y="503"/>
                  </a:lnTo>
                  <a:lnTo>
                    <a:pt x="127" y="502"/>
                  </a:lnTo>
                  <a:lnTo>
                    <a:pt x="134" y="500"/>
                  </a:lnTo>
                  <a:lnTo>
                    <a:pt x="140" y="496"/>
                  </a:lnTo>
                  <a:lnTo>
                    <a:pt x="146" y="492"/>
                  </a:lnTo>
                  <a:lnTo>
                    <a:pt x="152" y="486"/>
                  </a:lnTo>
                  <a:lnTo>
                    <a:pt x="158" y="478"/>
                  </a:lnTo>
                  <a:lnTo>
                    <a:pt x="161" y="469"/>
                  </a:lnTo>
                  <a:lnTo>
                    <a:pt x="171" y="441"/>
                  </a:lnTo>
                  <a:lnTo>
                    <a:pt x="182" y="411"/>
                  </a:lnTo>
                  <a:lnTo>
                    <a:pt x="195" y="381"/>
                  </a:lnTo>
                  <a:lnTo>
                    <a:pt x="212" y="349"/>
                  </a:lnTo>
                  <a:lnTo>
                    <a:pt x="221" y="333"/>
                  </a:lnTo>
                  <a:lnTo>
                    <a:pt x="231" y="316"/>
                  </a:lnTo>
                  <a:lnTo>
                    <a:pt x="241" y="301"/>
                  </a:lnTo>
                  <a:lnTo>
                    <a:pt x="253" y="285"/>
                  </a:lnTo>
                  <a:lnTo>
                    <a:pt x="265" y="270"/>
                  </a:lnTo>
                  <a:lnTo>
                    <a:pt x="278" y="253"/>
                  </a:lnTo>
                  <a:lnTo>
                    <a:pt x="292" y="238"/>
                  </a:lnTo>
                  <a:lnTo>
                    <a:pt x="306" y="223"/>
                  </a:lnTo>
                  <a:lnTo>
                    <a:pt x="322" y="208"/>
                  </a:lnTo>
                  <a:lnTo>
                    <a:pt x="338" y="194"/>
                  </a:lnTo>
                  <a:lnTo>
                    <a:pt x="355" y="181"/>
                  </a:lnTo>
                  <a:lnTo>
                    <a:pt x="374" y="167"/>
                  </a:lnTo>
                  <a:lnTo>
                    <a:pt x="393" y="154"/>
                  </a:lnTo>
                  <a:lnTo>
                    <a:pt x="414" y="142"/>
                  </a:lnTo>
                  <a:lnTo>
                    <a:pt x="435" y="131"/>
                  </a:lnTo>
                  <a:lnTo>
                    <a:pt x="457" y="120"/>
                  </a:lnTo>
                  <a:lnTo>
                    <a:pt x="480" y="111"/>
                  </a:lnTo>
                  <a:lnTo>
                    <a:pt x="505" y="102"/>
                  </a:lnTo>
                  <a:lnTo>
                    <a:pt x="531" y="94"/>
                  </a:lnTo>
                  <a:lnTo>
                    <a:pt x="557" y="88"/>
                  </a:lnTo>
                  <a:lnTo>
                    <a:pt x="585" y="82"/>
                  </a:lnTo>
                  <a:lnTo>
                    <a:pt x="614" y="78"/>
                  </a:lnTo>
                  <a:lnTo>
                    <a:pt x="645" y="75"/>
                  </a:lnTo>
                  <a:lnTo>
                    <a:pt x="677" y="72"/>
                  </a:lnTo>
                  <a:lnTo>
                    <a:pt x="680" y="72"/>
                  </a:lnTo>
                  <a:lnTo>
                    <a:pt x="683" y="70"/>
                  </a:lnTo>
                  <a:lnTo>
                    <a:pt x="686" y="69"/>
                  </a:lnTo>
                  <a:lnTo>
                    <a:pt x="688" y="67"/>
                  </a:lnTo>
                  <a:lnTo>
                    <a:pt x="691" y="65"/>
                  </a:lnTo>
                  <a:lnTo>
                    <a:pt x="692" y="62"/>
                  </a:lnTo>
                  <a:lnTo>
                    <a:pt x="694" y="59"/>
                  </a:lnTo>
                  <a:lnTo>
                    <a:pt x="694" y="56"/>
                  </a:lnTo>
                  <a:lnTo>
                    <a:pt x="695" y="51"/>
                  </a:lnTo>
                  <a:lnTo>
                    <a:pt x="694" y="45"/>
                  </a:lnTo>
                  <a:lnTo>
                    <a:pt x="693" y="40"/>
                  </a:lnTo>
                  <a:lnTo>
                    <a:pt x="690" y="34"/>
                  </a:lnTo>
                  <a:lnTo>
                    <a:pt x="686" y="29"/>
                  </a:lnTo>
                  <a:lnTo>
                    <a:pt x="681" y="24"/>
                  </a:lnTo>
                  <a:lnTo>
                    <a:pt x="674" y="18"/>
                  </a:lnTo>
                  <a:lnTo>
                    <a:pt x="667" y="14"/>
                  </a:lnTo>
                  <a:lnTo>
                    <a:pt x="657" y="11"/>
                  </a:lnTo>
                  <a:lnTo>
                    <a:pt x="648" y="8"/>
                  </a:lnTo>
                  <a:lnTo>
                    <a:pt x="638" y="6"/>
                  </a:lnTo>
                  <a:lnTo>
                    <a:pt x="628" y="4"/>
                  </a:lnTo>
                  <a:lnTo>
                    <a:pt x="604" y="1"/>
                  </a:lnTo>
                  <a:lnTo>
                    <a:pt x="579" y="0"/>
                  </a:lnTo>
                  <a:lnTo>
                    <a:pt x="558" y="0"/>
                  </a:lnTo>
                  <a:lnTo>
                    <a:pt x="536" y="2"/>
                  </a:lnTo>
                  <a:lnTo>
                    <a:pt x="515" y="5"/>
                  </a:lnTo>
                  <a:lnTo>
                    <a:pt x="491" y="8"/>
                  </a:lnTo>
                  <a:lnTo>
                    <a:pt x="469" y="13"/>
                  </a:lnTo>
                  <a:lnTo>
                    <a:pt x="445" y="19"/>
                  </a:lnTo>
                  <a:lnTo>
                    <a:pt x="422" y="26"/>
                  </a:lnTo>
                  <a:lnTo>
                    <a:pt x="397" y="33"/>
                  </a:lnTo>
                  <a:lnTo>
                    <a:pt x="374" y="41"/>
                  </a:lnTo>
                  <a:lnTo>
                    <a:pt x="350" y="50"/>
                  </a:lnTo>
                  <a:lnTo>
                    <a:pt x="328" y="60"/>
                  </a:lnTo>
                  <a:lnTo>
                    <a:pt x="305" y="70"/>
                  </a:lnTo>
                  <a:lnTo>
                    <a:pt x="283" y="82"/>
                  </a:lnTo>
                  <a:lnTo>
                    <a:pt x="262" y="94"/>
                  </a:lnTo>
                  <a:lnTo>
                    <a:pt x="240" y="106"/>
                  </a:lnTo>
                  <a:lnTo>
                    <a:pt x="221" y="119"/>
                  </a:lnTo>
                  <a:lnTo>
                    <a:pt x="214" y="124"/>
                  </a:lnTo>
                  <a:lnTo>
                    <a:pt x="212" y="116"/>
                  </a:lnTo>
                  <a:lnTo>
                    <a:pt x="209" y="110"/>
                  </a:lnTo>
                  <a:lnTo>
                    <a:pt x="200" y="101"/>
                  </a:lnTo>
                  <a:lnTo>
                    <a:pt x="190" y="91"/>
                  </a:lnTo>
                  <a:lnTo>
                    <a:pt x="176" y="79"/>
                  </a:lnTo>
                  <a:lnTo>
                    <a:pt x="160" y="66"/>
                  </a:lnTo>
                  <a:lnTo>
                    <a:pt x="142" y="55"/>
                  </a:lnTo>
                  <a:lnTo>
                    <a:pt x="133" y="50"/>
                  </a:lnTo>
                  <a:lnTo>
                    <a:pt x="124" y="46"/>
                  </a:lnTo>
                  <a:lnTo>
                    <a:pt x="114" y="42"/>
                  </a:lnTo>
                  <a:lnTo>
                    <a:pt x="104" y="40"/>
                  </a:lnTo>
                  <a:lnTo>
                    <a:pt x="96" y="38"/>
                  </a:lnTo>
                  <a:lnTo>
                    <a:pt x="87" y="36"/>
                  </a:lnTo>
                  <a:lnTo>
                    <a:pt x="79" y="36"/>
                  </a:lnTo>
                  <a:lnTo>
                    <a:pt x="71" y="3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36" name="Freeform 40"/>
            <p:cNvSpPr>
              <a:spLocks/>
            </p:cNvSpPr>
            <p:nvPr userDrawn="1"/>
          </p:nvSpPr>
          <p:spPr bwMode="gray">
            <a:xfrm>
              <a:off x="6388" y="599"/>
              <a:ext cx="74" cy="49"/>
            </a:xfrm>
            <a:custGeom>
              <a:avLst/>
              <a:gdLst>
                <a:gd name="T0" fmla="*/ 144 w 883"/>
                <a:gd name="T1" fmla="*/ 3 h 595"/>
                <a:gd name="T2" fmla="*/ 125 w 883"/>
                <a:gd name="T3" fmla="*/ 13 h 595"/>
                <a:gd name="T4" fmla="*/ 100 w 883"/>
                <a:gd name="T5" fmla="*/ 49 h 595"/>
                <a:gd name="T6" fmla="*/ 55 w 883"/>
                <a:gd name="T7" fmla="*/ 183 h 595"/>
                <a:gd name="T8" fmla="*/ 10 w 883"/>
                <a:gd name="T9" fmla="*/ 382 h 595"/>
                <a:gd name="T10" fmla="*/ 0 w 883"/>
                <a:gd name="T11" fmla="*/ 465 h 595"/>
                <a:gd name="T12" fmla="*/ 7 w 883"/>
                <a:gd name="T13" fmla="*/ 503 h 595"/>
                <a:gd name="T14" fmla="*/ 25 w 883"/>
                <a:gd name="T15" fmla="*/ 532 h 595"/>
                <a:gd name="T16" fmla="*/ 77 w 883"/>
                <a:gd name="T17" fmla="*/ 571 h 595"/>
                <a:gd name="T18" fmla="*/ 122 w 883"/>
                <a:gd name="T19" fmla="*/ 590 h 595"/>
                <a:gd name="T20" fmla="*/ 164 w 883"/>
                <a:gd name="T21" fmla="*/ 595 h 595"/>
                <a:gd name="T22" fmla="*/ 201 w 883"/>
                <a:gd name="T23" fmla="*/ 585 h 595"/>
                <a:gd name="T24" fmla="*/ 234 w 883"/>
                <a:gd name="T25" fmla="*/ 555 h 595"/>
                <a:gd name="T26" fmla="*/ 295 w 883"/>
                <a:gd name="T27" fmla="*/ 487 h 595"/>
                <a:gd name="T28" fmla="*/ 404 w 883"/>
                <a:gd name="T29" fmla="*/ 369 h 595"/>
                <a:gd name="T30" fmla="*/ 491 w 883"/>
                <a:gd name="T31" fmla="*/ 296 h 595"/>
                <a:gd name="T32" fmla="*/ 514 w 883"/>
                <a:gd name="T33" fmla="*/ 299 h 595"/>
                <a:gd name="T34" fmla="*/ 534 w 883"/>
                <a:gd name="T35" fmla="*/ 336 h 595"/>
                <a:gd name="T36" fmla="*/ 568 w 883"/>
                <a:gd name="T37" fmla="*/ 405 h 595"/>
                <a:gd name="T38" fmla="*/ 605 w 883"/>
                <a:gd name="T39" fmla="*/ 459 h 595"/>
                <a:gd name="T40" fmla="*/ 644 w 883"/>
                <a:gd name="T41" fmla="*/ 500 h 595"/>
                <a:gd name="T42" fmla="*/ 693 w 883"/>
                <a:gd name="T43" fmla="*/ 535 h 595"/>
                <a:gd name="T44" fmla="*/ 767 w 883"/>
                <a:gd name="T45" fmla="*/ 561 h 595"/>
                <a:gd name="T46" fmla="*/ 828 w 883"/>
                <a:gd name="T47" fmla="*/ 565 h 595"/>
                <a:gd name="T48" fmla="*/ 868 w 883"/>
                <a:gd name="T49" fmla="*/ 555 h 595"/>
                <a:gd name="T50" fmla="*/ 883 w 883"/>
                <a:gd name="T51" fmla="*/ 533 h 595"/>
                <a:gd name="T52" fmla="*/ 880 w 883"/>
                <a:gd name="T53" fmla="*/ 518 h 595"/>
                <a:gd name="T54" fmla="*/ 868 w 883"/>
                <a:gd name="T55" fmla="*/ 512 h 595"/>
                <a:gd name="T56" fmla="*/ 840 w 883"/>
                <a:gd name="T57" fmla="*/ 510 h 595"/>
                <a:gd name="T58" fmla="*/ 808 w 883"/>
                <a:gd name="T59" fmla="*/ 501 h 595"/>
                <a:gd name="T60" fmla="*/ 781 w 883"/>
                <a:gd name="T61" fmla="*/ 483 h 595"/>
                <a:gd name="T62" fmla="*/ 751 w 883"/>
                <a:gd name="T63" fmla="*/ 440 h 595"/>
                <a:gd name="T64" fmla="*/ 722 w 883"/>
                <a:gd name="T65" fmla="*/ 358 h 595"/>
                <a:gd name="T66" fmla="*/ 694 w 883"/>
                <a:gd name="T67" fmla="*/ 231 h 595"/>
                <a:gd name="T68" fmla="*/ 679 w 883"/>
                <a:gd name="T69" fmla="*/ 197 h 595"/>
                <a:gd name="T70" fmla="*/ 655 w 883"/>
                <a:gd name="T71" fmla="*/ 168 h 595"/>
                <a:gd name="T72" fmla="*/ 622 w 883"/>
                <a:gd name="T73" fmla="*/ 145 h 595"/>
                <a:gd name="T74" fmla="*/ 580 w 883"/>
                <a:gd name="T75" fmla="*/ 127 h 595"/>
                <a:gd name="T76" fmla="*/ 537 w 883"/>
                <a:gd name="T77" fmla="*/ 122 h 595"/>
                <a:gd name="T78" fmla="*/ 494 w 883"/>
                <a:gd name="T79" fmla="*/ 140 h 595"/>
                <a:gd name="T80" fmla="*/ 409 w 883"/>
                <a:gd name="T81" fmla="*/ 209 h 595"/>
                <a:gd name="T82" fmla="*/ 308 w 883"/>
                <a:gd name="T83" fmla="*/ 309 h 595"/>
                <a:gd name="T84" fmla="*/ 207 w 883"/>
                <a:gd name="T85" fmla="*/ 410 h 595"/>
                <a:gd name="T86" fmla="*/ 179 w 883"/>
                <a:gd name="T87" fmla="*/ 427 h 595"/>
                <a:gd name="T88" fmla="*/ 201 w 883"/>
                <a:gd name="T89" fmla="*/ 322 h 595"/>
                <a:gd name="T90" fmla="*/ 255 w 883"/>
                <a:gd name="T91" fmla="*/ 149 h 595"/>
                <a:gd name="T92" fmla="*/ 277 w 883"/>
                <a:gd name="T93" fmla="*/ 89 h 595"/>
                <a:gd name="T94" fmla="*/ 276 w 883"/>
                <a:gd name="T95" fmla="*/ 67 h 595"/>
                <a:gd name="T96" fmla="*/ 261 w 883"/>
                <a:gd name="T97" fmla="*/ 42 h 595"/>
                <a:gd name="T98" fmla="*/ 226 w 883"/>
                <a:gd name="T99" fmla="*/ 18 h 595"/>
                <a:gd name="T100" fmla="*/ 174 w 883"/>
                <a:gd name="T101" fmla="*/ 1 h 5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83" h="595">
                  <a:moveTo>
                    <a:pt x="162" y="0"/>
                  </a:moveTo>
                  <a:lnTo>
                    <a:pt x="156" y="0"/>
                  </a:lnTo>
                  <a:lnTo>
                    <a:pt x="150" y="1"/>
                  </a:lnTo>
                  <a:lnTo>
                    <a:pt x="144" y="3"/>
                  </a:lnTo>
                  <a:lnTo>
                    <a:pt x="139" y="4"/>
                  </a:lnTo>
                  <a:lnTo>
                    <a:pt x="134" y="7"/>
                  </a:lnTo>
                  <a:lnTo>
                    <a:pt x="129" y="10"/>
                  </a:lnTo>
                  <a:lnTo>
                    <a:pt x="125" y="13"/>
                  </a:lnTo>
                  <a:lnTo>
                    <a:pt x="121" y="17"/>
                  </a:lnTo>
                  <a:lnTo>
                    <a:pt x="113" y="26"/>
                  </a:lnTo>
                  <a:lnTo>
                    <a:pt x="106" y="37"/>
                  </a:lnTo>
                  <a:lnTo>
                    <a:pt x="100" y="49"/>
                  </a:lnTo>
                  <a:lnTo>
                    <a:pt x="94" y="63"/>
                  </a:lnTo>
                  <a:lnTo>
                    <a:pt x="82" y="97"/>
                  </a:lnTo>
                  <a:lnTo>
                    <a:pt x="68" y="137"/>
                  </a:lnTo>
                  <a:lnTo>
                    <a:pt x="55" y="183"/>
                  </a:lnTo>
                  <a:lnTo>
                    <a:pt x="43" y="232"/>
                  </a:lnTo>
                  <a:lnTo>
                    <a:pt x="31" y="282"/>
                  </a:lnTo>
                  <a:lnTo>
                    <a:pt x="19" y="333"/>
                  </a:lnTo>
                  <a:lnTo>
                    <a:pt x="10" y="382"/>
                  </a:lnTo>
                  <a:lnTo>
                    <a:pt x="3" y="429"/>
                  </a:lnTo>
                  <a:lnTo>
                    <a:pt x="1" y="442"/>
                  </a:lnTo>
                  <a:lnTo>
                    <a:pt x="0" y="454"/>
                  </a:lnTo>
                  <a:lnTo>
                    <a:pt x="0" y="465"/>
                  </a:lnTo>
                  <a:lnTo>
                    <a:pt x="1" y="477"/>
                  </a:lnTo>
                  <a:lnTo>
                    <a:pt x="2" y="486"/>
                  </a:lnTo>
                  <a:lnTo>
                    <a:pt x="4" y="495"/>
                  </a:lnTo>
                  <a:lnTo>
                    <a:pt x="7" y="503"/>
                  </a:lnTo>
                  <a:lnTo>
                    <a:pt x="10" y="511"/>
                  </a:lnTo>
                  <a:lnTo>
                    <a:pt x="14" y="518"/>
                  </a:lnTo>
                  <a:lnTo>
                    <a:pt x="19" y="526"/>
                  </a:lnTo>
                  <a:lnTo>
                    <a:pt x="25" y="532"/>
                  </a:lnTo>
                  <a:lnTo>
                    <a:pt x="32" y="539"/>
                  </a:lnTo>
                  <a:lnTo>
                    <a:pt x="47" y="551"/>
                  </a:lnTo>
                  <a:lnTo>
                    <a:pt x="65" y="564"/>
                  </a:lnTo>
                  <a:lnTo>
                    <a:pt x="77" y="571"/>
                  </a:lnTo>
                  <a:lnTo>
                    <a:pt x="89" y="577"/>
                  </a:lnTo>
                  <a:lnTo>
                    <a:pt x="100" y="582"/>
                  </a:lnTo>
                  <a:lnTo>
                    <a:pt x="111" y="587"/>
                  </a:lnTo>
                  <a:lnTo>
                    <a:pt x="122" y="590"/>
                  </a:lnTo>
                  <a:lnTo>
                    <a:pt x="133" y="592"/>
                  </a:lnTo>
                  <a:lnTo>
                    <a:pt x="144" y="594"/>
                  </a:lnTo>
                  <a:lnTo>
                    <a:pt x="154" y="595"/>
                  </a:lnTo>
                  <a:lnTo>
                    <a:pt x="164" y="595"/>
                  </a:lnTo>
                  <a:lnTo>
                    <a:pt x="174" y="593"/>
                  </a:lnTo>
                  <a:lnTo>
                    <a:pt x="184" y="591"/>
                  </a:lnTo>
                  <a:lnTo>
                    <a:pt x="192" y="589"/>
                  </a:lnTo>
                  <a:lnTo>
                    <a:pt x="201" y="585"/>
                  </a:lnTo>
                  <a:lnTo>
                    <a:pt x="208" y="580"/>
                  </a:lnTo>
                  <a:lnTo>
                    <a:pt x="216" y="575"/>
                  </a:lnTo>
                  <a:lnTo>
                    <a:pt x="222" y="567"/>
                  </a:lnTo>
                  <a:lnTo>
                    <a:pt x="234" y="555"/>
                  </a:lnTo>
                  <a:lnTo>
                    <a:pt x="245" y="542"/>
                  </a:lnTo>
                  <a:lnTo>
                    <a:pt x="257" y="530"/>
                  </a:lnTo>
                  <a:lnTo>
                    <a:pt x="268" y="516"/>
                  </a:lnTo>
                  <a:lnTo>
                    <a:pt x="295" y="487"/>
                  </a:lnTo>
                  <a:lnTo>
                    <a:pt x="321" y="456"/>
                  </a:lnTo>
                  <a:lnTo>
                    <a:pt x="349" y="427"/>
                  </a:lnTo>
                  <a:lnTo>
                    <a:pt x="376" y="397"/>
                  </a:lnTo>
                  <a:lnTo>
                    <a:pt x="404" y="369"/>
                  </a:lnTo>
                  <a:lnTo>
                    <a:pt x="431" y="343"/>
                  </a:lnTo>
                  <a:lnTo>
                    <a:pt x="458" y="320"/>
                  </a:lnTo>
                  <a:lnTo>
                    <a:pt x="484" y="300"/>
                  </a:lnTo>
                  <a:lnTo>
                    <a:pt x="491" y="296"/>
                  </a:lnTo>
                  <a:lnTo>
                    <a:pt x="497" y="295"/>
                  </a:lnTo>
                  <a:lnTo>
                    <a:pt x="503" y="295"/>
                  </a:lnTo>
                  <a:lnTo>
                    <a:pt x="509" y="296"/>
                  </a:lnTo>
                  <a:lnTo>
                    <a:pt x="514" y="299"/>
                  </a:lnTo>
                  <a:lnTo>
                    <a:pt x="519" y="303"/>
                  </a:lnTo>
                  <a:lnTo>
                    <a:pt x="523" y="309"/>
                  </a:lnTo>
                  <a:lnTo>
                    <a:pt x="527" y="316"/>
                  </a:lnTo>
                  <a:lnTo>
                    <a:pt x="534" y="336"/>
                  </a:lnTo>
                  <a:lnTo>
                    <a:pt x="543" y="355"/>
                  </a:lnTo>
                  <a:lnTo>
                    <a:pt x="551" y="372"/>
                  </a:lnTo>
                  <a:lnTo>
                    <a:pt x="560" y="390"/>
                  </a:lnTo>
                  <a:lnTo>
                    <a:pt x="568" y="405"/>
                  </a:lnTo>
                  <a:lnTo>
                    <a:pt x="577" y="420"/>
                  </a:lnTo>
                  <a:lnTo>
                    <a:pt x="586" y="434"/>
                  </a:lnTo>
                  <a:lnTo>
                    <a:pt x="596" y="447"/>
                  </a:lnTo>
                  <a:lnTo>
                    <a:pt x="605" y="459"/>
                  </a:lnTo>
                  <a:lnTo>
                    <a:pt x="615" y="470"/>
                  </a:lnTo>
                  <a:lnTo>
                    <a:pt x="624" y="481"/>
                  </a:lnTo>
                  <a:lnTo>
                    <a:pt x="634" y="491"/>
                  </a:lnTo>
                  <a:lnTo>
                    <a:pt x="644" y="500"/>
                  </a:lnTo>
                  <a:lnTo>
                    <a:pt x="654" y="508"/>
                  </a:lnTo>
                  <a:lnTo>
                    <a:pt x="663" y="515"/>
                  </a:lnTo>
                  <a:lnTo>
                    <a:pt x="673" y="523"/>
                  </a:lnTo>
                  <a:lnTo>
                    <a:pt x="693" y="535"/>
                  </a:lnTo>
                  <a:lnTo>
                    <a:pt x="712" y="545"/>
                  </a:lnTo>
                  <a:lnTo>
                    <a:pt x="731" y="552"/>
                  </a:lnTo>
                  <a:lnTo>
                    <a:pt x="749" y="558"/>
                  </a:lnTo>
                  <a:lnTo>
                    <a:pt x="767" y="561"/>
                  </a:lnTo>
                  <a:lnTo>
                    <a:pt x="783" y="564"/>
                  </a:lnTo>
                  <a:lnTo>
                    <a:pt x="799" y="565"/>
                  </a:lnTo>
                  <a:lnTo>
                    <a:pt x="813" y="566"/>
                  </a:lnTo>
                  <a:lnTo>
                    <a:pt x="828" y="565"/>
                  </a:lnTo>
                  <a:lnTo>
                    <a:pt x="843" y="564"/>
                  </a:lnTo>
                  <a:lnTo>
                    <a:pt x="853" y="562"/>
                  </a:lnTo>
                  <a:lnTo>
                    <a:pt x="861" y="559"/>
                  </a:lnTo>
                  <a:lnTo>
                    <a:pt x="868" y="555"/>
                  </a:lnTo>
                  <a:lnTo>
                    <a:pt x="874" y="550"/>
                  </a:lnTo>
                  <a:lnTo>
                    <a:pt x="878" y="545"/>
                  </a:lnTo>
                  <a:lnTo>
                    <a:pt x="881" y="539"/>
                  </a:lnTo>
                  <a:lnTo>
                    <a:pt x="883" y="533"/>
                  </a:lnTo>
                  <a:lnTo>
                    <a:pt x="883" y="528"/>
                  </a:lnTo>
                  <a:lnTo>
                    <a:pt x="883" y="524"/>
                  </a:lnTo>
                  <a:lnTo>
                    <a:pt x="882" y="520"/>
                  </a:lnTo>
                  <a:lnTo>
                    <a:pt x="880" y="518"/>
                  </a:lnTo>
                  <a:lnTo>
                    <a:pt x="878" y="515"/>
                  </a:lnTo>
                  <a:lnTo>
                    <a:pt x="875" y="514"/>
                  </a:lnTo>
                  <a:lnTo>
                    <a:pt x="872" y="512"/>
                  </a:lnTo>
                  <a:lnTo>
                    <a:pt x="868" y="512"/>
                  </a:lnTo>
                  <a:lnTo>
                    <a:pt x="864" y="511"/>
                  </a:lnTo>
                  <a:lnTo>
                    <a:pt x="860" y="511"/>
                  </a:lnTo>
                  <a:lnTo>
                    <a:pt x="851" y="511"/>
                  </a:lnTo>
                  <a:lnTo>
                    <a:pt x="840" y="510"/>
                  </a:lnTo>
                  <a:lnTo>
                    <a:pt x="832" y="509"/>
                  </a:lnTo>
                  <a:lnTo>
                    <a:pt x="823" y="507"/>
                  </a:lnTo>
                  <a:lnTo>
                    <a:pt x="815" y="504"/>
                  </a:lnTo>
                  <a:lnTo>
                    <a:pt x="808" y="501"/>
                  </a:lnTo>
                  <a:lnTo>
                    <a:pt x="801" y="497"/>
                  </a:lnTo>
                  <a:lnTo>
                    <a:pt x="794" y="493"/>
                  </a:lnTo>
                  <a:lnTo>
                    <a:pt x="787" y="488"/>
                  </a:lnTo>
                  <a:lnTo>
                    <a:pt x="781" y="483"/>
                  </a:lnTo>
                  <a:lnTo>
                    <a:pt x="775" y="477"/>
                  </a:lnTo>
                  <a:lnTo>
                    <a:pt x="770" y="469"/>
                  </a:lnTo>
                  <a:lnTo>
                    <a:pt x="760" y="455"/>
                  </a:lnTo>
                  <a:lnTo>
                    <a:pt x="751" y="440"/>
                  </a:lnTo>
                  <a:lnTo>
                    <a:pt x="743" y="421"/>
                  </a:lnTo>
                  <a:lnTo>
                    <a:pt x="735" y="402"/>
                  </a:lnTo>
                  <a:lnTo>
                    <a:pt x="728" y="381"/>
                  </a:lnTo>
                  <a:lnTo>
                    <a:pt x="722" y="358"/>
                  </a:lnTo>
                  <a:lnTo>
                    <a:pt x="711" y="309"/>
                  </a:lnTo>
                  <a:lnTo>
                    <a:pt x="700" y="255"/>
                  </a:lnTo>
                  <a:lnTo>
                    <a:pt x="697" y="240"/>
                  </a:lnTo>
                  <a:lnTo>
                    <a:pt x="694" y="231"/>
                  </a:lnTo>
                  <a:lnTo>
                    <a:pt x="692" y="222"/>
                  </a:lnTo>
                  <a:lnTo>
                    <a:pt x="687" y="213"/>
                  </a:lnTo>
                  <a:lnTo>
                    <a:pt x="683" y="205"/>
                  </a:lnTo>
                  <a:lnTo>
                    <a:pt x="679" y="197"/>
                  </a:lnTo>
                  <a:lnTo>
                    <a:pt x="674" y="189"/>
                  </a:lnTo>
                  <a:lnTo>
                    <a:pt x="668" y="182"/>
                  </a:lnTo>
                  <a:lnTo>
                    <a:pt x="662" y="174"/>
                  </a:lnTo>
                  <a:lnTo>
                    <a:pt x="655" y="168"/>
                  </a:lnTo>
                  <a:lnTo>
                    <a:pt x="648" y="161"/>
                  </a:lnTo>
                  <a:lnTo>
                    <a:pt x="639" y="155"/>
                  </a:lnTo>
                  <a:lnTo>
                    <a:pt x="631" y="150"/>
                  </a:lnTo>
                  <a:lnTo>
                    <a:pt x="622" y="145"/>
                  </a:lnTo>
                  <a:lnTo>
                    <a:pt x="613" y="140"/>
                  </a:lnTo>
                  <a:lnTo>
                    <a:pt x="603" y="135"/>
                  </a:lnTo>
                  <a:lnTo>
                    <a:pt x="592" y="131"/>
                  </a:lnTo>
                  <a:lnTo>
                    <a:pt x="580" y="127"/>
                  </a:lnTo>
                  <a:lnTo>
                    <a:pt x="569" y="124"/>
                  </a:lnTo>
                  <a:lnTo>
                    <a:pt x="559" y="122"/>
                  </a:lnTo>
                  <a:lnTo>
                    <a:pt x="549" y="121"/>
                  </a:lnTo>
                  <a:lnTo>
                    <a:pt x="537" y="122"/>
                  </a:lnTo>
                  <a:lnTo>
                    <a:pt x="527" y="124"/>
                  </a:lnTo>
                  <a:lnTo>
                    <a:pt x="518" y="128"/>
                  </a:lnTo>
                  <a:lnTo>
                    <a:pt x="510" y="131"/>
                  </a:lnTo>
                  <a:lnTo>
                    <a:pt x="494" y="140"/>
                  </a:lnTo>
                  <a:lnTo>
                    <a:pt x="478" y="150"/>
                  </a:lnTo>
                  <a:lnTo>
                    <a:pt x="457" y="167"/>
                  </a:lnTo>
                  <a:lnTo>
                    <a:pt x="433" y="187"/>
                  </a:lnTo>
                  <a:lnTo>
                    <a:pt x="409" y="209"/>
                  </a:lnTo>
                  <a:lnTo>
                    <a:pt x="383" y="233"/>
                  </a:lnTo>
                  <a:lnTo>
                    <a:pt x="358" y="258"/>
                  </a:lnTo>
                  <a:lnTo>
                    <a:pt x="332" y="284"/>
                  </a:lnTo>
                  <a:lnTo>
                    <a:pt x="308" y="309"/>
                  </a:lnTo>
                  <a:lnTo>
                    <a:pt x="284" y="334"/>
                  </a:lnTo>
                  <a:lnTo>
                    <a:pt x="246" y="372"/>
                  </a:lnTo>
                  <a:lnTo>
                    <a:pt x="218" y="400"/>
                  </a:lnTo>
                  <a:lnTo>
                    <a:pt x="207" y="410"/>
                  </a:lnTo>
                  <a:lnTo>
                    <a:pt x="199" y="417"/>
                  </a:lnTo>
                  <a:lnTo>
                    <a:pt x="192" y="423"/>
                  </a:lnTo>
                  <a:lnTo>
                    <a:pt x="188" y="425"/>
                  </a:lnTo>
                  <a:lnTo>
                    <a:pt x="179" y="427"/>
                  </a:lnTo>
                  <a:lnTo>
                    <a:pt x="180" y="417"/>
                  </a:lnTo>
                  <a:lnTo>
                    <a:pt x="185" y="392"/>
                  </a:lnTo>
                  <a:lnTo>
                    <a:pt x="192" y="360"/>
                  </a:lnTo>
                  <a:lnTo>
                    <a:pt x="201" y="322"/>
                  </a:lnTo>
                  <a:lnTo>
                    <a:pt x="211" y="283"/>
                  </a:lnTo>
                  <a:lnTo>
                    <a:pt x="224" y="239"/>
                  </a:lnTo>
                  <a:lnTo>
                    <a:pt x="239" y="194"/>
                  </a:lnTo>
                  <a:lnTo>
                    <a:pt x="255" y="149"/>
                  </a:lnTo>
                  <a:lnTo>
                    <a:pt x="272" y="105"/>
                  </a:lnTo>
                  <a:lnTo>
                    <a:pt x="275" y="100"/>
                  </a:lnTo>
                  <a:lnTo>
                    <a:pt x="276" y="94"/>
                  </a:lnTo>
                  <a:lnTo>
                    <a:pt x="277" y="89"/>
                  </a:lnTo>
                  <a:lnTo>
                    <a:pt x="278" y="84"/>
                  </a:lnTo>
                  <a:lnTo>
                    <a:pt x="278" y="78"/>
                  </a:lnTo>
                  <a:lnTo>
                    <a:pt x="277" y="72"/>
                  </a:lnTo>
                  <a:lnTo>
                    <a:pt x="276" y="67"/>
                  </a:lnTo>
                  <a:lnTo>
                    <a:pt x="274" y="62"/>
                  </a:lnTo>
                  <a:lnTo>
                    <a:pt x="271" y="55"/>
                  </a:lnTo>
                  <a:lnTo>
                    <a:pt x="266" y="48"/>
                  </a:lnTo>
                  <a:lnTo>
                    <a:pt x="261" y="42"/>
                  </a:lnTo>
                  <a:lnTo>
                    <a:pt x="254" y="36"/>
                  </a:lnTo>
                  <a:lnTo>
                    <a:pt x="246" y="30"/>
                  </a:lnTo>
                  <a:lnTo>
                    <a:pt x="237" y="23"/>
                  </a:lnTo>
                  <a:lnTo>
                    <a:pt x="226" y="18"/>
                  </a:lnTo>
                  <a:lnTo>
                    <a:pt x="215" y="13"/>
                  </a:lnTo>
                  <a:lnTo>
                    <a:pt x="201" y="7"/>
                  </a:lnTo>
                  <a:lnTo>
                    <a:pt x="187" y="3"/>
                  </a:lnTo>
                  <a:lnTo>
                    <a:pt x="174" y="1"/>
                  </a:lnTo>
                  <a:lnTo>
                    <a:pt x="16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37" name="Freeform 41"/>
            <p:cNvSpPr>
              <a:spLocks/>
            </p:cNvSpPr>
            <p:nvPr userDrawn="1"/>
          </p:nvSpPr>
          <p:spPr bwMode="gray">
            <a:xfrm>
              <a:off x="6666" y="603"/>
              <a:ext cx="60" cy="44"/>
            </a:xfrm>
            <a:custGeom>
              <a:avLst/>
              <a:gdLst>
                <a:gd name="T0" fmla="*/ 518 w 721"/>
                <a:gd name="T1" fmla="*/ 321 h 522"/>
                <a:gd name="T2" fmla="*/ 536 w 721"/>
                <a:gd name="T3" fmla="*/ 387 h 522"/>
                <a:gd name="T4" fmla="*/ 575 w 721"/>
                <a:gd name="T5" fmla="*/ 455 h 522"/>
                <a:gd name="T6" fmla="*/ 622 w 721"/>
                <a:gd name="T7" fmla="*/ 498 h 522"/>
                <a:gd name="T8" fmla="*/ 664 w 721"/>
                <a:gd name="T9" fmla="*/ 519 h 522"/>
                <a:gd name="T10" fmla="*/ 699 w 721"/>
                <a:gd name="T11" fmla="*/ 522 h 522"/>
                <a:gd name="T12" fmla="*/ 719 w 721"/>
                <a:gd name="T13" fmla="*/ 510 h 522"/>
                <a:gd name="T14" fmla="*/ 717 w 721"/>
                <a:gd name="T15" fmla="*/ 488 h 522"/>
                <a:gd name="T16" fmla="*/ 698 w 721"/>
                <a:gd name="T17" fmla="*/ 444 h 522"/>
                <a:gd name="T18" fmla="*/ 682 w 721"/>
                <a:gd name="T19" fmla="*/ 342 h 522"/>
                <a:gd name="T20" fmla="*/ 685 w 721"/>
                <a:gd name="T21" fmla="*/ 242 h 522"/>
                <a:gd name="T22" fmla="*/ 697 w 721"/>
                <a:gd name="T23" fmla="*/ 155 h 522"/>
                <a:gd name="T24" fmla="*/ 699 w 721"/>
                <a:gd name="T25" fmla="*/ 112 h 522"/>
                <a:gd name="T26" fmla="*/ 687 w 721"/>
                <a:gd name="T27" fmla="*/ 82 h 522"/>
                <a:gd name="T28" fmla="*/ 664 w 721"/>
                <a:gd name="T29" fmla="*/ 59 h 522"/>
                <a:gd name="T30" fmla="*/ 622 w 721"/>
                <a:gd name="T31" fmla="*/ 34 h 522"/>
                <a:gd name="T32" fmla="*/ 574 w 721"/>
                <a:gd name="T33" fmla="*/ 25 h 522"/>
                <a:gd name="T34" fmla="*/ 553 w 721"/>
                <a:gd name="T35" fmla="*/ 38 h 522"/>
                <a:gd name="T36" fmla="*/ 510 w 721"/>
                <a:gd name="T37" fmla="*/ 116 h 522"/>
                <a:gd name="T38" fmla="*/ 432 w 721"/>
                <a:gd name="T39" fmla="*/ 216 h 522"/>
                <a:gd name="T40" fmla="*/ 343 w 721"/>
                <a:gd name="T41" fmla="*/ 300 h 522"/>
                <a:gd name="T42" fmla="*/ 291 w 721"/>
                <a:gd name="T43" fmla="*/ 334 h 522"/>
                <a:gd name="T44" fmla="*/ 254 w 721"/>
                <a:gd name="T45" fmla="*/ 345 h 522"/>
                <a:gd name="T46" fmla="*/ 222 w 721"/>
                <a:gd name="T47" fmla="*/ 342 h 522"/>
                <a:gd name="T48" fmla="*/ 197 w 721"/>
                <a:gd name="T49" fmla="*/ 326 h 522"/>
                <a:gd name="T50" fmla="*/ 183 w 721"/>
                <a:gd name="T51" fmla="*/ 290 h 522"/>
                <a:gd name="T52" fmla="*/ 183 w 721"/>
                <a:gd name="T53" fmla="*/ 242 h 522"/>
                <a:gd name="T54" fmla="*/ 195 w 721"/>
                <a:gd name="T55" fmla="*/ 187 h 522"/>
                <a:gd name="T56" fmla="*/ 225 w 721"/>
                <a:gd name="T57" fmla="*/ 111 h 522"/>
                <a:gd name="T58" fmla="*/ 231 w 721"/>
                <a:gd name="T59" fmla="*/ 83 h 522"/>
                <a:gd name="T60" fmla="*/ 225 w 721"/>
                <a:gd name="T61" fmla="*/ 58 h 522"/>
                <a:gd name="T62" fmla="*/ 205 w 721"/>
                <a:gd name="T63" fmla="*/ 36 h 522"/>
                <a:gd name="T64" fmla="*/ 163 w 721"/>
                <a:gd name="T65" fmla="*/ 12 h 522"/>
                <a:gd name="T66" fmla="*/ 123 w 721"/>
                <a:gd name="T67" fmla="*/ 1 h 522"/>
                <a:gd name="T68" fmla="*/ 91 w 721"/>
                <a:gd name="T69" fmla="*/ 5 h 522"/>
                <a:gd name="T70" fmla="*/ 68 w 721"/>
                <a:gd name="T71" fmla="*/ 26 h 522"/>
                <a:gd name="T72" fmla="*/ 42 w 721"/>
                <a:gd name="T73" fmla="*/ 90 h 522"/>
                <a:gd name="T74" fmla="*/ 9 w 721"/>
                <a:gd name="T75" fmla="*/ 214 h 522"/>
                <a:gd name="T76" fmla="*/ 0 w 721"/>
                <a:gd name="T77" fmla="*/ 279 h 522"/>
                <a:gd name="T78" fmla="*/ 5 w 721"/>
                <a:gd name="T79" fmla="*/ 313 h 522"/>
                <a:gd name="T80" fmla="*/ 34 w 721"/>
                <a:gd name="T81" fmla="*/ 375 h 522"/>
                <a:gd name="T82" fmla="*/ 73 w 721"/>
                <a:gd name="T83" fmla="*/ 418 h 522"/>
                <a:gd name="T84" fmla="*/ 112 w 721"/>
                <a:gd name="T85" fmla="*/ 446 h 522"/>
                <a:gd name="T86" fmla="*/ 155 w 721"/>
                <a:gd name="T87" fmla="*/ 466 h 522"/>
                <a:gd name="T88" fmla="*/ 198 w 721"/>
                <a:gd name="T89" fmla="*/ 475 h 522"/>
                <a:gd name="T90" fmla="*/ 251 w 721"/>
                <a:gd name="T91" fmla="*/ 469 h 522"/>
                <a:gd name="T92" fmla="*/ 316 w 721"/>
                <a:gd name="T93" fmla="*/ 440 h 522"/>
                <a:gd name="T94" fmla="*/ 394 w 721"/>
                <a:gd name="T95" fmla="*/ 388 h 522"/>
                <a:gd name="T96" fmla="*/ 483 w 721"/>
                <a:gd name="T97" fmla="*/ 313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721" h="522">
                  <a:moveTo>
                    <a:pt x="515" y="282"/>
                  </a:moveTo>
                  <a:lnTo>
                    <a:pt x="516" y="294"/>
                  </a:lnTo>
                  <a:lnTo>
                    <a:pt x="516" y="307"/>
                  </a:lnTo>
                  <a:lnTo>
                    <a:pt x="518" y="321"/>
                  </a:lnTo>
                  <a:lnTo>
                    <a:pt x="520" y="332"/>
                  </a:lnTo>
                  <a:lnTo>
                    <a:pt x="522" y="344"/>
                  </a:lnTo>
                  <a:lnTo>
                    <a:pt x="528" y="367"/>
                  </a:lnTo>
                  <a:lnTo>
                    <a:pt x="536" y="387"/>
                  </a:lnTo>
                  <a:lnTo>
                    <a:pt x="544" y="406"/>
                  </a:lnTo>
                  <a:lnTo>
                    <a:pt x="553" y="424"/>
                  </a:lnTo>
                  <a:lnTo>
                    <a:pt x="564" y="440"/>
                  </a:lnTo>
                  <a:lnTo>
                    <a:pt x="575" y="455"/>
                  </a:lnTo>
                  <a:lnTo>
                    <a:pt x="587" y="468"/>
                  </a:lnTo>
                  <a:lnTo>
                    <a:pt x="599" y="480"/>
                  </a:lnTo>
                  <a:lnTo>
                    <a:pt x="610" y="490"/>
                  </a:lnTo>
                  <a:lnTo>
                    <a:pt x="622" y="498"/>
                  </a:lnTo>
                  <a:lnTo>
                    <a:pt x="634" y="505"/>
                  </a:lnTo>
                  <a:lnTo>
                    <a:pt x="645" y="511"/>
                  </a:lnTo>
                  <a:lnTo>
                    <a:pt x="655" y="516"/>
                  </a:lnTo>
                  <a:lnTo>
                    <a:pt x="664" y="519"/>
                  </a:lnTo>
                  <a:lnTo>
                    <a:pt x="673" y="521"/>
                  </a:lnTo>
                  <a:lnTo>
                    <a:pt x="683" y="522"/>
                  </a:lnTo>
                  <a:lnTo>
                    <a:pt x="692" y="522"/>
                  </a:lnTo>
                  <a:lnTo>
                    <a:pt x="699" y="522"/>
                  </a:lnTo>
                  <a:lnTo>
                    <a:pt x="706" y="520"/>
                  </a:lnTo>
                  <a:lnTo>
                    <a:pt x="712" y="518"/>
                  </a:lnTo>
                  <a:lnTo>
                    <a:pt x="716" y="515"/>
                  </a:lnTo>
                  <a:lnTo>
                    <a:pt x="719" y="510"/>
                  </a:lnTo>
                  <a:lnTo>
                    <a:pt x="721" y="505"/>
                  </a:lnTo>
                  <a:lnTo>
                    <a:pt x="721" y="500"/>
                  </a:lnTo>
                  <a:lnTo>
                    <a:pt x="720" y="494"/>
                  </a:lnTo>
                  <a:lnTo>
                    <a:pt x="717" y="488"/>
                  </a:lnTo>
                  <a:lnTo>
                    <a:pt x="711" y="478"/>
                  </a:lnTo>
                  <a:lnTo>
                    <a:pt x="706" y="467"/>
                  </a:lnTo>
                  <a:lnTo>
                    <a:pt x="702" y="455"/>
                  </a:lnTo>
                  <a:lnTo>
                    <a:pt x="698" y="444"/>
                  </a:lnTo>
                  <a:lnTo>
                    <a:pt x="692" y="420"/>
                  </a:lnTo>
                  <a:lnTo>
                    <a:pt x="687" y="394"/>
                  </a:lnTo>
                  <a:lnTo>
                    <a:pt x="684" y="368"/>
                  </a:lnTo>
                  <a:lnTo>
                    <a:pt x="682" y="342"/>
                  </a:lnTo>
                  <a:lnTo>
                    <a:pt x="682" y="315"/>
                  </a:lnTo>
                  <a:lnTo>
                    <a:pt x="682" y="290"/>
                  </a:lnTo>
                  <a:lnTo>
                    <a:pt x="683" y="265"/>
                  </a:lnTo>
                  <a:lnTo>
                    <a:pt x="685" y="242"/>
                  </a:lnTo>
                  <a:lnTo>
                    <a:pt x="687" y="221"/>
                  </a:lnTo>
                  <a:lnTo>
                    <a:pt x="690" y="202"/>
                  </a:lnTo>
                  <a:lnTo>
                    <a:pt x="694" y="172"/>
                  </a:lnTo>
                  <a:lnTo>
                    <a:pt x="697" y="155"/>
                  </a:lnTo>
                  <a:lnTo>
                    <a:pt x="699" y="143"/>
                  </a:lnTo>
                  <a:lnTo>
                    <a:pt x="700" y="132"/>
                  </a:lnTo>
                  <a:lnTo>
                    <a:pt x="700" y="122"/>
                  </a:lnTo>
                  <a:lnTo>
                    <a:pt x="699" y="112"/>
                  </a:lnTo>
                  <a:lnTo>
                    <a:pt x="697" y="103"/>
                  </a:lnTo>
                  <a:lnTo>
                    <a:pt x="695" y="96"/>
                  </a:lnTo>
                  <a:lnTo>
                    <a:pt x="691" y="89"/>
                  </a:lnTo>
                  <a:lnTo>
                    <a:pt x="687" y="82"/>
                  </a:lnTo>
                  <a:lnTo>
                    <a:pt x="682" y="76"/>
                  </a:lnTo>
                  <a:lnTo>
                    <a:pt x="676" y="69"/>
                  </a:lnTo>
                  <a:lnTo>
                    <a:pt x="671" y="64"/>
                  </a:lnTo>
                  <a:lnTo>
                    <a:pt x="664" y="59"/>
                  </a:lnTo>
                  <a:lnTo>
                    <a:pt x="651" y="50"/>
                  </a:lnTo>
                  <a:lnTo>
                    <a:pt x="638" y="42"/>
                  </a:lnTo>
                  <a:lnTo>
                    <a:pt x="636" y="41"/>
                  </a:lnTo>
                  <a:lnTo>
                    <a:pt x="622" y="34"/>
                  </a:lnTo>
                  <a:lnTo>
                    <a:pt x="609" y="29"/>
                  </a:lnTo>
                  <a:lnTo>
                    <a:pt x="596" y="26"/>
                  </a:lnTo>
                  <a:lnTo>
                    <a:pt x="584" y="24"/>
                  </a:lnTo>
                  <a:lnTo>
                    <a:pt x="574" y="25"/>
                  </a:lnTo>
                  <a:lnTo>
                    <a:pt x="565" y="28"/>
                  </a:lnTo>
                  <a:lnTo>
                    <a:pt x="561" y="30"/>
                  </a:lnTo>
                  <a:lnTo>
                    <a:pt x="557" y="34"/>
                  </a:lnTo>
                  <a:lnTo>
                    <a:pt x="553" y="38"/>
                  </a:lnTo>
                  <a:lnTo>
                    <a:pt x="551" y="43"/>
                  </a:lnTo>
                  <a:lnTo>
                    <a:pt x="540" y="66"/>
                  </a:lnTo>
                  <a:lnTo>
                    <a:pt x="526" y="91"/>
                  </a:lnTo>
                  <a:lnTo>
                    <a:pt x="510" y="116"/>
                  </a:lnTo>
                  <a:lnTo>
                    <a:pt x="493" y="142"/>
                  </a:lnTo>
                  <a:lnTo>
                    <a:pt x="473" y="167"/>
                  </a:lnTo>
                  <a:lnTo>
                    <a:pt x="453" y="192"/>
                  </a:lnTo>
                  <a:lnTo>
                    <a:pt x="432" y="216"/>
                  </a:lnTo>
                  <a:lnTo>
                    <a:pt x="409" y="240"/>
                  </a:lnTo>
                  <a:lnTo>
                    <a:pt x="388" y="262"/>
                  </a:lnTo>
                  <a:lnTo>
                    <a:pt x="365" y="282"/>
                  </a:lnTo>
                  <a:lnTo>
                    <a:pt x="343" y="300"/>
                  </a:lnTo>
                  <a:lnTo>
                    <a:pt x="322" y="315"/>
                  </a:lnTo>
                  <a:lnTo>
                    <a:pt x="310" y="323"/>
                  </a:lnTo>
                  <a:lnTo>
                    <a:pt x="300" y="329"/>
                  </a:lnTo>
                  <a:lnTo>
                    <a:pt x="291" y="334"/>
                  </a:lnTo>
                  <a:lnTo>
                    <a:pt x="281" y="338"/>
                  </a:lnTo>
                  <a:lnTo>
                    <a:pt x="272" y="341"/>
                  </a:lnTo>
                  <a:lnTo>
                    <a:pt x="262" y="344"/>
                  </a:lnTo>
                  <a:lnTo>
                    <a:pt x="254" y="345"/>
                  </a:lnTo>
                  <a:lnTo>
                    <a:pt x="246" y="346"/>
                  </a:lnTo>
                  <a:lnTo>
                    <a:pt x="238" y="345"/>
                  </a:lnTo>
                  <a:lnTo>
                    <a:pt x="230" y="344"/>
                  </a:lnTo>
                  <a:lnTo>
                    <a:pt x="222" y="342"/>
                  </a:lnTo>
                  <a:lnTo>
                    <a:pt x="214" y="339"/>
                  </a:lnTo>
                  <a:lnTo>
                    <a:pt x="208" y="336"/>
                  </a:lnTo>
                  <a:lnTo>
                    <a:pt x="202" y="331"/>
                  </a:lnTo>
                  <a:lnTo>
                    <a:pt x="197" y="326"/>
                  </a:lnTo>
                  <a:lnTo>
                    <a:pt x="193" y="320"/>
                  </a:lnTo>
                  <a:lnTo>
                    <a:pt x="188" y="310"/>
                  </a:lnTo>
                  <a:lnTo>
                    <a:pt x="185" y="301"/>
                  </a:lnTo>
                  <a:lnTo>
                    <a:pt x="183" y="290"/>
                  </a:lnTo>
                  <a:lnTo>
                    <a:pt x="181" y="279"/>
                  </a:lnTo>
                  <a:lnTo>
                    <a:pt x="181" y="267"/>
                  </a:lnTo>
                  <a:lnTo>
                    <a:pt x="181" y="255"/>
                  </a:lnTo>
                  <a:lnTo>
                    <a:pt x="183" y="242"/>
                  </a:lnTo>
                  <a:lnTo>
                    <a:pt x="185" y="229"/>
                  </a:lnTo>
                  <a:lnTo>
                    <a:pt x="187" y="214"/>
                  </a:lnTo>
                  <a:lnTo>
                    <a:pt x="191" y="201"/>
                  </a:lnTo>
                  <a:lnTo>
                    <a:pt x="195" y="187"/>
                  </a:lnTo>
                  <a:lnTo>
                    <a:pt x="199" y="174"/>
                  </a:lnTo>
                  <a:lnTo>
                    <a:pt x="209" y="146"/>
                  </a:lnTo>
                  <a:lnTo>
                    <a:pt x="221" y="120"/>
                  </a:lnTo>
                  <a:lnTo>
                    <a:pt x="225" y="111"/>
                  </a:lnTo>
                  <a:lnTo>
                    <a:pt x="227" y="104"/>
                  </a:lnTo>
                  <a:lnTo>
                    <a:pt x="229" y="97"/>
                  </a:lnTo>
                  <a:lnTo>
                    <a:pt x="231" y="90"/>
                  </a:lnTo>
                  <a:lnTo>
                    <a:pt x="231" y="83"/>
                  </a:lnTo>
                  <a:lnTo>
                    <a:pt x="231" y="77"/>
                  </a:lnTo>
                  <a:lnTo>
                    <a:pt x="229" y="71"/>
                  </a:lnTo>
                  <a:lnTo>
                    <a:pt x="228" y="64"/>
                  </a:lnTo>
                  <a:lnTo>
                    <a:pt x="225" y="58"/>
                  </a:lnTo>
                  <a:lnTo>
                    <a:pt x="221" y="52"/>
                  </a:lnTo>
                  <a:lnTo>
                    <a:pt x="216" y="47"/>
                  </a:lnTo>
                  <a:lnTo>
                    <a:pt x="211" y="42"/>
                  </a:lnTo>
                  <a:lnTo>
                    <a:pt x="205" y="36"/>
                  </a:lnTo>
                  <a:lnTo>
                    <a:pt x="198" y="31"/>
                  </a:lnTo>
                  <a:lnTo>
                    <a:pt x="190" y="26"/>
                  </a:lnTo>
                  <a:lnTo>
                    <a:pt x="181" y="20"/>
                  </a:lnTo>
                  <a:lnTo>
                    <a:pt x="163" y="12"/>
                  </a:lnTo>
                  <a:lnTo>
                    <a:pt x="146" y="5"/>
                  </a:lnTo>
                  <a:lnTo>
                    <a:pt x="138" y="3"/>
                  </a:lnTo>
                  <a:lnTo>
                    <a:pt x="130" y="2"/>
                  </a:lnTo>
                  <a:lnTo>
                    <a:pt x="123" y="1"/>
                  </a:lnTo>
                  <a:lnTo>
                    <a:pt x="115" y="0"/>
                  </a:lnTo>
                  <a:lnTo>
                    <a:pt x="106" y="1"/>
                  </a:lnTo>
                  <a:lnTo>
                    <a:pt x="98" y="2"/>
                  </a:lnTo>
                  <a:lnTo>
                    <a:pt x="91" y="5"/>
                  </a:lnTo>
                  <a:lnTo>
                    <a:pt x="84" y="8"/>
                  </a:lnTo>
                  <a:lnTo>
                    <a:pt x="78" y="13"/>
                  </a:lnTo>
                  <a:lnTo>
                    <a:pt x="73" y="18"/>
                  </a:lnTo>
                  <a:lnTo>
                    <a:pt x="68" y="26"/>
                  </a:lnTo>
                  <a:lnTo>
                    <a:pt x="63" y="33"/>
                  </a:lnTo>
                  <a:lnTo>
                    <a:pt x="57" y="48"/>
                  </a:lnTo>
                  <a:lnTo>
                    <a:pt x="50" y="66"/>
                  </a:lnTo>
                  <a:lnTo>
                    <a:pt x="42" y="90"/>
                  </a:lnTo>
                  <a:lnTo>
                    <a:pt x="34" y="116"/>
                  </a:lnTo>
                  <a:lnTo>
                    <a:pt x="25" y="146"/>
                  </a:lnTo>
                  <a:lnTo>
                    <a:pt x="17" y="179"/>
                  </a:lnTo>
                  <a:lnTo>
                    <a:pt x="9" y="214"/>
                  </a:lnTo>
                  <a:lnTo>
                    <a:pt x="2" y="252"/>
                  </a:lnTo>
                  <a:lnTo>
                    <a:pt x="1" y="260"/>
                  </a:lnTo>
                  <a:lnTo>
                    <a:pt x="0" y="270"/>
                  </a:lnTo>
                  <a:lnTo>
                    <a:pt x="0" y="279"/>
                  </a:lnTo>
                  <a:lnTo>
                    <a:pt x="1" y="287"/>
                  </a:lnTo>
                  <a:lnTo>
                    <a:pt x="2" y="296"/>
                  </a:lnTo>
                  <a:lnTo>
                    <a:pt x="3" y="305"/>
                  </a:lnTo>
                  <a:lnTo>
                    <a:pt x="5" y="313"/>
                  </a:lnTo>
                  <a:lnTo>
                    <a:pt x="8" y="323"/>
                  </a:lnTo>
                  <a:lnTo>
                    <a:pt x="14" y="340"/>
                  </a:lnTo>
                  <a:lnTo>
                    <a:pt x="24" y="357"/>
                  </a:lnTo>
                  <a:lnTo>
                    <a:pt x="34" y="375"/>
                  </a:lnTo>
                  <a:lnTo>
                    <a:pt x="46" y="391"/>
                  </a:lnTo>
                  <a:lnTo>
                    <a:pt x="55" y="400"/>
                  </a:lnTo>
                  <a:lnTo>
                    <a:pt x="63" y="408"/>
                  </a:lnTo>
                  <a:lnTo>
                    <a:pt x="73" y="418"/>
                  </a:lnTo>
                  <a:lnTo>
                    <a:pt x="83" y="425"/>
                  </a:lnTo>
                  <a:lnTo>
                    <a:pt x="92" y="433"/>
                  </a:lnTo>
                  <a:lnTo>
                    <a:pt x="102" y="440"/>
                  </a:lnTo>
                  <a:lnTo>
                    <a:pt x="112" y="446"/>
                  </a:lnTo>
                  <a:lnTo>
                    <a:pt x="124" y="452"/>
                  </a:lnTo>
                  <a:lnTo>
                    <a:pt x="134" y="457"/>
                  </a:lnTo>
                  <a:lnTo>
                    <a:pt x="145" y="461"/>
                  </a:lnTo>
                  <a:lnTo>
                    <a:pt x="155" y="466"/>
                  </a:lnTo>
                  <a:lnTo>
                    <a:pt x="166" y="469"/>
                  </a:lnTo>
                  <a:lnTo>
                    <a:pt x="177" y="472"/>
                  </a:lnTo>
                  <a:lnTo>
                    <a:pt x="188" y="474"/>
                  </a:lnTo>
                  <a:lnTo>
                    <a:pt x="198" y="475"/>
                  </a:lnTo>
                  <a:lnTo>
                    <a:pt x="208" y="475"/>
                  </a:lnTo>
                  <a:lnTo>
                    <a:pt x="222" y="475"/>
                  </a:lnTo>
                  <a:lnTo>
                    <a:pt x="236" y="473"/>
                  </a:lnTo>
                  <a:lnTo>
                    <a:pt x="251" y="469"/>
                  </a:lnTo>
                  <a:lnTo>
                    <a:pt x="266" y="463"/>
                  </a:lnTo>
                  <a:lnTo>
                    <a:pt x="283" y="457"/>
                  </a:lnTo>
                  <a:lnTo>
                    <a:pt x="299" y="449"/>
                  </a:lnTo>
                  <a:lnTo>
                    <a:pt x="316" y="440"/>
                  </a:lnTo>
                  <a:lnTo>
                    <a:pt x="335" y="430"/>
                  </a:lnTo>
                  <a:lnTo>
                    <a:pt x="354" y="418"/>
                  </a:lnTo>
                  <a:lnTo>
                    <a:pt x="374" y="403"/>
                  </a:lnTo>
                  <a:lnTo>
                    <a:pt x="394" y="388"/>
                  </a:lnTo>
                  <a:lnTo>
                    <a:pt x="414" y="372"/>
                  </a:lnTo>
                  <a:lnTo>
                    <a:pt x="437" y="353"/>
                  </a:lnTo>
                  <a:lnTo>
                    <a:pt x="459" y="334"/>
                  </a:lnTo>
                  <a:lnTo>
                    <a:pt x="483" y="313"/>
                  </a:lnTo>
                  <a:lnTo>
                    <a:pt x="506" y="291"/>
                  </a:lnTo>
                  <a:lnTo>
                    <a:pt x="515" y="28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38" name="Freeform 42"/>
            <p:cNvSpPr>
              <a:spLocks/>
            </p:cNvSpPr>
            <p:nvPr userDrawn="1"/>
          </p:nvSpPr>
          <p:spPr bwMode="gray">
            <a:xfrm>
              <a:off x="6739" y="604"/>
              <a:ext cx="18" cy="42"/>
            </a:xfrm>
            <a:custGeom>
              <a:avLst/>
              <a:gdLst>
                <a:gd name="T0" fmla="*/ 85 w 214"/>
                <a:gd name="T1" fmla="*/ 0 h 504"/>
                <a:gd name="T2" fmla="*/ 74 w 214"/>
                <a:gd name="T3" fmla="*/ 2 h 504"/>
                <a:gd name="T4" fmla="*/ 65 w 214"/>
                <a:gd name="T5" fmla="*/ 6 h 504"/>
                <a:gd name="T6" fmla="*/ 56 w 214"/>
                <a:gd name="T7" fmla="*/ 13 h 504"/>
                <a:gd name="T8" fmla="*/ 44 w 214"/>
                <a:gd name="T9" fmla="*/ 29 h 504"/>
                <a:gd name="T10" fmla="*/ 31 w 214"/>
                <a:gd name="T11" fmla="*/ 57 h 504"/>
                <a:gd name="T12" fmla="*/ 19 w 214"/>
                <a:gd name="T13" fmla="*/ 102 h 504"/>
                <a:gd name="T14" fmla="*/ 9 w 214"/>
                <a:gd name="T15" fmla="*/ 155 h 504"/>
                <a:gd name="T16" fmla="*/ 2 w 214"/>
                <a:gd name="T17" fmla="*/ 206 h 504"/>
                <a:gd name="T18" fmla="*/ 0 w 214"/>
                <a:gd name="T19" fmla="*/ 254 h 504"/>
                <a:gd name="T20" fmla="*/ 2 w 214"/>
                <a:gd name="T21" fmla="*/ 299 h 504"/>
                <a:gd name="T22" fmla="*/ 9 w 214"/>
                <a:gd name="T23" fmla="*/ 341 h 504"/>
                <a:gd name="T24" fmla="*/ 19 w 214"/>
                <a:gd name="T25" fmla="*/ 380 h 504"/>
                <a:gd name="T26" fmla="*/ 33 w 214"/>
                <a:gd name="T27" fmla="*/ 413 h 504"/>
                <a:gd name="T28" fmla="*/ 51 w 214"/>
                <a:gd name="T29" fmla="*/ 443 h 504"/>
                <a:gd name="T30" fmla="*/ 74 w 214"/>
                <a:gd name="T31" fmla="*/ 468 h 504"/>
                <a:gd name="T32" fmla="*/ 100 w 214"/>
                <a:gd name="T33" fmla="*/ 486 h 504"/>
                <a:gd name="T34" fmla="*/ 130 w 214"/>
                <a:gd name="T35" fmla="*/ 498 h 504"/>
                <a:gd name="T36" fmla="*/ 154 w 214"/>
                <a:gd name="T37" fmla="*/ 504 h 504"/>
                <a:gd name="T38" fmla="*/ 171 w 214"/>
                <a:gd name="T39" fmla="*/ 504 h 504"/>
                <a:gd name="T40" fmla="*/ 184 w 214"/>
                <a:gd name="T41" fmla="*/ 502 h 504"/>
                <a:gd name="T42" fmla="*/ 194 w 214"/>
                <a:gd name="T43" fmla="*/ 497 h 504"/>
                <a:gd name="T44" fmla="*/ 199 w 214"/>
                <a:gd name="T45" fmla="*/ 488 h 504"/>
                <a:gd name="T46" fmla="*/ 199 w 214"/>
                <a:gd name="T47" fmla="*/ 479 h 504"/>
                <a:gd name="T48" fmla="*/ 191 w 214"/>
                <a:gd name="T49" fmla="*/ 459 h 504"/>
                <a:gd name="T50" fmla="*/ 180 w 214"/>
                <a:gd name="T51" fmla="*/ 424 h 504"/>
                <a:gd name="T52" fmla="*/ 172 w 214"/>
                <a:gd name="T53" fmla="*/ 384 h 504"/>
                <a:gd name="T54" fmla="*/ 167 w 214"/>
                <a:gd name="T55" fmla="*/ 341 h 504"/>
                <a:gd name="T56" fmla="*/ 167 w 214"/>
                <a:gd name="T57" fmla="*/ 295 h 504"/>
                <a:gd name="T58" fmla="*/ 170 w 214"/>
                <a:gd name="T59" fmla="*/ 249 h 504"/>
                <a:gd name="T60" fmla="*/ 179 w 214"/>
                <a:gd name="T61" fmla="*/ 202 h 504"/>
                <a:gd name="T62" fmla="*/ 192 w 214"/>
                <a:gd name="T63" fmla="*/ 157 h 504"/>
                <a:gd name="T64" fmla="*/ 205 w 214"/>
                <a:gd name="T65" fmla="*/ 125 h 504"/>
                <a:gd name="T66" fmla="*/ 212 w 214"/>
                <a:gd name="T67" fmla="*/ 104 h 504"/>
                <a:gd name="T68" fmla="*/ 214 w 214"/>
                <a:gd name="T69" fmla="*/ 87 h 504"/>
                <a:gd name="T70" fmla="*/ 212 w 214"/>
                <a:gd name="T71" fmla="*/ 72 h 504"/>
                <a:gd name="T72" fmla="*/ 206 w 214"/>
                <a:gd name="T73" fmla="*/ 57 h 504"/>
                <a:gd name="T74" fmla="*/ 196 w 214"/>
                <a:gd name="T75" fmla="*/ 45 h 504"/>
                <a:gd name="T76" fmla="*/ 183 w 214"/>
                <a:gd name="T77" fmla="*/ 34 h 504"/>
                <a:gd name="T78" fmla="*/ 165 w 214"/>
                <a:gd name="T79" fmla="*/ 23 h 504"/>
                <a:gd name="T80" fmla="*/ 136 w 214"/>
                <a:gd name="T81" fmla="*/ 9 h 504"/>
                <a:gd name="T82" fmla="*/ 104 w 214"/>
                <a:gd name="T83" fmla="*/ 1 h 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14" h="504">
                  <a:moveTo>
                    <a:pt x="91" y="0"/>
                  </a:moveTo>
                  <a:lnTo>
                    <a:pt x="85" y="0"/>
                  </a:lnTo>
                  <a:lnTo>
                    <a:pt x="80" y="1"/>
                  </a:lnTo>
                  <a:lnTo>
                    <a:pt x="74" y="2"/>
                  </a:lnTo>
                  <a:lnTo>
                    <a:pt x="69" y="4"/>
                  </a:lnTo>
                  <a:lnTo>
                    <a:pt x="65" y="6"/>
                  </a:lnTo>
                  <a:lnTo>
                    <a:pt x="60" y="9"/>
                  </a:lnTo>
                  <a:lnTo>
                    <a:pt x="56" y="13"/>
                  </a:lnTo>
                  <a:lnTo>
                    <a:pt x="51" y="17"/>
                  </a:lnTo>
                  <a:lnTo>
                    <a:pt x="44" y="29"/>
                  </a:lnTo>
                  <a:lnTo>
                    <a:pt x="37" y="41"/>
                  </a:lnTo>
                  <a:lnTo>
                    <a:pt x="31" y="57"/>
                  </a:lnTo>
                  <a:lnTo>
                    <a:pt x="26" y="76"/>
                  </a:lnTo>
                  <a:lnTo>
                    <a:pt x="19" y="102"/>
                  </a:lnTo>
                  <a:lnTo>
                    <a:pt x="13" y="130"/>
                  </a:lnTo>
                  <a:lnTo>
                    <a:pt x="9" y="155"/>
                  </a:lnTo>
                  <a:lnTo>
                    <a:pt x="5" y="181"/>
                  </a:lnTo>
                  <a:lnTo>
                    <a:pt x="2" y="206"/>
                  </a:lnTo>
                  <a:lnTo>
                    <a:pt x="0" y="231"/>
                  </a:lnTo>
                  <a:lnTo>
                    <a:pt x="0" y="254"/>
                  </a:lnTo>
                  <a:lnTo>
                    <a:pt x="0" y="278"/>
                  </a:lnTo>
                  <a:lnTo>
                    <a:pt x="2" y="299"/>
                  </a:lnTo>
                  <a:lnTo>
                    <a:pt x="5" y="321"/>
                  </a:lnTo>
                  <a:lnTo>
                    <a:pt x="9" y="341"/>
                  </a:lnTo>
                  <a:lnTo>
                    <a:pt x="14" y="360"/>
                  </a:lnTo>
                  <a:lnTo>
                    <a:pt x="19" y="380"/>
                  </a:lnTo>
                  <a:lnTo>
                    <a:pt x="26" y="397"/>
                  </a:lnTo>
                  <a:lnTo>
                    <a:pt x="33" y="413"/>
                  </a:lnTo>
                  <a:lnTo>
                    <a:pt x="42" y="429"/>
                  </a:lnTo>
                  <a:lnTo>
                    <a:pt x="51" y="443"/>
                  </a:lnTo>
                  <a:lnTo>
                    <a:pt x="63" y="456"/>
                  </a:lnTo>
                  <a:lnTo>
                    <a:pt x="74" y="468"/>
                  </a:lnTo>
                  <a:lnTo>
                    <a:pt x="87" y="478"/>
                  </a:lnTo>
                  <a:lnTo>
                    <a:pt x="100" y="486"/>
                  </a:lnTo>
                  <a:lnTo>
                    <a:pt x="115" y="493"/>
                  </a:lnTo>
                  <a:lnTo>
                    <a:pt x="130" y="498"/>
                  </a:lnTo>
                  <a:lnTo>
                    <a:pt x="145" y="502"/>
                  </a:lnTo>
                  <a:lnTo>
                    <a:pt x="154" y="504"/>
                  </a:lnTo>
                  <a:lnTo>
                    <a:pt x="164" y="504"/>
                  </a:lnTo>
                  <a:lnTo>
                    <a:pt x="171" y="504"/>
                  </a:lnTo>
                  <a:lnTo>
                    <a:pt x="178" y="503"/>
                  </a:lnTo>
                  <a:lnTo>
                    <a:pt x="184" y="502"/>
                  </a:lnTo>
                  <a:lnTo>
                    <a:pt x="190" y="500"/>
                  </a:lnTo>
                  <a:lnTo>
                    <a:pt x="194" y="497"/>
                  </a:lnTo>
                  <a:lnTo>
                    <a:pt x="197" y="493"/>
                  </a:lnTo>
                  <a:lnTo>
                    <a:pt x="199" y="488"/>
                  </a:lnTo>
                  <a:lnTo>
                    <a:pt x="199" y="484"/>
                  </a:lnTo>
                  <a:lnTo>
                    <a:pt x="199" y="479"/>
                  </a:lnTo>
                  <a:lnTo>
                    <a:pt x="197" y="475"/>
                  </a:lnTo>
                  <a:lnTo>
                    <a:pt x="191" y="459"/>
                  </a:lnTo>
                  <a:lnTo>
                    <a:pt x="185" y="442"/>
                  </a:lnTo>
                  <a:lnTo>
                    <a:pt x="180" y="424"/>
                  </a:lnTo>
                  <a:lnTo>
                    <a:pt x="175" y="404"/>
                  </a:lnTo>
                  <a:lnTo>
                    <a:pt x="172" y="384"/>
                  </a:lnTo>
                  <a:lnTo>
                    <a:pt x="169" y="362"/>
                  </a:lnTo>
                  <a:lnTo>
                    <a:pt x="167" y="341"/>
                  </a:lnTo>
                  <a:lnTo>
                    <a:pt x="167" y="319"/>
                  </a:lnTo>
                  <a:lnTo>
                    <a:pt x="167" y="295"/>
                  </a:lnTo>
                  <a:lnTo>
                    <a:pt x="168" y="273"/>
                  </a:lnTo>
                  <a:lnTo>
                    <a:pt x="170" y="249"/>
                  </a:lnTo>
                  <a:lnTo>
                    <a:pt x="174" y="226"/>
                  </a:lnTo>
                  <a:lnTo>
                    <a:pt x="179" y="202"/>
                  </a:lnTo>
                  <a:lnTo>
                    <a:pt x="185" y="180"/>
                  </a:lnTo>
                  <a:lnTo>
                    <a:pt x="192" y="157"/>
                  </a:lnTo>
                  <a:lnTo>
                    <a:pt x="200" y="135"/>
                  </a:lnTo>
                  <a:lnTo>
                    <a:pt x="205" y="125"/>
                  </a:lnTo>
                  <a:lnTo>
                    <a:pt x="209" y="114"/>
                  </a:lnTo>
                  <a:lnTo>
                    <a:pt x="212" y="104"/>
                  </a:lnTo>
                  <a:lnTo>
                    <a:pt x="213" y="96"/>
                  </a:lnTo>
                  <a:lnTo>
                    <a:pt x="214" y="87"/>
                  </a:lnTo>
                  <a:lnTo>
                    <a:pt x="214" y="79"/>
                  </a:lnTo>
                  <a:lnTo>
                    <a:pt x="212" y="72"/>
                  </a:lnTo>
                  <a:lnTo>
                    <a:pt x="210" y="64"/>
                  </a:lnTo>
                  <a:lnTo>
                    <a:pt x="206" y="57"/>
                  </a:lnTo>
                  <a:lnTo>
                    <a:pt x="202" y="51"/>
                  </a:lnTo>
                  <a:lnTo>
                    <a:pt x="196" y="45"/>
                  </a:lnTo>
                  <a:lnTo>
                    <a:pt x="190" y="39"/>
                  </a:lnTo>
                  <a:lnTo>
                    <a:pt x="183" y="34"/>
                  </a:lnTo>
                  <a:lnTo>
                    <a:pt x="175" y="28"/>
                  </a:lnTo>
                  <a:lnTo>
                    <a:pt x="165" y="23"/>
                  </a:lnTo>
                  <a:lnTo>
                    <a:pt x="154" y="17"/>
                  </a:lnTo>
                  <a:lnTo>
                    <a:pt x="136" y="9"/>
                  </a:lnTo>
                  <a:lnTo>
                    <a:pt x="119" y="4"/>
                  </a:lnTo>
                  <a:lnTo>
                    <a:pt x="104" y="1"/>
                  </a:lnTo>
                  <a:lnTo>
                    <a:pt x="9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39" name="Freeform 43"/>
            <p:cNvSpPr>
              <a:spLocks/>
            </p:cNvSpPr>
            <p:nvPr userDrawn="1"/>
          </p:nvSpPr>
          <p:spPr bwMode="gray">
            <a:xfrm>
              <a:off x="6966" y="608"/>
              <a:ext cx="26" cy="41"/>
            </a:xfrm>
            <a:custGeom>
              <a:avLst/>
              <a:gdLst>
                <a:gd name="T0" fmla="*/ 91 w 315"/>
                <a:gd name="T1" fmla="*/ 120 h 486"/>
                <a:gd name="T2" fmla="*/ 110 w 315"/>
                <a:gd name="T3" fmla="*/ 124 h 486"/>
                <a:gd name="T4" fmla="*/ 128 w 315"/>
                <a:gd name="T5" fmla="*/ 132 h 486"/>
                <a:gd name="T6" fmla="*/ 144 w 315"/>
                <a:gd name="T7" fmla="*/ 143 h 486"/>
                <a:gd name="T8" fmla="*/ 160 w 315"/>
                <a:gd name="T9" fmla="*/ 161 h 486"/>
                <a:gd name="T10" fmla="*/ 172 w 315"/>
                <a:gd name="T11" fmla="*/ 183 h 486"/>
                <a:gd name="T12" fmla="*/ 180 w 315"/>
                <a:gd name="T13" fmla="*/ 206 h 486"/>
                <a:gd name="T14" fmla="*/ 183 w 315"/>
                <a:gd name="T15" fmla="*/ 228 h 486"/>
                <a:gd name="T16" fmla="*/ 181 w 315"/>
                <a:gd name="T17" fmla="*/ 251 h 486"/>
                <a:gd name="T18" fmla="*/ 174 w 315"/>
                <a:gd name="T19" fmla="*/ 279 h 486"/>
                <a:gd name="T20" fmla="*/ 161 w 315"/>
                <a:gd name="T21" fmla="*/ 304 h 486"/>
                <a:gd name="T22" fmla="*/ 144 w 315"/>
                <a:gd name="T23" fmla="*/ 327 h 486"/>
                <a:gd name="T24" fmla="*/ 123 w 315"/>
                <a:gd name="T25" fmla="*/ 347 h 486"/>
                <a:gd name="T26" fmla="*/ 100 w 315"/>
                <a:gd name="T27" fmla="*/ 363 h 486"/>
                <a:gd name="T28" fmla="*/ 74 w 315"/>
                <a:gd name="T29" fmla="*/ 374 h 486"/>
                <a:gd name="T30" fmla="*/ 47 w 315"/>
                <a:gd name="T31" fmla="*/ 380 h 486"/>
                <a:gd name="T32" fmla="*/ 0 w 315"/>
                <a:gd name="T33" fmla="*/ 434 h 486"/>
                <a:gd name="T34" fmla="*/ 74 w 315"/>
                <a:gd name="T35" fmla="*/ 486 h 486"/>
                <a:gd name="T36" fmla="*/ 97 w 315"/>
                <a:gd name="T37" fmla="*/ 484 h 486"/>
                <a:gd name="T38" fmla="*/ 129 w 315"/>
                <a:gd name="T39" fmla="*/ 476 h 486"/>
                <a:gd name="T40" fmla="*/ 172 w 315"/>
                <a:gd name="T41" fmla="*/ 460 h 486"/>
                <a:gd name="T42" fmla="*/ 213 w 315"/>
                <a:gd name="T43" fmla="*/ 435 h 486"/>
                <a:gd name="T44" fmla="*/ 250 w 315"/>
                <a:gd name="T45" fmla="*/ 406 h 486"/>
                <a:gd name="T46" fmla="*/ 273 w 315"/>
                <a:gd name="T47" fmla="*/ 379 h 486"/>
                <a:gd name="T48" fmla="*/ 286 w 315"/>
                <a:gd name="T49" fmla="*/ 361 h 486"/>
                <a:gd name="T50" fmla="*/ 297 w 315"/>
                <a:gd name="T51" fmla="*/ 340 h 486"/>
                <a:gd name="T52" fmla="*/ 306 w 315"/>
                <a:gd name="T53" fmla="*/ 320 h 486"/>
                <a:gd name="T54" fmla="*/ 312 w 315"/>
                <a:gd name="T55" fmla="*/ 297 h 486"/>
                <a:gd name="T56" fmla="*/ 315 w 315"/>
                <a:gd name="T57" fmla="*/ 275 h 486"/>
                <a:gd name="T58" fmla="*/ 315 w 315"/>
                <a:gd name="T59" fmla="*/ 249 h 486"/>
                <a:gd name="T60" fmla="*/ 312 w 315"/>
                <a:gd name="T61" fmla="*/ 221 h 486"/>
                <a:gd name="T62" fmla="*/ 306 w 315"/>
                <a:gd name="T63" fmla="*/ 194 h 486"/>
                <a:gd name="T64" fmla="*/ 298 w 315"/>
                <a:gd name="T65" fmla="*/ 169 h 486"/>
                <a:gd name="T66" fmla="*/ 287 w 315"/>
                <a:gd name="T67" fmla="*/ 144 h 486"/>
                <a:gd name="T68" fmla="*/ 274 w 315"/>
                <a:gd name="T69" fmla="*/ 122 h 486"/>
                <a:gd name="T70" fmla="*/ 259 w 315"/>
                <a:gd name="T71" fmla="*/ 101 h 486"/>
                <a:gd name="T72" fmla="*/ 243 w 315"/>
                <a:gd name="T73" fmla="*/ 82 h 486"/>
                <a:gd name="T74" fmla="*/ 224 w 315"/>
                <a:gd name="T75" fmla="*/ 65 h 486"/>
                <a:gd name="T76" fmla="*/ 205 w 315"/>
                <a:gd name="T77" fmla="*/ 49 h 486"/>
                <a:gd name="T78" fmla="*/ 184 w 315"/>
                <a:gd name="T79" fmla="*/ 36 h 486"/>
                <a:gd name="T80" fmla="*/ 163 w 315"/>
                <a:gd name="T81" fmla="*/ 25 h 486"/>
                <a:gd name="T82" fmla="*/ 141 w 315"/>
                <a:gd name="T83" fmla="*/ 15 h 486"/>
                <a:gd name="T84" fmla="*/ 118 w 315"/>
                <a:gd name="T85" fmla="*/ 7 h 486"/>
                <a:gd name="T86" fmla="*/ 95 w 315"/>
                <a:gd name="T87" fmla="*/ 3 h 486"/>
                <a:gd name="T88" fmla="*/ 72 w 315"/>
                <a:gd name="T89" fmla="*/ 0 h 486"/>
                <a:gd name="T90" fmla="*/ 21 w 315"/>
                <a:gd name="T91" fmla="*/ 68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15" h="486">
                  <a:moveTo>
                    <a:pt x="80" y="120"/>
                  </a:moveTo>
                  <a:lnTo>
                    <a:pt x="91" y="120"/>
                  </a:lnTo>
                  <a:lnTo>
                    <a:pt x="101" y="122"/>
                  </a:lnTo>
                  <a:lnTo>
                    <a:pt x="110" y="124"/>
                  </a:lnTo>
                  <a:lnTo>
                    <a:pt x="119" y="128"/>
                  </a:lnTo>
                  <a:lnTo>
                    <a:pt x="128" y="132"/>
                  </a:lnTo>
                  <a:lnTo>
                    <a:pt x="136" y="137"/>
                  </a:lnTo>
                  <a:lnTo>
                    <a:pt x="144" y="143"/>
                  </a:lnTo>
                  <a:lnTo>
                    <a:pt x="151" y="150"/>
                  </a:lnTo>
                  <a:lnTo>
                    <a:pt x="160" y="161"/>
                  </a:lnTo>
                  <a:lnTo>
                    <a:pt x="167" y="172"/>
                  </a:lnTo>
                  <a:lnTo>
                    <a:pt x="172" y="183"/>
                  </a:lnTo>
                  <a:lnTo>
                    <a:pt x="177" y="194"/>
                  </a:lnTo>
                  <a:lnTo>
                    <a:pt x="180" y="206"/>
                  </a:lnTo>
                  <a:lnTo>
                    <a:pt x="182" y="218"/>
                  </a:lnTo>
                  <a:lnTo>
                    <a:pt x="183" y="228"/>
                  </a:lnTo>
                  <a:lnTo>
                    <a:pt x="183" y="237"/>
                  </a:lnTo>
                  <a:lnTo>
                    <a:pt x="181" y="251"/>
                  </a:lnTo>
                  <a:lnTo>
                    <a:pt x="178" y="266"/>
                  </a:lnTo>
                  <a:lnTo>
                    <a:pt x="174" y="279"/>
                  </a:lnTo>
                  <a:lnTo>
                    <a:pt x="168" y="292"/>
                  </a:lnTo>
                  <a:lnTo>
                    <a:pt x="161" y="304"/>
                  </a:lnTo>
                  <a:lnTo>
                    <a:pt x="153" y="317"/>
                  </a:lnTo>
                  <a:lnTo>
                    <a:pt x="144" y="327"/>
                  </a:lnTo>
                  <a:lnTo>
                    <a:pt x="134" y="338"/>
                  </a:lnTo>
                  <a:lnTo>
                    <a:pt x="123" y="347"/>
                  </a:lnTo>
                  <a:lnTo>
                    <a:pt x="112" y="355"/>
                  </a:lnTo>
                  <a:lnTo>
                    <a:pt x="100" y="363"/>
                  </a:lnTo>
                  <a:lnTo>
                    <a:pt x="87" y="369"/>
                  </a:lnTo>
                  <a:lnTo>
                    <a:pt x="74" y="374"/>
                  </a:lnTo>
                  <a:lnTo>
                    <a:pt x="61" y="378"/>
                  </a:lnTo>
                  <a:lnTo>
                    <a:pt x="47" y="380"/>
                  </a:lnTo>
                  <a:lnTo>
                    <a:pt x="33" y="381"/>
                  </a:lnTo>
                  <a:lnTo>
                    <a:pt x="0" y="434"/>
                  </a:lnTo>
                  <a:lnTo>
                    <a:pt x="64" y="486"/>
                  </a:lnTo>
                  <a:lnTo>
                    <a:pt x="74" y="486"/>
                  </a:lnTo>
                  <a:lnTo>
                    <a:pt x="85" y="485"/>
                  </a:lnTo>
                  <a:lnTo>
                    <a:pt x="97" y="484"/>
                  </a:lnTo>
                  <a:lnTo>
                    <a:pt x="107" y="482"/>
                  </a:lnTo>
                  <a:lnTo>
                    <a:pt x="129" y="476"/>
                  </a:lnTo>
                  <a:lnTo>
                    <a:pt x="151" y="469"/>
                  </a:lnTo>
                  <a:lnTo>
                    <a:pt x="172" y="460"/>
                  </a:lnTo>
                  <a:lnTo>
                    <a:pt x="194" y="448"/>
                  </a:lnTo>
                  <a:lnTo>
                    <a:pt x="213" y="435"/>
                  </a:lnTo>
                  <a:lnTo>
                    <a:pt x="232" y="421"/>
                  </a:lnTo>
                  <a:lnTo>
                    <a:pt x="250" y="406"/>
                  </a:lnTo>
                  <a:lnTo>
                    <a:pt x="266" y="388"/>
                  </a:lnTo>
                  <a:lnTo>
                    <a:pt x="273" y="379"/>
                  </a:lnTo>
                  <a:lnTo>
                    <a:pt x="279" y="370"/>
                  </a:lnTo>
                  <a:lnTo>
                    <a:pt x="286" y="361"/>
                  </a:lnTo>
                  <a:lnTo>
                    <a:pt x="291" y="350"/>
                  </a:lnTo>
                  <a:lnTo>
                    <a:pt x="297" y="340"/>
                  </a:lnTo>
                  <a:lnTo>
                    <a:pt x="302" y="330"/>
                  </a:lnTo>
                  <a:lnTo>
                    <a:pt x="306" y="320"/>
                  </a:lnTo>
                  <a:lnTo>
                    <a:pt x="309" y="309"/>
                  </a:lnTo>
                  <a:lnTo>
                    <a:pt x="312" y="297"/>
                  </a:lnTo>
                  <a:lnTo>
                    <a:pt x="314" y="287"/>
                  </a:lnTo>
                  <a:lnTo>
                    <a:pt x="315" y="275"/>
                  </a:lnTo>
                  <a:lnTo>
                    <a:pt x="315" y="264"/>
                  </a:lnTo>
                  <a:lnTo>
                    <a:pt x="315" y="249"/>
                  </a:lnTo>
                  <a:lnTo>
                    <a:pt x="314" y="235"/>
                  </a:lnTo>
                  <a:lnTo>
                    <a:pt x="312" y="221"/>
                  </a:lnTo>
                  <a:lnTo>
                    <a:pt x="309" y="207"/>
                  </a:lnTo>
                  <a:lnTo>
                    <a:pt x="306" y="194"/>
                  </a:lnTo>
                  <a:lnTo>
                    <a:pt x="302" y="181"/>
                  </a:lnTo>
                  <a:lnTo>
                    <a:pt x="298" y="169"/>
                  </a:lnTo>
                  <a:lnTo>
                    <a:pt x="293" y="156"/>
                  </a:lnTo>
                  <a:lnTo>
                    <a:pt x="287" y="144"/>
                  </a:lnTo>
                  <a:lnTo>
                    <a:pt x="280" y="133"/>
                  </a:lnTo>
                  <a:lnTo>
                    <a:pt x="274" y="122"/>
                  </a:lnTo>
                  <a:lnTo>
                    <a:pt x="267" y="112"/>
                  </a:lnTo>
                  <a:lnTo>
                    <a:pt x="259" y="101"/>
                  </a:lnTo>
                  <a:lnTo>
                    <a:pt x="251" y="91"/>
                  </a:lnTo>
                  <a:lnTo>
                    <a:pt x="243" y="82"/>
                  </a:lnTo>
                  <a:lnTo>
                    <a:pt x="233" y="73"/>
                  </a:lnTo>
                  <a:lnTo>
                    <a:pt x="224" y="65"/>
                  </a:lnTo>
                  <a:lnTo>
                    <a:pt x="215" y="56"/>
                  </a:lnTo>
                  <a:lnTo>
                    <a:pt x="205" y="49"/>
                  </a:lnTo>
                  <a:lnTo>
                    <a:pt x="195" y="42"/>
                  </a:lnTo>
                  <a:lnTo>
                    <a:pt x="184" y="36"/>
                  </a:lnTo>
                  <a:lnTo>
                    <a:pt x="174" y="30"/>
                  </a:lnTo>
                  <a:lnTo>
                    <a:pt x="163" y="25"/>
                  </a:lnTo>
                  <a:lnTo>
                    <a:pt x="152" y="20"/>
                  </a:lnTo>
                  <a:lnTo>
                    <a:pt x="141" y="15"/>
                  </a:lnTo>
                  <a:lnTo>
                    <a:pt x="129" y="12"/>
                  </a:lnTo>
                  <a:lnTo>
                    <a:pt x="118" y="7"/>
                  </a:lnTo>
                  <a:lnTo>
                    <a:pt x="107" y="5"/>
                  </a:lnTo>
                  <a:lnTo>
                    <a:pt x="95" y="3"/>
                  </a:lnTo>
                  <a:lnTo>
                    <a:pt x="83" y="1"/>
                  </a:lnTo>
                  <a:lnTo>
                    <a:pt x="72" y="0"/>
                  </a:lnTo>
                  <a:lnTo>
                    <a:pt x="60" y="0"/>
                  </a:lnTo>
                  <a:lnTo>
                    <a:pt x="21" y="68"/>
                  </a:lnTo>
                  <a:lnTo>
                    <a:pt x="80" y="12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40" name="Freeform 44"/>
            <p:cNvSpPr>
              <a:spLocks/>
            </p:cNvSpPr>
            <p:nvPr userDrawn="1"/>
          </p:nvSpPr>
          <p:spPr bwMode="gray">
            <a:xfrm>
              <a:off x="6884" y="562"/>
              <a:ext cx="92" cy="118"/>
            </a:xfrm>
            <a:custGeom>
              <a:avLst/>
              <a:gdLst>
                <a:gd name="T0" fmla="*/ 1007 w 1095"/>
                <a:gd name="T1" fmla="*/ 693 h 1421"/>
                <a:gd name="T2" fmla="*/ 952 w 1095"/>
                <a:gd name="T3" fmla="*/ 735 h 1421"/>
                <a:gd name="T4" fmla="*/ 915 w 1095"/>
                <a:gd name="T5" fmla="*/ 791 h 1421"/>
                <a:gd name="T6" fmla="*/ 906 w 1095"/>
                <a:gd name="T7" fmla="*/ 852 h 1421"/>
                <a:gd name="T8" fmla="*/ 929 w 1095"/>
                <a:gd name="T9" fmla="*/ 906 h 1421"/>
                <a:gd name="T10" fmla="*/ 974 w 1095"/>
                <a:gd name="T11" fmla="*/ 937 h 1421"/>
                <a:gd name="T12" fmla="*/ 1040 w 1095"/>
                <a:gd name="T13" fmla="*/ 1047 h 1421"/>
                <a:gd name="T14" fmla="*/ 955 w 1095"/>
                <a:gd name="T15" fmla="*/ 1038 h 1421"/>
                <a:gd name="T16" fmla="*/ 881 w 1095"/>
                <a:gd name="T17" fmla="*/ 1012 h 1421"/>
                <a:gd name="T18" fmla="*/ 821 w 1095"/>
                <a:gd name="T19" fmla="*/ 976 h 1421"/>
                <a:gd name="T20" fmla="*/ 774 w 1095"/>
                <a:gd name="T21" fmla="*/ 931 h 1421"/>
                <a:gd name="T22" fmla="*/ 741 w 1095"/>
                <a:gd name="T23" fmla="*/ 883 h 1421"/>
                <a:gd name="T24" fmla="*/ 726 w 1095"/>
                <a:gd name="T25" fmla="*/ 835 h 1421"/>
                <a:gd name="T26" fmla="*/ 728 w 1095"/>
                <a:gd name="T27" fmla="*/ 774 h 1421"/>
                <a:gd name="T28" fmla="*/ 749 w 1095"/>
                <a:gd name="T29" fmla="*/ 723 h 1421"/>
                <a:gd name="T30" fmla="*/ 650 w 1095"/>
                <a:gd name="T31" fmla="*/ 723 h 1421"/>
                <a:gd name="T32" fmla="*/ 491 w 1095"/>
                <a:gd name="T33" fmla="*/ 745 h 1421"/>
                <a:gd name="T34" fmla="*/ 462 w 1095"/>
                <a:gd name="T35" fmla="*/ 886 h 1421"/>
                <a:gd name="T36" fmla="*/ 435 w 1095"/>
                <a:gd name="T37" fmla="*/ 1103 h 1421"/>
                <a:gd name="T38" fmla="*/ 427 w 1095"/>
                <a:gd name="T39" fmla="*/ 1291 h 1421"/>
                <a:gd name="T40" fmla="*/ 431 w 1095"/>
                <a:gd name="T41" fmla="*/ 1398 h 1421"/>
                <a:gd name="T42" fmla="*/ 416 w 1095"/>
                <a:gd name="T43" fmla="*/ 1418 h 1421"/>
                <a:gd name="T44" fmla="*/ 378 w 1095"/>
                <a:gd name="T45" fmla="*/ 1418 h 1421"/>
                <a:gd name="T46" fmla="*/ 337 w 1095"/>
                <a:gd name="T47" fmla="*/ 1390 h 1421"/>
                <a:gd name="T48" fmla="*/ 310 w 1095"/>
                <a:gd name="T49" fmla="*/ 1337 h 1421"/>
                <a:gd name="T50" fmla="*/ 293 w 1095"/>
                <a:gd name="T51" fmla="*/ 1256 h 1421"/>
                <a:gd name="T52" fmla="*/ 288 w 1095"/>
                <a:gd name="T53" fmla="*/ 1109 h 1421"/>
                <a:gd name="T54" fmla="*/ 313 w 1095"/>
                <a:gd name="T55" fmla="*/ 843 h 1421"/>
                <a:gd name="T56" fmla="*/ 226 w 1095"/>
                <a:gd name="T57" fmla="*/ 803 h 1421"/>
                <a:gd name="T58" fmla="*/ 161 w 1095"/>
                <a:gd name="T59" fmla="*/ 831 h 1421"/>
                <a:gd name="T60" fmla="*/ 125 w 1095"/>
                <a:gd name="T61" fmla="*/ 840 h 1421"/>
                <a:gd name="T62" fmla="*/ 86 w 1095"/>
                <a:gd name="T63" fmla="*/ 834 h 1421"/>
                <a:gd name="T64" fmla="*/ 24 w 1095"/>
                <a:gd name="T65" fmla="*/ 796 h 1421"/>
                <a:gd name="T66" fmla="*/ 0 w 1095"/>
                <a:gd name="T67" fmla="*/ 762 h 1421"/>
                <a:gd name="T68" fmla="*/ 8 w 1095"/>
                <a:gd name="T69" fmla="*/ 740 h 1421"/>
                <a:gd name="T70" fmla="*/ 62 w 1095"/>
                <a:gd name="T71" fmla="*/ 713 h 1421"/>
                <a:gd name="T72" fmla="*/ 251 w 1095"/>
                <a:gd name="T73" fmla="*/ 663 h 1421"/>
                <a:gd name="T74" fmla="*/ 364 w 1095"/>
                <a:gd name="T75" fmla="*/ 577 h 1421"/>
                <a:gd name="T76" fmla="*/ 431 w 1095"/>
                <a:gd name="T77" fmla="*/ 350 h 1421"/>
                <a:gd name="T78" fmla="*/ 514 w 1095"/>
                <a:gd name="T79" fmla="*/ 162 h 1421"/>
                <a:gd name="T80" fmla="*/ 599 w 1095"/>
                <a:gd name="T81" fmla="*/ 34 h 1421"/>
                <a:gd name="T82" fmla="*/ 669 w 1095"/>
                <a:gd name="T83" fmla="*/ 1 h 1421"/>
                <a:gd name="T84" fmla="*/ 732 w 1095"/>
                <a:gd name="T85" fmla="*/ 7 h 1421"/>
                <a:gd name="T86" fmla="*/ 799 w 1095"/>
                <a:gd name="T87" fmla="*/ 37 h 1421"/>
                <a:gd name="T88" fmla="*/ 852 w 1095"/>
                <a:gd name="T89" fmla="*/ 97 h 1421"/>
                <a:gd name="T90" fmla="*/ 866 w 1095"/>
                <a:gd name="T91" fmla="*/ 159 h 1421"/>
                <a:gd name="T92" fmla="*/ 852 w 1095"/>
                <a:gd name="T93" fmla="*/ 204 h 1421"/>
                <a:gd name="T94" fmla="*/ 824 w 1095"/>
                <a:gd name="T95" fmla="*/ 224 h 1421"/>
                <a:gd name="T96" fmla="*/ 807 w 1095"/>
                <a:gd name="T97" fmla="*/ 220 h 1421"/>
                <a:gd name="T98" fmla="*/ 778 w 1095"/>
                <a:gd name="T99" fmla="*/ 172 h 1421"/>
                <a:gd name="T100" fmla="*/ 731 w 1095"/>
                <a:gd name="T101" fmla="*/ 149 h 1421"/>
                <a:gd name="T102" fmla="*/ 697 w 1095"/>
                <a:gd name="T103" fmla="*/ 160 h 1421"/>
                <a:gd name="T104" fmla="*/ 660 w 1095"/>
                <a:gd name="T105" fmla="*/ 210 h 1421"/>
                <a:gd name="T106" fmla="*/ 601 w 1095"/>
                <a:gd name="T107" fmla="*/ 339 h 1421"/>
                <a:gd name="T108" fmla="*/ 514 w 1095"/>
                <a:gd name="T109" fmla="*/ 627 h 1421"/>
                <a:gd name="T110" fmla="*/ 618 w 1095"/>
                <a:gd name="T111" fmla="*/ 629 h 1421"/>
                <a:gd name="T112" fmla="*/ 798 w 1095"/>
                <a:gd name="T113" fmla="*/ 626 h 1421"/>
                <a:gd name="T114" fmla="*/ 892 w 1095"/>
                <a:gd name="T115" fmla="*/ 627 h 1421"/>
                <a:gd name="T116" fmla="*/ 961 w 1095"/>
                <a:gd name="T117" fmla="*/ 578 h 1421"/>
                <a:gd name="T118" fmla="*/ 1027 w 1095"/>
                <a:gd name="T119" fmla="*/ 561 h 1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095" h="1421">
                  <a:moveTo>
                    <a:pt x="1056" y="681"/>
                  </a:moveTo>
                  <a:lnTo>
                    <a:pt x="1044" y="682"/>
                  </a:lnTo>
                  <a:lnTo>
                    <a:pt x="1032" y="684"/>
                  </a:lnTo>
                  <a:lnTo>
                    <a:pt x="1020" y="688"/>
                  </a:lnTo>
                  <a:lnTo>
                    <a:pt x="1007" y="693"/>
                  </a:lnTo>
                  <a:lnTo>
                    <a:pt x="995" y="699"/>
                  </a:lnTo>
                  <a:lnTo>
                    <a:pt x="984" y="707"/>
                  </a:lnTo>
                  <a:lnTo>
                    <a:pt x="973" y="715"/>
                  </a:lnTo>
                  <a:lnTo>
                    <a:pt x="961" y="725"/>
                  </a:lnTo>
                  <a:lnTo>
                    <a:pt x="952" y="735"/>
                  </a:lnTo>
                  <a:lnTo>
                    <a:pt x="943" y="745"/>
                  </a:lnTo>
                  <a:lnTo>
                    <a:pt x="934" y="756"/>
                  </a:lnTo>
                  <a:lnTo>
                    <a:pt x="927" y="767"/>
                  </a:lnTo>
                  <a:lnTo>
                    <a:pt x="921" y="779"/>
                  </a:lnTo>
                  <a:lnTo>
                    <a:pt x="915" y="791"/>
                  </a:lnTo>
                  <a:lnTo>
                    <a:pt x="910" y="802"/>
                  </a:lnTo>
                  <a:lnTo>
                    <a:pt x="908" y="813"/>
                  </a:lnTo>
                  <a:lnTo>
                    <a:pt x="906" y="827"/>
                  </a:lnTo>
                  <a:lnTo>
                    <a:pt x="905" y="839"/>
                  </a:lnTo>
                  <a:lnTo>
                    <a:pt x="906" y="852"/>
                  </a:lnTo>
                  <a:lnTo>
                    <a:pt x="908" y="863"/>
                  </a:lnTo>
                  <a:lnTo>
                    <a:pt x="912" y="876"/>
                  </a:lnTo>
                  <a:lnTo>
                    <a:pt x="917" y="886"/>
                  </a:lnTo>
                  <a:lnTo>
                    <a:pt x="922" y="897"/>
                  </a:lnTo>
                  <a:lnTo>
                    <a:pt x="929" y="906"/>
                  </a:lnTo>
                  <a:lnTo>
                    <a:pt x="936" y="914"/>
                  </a:lnTo>
                  <a:lnTo>
                    <a:pt x="945" y="922"/>
                  </a:lnTo>
                  <a:lnTo>
                    <a:pt x="953" y="928"/>
                  </a:lnTo>
                  <a:lnTo>
                    <a:pt x="964" y="933"/>
                  </a:lnTo>
                  <a:lnTo>
                    <a:pt x="974" y="937"/>
                  </a:lnTo>
                  <a:lnTo>
                    <a:pt x="985" y="940"/>
                  </a:lnTo>
                  <a:lnTo>
                    <a:pt x="997" y="941"/>
                  </a:lnTo>
                  <a:lnTo>
                    <a:pt x="1009" y="942"/>
                  </a:lnTo>
                  <a:lnTo>
                    <a:pt x="1073" y="984"/>
                  </a:lnTo>
                  <a:lnTo>
                    <a:pt x="1040" y="1047"/>
                  </a:lnTo>
                  <a:lnTo>
                    <a:pt x="1022" y="1047"/>
                  </a:lnTo>
                  <a:lnTo>
                    <a:pt x="1004" y="1046"/>
                  </a:lnTo>
                  <a:lnTo>
                    <a:pt x="988" y="1044"/>
                  </a:lnTo>
                  <a:lnTo>
                    <a:pt x="971" y="1041"/>
                  </a:lnTo>
                  <a:lnTo>
                    <a:pt x="955" y="1038"/>
                  </a:lnTo>
                  <a:lnTo>
                    <a:pt x="939" y="1034"/>
                  </a:lnTo>
                  <a:lnTo>
                    <a:pt x="924" y="1030"/>
                  </a:lnTo>
                  <a:lnTo>
                    <a:pt x="909" y="1025"/>
                  </a:lnTo>
                  <a:lnTo>
                    <a:pt x="895" y="1019"/>
                  </a:lnTo>
                  <a:lnTo>
                    <a:pt x="881" y="1012"/>
                  </a:lnTo>
                  <a:lnTo>
                    <a:pt x="869" y="1006"/>
                  </a:lnTo>
                  <a:lnTo>
                    <a:pt x="855" y="999"/>
                  </a:lnTo>
                  <a:lnTo>
                    <a:pt x="843" y="992"/>
                  </a:lnTo>
                  <a:lnTo>
                    <a:pt x="832" y="984"/>
                  </a:lnTo>
                  <a:lnTo>
                    <a:pt x="821" y="976"/>
                  </a:lnTo>
                  <a:lnTo>
                    <a:pt x="810" y="968"/>
                  </a:lnTo>
                  <a:lnTo>
                    <a:pt x="800" y="958"/>
                  </a:lnTo>
                  <a:lnTo>
                    <a:pt x="790" y="949"/>
                  </a:lnTo>
                  <a:lnTo>
                    <a:pt x="782" y="940"/>
                  </a:lnTo>
                  <a:lnTo>
                    <a:pt x="774" y="931"/>
                  </a:lnTo>
                  <a:lnTo>
                    <a:pt x="766" y="922"/>
                  </a:lnTo>
                  <a:lnTo>
                    <a:pt x="759" y="911"/>
                  </a:lnTo>
                  <a:lnTo>
                    <a:pt x="752" y="902"/>
                  </a:lnTo>
                  <a:lnTo>
                    <a:pt x="746" y="892"/>
                  </a:lnTo>
                  <a:lnTo>
                    <a:pt x="741" y="883"/>
                  </a:lnTo>
                  <a:lnTo>
                    <a:pt x="737" y="873"/>
                  </a:lnTo>
                  <a:lnTo>
                    <a:pt x="733" y="863"/>
                  </a:lnTo>
                  <a:lnTo>
                    <a:pt x="730" y="853"/>
                  </a:lnTo>
                  <a:lnTo>
                    <a:pt x="728" y="844"/>
                  </a:lnTo>
                  <a:lnTo>
                    <a:pt x="726" y="835"/>
                  </a:lnTo>
                  <a:lnTo>
                    <a:pt x="725" y="826"/>
                  </a:lnTo>
                  <a:lnTo>
                    <a:pt x="725" y="816"/>
                  </a:lnTo>
                  <a:lnTo>
                    <a:pt x="725" y="801"/>
                  </a:lnTo>
                  <a:lnTo>
                    <a:pt x="726" y="787"/>
                  </a:lnTo>
                  <a:lnTo>
                    <a:pt x="728" y="774"/>
                  </a:lnTo>
                  <a:lnTo>
                    <a:pt x="731" y="761"/>
                  </a:lnTo>
                  <a:lnTo>
                    <a:pt x="734" y="750"/>
                  </a:lnTo>
                  <a:lnTo>
                    <a:pt x="739" y="740"/>
                  </a:lnTo>
                  <a:lnTo>
                    <a:pt x="744" y="731"/>
                  </a:lnTo>
                  <a:lnTo>
                    <a:pt x="749" y="723"/>
                  </a:lnTo>
                  <a:lnTo>
                    <a:pt x="759" y="712"/>
                  </a:lnTo>
                  <a:lnTo>
                    <a:pt x="745" y="713"/>
                  </a:lnTo>
                  <a:lnTo>
                    <a:pt x="714" y="716"/>
                  </a:lnTo>
                  <a:lnTo>
                    <a:pt x="682" y="720"/>
                  </a:lnTo>
                  <a:lnTo>
                    <a:pt x="650" y="723"/>
                  </a:lnTo>
                  <a:lnTo>
                    <a:pt x="619" y="727"/>
                  </a:lnTo>
                  <a:lnTo>
                    <a:pt x="586" y="731"/>
                  </a:lnTo>
                  <a:lnTo>
                    <a:pt x="555" y="735"/>
                  </a:lnTo>
                  <a:lnTo>
                    <a:pt x="523" y="740"/>
                  </a:lnTo>
                  <a:lnTo>
                    <a:pt x="491" y="745"/>
                  </a:lnTo>
                  <a:lnTo>
                    <a:pt x="487" y="745"/>
                  </a:lnTo>
                  <a:lnTo>
                    <a:pt x="487" y="749"/>
                  </a:lnTo>
                  <a:lnTo>
                    <a:pt x="478" y="795"/>
                  </a:lnTo>
                  <a:lnTo>
                    <a:pt x="470" y="841"/>
                  </a:lnTo>
                  <a:lnTo>
                    <a:pt x="462" y="886"/>
                  </a:lnTo>
                  <a:lnTo>
                    <a:pt x="455" y="931"/>
                  </a:lnTo>
                  <a:lnTo>
                    <a:pt x="448" y="976"/>
                  </a:lnTo>
                  <a:lnTo>
                    <a:pt x="443" y="1019"/>
                  </a:lnTo>
                  <a:lnTo>
                    <a:pt x="439" y="1061"/>
                  </a:lnTo>
                  <a:lnTo>
                    <a:pt x="435" y="1103"/>
                  </a:lnTo>
                  <a:lnTo>
                    <a:pt x="432" y="1143"/>
                  </a:lnTo>
                  <a:lnTo>
                    <a:pt x="429" y="1183"/>
                  </a:lnTo>
                  <a:lnTo>
                    <a:pt x="428" y="1221"/>
                  </a:lnTo>
                  <a:lnTo>
                    <a:pt x="427" y="1256"/>
                  </a:lnTo>
                  <a:lnTo>
                    <a:pt x="427" y="1291"/>
                  </a:lnTo>
                  <a:lnTo>
                    <a:pt x="428" y="1323"/>
                  </a:lnTo>
                  <a:lnTo>
                    <a:pt x="429" y="1353"/>
                  </a:lnTo>
                  <a:lnTo>
                    <a:pt x="432" y="1382"/>
                  </a:lnTo>
                  <a:lnTo>
                    <a:pt x="432" y="1391"/>
                  </a:lnTo>
                  <a:lnTo>
                    <a:pt x="431" y="1398"/>
                  </a:lnTo>
                  <a:lnTo>
                    <a:pt x="429" y="1405"/>
                  </a:lnTo>
                  <a:lnTo>
                    <a:pt x="426" y="1411"/>
                  </a:lnTo>
                  <a:lnTo>
                    <a:pt x="423" y="1414"/>
                  </a:lnTo>
                  <a:lnTo>
                    <a:pt x="420" y="1416"/>
                  </a:lnTo>
                  <a:lnTo>
                    <a:pt x="416" y="1418"/>
                  </a:lnTo>
                  <a:lnTo>
                    <a:pt x="413" y="1419"/>
                  </a:lnTo>
                  <a:lnTo>
                    <a:pt x="406" y="1420"/>
                  </a:lnTo>
                  <a:lnTo>
                    <a:pt x="398" y="1421"/>
                  </a:lnTo>
                  <a:lnTo>
                    <a:pt x="388" y="1420"/>
                  </a:lnTo>
                  <a:lnTo>
                    <a:pt x="378" y="1418"/>
                  </a:lnTo>
                  <a:lnTo>
                    <a:pt x="368" y="1414"/>
                  </a:lnTo>
                  <a:lnTo>
                    <a:pt x="359" y="1409"/>
                  </a:lnTo>
                  <a:lnTo>
                    <a:pt x="352" y="1403"/>
                  </a:lnTo>
                  <a:lnTo>
                    <a:pt x="344" y="1397"/>
                  </a:lnTo>
                  <a:lnTo>
                    <a:pt x="337" y="1390"/>
                  </a:lnTo>
                  <a:lnTo>
                    <a:pt x="331" y="1381"/>
                  </a:lnTo>
                  <a:lnTo>
                    <a:pt x="325" y="1372"/>
                  </a:lnTo>
                  <a:lnTo>
                    <a:pt x="319" y="1362"/>
                  </a:lnTo>
                  <a:lnTo>
                    <a:pt x="314" y="1349"/>
                  </a:lnTo>
                  <a:lnTo>
                    <a:pt x="310" y="1337"/>
                  </a:lnTo>
                  <a:lnTo>
                    <a:pt x="306" y="1323"/>
                  </a:lnTo>
                  <a:lnTo>
                    <a:pt x="302" y="1307"/>
                  </a:lnTo>
                  <a:lnTo>
                    <a:pt x="298" y="1292"/>
                  </a:lnTo>
                  <a:lnTo>
                    <a:pt x="295" y="1275"/>
                  </a:lnTo>
                  <a:lnTo>
                    <a:pt x="293" y="1256"/>
                  </a:lnTo>
                  <a:lnTo>
                    <a:pt x="291" y="1237"/>
                  </a:lnTo>
                  <a:lnTo>
                    <a:pt x="289" y="1217"/>
                  </a:lnTo>
                  <a:lnTo>
                    <a:pt x="288" y="1195"/>
                  </a:lnTo>
                  <a:lnTo>
                    <a:pt x="287" y="1154"/>
                  </a:lnTo>
                  <a:lnTo>
                    <a:pt x="288" y="1109"/>
                  </a:lnTo>
                  <a:lnTo>
                    <a:pt x="290" y="1060"/>
                  </a:lnTo>
                  <a:lnTo>
                    <a:pt x="294" y="1009"/>
                  </a:lnTo>
                  <a:lnTo>
                    <a:pt x="298" y="955"/>
                  </a:lnTo>
                  <a:lnTo>
                    <a:pt x="306" y="900"/>
                  </a:lnTo>
                  <a:lnTo>
                    <a:pt x="313" y="843"/>
                  </a:lnTo>
                  <a:lnTo>
                    <a:pt x="322" y="786"/>
                  </a:lnTo>
                  <a:lnTo>
                    <a:pt x="323" y="777"/>
                  </a:lnTo>
                  <a:lnTo>
                    <a:pt x="315" y="779"/>
                  </a:lnTo>
                  <a:lnTo>
                    <a:pt x="267" y="791"/>
                  </a:lnTo>
                  <a:lnTo>
                    <a:pt x="226" y="803"/>
                  </a:lnTo>
                  <a:lnTo>
                    <a:pt x="209" y="809"/>
                  </a:lnTo>
                  <a:lnTo>
                    <a:pt x="193" y="815"/>
                  </a:lnTo>
                  <a:lnTo>
                    <a:pt x="180" y="822"/>
                  </a:lnTo>
                  <a:lnTo>
                    <a:pt x="168" y="827"/>
                  </a:lnTo>
                  <a:lnTo>
                    <a:pt x="161" y="831"/>
                  </a:lnTo>
                  <a:lnTo>
                    <a:pt x="154" y="834"/>
                  </a:lnTo>
                  <a:lnTo>
                    <a:pt x="147" y="836"/>
                  </a:lnTo>
                  <a:lnTo>
                    <a:pt x="139" y="838"/>
                  </a:lnTo>
                  <a:lnTo>
                    <a:pt x="132" y="839"/>
                  </a:lnTo>
                  <a:lnTo>
                    <a:pt x="125" y="840"/>
                  </a:lnTo>
                  <a:lnTo>
                    <a:pt x="117" y="840"/>
                  </a:lnTo>
                  <a:lnTo>
                    <a:pt x="110" y="839"/>
                  </a:lnTo>
                  <a:lnTo>
                    <a:pt x="102" y="838"/>
                  </a:lnTo>
                  <a:lnTo>
                    <a:pt x="94" y="836"/>
                  </a:lnTo>
                  <a:lnTo>
                    <a:pt x="86" y="834"/>
                  </a:lnTo>
                  <a:lnTo>
                    <a:pt x="78" y="830"/>
                  </a:lnTo>
                  <a:lnTo>
                    <a:pt x="62" y="822"/>
                  </a:lnTo>
                  <a:lnTo>
                    <a:pt x="45" y="811"/>
                  </a:lnTo>
                  <a:lnTo>
                    <a:pt x="33" y="803"/>
                  </a:lnTo>
                  <a:lnTo>
                    <a:pt x="24" y="796"/>
                  </a:lnTo>
                  <a:lnTo>
                    <a:pt x="16" y="789"/>
                  </a:lnTo>
                  <a:lnTo>
                    <a:pt x="10" y="782"/>
                  </a:lnTo>
                  <a:lnTo>
                    <a:pt x="5" y="775"/>
                  </a:lnTo>
                  <a:lnTo>
                    <a:pt x="2" y="768"/>
                  </a:lnTo>
                  <a:lnTo>
                    <a:pt x="0" y="762"/>
                  </a:lnTo>
                  <a:lnTo>
                    <a:pt x="0" y="756"/>
                  </a:lnTo>
                  <a:lnTo>
                    <a:pt x="0" y="752"/>
                  </a:lnTo>
                  <a:lnTo>
                    <a:pt x="2" y="748"/>
                  </a:lnTo>
                  <a:lnTo>
                    <a:pt x="5" y="744"/>
                  </a:lnTo>
                  <a:lnTo>
                    <a:pt x="8" y="740"/>
                  </a:lnTo>
                  <a:lnTo>
                    <a:pt x="13" y="736"/>
                  </a:lnTo>
                  <a:lnTo>
                    <a:pt x="18" y="733"/>
                  </a:lnTo>
                  <a:lnTo>
                    <a:pt x="24" y="729"/>
                  </a:lnTo>
                  <a:lnTo>
                    <a:pt x="31" y="726"/>
                  </a:lnTo>
                  <a:lnTo>
                    <a:pt x="62" y="713"/>
                  </a:lnTo>
                  <a:lnTo>
                    <a:pt x="94" y="701"/>
                  </a:lnTo>
                  <a:lnTo>
                    <a:pt x="129" y="691"/>
                  </a:lnTo>
                  <a:lnTo>
                    <a:pt x="167" y="681"/>
                  </a:lnTo>
                  <a:lnTo>
                    <a:pt x="208" y="672"/>
                  </a:lnTo>
                  <a:lnTo>
                    <a:pt x="251" y="663"/>
                  </a:lnTo>
                  <a:lnTo>
                    <a:pt x="295" y="656"/>
                  </a:lnTo>
                  <a:lnTo>
                    <a:pt x="343" y="649"/>
                  </a:lnTo>
                  <a:lnTo>
                    <a:pt x="347" y="649"/>
                  </a:lnTo>
                  <a:lnTo>
                    <a:pt x="348" y="645"/>
                  </a:lnTo>
                  <a:lnTo>
                    <a:pt x="364" y="577"/>
                  </a:lnTo>
                  <a:lnTo>
                    <a:pt x="383" y="503"/>
                  </a:lnTo>
                  <a:lnTo>
                    <a:pt x="393" y="465"/>
                  </a:lnTo>
                  <a:lnTo>
                    <a:pt x="406" y="428"/>
                  </a:lnTo>
                  <a:lnTo>
                    <a:pt x="418" y="389"/>
                  </a:lnTo>
                  <a:lnTo>
                    <a:pt x="431" y="350"/>
                  </a:lnTo>
                  <a:lnTo>
                    <a:pt x="445" y="311"/>
                  </a:lnTo>
                  <a:lnTo>
                    <a:pt x="462" y="272"/>
                  </a:lnTo>
                  <a:lnTo>
                    <a:pt x="478" y="235"/>
                  </a:lnTo>
                  <a:lnTo>
                    <a:pt x="495" y="198"/>
                  </a:lnTo>
                  <a:lnTo>
                    <a:pt x="514" y="162"/>
                  </a:lnTo>
                  <a:lnTo>
                    <a:pt x="533" y="126"/>
                  </a:lnTo>
                  <a:lnTo>
                    <a:pt x="555" y="93"/>
                  </a:lnTo>
                  <a:lnTo>
                    <a:pt x="576" y="61"/>
                  </a:lnTo>
                  <a:lnTo>
                    <a:pt x="588" y="47"/>
                  </a:lnTo>
                  <a:lnTo>
                    <a:pt x="599" y="34"/>
                  </a:lnTo>
                  <a:lnTo>
                    <a:pt x="613" y="23"/>
                  </a:lnTo>
                  <a:lnTo>
                    <a:pt x="626" y="15"/>
                  </a:lnTo>
                  <a:lnTo>
                    <a:pt x="639" y="8"/>
                  </a:lnTo>
                  <a:lnTo>
                    <a:pt x="653" y="3"/>
                  </a:lnTo>
                  <a:lnTo>
                    <a:pt x="669" y="1"/>
                  </a:lnTo>
                  <a:lnTo>
                    <a:pt x="684" y="0"/>
                  </a:lnTo>
                  <a:lnTo>
                    <a:pt x="695" y="0"/>
                  </a:lnTo>
                  <a:lnTo>
                    <a:pt x="708" y="2"/>
                  </a:lnTo>
                  <a:lnTo>
                    <a:pt x="719" y="4"/>
                  </a:lnTo>
                  <a:lnTo>
                    <a:pt x="732" y="7"/>
                  </a:lnTo>
                  <a:lnTo>
                    <a:pt x="744" y="11"/>
                  </a:lnTo>
                  <a:lnTo>
                    <a:pt x="757" y="16"/>
                  </a:lnTo>
                  <a:lnTo>
                    <a:pt x="771" y="22"/>
                  </a:lnTo>
                  <a:lnTo>
                    <a:pt x="785" y="29"/>
                  </a:lnTo>
                  <a:lnTo>
                    <a:pt x="799" y="37"/>
                  </a:lnTo>
                  <a:lnTo>
                    <a:pt x="813" y="47"/>
                  </a:lnTo>
                  <a:lnTo>
                    <a:pt x="825" y="58"/>
                  </a:lnTo>
                  <a:lnTo>
                    <a:pt x="835" y="70"/>
                  </a:lnTo>
                  <a:lnTo>
                    <a:pt x="844" y="83"/>
                  </a:lnTo>
                  <a:lnTo>
                    <a:pt x="852" y="97"/>
                  </a:lnTo>
                  <a:lnTo>
                    <a:pt x="858" y="111"/>
                  </a:lnTo>
                  <a:lnTo>
                    <a:pt x="863" y="126"/>
                  </a:lnTo>
                  <a:lnTo>
                    <a:pt x="865" y="138"/>
                  </a:lnTo>
                  <a:lnTo>
                    <a:pt x="866" y="149"/>
                  </a:lnTo>
                  <a:lnTo>
                    <a:pt x="866" y="159"/>
                  </a:lnTo>
                  <a:lnTo>
                    <a:pt x="865" y="169"/>
                  </a:lnTo>
                  <a:lnTo>
                    <a:pt x="864" y="180"/>
                  </a:lnTo>
                  <a:lnTo>
                    <a:pt x="861" y="188"/>
                  </a:lnTo>
                  <a:lnTo>
                    <a:pt x="856" y="196"/>
                  </a:lnTo>
                  <a:lnTo>
                    <a:pt x="852" y="204"/>
                  </a:lnTo>
                  <a:lnTo>
                    <a:pt x="844" y="213"/>
                  </a:lnTo>
                  <a:lnTo>
                    <a:pt x="836" y="219"/>
                  </a:lnTo>
                  <a:lnTo>
                    <a:pt x="832" y="222"/>
                  </a:lnTo>
                  <a:lnTo>
                    <a:pt x="828" y="223"/>
                  </a:lnTo>
                  <a:lnTo>
                    <a:pt x="824" y="224"/>
                  </a:lnTo>
                  <a:lnTo>
                    <a:pt x="820" y="226"/>
                  </a:lnTo>
                  <a:lnTo>
                    <a:pt x="817" y="224"/>
                  </a:lnTo>
                  <a:lnTo>
                    <a:pt x="813" y="223"/>
                  </a:lnTo>
                  <a:lnTo>
                    <a:pt x="810" y="222"/>
                  </a:lnTo>
                  <a:lnTo>
                    <a:pt x="807" y="220"/>
                  </a:lnTo>
                  <a:lnTo>
                    <a:pt x="802" y="215"/>
                  </a:lnTo>
                  <a:lnTo>
                    <a:pt x="799" y="209"/>
                  </a:lnTo>
                  <a:lnTo>
                    <a:pt x="792" y="195"/>
                  </a:lnTo>
                  <a:lnTo>
                    <a:pt x="785" y="184"/>
                  </a:lnTo>
                  <a:lnTo>
                    <a:pt x="778" y="172"/>
                  </a:lnTo>
                  <a:lnTo>
                    <a:pt x="770" y="164"/>
                  </a:lnTo>
                  <a:lnTo>
                    <a:pt x="761" y="158"/>
                  </a:lnTo>
                  <a:lnTo>
                    <a:pt x="751" y="153"/>
                  </a:lnTo>
                  <a:lnTo>
                    <a:pt x="741" y="150"/>
                  </a:lnTo>
                  <a:lnTo>
                    <a:pt x="731" y="149"/>
                  </a:lnTo>
                  <a:lnTo>
                    <a:pt x="728" y="149"/>
                  </a:lnTo>
                  <a:lnTo>
                    <a:pt x="725" y="150"/>
                  </a:lnTo>
                  <a:lnTo>
                    <a:pt x="715" y="152"/>
                  </a:lnTo>
                  <a:lnTo>
                    <a:pt x="705" y="155"/>
                  </a:lnTo>
                  <a:lnTo>
                    <a:pt x="697" y="160"/>
                  </a:lnTo>
                  <a:lnTo>
                    <a:pt x="689" y="166"/>
                  </a:lnTo>
                  <a:lnTo>
                    <a:pt x="682" y="174"/>
                  </a:lnTo>
                  <a:lnTo>
                    <a:pt x="675" y="185"/>
                  </a:lnTo>
                  <a:lnTo>
                    <a:pt x="668" y="196"/>
                  </a:lnTo>
                  <a:lnTo>
                    <a:pt x="660" y="210"/>
                  </a:lnTo>
                  <a:lnTo>
                    <a:pt x="650" y="229"/>
                  </a:lnTo>
                  <a:lnTo>
                    <a:pt x="640" y="249"/>
                  </a:lnTo>
                  <a:lnTo>
                    <a:pt x="630" y="270"/>
                  </a:lnTo>
                  <a:lnTo>
                    <a:pt x="621" y="292"/>
                  </a:lnTo>
                  <a:lnTo>
                    <a:pt x="601" y="339"/>
                  </a:lnTo>
                  <a:lnTo>
                    <a:pt x="583" y="390"/>
                  </a:lnTo>
                  <a:lnTo>
                    <a:pt x="565" y="444"/>
                  </a:lnTo>
                  <a:lnTo>
                    <a:pt x="547" y="502"/>
                  </a:lnTo>
                  <a:lnTo>
                    <a:pt x="530" y="562"/>
                  </a:lnTo>
                  <a:lnTo>
                    <a:pt x="514" y="627"/>
                  </a:lnTo>
                  <a:lnTo>
                    <a:pt x="512" y="634"/>
                  </a:lnTo>
                  <a:lnTo>
                    <a:pt x="520" y="634"/>
                  </a:lnTo>
                  <a:lnTo>
                    <a:pt x="551" y="632"/>
                  </a:lnTo>
                  <a:lnTo>
                    <a:pt x="584" y="630"/>
                  </a:lnTo>
                  <a:lnTo>
                    <a:pt x="618" y="629"/>
                  </a:lnTo>
                  <a:lnTo>
                    <a:pt x="652" y="628"/>
                  </a:lnTo>
                  <a:lnTo>
                    <a:pt x="688" y="627"/>
                  </a:lnTo>
                  <a:lnTo>
                    <a:pt x="724" y="627"/>
                  </a:lnTo>
                  <a:lnTo>
                    <a:pt x="761" y="626"/>
                  </a:lnTo>
                  <a:lnTo>
                    <a:pt x="798" y="626"/>
                  </a:lnTo>
                  <a:lnTo>
                    <a:pt x="821" y="626"/>
                  </a:lnTo>
                  <a:lnTo>
                    <a:pt x="843" y="626"/>
                  </a:lnTo>
                  <a:lnTo>
                    <a:pt x="867" y="627"/>
                  </a:lnTo>
                  <a:lnTo>
                    <a:pt x="889" y="627"/>
                  </a:lnTo>
                  <a:lnTo>
                    <a:pt x="892" y="627"/>
                  </a:lnTo>
                  <a:lnTo>
                    <a:pt x="893" y="625"/>
                  </a:lnTo>
                  <a:lnTo>
                    <a:pt x="909" y="610"/>
                  </a:lnTo>
                  <a:lnTo>
                    <a:pt x="926" y="598"/>
                  </a:lnTo>
                  <a:lnTo>
                    <a:pt x="943" y="587"/>
                  </a:lnTo>
                  <a:lnTo>
                    <a:pt x="961" y="578"/>
                  </a:lnTo>
                  <a:lnTo>
                    <a:pt x="980" y="570"/>
                  </a:lnTo>
                  <a:lnTo>
                    <a:pt x="998" y="565"/>
                  </a:lnTo>
                  <a:lnTo>
                    <a:pt x="1007" y="563"/>
                  </a:lnTo>
                  <a:lnTo>
                    <a:pt x="1018" y="562"/>
                  </a:lnTo>
                  <a:lnTo>
                    <a:pt x="1027" y="561"/>
                  </a:lnTo>
                  <a:lnTo>
                    <a:pt x="1036" y="561"/>
                  </a:lnTo>
                  <a:lnTo>
                    <a:pt x="1095" y="622"/>
                  </a:lnTo>
                  <a:lnTo>
                    <a:pt x="1056" y="68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41" name="Freeform 45"/>
            <p:cNvSpPr>
              <a:spLocks/>
            </p:cNvSpPr>
            <p:nvPr userDrawn="1"/>
          </p:nvSpPr>
          <p:spPr bwMode="gray">
            <a:xfrm>
              <a:off x="6462" y="602"/>
              <a:ext cx="36" cy="42"/>
            </a:xfrm>
            <a:custGeom>
              <a:avLst/>
              <a:gdLst>
                <a:gd name="T0" fmla="*/ 212 w 427"/>
                <a:gd name="T1" fmla="*/ 377 h 496"/>
                <a:gd name="T2" fmla="*/ 201 w 427"/>
                <a:gd name="T3" fmla="*/ 371 h 496"/>
                <a:gd name="T4" fmla="*/ 196 w 427"/>
                <a:gd name="T5" fmla="*/ 364 h 496"/>
                <a:gd name="T6" fmla="*/ 193 w 427"/>
                <a:gd name="T7" fmla="*/ 355 h 496"/>
                <a:gd name="T8" fmla="*/ 192 w 427"/>
                <a:gd name="T9" fmla="*/ 345 h 496"/>
                <a:gd name="T10" fmla="*/ 193 w 427"/>
                <a:gd name="T11" fmla="*/ 333 h 496"/>
                <a:gd name="T12" fmla="*/ 199 w 427"/>
                <a:gd name="T13" fmla="*/ 315 h 496"/>
                <a:gd name="T14" fmla="*/ 213 w 427"/>
                <a:gd name="T15" fmla="*/ 286 h 496"/>
                <a:gd name="T16" fmla="*/ 235 w 427"/>
                <a:gd name="T17" fmla="*/ 250 h 496"/>
                <a:gd name="T18" fmla="*/ 260 w 427"/>
                <a:gd name="T19" fmla="*/ 212 h 496"/>
                <a:gd name="T20" fmla="*/ 289 w 427"/>
                <a:gd name="T21" fmla="*/ 174 h 496"/>
                <a:gd name="T22" fmla="*/ 318 w 427"/>
                <a:gd name="T23" fmla="*/ 142 h 496"/>
                <a:gd name="T24" fmla="*/ 346 w 427"/>
                <a:gd name="T25" fmla="*/ 116 h 496"/>
                <a:gd name="T26" fmla="*/ 365 w 427"/>
                <a:gd name="T27" fmla="*/ 104 h 496"/>
                <a:gd name="T28" fmla="*/ 377 w 427"/>
                <a:gd name="T29" fmla="*/ 101 h 496"/>
                <a:gd name="T30" fmla="*/ 427 w 427"/>
                <a:gd name="T31" fmla="*/ 50 h 496"/>
                <a:gd name="T32" fmla="*/ 359 w 427"/>
                <a:gd name="T33" fmla="*/ 1 h 496"/>
                <a:gd name="T34" fmla="*/ 331 w 427"/>
                <a:gd name="T35" fmla="*/ 6 h 496"/>
                <a:gd name="T36" fmla="*/ 301 w 427"/>
                <a:gd name="T37" fmla="*/ 17 h 496"/>
                <a:gd name="T38" fmla="*/ 272 w 427"/>
                <a:gd name="T39" fmla="*/ 31 h 496"/>
                <a:gd name="T40" fmla="*/ 241 w 427"/>
                <a:gd name="T41" fmla="*/ 50 h 496"/>
                <a:gd name="T42" fmla="*/ 210 w 427"/>
                <a:gd name="T43" fmla="*/ 72 h 496"/>
                <a:gd name="T44" fmla="*/ 167 w 427"/>
                <a:gd name="T45" fmla="*/ 109 h 496"/>
                <a:gd name="T46" fmla="*/ 112 w 427"/>
                <a:gd name="T47" fmla="*/ 165 h 496"/>
                <a:gd name="T48" fmla="*/ 66 w 427"/>
                <a:gd name="T49" fmla="*/ 222 h 496"/>
                <a:gd name="T50" fmla="*/ 37 w 427"/>
                <a:gd name="T51" fmla="*/ 264 h 496"/>
                <a:gd name="T52" fmla="*/ 22 w 427"/>
                <a:gd name="T53" fmla="*/ 291 h 496"/>
                <a:gd name="T54" fmla="*/ 10 w 427"/>
                <a:gd name="T55" fmla="*/ 315 h 496"/>
                <a:gd name="T56" fmla="*/ 3 w 427"/>
                <a:gd name="T57" fmla="*/ 337 h 496"/>
                <a:gd name="T58" fmla="*/ 0 w 427"/>
                <a:gd name="T59" fmla="*/ 356 h 496"/>
                <a:gd name="T60" fmla="*/ 1 w 427"/>
                <a:gd name="T61" fmla="*/ 374 h 496"/>
                <a:gd name="T62" fmla="*/ 7 w 427"/>
                <a:gd name="T63" fmla="*/ 394 h 496"/>
                <a:gd name="T64" fmla="*/ 19 w 427"/>
                <a:gd name="T65" fmla="*/ 412 h 496"/>
                <a:gd name="T66" fmla="*/ 33 w 427"/>
                <a:gd name="T67" fmla="*/ 429 h 496"/>
                <a:gd name="T68" fmla="*/ 51 w 427"/>
                <a:gd name="T69" fmla="*/ 445 h 496"/>
                <a:gd name="T70" fmla="*/ 72 w 427"/>
                <a:gd name="T71" fmla="*/ 459 h 496"/>
                <a:gd name="T72" fmla="*/ 94 w 427"/>
                <a:gd name="T73" fmla="*/ 471 h 496"/>
                <a:gd name="T74" fmla="*/ 119 w 427"/>
                <a:gd name="T75" fmla="*/ 482 h 496"/>
                <a:gd name="T76" fmla="*/ 144 w 427"/>
                <a:gd name="T77" fmla="*/ 490 h 496"/>
                <a:gd name="T78" fmla="*/ 169 w 427"/>
                <a:gd name="T79" fmla="*/ 494 h 496"/>
                <a:gd name="T80" fmla="*/ 193 w 427"/>
                <a:gd name="T81" fmla="*/ 496 h 496"/>
                <a:gd name="T82" fmla="*/ 262 w 427"/>
                <a:gd name="T83" fmla="*/ 437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427" h="496">
                  <a:moveTo>
                    <a:pt x="222" y="377"/>
                  </a:moveTo>
                  <a:lnTo>
                    <a:pt x="212" y="377"/>
                  </a:lnTo>
                  <a:lnTo>
                    <a:pt x="206" y="374"/>
                  </a:lnTo>
                  <a:lnTo>
                    <a:pt x="201" y="371"/>
                  </a:lnTo>
                  <a:lnTo>
                    <a:pt x="198" y="367"/>
                  </a:lnTo>
                  <a:lnTo>
                    <a:pt x="196" y="364"/>
                  </a:lnTo>
                  <a:lnTo>
                    <a:pt x="194" y="359"/>
                  </a:lnTo>
                  <a:lnTo>
                    <a:pt x="193" y="355"/>
                  </a:lnTo>
                  <a:lnTo>
                    <a:pt x="192" y="350"/>
                  </a:lnTo>
                  <a:lnTo>
                    <a:pt x="192" y="345"/>
                  </a:lnTo>
                  <a:lnTo>
                    <a:pt x="192" y="339"/>
                  </a:lnTo>
                  <a:lnTo>
                    <a:pt x="193" y="333"/>
                  </a:lnTo>
                  <a:lnTo>
                    <a:pt x="195" y="326"/>
                  </a:lnTo>
                  <a:lnTo>
                    <a:pt x="199" y="315"/>
                  </a:lnTo>
                  <a:lnTo>
                    <a:pt x="205" y="302"/>
                  </a:lnTo>
                  <a:lnTo>
                    <a:pt x="213" y="286"/>
                  </a:lnTo>
                  <a:lnTo>
                    <a:pt x="224" y="268"/>
                  </a:lnTo>
                  <a:lnTo>
                    <a:pt x="235" y="250"/>
                  </a:lnTo>
                  <a:lnTo>
                    <a:pt x="247" y="231"/>
                  </a:lnTo>
                  <a:lnTo>
                    <a:pt x="260" y="212"/>
                  </a:lnTo>
                  <a:lnTo>
                    <a:pt x="275" y="193"/>
                  </a:lnTo>
                  <a:lnTo>
                    <a:pt x="289" y="174"/>
                  </a:lnTo>
                  <a:lnTo>
                    <a:pt x="303" y="157"/>
                  </a:lnTo>
                  <a:lnTo>
                    <a:pt x="318" y="142"/>
                  </a:lnTo>
                  <a:lnTo>
                    <a:pt x="333" y="127"/>
                  </a:lnTo>
                  <a:lnTo>
                    <a:pt x="346" y="116"/>
                  </a:lnTo>
                  <a:lnTo>
                    <a:pt x="359" y="107"/>
                  </a:lnTo>
                  <a:lnTo>
                    <a:pt x="365" y="104"/>
                  </a:lnTo>
                  <a:lnTo>
                    <a:pt x="372" y="102"/>
                  </a:lnTo>
                  <a:lnTo>
                    <a:pt x="377" y="101"/>
                  </a:lnTo>
                  <a:lnTo>
                    <a:pt x="383" y="100"/>
                  </a:lnTo>
                  <a:lnTo>
                    <a:pt x="427" y="50"/>
                  </a:lnTo>
                  <a:lnTo>
                    <a:pt x="373" y="0"/>
                  </a:lnTo>
                  <a:lnTo>
                    <a:pt x="359" y="1"/>
                  </a:lnTo>
                  <a:lnTo>
                    <a:pt x="345" y="3"/>
                  </a:lnTo>
                  <a:lnTo>
                    <a:pt x="331" y="6"/>
                  </a:lnTo>
                  <a:lnTo>
                    <a:pt x="316" y="11"/>
                  </a:lnTo>
                  <a:lnTo>
                    <a:pt x="301" y="17"/>
                  </a:lnTo>
                  <a:lnTo>
                    <a:pt x="286" y="23"/>
                  </a:lnTo>
                  <a:lnTo>
                    <a:pt x="272" y="31"/>
                  </a:lnTo>
                  <a:lnTo>
                    <a:pt x="256" y="41"/>
                  </a:lnTo>
                  <a:lnTo>
                    <a:pt x="241" y="50"/>
                  </a:lnTo>
                  <a:lnTo>
                    <a:pt x="226" y="61"/>
                  </a:lnTo>
                  <a:lnTo>
                    <a:pt x="210" y="72"/>
                  </a:lnTo>
                  <a:lnTo>
                    <a:pt x="196" y="83"/>
                  </a:lnTo>
                  <a:lnTo>
                    <a:pt x="167" y="109"/>
                  </a:lnTo>
                  <a:lnTo>
                    <a:pt x="139" y="137"/>
                  </a:lnTo>
                  <a:lnTo>
                    <a:pt x="112" y="165"/>
                  </a:lnTo>
                  <a:lnTo>
                    <a:pt x="88" y="194"/>
                  </a:lnTo>
                  <a:lnTo>
                    <a:pt x="66" y="222"/>
                  </a:lnTo>
                  <a:lnTo>
                    <a:pt x="45" y="251"/>
                  </a:lnTo>
                  <a:lnTo>
                    <a:pt x="37" y="264"/>
                  </a:lnTo>
                  <a:lnTo>
                    <a:pt x="29" y="278"/>
                  </a:lnTo>
                  <a:lnTo>
                    <a:pt x="22" y="291"/>
                  </a:lnTo>
                  <a:lnTo>
                    <a:pt x="16" y="303"/>
                  </a:lnTo>
                  <a:lnTo>
                    <a:pt x="10" y="315"/>
                  </a:lnTo>
                  <a:lnTo>
                    <a:pt x="6" y="326"/>
                  </a:lnTo>
                  <a:lnTo>
                    <a:pt x="3" y="337"/>
                  </a:lnTo>
                  <a:lnTo>
                    <a:pt x="1" y="346"/>
                  </a:lnTo>
                  <a:lnTo>
                    <a:pt x="0" y="356"/>
                  </a:lnTo>
                  <a:lnTo>
                    <a:pt x="0" y="365"/>
                  </a:lnTo>
                  <a:lnTo>
                    <a:pt x="1" y="374"/>
                  </a:lnTo>
                  <a:lnTo>
                    <a:pt x="4" y="385"/>
                  </a:lnTo>
                  <a:lnTo>
                    <a:pt x="7" y="394"/>
                  </a:lnTo>
                  <a:lnTo>
                    <a:pt x="13" y="403"/>
                  </a:lnTo>
                  <a:lnTo>
                    <a:pt x="19" y="412"/>
                  </a:lnTo>
                  <a:lnTo>
                    <a:pt x="26" y="420"/>
                  </a:lnTo>
                  <a:lnTo>
                    <a:pt x="33" y="429"/>
                  </a:lnTo>
                  <a:lnTo>
                    <a:pt x="42" y="437"/>
                  </a:lnTo>
                  <a:lnTo>
                    <a:pt x="51" y="445"/>
                  </a:lnTo>
                  <a:lnTo>
                    <a:pt x="61" y="452"/>
                  </a:lnTo>
                  <a:lnTo>
                    <a:pt x="72" y="459"/>
                  </a:lnTo>
                  <a:lnTo>
                    <a:pt x="83" y="465"/>
                  </a:lnTo>
                  <a:lnTo>
                    <a:pt x="94" y="471"/>
                  </a:lnTo>
                  <a:lnTo>
                    <a:pt x="106" y="476"/>
                  </a:lnTo>
                  <a:lnTo>
                    <a:pt x="119" y="482"/>
                  </a:lnTo>
                  <a:lnTo>
                    <a:pt x="131" y="486"/>
                  </a:lnTo>
                  <a:lnTo>
                    <a:pt x="144" y="490"/>
                  </a:lnTo>
                  <a:lnTo>
                    <a:pt x="156" y="492"/>
                  </a:lnTo>
                  <a:lnTo>
                    <a:pt x="169" y="494"/>
                  </a:lnTo>
                  <a:lnTo>
                    <a:pt x="181" y="496"/>
                  </a:lnTo>
                  <a:lnTo>
                    <a:pt x="193" y="496"/>
                  </a:lnTo>
                  <a:lnTo>
                    <a:pt x="204" y="496"/>
                  </a:lnTo>
                  <a:lnTo>
                    <a:pt x="262" y="437"/>
                  </a:lnTo>
                  <a:lnTo>
                    <a:pt x="222" y="37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42" name="Freeform 46"/>
            <p:cNvSpPr>
              <a:spLocks/>
            </p:cNvSpPr>
            <p:nvPr userDrawn="1"/>
          </p:nvSpPr>
          <p:spPr bwMode="gray">
            <a:xfrm>
              <a:off x="7208" y="606"/>
              <a:ext cx="34" cy="28"/>
            </a:xfrm>
            <a:custGeom>
              <a:avLst/>
              <a:gdLst>
                <a:gd name="T0" fmla="*/ 217 w 410"/>
                <a:gd name="T1" fmla="*/ 96 h 335"/>
                <a:gd name="T2" fmla="*/ 233 w 410"/>
                <a:gd name="T3" fmla="*/ 100 h 335"/>
                <a:gd name="T4" fmla="*/ 248 w 410"/>
                <a:gd name="T5" fmla="*/ 107 h 335"/>
                <a:gd name="T6" fmla="*/ 258 w 410"/>
                <a:gd name="T7" fmla="*/ 117 h 335"/>
                <a:gd name="T8" fmla="*/ 264 w 410"/>
                <a:gd name="T9" fmla="*/ 129 h 335"/>
                <a:gd name="T10" fmla="*/ 265 w 410"/>
                <a:gd name="T11" fmla="*/ 141 h 335"/>
                <a:gd name="T12" fmla="*/ 263 w 410"/>
                <a:gd name="T13" fmla="*/ 155 h 335"/>
                <a:gd name="T14" fmla="*/ 256 w 410"/>
                <a:gd name="T15" fmla="*/ 169 h 335"/>
                <a:gd name="T16" fmla="*/ 245 w 410"/>
                <a:gd name="T17" fmla="*/ 183 h 335"/>
                <a:gd name="T18" fmla="*/ 227 w 410"/>
                <a:gd name="T19" fmla="*/ 199 h 335"/>
                <a:gd name="T20" fmla="*/ 208 w 410"/>
                <a:gd name="T21" fmla="*/ 211 h 335"/>
                <a:gd name="T22" fmla="*/ 185 w 410"/>
                <a:gd name="T23" fmla="*/ 221 h 335"/>
                <a:gd name="T24" fmla="*/ 151 w 410"/>
                <a:gd name="T25" fmla="*/ 233 h 335"/>
                <a:gd name="T26" fmla="*/ 107 w 410"/>
                <a:gd name="T27" fmla="*/ 245 h 335"/>
                <a:gd name="T28" fmla="*/ 81 w 410"/>
                <a:gd name="T29" fmla="*/ 249 h 335"/>
                <a:gd name="T30" fmla="*/ 112 w 410"/>
                <a:gd name="T31" fmla="*/ 335 h 335"/>
                <a:gd name="T32" fmla="*/ 144 w 410"/>
                <a:gd name="T33" fmla="*/ 331 h 335"/>
                <a:gd name="T34" fmla="*/ 189 w 410"/>
                <a:gd name="T35" fmla="*/ 321 h 335"/>
                <a:gd name="T36" fmla="*/ 232 w 410"/>
                <a:gd name="T37" fmla="*/ 308 h 335"/>
                <a:gd name="T38" fmla="*/ 275 w 410"/>
                <a:gd name="T39" fmla="*/ 292 h 335"/>
                <a:gd name="T40" fmla="*/ 315 w 410"/>
                <a:gd name="T41" fmla="*/ 273 h 335"/>
                <a:gd name="T42" fmla="*/ 349 w 410"/>
                <a:gd name="T43" fmla="*/ 253 h 335"/>
                <a:gd name="T44" fmla="*/ 376 w 410"/>
                <a:gd name="T45" fmla="*/ 232 h 335"/>
                <a:gd name="T46" fmla="*/ 395 w 410"/>
                <a:gd name="T47" fmla="*/ 212 h 335"/>
                <a:gd name="T48" fmla="*/ 404 w 410"/>
                <a:gd name="T49" fmla="*/ 194 h 335"/>
                <a:gd name="T50" fmla="*/ 408 w 410"/>
                <a:gd name="T51" fmla="*/ 177 h 335"/>
                <a:gd name="T52" fmla="*/ 410 w 410"/>
                <a:gd name="T53" fmla="*/ 162 h 335"/>
                <a:gd name="T54" fmla="*/ 409 w 410"/>
                <a:gd name="T55" fmla="*/ 147 h 335"/>
                <a:gd name="T56" fmla="*/ 405 w 410"/>
                <a:gd name="T57" fmla="*/ 126 h 335"/>
                <a:gd name="T58" fmla="*/ 395 w 410"/>
                <a:gd name="T59" fmla="*/ 103 h 335"/>
                <a:gd name="T60" fmla="*/ 381 w 410"/>
                <a:gd name="T61" fmla="*/ 83 h 335"/>
                <a:gd name="T62" fmla="*/ 365 w 410"/>
                <a:gd name="T63" fmla="*/ 64 h 335"/>
                <a:gd name="T64" fmla="*/ 346 w 410"/>
                <a:gd name="T65" fmla="*/ 48 h 335"/>
                <a:gd name="T66" fmla="*/ 323 w 410"/>
                <a:gd name="T67" fmla="*/ 32 h 335"/>
                <a:gd name="T68" fmla="*/ 301 w 410"/>
                <a:gd name="T69" fmla="*/ 20 h 335"/>
                <a:gd name="T70" fmla="*/ 276 w 410"/>
                <a:gd name="T71" fmla="*/ 11 h 335"/>
                <a:gd name="T72" fmla="*/ 251 w 410"/>
                <a:gd name="T73" fmla="*/ 4 h 335"/>
                <a:gd name="T74" fmla="*/ 225 w 410"/>
                <a:gd name="T75" fmla="*/ 1 h 335"/>
                <a:gd name="T76" fmla="*/ 162 w 410"/>
                <a:gd name="T77" fmla="*/ 56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410" h="335">
                  <a:moveTo>
                    <a:pt x="209" y="96"/>
                  </a:moveTo>
                  <a:lnTo>
                    <a:pt x="217" y="96"/>
                  </a:lnTo>
                  <a:lnTo>
                    <a:pt x="226" y="98"/>
                  </a:lnTo>
                  <a:lnTo>
                    <a:pt x="233" y="100"/>
                  </a:lnTo>
                  <a:lnTo>
                    <a:pt x="241" y="103"/>
                  </a:lnTo>
                  <a:lnTo>
                    <a:pt x="248" y="107"/>
                  </a:lnTo>
                  <a:lnTo>
                    <a:pt x="253" y="111"/>
                  </a:lnTo>
                  <a:lnTo>
                    <a:pt x="258" y="117"/>
                  </a:lnTo>
                  <a:lnTo>
                    <a:pt x="261" y="123"/>
                  </a:lnTo>
                  <a:lnTo>
                    <a:pt x="264" y="129"/>
                  </a:lnTo>
                  <a:lnTo>
                    <a:pt x="265" y="135"/>
                  </a:lnTo>
                  <a:lnTo>
                    <a:pt x="265" y="141"/>
                  </a:lnTo>
                  <a:lnTo>
                    <a:pt x="264" y="148"/>
                  </a:lnTo>
                  <a:lnTo>
                    <a:pt x="263" y="155"/>
                  </a:lnTo>
                  <a:lnTo>
                    <a:pt x="260" y="162"/>
                  </a:lnTo>
                  <a:lnTo>
                    <a:pt x="256" y="169"/>
                  </a:lnTo>
                  <a:lnTo>
                    <a:pt x="252" y="175"/>
                  </a:lnTo>
                  <a:lnTo>
                    <a:pt x="245" y="183"/>
                  </a:lnTo>
                  <a:lnTo>
                    <a:pt x="236" y="192"/>
                  </a:lnTo>
                  <a:lnTo>
                    <a:pt x="227" y="199"/>
                  </a:lnTo>
                  <a:lnTo>
                    <a:pt x="218" y="205"/>
                  </a:lnTo>
                  <a:lnTo>
                    <a:pt x="208" y="211"/>
                  </a:lnTo>
                  <a:lnTo>
                    <a:pt x="197" y="216"/>
                  </a:lnTo>
                  <a:lnTo>
                    <a:pt x="185" y="221"/>
                  </a:lnTo>
                  <a:lnTo>
                    <a:pt x="174" y="226"/>
                  </a:lnTo>
                  <a:lnTo>
                    <a:pt x="151" y="233"/>
                  </a:lnTo>
                  <a:lnTo>
                    <a:pt x="128" y="239"/>
                  </a:lnTo>
                  <a:lnTo>
                    <a:pt x="107" y="245"/>
                  </a:lnTo>
                  <a:lnTo>
                    <a:pt x="88" y="248"/>
                  </a:lnTo>
                  <a:lnTo>
                    <a:pt x="81" y="249"/>
                  </a:lnTo>
                  <a:lnTo>
                    <a:pt x="0" y="328"/>
                  </a:lnTo>
                  <a:lnTo>
                    <a:pt x="112" y="335"/>
                  </a:lnTo>
                  <a:lnTo>
                    <a:pt x="121" y="334"/>
                  </a:lnTo>
                  <a:lnTo>
                    <a:pt x="144" y="331"/>
                  </a:lnTo>
                  <a:lnTo>
                    <a:pt x="165" y="326"/>
                  </a:lnTo>
                  <a:lnTo>
                    <a:pt x="189" y="321"/>
                  </a:lnTo>
                  <a:lnTo>
                    <a:pt x="211" y="315"/>
                  </a:lnTo>
                  <a:lnTo>
                    <a:pt x="232" y="308"/>
                  </a:lnTo>
                  <a:lnTo>
                    <a:pt x="255" y="300"/>
                  </a:lnTo>
                  <a:lnTo>
                    <a:pt x="275" y="292"/>
                  </a:lnTo>
                  <a:lnTo>
                    <a:pt x="296" y="282"/>
                  </a:lnTo>
                  <a:lnTo>
                    <a:pt x="315" y="273"/>
                  </a:lnTo>
                  <a:lnTo>
                    <a:pt x="332" y="263"/>
                  </a:lnTo>
                  <a:lnTo>
                    <a:pt x="349" y="253"/>
                  </a:lnTo>
                  <a:lnTo>
                    <a:pt x="363" y="243"/>
                  </a:lnTo>
                  <a:lnTo>
                    <a:pt x="376" y="232"/>
                  </a:lnTo>
                  <a:lnTo>
                    <a:pt x="386" y="222"/>
                  </a:lnTo>
                  <a:lnTo>
                    <a:pt x="395" y="212"/>
                  </a:lnTo>
                  <a:lnTo>
                    <a:pt x="400" y="203"/>
                  </a:lnTo>
                  <a:lnTo>
                    <a:pt x="404" y="194"/>
                  </a:lnTo>
                  <a:lnTo>
                    <a:pt x="406" y="185"/>
                  </a:lnTo>
                  <a:lnTo>
                    <a:pt x="408" y="177"/>
                  </a:lnTo>
                  <a:lnTo>
                    <a:pt x="409" y="169"/>
                  </a:lnTo>
                  <a:lnTo>
                    <a:pt x="410" y="162"/>
                  </a:lnTo>
                  <a:lnTo>
                    <a:pt x="409" y="154"/>
                  </a:lnTo>
                  <a:lnTo>
                    <a:pt x="409" y="147"/>
                  </a:lnTo>
                  <a:lnTo>
                    <a:pt x="408" y="139"/>
                  </a:lnTo>
                  <a:lnTo>
                    <a:pt x="405" y="126"/>
                  </a:lnTo>
                  <a:lnTo>
                    <a:pt x="400" y="114"/>
                  </a:lnTo>
                  <a:lnTo>
                    <a:pt x="395" y="103"/>
                  </a:lnTo>
                  <a:lnTo>
                    <a:pt x="388" y="93"/>
                  </a:lnTo>
                  <a:lnTo>
                    <a:pt x="381" y="83"/>
                  </a:lnTo>
                  <a:lnTo>
                    <a:pt x="373" y="73"/>
                  </a:lnTo>
                  <a:lnTo>
                    <a:pt x="365" y="64"/>
                  </a:lnTo>
                  <a:lnTo>
                    <a:pt x="355" y="56"/>
                  </a:lnTo>
                  <a:lnTo>
                    <a:pt x="346" y="48"/>
                  </a:lnTo>
                  <a:lnTo>
                    <a:pt x="334" y="39"/>
                  </a:lnTo>
                  <a:lnTo>
                    <a:pt x="323" y="32"/>
                  </a:lnTo>
                  <a:lnTo>
                    <a:pt x="312" y="26"/>
                  </a:lnTo>
                  <a:lnTo>
                    <a:pt x="301" y="20"/>
                  </a:lnTo>
                  <a:lnTo>
                    <a:pt x="288" y="15"/>
                  </a:lnTo>
                  <a:lnTo>
                    <a:pt x="276" y="11"/>
                  </a:lnTo>
                  <a:lnTo>
                    <a:pt x="263" y="7"/>
                  </a:lnTo>
                  <a:lnTo>
                    <a:pt x="251" y="4"/>
                  </a:lnTo>
                  <a:lnTo>
                    <a:pt x="239" y="2"/>
                  </a:lnTo>
                  <a:lnTo>
                    <a:pt x="225" y="1"/>
                  </a:lnTo>
                  <a:lnTo>
                    <a:pt x="213" y="0"/>
                  </a:lnTo>
                  <a:lnTo>
                    <a:pt x="162" y="56"/>
                  </a:lnTo>
                  <a:lnTo>
                    <a:pt x="209" y="9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43" name="Freeform 47"/>
            <p:cNvSpPr>
              <a:spLocks/>
            </p:cNvSpPr>
            <p:nvPr userDrawn="1"/>
          </p:nvSpPr>
          <p:spPr bwMode="gray">
            <a:xfrm>
              <a:off x="7156" y="565"/>
              <a:ext cx="109" cy="121"/>
            </a:xfrm>
            <a:custGeom>
              <a:avLst/>
              <a:gdLst>
                <a:gd name="T0" fmla="*/ 802 w 1307"/>
                <a:gd name="T1" fmla="*/ 593 h 1456"/>
                <a:gd name="T2" fmla="*/ 746 w 1307"/>
                <a:gd name="T3" fmla="*/ 629 h 1456"/>
                <a:gd name="T4" fmla="*/ 713 w 1307"/>
                <a:gd name="T5" fmla="*/ 692 h 1456"/>
                <a:gd name="T6" fmla="*/ 748 w 1307"/>
                <a:gd name="T7" fmla="*/ 832 h 1456"/>
                <a:gd name="T8" fmla="*/ 838 w 1307"/>
                <a:gd name="T9" fmla="*/ 916 h 1456"/>
                <a:gd name="T10" fmla="*/ 970 w 1307"/>
                <a:gd name="T11" fmla="*/ 963 h 1456"/>
                <a:gd name="T12" fmla="*/ 1127 w 1307"/>
                <a:gd name="T13" fmla="*/ 971 h 1456"/>
                <a:gd name="T14" fmla="*/ 1282 w 1307"/>
                <a:gd name="T15" fmla="*/ 944 h 1456"/>
                <a:gd name="T16" fmla="*/ 1306 w 1307"/>
                <a:gd name="T17" fmla="*/ 948 h 1456"/>
                <a:gd name="T18" fmla="*/ 1299 w 1307"/>
                <a:gd name="T19" fmla="*/ 972 h 1456"/>
                <a:gd name="T20" fmla="*/ 1255 w 1307"/>
                <a:gd name="T21" fmla="*/ 1007 h 1456"/>
                <a:gd name="T22" fmla="*/ 1166 w 1307"/>
                <a:gd name="T23" fmla="*/ 1042 h 1456"/>
                <a:gd name="T24" fmla="*/ 1051 w 1307"/>
                <a:gd name="T25" fmla="*/ 1057 h 1456"/>
                <a:gd name="T26" fmla="*/ 851 w 1307"/>
                <a:gd name="T27" fmla="*/ 1032 h 1456"/>
                <a:gd name="T28" fmla="*/ 687 w 1307"/>
                <a:gd name="T29" fmla="*/ 959 h 1456"/>
                <a:gd name="T30" fmla="*/ 585 w 1307"/>
                <a:gd name="T31" fmla="*/ 864 h 1456"/>
                <a:gd name="T32" fmla="*/ 547 w 1307"/>
                <a:gd name="T33" fmla="*/ 796 h 1456"/>
                <a:gd name="T34" fmla="*/ 533 w 1307"/>
                <a:gd name="T35" fmla="*/ 728 h 1456"/>
                <a:gd name="T36" fmla="*/ 471 w 1307"/>
                <a:gd name="T37" fmla="*/ 717 h 1456"/>
                <a:gd name="T38" fmla="*/ 295 w 1307"/>
                <a:gd name="T39" fmla="*/ 760 h 1456"/>
                <a:gd name="T40" fmla="*/ 263 w 1307"/>
                <a:gd name="T41" fmla="*/ 950 h 1456"/>
                <a:gd name="T42" fmla="*/ 242 w 1307"/>
                <a:gd name="T43" fmla="*/ 1207 h 1456"/>
                <a:gd name="T44" fmla="*/ 249 w 1307"/>
                <a:gd name="T45" fmla="*/ 1425 h 1456"/>
                <a:gd name="T46" fmla="*/ 235 w 1307"/>
                <a:gd name="T47" fmla="*/ 1455 h 1456"/>
                <a:gd name="T48" fmla="*/ 183 w 1307"/>
                <a:gd name="T49" fmla="*/ 1441 h 1456"/>
                <a:gd name="T50" fmla="*/ 132 w 1307"/>
                <a:gd name="T51" fmla="*/ 1388 h 1456"/>
                <a:gd name="T52" fmla="*/ 101 w 1307"/>
                <a:gd name="T53" fmla="*/ 1291 h 1456"/>
                <a:gd name="T54" fmla="*/ 98 w 1307"/>
                <a:gd name="T55" fmla="*/ 1045 h 1456"/>
                <a:gd name="T56" fmla="*/ 123 w 1307"/>
                <a:gd name="T57" fmla="*/ 785 h 1456"/>
                <a:gd name="T58" fmla="*/ 59 w 1307"/>
                <a:gd name="T59" fmla="*/ 774 h 1456"/>
                <a:gd name="T60" fmla="*/ 29 w 1307"/>
                <a:gd name="T61" fmla="*/ 747 h 1456"/>
                <a:gd name="T62" fmla="*/ 0 w 1307"/>
                <a:gd name="T63" fmla="*/ 679 h 1456"/>
                <a:gd name="T64" fmla="*/ 21 w 1307"/>
                <a:gd name="T65" fmla="*/ 654 h 1456"/>
                <a:gd name="T66" fmla="*/ 95 w 1307"/>
                <a:gd name="T67" fmla="*/ 659 h 1456"/>
                <a:gd name="T68" fmla="*/ 174 w 1307"/>
                <a:gd name="T69" fmla="*/ 563 h 1456"/>
                <a:gd name="T70" fmla="*/ 246 w 1307"/>
                <a:gd name="T71" fmla="*/ 312 h 1456"/>
                <a:gd name="T72" fmla="*/ 332 w 1307"/>
                <a:gd name="T73" fmla="*/ 113 h 1456"/>
                <a:gd name="T74" fmla="*/ 407 w 1307"/>
                <a:gd name="T75" fmla="*/ 15 h 1456"/>
                <a:gd name="T76" fmla="*/ 488 w 1307"/>
                <a:gd name="T77" fmla="*/ 3 h 1456"/>
                <a:gd name="T78" fmla="*/ 569 w 1307"/>
                <a:gd name="T79" fmla="*/ 39 h 1456"/>
                <a:gd name="T80" fmla="*/ 619 w 1307"/>
                <a:gd name="T81" fmla="*/ 95 h 1456"/>
                <a:gd name="T82" fmla="*/ 634 w 1307"/>
                <a:gd name="T83" fmla="*/ 156 h 1456"/>
                <a:gd name="T84" fmla="*/ 621 w 1307"/>
                <a:gd name="T85" fmla="*/ 200 h 1456"/>
                <a:gd name="T86" fmla="*/ 598 w 1307"/>
                <a:gd name="T87" fmla="*/ 214 h 1456"/>
                <a:gd name="T88" fmla="*/ 578 w 1307"/>
                <a:gd name="T89" fmla="*/ 195 h 1456"/>
                <a:gd name="T90" fmla="*/ 535 w 1307"/>
                <a:gd name="T91" fmla="*/ 146 h 1456"/>
                <a:gd name="T92" fmla="*/ 494 w 1307"/>
                <a:gd name="T93" fmla="*/ 149 h 1456"/>
                <a:gd name="T94" fmla="*/ 451 w 1307"/>
                <a:gd name="T95" fmla="*/ 206 h 1456"/>
                <a:gd name="T96" fmla="*/ 345 w 1307"/>
                <a:gd name="T97" fmla="*/ 519 h 1456"/>
                <a:gd name="T98" fmla="*/ 388 w 1307"/>
                <a:gd name="T99" fmla="*/ 638 h 1456"/>
                <a:gd name="T100" fmla="*/ 594 w 1307"/>
                <a:gd name="T101" fmla="*/ 595 h 1456"/>
                <a:gd name="T102" fmla="*/ 650 w 1307"/>
                <a:gd name="T103" fmla="*/ 551 h 1456"/>
                <a:gd name="T104" fmla="*/ 746 w 1307"/>
                <a:gd name="T105" fmla="*/ 506 h 1456"/>
                <a:gd name="T106" fmla="*/ 844 w 1307"/>
                <a:gd name="T107" fmla="*/ 489 h 1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307" h="1456">
                  <a:moveTo>
                    <a:pt x="840" y="585"/>
                  </a:moveTo>
                  <a:lnTo>
                    <a:pt x="833" y="585"/>
                  </a:lnTo>
                  <a:lnTo>
                    <a:pt x="826" y="586"/>
                  </a:lnTo>
                  <a:lnTo>
                    <a:pt x="820" y="587"/>
                  </a:lnTo>
                  <a:lnTo>
                    <a:pt x="812" y="589"/>
                  </a:lnTo>
                  <a:lnTo>
                    <a:pt x="802" y="593"/>
                  </a:lnTo>
                  <a:lnTo>
                    <a:pt x="792" y="597"/>
                  </a:lnTo>
                  <a:lnTo>
                    <a:pt x="783" y="602"/>
                  </a:lnTo>
                  <a:lnTo>
                    <a:pt x="773" y="608"/>
                  </a:lnTo>
                  <a:lnTo>
                    <a:pt x="763" y="615"/>
                  </a:lnTo>
                  <a:lnTo>
                    <a:pt x="755" y="622"/>
                  </a:lnTo>
                  <a:lnTo>
                    <a:pt x="746" y="629"/>
                  </a:lnTo>
                  <a:lnTo>
                    <a:pt x="739" y="639"/>
                  </a:lnTo>
                  <a:lnTo>
                    <a:pt x="732" y="648"/>
                  </a:lnTo>
                  <a:lnTo>
                    <a:pt x="726" y="658"/>
                  </a:lnTo>
                  <a:lnTo>
                    <a:pt x="721" y="668"/>
                  </a:lnTo>
                  <a:lnTo>
                    <a:pt x="717" y="679"/>
                  </a:lnTo>
                  <a:lnTo>
                    <a:pt x="713" y="692"/>
                  </a:lnTo>
                  <a:lnTo>
                    <a:pt x="711" y="704"/>
                  </a:lnTo>
                  <a:lnTo>
                    <a:pt x="711" y="717"/>
                  </a:lnTo>
                  <a:lnTo>
                    <a:pt x="711" y="732"/>
                  </a:lnTo>
                  <a:lnTo>
                    <a:pt x="712" y="738"/>
                  </a:lnTo>
                  <a:lnTo>
                    <a:pt x="743" y="824"/>
                  </a:lnTo>
                  <a:lnTo>
                    <a:pt x="748" y="832"/>
                  </a:lnTo>
                  <a:lnTo>
                    <a:pt x="759" y="848"/>
                  </a:lnTo>
                  <a:lnTo>
                    <a:pt x="773" y="863"/>
                  </a:lnTo>
                  <a:lnTo>
                    <a:pt x="787" y="879"/>
                  </a:lnTo>
                  <a:lnTo>
                    <a:pt x="803" y="892"/>
                  </a:lnTo>
                  <a:lnTo>
                    <a:pt x="820" y="904"/>
                  </a:lnTo>
                  <a:lnTo>
                    <a:pt x="838" y="916"/>
                  </a:lnTo>
                  <a:lnTo>
                    <a:pt x="857" y="926"/>
                  </a:lnTo>
                  <a:lnTo>
                    <a:pt x="878" y="936"/>
                  </a:lnTo>
                  <a:lnTo>
                    <a:pt x="899" y="945"/>
                  </a:lnTo>
                  <a:lnTo>
                    <a:pt x="922" y="952"/>
                  </a:lnTo>
                  <a:lnTo>
                    <a:pt x="946" y="958"/>
                  </a:lnTo>
                  <a:lnTo>
                    <a:pt x="970" y="963"/>
                  </a:lnTo>
                  <a:lnTo>
                    <a:pt x="996" y="967"/>
                  </a:lnTo>
                  <a:lnTo>
                    <a:pt x="1021" y="970"/>
                  </a:lnTo>
                  <a:lnTo>
                    <a:pt x="1049" y="972"/>
                  </a:lnTo>
                  <a:lnTo>
                    <a:pt x="1077" y="973"/>
                  </a:lnTo>
                  <a:lnTo>
                    <a:pt x="1102" y="972"/>
                  </a:lnTo>
                  <a:lnTo>
                    <a:pt x="1127" y="971"/>
                  </a:lnTo>
                  <a:lnTo>
                    <a:pt x="1152" y="968"/>
                  </a:lnTo>
                  <a:lnTo>
                    <a:pt x="1178" y="965"/>
                  </a:lnTo>
                  <a:lnTo>
                    <a:pt x="1204" y="961"/>
                  </a:lnTo>
                  <a:lnTo>
                    <a:pt x="1230" y="956"/>
                  </a:lnTo>
                  <a:lnTo>
                    <a:pt x="1255" y="950"/>
                  </a:lnTo>
                  <a:lnTo>
                    <a:pt x="1282" y="944"/>
                  </a:lnTo>
                  <a:lnTo>
                    <a:pt x="1291" y="942"/>
                  </a:lnTo>
                  <a:lnTo>
                    <a:pt x="1298" y="942"/>
                  </a:lnTo>
                  <a:lnTo>
                    <a:pt x="1301" y="943"/>
                  </a:lnTo>
                  <a:lnTo>
                    <a:pt x="1303" y="944"/>
                  </a:lnTo>
                  <a:lnTo>
                    <a:pt x="1305" y="945"/>
                  </a:lnTo>
                  <a:lnTo>
                    <a:pt x="1306" y="948"/>
                  </a:lnTo>
                  <a:lnTo>
                    <a:pt x="1307" y="951"/>
                  </a:lnTo>
                  <a:lnTo>
                    <a:pt x="1307" y="954"/>
                  </a:lnTo>
                  <a:lnTo>
                    <a:pt x="1306" y="958"/>
                  </a:lnTo>
                  <a:lnTo>
                    <a:pt x="1305" y="963"/>
                  </a:lnTo>
                  <a:lnTo>
                    <a:pt x="1302" y="967"/>
                  </a:lnTo>
                  <a:lnTo>
                    <a:pt x="1299" y="972"/>
                  </a:lnTo>
                  <a:lnTo>
                    <a:pt x="1295" y="978"/>
                  </a:lnTo>
                  <a:lnTo>
                    <a:pt x="1291" y="983"/>
                  </a:lnTo>
                  <a:lnTo>
                    <a:pt x="1284" y="989"/>
                  </a:lnTo>
                  <a:lnTo>
                    <a:pt x="1275" y="995"/>
                  </a:lnTo>
                  <a:lnTo>
                    <a:pt x="1265" y="1001"/>
                  </a:lnTo>
                  <a:lnTo>
                    <a:pt x="1255" y="1007"/>
                  </a:lnTo>
                  <a:lnTo>
                    <a:pt x="1243" y="1013"/>
                  </a:lnTo>
                  <a:lnTo>
                    <a:pt x="1230" y="1019"/>
                  </a:lnTo>
                  <a:lnTo>
                    <a:pt x="1215" y="1025"/>
                  </a:lnTo>
                  <a:lnTo>
                    <a:pt x="1200" y="1032"/>
                  </a:lnTo>
                  <a:lnTo>
                    <a:pt x="1184" y="1037"/>
                  </a:lnTo>
                  <a:lnTo>
                    <a:pt x="1166" y="1042"/>
                  </a:lnTo>
                  <a:lnTo>
                    <a:pt x="1149" y="1046"/>
                  </a:lnTo>
                  <a:lnTo>
                    <a:pt x="1131" y="1050"/>
                  </a:lnTo>
                  <a:lnTo>
                    <a:pt x="1111" y="1053"/>
                  </a:lnTo>
                  <a:lnTo>
                    <a:pt x="1092" y="1055"/>
                  </a:lnTo>
                  <a:lnTo>
                    <a:pt x="1071" y="1056"/>
                  </a:lnTo>
                  <a:lnTo>
                    <a:pt x="1051" y="1057"/>
                  </a:lnTo>
                  <a:lnTo>
                    <a:pt x="1015" y="1056"/>
                  </a:lnTo>
                  <a:lnTo>
                    <a:pt x="981" y="1054"/>
                  </a:lnTo>
                  <a:lnTo>
                    <a:pt x="947" y="1050"/>
                  </a:lnTo>
                  <a:lnTo>
                    <a:pt x="914" y="1046"/>
                  </a:lnTo>
                  <a:lnTo>
                    <a:pt x="882" y="1039"/>
                  </a:lnTo>
                  <a:lnTo>
                    <a:pt x="851" y="1032"/>
                  </a:lnTo>
                  <a:lnTo>
                    <a:pt x="821" y="1022"/>
                  </a:lnTo>
                  <a:lnTo>
                    <a:pt x="792" y="1012"/>
                  </a:lnTo>
                  <a:lnTo>
                    <a:pt x="763" y="1001"/>
                  </a:lnTo>
                  <a:lnTo>
                    <a:pt x="737" y="988"/>
                  </a:lnTo>
                  <a:lnTo>
                    <a:pt x="710" y="974"/>
                  </a:lnTo>
                  <a:lnTo>
                    <a:pt x="687" y="959"/>
                  </a:lnTo>
                  <a:lnTo>
                    <a:pt x="663" y="943"/>
                  </a:lnTo>
                  <a:lnTo>
                    <a:pt x="642" y="925"/>
                  </a:lnTo>
                  <a:lnTo>
                    <a:pt x="622" y="906"/>
                  </a:lnTo>
                  <a:lnTo>
                    <a:pt x="603" y="887"/>
                  </a:lnTo>
                  <a:lnTo>
                    <a:pt x="594" y="875"/>
                  </a:lnTo>
                  <a:lnTo>
                    <a:pt x="585" y="864"/>
                  </a:lnTo>
                  <a:lnTo>
                    <a:pt x="577" y="853"/>
                  </a:lnTo>
                  <a:lnTo>
                    <a:pt x="570" y="842"/>
                  </a:lnTo>
                  <a:lnTo>
                    <a:pt x="562" y="831"/>
                  </a:lnTo>
                  <a:lnTo>
                    <a:pt x="557" y="819"/>
                  </a:lnTo>
                  <a:lnTo>
                    <a:pt x="551" y="808"/>
                  </a:lnTo>
                  <a:lnTo>
                    <a:pt x="547" y="796"/>
                  </a:lnTo>
                  <a:lnTo>
                    <a:pt x="543" y="785"/>
                  </a:lnTo>
                  <a:lnTo>
                    <a:pt x="539" y="773"/>
                  </a:lnTo>
                  <a:lnTo>
                    <a:pt x="537" y="762"/>
                  </a:lnTo>
                  <a:lnTo>
                    <a:pt x="535" y="751"/>
                  </a:lnTo>
                  <a:lnTo>
                    <a:pt x="534" y="740"/>
                  </a:lnTo>
                  <a:lnTo>
                    <a:pt x="533" y="728"/>
                  </a:lnTo>
                  <a:lnTo>
                    <a:pt x="533" y="718"/>
                  </a:lnTo>
                  <a:lnTo>
                    <a:pt x="534" y="707"/>
                  </a:lnTo>
                  <a:lnTo>
                    <a:pt x="535" y="699"/>
                  </a:lnTo>
                  <a:lnTo>
                    <a:pt x="527" y="701"/>
                  </a:lnTo>
                  <a:lnTo>
                    <a:pt x="499" y="709"/>
                  </a:lnTo>
                  <a:lnTo>
                    <a:pt x="471" y="717"/>
                  </a:lnTo>
                  <a:lnTo>
                    <a:pt x="442" y="725"/>
                  </a:lnTo>
                  <a:lnTo>
                    <a:pt x="413" y="733"/>
                  </a:lnTo>
                  <a:lnTo>
                    <a:pt x="383" y="740"/>
                  </a:lnTo>
                  <a:lnTo>
                    <a:pt x="353" y="747"/>
                  </a:lnTo>
                  <a:lnTo>
                    <a:pt x="325" y="754"/>
                  </a:lnTo>
                  <a:lnTo>
                    <a:pt x="295" y="760"/>
                  </a:lnTo>
                  <a:lnTo>
                    <a:pt x="292" y="761"/>
                  </a:lnTo>
                  <a:lnTo>
                    <a:pt x="291" y="764"/>
                  </a:lnTo>
                  <a:lnTo>
                    <a:pt x="283" y="811"/>
                  </a:lnTo>
                  <a:lnTo>
                    <a:pt x="275" y="858"/>
                  </a:lnTo>
                  <a:lnTo>
                    <a:pt x="269" y="904"/>
                  </a:lnTo>
                  <a:lnTo>
                    <a:pt x="263" y="950"/>
                  </a:lnTo>
                  <a:lnTo>
                    <a:pt x="258" y="995"/>
                  </a:lnTo>
                  <a:lnTo>
                    <a:pt x="252" y="1039"/>
                  </a:lnTo>
                  <a:lnTo>
                    <a:pt x="248" y="1083"/>
                  </a:lnTo>
                  <a:lnTo>
                    <a:pt x="245" y="1126"/>
                  </a:lnTo>
                  <a:lnTo>
                    <a:pt x="243" y="1167"/>
                  </a:lnTo>
                  <a:lnTo>
                    <a:pt x="242" y="1207"/>
                  </a:lnTo>
                  <a:lnTo>
                    <a:pt x="241" y="1247"/>
                  </a:lnTo>
                  <a:lnTo>
                    <a:pt x="241" y="1286"/>
                  </a:lnTo>
                  <a:lnTo>
                    <a:pt x="242" y="1323"/>
                  </a:lnTo>
                  <a:lnTo>
                    <a:pt x="243" y="1358"/>
                  </a:lnTo>
                  <a:lnTo>
                    <a:pt x="246" y="1392"/>
                  </a:lnTo>
                  <a:lnTo>
                    <a:pt x="249" y="1425"/>
                  </a:lnTo>
                  <a:lnTo>
                    <a:pt x="250" y="1433"/>
                  </a:lnTo>
                  <a:lnTo>
                    <a:pt x="249" y="1440"/>
                  </a:lnTo>
                  <a:lnTo>
                    <a:pt x="247" y="1446"/>
                  </a:lnTo>
                  <a:lnTo>
                    <a:pt x="245" y="1450"/>
                  </a:lnTo>
                  <a:lnTo>
                    <a:pt x="240" y="1454"/>
                  </a:lnTo>
                  <a:lnTo>
                    <a:pt x="235" y="1455"/>
                  </a:lnTo>
                  <a:lnTo>
                    <a:pt x="228" y="1456"/>
                  </a:lnTo>
                  <a:lnTo>
                    <a:pt x="221" y="1455"/>
                  </a:lnTo>
                  <a:lnTo>
                    <a:pt x="212" y="1453"/>
                  </a:lnTo>
                  <a:lnTo>
                    <a:pt x="202" y="1450"/>
                  </a:lnTo>
                  <a:lnTo>
                    <a:pt x="193" y="1446"/>
                  </a:lnTo>
                  <a:lnTo>
                    <a:pt x="183" y="1441"/>
                  </a:lnTo>
                  <a:lnTo>
                    <a:pt x="171" y="1434"/>
                  </a:lnTo>
                  <a:lnTo>
                    <a:pt x="158" y="1423"/>
                  </a:lnTo>
                  <a:lnTo>
                    <a:pt x="150" y="1415"/>
                  </a:lnTo>
                  <a:lnTo>
                    <a:pt x="144" y="1407"/>
                  </a:lnTo>
                  <a:lnTo>
                    <a:pt x="138" y="1398"/>
                  </a:lnTo>
                  <a:lnTo>
                    <a:pt x="132" y="1388"/>
                  </a:lnTo>
                  <a:lnTo>
                    <a:pt x="126" y="1376"/>
                  </a:lnTo>
                  <a:lnTo>
                    <a:pt x="120" y="1362"/>
                  </a:lnTo>
                  <a:lnTo>
                    <a:pt x="115" y="1347"/>
                  </a:lnTo>
                  <a:lnTo>
                    <a:pt x="110" y="1331"/>
                  </a:lnTo>
                  <a:lnTo>
                    <a:pt x="106" y="1311"/>
                  </a:lnTo>
                  <a:lnTo>
                    <a:pt x="101" y="1291"/>
                  </a:lnTo>
                  <a:lnTo>
                    <a:pt x="98" y="1268"/>
                  </a:lnTo>
                  <a:lnTo>
                    <a:pt x="96" y="1243"/>
                  </a:lnTo>
                  <a:lnTo>
                    <a:pt x="94" y="1201"/>
                  </a:lnTo>
                  <a:lnTo>
                    <a:pt x="94" y="1154"/>
                  </a:lnTo>
                  <a:lnTo>
                    <a:pt x="95" y="1101"/>
                  </a:lnTo>
                  <a:lnTo>
                    <a:pt x="98" y="1045"/>
                  </a:lnTo>
                  <a:lnTo>
                    <a:pt x="103" y="985"/>
                  </a:lnTo>
                  <a:lnTo>
                    <a:pt x="111" y="922"/>
                  </a:lnTo>
                  <a:lnTo>
                    <a:pt x="119" y="858"/>
                  </a:lnTo>
                  <a:lnTo>
                    <a:pt x="129" y="791"/>
                  </a:lnTo>
                  <a:lnTo>
                    <a:pt x="130" y="785"/>
                  </a:lnTo>
                  <a:lnTo>
                    <a:pt x="123" y="785"/>
                  </a:lnTo>
                  <a:lnTo>
                    <a:pt x="109" y="785"/>
                  </a:lnTo>
                  <a:lnTo>
                    <a:pt x="95" y="784"/>
                  </a:lnTo>
                  <a:lnTo>
                    <a:pt x="82" y="782"/>
                  </a:lnTo>
                  <a:lnTo>
                    <a:pt x="70" y="778"/>
                  </a:lnTo>
                  <a:lnTo>
                    <a:pt x="64" y="776"/>
                  </a:lnTo>
                  <a:lnTo>
                    <a:pt x="59" y="774"/>
                  </a:lnTo>
                  <a:lnTo>
                    <a:pt x="52" y="771"/>
                  </a:lnTo>
                  <a:lnTo>
                    <a:pt x="47" y="767"/>
                  </a:lnTo>
                  <a:lnTo>
                    <a:pt x="42" y="763"/>
                  </a:lnTo>
                  <a:lnTo>
                    <a:pt x="38" y="758"/>
                  </a:lnTo>
                  <a:lnTo>
                    <a:pt x="33" y="753"/>
                  </a:lnTo>
                  <a:lnTo>
                    <a:pt x="29" y="747"/>
                  </a:lnTo>
                  <a:lnTo>
                    <a:pt x="21" y="734"/>
                  </a:lnTo>
                  <a:lnTo>
                    <a:pt x="14" y="721"/>
                  </a:lnTo>
                  <a:lnTo>
                    <a:pt x="8" y="709"/>
                  </a:lnTo>
                  <a:lnTo>
                    <a:pt x="4" y="698"/>
                  </a:lnTo>
                  <a:lnTo>
                    <a:pt x="1" y="689"/>
                  </a:lnTo>
                  <a:lnTo>
                    <a:pt x="0" y="679"/>
                  </a:lnTo>
                  <a:lnTo>
                    <a:pt x="1" y="672"/>
                  </a:lnTo>
                  <a:lnTo>
                    <a:pt x="4" y="665"/>
                  </a:lnTo>
                  <a:lnTo>
                    <a:pt x="7" y="662"/>
                  </a:lnTo>
                  <a:lnTo>
                    <a:pt x="10" y="658"/>
                  </a:lnTo>
                  <a:lnTo>
                    <a:pt x="15" y="656"/>
                  </a:lnTo>
                  <a:lnTo>
                    <a:pt x="21" y="654"/>
                  </a:lnTo>
                  <a:lnTo>
                    <a:pt x="27" y="653"/>
                  </a:lnTo>
                  <a:lnTo>
                    <a:pt x="35" y="653"/>
                  </a:lnTo>
                  <a:lnTo>
                    <a:pt x="43" y="653"/>
                  </a:lnTo>
                  <a:lnTo>
                    <a:pt x="52" y="655"/>
                  </a:lnTo>
                  <a:lnTo>
                    <a:pt x="73" y="657"/>
                  </a:lnTo>
                  <a:lnTo>
                    <a:pt x="95" y="659"/>
                  </a:lnTo>
                  <a:lnTo>
                    <a:pt x="119" y="661"/>
                  </a:lnTo>
                  <a:lnTo>
                    <a:pt x="145" y="661"/>
                  </a:lnTo>
                  <a:lnTo>
                    <a:pt x="152" y="661"/>
                  </a:lnTo>
                  <a:lnTo>
                    <a:pt x="153" y="656"/>
                  </a:lnTo>
                  <a:lnTo>
                    <a:pt x="164" y="609"/>
                  </a:lnTo>
                  <a:lnTo>
                    <a:pt x="174" y="563"/>
                  </a:lnTo>
                  <a:lnTo>
                    <a:pt x="184" y="518"/>
                  </a:lnTo>
                  <a:lnTo>
                    <a:pt x="196" y="474"/>
                  </a:lnTo>
                  <a:lnTo>
                    <a:pt x="208" y="431"/>
                  </a:lnTo>
                  <a:lnTo>
                    <a:pt x="220" y="391"/>
                  </a:lnTo>
                  <a:lnTo>
                    <a:pt x="233" y="351"/>
                  </a:lnTo>
                  <a:lnTo>
                    <a:pt x="246" y="312"/>
                  </a:lnTo>
                  <a:lnTo>
                    <a:pt x="260" y="275"/>
                  </a:lnTo>
                  <a:lnTo>
                    <a:pt x="273" y="240"/>
                  </a:lnTo>
                  <a:lnTo>
                    <a:pt x="287" y="205"/>
                  </a:lnTo>
                  <a:lnTo>
                    <a:pt x="301" y="172"/>
                  </a:lnTo>
                  <a:lnTo>
                    <a:pt x="317" y="142"/>
                  </a:lnTo>
                  <a:lnTo>
                    <a:pt x="332" y="113"/>
                  </a:lnTo>
                  <a:lnTo>
                    <a:pt x="347" y="85"/>
                  </a:lnTo>
                  <a:lnTo>
                    <a:pt x="363" y="60"/>
                  </a:lnTo>
                  <a:lnTo>
                    <a:pt x="373" y="46"/>
                  </a:lnTo>
                  <a:lnTo>
                    <a:pt x="383" y="34"/>
                  </a:lnTo>
                  <a:lnTo>
                    <a:pt x="395" y="23"/>
                  </a:lnTo>
                  <a:lnTo>
                    <a:pt x="407" y="15"/>
                  </a:lnTo>
                  <a:lnTo>
                    <a:pt x="420" y="9"/>
                  </a:lnTo>
                  <a:lnTo>
                    <a:pt x="434" y="4"/>
                  </a:lnTo>
                  <a:lnTo>
                    <a:pt x="448" y="1"/>
                  </a:lnTo>
                  <a:lnTo>
                    <a:pt x="463" y="0"/>
                  </a:lnTo>
                  <a:lnTo>
                    <a:pt x="475" y="1"/>
                  </a:lnTo>
                  <a:lnTo>
                    <a:pt x="488" y="3"/>
                  </a:lnTo>
                  <a:lnTo>
                    <a:pt x="500" y="5"/>
                  </a:lnTo>
                  <a:lnTo>
                    <a:pt x="514" y="10"/>
                  </a:lnTo>
                  <a:lnTo>
                    <a:pt x="527" y="15"/>
                  </a:lnTo>
                  <a:lnTo>
                    <a:pt x="541" y="21"/>
                  </a:lnTo>
                  <a:lnTo>
                    <a:pt x="554" y="29"/>
                  </a:lnTo>
                  <a:lnTo>
                    <a:pt x="569" y="39"/>
                  </a:lnTo>
                  <a:lnTo>
                    <a:pt x="580" y="47"/>
                  </a:lnTo>
                  <a:lnTo>
                    <a:pt x="589" y="55"/>
                  </a:lnTo>
                  <a:lnTo>
                    <a:pt x="598" y="64"/>
                  </a:lnTo>
                  <a:lnTo>
                    <a:pt x="606" y="74"/>
                  </a:lnTo>
                  <a:lnTo>
                    <a:pt x="612" y="84"/>
                  </a:lnTo>
                  <a:lnTo>
                    <a:pt x="619" y="95"/>
                  </a:lnTo>
                  <a:lnTo>
                    <a:pt x="624" y="105"/>
                  </a:lnTo>
                  <a:lnTo>
                    <a:pt x="627" y="115"/>
                  </a:lnTo>
                  <a:lnTo>
                    <a:pt x="630" y="126"/>
                  </a:lnTo>
                  <a:lnTo>
                    <a:pt x="632" y="136"/>
                  </a:lnTo>
                  <a:lnTo>
                    <a:pt x="633" y="146"/>
                  </a:lnTo>
                  <a:lnTo>
                    <a:pt x="634" y="156"/>
                  </a:lnTo>
                  <a:lnTo>
                    <a:pt x="633" y="165"/>
                  </a:lnTo>
                  <a:lnTo>
                    <a:pt x="632" y="173"/>
                  </a:lnTo>
                  <a:lnTo>
                    <a:pt x="630" y="181"/>
                  </a:lnTo>
                  <a:lnTo>
                    <a:pt x="627" y="188"/>
                  </a:lnTo>
                  <a:lnTo>
                    <a:pt x="624" y="194"/>
                  </a:lnTo>
                  <a:lnTo>
                    <a:pt x="621" y="200"/>
                  </a:lnTo>
                  <a:lnTo>
                    <a:pt x="617" y="204"/>
                  </a:lnTo>
                  <a:lnTo>
                    <a:pt x="613" y="208"/>
                  </a:lnTo>
                  <a:lnTo>
                    <a:pt x="609" y="210"/>
                  </a:lnTo>
                  <a:lnTo>
                    <a:pt x="606" y="213"/>
                  </a:lnTo>
                  <a:lnTo>
                    <a:pt x="602" y="214"/>
                  </a:lnTo>
                  <a:lnTo>
                    <a:pt x="598" y="214"/>
                  </a:lnTo>
                  <a:lnTo>
                    <a:pt x="595" y="214"/>
                  </a:lnTo>
                  <a:lnTo>
                    <a:pt x="592" y="213"/>
                  </a:lnTo>
                  <a:lnTo>
                    <a:pt x="589" y="211"/>
                  </a:lnTo>
                  <a:lnTo>
                    <a:pt x="587" y="209"/>
                  </a:lnTo>
                  <a:lnTo>
                    <a:pt x="582" y="203"/>
                  </a:lnTo>
                  <a:lnTo>
                    <a:pt x="578" y="195"/>
                  </a:lnTo>
                  <a:lnTo>
                    <a:pt x="573" y="182"/>
                  </a:lnTo>
                  <a:lnTo>
                    <a:pt x="567" y="172"/>
                  </a:lnTo>
                  <a:lnTo>
                    <a:pt x="559" y="163"/>
                  </a:lnTo>
                  <a:lnTo>
                    <a:pt x="552" y="155"/>
                  </a:lnTo>
                  <a:lnTo>
                    <a:pt x="544" y="150"/>
                  </a:lnTo>
                  <a:lnTo>
                    <a:pt x="535" y="146"/>
                  </a:lnTo>
                  <a:lnTo>
                    <a:pt x="525" y="144"/>
                  </a:lnTo>
                  <a:lnTo>
                    <a:pt x="515" y="144"/>
                  </a:lnTo>
                  <a:lnTo>
                    <a:pt x="509" y="144"/>
                  </a:lnTo>
                  <a:lnTo>
                    <a:pt x="503" y="145"/>
                  </a:lnTo>
                  <a:lnTo>
                    <a:pt x="499" y="147"/>
                  </a:lnTo>
                  <a:lnTo>
                    <a:pt x="494" y="149"/>
                  </a:lnTo>
                  <a:lnTo>
                    <a:pt x="486" y="154"/>
                  </a:lnTo>
                  <a:lnTo>
                    <a:pt x="478" y="161"/>
                  </a:lnTo>
                  <a:lnTo>
                    <a:pt x="471" y="170"/>
                  </a:lnTo>
                  <a:lnTo>
                    <a:pt x="464" y="180"/>
                  </a:lnTo>
                  <a:lnTo>
                    <a:pt x="457" y="193"/>
                  </a:lnTo>
                  <a:lnTo>
                    <a:pt x="451" y="206"/>
                  </a:lnTo>
                  <a:lnTo>
                    <a:pt x="432" y="252"/>
                  </a:lnTo>
                  <a:lnTo>
                    <a:pt x="414" y="300"/>
                  </a:lnTo>
                  <a:lnTo>
                    <a:pt x="396" y="351"/>
                  </a:lnTo>
                  <a:lnTo>
                    <a:pt x="378" y="405"/>
                  </a:lnTo>
                  <a:lnTo>
                    <a:pt x="362" y="461"/>
                  </a:lnTo>
                  <a:lnTo>
                    <a:pt x="345" y="519"/>
                  </a:lnTo>
                  <a:lnTo>
                    <a:pt x="331" y="579"/>
                  </a:lnTo>
                  <a:lnTo>
                    <a:pt x="316" y="641"/>
                  </a:lnTo>
                  <a:lnTo>
                    <a:pt x="315" y="649"/>
                  </a:lnTo>
                  <a:lnTo>
                    <a:pt x="323" y="648"/>
                  </a:lnTo>
                  <a:lnTo>
                    <a:pt x="354" y="643"/>
                  </a:lnTo>
                  <a:lnTo>
                    <a:pt x="388" y="638"/>
                  </a:lnTo>
                  <a:lnTo>
                    <a:pt x="422" y="633"/>
                  </a:lnTo>
                  <a:lnTo>
                    <a:pt x="455" y="625"/>
                  </a:lnTo>
                  <a:lnTo>
                    <a:pt x="490" y="619"/>
                  </a:lnTo>
                  <a:lnTo>
                    <a:pt x="525" y="611"/>
                  </a:lnTo>
                  <a:lnTo>
                    <a:pt x="559" y="604"/>
                  </a:lnTo>
                  <a:lnTo>
                    <a:pt x="594" y="595"/>
                  </a:lnTo>
                  <a:lnTo>
                    <a:pt x="595" y="595"/>
                  </a:lnTo>
                  <a:lnTo>
                    <a:pt x="596" y="594"/>
                  </a:lnTo>
                  <a:lnTo>
                    <a:pt x="608" y="583"/>
                  </a:lnTo>
                  <a:lnTo>
                    <a:pt x="622" y="571"/>
                  </a:lnTo>
                  <a:lnTo>
                    <a:pt x="636" y="561"/>
                  </a:lnTo>
                  <a:lnTo>
                    <a:pt x="650" y="551"/>
                  </a:lnTo>
                  <a:lnTo>
                    <a:pt x="666" y="542"/>
                  </a:lnTo>
                  <a:lnTo>
                    <a:pt x="681" y="534"/>
                  </a:lnTo>
                  <a:lnTo>
                    <a:pt x="696" y="525"/>
                  </a:lnTo>
                  <a:lnTo>
                    <a:pt x="712" y="518"/>
                  </a:lnTo>
                  <a:lnTo>
                    <a:pt x="730" y="511"/>
                  </a:lnTo>
                  <a:lnTo>
                    <a:pt x="746" y="506"/>
                  </a:lnTo>
                  <a:lnTo>
                    <a:pt x="762" y="501"/>
                  </a:lnTo>
                  <a:lnTo>
                    <a:pt x="780" y="497"/>
                  </a:lnTo>
                  <a:lnTo>
                    <a:pt x="796" y="493"/>
                  </a:lnTo>
                  <a:lnTo>
                    <a:pt x="812" y="491"/>
                  </a:lnTo>
                  <a:lnTo>
                    <a:pt x="829" y="490"/>
                  </a:lnTo>
                  <a:lnTo>
                    <a:pt x="844" y="489"/>
                  </a:lnTo>
                  <a:lnTo>
                    <a:pt x="891" y="544"/>
                  </a:lnTo>
                  <a:lnTo>
                    <a:pt x="840" y="5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44" name="Freeform 48"/>
            <p:cNvSpPr>
              <a:spLocks/>
            </p:cNvSpPr>
            <p:nvPr userDrawn="1"/>
          </p:nvSpPr>
          <p:spPr bwMode="gray">
            <a:xfrm>
              <a:off x="6540" y="596"/>
              <a:ext cx="34" cy="32"/>
            </a:xfrm>
            <a:custGeom>
              <a:avLst/>
              <a:gdLst>
                <a:gd name="T0" fmla="*/ 255 w 405"/>
                <a:gd name="T1" fmla="*/ 101 h 383"/>
                <a:gd name="T2" fmla="*/ 269 w 405"/>
                <a:gd name="T3" fmla="*/ 105 h 383"/>
                <a:gd name="T4" fmla="*/ 281 w 405"/>
                <a:gd name="T5" fmla="*/ 113 h 383"/>
                <a:gd name="T6" fmla="*/ 289 w 405"/>
                <a:gd name="T7" fmla="*/ 122 h 383"/>
                <a:gd name="T8" fmla="*/ 293 w 405"/>
                <a:gd name="T9" fmla="*/ 132 h 383"/>
                <a:gd name="T10" fmla="*/ 294 w 405"/>
                <a:gd name="T11" fmla="*/ 143 h 383"/>
                <a:gd name="T12" fmla="*/ 290 w 405"/>
                <a:gd name="T13" fmla="*/ 159 h 383"/>
                <a:gd name="T14" fmla="*/ 277 w 405"/>
                <a:gd name="T15" fmla="*/ 177 h 383"/>
                <a:gd name="T16" fmla="*/ 254 w 405"/>
                <a:gd name="T17" fmla="*/ 199 h 383"/>
                <a:gd name="T18" fmla="*/ 221 w 405"/>
                <a:gd name="T19" fmla="*/ 224 h 383"/>
                <a:gd name="T20" fmla="*/ 182 w 405"/>
                <a:gd name="T21" fmla="*/ 249 h 383"/>
                <a:gd name="T22" fmla="*/ 136 w 405"/>
                <a:gd name="T23" fmla="*/ 275 h 383"/>
                <a:gd name="T24" fmla="*/ 99 w 405"/>
                <a:gd name="T25" fmla="*/ 294 h 383"/>
                <a:gd name="T26" fmla="*/ 95 w 405"/>
                <a:gd name="T27" fmla="*/ 383 h 383"/>
                <a:gd name="T28" fmla="*/ 141 w 405"/>
                <a:gd name="T29" fmla="*/ 362 h 383"/>
                <a:gd name="T30" fmla="*/ 223 w 405"/>
                <a:gd name="T31" fmla="*/ 322 h 383"/>
                <a:gd name="T32" fmla="*/ 279 w 405"/>
                <a:gd name="T33" fmla="*/ 289 h 383"/>
                <a:gd name="T34" fmla="*/ 312 w 405"/>
                <a:gd name="T35" fmla="*/ 268 h 383"/>
                <a:gd name="T36" fmla="*/ 341 w 405"/>
                <a:gd name="T37" fmla="*/ 244 h 383"/>
                <a:gd name="T38" fmla="*/ 367 w 405"/>
                <a:gd name="T39" fmla="*/ 221 h 383"/>
                <a:gd name="T40" fmla="*/ 384 w 405"/>
                <a:gd name="T41" fmla="*/ 200 h 383"/>
                <a:gd name="T42" fmla="*/ 394 w 405"/>
                <a:gd name="T43" fmla="*/ 183 h 383"/>
                <a:gd name="T44" fmla="*/ 401 w 405"/>
                <a:gd name="T45" fmla="*/ 167 h 383"/>
                <a:gd name="T46" fmla="*/ 404 w 405"/>
                <a:gd name="T47" fmla="*/ 150 h 383"/>
                <a:gd name="T48" fmla="*/ 405 w 405"/>
                <a:gd name="T49" fmla="*/ 129 h 383"/>
                <a:gd name="T50" fmla="*/ 400 w 405"/>
                <a:gd name="T51" fmla="*/ 103 h 383"/>
                <a:gd name="T52" fmla="*/ 390 w 405"/>
                <a:gd name="T53" fmla="*/ 83 h 383"/>
                <a:gd name="T54" fmla="*/ 378 w 405"/>
                <a:gd name="T55" fmla="*/ 65 h 383"/>
                <a:gd name="T56" fmla="*/ 363 w 405"/>
                <a:gd name="T57" fmla="*/ 48 h 383"/>
                <a:gd name="T58" fmla="*/ 344 w 405"/>
                <a:gd name="T59" fmla="*/ 34 h 383"/>
                <a:gd name="T60" fmla="*/ 324 w 405"/>
                <a:gd name="T61" fmla="*/ 22 h 383"/>
                <a:gd name="T62" fmla="*/ 302 w 405"/>
                <a:gd name="T63" fmla="*/ 12 h 383"/>
                <a:gd name="T64" fmla="*/ 281 w 405"/>
                <a:gd name="T65" fmla="*/ 4 h 383"/>
                <a:gd name="T66" fmla="*/ 259 w 405"/>
                <a:gd name="T67" fmla="*/ 1 h 383"/>
                <a:gd name="T68" fmla="*/ 198 w 405"/>
                <a:gd name="T69" fmla="*/ 59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05" h="383">
                  <a:moveTo>
                    <a:pt x="247" y="101"/>
                  </a:moveTo>
                  <a:lnTo>
                    <a:pt x="255" y="101"/>
                  </a:lnTo>
                  <a:lnTo>
                    <a:pt x="262" y="103"/>
                  </a:lnTo>
                  <a:lnTo>
                    <a:pt x="269" y="105"/>
                  </a:lnTo>
                  <a:lnTo>
                    <a:pt x="275" y="109"/>
                  </a:lnTo>
                  <a:lnTo>
                    <a:pt x="281" y="113"/>
                  </a:lnTo>
                  <a:lnTo>
                    <a:pt x="285" y="117"/>
                  </a:lnTo>
                  <a:lnTo>
                    <a:pt x="289" y="122"/>
                  </a:lnTo>
                  <a:lnTo>
                    <a:pt x="292" y="127"/>
                  </a:lnTo>
                  <a:lnTo>
                    <a:pt x="293" y="132"/>
                  </a:lnTo>
                  <a:lnTo>
                    <a:pt x="294" y="137"/>
                  </a:lnTo>
                  <a:lnTo>
                    <a:pt x="294" y="143"/>
                  </a:lnTo>
                  <a:lnTo>
                    <a:pt x="292" y="150"/>
                  </a:lnTo>
                  <a:lnTo>
                    <a:pt x="290" y="159"/>
                  </a:lnTo>
                  <a:lnTo>
                    <a:pt x="285" y="168"/>
                  </a:lnTo>
                  <a:lnTo>
                    <a:pt x="277" y="177"/>
                  </a:lnTo>
                  <a:lnTo>
                    <a:pt x="268" y="187"/>
                  </a:lnTo>
                  <a:lnTo>
                    <a:pt x="254" y="199"/>
                  </a:lnTo>
                  <a:lnTo>
                    <a:pt x="238" y="212"/>
                  </a:lnTo>
                  <a:lnTo>
                    <a:pt x="221" y="224"/>
                  </a:lnTo>
                  <a:lnTo>
                    <a:pt x="203" y="237"/>
                  </a:lnTo>
                  <a:lnTo>
                    <a:pt x="182" y="249"/>
                  </a:lnTo>
                  <a:lnTo>
                    <a:pt x="160" y="263"/>
                  </a:lnTo>
                  <a:lnTo>
                    <a:pt x="136" y="275"/>
                  </a:lnTo>
                  <a:lnTo>
                    <a:pt x="111" y="288"/>
                  </a:lnTo>
                  <a:lnTo>
                    <a:pt x="99" y="294"/>
                  </a:lnTo>
                  <a:lnTo>
                    <a:pt x="0" y="370"/>
                  </a:lnTo>
                  <a:lnTo>
                    <a:pt x="95" y="383"/>
                  </a:lnTo>
                  <a:lnTo>
                    <a:pt x="99" y="381"/>
                  </a:lnTo>
                  <a:lnTo>
                    <a:pt x="141" y="362"/>
                  </a:lnTo>
                  <a:lnTo>
                    <a:pt x="183" y="342"/>
                  </a:lnTo>
                  <a:lnTo>
                    <a:pt x="223" y="322"/>
                  </a:lnTo>
                  <a:lnTo>
                    <a:pt x="261" y="300"/>
                  </a:lnTo>
                  <a:lnTo>
                    <a:pt x="279" y="289"/>
                  </a:lnTo>
                  <a:lnTo>
                    <a:pt x="295" y="279"/>
                  </a:lnTo>
                  <a:lnTo>
                    <a:pt x="312" y="268"/>
                  </a:lnTo>
                  <a:lnTo>
                    <a:pt x="327" y="257"/>
                  </a:lnTo>
                  <a:lnTo>
                    <a:pt x="341" y="244"/>
                  </a:lnTo>
                  <a:lnTo>
                    <a:pt x="354" y="233"/>
                  </a:lnTo>
                  <a:lnTo>
                    <a:pt x="367" y="221"/>
                  </a:lnTo>
                  <a:lnTo>
                    <a:pt x="377" y="210"/>
                  </a:lnTo>
                  <a:lnTo>
                    <a:pt x="384" y="200"/>
                  </a:lnTo>
                  <a:lnTo>
                    <a:pt x="389" y="192"/>
                  </a:lnTo>
                  <a:lnTo>
                    <a:pt x="394" y="183"/>
                  </a:lnTo>
                  <a:lnTo>
                    <a:pt x="398" y="175"/>
                  </a:lnTo>
                  <a:lnTo>
                    <a:pt x="401" y="167"/>
                  </a:lnTo>
                  <a:lnTo>
                    <a:pt x="403" y="159"/>
                  </a:lnTo>
                  <a:lnTo>
                    <a:pt x="404" y="150"/>
                  </a:lnTo>
                  <a:lnTo>
                    <a:pt x="405" y="143"/>
                  </a:lnTo>
                  <a:lnTo>
                    <a:pt x="405" y="129"/>
                  </a:lnTo>
                  <a:lnTo>
                    <a:pt x="403" y="116"/>
                  </a:lnTo>
                  <a:lnTo>
                    <a:pt x="400" y="103"/>
                  </a:lnTo>
                  <a:lnTo>
                    <a:pt x="395" y="92"/>
                  </a:lnTo>
                  <a:lnTo>
                    <a:pt x="390" y="83"/>
                  </a:lnTo>
                  <a:lnTo>
                    <a:pt x="385" y="74"/>
                  </a:lnTo>
                  <a:lnTo>
                    <a:pt x="378" y="65"/>
                  </a:lnTo>
                  <a:lnTo>
                    <a:pt x="371" y="56"/>
                  </a:lnTo>
                  <a:lnTo>
                    <a:pt x="363" y="48"/>
                  </a:lnTo>
                  <a:lnTo>
                    <a:pt x="353" y="40"/>
                  </a:lnTo>
                  <a:lnTo>
                    <a:pt x="344" y="34"/>
                  </a:lnTo>
                  <a:lnTo>
                    <a:pt x="334" y="27"/>
                  </a:lnTo>
                  <a:lnTo>
                    <a:pt x="324" y="22"/>
                  </a:lnTo>
                  <a:lnTo>
                    <a:pt x="314" y="16"/>
                  </a:lnTo>
                  <a:lnTo>
                    <a:pt x="302" y="12"/>
                  </a:lnTo>
                  <a:lnTo>
                    <a:pt x="292" y="7"/>
                  </a:lnTo>
                  <a:lnTo>
                    <a:pt x="281" y="4"/>
                  </a:lnTo>
                  <a:lnTo>
                    <a:pt x="270" y="2"/>
                  </a:lnTo>
                  <a:lnTo>
                    <a:pt x="259" y="1"/>
                  </a:lnTo>
                  <a:lnTo>
                    <a:pt x="247" y="0"/>
                  </a:lnTo>
                  <a:lnTo>
                    <a:pt x="198" y="59"/>
                  </a:lnTo>
                  <a:lnTo>
                    <a:pt x="247" y="10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45" name="Freeform 49"/>
            <p:cNvSpPr>
              <a:spLocks/>
            </p:cNvSpPr>
            <p:nvPr userDrawn="1"/>
          </p:nvSpPr>
          <p:spPr bwMode="gray">
            <a:xfrm>
              <a:off x="6473" y="596"/>
              <a:ext cx="191" cy="122"/>
            </a:xfrm>
            <a:custGeom>
              <a:avLst/>
              <a:gdLst>
                <a:gd name="T0" fmla="*/ 982 w 2289"/>
                <a:gd name="T1" fmla="*/ 130 h 1460"/>
                <a:gd name="T2" fmla="*/ 920 w 2289"/>
                <a:gd name="T3" fmla="*/ 214 h 1460"/>
                <a:gd name="T4" fmla="*/ 891 w 2289"/>
                <a:gd name="T5" fmla="*/ 387 h 1460"/>
                <a:gd name="T6" fmla="*/ 936 w 2289"/>
                <a:gd name="T7" fmla="*/ 481 h 1460"/>
                <a:gd name="T8" fmla="*/ 1034 w 2289"/>
                <a:gd name="T9" fmla="*/ 514 h 1460"/>
                <a:gd name="T10" fmla="*/ 1200 w 2289"/>
                <a:gd name="T11" fmla="*/ 464 h 1460"/>
                <a:gd name="T12" fmla="*/ 1394 w 2289"/>
                <a:gd name="T13" fmla="*/ 312 h 1460"/>
                <a:gd name="T14" fmla="*/ 1433 w 2289"/>
                <a:gd name="T15" fmla="*/ 157 h 1460"/>
                <a:gd name="T16" fmla="*/ 1486 w 2289"/>
                <a:gd name="T17" fmla="*/ 59 h 1460"/>
                <a:gd name="T18" fmla="*/ 1544 w 2289"/>
                <a:gd name="T19" fmla="*/ 51 h 1460"/>
                <a:gd name="T20" fmla="*/ 1625 w 2289"/>
                <a:gd name="T21" fmla="*/ 91 h 1460"/>
                <a:gd name="T22" fmla="*/ 1634 w 2289"/>
                <a:gd name="T23" fmla="*/ 139 h 1460"/>
                <a:gd name="T24" fmla="*/ 1565 w 2289"/>
                <a:gd name="T25" fmla="*/ 346 h 1460"/>
                <a:gd name="T26" fmla="*/ 1568 w 2289"/>
                <a:gd name="T27" fmla="*/ 436 h 1460"/>
                <a:gd name="T28" fmla="*/ 1616 w 2289"/>
                <a:gd name="T29" fmla="*/ 424 h 1460"/>
                <a:gd name="T30" fmla="*/ 1755 w 2289"/>
                <a:gd name="T31" fmla="*/ 283 h 1460"/>
                <a:gd name="T32" fmla="*/ 1888 w 2289"/>
                <a:gd name="T33" fmla="*/ 183 h 1460"/>
                <a:gd name="T34" fmla="*/ 1988 w 2289"/>
                <a:gd name="T35" fmla="*/ 199 h 1460"/>
                <a:gd name="T36" fmla="*/ 2063 w 2289"/>
                <a:gd name="T37" fmla="*/ 256 h 1460"/>
                <a:gd name="T38" fmla="*/ 2136 w 2289"/>
                <a:gd name="T39" fmla="*/ 408 h 1460"/>
                <a:gd name="T40" fmla="*/ 2229 w 2289"/>
                <a:gd name="T41" fmla="*/ 531 h 1460"/>
                <a:gd name="T42" fmla="*/ 2287 w 2289"/>
                <a:gd name="T43" fmla="*/ 580 h 1460"/>
                <a:gd name="T44" fmla="*/ 2259 w 2289"/>
                <a:gd name="T45" fmla="*/ 612 h 1460"/>
                <a:gd name="T46" fmla="*/ 2126 w 2289"/>
                <a:gd name="T47" fmla="*/ 583 h 1460"/>
                <a:gd name="T48" fmla="*/ 1973 w 2289"/>
                <a:gd name="T49" fmla="*/ 441 h 1460"/>
                <a:gd name="T50" fmla="*/ 1884 w 2289"/>
                <a:gd name="T51" fmla="*/ 335 h 1460"/>
                <a:gd name="T52" fmla="*/ 1759 w 2289"/>
                <a:gd name="T53" fmla="*/ 434 h 1460"/>
                <a:gd name="T54" fmla="*/ 1620 w 2289"/>
                <a:gd name="T55" fmla="*/ 580 h 1460"/>
                <a:gd name="T56" fmla="*/ 1534 w 2289"/>
                <a:gd name="T57" fmla="*/ 588 h 1460"/>
                <a:gd name="T58" fmla="*/ 1425 w 2289"/>
                <a:gd name="T59" fmla="*/ 523 h 1460"/>
                <a:gd name="T60" fmla="*/ 1351 w 2289"/>
                <a:gd name="T61" fmla="*/ 466 h 1460"/>
                <a:gd name="T62" fmla="*/ 1157 w 2289"/>
                <a:gd name="T63" fmla="*/ 584 h 1460"/>
                <a:gd name="T64" fmla="*/ 993 w 2289"/>
                <a:gd name="T65" fmla="*/ 613 h 1460"/>
                <a:gd name="T66" fmla="*/ 823 w 2289"/>
                <a:gd name="T67" fmla="*/ 555 h 1460"/>
                <a:gd name="T68" fmla="*/ 720 w 2289"/>
                <a:gd name="T69" fmla="*/ 457 h 1460"/>
                <a:gd name="T70" fmla="*/ 448 w 2289"/>
                <a:gd name="T71" fmla="*/ 594 h 1460"/>
                <a:gd name="T72" fmla="*/ 392 w 2289"/>
                <a:gd name="T73" fmla="*/ 862 h 1460"/>
                <a:gd name="T74" fmla="*/ 328 w 2289"/>
                <a:gd name="T75" fmla="*/ 1161 h 1460"/>
                <a:gd name="T76" fmla="*/ 215 w 2289"/>
                <a:gd name="T77" fmla="*/ 1376 h 1460"/>
                <a:gd name="T78" fmla="*/ 114 w 2289"/>
                <a:gd name="T79" fmla="*/ 1448 h 1460"/>
                <a:gd name="T80" fmla="*/ 0 w 2289"/>
                <a:gd name="T81" fmla="*/ 1423 h 1460"/>
                <a:gd name="T82" fmla="*/ 95 w 2289"/>
                <a:gd name="T83" fmla="*/ 1349 h 1460"/>
                <a:gd name="T84" fmla="*/ 163 w 2289"/>
                <a:gd name="T85" fmla="*/ 1228 h 1460"/>
                <a:gd name="T86" fmla="*/ 213 w 2289"/>
                <a:gd name="T87" fmla="*/ 1035 h 1460"/>
                <a:gd name="T88" fmla="*/ 240 w 2289"/>
                <a:gd name="T89" fmla="*/ 617 h 1460"/>
                <a:gd name="T90" fmla="*/ 195 w 2289"/>
                <a:gd name="T91" fmla="*/ 511 h 1460"/>
                <a:gd name="T92" fmla="*/ 92 w 2289"/>
                <a:gd name="T93" fmla="*/ 565 h 1460"/>
                <a:gd name="T94" fmla="*/ 143 w 2289"/>
                <a:gd name="T95" fmla="*/ 433 h 1460"/>
                <a:gd name="T96" fmla="*/ 254 w 2289"/>
                <a:gd name="T97" fmla="*/ 332 h 1460"/>
                <a:gd name="T98" fmla="*/ 297 w 2289"/>
                <a:gd name="T99" fmla="*/ 230 h 1460"/>
                <a:gd name="T100" fmla="*/ 267 w 2289"/>
                <a:gd name="T101" fmla="*/ 178 h 1460"/>
                <a:gd name="T102" fmla="*/ 261 w 2289"/>
                <a:gd name="T103" fmla="*/ 74 h 1460"/>
                <a:gd name="T104" fmla="*/ 335 w 2289"/>
                <a:gd name="T105" fmla="*/ 118 h 1460"/>
                <a:gd name="T106" fmla="*/ 398 w 2289"/>
                <a:gd name="T107" fmla="*/ 108 h 1460"/>
                <a:gd name="T108" fmla="*/ 489 w 2289"/>
                <a:gd name="T109" fmla="*/ 137 h 1460"/>
                <a:gd name="T110" fmla="*/ 505 w 2289"/>
                <a:gd name="T111" fmla="*/ 181 h 1460"/>
                <a:gd name="T112" fmla="*/ 456 w 2289"/>
                <a:gd name="T113" fmla="*/ 322 h 1460"/>
                <a:gd name="T114" fmla="*/ 427 w 2289"/>
                <a:gd name="T115" fmla="*/ 510 h 1460"/>
                <a:gd name="T116" fmla="*/ 690 w 2289"/>
                <a:gd name="T117" fmla="*/ 385 h 1460"/>
                <a:gd name="T118" fmla="*/ 720 w 2289"/>
                <a:gd name="T119" fmla="*/ 256 h 1460"/>
                <a:gd name="T120" fmla="*/ 812 w 2289"/>
                <a:gd name="T121" fmla="*/ 126 h 1460"/>
                <a:gd name="T122" fmla="*/ 957 w 2289"/>
                <a:gd name="T123" fmla="*/ 26 h 1460"/>
                <a:gd name="T124" fmla="*/ 1042 w 2289"/>
                <a:gd name="T125" fmla="*/ 101 h 14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289" h="1460">
                  <a:moveTo>
                    <a:pt x="1042" y="101"/>
                  </a:moveTo>
                  <a:lnTo>
                    <a:pt x="1034" y="101"/>
                  </a:lnTo>
                  <a:lnTo>
                    <a:pt x="1027" y="103"/>
                  </a:lnTo>
                  <a:lnTo>
                    <a:pt x="1020" y="105"/>
                  </a:lnTo>
                  <a:lnTo>
                    <a:pt x="1013" y="109"/>
                  </a:lnTo>
                  <a:lnTo>
                    <a:pt x="1003" y="116"/>
                  </a:lnTo>
                  <a:lnTo>
                    <a:pt x="992" y="122"/>
                  </a:lnTo>
                  <a:lnTo>
                    <a:pt x="982" y="130"/>
                  </a:lnTo>
                  <a:lnTo>
                    <a:pt x="973" y="138"/>
                  </a:lnTo>
                  <a:lnTo>
                    <a:pt x="964" y="147"/>
                  </a:lnTo>
                  <a:lnTo>
                    <a:pt x="956" y="158"/>
                  </a:lnTo>
                  <a:lnTo>
                    <a:pt x="948" y="168"/>
                  </a:lnTo>
                  <a:lnTo>
                    <a:pt x="939" y="178"/>
                  </a:lnTo>
                  <a:lnTo>
                    <a:pt x="932" y="189"/>
                  </a:lnTo>
                  <a:lnTo>
                    <a:pt x="926" y="201"/>
                  </a:lnTo>
                  <a:lnTo>
                    <a:pt x="920" y="214"/>
                  </a:lnTo>
                  <a:lnTo>
                    <a:pt x="914" y="226"/>
                  </a:lnTo>
                  <a:lnTo>
                    <a:pt x="909" y="239"/>
                  </a:lnTo>
                  <a:lnTo>
                    <a:pt x="905" y="253"/>
                  </a:lnTo>
                  <a:lnTo>
                    <a:pt x="901" y="268"/>
                  </a:lnTo>
                  <a:lnTo>
                    <a:pt x="898" y="282"/>
                  </a:lnTo>
                  <a:lnTo>
                    <a:pt x="894" y="294"/>
                  </a:lnTo>
                  <a:lnTo>
                    <a:pt x="890" y="383"/>
                  </a:lnTo>
                  <a:lnTo>
                    <a:pt x="891" y="387"/>
                  </a:lnTo>
                  <a:lnTo>
                    <a:pt x="893" y="401"/>
                  </a:lnTo>
                  <a:lnTo>
                    <a:pt x="898" y="416"/>
                  </a:lnTo>
                  <a:lnTo>
                    <a:pt x="902" y="429"/>
                  </a:lnTo>
                  <a:lnTo>
                    <a:pt x="907" y="441"/>
                  </a:lnTo>
                  <a:lnTo>
                    <a:pt x="913" y="453"/>
                  </a:lnTo>
                  <a:lnTo>
                    <a:pt x="920" y="463"/>
                  </a:lnTo>
                  <a:lnTo>
                    <a:pt x="928" y="472"/>
                  </a:lnTo>
                  <a:lnTo>
                    <a:pt x="936" y="481"/>
                  </a:lnTo>
                  <a:lnTo>
                    <a:pt x="947" y="488"/>
                  </a:lnTo>
                  <a:lnTo>
                    <a:pt x="957" y="495"/>
                  </a:lnTo>
                  <a:lnTo>
                    <a:pt x="968" y="500"/>
                  </a:lnTo>
                  <a:lnTo>
                    <a:pt x="979" y="506"/>
                  </a:lnTo>
                  <a:lnTo>
                    <a:pt x="992" y="510"/>
                  </a:lnTo>
                  <a:lnTo>
                    <a:pt x="1006" y="512"/>
                  </a:lnTo>
                  <a:lnTo>
                    <a:pt x="1019" y="514"/>
                  </a:lnTo>
                  <a:lnTo>
                    <a:pt x="1034" y="514"/>
                  </a:lnTo>
                  <a:lnTo>
                    <a:pt x="1054" y="513"/>
                  </a:lnTo>
                  <a:lnTo>
                    <a:pt x="1073" y="511"/>
                  </a:lnTo>
                  <a:lnTo>
                    <a:pt x="1093" y="507"/>
                  </a:lnTo>
                  <a:lnTo>
                    <a:pt x="1114" y="501"/>
                  </a:lnTo>
                  <a:lnTo>
                    <a:pt x="1135" y="494"/>
                  </a:lnTo>
                  <a:lnTo>
                    <a:pt x="1157" y="485"/>
                  </a:lnTo>
                  <a:lnTo>
                    <a:pt x="1178" y="475"/>
                  </a:lnTo>
                  <a:lnTo>
                    <a:pt x="1200" y="464"/>
                  </a:lnTo>
                  <a:lnTo>
                    <a:pt x="1224" y="449"/>
                  </a:lnTo>
                  <a:lnTo>
                    <a:pt x="1246" y="435"/>
                  </a:lnTo>
                  <a:lnTo>
                    <a:pt x="1271" y="418"/>
                  </a:lnTo>
                  <a:lnTo>
                    <a:pt x="1294" y="400"/>
                  </a:lnTo>
                  <a:lnTo>
                    <a:pt x="1319" y="380"/>
                  </a:lnTo>
                  <a:lnTo>
                    <a:pt x="1343" y="359"/>
                  </a:lnTo>
                  <a:lnTo>
                    <a:pt x="1369" y="336"/>
                  </a:lnTo>
                  <a:lnTo>
                    <a:pt x="1394" y="312"/>
                  </a:lnTo>
                  <a:lnTo>
                    <a:pt x="1395" y="311"/>
                  </a:lnTo>
                  <a:lnTo>
                    <a:pt x="1396" y="309"/>
                  </a:lnTo>
                  <a:lnTo>
                    <a:pt x="1401" y="279"/>
                  </a:lnTo>
                  <a:lnTo>
                    <a:pt x="1407" y="252"/>
                  </a:lnTo>
                  <a:lnTo>
                    <a:pt x="1413" y="227"/>
                  </a:lnTo>
                  <a:lnTo>
                    <a:pt x="1419" y="203"/>
                  </a:lnTo>
                  <a:lnTo>
                    <a:pt x="1425" y="180"/>
                  </a:lnTo>
                  <a:lnTo>
                    <a:pt x="1433" y="157"/>
                  </a:lnTo>
                  <a:lnTo>
                    <a:pt x="1441" y="133"/>
                  </a:lnTo>
                  <a:lnTo>
                    <a:pt x="1450" y="110"/>
                  </a:lnTo>
                  <a:lnTo>
                    <a:pt x="1457" y="96"/>
                  </a:lnTo>
                  <a:lnTo>
                    <a:pt x="1463" y="84"/>
                  </a:lnTo>
                  <a:lnTo>
                    <a:pt x="1470" y="74"/>
                  </a:lnTo>
                  <a:lnTo>
                    <a:pt x="1477" y="65"/>
                  </a:lnTo>
                  <a:lnTo>
                    <a:pt x="1482" y="62"/>
                  </a:lnTo>
                  <a:lnTo>
                    <a:pt x="1486" y="59"/>
                  </a:lnTo>
                  <a:lnTo>
                    <a:pt x="1491" y="55"/>
                  </a:lnTo>
                  <a:lnTo>
                    <a:pt x="1496" y="52"/>
                  </a:lnTo>
                  <a:lnTo>
                    <a:pt x="1501" y="51"/>
                  </a:lnTo>
                  <a:lnTo>
                    <a:pt x="1508" y="49"/>
                  </a:lnTo>
                  <a:lnTo>
                    <a:pt x="1515" y="48"/>
                  </a:lnTo>
                  <a:lnTo>
                    <a:pt x="1521" y="48"/>
                  </a:lnTo>
                  <a:lnTo>
                    <a:pt x="1532" y="49"/>
                  </a:lnTo>
                  <a:lnTo>
                    <a:pt x="1544" y="51"/>
                  </a:lnTo>
                  <a:lnTo>
                    <a:pt x="1557" y="54"/>
                  </a:lnTo>
                  <a:lnTo>
                    <a:pt x="1573" y="59"/>
                  </a:lnTo>
                  <a:lnTo>
                    <a:pt x="1584" y="64"/>
                  </a:lnTo>
                  <a:lnTo>
                    <a:pt x="1594" y="68"/>
                  </a:lnTo>
                  <a:lnTo>
                    <a:pt x="1603" y="73"/>
                  </a:lnTo>
                  <a:lnTo>
                    <a:pt x="1612" y="79"/>
                  </a:lnTo>
                  <a:lnTo>
                    <a:pt x="1619" y="85"/>
                  </a:lnTo>
                  <a:lnTo>
                    <a:pt x="1625" y="91"/>
                  </a:lnTo>
                  <a:lnTo>
                    <a:pt x="1629" y="97"/>
                  </a:lnTo>
                  <a:lnTo>
                    <a:pt x="1633" y="104"/>
                  </a:lnTo>
                  <a:lnTo>
                    <a:pt x="1635" y="110"/>
                  </a:lnTo>
                  <a:lnTo>
                    <a:pt x="1636" y="116"/>
                  </a:lnTo>
                  <a:lnTo>
                    <a:pt x="1636" y="121"/>
                  </a:lnTo>
                  <a:lnTo>
                    <a:pt x="1636" y="127"/>
                  </a:lnTo>
                  <a:lnTo>
                    <a:pt x="1636" y="133"/>
                  </a:lnTo>
                  <a:lnTo>
                    <a:pt x="1634" y="139"/>
                  </a:lnTo>
                  <a:lnTo>
                    <a:pt x="1632" y="145"/>
                  </a:lnTo>
                  <a:lnTo>
                    <a:pt x="1630" y="151"/>
                  </a:lnTo>
                  <a:lnTo>
                    <a:pt x="1614" y="187"/>
                  </a:lnTo>
                  <a:lnTo>
                    <a:pt x="1599" y="222"/>
                  </a:lnTo>
                  <a:lnTo>
                    <a:pt x="1588" y="254"/>
                  </a:lnTo>
                  <a:lnTo>
                    <a:pt x="1579" y="286"/>
                  </a:lnTo>
                  <a:lnTo>
                    <a:pt x="1571" y="317"/>
                  </a:lnTo>
                  <a:lnTo>
                    <a:pt x="1565" y="346"/>
                  </a:lnTo>
                  <a:lnTo>
                    <a:pt x="1562" y="376"/>
                  </a:lnTo>
                  <a:lnTo>
                    <a:pt x="1560" y="406"/>
                  </a:lnTo>
                  <a:lnTo>
                    <a:pt x="1560" y="414"/>
                  </a:lnTo>
                  <a:lnTo>
                    <a:pt x="1561" y="422"/>
                  </a:lnTo>
                  <a:lnTo>
                    <a:pt x="1562" y="426"/>
                  </a:lnTo>
                  <a:lnTo>
                    <a:pt x="1563" y="430"/>
                  </a:lnTo>
                  <a:lnTo>
                    <a:pt x="1565" y="433"/>
                  </a:lnTo>
                  <a:lnTo>
                    <a:pt x="1568" y="436"/>
                  </a:lnTo>
                  <a:lnTo>
                    <a:pt x="1572" y="439"/>
                  </a:lnTo>
                  <a:lnTo>
                    <a:pt x="1576" y="441"/>
                  </a:lnTo>
                  <a:lnTo>
                    <a:pt x="1581" y="442"/>
                  </a:lnTo>
                  <a:lnTo>
                    <a:pt x="1587" y="441"/>
                  </a:lnTo>
                  <a:lnTo>
                    <a:pt x="1593" y="439"/>
                  </a:lnTo>
                  <a:lnTo>
                    <a:pt x="1600" y="435"/>
                  </a:lnTo>
                  <a:lnTo>
                    <a:pt x="1607" y="430"/>
                  </a:lnTo>
                  <a:lnTo>
                    <a:pt x="1616" y="424"/>
                  </a:lnTo>
                  <a:lnTo>
                    <a:pt x="1626" y="414"/>
                  </a:lnTo>
                  <a:lnTo>
                    <a:pt x="1639" y="401"/>
                  </a:lnTo>
                  <a:lnTo>
                    <a:pt x="1653" y="386"/>
                  </a:lnTo>
                  <a:lnTo>
                    <a:pt x="1670" y="369"/>
                  </a:lnTo>
                  <a:lnTo>
                    <a:pt x="1690" y="348"/>
                  </a:lnTo>
                  <a:lnTo>
                    <a:pt x="1710" y="327"/>
                  </a:lnTo>
                  <a:lnTo>
                    <a:pt x="1733" y="306"/>
                  </a:lnTo>
                  <a:lnTo>
                    <a:pt x="1755" y="283"/>
                  </a:lnTo>
                  <a:lnTo>
                    <a:pt x="1778" y="262"/>
                  </a:lnTo>
                  <a:lnTo>
                    <a:pt x="1801" y="242"/>
                  </a:lnTo>
                  <a:lnTo>
                    <a:pt x="1824" y="224"/>
                  </a:lnTo>
                  <a:lnTo>
                    <a:pt x="1845" y="208"/>
                  </a:lnTo>
                  <a:lnTo>
                    <a:pt x="1850" y="204"/>
                  </a:lnTo>
                  <a:lnTo>
                    <a:pt x="1865" y="195"/>
                  </a:lnTo>
                  <a:lnTo>
                    <a:pt x="1880" y="187"/>
                  </a:lnTo>
                  <a:lnTo>
                    <a:pt x="1888" y="183"/>
                  </a:lnTo>
                  <a:lnTo>
                    <a:pt x="1897" y="181"/>
                  </a:lnTo>
                  <a:lnTo>
                    <a:pt x="1906" y="179"/>
                  </a:lnTo>
                  <a:lnTo>
                    <a:pt x="1917" y="178"/>
                  </a:lnTo>
                  <a:lnTo>
                    <a:pt x="1927" y="179"/>
                  </a:lnTo>
                  <a:lnTo>
                    <a:pt x="1937" y="181"/>
                  </a:lnTo>
                  <a:lnTo>
                    <a:pt x="1948" y="183"/>
                  </a:lnTo>
                  <a:lnTo>
                    <a:pt x="1959" y="187"/>
                  </a:lnTo>
                  <a:lnTo>
                    <a:pt x="1988" y="199"/>
                  </a:lnTo>
                  <a:lnTo>
                    <a:pt x="2011" y="212"/>
                  </a:lnTo>
                  <a:lnTo>
                    <a:pt x="2022" y="218"/>
                  </a:lnTo>
                  <a:lnTo>
                    <a:pt x="2030" y="224"/>
                  </a:lnTo>
                  <a:lnTo>
                    <a:pt x="2039" y="230"/>
                  </a:lnTo>
                  <a:lnTo>
                    <a:pt x="2046" y="236"/>
                  </a:lnTo>
                  <a:lnTo>
                    <a:pt x="2052" y="242"/>
                  </a:lnTo>
                  <a:lnTo>
                    <a:pt x="2058" y="249"/>
                  </a:lnTo>
                  <a:lnTo>
                    <a:pt x="2063" y="256"/>
                  </a:lnTo>
                  <a:lnTo>
                    <a:pt x="2069" y="263"/>
                  </a:lnTo>
                  <a:lnTo>
                    <a:pt x="2077" y="278"/>
                  </a:lnTo>
                  <a:lnTo>
                    <a:pt x="2084" y="294"/>
                  </a:lnTo>
                  <a:lnTo>
                    <a:pt x="2094" y="320"/>
                  </a:lnTo>
                  <a:lnTo>
                    <a:pt x="2104" y="343"/>
                  </a:lnTo>
                  <a:lnTo>
                    <a:pt x="2115" y="366"/>
                  </a:lnTo>
                  <a:lnTo>
                    <a:pt x="2126" y="387"/>
                  </a:lnTo>
                  <a:lnTo>
                    <a:pt x="2136" y="408"/>
                  </a:lnTo>
                  <a:lnTo>
                    <a:pt x="2147" y="427"/>
                  </a:lnTo>
                  <a:lnTo>
                    <a:pt x="2158" y="444"/>
                  </a:lnTo>
                  <a:lnTo>
                    <a:pt x="2169" y="462"/>
                  </a:lnTo>
                  <a:lnTo>
                    <a:pt x="2181" y="478"/>
                  </a:lnTo>
                  <a:lnTo>
                    <a:pt x="2192" y="492"/>
                  </a:lnTo>
                  <a:lnTo>
                    <a:pt x="2204" y="507"/>
                  </a:lnTo>
                  <a:lnTo>
                    <a:pt x="2216" y="519"/>
                  </a:lnTo>
                  <a:lnTo>
                    <a:pt x="2229" y="531"/>
                  </a:lnTo>
                  <a:lnTo>
                    <a:pt x="2241" y="541"/>
                  </a:lnTo>
                  <a:lnTo>
                    <a:pt x="2253" y="552"/>
                  </a:lnTo>
                  <a:lnTo>
                    <a:pt x="2266" y="560"/>
                  </a:lnTo>
                  <a:lnTo>
                    <a:pt x="2273" y="564"/>
                  </a:lnTo>
                  <a:lnTo>
                    <a:pt x="2278" y="568"/>
                  </a:lnTo>
                  <a:lnTo>
                    <a:pt x="2282" y="572"/>
                  </a:lnTo>
                  <a:lnTo>
                    <a:pt x="2285" y="576"/>
                  </a:lnTo>
                  <a:lnTo>
                    <a:pt x="2287" y="580"/>
                  </a:lnTo>
                  <a:lnTo>
                    <a:pt x="2289" y="584"/>
                  </a:lnTo>
                  <a:lnTo>
                    <a:pt x="2289" y="588"/>
                  </a:lnTo>
                  <a:lnTo>
                    <a:pt x="2289" y="592"/>
                  </a:lnTo>
                  <a:lnTo>
                    <a:pt x="2286" y="597"/>
                  </a:lnTo>
                  <a:lnTo>
                    <a:pt x="2282" y="602"/>
                  </a:lnTo>
                  <a:lnTo>
                    <a:pt x="2276" y="606"/>
                  </a:lnTo>
                  <a:lnTo>
                    <a:pt x="2267" y="609"/>
                  </a:lnTo>
                  <a:lnTo>
                    <a:pt x="2259" y="612"/>
                  </a:lnTo>
                  <a:lnTo>
                    <a:pt x="2249" y="613"/>
                  </a:lnTo>
                  <a:lnTo>
                    <a:pt x="2238" y="614"/>
                  </a:lnTo>
                  <a:lnTo>
                    <a:pt x="2226" y="614"/>
                  </a:lnTo>
                  <a:lnTo>
                    <a:pt x="2205" y="611"/>
                  </a:lnTo>
                  <a:lnTo>
                    <a:pt x="2186" y="607"/>
                  </a:lnTo>
                  <a:lnTo>
                    <a:pt x="2165" y="601"/>
                  </a:lnTo>
                  <a:lnTo>
                    <a:pt x="2145" y="592"/>
                  </a:lnTo>
                  <a:lnTo>
                    <a:pt x="2126" y="583"/>
                  </a:lnTo>
                  <a:lnTo>
                    <a:pt x="2106" y="571"/>
                  </a:lnTo>
                  <a:lnTo>
                    <a:pt x="2086" y="558"/>
                  </a:lnTo>
                  <a:lnTo>
                    <a:pt x="2066" y="543"/>
                  </a:lnTo>
                  <a:lnTo>
                    <a:pt x="2047" y="526"/>
                  </a:lnTo>
                  <a:lnTo>
                    <a:pt x="2029" y="508"/>
                  </a:lnTo>
                  <a:lnTo>
                    <a:pt x="2009" y="487"/>
                  </a:lnTo>
                  <a:lnTo>
                    <a:pt x="1991" y="465"/>
                  </a:lnTo>
                  <a:lnTo>
                    <a:pt x="1973" y="441"/>
                  </a:lnTo>
                  <a:lnTo>
                    <a:pt x="1954" y="416"/>
                  </a:lnTo>
                  <a:lnTo>
                    <a:pt x="1937" y="388"/>
                  </a:lnTo>
                  <a:lnTo>
                    <a:pt x="1920" y="360"/>
                  </a:lnTo>
                  <a:lnTo>
                    <a:pt x="1913" y="351"/>
                  </a:lnTo>
                  <a:lnTo>
                    <a:pt x="1906" y="344"/>
                  </a:lnTo>
                  <a:lnTo>
                    <a:pt x="1899" y="339"/>
                  </a:lnTo>
                  <a:lnTo>
                    <a:pt x="1892" y="336"/>
                  </a:lnTo>
                  <a:lnTo>
                    <a:pt x="1884" y="335"/>
                  </a:lnTo>
                  <a:lnTo>
                    <a:pt x="1875" y="335"/>
                  </a:lnTo>
                  <a:lnTo>
                    <a:pt x="1867" y="338"/>
                  </a:lnTo>
                  <a:lnTo>
                    <a:pt x="1857" y="343"/>
                  </a:lnTo>
                  <a:lnTo>
                    <a:pt x="1838" y="358"/>
                  </a:lnTo>
                  <a:lnTo>
                    <a:pt x="1821" y="372"/>
                  </a:lnTo>
                  <a:lnTo>
                    <a:pt x="1804" y="387"/>
                  </a:lnTo>
                  <a:lnTo>
                    <a:pt x="1789" y="402"/>
                  </a:lnTo>
                  <a:lnTo>
                    <a:pt x="1759" y="434"/>
                  </a:lnTo>
                  <a:lnTo>
                    <a:pt x="1730" y="468"/>
                  </a:lnTo>
                  <a:lnTo>
                    <a:pt x="1712" y="488"/>
                  </a:lnTo>
                  <a:lnTo>
                    <a:pt x="1692" y="511"/>
                  </a:lnTo>
                  <a:lnTo>
                    <a:pt x="1671" y="535"/>
                  </a:lnTo>
                  <a:lnTo>
                    <a:pt x="1647" y="560"/>
                  </a:lnTo>
                  <a:lnTo>
                    <a:pt x="1638" y="568"/>
                  </a:lnTo>
                  <a:lnTo>
                    <a:pt x="1629" y="574"/>
                  </a:lnTo>
                  <a:lnTo>
                    <a:pt x="1620" y="580"/>
                  </a:lnTo>
                  <a:lnTo>
                    <a:pt x="1611" y="585"/>
                  </a:lnTo>
                  <a:lnTo>
                    <a:pt x="1600" y="588"/>
                  </a:lnTo>
                  <a:lnTo>
                    <a:pt x="1590" y="591"/>
                  </a:lnTo>
                  <a:lnTo>
                    <a:pt x="1580" y="592"/>
                  </a:lnTo>
                  <a:lnTo>
                    <a:pt x="1569" y="593"/>
                  </a:lnTo>
                  <a:lnTo>
                    <a:pt x="1557" y="592"/>
                  </a:lnTo>
                  <a:lnTo>
                    <a:pt x="1545" y="590"/>
                  </a:lnTo>
                  <a:lnTo>
                    <a:pt x="1534" y="588"/>
                  </a:lnTo>
                  <a:lnTo>
                    <a:pt x="1522" y="584"/>
                  </a:lnTo>
                  <a:lnTo>
                    <a:pt x="1509" y="579"/>
                  </a:lnTo>
                  <a:lnTo>
                    <a:pt x="1495" y="573"/>
                  </a:lnTo>
                  <a:lnTo>
                    <a:pt x="1482" y="566"/>
                  </a:lnTo>
                  <a:lnTo>
                    <a:pt x="1469" y="558"/>
                  </a:lnTo>
                  <a:lnTo>
                    <a:pt x="1452" y="546"/>
                  </a:lnTo>
                  <a:lnTo>
                    <a:pt x="1438" y="535"/>
                  </a:lnTo>
                  <a:lnTo>
                    <a:pt x="1425" y="523"/>
                  </a:lnTo>
                  <a:lnTo>
                    <a:pt x="1414" y="510"/>
                  </a:lnTo>
                  <a:lnTo>
                    <a:pt x="1404" y="495"/>
                  </a:lnTo>
                  <a:lnTo>
                    <a:pt x="1397" y="480"/>
                  </a:lnTo>
                  <a:lnTo>
                    <a:pt x="1391" y="464"/>
                  </a:lnTo>
                  <a:lnTo>
                    <a:pt x="1387" y="446"/>
                  </a:lnTo>
                  <a:lnTo>
                    <a:pt x="1385" y="437"/>
                  </a:lnTo>
                  <a:lnTo>
                    <a:pt x="1378" y="443"/>
                  </a:lnTo>
                  <a:lnTo>
                    <a:pt x="1351" y="466"/>
                  </a:lnTo>
                  <a:lnTo>
                    <a:pt x="1319" y="491"/>
                  </a:lnTo>
                  <a:lnTo>
                    <a:pt x="1299" y="506"/>
                  </a:lnTo>
                  <a:lnTo>
                    <a:pt x="1279" y="520"/>
                  </a:lnTo>
                  <a:lnTo>
                    <a:pt x="1257" y="534"/>
                  </a:lnTo>
                  <a:lnTo>
                    <a:pt x="1233" y="547"/>
                  </a:lnTo>
                  <a:lnTo>
                    <a:pt x="1209" y="561"/>
                  </a:lnTo>
                  <a:lnTo>
                    <a:pt x="1183" y="573"/>
                  </a:lnTo>
                  <a:lnTo>
                    <a:pt x="1157" y="584"/>
                  </a:lnTo>
                  <a:lnTo>
                    <a:pt x="1130" y="594"/>
                  </a:lnTo>
                  <a:lnTo>
                    <a:pt x="1103" y="603"/>
                  </a:lnTo>
                  <a:lnTo>
                    <a:pt x="1074" y="609"/>
                  </a:lnTo>
                  <a:lnTo>
                    <a:pt x="1060" y="611"/>
                  </a:lnTo>
                  <a:lnTo>
                    <a:pt x="1045" y="613"/>
                  </a:lnTo>
                  <a:lnTo>
                    <a:pt x="1031" y="613"/>
                  </a:lnTo>
                  <a:lnTo>
                    <a:pt x="1017" y="614"/>
                  </a:lnTo>
                  <a:lnTo>
                    <a:pt x="993" y="613"/>
                  </a:lnTo>
                  <a:lnTo>
                    <a:pt x="970" y="610"/>
                  </a:lnTo>
                  <a:lnTo>
                    <a:pt x="948" y="606"/>
                  </a:lnTo>
                  <a:lnTo>
                    <a:pt x="925" y="601"/>
                  </a:lnTo>
                  <a:lnTo>
                    <a:pt x="904" y="593"/>
                  </a:lnTo>
                  <a:lnTo>
                    <a:pt x="882" y="585"/>
                  </a:lnTo>
                  <a:lnTo>
                    <a:pt x="862" y="576"/>
                  </a:lnTo>
                  <a:lnTo>
                    <a:pt x="842" y="566"/>
                  </a:lnTo>
                  <a:lnTo>
                    <a:pt x="823" y="555"/>
                  </a:lnTo>
                  <a:lnTo>
                    <a:pt x="806" y="542"/>
                  </a:lnTo>
                  <a:lnTo>
                    <a:pt x="788" y="530"/>
                  </a:lnTo>
                  <a:lnTo>
                    <a:pt x="773" y="517"/>
                  </a:lnTo>
                  <a:lnTo>
                    <a:pt x="759" y="503"/>
                  </a:lnTo>
                  <a:lnTo>
                    <a:pt x="746" y="489"/>
                  </a:lnTo>
                  <a:lnTo>
                    <a:pt x="733" y="475"/>
                  </a:lnTo>
                  <a:lnTo>
                    <a:pt x="723" y="461"/>
                  </a:lnTo>
                  <a:lnTo>
                    <a:pt x="720" y="457"/>
                  </a:lnTo>
                  <a:lnTo>
                    <a:pt x="716" y="459"/>
                  </a:lnTo>
                  <a:lnTo>
                    <a:pt x="673" y="477"/>
                  </a:lnTo>
                  <a:lnTo>
                    <a:pt x="632" y="496"/>
                  </a:lnTo>
                  <a:lnTo>
                    <a:pt x="593" y="516"/>
                  </a:lnTo>
                  <a:lnTo>
                    <a:pt x="555" y="535"/>
                  </a:lnTo>
                  <a:lnTo>
                    <a:pt x="517" y="556"/>
                  </a:lnTo>
                  <a:lnTo>
                    <a:pt x="481" y="575"/>
                  </a:lnTo>
                  <a:lnTo>
                    <a:pt x="448" y="594"/>
                  </a:lnTo>
                  <a:lnTo>
                    <a:pt x="414" y="615"/>
                  </a:lnTo>
                  <a:lnTo>
                    <a:pt x="412" y="616"/>
                  </a:lnTo>
                  <a:lnTo>
                    <a:pt x="412" y="619"/>
                  </a:lnTo>
                  <a:lnTo>
                    <a:pt x="408" y="683"/>
                  </a:lnTo>
                  <a:lnTo>
                    <a:pt x="404" y="752"/>
                  </a:lnTo>
                  <a:lnTo>
                    <a:pt x="401" y="787"/>
                  </a:lnTo>
                  <a:lnTo>
                    <a:pt x="397" y="824"/>
                  </a:lnTo>
                  <a:lnTo>
                    <a:pt x="392" y="862"/>
                  </a:lnTo>
                  <a:lnTo>
                    <a:pt x="387" y="900"/>
                  </a:lnTo>
                  <a:lnTo>
                    <a:pt x="381" y="937"/>
                  </a:lnTo>
                  <a:lnTo>
                    <a:pt x="374" y="975"/>
                  </a:lnTo>
                  <a:lnTo>
                    <a:pt x="367" y="1013"/>
                  </a:lnTo>
                  <a:lnTo>
                    <a:pt x="359" y="1051"/>
                  </a:lnTo>
                  <a:lnTo>
                    <a:pt x="350" y="1088"/>
                  </a:lnTo>
                  <a:lnTo>
                    <a:pt x="340" y="1125"/>
                  </a:lnTo>
                  <a:lnTo>
                    <a:pt x="328" y="1161"/>
                  </a:lnTo>
                  <a:lnTo>
                    <a:pt x="316" y="1196"/>
                  </a:lnTo>
                  <a:lnTo>
                    <a:pt x="304" y="1227"/>
                  </a:lnTo>
                  <a:lnTo>
                    <a:pt x="291" y="1257"/>
                  </a:lnTo>
                  <a:lnTo>
                    <a:pt x="276" y="1285"/>
                  </a:lnTo>
                  <a:lnTo>
                    <a:pt x="262" y="1311"/>
                  </a:lnTo>
                  <a:lnTo>
                    <a:pt x="247" y="1334"/>
                  </a:lnTo>
                  <a:lnTo>
                    <a:pt x="231" y="1357"/>
                  </a:lnTo>
                  <a:lnTo>
                    <a:pt x="215" y="1376"/>
                  </a:lnTo>
                  <a:lnTo>
                    <a:pt x="199" y="1394"/>
                  </a:lnTo>
                  <a:lnTo>
                    <a:pt x="180" y="1409"/>
                  </a:lnTo>
                  <a:lnTo>
                    <a:pt x="163" y="1423"/>
                  </a:lnTo>
                  <a:lnTo>
                    <a:pt x="153" y="1429"/>
                  </a:lnTo>
                  <a:lnTo>
                    <a:pt x="144" y="1434"/>
                  </a:lnTo>
                  <a:lnTo>
                    <a:pt x="135" y="1439"/>
                  </a:lnTo>
                  <a:lnTo>
                    <a:pt x="124" y="1444"/>
                  </a:lnTo>
                  <a:lnTo>
                    <a:pt x="114" y="1448"/>
                  </a:lnTo>
                  <a:lnTo>
                    <a:pt x="105" y="1451"/>
                  </a:lnTo>
                  <a:lnTo>
                    <a:pt x="95" y="1454"/>
                  </a:lnTo>
                  <a:lnTo>
                    <a:pt x="85" y="1456"/>
                  </a:lnTo>
                  <a:lnTo>
                    <a:pt x="73" y="1458"/>
                  </a:lnTo>
                  <a:lnTo>
                    <a:pt x="63" y="1459"/>
                  </a:lnTo>
                  <a:lnTo>
                    <a:pt x="52" y="1460"/>
                  </a:lnTo>
                  <a:lnTo>
                    <a:pt x="42" y="1460"/>
                  </a:lnTo>
                  <a:lnTo>
                    <a:pt x="0" y="1423"/>
                  </a:lnTo>
                  <a:lnTo>
                    <a:pt x="22" y="1384"/>
                  </a:lnTo>
                  <a:lnTo>
                    <a:pt x="34" y="1383"/>
                  </a:lnTo>
                  <a:lnTo>
                    <a:pt x="44" y="1381"/>
                  </a:lnTo>
                  <a:lnTo>
                    <a:pt x="55" y="1377"/>
                  </a:lnTo>
                  <a:lnTo>
                    <a:pt x="65" y="1372"/>
                  </a:lnTo>
                  <a:lnTo>
                    <a:pt x="75" y="1366"/>
                  </a:lnTo>
                  <a:lnTo>
                    <a:pt x="86" y="1358"/>
                  </a:lnTo>
                  <a:lnTo>
                    <a:pt x="95" y="1349"/>
                  </a:lnTo>
                  <a:lnTo>
                    <a:pt x="104" y="1337"/>
                  </a:lnTo>
                  <a:lnTo>
                    <a:pt x="113" y="1326"/>
                  </a:lnTo>
                  <a:lnTo>
                    <a:pt x="122" y="1313"/>
                  </a:lnTo>
                  <a:lnTo>
                    <a:pt x="132" y="1298"/>
                  </a:lnTo>
                  <a:lnTo>
                    <a:pt x="140" y="1282"/>
                  </a:lnTo>
                  <a:lnTo>
                    <a:pt x="148" y="1265"/>
                  </a:lnTo>
                  <a:lnTo>
                    <a:pt x="156" y="1248"/>
                  </a:lnTo>
                  <a:lnTo>
                    <a:pt x="163" y="1228"/>
                  </a:lnTo>
                  <a:lnTo>
                    <a:pt x="171" y="1208"/>
                  </a:lnTo>
                  <a:lnTo>
                    <a:pt x="177" y="1186"/>
                  </a:lnTo>
                  <a:lnTo>
                    <a:pt x="185" y="1164"/>
                  </a:lnTo>
                  <a:lnTo>
                    <a:pt x="191" y="1140"/>
                  </a:lnTo>
                  <a:lnTo>
                    <a:pt x="197" y="1115"/>
                  </a:lnTo>
                  <a:lnTo>
                    <a:pt x="203" y="1089"/>
                  </a:lnTo>
                  <a:lnTo>
                    <a:pt x="208" y="1063"/>
                  </a:lnTo>
                  <a:lnTo>
                    <a:pt x="213" y="1035"/>
                  </a:lnTo>
                  <a:lnTo>
                    <a:pt x="217" y="1008"/>
                  </a:lnTo>
                  <a:lnTo>
                    <a:pt x="225" y="949"/>
                  </a:lnTo>
                  <a:lnTo>
                    <a:pt x="231" y="885"/>
                  </a:lnTo>
                  <a:lnTo>
                    <a:pt x="237" y="820"/>
                  </a:lnTo>
                  <a:lnTo>
                    <a:pt x="239" y="752"/>
                  </a:lnTo>
                  <a:lnTo>
                    <a:pt x="240" y="738"/>
                  </a:lnTo>
                  <a:lnTo>
                    <a:pt x="240" y="620"/>
                  </a:lnTo>
                  <a:lnTo>
                    <a:pt x="240" y="617"/>
                  </a:lnTo>
                  <a:lnTo>
                    <a:pt x="239" y="585"/>
                  </a:lnTo>
                  <a:lnTo>
                    <a:pt x="238" y="553"/>
                  </a:lnTo>
                  <a:lnTo>
                    <a:pt x="236" y="519"/>
                  </a:lnTo>
                  <a:lnTo>
                    <a:pt x="235" y="485"/>
                  </a:lnTo>
                  <a:lnTo>
                    <a:pt x="234" y="470"/>
                  </a:lnTo>
                  <a:lnTo>
                    <a:pt x="224" y="481"/>
                  </a:lnTo>
                  <a:lnTo>
                    <a:pt x="210" y="496"/>
                  </a:lnTo>
                  <a:lnTo>
                    <a:pt x="195" y="511"/>
                  </a:lnTo>
                  <a:lnTo>
                    <a:pt x="176" y="525"/>
                  </a:lnTo>
                  <a:lnTo>
                    <a:pt x="157" y="538"/>
                  </a:lnTo>
                  <a:lnTo>
                    <a:pt x="147" y="544"/>
                  </a:lnTo>
                  <a:lnTo>
                    <a:pt x="136" y="549"/>
                  </a:lnTo>
                  <a:lnTo>
                    <a:pt x="125" y="555"/>
                  </a:lnTo>
                  <a:lnTo>
                    <a:pt x="114" y="559"/>
                  </a:lnTo>
                  <a:lnTo>
                    <a:pt x="103" y="562"/>
                  </a:lnTo>
                  <a:lnTo>
                    <a:pt x="92" y="565"/>
                  </a:lnTo>
                  <a:lnTo>
                    <a:pt x="80" y="567"/>
                  </a:lnTo>
                  <a:lnTo>
                    <a:pt x="68" y="568"/>
                  </a:lnTo>
                  <a:lnTo>
                    <a:pt x="27" y="514"/>
                  </a:lnTo>
                  <a:lnTo>
                    <a:pt x="86" y="449"/>
                  </a:lnTo>
                  <a:lnTo>
                    <a:pt x="99" y="448"/>
                  </a:lnTo>
                  <a:lnTo>
                    <a:pt x="113" y="445"/>
                  </a:lnTo>
                  <a:lnTo>
                    <a:pt x="128" y="440"/>
                  </a:lnTo>
                  <a:lnTo>
                    <a:pt x="143" y="433"/>
                  </a:lnTo>
                  <a:lnTo>
                    <a:pt x="158" y="425"/>
                  </a:lnTo>
                  <a:lnTo>
                    <a:pt x="172" y="415"/>
                  </a:lnTo>
                  <a:lnTo>
                    <a:pt x="188" y="402"/>
                  </a:lnTo>
                  <a:lnTo>
                    <a:pt x="202" y="390"/>
                  </a:lnTo>
                  <a:lnTo>
                    <a:pt x="216" y="377"/>
                  </a:lnTo>
                  <a:lnTo>
                    <a:pt x="229" y="363"/>
                  </a:lnTo>
                  <a:lnTo>
                    <a:pt x="242" y="347"/>
                  </a:lnTo>
                  <a:lnTo>
                    <a:pt x="254" y="332"/>
                  </a:lnTo>
                  <a:lnTo>
                    <a:pt x="265" y="316"/>
                  </a:lnTo>
                  <a:lnTo>
                    <a:pt x="274" y="300"/>
                  </a:lnTo>
                  <a:lnTo>
                    <a:pt x="284" y="285"/>
                  </a:lnTo>
                  <a:lnTo>
                    <a:pt x="291" y="269"/>
                  </a:lnTo>
                  <a:lnTo>
                    <a:pt x="294" y="260"/>
                  </a:lnTo>
                  <a:lnTo>
                    <a:pt x="296" y="249"/>
                  </a:lnTo>
                  <a:lnTo>
                    <a:pt x="297" y="240"/>
                  </a:lnTo>
                  <a:lnTo>
                    <a:pt x="297" y="230"/>
                  </a:lnTo>
                  <a:lnTo>
                    <a:pt x="296" y="221"/>
                  </a:lnTo>
                  <a:lnTo>
                    <a:pt x="293" y="212"/>
                  </a:lnTo>
                  <a:lnTo>
                    <a:pt x="290" y="202"/>
                  </a:lnTo>
                  <a:lnTo>
                    <a:pt x="285" y="194"/>
                  </a:lnTo>
                  <a:lnTo>
                    <a:pt x="281" y="189"/>
                  </a:lnTo>
                  <a:lnTo>
                    <a:pt x="277" y="185"/>
                  </a:lnTo>
                  <a:lnTo>
                    <a:pt x="272" y="181"/>
                  </a:lnTo>
                  <a:lnTo>
                    <a:pt x="267" y="178"/>
                  </a:lnTo>
                  <a:lnTo>
                    <a:pt x="263" y="175"/>
                  </a:lnTo>
                  <a:lnTo>
                    <a:pt x="257" y="174"/>
                  </a:lnTo>
                  <a:lnTo>
                    <a:pt x="252" y="172"/>
                  </a:lnTo>
                  <a:lnTo>
                    <a:pt x="247" y="172"/>
                  </a:lnTo>
                  <a:lnTo>
                    <a:pt x="193" y="124"/>
                  </a:lnTo>
                  <a:lnTo>
                    <a:pt x="237" y="72"/>
                  </a:lnTo>
                  <a:lnTo>
                    <a:pt x="250" y="73"/>
                  </a:lnTo>
                  <a:lnTo>
                    <a:pt x="261" y="74"/>
                  </a:lnTo>
                  <a:lnTo>
                    <a:pt x="272" y="77"/>
                  </a:lnTo>
                  <a:lnTo>
                    <a:pt x="282" y="80"/>
                  </a:lnTo>
                  <a:lnTo>
                    <a:pt x="292" y="84"/>
                  </a:lnTo>
                  <a:lnTo>
                    <a:pt x="301" y="89"/>
                  </a:lnTo>
                  <a:lnTo>
                    <a:pt x="308" y="94"/>
                  </a:lnTo>
                  <a:lnTo>
                    <a:pt x="315" y="99"/>
                  </a:lnTo>
                  <a:lnTo>
                    <a:pt x="326" y="109"/>
                  </a:lnTo>
                  <a:lnTo>
                    <a:pt x="335" y="118"/>
                  </a:lnTo>
                  <a:lnTo>
                    <a:pt x="340" y="124"/>
                  </a:lnTo>
                  <a:lnTo>
                    <a:pt x="342" y="127"/>
                  </a:lnTo>
                  <a:lnTo>
                    <a:pt x="345" y="132"/>
                  </a:lnTo>
                  <a:lnTo>
                    <a:pt x="350" y="128"/>
                  </a:lnTo>
                  <a:lnTo>
                    <a:pt x="361" y="120"/>
                  </a:lnTo>
                  <a:lnTo>
                    <a:pt x="372" y="114"/>
                  </a:lnTo>
                  <a:lnTo>
                    <a:pt x="386" y="110"/>
                  </a:lnTo>
                  <a:lnTo>
                    <a:pt x="398" y="108"/>
                  </a:lnTo>
                  <a:lnTo>
                    <a:pt x="412" y="106"/>
                  </a:lnTo>
                  <a:lnTo>
                    <a:pt x="425" y="109"/>
                  </a:lnTo>
                  <a:lnTo>
                    <a:pt x="440" y="112"/>
                  </a:lnTo>
                  <a:lnTo>
                    <a:pt x="454" y="118"/>
                  </a:lnTo>
                  <a:lnTo>
                    <a:pt x="464" y="123"/>
                  </a:lnTo>
                  <a:lnTo>
                    <a:pt x="473" y="127"/>
                  </a:lnTo>
                  <a:lnTo>
                    <a:pt x="481" y="132"/>
                  </a:lnTo>
                  <a:lnTo>
                    <a:pt x="489" y="137"/>
                  </a:lnTo>
                  <a:lnTo>
                    <a:pt x="494" y="141"/>
                  </a:lnTo>
                  <a:lnTo>
                    <a:pt x="498" y="146"/>
                  </a:lnTo>
                  <a:lnTo>
                    <a:pt x="502" y="151"/>
                  </a:lnTo>
                  <a:lnTo>
                    <a:pt x="504" y="157"/>
                  </a:lnTo>
                  <a:lnTo>
                    <a:pt x="505" y="162"/>
                  </a:lnTo>
                  <a:lnTo>
                    <a:pt x="506" y="168"/>
                  </a:lnTo>
                  <a:lnTo>
                    <a:pt x="506" y="174"/>
                  </a:lnTo>
                  <a:lnTo>
                    <a:pt x="505" y="181"/>
                  </a:lnTo>
                  <a:lnTo>
                    <a:pt x="504" y="188"/>
                  </a:lnTo>
                  <a:lnTo>
                    <a:pt x="501" y="196"/>
                  </a:lnTo>
                  <a:lnTo>
                    <a:pt x="498" y="206"/>
                  </a:lnTo>
                  <a:lnTo>
                    <a:pt x="494" y="215"/>
                  </a:lnTo>
                  <a:lnTo>
                    <a:pt x="485" y="233"/>
                  </a:lnTo>
                  <a:lnTo>
                    <a:pt x="476" y="258"/>
                  </a:lnTo>
                  <a:lnTo>
                    <a:pt x="466" y="287"/>
                  </a:lnTo>
                  <a:lnTo>
                    <a:pt x="456" y="322"/>
                  </a:lnTo>
                  <a:lnTo>
                    <a:pt x="445" y="362"/>
                  </a:lnTo>
                  <a:lnTo>
                    <a:pt x="435" y="406"/>
                  </a:lnTo>
                  <a:lnTo>
                    <a:pt x="430" y="429"/>
                  </a:lnTo>
                  <a:lnTo>
                    <a:pt x="426" y="454"/>
                  </a:lnTo>
                  <a:lnTo>
                    <a:pt x="422" y="478"/>
                  </a:lnTo>
                  <a:lnTo>
                    <a:pt x="419" y="504"/>
                  </a:lnTo>
                  <a:lnTo>
                    <a:pt x="418" y="515"/>
                  </a:lnTo>
                  <a:lnTo>
                    <a:pt x="427" y="510"/>
                  </a:lnTo>
                  <a:lnTo>
                    <a:pt x="464" y="490"/>
                  </a:lnTo>
                  <a:lnTo>
                    <a:pt x="501" y="472"/>
                  </a:lnTo>
                  <a:lnTo>
                    <a:pt x="536" y="455"/>
                  </a:lnTo>
                  <a:lnTo>
                    <a:pt x="571" y="438"/>
                  </a:lnTo>
                  <a:lnTo>
                    <a:pt x="604" y="423"/>
                  </a:lnTo>
                  <a:lnTo>
                    <a:pt x="635" y="410"/>
                  </a:lnTo>
                  <a:lnTo>
                    <a:pt x="664" y="396"/>
                  </a:lnTo>
                  <a:lnTo>
                    <a:pt x="690" y="385"/>
                  </a:lnTo>
                  <a:lnTo>
                    <a:pt x="694" y="383"/>
                  </a:lnTo>
                  <a:lnTo>
                    <a:pt x="694" y="380"/>
                  </a:lnTo>
                  <a:lnTo>
                    <a:pt x="695" y="358"/>
                  </a:lnTo>
                  <a:lnTo>
                    <a:pt x="697" y="335"/>
                  </a:lnTo>
                  <a:lnTo>
                    <a:pt x="701" y="315"/>
                  </a:lnTo>
                  <a:lnTo>
                    <a:pt x="706" y="294"/>
                  </a:lnTo>
                  <a:lnTo>
                    <a:pt x="712" y="274"/>
                  </a:lnTo>
                  <a:lnTo>
                    <a:pt x="720" y="256"/>
                  </a:lnTo>
                  <a:lnTo>
                    <a:pt x="728" y="236"/>
                  </a:lnTo>
                  <a:lnTo>
                    <a:pt x="737" y="219"/>
                  </a:lnTo>
                  <a:lnTo>
                    <a:pt x="749" y="201"/>
                  </a:lnTo>
                  <a:lnTo>
                    <a:pt x="760" y="185"/>
                  </a:lnTo>
                  <a:lnTo>
                    <a:pt x="772" y="169"/>
                  </a:lnTo>
                  <a:lnTo>
                    <a:pt x="784" y="153"/>
                  </a:lnTo>
                  <a:lnTo>
                    <a:pt x="798" y="139"/>
                  </a:lnTo>
                  <a:lnTo>
                    <a:pt x="812" y="126"/>
                  </a:lnTo>
                  <a:lnTo>
                    <a:pt x="826" y="113"/>
                  </a:lnTo>
                  <a:lnTo>
                    <a:pt x="840" y="99"/>
                  </a:lnTo>
                  <a:lnTo>
                    <a:pt x="855" y="88"/>
                  </a:lnTo>
                  <a:lnTo>
                    <a:pt x="870" y="77"/>
                  </a:lnTo>
                  <a:lnTo>
                    <a:pt x="884" y="67"/>
                  </a:lnTo>
                  <a:lnTo>
                    <a:pt x="900" y="58"/>
                  </a:lnTo>
                  <a:lnTo>
                    <a:pt x="928" y="40"/>
                  </a:lnTo>
                  <a:lnTo>
                    <a:pt x="957" y="26"/>
                  </a:lnTo>
                  <a:lnTo>
                    <a:pt x="982" y="15"/>
                  </a:lnTo>
                  <a:lnTo>
                    <a:pt x="1006" y="7"/>
                  </a:lnTo>
                  <a:lnTo>
                    <a:pt x="1017" y="4"/>
                  </a:lnTo>
                  <a:lnTo>
                    <a:pt x="1026" y="2"/>
                  </a:lnTo>
                  <a:lnTo>
                    <a:pt x="1035" y="1"/>
                  </a:lnTo>
                  <a:lnTo>
                    <a:pt x="1042" y="0"/>
                  </a:lnTo>
                  <a:lnTo>
                    <a:pt x="1091" y="53"/>
                  </a:lnTo>
                  <a:lnTo>
                    <a:pt x="1042" y="10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46" name="Freeform 50"/>
            <p:cNvSpPr>
              <a:spLocks/>
            </p:cNvSpPr>
            <p:nvPr userDrawn="1"/>
          </p:nvSpPr>
          <p:spPr bwMode="gray">
            <a:xfrm>
              <a:off x="7147" y="571"/>
              <a:ext cx="17" cy="15"/>
            </a:xfrm>
            <a:custGeom>
              <a:avLst/>
              <a:gdLst>
                <a:gd name="T0" fmla="*/ 44 w 202"/>
                <a:gd name="T1" fmla="*/ 0 h 178"/>
                <a:gd name="T2" fmla="*/ 32 w 202"/>
                <a:gd name="T3" fmla="*/ 1 h 178"/>
                <a:gd name="T4" fmla="*/ 21 w 202"/>
                <a:gd name="T5" fmla="*/ 3 h 178"/>
                <a:gd name="T6" fmla="*/ 17 w 202"/>
                <a:gd name="T7" fmla="*/ 5 h 178"/>
                <a:gd name="T8" fmla="*/ 13 w 202"/>
                <a:gd name="T9" fmla="*/ 7 h 178"/>
                <a:gd name="T10" fmla="*/ 10 w 202"/>
                <a:gd name="T11" fmla="*/ 9 h 178"/>
                <a:gd name="T12" fmla="*/ 8 w 202"/>
                <a:gd name="T13" fmla="*/ 12 h 178"/>
                <a:gd name="T14" fmla="*/ 4 w 202"/>
                <a:gd name="T15" fmla="*/ 19 h 178"/>
                <a:gd name="T16" fmla="*/ 1 w 202"/>
                <a:gd name="T17" fmla="*/ 25 h 178"/>
                <a:gd name="T18" fmla="*/ 0 w 202"/>
                <a:gd name="T19" fmla="*/ 32 h 178"/>
                <a:gd name="T20" fmla="*/ 1 w 202"/>
                <a:gd name="T21" fmla="*/ 38 h 178"/>
                <a:gd name="T22" fmla="*/ 2 w 202"/>
                <a:gd name="T23" fmla="*/ 45 h 178"/>
                <a:gd name="T24" fmla="*/ 5 w 202"/>
                <a:gd name="T25" fmla="*/ 51 h 178"/>
                <a:gd name="T26" fmla="*/ 7 w 202"/>
                <a:gd name="T27" fmla="*/ 57 h 178"/>
                <a:gd name="T28" fmla="*/ 10 w 202"/>
                <a:gd name="T29" fmla="*/ 63 h 178"/>
                <a:gd name="T30" fmla="*/ 15 w 202"/>
                <a:gd name="T31" fmla="*/ 74 h 178"/>
                <a:gd name="T32" fmla="*/ 22 w 202"/>
                <a:gd name="T33" fmla="*/ 84 h 178"/>
                <a:gd name="T34" fmla="*/ 30 w 202"/>
                <a:gd name="T35" fmla="*/ 95 h 178"/>
                <a:gd name="T36" fmla="*/ 38 w 202"/>
                <a:gd name="T37" fmla="*/ 104 h 178"/>
                <a:gd name="T38" fmla="*/ 48 w 202"/>
                <a:gd name="T39" fmla="*/ 114 h 178"/>
                <a:gd name="T40" fmla="*/ 59 w 202"/>
                <a:gd name="T41" fmla="*/ 124 h 178"/>
                <a:gd name="T42" fmla="*/ 69 w 202"/>
                <a:gd name="T43" fmla="*/ 133 h 178"/>
                <a:gd name="T44" fmla="*/ 80 w 202"/>
                <a:gd name="T45" fmla="*/ 141 h 178"/>
                <a:gd name="T46" fmla="*/ 91 w 202"/>
                <a:gd name="T47" fmla="*/ 149 h 178"/>
                <a:gd name="T48" fmla="*/ 102 w 202"/>
                <a:gd name="T49" fmla="*/ 156 h 178"/>
                <a:gd name="T50" fmla="*/ 114 w 202"/>
                <a:gd name="T51" fmla="*/ 162 h 178"/>
                <a:gd name="T52" fmla="*/ 125 w 202"/>
                <a:gd name="T53" fmla="*/ 168 h 178"/>
                <a:gd name="T54" fmla="*/ 136 w 202"/>
                <a:gd name="T55" fmla="*/ 172 h 178"/>
                <a:gd name="T56" fmla="*/ 146 w 202"/>
                <a:gd name="T57" fmla="*/ 175 h 178"/>
                <a:gd name="T58" fmla="*/ 157 w 202"/>
                <a:gd name="T59" fmla="*/ 177 h 178"/>
                <a:gd name="T60" fmla="*/ 166 w 202"/>
                <a:gd name="T61" fmla="*/ 178 h 178"/>
                <a:gd name="T62" fmla="*/ 171 w 202"/>
                <a:gd name="T63" fmla="*/ 178 h 178"/>
                <a:gd name="T64" fmla="*/ 176 w 202"/>
                <a:gd name="T65" fmla="*/ 177 h 178"/>
                <a:gd name="T66" fmla="*/ 181 w 202"/>
                <a:gd name="T67" fmla="*/ 176 h 178"/>
                <a:gd name="T68" fmla="*/ 185 w 202"/>
                <a:gd name="T69" fmla="*/ 174 h 178"/>
                <a:gd name="T70" fmla="*/ 188 w 202"/>
                <a:gd name="T71" fmla="*/ 172 h 178"/>
                <a:gd name="T72" fmla="*/ 192 w 202"/>
                <a:gd name="T73" fmla="*/ 170 h 178"/>
                <a:gd name="T74" fmla="*/ 195 w 202"/>
                <a:gd name="T75" fmla="*/ 167 h 178"/>
                <a:gd name="T76" fmla="*/ 197 w 202"/>
                <a:gd name="T77" fmla="*/ 163 h 178"/>
                <a:gd name="T78" fmla="*/ 200 w 202"/>
                <a:gd name="T79" fmla="*/ 158 h 178"/>
                <a:gd name="T80" fmla="*/ 201 w 202"/>
                <a:gd name="T81" fmla="*/ 153 h 178"/>
                <a:gd name="T82" fmla="*/ 202 w 202"/>
                <a:gd name="T83" fmla="*/ 147 h 178"/>
                <a:gd name="T84" fmla="*/ 202 w 202"/>
                <a:gd name="T85" fmla="*/ 141 h 178"/>
                <a:gd name="T86" fmla="*/ 202 w 202"/>
                <a:gd name="T87" fmla="*/ 134 h 178"/>
                <a:gd name="T88" fmla="*/ 201 w 202"/>
                <a:gd name="T89" fmla="*/ 126 h 178"/>
                <a:gd name="T90" fmla="*/ 199 w 202"/>
                <a:gd name="T91" fmla="*/ 118 h 178"/>
                <a:gd name="T92" fmla="*/ 196 w 202"/>
                <a:gd name="T93" fmla="*/ 109 h 178"/>
                <a:gd name="T94" fmla="*/ 193 w 202"/>
                <a:gd name="T95" fmla="*/ 100 h 178"/>
                <a:gd name="T96" fmla="*/ 189 w 202"/>
                <a:gd name="T97" fmla="*/ 91 h 178"/>
                <a:gd name="T98" fmla="*/ 185 w 202"/>
                <a:gd name="T99" fmla="*/ 83 h 178"/>
                <a:gd name="T100" fmla="*/ 179 w 202"/>
                <a:gd name="T101" fmla="*/ 75 h 178"/>
                <a:gd name="T102" fmla="*/ 173 w 202"/>
                <a:gd name="T103" fmla="*/ 65 h 178"/>
                <a:gd name="T104" fmla="*/ 167 w 202"/>
                <a:gd name="T105" fmla="*/ 57 h 178"/>
                <a:gd name="T106" fmla="*/ 160 w 202"/>
                <a:gd name="T107" fmla="*/ 50 h 178"/>
                <a:gd name="T108" fmla="*/ 151 w 202"/>
                <a:gd name="T109" fmla="*/ 43 h 178"/>
                <a:gd name="T110" fmla="*/ 138 w 202"/>
                <a:gd name="T111" fmla="*/ 34 h 178"/>
                <a:gd name="T112" fmla="*/ 125 w 202"/>
                <a:gd name="T113" fmla="*/ 25 h 178"/>
                <a:gd name="T114" fmla="*/ 111 w 202"/>
                <a:gd name="T115" fmla="*/ 18 h 178"/>
                <a:gd name="T116" fmla="*/ 97 w 202"/>
                <a:gd name="T117" fmla="*/ 11 h 178"/>
                <a:gd name="T118" fmla="*/ 83 w 202"/>
                <a:gd name="T119" fmla="*/ 6 h 178"/>
                <a:gd name="T120" fmla="*/ 70 w 202"/>
                <a:gd name="T121" fmla="*/ 3 h 178"/>
                <a:gd name="T122" fmla="*/ 57 w 202"/>
                <a:gd name="T123" fmla="*/ 1 h 178"/>
                <a:gd name="T124" fmla="*/ 44 w 202"/>
                <a:gd name="T125" fmla="*/ 0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02" h="178">
                  <a:moveTo>
                    <a:pt x="44" y="0"/>
                  </a:moveTo>
                  <a:lnTo>
                    <a:pt x="32" y="1"/>
                  </a:lnTo>
                  <a:lnTo>
                    <a:pt x="21" y="3"/>
                  </a:lnTo>
                  <a:lnTo>
                    <a:pt x="17" y="5"/>
                  </a:lnTo>
                  <a:lnTo>
                    <a:pt x="13" y="7"/>
                  </a:lnTo>
                  <a:lnTo>
                    <a:pt x="10" y="9"/>
                  </a:lnTo>
                  <a:lnTo>
                    <a:pt x="8" y="12"/>
                  </a:lnTo>
                  <a:lnTo>
                    <a:pt x="4" y="19"/>
                  </a:lnTo>
                  <a:lnTo>
                    <a:pt x="1" y="25"/>
                  </a:lnTo>
                  <a:lnTo>
                    <a:pt x="0" y="32"/>
                  </a:lnTo>
                  <a:lnTo>
                    <a:pt x="1" y="38"/>
                  </a:lnTo>
                  <a:lnTo>
                    <a:pt x="2" y="45"/>
                  </a:lnTo>
                  <a:lnTo>
                    <a:pt x="5" y="51"/>
                  </a:lnTo>
                  <a:lnTo>
                    <a:pt x="7" y="57"/>
                  </a:lnTo>
                  <a:lnTo>
                    <a:pt x="10" y="63"/>
                  </a:lnTo>
                  <a:lnTo>
                    <a:pt x="15" y="74"/>
                  </a:lnTo>
                  <a:lnTo>
                    <a:pt x="22" y="84"/>
                  </a:lnTo>
                  <a:lnTo>
                    <a:pt x="30" y="95"/>
                  </a:lnTo>
                  <a:lnTo>
                    <a:pt x="38" y="104"/>
                  </a:lnTo>
                  <a:lnTo>
                    <a:pt x="48" y="114"/>
                  </a:lnTo>
                  <a:lnTo>
                    <a:pt x="59" y="124"/>
                  </a:lnTo>
                  <a:lnTo>
                    <a:pt x="69" y="133"/>
                  </a:lnTo>
                  <a:lnTo>
                    <a:pt x="80" y="141"/>
                  </a:lnTo>
                  <a:lnTo>
                    <a:pt x="91" y="149"/>
                  </a:lnTo>
                  <a:lnTo>
                    <a:pt x="102" y="156"/>
                  </a:lnTo>
                  <a:lnTo>
                    <a:pt x="114" y="162"/>
                  </a:lnTo>
                  <a:lnTo>
                    <a:pt x="125" y="168"/>
                  </a:lnTo>
                  <a:lnTo>
                    <a:pt x="136" y="172"/>
                  </a:lnTo>
                  <a:lnTo>
                    <a:pt x="146" y="175"/>
                  </a:lnTo>
                  <a:lnTo>
                    <a:pt x="157" y="177"/>
                  </a:lnTo>
                  <a:lnTo>
                    <a:pt x="166" y="178"/>
                  </a:lnTo>
                  <a:lnTo>
                    <a:pt x="171" y="178"/>
                  </a:lnTo>
                  <a:lnTo>
                    <a:pt x="176" y="177"/>
                  </a:lnTo>
                  <a:lnTo>
                    <a:pt x="181" y="176"/>
                  </a:lnTo>
                  <a:lnTo>
                    <a:pt x="185" y="174"/>
                  </a:lnTo>
                  <a:lnTo>
                    <a:pt x="188" y="172"/>
                  </a:lnTo>
                  <a:lnTo>
                    <a:pt x="192" y="170"/>
                  </a:lnTo>
                  <a:lnTo>
                    <a:pt x="195" y="167"/>
                  </a:lnTo>
                  <a:lnTo>
                    <a:pt x="197" y="163"/>
                  </a:lnTo>
                  <a:lnTo>
                    <a:pt x="200" y="158"/>
                  </a:lnTo>
                  <a:lnTo>
                    <a:pt x="201" y="153"/>
                  </a:lnTo>
                  <a:lnTo>
                    <a:pt x="202" y="147"/>
                  </a:lnTo>
                  <a:lnTo>
                    <a:pt x="202" y="141"/>
                  </a:lnTo>
                  <a:lnTo>
                    <a:pt x="202" y="134"/>
                  </a:lnTo>
                  <a:lnTo>
                    <a:pt x="201" y="126"/>
                  </a:lnTo>
                  <a:lnTo>
                    <a:pt x="199" y="118"/>
                  </a:lnTo>
                  <a:lnTo>
                    <a:pt x="196" y="109"/>
                  </a:lnTo>
                  <a:lnTo>
                    <a:pt x="193" y="100"/>
                  </a:lnTo>
                  <a:lnTo>
                    <a:pt x="189" y="91"/>
                  </a:lnTo>
                  <a:lnTo>
                    <a:pt x="185" y="83"/>
                  </a:lnTo>
                  <a:lnTo>
                    <a:pt x="179" y="75"/>
                  </a:lnTo>
                  <a:lnTo>
                    <a:pt x="173" y="65"/>
                  </a:lnTo>
                  <a:lnTo>
                    <a:pt x="167" y="57"/>
                  </a:lnTo>
                  <a:lnTo>
                    <a:pt x="160" y="50"/>
                  </a:lnTo>
                  <a:lnTo>
                    <a:pt x="151" y="43"/>
                  </a:lnTo>
                  <a:lnTo>
                    <a:pt x="138" y="34"/>
                  </a:lnTo>
                  <a:lnTo>
                    <a:pt x="125" y="25"/>
                  </a:lnTo>
                  <a:lnTo>
                    <a:pt x="111" y="18"/>
                  </a:lnTo>
                  <a:lnTo>
                    <a:pt x="97" y="11"/>
                  </a:lnTo>
                  <a:lnTo>
                    <a:pt x="83" y="6"/>
                  </a:lnTo>
                  <a:lnTo>
                    <a:pt x="70" y="3"/>
                  </a:lnTo>
                  <a:lnTo>
                    <a:pt x="57" y="1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47" name="Freeform 51"/>
            <p:cNvSpPr>
              <a:spLocks/>
            </p:cNvSpPr>
            <p:nvPr userDrawn="1"/>
          </p:nvSpPr>
          <p:spPr bwMode="gray">
            <a:xfrm>
              <a:off x="6747" y="571"/>
              <a:ext cx="17" cy="13"/>
            </a:xfrm>
            <a:custGeom>
              <a:avLst/>
              <a:gdLst>
                <a:gd name="T0" fmla="*/ 39 w 203"/>
                <a:gd name="T1" fmla="*/ 0 h 161"/>
                <a:gd name="T2" fmla="*/ 31 w 203"/>
                <a:gd name="T3" fmla="*/ 1 h 161"/>
                <a:gd name="T4" fmla="*/ 23 w 203"/>
                <a:gd name="T5" fmla="*/ 3 h 161"/>
                <a:gd name="T6" fmla="*/ 17 w 203"/>
                <a:gd name="T7" fmla="*/ 7 h 161"/>
                <a:gd name="T8" fmla="*/ 11 w 203"/>
                <a:gd name="T9" fmla="*/ 12 h 161"/>
                <a:gd name="T10" fmla="*/ 6 w 203"/>
                <a:gd name="T11" fmla="*/ 18 h 161"/>
                <a:gd name="T12" fmla="*/ 3 w 203"/>
                <a:gd name="T13" fmla="*/ 26 h 161"/>
                <a:gd name="T14" fmla="*/ 1 w 203"/>
                <a:gd name="T15" fmla="*/ 32 h 161"/>
                <a:gd name="T16" fmla="*/ 0 w 203"/>
                <a:gd name="T17" fmla="*/ 39 h 161"/>
                <a:gd name="T18" fmla="*/ 1 w 203"/>
                <a:gd name="T19" fmla="*/ 46 h 161"/>
                <a:gd name="T20" fmla="*/ 2 w 203"/>
                <a:gd name="T21" fmla="*/ 53 h 161"/>
                <a:gd name="T22" fmla="*/ 4 w 203"/>
                <a:gd name="T23" fmla="*/ 60 h 161"/>
                <a:gd name="T24" fmla="*/ 8 w 203"/>
                <a:gd name="T25" fmla="*/ 68 h 161"/>
                <a:gd name="T26" fmla="*/ 13 w 203"/>
                <a:gd name="T27" fmla="*/ 78 h 161"/>
                <a:gd name="T28" fmla="*/ 19 w 203"/>
                <a:gd name="T29" fmla="*/ 86 h 161"/>
                <a:gd name="T30" fmla="*/ 26 w 203"/>
                <a:gd name="T31" fmla="*/ 94 h 161"/>
                <a:gd name="T32" fmla="*/ 34 w 203"/>
                <a:gd name="T33" fmla="*/ 103 h 161"/>
                <a:gd name="T34" fmla="*/ 42 w 203"/>
                <a:gd name="T35" fmla="*/ 111 h 161"/>
                <a:gd name="T36" fmla="*/ 52 w 203"/>
                <a:gd name="T37" fmla="*/ 118 h 161"/>
                <a:gd name="T38" fmla="*/ 62 w 203"/>
                <a:gd name="T39" fmla="*/ 126 h 161"/>
                <a:gd name="T40" fmla="*/ 73 w 203"/>
                <a:gd name="T41" fmla="*/ 133 h 161"/>
                <a:gd name="T42" fmla="*/ 83 w 203"/>
                <a:gd name="T43" fmla="*/ 139 h 161"/>
                <a:gd name="T44" fmla="*/ 94 w 203"/>
                <a:gd name="T45" fmla="*/ 144 h 161"/>
                <a:gd name="T46" fmla="*/ 105 w 203"/>
                <a:gd name="T47" fmla="*/ 149 h 161"/>
                <a:gd name="T48" fmla="*/ 117 w 203"/>
                <a:gd name="T49" fmla="*/ 153 h 161"/>
                <a:gd name="T50" fmla="*/ 128 w 203"/>
                <a:gd name="T51" fmla="*/ 157 h 161"/>
                <a:gd name="T52" fmla="*/ 139 w 203"/>
                <a:gd name="T53" fmla="*/ 159 h 161"/>
                <a:gd name="T54" fmla="*/ 149 w 203"/>
                <a:gd name="T55" fmla="*/ 161 h 161"/>
                <a:gd name="T56" fmla="*/ 159 w 203"/>
                <a:gd name="T57" fmla="*/ 161 h 161"/>
                <a:gd name="T58" fmla="*/ 167 w 203"/>
                <a:gd name="T59" fmla="*/ 161 h 161"/>
                <a:gd name="T60" fmla="*/ 173 w 203"/>
                <a:gd name="T61" fmla="*/ 160 h 161"/>
                <a:gd name="T62" fmla="*/ 179 w 203"/>
                <a:gd name="T63" fmla="*/ 159 h 161"/>
                <a:gd name="T64" fmla="*/ 184 w 203"/>
                <a:gd name="T65" fmla="*/ 157 h 161"/>
                <a:gd name="T66" fmla="*/ 189 w 203"/>
                <a:gd name="T67" fmla="*/ 155 h 161"/>
                <a:gd name="T68" fmla="*/ 193 w 203"/>
                <a:gd name="T69" fmla="*/ 152 h 161"/>
                <a:gd name="T70" fmla="*/ 197 w 203"/>
                <a:gd name="T71" fmla="*/ 149 h 161"/>
                <a:gd name="T72" fmla="*/ 201 w 203"/>
                <a:gd name="T73" fmla="*/ 145 h 161"/>
                <a:gd name="T74" fmla="*/ 202 w 203"/>
                <a:gd name="T75" fmla="*/ 142 h 161"/>
                <a:gd name="T76" fmla="*/ 203 w 203"/>
                <a:gd name="T77" fmla="*/ 139 h 161"/>
                <a:gd name="T78" fmla="*/ 203 w 203"/>
                <a:gd name="T79" fmla="*/ 135 h 161"/>
                <a:gd name="T80" fmla="*/ 203 w 203"/>
                <a:gd name="T81" fmla="*/ 131 h 161"/>
                <a:gd name="T82" fmla="*/ 201 w 203"/>
                <a:gd name="T83" fmla="*/ 124 h 161"/>
                <a:gd name="T84" fmla="*/ 198 w 203"/>
                <a:gd name="T85" fmla="*/ 117 h 161"/>
                <a:gd name="T86" fmla="*/ 193 w 203"/>
                <a:gd name="T87" fmla="*/ 107 h 161"/>
                <a:gd name="T88" fmla="*/ 187 w 203"/>
                <a:gd name="T89" fmla="*/ 98 h 161"/>
                <a:gd name="T90" fmla="*/ 179 w 203"/>
                <a:gd name="T91" fmla="*/ 88 h 161"/>
                <a:gd name="T92" fmla="*/ 171 w 203"/>
                <a:gd name="T93" fmla="*/ 78 h 161"/>
                <a:gd name="T94" fmla="*/ 162 w 203"/>
                <a:gd name="T95" fmla="*/ 68 h 161"/>
                <a:gd name="T96" fmla="*/ 151 w 203"/>
                <a:gd name="T97" fmla="*/ 58 h 161"/>
                <a:gd name="T98" fmla="*/ 140 w 203"/>
                <a:gd name="T99" fmla="*/ 49 h 161"/>
                <a:gd name="T100" fmla="*/ 129 w 203"/>
                <a:gd name="T101" fmla="*/ 40 h 161"/>
                <a:gd name="T102" fmla="*/ 118 w 203"/>
                <a:gd name="T103" fmla="*/ 32 h 161"/>
                <a:gd name="T104" fmla="*/ 105 w 203"/>
                <a:gd name="T105" fmla="*/ 24 h 161"/>
                <a:gd name="T106" fmla="*/ 94 w 203"/>
                <a:gd name="T107" fmla="*/ 17 h 161"/>
                <a:gd name="T108" fmla="*/ 82 w 203"/>
                <a:gd name="T109" fmla="*/ 11 h 161"/>
                <a:gd name="T110" fmla="*/ 71 w 203"/>
                <a:gd name="T111" fmla="*/ 6 h 161"/>
                <a:gd name="T112" fmla="*/ 60 w 203"/>
                <a:gd name="T113" fmla="*/ 3 h 161"/>
                <a:gd name="T114" fmla="*/ 49 w 203"/>
                <a:gd name="T115" fmla="*/ 1 h 161"/>
                <a:gd name="T116" fmla="*/ 39 w 203"/>
                <a:gd name="T117" fmla="*/ 0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03" h="161">
                  <a:moveTo>
                    <a:pt x="39" y="0"/>
                  </a:moveTo>
                  <a:lnTo>
                    <a:pt x="31" y="1"/>
                  </a:lnTo>
                  <a:lnTo>
                    <a:pt x="23" y="3"/>
                  </a:lnTo>
                  <a:lnTo>
                    <a:pt x="17" y="7"/>
                  </a:lnTo>
                  <a:lnTo>
                    <a:pt x="11" y="12"/>
                  </a:lnTo>
                  <a:lnTo>
                    <a:pt x="6" y="18"/>
                  </a:lnTo>
                  <a:lnTo>
                    <a:pt x="3" y="26"/>
                  </a:lnTo>
                  <a:lnTo>
                    <a:pt x="1" y="32"/>
                  </a:lnTo>
                  <a:lnTo>
                    <a:pt x="0" y="39"/>
                  </a:lnTo>
                  <a:lnTo>
                    <a:pt x="1" y="46"/>
                  </a:lnTo>
                  <a:lnTo>
                    <a:pt x="2" y="53"/>
                  </a:lnTo>
                  <a:lnTo>
                    <a:pt x="4" y="60"/>
                  </a:lnTo>
                  <a:lnTo>
                    <a:pt x="8" y="68"/>
                  </a:lnTo>
                  <a:lnTo>
                    <a:pt x="13" y="78"/>
                  </a:lnTo>
                  <a:lnTo>
                    <a:pt x="19" y="86"/>
                  </a:lnTo>
                  <a:lnTo>
                    <a:pt x="26" y="94"/>
                  </a:lnTo>
                  <a:lnTo>
                    <a:pt x="34" y="103"/>
                  </a:lnTo>
                  <a:lnTo>
                    <a:pt x="42" y="111"/>
                  </a:lnTo>
                  <a:lnTo>
                    <a:pt x="52" y="118"/>
                  </a:lnTo>
                  <a:lnTo>
                    <a:pt x="62" y="126"/>
                  </a:lnTo>
                  <a:lnTo>
                    <a:pt x="73" y="133"/>
                  </a:lnTo>
                  <a:lnTo>
                    <a:pt x="83" y="139"/>
                  </a:lnTo>
                  <a:lnTo>
                    <a:pt x="94" y="144"/>
                  </a:lnTo>
                  <a:lnTo>
                    <a:pt x="105" y="149"/>
                  </a:lnTo>
                  <a:lnTo>
                    <a:pt x="117" y="153"/>
                  </a:lnTo>
                  <a:lnTo>
                    <a:pt x="128" y="157"/>
                  </a:lnTo>
                  <a:lnTo>
                    <a:pt x="139" y="159"/>
                  </a:lnTo>
                  <a:lnTo>
                    <a:pt x="149" y="161"/>
                  </a:lnTo>
                  <a:lnTo>
                    <a:pt x="159" y="161"/>
                  </a:lnTo>
                  <a:lnTo>
                    <a:pt x="167" y="161"/>
                  </a:lnTo>
                  <a:lnTo>
                    <a:pt x="173" y="160"/>
                  </a:lnTo>
                  <a:lnTo>
                    <a:pt x="179" y="159"/>
                  </a:lnTo>
                  <a:lnTo>
                    <a:pt x="184" y="157"/>
                  </a:lnTo>
                  <a:lnTo>
                    <a:pt x="189" y="155"/>
                  </a:lnTo>
                  <a:lnTo>
                    <a:pt x="193" y="152"/>
                  </a:lnTo>
                  <a:lnTo>
                    <a:pt x="197" y="149"/>
                  </a:lnTo>
                  <a:lnTo>
                    <a:pt x="201" y="145"/>
                  </a:lnTo>
                  <a:lnTo>
                    <a:pt x="202" y="142"/>
                  </a:lnTo>
                  <a:lnTo>
                    <a:pt x="203" y="139"/>
                  </a:lnTo>
                  <a:lnTo>
                    <a:pt x="203" y="135"/>
                  </a:lnTo>
                  <a:lnTo>
                    <a:pt x="203" y="131"/>
                  </a:lnTo>
                  <a:lnTo>
                    <a:pt x="201" y="124"/>
                  </a:lnTo>
                  <a:lnTo>
                    <a:pt x="198" y="117"/>
                  </a:lnTo>
                  <a:lnTo>
                    <a:pt x="193" y="107"/>
                  </a:lnTo>
                  <a:lnTo>
                    <a:pt x="187" y="98"/>
                  </a:lnTo>
                  <a:lnTo>
                    <a:pt x="179" y="88"/>
                  </a:lnTo>
                  <a:lnTo>
                    <a:pt x="171" y="78"/>
                  </a:lnTo>
                  <a:lnTo>
                    <a:pt x="162" y="68"/>
                  </a:lnTo>
                  <a:lnTo>
                    <a:pt x="151" y="58"/>
                  </a:lnTo>
                  <a:lnTo>
                    <a:pt x="140" y="49"/>
                  </a:lnTo>
                  <a:lnTo>
                    <a:pt x="129" y="40"/>
                  </a:lnTo>
                  <a:lnTo>
                    <a:pt x="118" y="32"/>
                  </a:lnTo>
                  <a:lnTo>
                    <a:pt x="105" y="24"/>
                  </a:lnTo>
                  <a:lnTo>
                    <a:pt x="94" y="17"/>
                  </a:lnTo>
                  <a:lnTo>
                    <a:pt x="82" y="11"/>
                  </a:lnTo>
                  <a:lnTo>
                    <a:pt x="71" y="6"/>
                  </a:lnTo>
                  <a:lnTo>
                    <a:pt x="60" y="3"/>
                  </a:lnTo>
                  <a:lnTo>
                    <a:pt x="49" y="1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48" name="Freeform 52"/>
            <p:cNvSpPr>
              <a:spLocks/>
            </p:cNvSpPr>
            <p:nvPr userDrawn="1"/>
          </p:nvSpPr>
          <p:spPr bwMode="gray">
            <a:xfrm>
              <a:off x="6162" y="347"/>
              <a:ext cx="109" cy="148"/>
            </a:xfrm>
            <a:custGeom>
              <a:avLst/>
              <a:gdLst>
                <a:gd name="T0" fmla="*/ 139 w 1310"/>
                <a:gd name="T1" fmla="*/ 1401 h 1770"/>
                <a:gd name="T2" fmla="*/ 306 w 1310"/>
                <a:gd name="T3" fmla="*/ 1438 h 1770"/>
                <a:gd name="T4" fmla="*/ 458 w 1310"/>
                <a:gd name="T5" fmla="*/ 1457 h 1770"/>
                <a:gd name="T6" fmla="*/ 615 w 1310"/>
                <a:gd name="T7" fmla="*/ 1458 h 1770"/>
                <a:gd name="T8" fmla="*/ 741 w 1310"/>
                <a:gd name="T9" fmla="*/ 1434 h 1770"/>
                <a:gd name="T10" fmla="*/ 790 w 1310"/>
                <a:gd name="T11" fmla="*/ 1409 h 1770"/>
                <a:gd name="T12" fmla="*/ 825 w 1310"/>
                <a:gd name="T13" fmla="*/ 1378 h 1770"/>
                <a:gd name="T14" fmla="*/ 844 w 1310"/>
                <a:gd name="T15" fmla="*/ 1337 h 1770"/>
                <a:gd name="T16" fmla="*/ 848 w 1310"/>
                <a:gd name="T17" fmla="*/ 1285 h 1770"/>
                <a:gd name="T18" fmla="*/ 824 w 1310"/>
                <a:gd name="T19" fmla="*/ 1220 h 1770"/>
                <a:gd name="T20" fmla="*/ 749 w 1310"/>
                <a:gd name="T21" fmla="*/ 1161 h 1770"/>
                <a:gd name="T22" fmla="*/ 571 w 1310"/>
                <a:gd name="T23" fmla="*/ 1078 h 1770"/>
                <a:gd name="T24" fmla="*/ 321 w 1310"/>
                <a:gd name="T25" fmla="*/ 964 h 1770"/>
                <a:gd name="T26" fmla="*/ 198 w 1310"/>
                <a:gd name="T27" fmla="*/ 893 h 1770"/>
                <a:gd name="T28" fmla="*/ 116 w 1310"/>
                <a:gd name="T29" fmla="*/ 826 h 1770"/>
                <a:gd name="T30" fmla="*/ 52 w 1310"/>
                <a:gd name="T31" fmla="*/ 736 h 1770"/>
                <a:gd name="T32" fmla="*/ 13 w 1310"/>
                <a:gd name="T33" fmla="*/ 633 h 1770"/>
                <a:gd name="T34" fmla="*/ 0 w 1310"/>
                <a:gd name="T35" fmla="*/ 516 h 1770"/>
                <a:gd name="T36" fmla="*/ 19 w 1310"/>
                <a:gd name="T37" fmla="*/ 370 h 1770"/>
                <a:gd name="T38" fmla="*/ 75 w 1310"/>
                <a:gd name="T39" fmla="*/ 247 h 1770"/>
                <a:gd name="T40" fmla="*/ 169 w 1310"/>
                <a:gd name="T41" fmla="*/ 148 h 1770"/>
                <a:gd name="T42" fmla="*/ 294 w 1310"/>
                <a:gd name="T43" fmla="*/ 73 h 1770"/>
                <a:gd name="T44" fmla="*/ 443 w 1310"/>
                <a:gd name="T45" fmla="*/ 24 h 1770"/>
                <a:gd name="T46" fmla="*/ 614 w 1310"/>
                <a:gd name="T47" fmla="*/ 2 h 1770"/>
                <a:gd name="T48" fmla="*/ 836 w 1310"/>
                <a:gd name="T49" fmla="*/ 8 h 1770"/>
                <a:gd name="T50" fmla="*/ 1177 w 1310"/>
                <a:gd name="T51" fmla="*/ 61 h 1770"/>
                <a:gd name="T52" fmla="*/ 1060 w 1310"/>
                <a:gd name="T53" fmla="*/ 344 h 1770"/>
                <a:gd name="T54" fmla="*/ 921 w 1310"/>
                <a:gd name="T55" fmla="*/ 309 h 1770"/>
                <a:gd name="T56" fmla="*/ 787 w 1310"/>
                <a:gd name="T57" fmla="*/ 292 h 1770"/>
                <a:gd name="T58" fmla="*/ 638 w 1310"/>
                <a:gd name="T59" fmla="*/ 296 h 1770"/>
                <a:gd name="T60" fmla="*/ 521 w 1310"/>
                <a:gd name="T61" fmla="*/ 331 h 1770"/>
                <a:gd name="T62" fmla="*/ 483 w 1310"/>
                <a:gd name="T63" fmla="*/ 359 h 1770"/>
                <a:gd name="T64" fmla="*/ 459 w 1310"/>
                <a:gd name="T65" fmla="*/ 395 h 1770"/>
                <a:gd name="T66" fmla="*/ 450 w 1310"/>
                <a:gd name="T67" fmla="*/ 439 h 1770"/>
                <a:gd name="T68" fmla="*/ 463 w 1310"/>
                <a:gd name="T69" fmla="*/ 502 h 1770"/>
                <a:gd name="T70" fmla="*/ 521 w 1310"/>
                <a:gd name="T71" fmla="*/ 553 h 1770"/>
                <a:gd name="T72" fmla="*/ 674 w 1310"/>
                <a:gd name="T73" fmla="*/ 629 h 1770"/>
                <a:gd name="T74" fmla="*/ 946 w 1310"/>
                <a:gd name="T75" fmla="*/ 756 h 1770"/>
                <a:gd name="T76" fmla="*/ 1080 w 1310"/>
                <a:gd name="T77" fmla="*/ 832 h 1770"/>
                <a:gd name="T78" fmla="*/ 1174 w 1310"/>
                <a:gd name="T79" fmla="*/ 901 h 1770"/>
                <a:gd name="T80" fmla="*/ 1241 w 1310"/>
                <a:gd name="T81" fmla="*/ 979 h 1770"/>
                <a:gd name="T82" fmla="*/ 1287 w 1310"/>
                <a:gd name="T83" fmla="*/ 1074 h 1770"/>
                <a:gd name="T84" fmla="*/ 1308 w 1310"/>
                <a:gd name="T85" fmla="*/ 1182 h 1770"/>
                <a:gd name="T86" fmla="*/ 1301 w 1310"/>
                <a:gd name="T87" fmla="*/ 1328 h 1770"/>
                <a:gd name="T88" fmla="*/ 1276 w 1310"/>
                <a:gd name="T89" fmla="*/ 1418 h 1770"/>
                <a:gd name="T90" fmla="*/ 1242 w 1310"/>
                <a:gd name="T91" fmla="*/ 1486 h 1770"/>
                <a:gd name="T92" fmla="*/ 1196 w 1310"/>
                <a:gd name="T93" fmla="*/ 1547 h 1770"/>
                <a:gd name="T94" fmla="*/ 1098 w 1310"/>
                <a:gd name="T95" fmla="*/ 1633 h 1770"/>
                <a:gd name="T96" fmla="*/ 965 w 1310"/>
                <a:gd name="T97" fmla="*/ 1703 h 1770"/>
                <a:gd name="T98" fmla="*/ 813 w 1310"/>
                <a:gd name="T99" fmla="*/ 1747 h 1770"/>
                <a:gd name="T100" fmla="*/ 639 w 1310"/>
                <a:gd name="T101" fmla="*/ 1768 h 1770"/>
                <a:gd name="T102" fmla="*/ 366 w 1310"/>
                <a:gd name="T103" fmla="*/ 1761 h 1770"/>
                <a:gd name="T104" fmla="*/ 34 w 1310"/>
                <a:gd name="T105" fmla="*/ 1707 h 17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310" h="1770">
                  <a:moveTo>
                    <a:pt x="34" y="1707"/>
                  </a:moveTo>
                  <a:lnTo>
                    <a:pt x="34" y="1371"/>
                  </a:lnTo>
                  <a:lnTo>
                    <a:pt x="70" y="1382"/>
                  </a:lnTo>
                  <a:lnTo>
                    <a:pt x="105" y="1392"/>
                  </a:lnTo>
                  <a:lnTo>
                    <a:pt x="139" y="1401"/>
                  </a:lnTo>
                  <a:lnTo>
                    <a:pt x="174" y="1410"/>
                  </a:lnTo>
                  <a:lnTo>
                    <a:pt x="208" y="1419"/>
                  </a:lnTo>
                  <a:lnTo>
                    <a:pt x="240" y="1426"/>
                  </a:lnTo>
                  <a:lnTo>
                    <a:pt x="273" y="1432"/>
                  </a:lnTo>
                  <a:lnTo>
                    <a:pt x="306" y="1438"/>
                  </a:lnTo>
                  <a:lnTo>
                    <a:pt x="336" y="1444"/>
                  </a:lnTo>
                  <a:lnTo>
                    <a:pt x="368" y="1448"/>
                  </a:lnTo>
                  <a:lnTo>
                    <a:pt x="399" y="1452"/>
                  </a:lnTo>
                  <a:lnTo>
                    <a:pt x="428" y="1455"/>
                  </a:lnTo>
                  <a:lnTo>
                    <a:pt x="458" y="1457"/>
                  </a:lnTo>
                  <a:lnTo>
                    <a:pt x="486" y="1459"/>
                  </a:lnTo>
                  <a:lnTo>
                    <a:pt x="515" y="1460"/>
                  </a:lnTo>
                  <a:lnTo>
                    <a:pt x="543" y="1461"/>
                  </a:lnTo>
                  <a:lnTo>
                    <a:pt x="580" y="1460"/>
                  </a:lnTo>
                  <a:lnTo>
                    <a:pt x="615" y="1458"/>
                  </a:lnTo>
                  <a:lnTo>
                    <a:pt x="646" y="1455"/>
                  </a:lnTo>
                  <a:lnTo>
                    <a:pt x="677" y="1451"/>
                  </a:lnTo>
                  <a:lnTo>
                    <a:pt x="705" y="1445"/>
                  </a:lnTo>
                  <a:lnTo>
                    <a:pt x="729" y="1438"/>
                  </a:lnTo>
                  <a:lnTo>
                    <a:pt x="741" y="1434"/>
                  </a:lnTo>
                  <a:lnTo>
                    <a:pt x="751" y="1430"/>
                  </a:lnTo>
                  <a:lnTo>
                    <a:pt x="763" y="1426"/>
                  </a:lnTo>
                  <a:lnTo>
                    <a:pt x="772" y="1421"/>
                  </a:lnTo>
                  <a:lnTo>
                    <a:pt x="781" y="1416"/>
                  </a:lnTo>
                  <a:lnTo>
                    <a:pt x="790" y="1409"/>
                  </a:lnTo>
                  <a:lnTo>
                    <a:pt x="798" y="1404"/>
                  </a:lnTo>
                  <a:lnTo>
                    <a:pt x="805" y="1398"/>
                  </a:lnTo>
                  <a:lnTo>
                    <a:pt x="813" y="1391"/>
                  </a:lnTo>
                  <a:lnTo>
                    <a:pt x="819" y="1385"/>
                  </a:lnTo>
                  <a:lnTo>
                    <a:pt x="825" y="1378"/>
                  </a:lnTo>
                  <a:lnTo>
                    <a:pt x="829" y="1370"/>
                  </a:lnTo>
                  <a:lnTo>
                    <a:pt x="834" y="1362"/>
                  </a:lnTo>
                  <a:lnTo>
                    <a:pt x="838" y="1354"/>
                  </a:lnTo>
                  <a:lnTo>
                    <a:pt x="841" y="1346"/>
                  </a:lnTo>
                  <a:lnTo>
                    <a:pt x="844" y="1337"/>
                  </a:lnTo>
                  <a:lnTo>
                    <a:pt x="846" y="1329"/>
                  </a:lnTo>
                  <a:lnTo>
                    <a:pt x="847" y="1319"/>
                  </a:lnTo>
                  <a:lnTo>
                    <a:pt x="848" y="1309"/>
                  </a:lnTo>
                  <a:lnTo>
                    <a:pt x="848" y="1299"/>
                  </a:lnTo>
                  <a:lnTo>
                    <a:pt x="848" y="1285"/>
                  </a:lnTo>
                  <a:lnTo>
                    <a:pt x="845" y="1271"/>
                  </a:lnTo>
                  <a:lnTo>
                    <a:pt x="842" y="1257"/>
                  </a:lnTo>
                  <a:lnTo>
                    <a:pt x="837" y="1244"/>
                  </a:lnTo>
                  <a:lnTo>
                    <a:pt x="831" y="1232"/>
                  </a:lnTo>
                  <a:lnTo>
                    <a:pt x="824" y="1220"/>
                  </a:lnTo>
                  <a:lnTo>
                    <a:pt x="815" y="1208"/>
                  </a:lnTo>
                  <a:lnTo>
                    <a:pt x="804" y="1198"/>
                  </a:lnTo>
                  <a:lnTo>
                    <a:pt x="790" y="1187"/>
                  </a:lnTo>
                  <a:lnTo>
                    <a:pt x="773" y="1175"/>
                  </a:lnTo>
                  <a:lnTo>
                    <a:pt x="749" y="1161"/>
                  </a:lnTo>
                  <a:lnTo>
                    <a:pt x="723" y="1146"/>
                  </a:lnTo>
                  <a:lnTo>
                    <a:pt x="691" y="1131"/>
                  </a:lnTo>
                  <a:lnTo>
                    <a:pt x="656" y="1114"/>
                  </a:lnTo>
                  <a:lnTo>
                    <a:pt x="616" y="1096"/>
                  </a:lnTo>
                  <a:lnTo>
                    <a:pt x="571" y="1078"/>
                  </a:lnTo>
                  <a:lnTo>
                    <a:pt x="490" y="1044"/>
                  </a:lnTo>
                  <a:lnTo>
                    <a:pt x="417" y="1011"/>
                  </a:lnTo>
                  <a:lnTo>
                    <a:pt x="383" y="995"/>
                  </a:lnTo>
                  <a:lnTo>
                    <a:pt x="352" y="980"/>
                  </a:lnTo>
                  <a:lnTo>
                    <a:pt x="321" y="964"/>
                  </a:lnTo>
                  <a:lnTo>
                    <a:pt x="292" y="949"/>
                  </a:lnTo>
                  <a:lnTo>
                    <a:pt x="266" y="935"/>
                  </a:lnTo>
                  <a:lnTo>
                    <a:pt x="241" y="921"/>
                  </a:lnTo>
                  <a:lnTo>
                    <a:pt x="219" y="906"/>
                  </a:lnTo>
                  <a:lnTo>
                    <a:pt x="198" y="893"/>
                  </a:lnTo>
                  <a:lnTo>
                    <a:pt x="178" y="880"/>
                  </a:lnTo>
                  <a:lnTo>
                    <a:pt x="161" y="866"/>
                  </a:lnTo>
                  <a:lnTo>
                    <a:pt x="146" y="854"/>
                  </a:lnTo>
                  <a:lnTo>
                    <a:pt x="132" y="842"/>
                  </a:lnTo>
                  <a:lnTo>
                    <a:pt x="116" y="826"/>
                  </a:lnTo>
                  <a:lnTo>
                    <a:pt x="101" y="808"/>
                  </a:lnTo>
                  <a:lnTo>
                    <a:pt x="87" y="791"/>
                  </a:lnTo>
                  <a:lnTo>
                    <a:pt x="74" y="773"/>
                  </a:lnTo>
                  <a:lnTo>
                    <a:pt x="62" y="754"/>
                  </a:lnTo>
                  <a:lnTo>
                    <a:pt x="52" y="736"/>
                  </a:lnTo>
                  <a:lnTo>
                    <a:pt x="42" y="715"/>
                  </a:lnTo>
                  <a:lnTo>
                    <a:pt x="32" y="696"/>
                  </a:lnTo>
                  <a:lnTo>
                    <a:pt x="25" y="676"/>
                  </a:lnTo>
                  <a:lnTo>
                    <a:pt x="18" y="654"/>
                  </a:lnTo>
                  <a:lnTo>
                    <a:pt x="13" y="633"/>
                  </a:lnTo>
                  <a:lnTo>
                    <a:pt x="8" y="610"/>
                  </a:lnTo>
                  <a:lnTo>
                    <a:pt x="5" y="588"/>
                  </a:lnTo>
                  <a:lnTo>
                    <a:pt x="2" y="564"/>
                  </a:lnTo>
                  <a:lnTo>
                    <a:pt x="1" y="541"/>
                  </a:lnTo>
                  <a:lnTo>
                    <a:pt x="0" y="516"/>
                  </a:lnTo>
                  <a:lnTo>
                    <a:pt x="1" y="485"/>
                  </a:lnTo>
                  <a:lnTo>
                    <a:pt x="3" y="455"/>
                  </a:lnTo>
                  <a:lnTo>
                    <a:pt x="7" y="425"/>
                  </a:lnTo>
                  <a:lnTo>
                    <a:pt x="12" y="397"/>
                  </a:lnTo>
                  <a:lnTo>
                    <a:pt x="19" y="370"/>
                  </a:lnTo>
                  <a:lnTo>
                    <a:pt x="27" y="344"/>
                  </a:lnTo>
                  <a:lnTo>
                    <a:pt x="36" y="318"/>
                  </a:lnTo>
                  <a:lnTo>
                    <a:pt x="48" y="294"/>
                  </a:lnTo>
                  <a:lnTo>
                    <a:pt x="61" y="269"/>
                  </a:lnTo>
                  <a:lnTo>
                    <a:pt x="75" y="247"/>
                  </a:lnTo>
                  <a:lnTo>
                    <a:pt x="90" y="225"/>
                  </a:lnTo>
                  <a:lnTo>
                    <a:pt x="108" y="204"/>
                  </a:lnTo>
                  <a:lnTo>
                    <a:pt x="127" y="185"/>
                  </a:lnTo>
                  <a:lnTo>
                    <a:pt x="148" y="165"/>
                  </a:lnTo>
                  <a:lnTo>
                    <a:pt x="169" y="148"/>
                  </a:lnTo>
                  <a:lnTo>
                    <a:pt x="192" y="131"/>
                  </a:lnTo>
                  <a:lnTo>
                    <a:pt x="217" y="115"/>
                  </a:lnTo>
                  <a:lnTo>
                    <a:pt x="241" y="100"/>
                  </a:lnTo>
                  <a:lnTo>
                    <a:pt x="268" y="86"/>
                  </a:lnTo>
                  <a:lnTo>
                    <a:pt x="294" y="73"/>
                  </a:lnTo>
                  <a:lnTo>
                    <a:pt x="323" y="61"/>
                  </a:lnTo>
                  <a:lnTo>
                    <a:pt x="352" y="51"/>
                  </a:lnTo>
                  <a:lnTo>
                    <a:pt x="381" y="41"/>
                  </a:lnTo>
                  <a:lnTo>
                    <a:pt x="412" y="33"/>
                  </a:lnTo>
                  <a:lnTo>
                    <a:pt x="443" y="24"/>
                  </a:lnTo>
                  <a:lnTo>
                    <a:pt x="476" y="18"/>
                  </a:lnTo>
                  <a:lnTo>
                    <a:pt x="509" y="12"/>
                  </a:lnTo>
                  <a:lnTo>
                    <a:pt x="543" y="8"/>
                  </a:lnTo>
                  <a:lnTo>
                    <a:pt x="578" y="4"/>
                  </a:lnTo>
                  <a:lnTo>
                    <a:pt x="614" y="2"/>
                  </a:lnTo>
                  <a:lnTo>
                    <a:pt x="651" y="0"/>
                  </a:lnTo>
                  <a:lnTo>
                    <a:pt x="689" y="0"/>
                  </a:lnTo>
                  <a:lnTo>
                    <a:pt x="733" y="0"/>
                  </a:lnTo>
                  <a:lnTo>
                    <a:pt x="783" y="3"/>
                  </a:lnTo>
                  <a:lnTo>
                    <a:pt x="836" y="8"/>
                  </a:lnTo>
                  <a:lnTo>
                    <a:pt x="895" y="15"/>
                  </a:lnTo>
                  <a:lnTo>
                    <a:pt x="958" y="23"/>
                  </a:lnTo>
                  <a:lnTo>
                    <a:pt x="1027" y="35"/>
                  </a:lnTo>
                  <a:lnTo>
                    <a:pt x="1099" y="47"/>
                  </a:lnTo>
                  <a:lnTo>
                    <a:pt x="1177" y="61"/>
                  </a:lnTo>
                  <a:lnTo>
                    <a:pt x="1177" y="386"/>
                  </a:lnTo>
                  <a:lnTo>
                    <a:pt x="1147" y="374"/>
                  </a:lnTo>
                  <a:lnTo>
                    <a:pt x="1118" y="363"/>
                  </a:lnTo>
                  <a:lnTo>
                    <a:pt x="1089" y="353"/>
                  </a:lnTo>
                  <a:lnTo>
                    <a:pt x="1060" y="344"/>
                  </a:lnTo>
                  <a:lnTo>
                    <a:pt x="1032" y="336"/>
                  </a:lnTo>
                  <a:lnTo>
                    <a:pt x="1003" y="327"/>
                  </a:lnTo>
                  <a:lnTo>
                    <a:pt x="976" y="320"/>
                  </a:lnTo>
                  <a:lnTo>
                    <a:pt x="947" y="314"/>
                  </a:lnTo>
                  <a:lnTo>
                    <a:pt x="921" y="309"/>
                  </a:lnTo>
                  <a:lnTo>
                    <a:pt x="893" y="304"/>
                  </a:lnTo>
                  <a:lnTo>
                    <a:pt x="867" y="300"/>
                  </a:lnTo>
                  <a:lnTo>
                    <a:pt x="839" y="297"/>
                  </a:lnTo>
                  <a:lnTo>
                    <a:pt x="814" y="294"/>
                  </a:lnTo>
                  <a:lnTo>
                    <a:pt x="787" y="292"/>
                  </a:lnTo>
                  <a:lnTo>
                    <a:pt x="762" y="291"/>
                  </a:lnTo>
                  <a:lnTo>
                    <a:pt x="736" y="291"/>
                  </a:lnTo>
                  <a:lnTo>
                    <a:pt x="700" y="292"/>
                  </a:lnTo>
                  <a:lnTo>
                    <a:pt x="669" y="293"/>
                  </a:lnTo>
                  <a:lnTo>
                    <a:pt x="638" y="296"/>
                  </a:lnTo>
                  <a:lnTo>
                    <a:pt x="610" y="301"/>
                  </a:lnTo>
                  <a:lnTo>
                    <a:pt x="584" y="306"/>
                  </a:lnTo>
                  <a:lnTo>
                    <a:pt x="561" y="313"/>
                  </a:lnTo>
                  <a:lnTo>
                    <a:pt x="539" y="321"/>
                  </a:lnTo>
                  <a:lnTo>
                    <a:pt x="521" y="331"/>
                  </a:lnTo>
                  <a:lnTo>
                    <a:pt x="512" y="336"/>
                  </a:lnTo>
                  <a:lnTo>
                    <a:pt x="504" y="341"/>
                  </a:lnTo>
                  <a:lnTo>
                    <a:pt x="496" y="346"/>
                  </a:lnTo>
                  <a:lnTo>
                    <a:pt x="489" y="352"/>
                  </a:lnTo>
                  <a:lnTo>
                    <a:pt x="483" y="359"/>
                  </a:lnTo>
                  <a:lnTo>
                    <a:pt x="477" y="365"/>
                  </a:lnTo>
                  <a:lnTo>
                    <a:pt x="472" y="372"/>
                  </a:lnTo>
                  <a:lnTo>
                    <a:pt x="467" y="380"/>
                  </a:lnTo>
                  <a:lnTo>
                    <a:pt x="463" y="387"/>
                  </a:lnTo>
                  <a:lnTo>
                    <a:pt x="459" y="395"/>
                  </a:lnTo>
                  <a:lnTo>
                    <a:pt x="456" y="403"/>
                  </a:lnTo>
                  <a:lnTo>
                    <a:pt x="454" y="411"/>
                  </a:lnTo>
                  <a:lnTo>
                    <a:pt x="452" y="420"/>
                  </a:lnTo>
                  <a:lnTo>
                    <a:pt x="450" y="430"/>
                  </a:lnTo>
                  <a:lnTo>
                    <a:pt x="450" y="439"/>
                  </a:lnTo>
                  <a:lnTo>
                    <a:pt x="448" y="449"/>
                  </a:lnTo>
                  <a:lnTo>
                    <a:pt x="450" y="463"/>
                  </a:lnTo>
                  <a:lnTo>
                    <a:pt x="453" y="477"/>
                  </a:lnTo>
                  <a:lnTo>
                    <a:pt x="457" y="490"/>
                  </a:lnTo>
                  <a:lnTo>
                    <a:pt x="463" y="502"/>
                  </a:lnTo>
                  <a:lnTo>
                    <a:pt x="471" y="514"/>
                  </a:lnTo>
                  <a:lnTo>
                    <a:pt x="481" y="524"/>
                  </a:lnTo>
                  <a:lnTo>
                    <a:pt x="493" y="536"/>
                  </a:lnTo>
                  <a:lnTo>
                    <a:pt x="507" y="545"/>
                  </a:lnTo>
                  <a:lnTo>
                    <a:pt x="521" y="553"/>
                  </a:lnTo>
                  <a:lnTo>
                    <a:pt x="541" y="564"/>
                  </a:lnTo>
                  <a:lnTo>
                    <a:pt x="567" y="577"/>
                  </a:lnTo>
                  <a:lnTo>
                    <a:pt x="597" y="592"/>
                  </a:lnTo>
                  <a:lnTo>
                    <a:pt x="633" y="609"/>
                  </a:lnTo>
                  <a:lnTo>
                    <a:pt x="674" y="629"/>
                  </a:lnTo>
                  <a:lnTo>
                    <a:pt x="720" y="649"/>
                  </a:lnTo>
                  <a:lnTo>
                    <a:pt x="772" y="672"/>
                  </a:lnTo>
                  <a:lnTo>
                    <a:pt x="846" y="707"/>
                  </a:lnTo>
                  <a:lnTo>
                    <a:pt x="915" y="740"/>
                  </a:lnTo>
                  <a:lnTo>
                    <a:pt x="946" y="756"/>
                  </a:lnTo>
                  <a:lnTo>
                    <a:pt x="976" y="771"/>
                  </a:lnTo>
                  <a:lnTo>
                    <a:pt x="1004" y="787"/>
                  </a:lnTo>
                  <a:lnTo>
                    <a:pt x="1032" y="802"/>
                  </a:lnTo>
                  <a:lnTo>
                    <a:pt x="1056" y="817"/>
                  </a:lnTo>
                  <a:lnTo>
                    <a:pt x="1080" y="832"/>
                  </a:lnTo>
                  <a:lnTo>
                    <a:pt x="1102" y="846"/>
                  </a:lnTo>
                  <a:lnTo>
                    <a:pt x="1123" y="860"/>
                  </a:lnTo>
                  <a:lnTo>
                    <a:pt x="1141" y="875"/>
                  </a:lnTo>
                  <a:lnTo>
                    <a:pt x="1158" y="888"/>
                  </a:lnTo>
                  <a:lnTo>
                    <a:pt x="1174" y="901"/>
                  </a:lnTo>
                  <a:lnTo>
                    <a:pt x="1187" y="913"/>
                  </a:lnTo>
                  <a:lnTo>
                    <a:pt x="1202" y="930"/>
                  </a:lnTo>
                  <a:lnTo>
                    <a:pt x="1216" y="945"/>
                  </a:lnTo>
                  <a:lnTo>
                    <a:pt x="1229" y="962"/>
                  </a:lnTo>
                  <a:lnTo>
                    <a:pt x="1241" y="979"/>
                  </a:lnTo>
                  <a:lnTo>
                    <a:pt x="1252" y="997"/>
                  </a:lnTo>
                  <a:lnTo>
                    <a:pt x="1262" y="1015"/>
                  </a:lnTo>
                  <a:lnTo>
                    <a:pt x="1271" y="1034"/>
                  </a:lnTo>
                  <a:lnTo>
                    <a:pt x="1279" y="1053"/>
                  </a:lnTo>
                  <a:lnTo>
                    <a:pt x="1287" y="1074"/>
                  </a:lnTo>
                  <a:lnTo>
                    <a:pt x="1293" y="1094"/>
                  </a:lnTo>
                  <a:lnTo>
                    <a:pt x="1298" y="1114"/>
                  </a:lnTo>
                  <a:lnTo>
                    <a:pt x="1302" y="1137"/>
                  </a:lnTo>
                  <a:lnTo>
                    <a:pt x="1305" y="1158"/>
                  </a:lnTo>
                  <a:lnTo>
                    <a:pt x="1308" y="1182"/>
                  </a:lnTo>
                  <a:lnTo>
                    <a:pt x="1309" y="1204"/>
                  </a:lnTo>
                  <a:lnTo>
                    <a:pt x="1310" y="1229"/>
                  </a:lnTo>
                  <a:lnTo>
                    <a:pt x="1309" y="1262"/>
                  </a:lnTo>
                  <a:lnTo>
                    <a:pt x="1306" y="1296"/>
                  </a:lnTo>
                  <a:lnTo>
                    <a:pt x="1301" y="1328"/>
                  </a:lnTo>
                  <a:lnTo>
                    <a:pt x="1295" y="1358"/>
                  </a:lnTo>
                  <a:lnTo>
                    <a:pt x="1291" y="1374"/>
                  </a:lnTo>
                  <a:lnTo>
                    <a:pt x="1287" y="1389"/>
                  </a:lnTo>
                  <a:lnTo>
                    <a:pt x="1282" y="1403"/>
                  </a:lnTo>
                  <a:lnTo>
                    <a:pt x="1276" y="1418"/>
                  </a:lnTo>
                  <a:lnTo>
                    <a:pt x="1271" y="1432"/>
                  </a:lnTo>
                  <a:lnTo>
                    <a:pt x="1263" y="1446"/>
                  </a:lnTo>
                  <a:lnTo>
                    <a:pt x="1257" y="1459"/>
                  </a:lnTo>
                  <a:lnTo>
                    <a:pt x="1250" y="1473"/>
                  </a:lnTo>
                  <a:lnTo>
                    <a:pt x="1242" y="1486"/>
                  </a:lnTo>
                  <a:lnTo>
                    <a:pt x="1234" y="1499"/>
                  </a:lnTo>
                  <a:lnTo>
                    <a:pt x="1225" y="1511"/>
                  </a:lnTo>
                  <a:lnTo>
                    <a:pt x="1216" y="1524"/>
                  </a:lnTo>
                  <a:lnTo>
                    <a:pt x="1206" y="1536"/>
                  </a:lnTo>
                  <a:lnTo>
                    <a:pt x="1196" y="1547"/>
                  </a:lnTo>
                  <a:lnTo>
                    <a:pt x="1186" y="1559"/>
                  </a:lnTo>
                  <a:lnTo>
                    <a:pt x="1175" y="1571"/>
                  </a:lnTo>
                  <a:lnTo>
                    <a:pt x="1151" y="1592"/>
                  </a:lnTo>
                  <a:lnTo>
                    <a:pt x="1126" y="1613"/>
                  </a:lnTo>
                  <a:lnTo>
                    <a:pt x="1098" y="1633"/>
                  </a:lnTo>
                  <a:lnTo>
                    <a:pt x="1069" y="1651"/>
                  </a:lnTo>
                  <a:lnTo>
                    <a:pt x="1044" y="1666"/>
                  </a:lnTo>
                  <a:lnTo>
                    <a:pt x="1019" y="1679"/>
                  </a:lnTo>
                  <a:lnTo>
                    <a:pt x="992" y="1691"/>
                  </a:lnTo>
                  <a:lnTo>
                    <a:pt x="965" y="1703"/>
                  </a:lnTo>
                  <a:lnTo>
                    <a:pt x="936" y="1714"/>
                  </a:lnTo>
                  <a:lnTo>
                    <a:pt x="906" y="1724"/>
                  </a:lnTo>
                  <a:lnTo>
                    <a:pt x="876" y="1732"/>
                  </a:lnTo>
                  <a:lnTo>
                    <a:pt x="845" y="1740"/>
                  </a:lnTo>
                  <a:lnTo>
                    <a:pt x="813" y="1747"/>
                  </a:lnTo>
                  <a:lnTo>
                    <a:pt x="780" y="1752"/>
                  </a:lnTo>
                  <a:lnTo>
                    <a:pt x="746" y="1757"/>
                  </a:lnTo>
                  <a:lnTo>
                    <a:pt x="712" y="1762"/>
                  </a:lnTo>
                  <a:lnTo>
                    <a:pt x="676" y="1766"/>
                  </a:lnTo>
                  <a:lnTo>
                    <a:pt x="639" y="1768"/>
                  </a:lnTo>
                  <a:lnTo>
                    <a:pt x="601" y="1769"/>
                  </a:lnTo>
                  <a:lnTo>
                    <a:pt x="563" y="1770"/>
                  </a:lnTo>
                  <a:lnTo>
                    <a:pt x="497" y="1769"/>
                  </a:lnTo>
                  <a:lnTo>
                    <a:pt x="431" y="1766"/>
                  </a:lnTo>
                  <a:lnTo>
                    <a:pt x="366" y="1761"/>
                  </a:lnTo>
                  <a:lnTo>
                    <a:pt x="300" y="1754"/>
                  </a:lnTo>
                  <a:lnTo>
                    <a:pt x="233" y="1745"/>
                  </a:lnTo>
                  <a:lnTo>
                    <a:pt x="167" y="1735"/>
                  </a:lnTo>
                  <a:lnTo>
                    <a:pt x="101" y="1722"/>
                  </a:lnTo>
                  <a:lnTo>
                    <a:pt x="34" y="1707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49" name="Freeform 53"/>
            <p:cNvSpPr>
              <a:spLocks/>
            </p:cNvSpPr>
            <p:nvPr userDrawn="1"/>
          </p:nvSpPr>
          <p:spPr bwMode="gray">
            <a:xfrm>
              <a:off x="6294" y="350"/>
              <a:ext cx="39" cy="142"/>
            </a:xfrm>
            <a:custGeom>
              <a:avLst/>
              <a:gdLst>
                <a:gd name="T0" fmla="*/ 476 w 476"/>
                <a:gd name="T1" fmla="*/ 0 h 1706"/>
                <a:gd name="T2" fmla="*/ 476 w 476"/>
                <a:gd name="T3" fmla="*/ 1706 h 1706"/>
                <a:gd name="T4" fmla="*/ 0 w 476"/>
                <a:gd name="T5" fmla="*/ 1706 h 1706"/>
                <a:gd name="T6" fmla="*/ 0 w 476"/>
                <a:gd name="T7" fmla="*/ 0 h 1706"/>
                <a:gd name="T8" fmla="*/ 238 w 476"/>
                <a:gd name="T9" fmla="*/ 285 h 1706"/>
                <a:gd name="T10" fmla="*/ 476 w 476"/>
                <a:gd name="T11" fmla="*/ 0 h 1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6" h="1706">
                  <a:moveTo>
                    <a:pt x="476" y="0"/>
                  </a:moveTo>
                  <a:lnTo>
                    <a:pt x="476" y="1706"/>
                  </a:lnTo>
                  <a:lnTo>
                    <a:pt x="0" y="1706"/>
                  </a:lnTo>
                  <a:lnTo>
                    <a:pt x="0" y="0"/>
                  </a:lnTo>
                  <a:lnTo>
                    <a:pt x="238" y="285"/>
                  </a:lnTo>
                  <a:lnTo>
                    <a:pt x="476" y="0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50" name="Freeform 54"/>
            <p:cNvSpPr>
              <a:spLocks/>
            </p:cNvSpPr>
            <p:nvPr userDrawn="1"/>
          </p:nvSpPr>
          <p:spPr bwMode="gray">
            <a:xfrm>
              <a:off x="6294" y="350"/>
              <a:ext cx="39" cy="44"/>
            </a:xfrm>
            <a:custGeom>
              <a:avLst/>
              <a:gdLst>
                <a:gd name="T0" fmla="*/ 476 w 476"/>
                <a:gd name="T1" fmla="*/ 0 h 530"/>
                <a:gd name="T2" fmla="*/ 0 w 476"/>
                <a:gd name="T3" fmla="*/ 0 h 530"/>
                <a:gd name="T4" fmla="*/ 238 w 476"/>
                <a:gd name="T5" fmla="*/ 530 h 530"/>
                <a:gd name="T6" fmla="*/ 476 w 476"/>
                <a:gd name="T7" fmla="*/ 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76" h="530">
                  <a:moveTo>
                    <a:pt x="476" y="0"/>
                  </a:moveTo>
                  <a:lnTo>
                    <a:pt x="0" y="0"/>
                  </a:lnTo>
                  <a:lnTo>
                    <a:pt x="238" y="530"/>
                  </a:lnTo>
                  <a:lnTo>
                    <a:pt x="476" y="0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51" name="Freeform 55"/>
            <p:cNvSpPr>
              <a:spLocks/>
            </p:cNvSpPr>
            <p:nvPr userDrawn="1"/>
          </p:nvSpPr>
          <p:spPr bwMode="gray">
            <a:xfrm>
              <a:off x="6370" y="350"/>
              <a:ext cx="103" cy="142"/>
            </a:xfrm>
            <a:custGeom>
              <a:avLst/>
              <a:gdLst>
                <a:gd name="T0" fmla="*/ 0 w 1241"/>
                <a:gd name="T1" fmla="*/ 1706 h 1706"/>
                <a:gd name="T2" fmla="*/ 0 w 1241"/>
                <a:gd name="T3" fmla="*/ 0 h 1706"/>
                <a:gd name="T4" fmla="*/ 1222 w 1241"/>
                <a:gd name="T5" fmla="*/ 0 h 1706"/>
                <a:gd name="T6" fmla="*/ 1222 w 1241"/>
                <a:gd name="T7" fmla="*/ 309 h 1706"/>
                <a:gd name="T8" fmla="*/ 459 w 1241"/>
                <a:gd name="T9" fmla="*/ 309 h 1706"/>
                <a:gd name="T10" fmla="*/ 459 w 1241"/>
                <a:gd name="T11" fmla="*/ 693 h 1706"/>
                <a:gd name="T12" fmla="*/ 1123 w 1241"/>
                <a:gd name="T13" fmla="*/ 693 h 1706"/>
                <a:gd name="T14" fmla="*/ 1123 w 1241"/>
                <a:gd name="T15" fmla="*/ 975 h 1706"/>
                <a:gd name="T16" fmla="*/ 459 w 1241"/>
                <a:gd name="T17" fmla="*/ 975 h 1706"/>
                <a:gd name="T18" fmla="*/ 459 w 1241"/>
                <a:gd name="T19" fmla="*/ 1380 h 1706"/>
                <a:gd name="T20" fmla="*/ 1241 w 1241"/>
                <a:gd name="T21" fmla="*/ 1380 h 1706"/>
                <a:gd name="T22" fmla="*/ 1241 w 1241"/>
                <a:gd name="T23" fmla="*/ 1706 h 1706"/>
                <a:gd name="T24" fmla="*/ 0 w 1241"/>
                <a:gd name="T25" fmla="*/ 1706 h 1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41" h="1706">
                  <a:moveTo>
                    <a:pt x="0" y="1706"/>
                  </a:moveTo>
                  <a:lnTo>
                    <a:pt x="0" y="0"/>
                  </a:lnTo>
                  <a:lnTo>
                    <a:pt x="1222" y="0"/>
                  </a:lnTo>
                  <a:lnTo>
                    <a:pt x="1222" y="309"/>
                  </a:lnTo>
                  <a:lnTo>
                    <a:pt x="459" y="309"/>
                  </a:lnTo>
                  <a:lnTo>
                    <a:pt x="459" y="693"/>
                  </a:lnTo>
                  <a:lnTo>
                    <a:pt x="1123" y="693"/>
                  </a:lnTo>
                  <a:lnTo>
                    <a:pt x="1123" y="975"/>
                  </a:lnTo>
                  <a:lnTo>
                    <a:pt x="459" y="975"/>
                  </a:lnTo>
                  <a:lnTo>
                    <a:pt x="459" y="1380"/>
                  </a:lnTo>
                  <a:lnTo>
                    <a:pt x="1241" y="1380"/>
                  </a:lnTo>
                  <a:lnTo>
                    <a:pt x="1241" y="1706"/>
                  </a:lnTo>
                  <a:lnTo>
                    <a:pt x="0" y="1706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52" name="Freeform 56"/>
            <p:cNvSpPr>
              <a:spLocks/>
            </p:cNvSpPr>
            <p:nvPr userDrawn="1"/>
          </p:nvSpPr>
          <p:spPr bwMode="gray">
            <a:xfrm>
              <a:off x="6499" y="350"/>
              <a:ext cx="173" cy="143"/>
            </a:xfrm>
            <a:custGeom>
              <a:avLst/>
              <a:gdLst>
                <a:gd name="T0" fmla="*/ 0 w 2073"/>
                <a:gd name="T1" fmla="*/ 1706 h 1723"/>
                <a:gd name="T2" fmla="*/ 0 w 2073"/>
                <a:gd name="T3" fmla="*/ 0 h 1723"/>
                <a:gd name="T4" fmla="*/ 617 w 2073"/>
                <a:gd name="T5" fmla="*/ 0 h 1723"/>
                <a:gd name="T6" fmla="*/ 1047 w 2073"/>
                <a:gd name="T7" fmla="*/ 1090 h 1723"/>
                <a:gd name="T8" fmla="*/ 1486 w 2073"/>
                <a:gd name="T9" fmla="*/ 0 h 1723"/>
                <a:gd name="T10" fmla="*/ 2073 w 2073"/>
                <a:gd name="T11" fmla="*/ 0 h 1723"/>
                <a:gd name="T12" fmla="*/ 2073 w 2073"/>
                <a:gd name="T13" fmla="*/ 1706 h 1723"/>
                <a:gd name="T14" fmla="*/ 1621 w 2073"/>
                <a:gd name="T15" fmla="*/ 1706 h 1723"/>
                <a:gd name="T16" fmla="*/ 1621 w 2073"/>
                <a:gd name="T17" fmla="*/ 499 h 1723"/>
                <a:gd name="T18" fmla="*/ 1121 w 2073"/>
                <a:gd name="T19" fmla="*/ 1723 h 1723"/>
                <a:gd name="T20" fmla="*/ 826 w 2073"/>
                <a:gd name="T21" fmla="*/ 1723 h 1723"/>
                <a:gd name="T22" fmla="*/ 336 w 2073"/>
                <a:gd name="T23" fmla="*/ 499 h 1723"/>
                <a:gd name="T24" fmla="*/ 336 w 2073"/>
                <a:gd name="T25" fmla="*/ 1706 h 1723"/>
                <a:gd name="T26" fmla="*/ 0 w 2073"/>
                <a:gd name="T27" fmla="*/ 1706 h 1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73" h="1723">
                  <a:moveTo>
                    <a:pt x="0" y="1706"/>
                  </a:moveTo>
                  <a:lnTo>
                    <a:pt x="0" y="0"/>
                  </a:lnTo>
                  <a:lnTo>
                    <a:pt x="617" y="0"/>
                  </a:lnTo>
                  <a:lnTo>
                    <a:pt x="1047" y="1090"/>
                  </a:lnTo>
                  <a:lnTo>
                    <a:pt x="1486" y="0"/>
                  </a:lnTo>
                  <a:lnTo>
                    <a:pt x="2073" y="0"/>
                  </a:lnTo>
                  <a:lnTo>
                    <a:pt x="2073" y="1706"/>
                  </a:lnTo>
                  <a:lnTo>
                    <a:pt x="1621" y="1706"/>
                  </a:lnTo>
                  <a:lnTo>
                    <a:pt x="1621" y="499"/>
                  </a:lnTo>
                  <a:lnTo>
                    <a:pt x="1121" y="1723"/>
                  </a:lnTo>
                  <a:lnTo>
                    <a:pt x="826" y="1723"/>
                  </a:lnTo>
                  <a:lnTo>
                    <a:pt x="336" y="499"/>
                  </a:lnTo>
                  <a:lnTo>
                    <a:pt x="336" y="1706"/>
                  </a:lnTo>
                  <a:lnTo>
                    <a:pt x="0" y="1706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53" name="Freeform 57"/>
            <p:cNvSpPr>
              <a:spLocks/>
            </p:cNvSpPr>
            <p:nvPr userDrawn="1"/>
          </p:nvSpPr>
          <p:spPr bwMode="gray">
            <a:xfrm>
              <a:off x="6708" y="350"/>
              <a:ext cx="104" cy="142"/>
            </a:xfrm>
            <a:custGeom>
              <a:avLst/>
              <a:gdLst>
                <a:gd name="T0" fmla="*/ 0 w 1242"/>
                <a:gd name="T1" fmla="*/ 1706 h 1706"/>
                <a:gd name="T2" fmla="*/ 0 w 1242"/>
                <a:gd name="T3" fmla="*/ 0 h 1706"/>
                <a:gd name="T4" fmla="*/ 1221 w 1242"/>
                <a:gd name="T5" fmla="*/ 0 h 1706"/>
                <a:gd name="T6" fmla="*/ 1221 w 1242"/>
                <a:gd name="T7" fmla="*/ 309 h 1706"/>
                <a:gd name="T8" fmla="*/ 459 w 1242"/>
                <a:gd name="T9" fmla="*/ 309 h 1706"/>
                <a:gd name="T10" fmla="*/ 459 w 1242"/>
                <a:gd name="T11" fmla="*/ 693 h 1706"/>
                <a:gd name="T12" fmla="*/ 1123 w 1242"/>
                <a:gd name="T13" fmla="*/ 693 h 1706"/>
                <a:gd name="T14" fmla="*/ 1123 w 1242"/>
                <a:gd name="T15" fmla="*/ 975 h 1706"/>
                <a:gd name="T16" fmla="*/ 459 w 1242"/>
                <a:gd name="T17" fmla="*/ 975 h 1706"/>
                <a:gd name="T18" fmla="*/ 459 w 1242"/>
                <a:gd name="T19" fmla="*/ 1380 h 1706"/>
                <a:gd name="T20" fmla="*/ 1242 w 1242"/>
                <a:gd name="T21" fmla="*/ 1380 h 1706"/>
                <a:gd name="T22" fmla="*/ 1242 w 1242"/>
                <a:gd name="T23" fmla="*/ 1706 h 1706"/>
                <a:gd name="T24" fmla="*/ 0 w 1242"/>
                <a:gd name="T25" fmla="*/ 1706 h 1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42" h="1706">
                  <a:moveTo>
                    <a:pt x="0" y="1706"/>
                  </a:moveTo>
                  <a:lnTo>
                    <a:pt x="0" y="0"/>
                  </a:lnTo>
                  <a:lnTo>
                    <a:pt x="1221" y="0"/>
                  </a:lnTo>
                  <a:lnTo>
                    <a:pt x="1221" y="309"/>
                  </a:lnTo>
                  <a:lnTo>
                    <a:pt x="459" y="309"/>
                  </a:lnTo>
                  <a:lnTo>
                    <a:pt x="459" y="693"/>
                  </a:lnTo>
                  <a:lnTo>
                    <a:pt x="1123" y="693"/>
                  </a:lnTo>
                  <a:lnTo>
                    <a:pt x="1123" y="975"/>
                  </a:lnTo>
                  <a:lnTo>
                    <a:pt x="459" y="975"/>
                  </a:lnTo>
                  <a:lnTo>
                    <a:pt x="459" y="1380"/>
                  </a:lnTo>
                  <a:lnTo>
                    <a:pt x="1242" y="1380"/>
                  </a:lnTo>
                  <a:lnTo>
                    <a:pt x="1242" y="1706"/>
                  </a:lnTo>
                  <a:lnTo>
                    <a:pt x="0" y="1706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54" name="Freeform 58"/>
            <p:cNvSpPr>
              <a:spLocks/>
            </p:cNvSpPr>
            <p:nvPr userDrawn="1"/>
          </p:nvSpPr>
          <p:spPr bwMode="gray">
            <a:xfrm>
              <a:off x="6838" y="350"/>
              <a:ext cx="123" cy="142"/>
            </a:xfrm>
            <a:custGeom>
              <a:avLst/>
              <a:gdLst>
                <a:gd name="T0" fmla="*/ 0 w 1473"/>
                <a:gd name="T1" fmla="*/ 1706 h 1706"/>
                <a:gd name="T2" fmla="*/ 0 w 1473"/>
                <a:gd name="T3" fmla="*/ 0 h 1706"/>
                <a:gd name="T4" fmla="*/ 551 w 1473"/>
                <a:gd name="T5" fmla="*/ 0 h 1706"/>
                <a:gd name="T6" fmla="*/ 1137 w 1473"/>
                <a:gd name="T7" fmla="*/ 1142 h 1706"/>
                <a:gd name="T8" fmla="*/ 1137 w 1473"/>
                <a:gd name="T9" fmla="*/ 0 h 1706"/>
                <a:gd name="T10" fmla="*/ 1473 w 1473"/>
                <a:gd name="T11" fmla="*/ 0 h 1706"/>
                <a:gd name="T12" fmla="*/ 1473 w 1473"/>
                <a:gd name="T13" fmla="*/ 1706 h 1706"/>
                <a:gd name="T14" fmla="*/ 936 w 1473"/>
                <a:gd name="T15" fmla="*/ 1706 h 1706"/>
                <a:gd name="T16" fmla="*/ 335 w 1473"/>
                <a:gd name="T17" fmla="*/ 549 h 1706"/>
                <a:gd name="T18" fmla="*/ 335 w 1473"/>
                <a:gd name="T19" fmla="*/ 1706 h 1706"/>
                <a:gd name="T20" fmla="*/ 0 w 1473"/>
                <a:gd name="T21" fmla="*/ 1706 h 1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73" h="1706">
                  <a:moveTo>
                    <a:pt x="0" y="1706"/>
                  </a:moveTo>
                  <a:lnTo>
                    <a:pt x="0" y="0"/>
                  </a:lnTo>
                  <a:lnTo>
                    <a:pt x="551" y="0"/>
                  </a:lnTo>
                  <a:lnTo>
                    <a:pt x="1137" y="1142"/>
                  </a:lnTo>
                  <a:lnTo>
                    <a:pt x="1137" y="0"/>
                  </a:lnTo>
                  <a:lnTo>
                    <a:pt x="1473" y="0"/>
                  </a:lnTo>
                  <a:lnTo>
                    <a:pt x="1473" y="1706"/>
                  </a:lnTo>
                  <a:lnTo>
                    <a:pt x="936" y="1706"/>
                  </a:lnTo>
                  <a:lnTo>
                    <a:pt x="335" y="549"/>
                  </a:lnTo>
                  <a:lnTo>
                    <a:pt x="335" y="1706"/>
                  </a:lnTo>
                  <a:lnTo>
                    <a:pt x="0" y="1706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55" name="Freeform 59"/>
            <p:cNvSpPr>
              <a:spLocks/>
            </p:cNvSpPr>
            <p:nvPr userDrawn="1"/>
          </p:nvSpPr>
          <p:spPr bwMode="gray">
            <a:xfrm>
              <a:off x="6986" y="347"/>
              <a:ext cx="109" cy="148"/>
            </a:xfrm>
            <a:custGeom>
              <a:avLst/>
              <a:gdLst>
                <a:gd name="T0" fmla="*/ 138 w 1309"/>
                <a:gd name="T1" fmla="*/ 1401 h 1770"/>
                <a:gd name="T2" fmla="*/ 303 w 1309"/>
                <a:gd name="T3" fmla="*/ 1438 h 1770"/>
                <a:gd name="T4" fmla="*/ 456 w 1309"/>
                <a:gd name="T5" fmla="*/ 1457 h 1770"/>
                <a:gd name="T6" fmla="*/ 615 w 1309"/>
                <a:gd name="T7" fmla="*/ 1458 h 1770"/>
                <a:gd name="T8" fmla="*/ 740 w 1309"/>
                <a:gd name="T9" fmla="*/ 1434 h 1770"/>
                <a:gd name="T10" fmla="*/ 790 w 1309"/>
                <a:gd name="T11" fmla="*/ 1409 h 1770"/>
                <a:gd name="T12" fmla="*/ 824 w 1309"/>
                <a:gd name="T13" fmla="*/ 1378 h 1770"/>
                <a:gd name="T14" fmla="*/ 843 w 1309"/>
                <a:gd name="T15" fmla="*/ 1337 h 1770"/>
                <a:gd name="T16" fmla="*/ 847 w 1309"/>
                <a:gd name="T17" fmla="*/ 1285 h 1770"/>
                <a:gd name="T18" fmla="*/ 824 w 1309"/>
                <a:gd name="T19" fmla="*/ 1220 h 1770"/>
                <a:gd name="T20" fmla="*/ 750 w 1309"/>
                <a:gd name="T21" fmla="*/ 1161 h 1770"/>
                <a:gd name="T22" fmla="*/ 571 w 1309"/>
                <a:gd name="T23" fmla="*/ 1078 h 1770"/>
                <a:gd name="T24" fmla="*/ 321 w 1309"/>
                <a:gd name="T25" fmla="*/ 965 h 1770"/>
                <a:gd name="T26" fmla="*/ 197 w 1309"/>
                <a:gd name="T27" fmla="*/ 893 h 1770"/>
                <a:gd name="T28" fmla="*/ 116 w 1309"/>
                <a:gd name="T29" fmla="*/ 826 h 1770"/>
                <a:gd name="T30" fmla="*/ 51 w 1309"/>
                <a:gd name="T31" fmla="*/ 736 h 1770"/>
                <a:gd name="T32" fmla="*/ 13 w 1309"/>
                <a:gd name="T33" fmla="*/ 633 h 1770"/>
                <a:gd name="T34" fmla="*/ 0 w 1309"/>
                <a:gd name="T35" fmla="*/ 515 h 1770"/>
                <a:gd name="T36" fmla="*/ 18 w 1309"/>
                <a:gd name="T37" fmla="*/ 369 h 1770"/>
                <a:gd name="T38" fmla="*/ 75 w 1309"/>
                <a:gd name="T39" fmla="*/ 247 h 1770"/>
                <a:gd name="T40" fmla="*/ 169 w 1309"/>
                <a:gd name="T41" fmla="*/ 148 h 1770"/>
                <a:gd name="T42" fmla="*/ 294 w 1309"/>
                <a:gd name="T43" fmla="*/ 73 h 1770"/>
                <a:gd name="T44" fmla="*/ 443 w 1309"/>
                <a:gd name="T45" fmla="*/ 24 h 1770"/>
                <a:gd name="T46" fmla="*/ 614 w 1309"/>
                <a:gd name="T47" fmla="*/ 2 h 1770"/>
                <a:gd name="T48" fmla="*/ 832 w 1309"/>
                <a:gd name="T49" fmla="*/ 7 h 1770"/>
                <a:gd name="T50" fmla="*/ 1134 w 1309"/>
                <a:gd name="T51" fmla="*/ 54 h 1770"/>
                <a:gd name="T52" fmla="*/ 1088 w 1309"/>
                <a:gd name="T53" fmla="*/ 353 h 1770"/>
                <a:gd name="T54" fmla="*/ 947 w 1309"/>
                <a:gd name="T55" fmla="*/ 314 h 1770"/>
                <a:gd name="T56" fmla="*/ 811 w 1309"/>
                <a:gd name="T57" fmla="*/ 294 h 1770"/>
                <a:gd name="T58" fmla="*/ 667 w 1309"/>
                <a:gd name="T59" fmla="*/ 293 h 1770"/>
                <a:gd name="T60" fmla="*/ 539 w 1309"/>
                <a:gd name="T61" fmla="*/ 321 h 1770"/>
                <a:gd name="T62" fmla="*/ 488 w 1309"/>
                <a:gd name="T63" fmla="*/ 352 h 1770"/>
                <a:gd name="T64" fmla="*/ 463 w 1309"/>
                <a:gd name="T65" fmla="*/ 387 h 1770"/>
                <a:gd name="T66" fmla="*/ 449 w 1309"/>
                <a:gd name="T67" fmla="*/ 430 h 1770"/>
                <a:gd name="T68" fmla="*/ 456 w 1309"/>
                <a:gd name="T69" fmla="*/ 490 h 1770"/>
                <a:gd name="T70" fmla="*/ 506 w 1309"/>
                <a:gd name="T71" fmla="*/ 545 h 1770"/>
                <a:gd name="T72" fmla="*/ 632 w 1309"/>
                <a:gd name="T73" fmla="*/ 608 h 1770"/>
                <a:gd name="T74" fmla="*/ 914 w 1309"/>
                <a:gd name="T75" fmla="*/ 740 h 1770"/>
                <a:gd name="T76" fmla="*/ 1101 w 1309"/>
                <a:gd name="T77" fmla="*/ 846 h 1770"/>
                <a:gd name="T78" fmla="*/ 1187 w 1309"/>
                <a:gd name="T79" fmla="*/ 913 h 1770"/>
                <a:gd name="T80" fmla="*/ 1251 w 1309"/>
                <a:gd name="T81" fmla="*/ 997 h 1770"/>
                <a:gd name="T82" fmla="*/ 1292 w 1309"/>
                <a:gd name="T83" fmla="*/ 1094 h 1770"/>
                <a:gd name="T84" fmla="*/ 1309 w 1309"/>
                <a:gd name="T85" fmla="*/ 1204 h 1770"/>
                <a:gd name="T86" fmla="*/ 1295 w 1309"/>
                <a:gd name="T87" fmla="*/ 1358 h 1770"/>
                <a:gd name="T88" fmla="*/ 1270 w 1309"/>
                <a:gd name="T89" fmla="*/ 1432 h 1770"/>
                <a:gd name="T90" fmla="*/ 1234 w 1309"/>
                <a:gd name="T91" fmla="*/ 1499 h 1770"/>
                <a:gd name="T92" fmla="*/ 1186 w 1309"/>
                <a:gd name="T93" fmla="*/ 1559 h 1770"/>
                <a:gd name="T94" fmla="*/ 1069 w 1309"/>
                <a:gd name="T95" fmla="*/ 1651 h 1770"/>
                <a:gd name="T96" fmla="*/ 936 w 1309"/>
                <a:gd name="T97" fmla="*/ 1714 h 1770"/>
                <a:gd name="T98" fmla="*/ 780 w 1309"/>
                <a:gd name="T99" fmla="*/ 1752 h 1770"/>
                <a:gd name="T100" fmla="*/ 601 w 1309"/>
                <a:gd name="T101" fmla="*/ 1769 h 1770"/>
                <a:gd name="T102" fmla="*/ 299 w 1309"/>
                <a:gd name="T103" fmla="*/ 1754 h 17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309" h="1770">
                  <a:moveTo>
                    <a:pt x="34" y="1707"/>
                  </a:moveTo>
                  <a:lnTo>
                    <a:pt x="34" y="1371"/>
                  </a:lnTo>
                  <a:lnTo>
                    <a:pt x="69" y="1382"/>
                  </a:lnTo>
                  <a:lnTo>
                    <a:pt x="105" y="1392"/>
                  </a:lnTo>
                  <a:lnTo>
                    <a:pt x="138" y="1401"/>
                  </a:lnTo>
                  <a:lnTo>
                    <a:pt x="173" y="1410"/>
                  </a:lnTo>
                  <a:lnTo>
                    <a:pt x="206" y="1419"/>
                  </a:lnTo>
                  <a:lnTo>
                    <a:pt x="239" y="1426"/>
                  </a:lnTo>
                  <a:lnTo>
                    <a:pt x="272" y="1432"/>
                  </a:lnTo>
                  <a:lnTo>
                    <a:pt x="303" y="1438"/>
                  </a:lnTo>
                  <a:lnTo>
                    <a:pt x="335" y="1444"/>
                  </a:lnTo>
                  <a:lnTo>
                    <a:pt x="366" y="1448"/>
                  </a:lnTo>
                  <a:lnTo>
                    <a:pt x="396" y="1452"/>
                  </a:lnTo>
                  <a:lnTo>
                    <a:pt x="427" y="1455"/>
                  </a:lnTo>
                  <a:lnTo>
                    <a:pt x="456" y="1457"/>
                  </a:lnTo>
                  <a:lnTo>
                    <a:pt x="486" y="1459"/>
                  </a:lnTo>
                  <a:lnTo>
                    <a:pt x="515" y="1460"/>
                  </a:lnTo>
                  <a:lnTo>
                    <a:pt x="542" y="1461"/>
                  </a:lnTo>
                  <a:lnTo>
                    <a:pt x="580" y="1460"/>
                  </a:lnTo>
                  <a:lnTo>
                    <a:pt x="615" y="1458"/>
                  </a:lnTo>
                  <a:lnTo>
                    <a:pt x="646" y="1455"/>
                  </a:lnTo>
                  <a:lnTo>
                    <a:pt x="676" y="1451"/>
                  </a:lnTo>
                  <a:lnTo>
                    <a:pt x="703" y="1445"/>
                  </a:lnTo>
                  <a:lnTo>
                    <a:pt x="729" y="1438"/>
                  </a:lnTo>
                  <a:lnTo>
                    <a:pt x="740" y="1434"/>
                  </a:lnTo>
                  <a:lnTo>
                    <a:pt x="751" y="1430"/>
                  </a:lnTo>
                  <a:lnTo>
                    <a:pt x="761" y="1426"/>
                  </a:lnTo>
                  <a:lnTo>
                    <a:pt x="772" y="1421"/>
                  </a:lnTo>
                  <a:lnTo>
                    <a:pt x="781" y="1416"/>
                  </a:lnTo>
                  <a:lnTo>
                    <a:pt x="790" y="1409"/>
                  </a:lnTo>
                  <a:lnTo>
                    <a:pt x="798" y="1404"/>
                  </a:lnTo>
                  <a:lnTo>
                    <a:pt x="805" y="1398"/>
                  </a:lnTo>
                  <a:lnTo>
                    <a:pt x="812" y="1391"/>
                  </a:lnTo>
                  <a:lnTo>
                    <a:pt x="819" y="1385"/>
                  </a:lnTo>
                  <a:lnTo>
                    <a:pt x="824" y="1378"/>
                  </a:lnTo>
                  <a:lnTo>
                    <a:pt x="829" y="1370"/>
                  </a:lnTo>
                  <a:lnTo>
                    <a:pt x="834" y="1362"/>
                  </a:lnTo>
                  <a:lnTo>
                    <a:pt x="837" y="1354"/>
                  </a:lnTo>
                  <a:lnTo>
                    <a:pt x="841" y="1346"/>
                  </a:lnTo>
                  <a:lnTo>
                    <a:pt x="843" y="1337"/>
                  </a:lnTo>
                  <a:lnTo>
                    <a:pt x="845" y="1329"/>
                  </a:lnTo>
                  <a:lnTo>
                    <a:pt x="847" y="1319"/>
                  </a:lnTo>
                  <a:lnTo>
                    <a:pt x="848" y="1309"/>
                  </a:lnTo>
                  <a:lnTo>
                    <a:pt x="848" y="1299"/>
                  </a:lnTo>
                  <a:lnTo>
                    <a:pt x="847" y="1285"/>
                  </a:lnTo>
                  <a:lnTo>
                    <a:pt x="845" y="1271"/>
                  </a:lnTo>
                  <a:lnTo>
                    <a:pt x="842" y="1257"/>
                  </a:lnTo>
                  <a:lnTo>
                    <a:pt x="837" y="1244"/>
                  </a:lnTo>
                  <a:lnTo>
                    <a:pt x="831" y="1232"/>
                  </a:lnTo>
                  <a:lnTo>
                    <a:pt x="824" y="1220"/>
                  </a:lnTo>
                  <a:lnTo>
                    <a:pt x="814" y="1208"/>
                  </a:lnTo>
                  <a:lnTo>
                    <a:pt x="805" y="1198"/>
                  </a:lnTo>
                  <a:lnTo>
                    <a:pt x="791" y="1187"/>
                  </a:lnTo>
                  <a:lnTo>
                    <a:pt x="773" y="1175"/>
                  </a:lnTo>
                  <a:lnTo>
                    <a:pt x="750" y="1161"/>
                  </a:lnTo>
                  <a:lnTo>
                    <a:pt x="724" y="1146"/>
                  </a:lnTo>
                  <a:lnTo>
                    <a:pt x="692" y="1131"/>
                  </a:lnTo>
                  <a:lnTo>
                    <a:pt x="655" y="1114"/>
                  </a:lnTo>
                  <a:lnTo>
                    <a:pt x="616" y="1096"/>
                  </a:lnTo>
                  <a:lnTo>
                    <a:pt x="571" y="1078"/>
                  </a:lnTo>
                  <a:lnTo>
                    <a:pt x="490" y="1044"/>
                  </a:lnTo>
                  <a:lnTo>
                    <a:pt x="417" y="1011"/>
                  </a:lnTo>
                  <a:lnTo>
                    <a:pt x="383" y="996"/>
                  </a:lnTo>
                  <a:lnTo>
                    <a:pt x="351" y="980"/>
                  </a:lnTo>
                  <a:lnTo>
                    <a:pt x="321" y="965"/>
                  </a:lnTo>
                  <a:lnTo>
                    <a:pt x="293" y="950"/>
                  </a:lnTo>
                  <a:lnTo>
                    <a:pt x="267" y="936"/>
                  </a:lnTo>
                  <a:lnTo>
                    <a:pt x="241" y="922"/>
                  </a:lnTo>
                  <a:lnTo>
                    <a:pt x="219" y="907"/>
                  </a:lnTo>
                  <a:lnTo>
                    <a:pt x="197" y="893"/>
                  </a:lnTo>
                  <a:lnTo>
                    <a:pt x="178" y="880"/>
                  </a:lnTo>
                  <a:lnTo>
                    <a:pt x="161" y="866"/>
                  </a:lnTo>
                  <a:lnTo>
                    <a:pt x="145" y="854"/>
                  </a:lnTo>
                  <a:lnTo>
                    <a:pt x="131" y="842"/>
                  </a:lnTo>
                  <a:lnTo>
                    <a:pt x="116" y="826"/>
                  </a:lnTo>
                  <a:lnTo>
                    <a:pt x="100" y="808"/>
                  </a:lnTo>
                  <a:lnTo>
                    <a:pt x="86" y="791"/>
                  </a:lnTo>
                  <a:lnTo>
                    <a:pt x="74" y="774"/>
                  </a:lnTo>
                  <a:lnTo>
                    <a:pt x="62" y="755"/>
                  </a:lnTo>
                  <a:lnTo>
                    <a:pt x="51" y="736"/>
                  </a:lnTo>
                  <a:lnTo>
                    <a:pt x="41" y="716"/>
                  </a:lnTo>
                  <a:lnTo>
                    <a:pt x="32" y="696"/>
                  </a:lnTo>
                  <a:lnTo>
                    <a:pt x="25" y="676"/>
                  </a:lnTo>
                  <a:lnTo>
                    <a:pt x="18" y="654"/>
                  </a:lnTo>
                  <a:lnTo>
                    <a:pt x="13" y="633"/>
                  </a:lnTo>
                  <a:lnTo>
                    <a:pt x="8" y="610"/>
                  </a:lnTo>
                  <a:lnTo>
                    <a:pt x="4" y="587"/>
                  </a:lnTo>
                  <a:lnTo>
                    <a:pt x="2" y="563"/>
                  </a:lnTo>
                  <a:lnTo>
                    <a:pt x="0" y="540"/>
                  </a:lnTo>
                  <a:lnTo>
                    <a:pt x="0" y="515"/>
                  </a:lnTo>
                  <a:lnTo>
                    <a:pt x="1" y="484"/>
                  </a:lnTo>
                  <a:lnTo>
                    <a:pt x="3" y="454"/>
                  </a:lnTo>
                  <a:lnTo>
                    <a:pt x="7" y="424"/>
                  </a:lnTo>
                  <a:lnTo>
                    <a:pt x="12" y="397"/>
                  </a:lnTo>
                  <a:lnTo>
                    <a:pt x="18" y="369"/>
                  </a:lnTo>
                  <a:lnTo>
                    <a:pt x="26" y="343"/>
                  </a:lnTo>
                  <a:lnTo>
                    <a:pt x="36" y="317"/>
                  </a:lnTo>
                  <a:lnTo>
                    <a:pt x="47" y="293"/>
                  </a:lnTo>
                  <a:lnTo>
                    <a:pt x="61" y="269"/>
                  </a:lnTo>
                  <a:lnTo>
                    <a:pt x="75" y="247"/>
                  </a:lnTo>
                  <a:lnTo>
                    <a:pt x="90" y="225"/>
                  </a:lnTo>
                  <a:lnTo>
                    <a:pt x="108" y="204"/>
                  </a:lnTo>
                  <a:lnTo>
                    <a:pt x="127" y="185"/>
                  </a:lnTo>
                  <a:lnTo>
                    <a:pt x="146" y="165"/>
                  </a:lnTo>
                  <a:lnTo>
                    <a:pt x="169" y="148"/>
                  </a:lnTo>
                  <a:lnTo>
                    <a:pt x="192" y="131"/>
                  </a:lnTo>
                  <a:lnTo>
                    <a:pt x="217" y="115"/>
                  </a:lnTo>
                  <a:lnTo>
                    <a:pt x="241" y="100"/>
                  </a:lnTo>
                  <a:lnTo>
                    <a:pt x="268" y="86"/>
                  </a:lnTo>
                  <a:lnTo>
                    <a:pt x="294" y="73"/>
                  </a:lnTo>
                  <a:lnTo>
                    <a:pt x="322" y="61"/>
                  </a:lnTo>
                  <a:lnTo>
                    <a:pt x="351" y="51"/>
                  </a:lnTo>
                  <a:lnTo>
                    <a:pt x="381" y="41"/>
                  </a:lnTo>
                  <a:lnTo>
                    <a:pt x="412" y="33"/>
                  </a:lnTo>
                  <a:lnTo>
                    <a:pt x="443" y="24"/>
                  </a:lnTo>
                  <a:lnTo>
                    <a:pt x="475" y="18"/>
                  </a:lnTo>
                  <a:lnTo>
                    <a:pt x="508" y="12"/>
                  </a:lnTo>
                  <a:lnTo>
                    <a:pt x="543" y="8"/>
                  </a:lnTo>
                  <a:lnTo>
                    <a:pt x="578" y="4"/>
                  </a:lnTo>
                  <a:lnTo>
                    <a:pt x="614" y="2"/>
                  </a:lnTo>
                  <a:lnTo>
                    <a:pt x="650" y="0"/>
                  </a:lnTo>
                  <a:lnTo>
                    <a:pt x="688" y="0"/>
                  </a:lnTo>
                  <a:lnTo>
                    <a:pt x="733" y="0"/>
                  </a:lnTo>
                  <a:lnTo>
                    <a:pt x="781" y="3"/>
                  </a:lnTo>
                  <a:lnTo>
                    <a:pt x="832" y="7"/>
                  </a:lnTo>
                  <a:lnTo>
                    <a:pt x="886" y="13"/>
                  </a:lnTo>
                  <a:lnTo>
                    <a:pt x="943" y="20"/>
                  </a:lnTo>
                  <a:lnTo>
                    <a:pt x="1004" y="30"/>
                  </a:lnTo>
                  <a:lnTo>
                    <a:pt x="1067" y="42"/>
                  </a:lnTo>
                  <a:lnTo>
                    <a:pt x="1134" y="54"/>
                  </a:lnTo>
                  <a:lnTo>
                    <a:pt x="1177" y="61"/>
                  </a:lnTo>
                  <a:lnTo>
                    <a:pt x="1177" y="386"/>
                  </a:lnTo>
                  <a:lnTo>
                    <a:pt x="1147" y="374"/>
                  </a:lnTo>
                  <a:lnTo>
                    <a:pt x="1117" y="363"/>
                  </a:lnTo>
                  <a:lnTo>
                    <a:pt x="1088" y="353"/>
                  </a:lnTo>
                  <a:lnTo>
                    <a:pt x="1059" y="344"/>
                  </a:lnTo>
                  <a:lnTo>
                    <a:pt x="1031" y="336"/>
                  </a:lnTo>
                  <a:lnTo>
                    <a:pt x="1003" y="327"/>
                  </a:lnTo>
                  <a:lnTo>
                    <a:pt x="975" y="320"/>
                  </a:lnTo>
                  <a:lnTo>
                    <a:pt x="947" y="314"/>
                  </a:lnTo>
                  <a:lnTo>
                    <a:pt x="920" y="309"/>
                  </a:lnTo>
                  <a:lnTo>
                    <a:pt x="892" y="304"/>
                  </a:lnTo>
                  <a:lnTo>
                    <a:pt x="865" y="300"/>
                  </a:lnTo>
                  <a:lnTo>
                    <a:pt x="838" y="297"/>
                  </a:lnTo>
                  <a:lnTo>
                    <a:pt x="811" y="294"/>
                  </a:lnTo>
                  <a:lnTo>
                    <a:pt x="786" y="292"/>
                  </a:lnTo>
                  <a:lnTo>
                    <a:pt x="759" y="291"/>
                  </a:lnTo>
                  <a:lnTo>
                    <a:pt x="734" y="291"/>
                  </a:lnTo>
                  <a:lnTo>
                    <a:pt x="699" y="292"/>
                  </a:lnTo>
                  <a:lnTo>
                    <a:pt x="667" y="293"/>
                  </a:lnTo>
                  <a:lnTo>
                    <a:pt x="637" y="296"/>
                  </a:lnTo>
                  <a:lnTo>
                    <a:pt x="609" y="301"/>
                  </a:lnTo>
                  <a:lnTo>
                    <a:pt x="583" y="306"/>
                  </a:lnTo>
                  <a:lnTo>
                    <a:pt x="559" y="313"/>
                  </a:lnTo>
                  <a:lnTo>
                    <a:pt x="539" y="321"/>
                  </a:lnTo>
                  <a:lnTo>
                    <a:pt x="520" y="331"/>
                  </a:lnTo>
                  <a:lnTo>
                    <a:pt x="512" y="336"/>
                  </a:lnTo>
                  <a:lnTo>
                    <a:pt x="503" y="341"/>
                  </a:lnTo>
                  <a:lnTo>
                    <a:pt x="495" y="346"/>
                  </a:lnTo>
                  <a:lnTo>
                    <a:pt x="488" y="352"/>
                  </a:lnTo>
                  <a:lnTo>
                    <a:pt x="482" y="359"/>
                  </a:lnTo>
                  <a:lnTo>
                    <a:pt x="476" y="365"/>
                  </a:lnTo>
                  <a:lnTo>
                    <a:pt x="471" y="372"/>
                  </a:lnTo>
                  <a:lnTo>
                    <a:pt x="467" y="380"/>
                  </a:lnTo>
                  <a:lnTo>
                    <a:pt x="463" y="387"/>
                  </a:lnTo>
                  <a:lnTo>
                    <a:pt x="459" y="395"/>
                  </a:lnTo>
                  <a:lnTo>
                    <a:pt x="455" y="403"/>
                  </a:lnTo>
                  <a:lnTo>
                    <a:pt x="453" y="411"/>
                  </a:lnTo>
                  <a:lnTo>
                    <a:pt x="451" y="420"/>
                  </a:lnTo>
                  <a:lnTo>
                    <a:pt x="449" y="430"/>
                  </a:lnTo>
                  <a:lnTo>
                    <a:pt x="448" y="439"/>
                  </a:lnTo>
                  <a:lnTo>
                    <a:pt x="448" y="449"/>
                  </a:lnTo>
                  <a:lnTo>
                    <a:pt x="449" y="463"/>
                  </a:lnTo>
                  <a:lnTo>
                    <a:pt x="452" y="477"/>
                  </a:lnTo>
                  <a:lnTo>
                    <a:pt x="456" y="490"/>
                  </a:lnTo>
                  <a:lnTo>
                    <a:pt x="463" y="502"/>
                  </a:lnTo>
                  <a:lnTo>
                    <a:pt x="471" y="514"/>
                  </a:lnTo>
                  <a:lnTo>
                    <a:pt x="481" y="524"/>
                  </a:lnTo>
                  <a:lnTo>
                    <a:pt x="492" y="536"/>
                  </a:lnTo>
                  <a:lnTo>
                    <a:pt x="506" y="545"/>
                  </a:lnTo>
                  <a:lnTo>
                    <a:pt x="521" y="553"/>
                  </a:lnTo>
                  <a:lnTo>
                    <a:pt x="540" y="564"/>
                  </a:lnTo>
                  <a:lnTo>
                    <a:pt x="565" y="577"/>
                  </a:lnTo>
                  <a:lnTo>
                    <a:pt x="595" y="592"/>
                  </a:lnTo>
                  <a:lnTo>
                    <a:pt x="632" y="608"/>
                  </a:lnTo>
                  <a:lnTo>
                    <a:pt x="673" y="628"/>
                  </a:lnTo>
                  <a:lnTo>
                    <a:pt x="720" y="649"/>
                  </a:lnTo>
                  <a:lnTo>
                    <a:pt x="773" y="672"/>
                  </a:lnTo>
                  <a:lnTo>
                    <a:pt x="846" y="707"/>
                  </a:lnTo>
                  <a:lnTo>
                    <a:pt x="914" y="740"/>
                  </a:lnTo>
                  <a:lnTo>
                    <a:pt x="976" y="771"/>
                  </a:lnTo>
                  <a:lnTo>
                    <a:pt x="1031" y="802"/>
                  </a:lnTo>
                  <a:lnTo>
                    <a:pt x="1056" y="817"/>
                  </a:lnTo>
                  <a:lnTo>
                    <a:pt x="1080" y="832"/>
                  </a:lnTo>
                  <a:lnTo>
                    <a:pt x="1101" y="846"/>
                  </a:lnTo>
                  <a:lnTo>
                    <a:pt x="1122" y="860"/>
                  </a:lnTo>
                  <a:lnTo>
                    <a:pt x="1140" y="875"/>
                  </a:lnTo>
                  <a:lnTo>
                    <a:pt x="1157" y="888"/>
                  </a:lnTo>
                  <a:lnTo>
                    <a:pt x="1173" y="901"/>
                  </a:lnTo>
                  <a:lnTo>
                    <a:pt x="1187" y="913"/>
                  </a:lnTo>
                  <a:lnTo>
                    <a:pt x="1201" y="930"/>
                  </a:lnTo>
                  <a:lnTo>
                    <a:pt x="1215" y="945"/>
                  </a:lnTo>
                  <a:lnTo>
                    <a:pt x="1229" y="962"/>
                  </a:lnTo>
                  <a:lnTo>
                    <a:pt x="1241" y="979"/>
                  </a:lnTo>
                  <a:lnTo>
                    <a:pt x="1251" y="997"/>
                  </a:lnTo>
                  <a:lnTo>
                    <a:pt x="1261" y="1015"/>
                  </a:lnTo>
                  <a:lnTo>
                    <a:pt x="1270" y="1034"/>
                  </a:lnTo>
                  <a:lnTo>
                    <a:pt x="1279" y="1053"/>
                  </a:lnTo>
                  <a:lnTo>
                    <a:pt x="1286" y="1074"/>
                  </a:lnTo>
                  <a:lnTo>
                    <a:pt x="1292" y="1094"/>
                  </a:lnTo>
                  <a:lnTo>
                    <a:pt x="1298" y="1114"/>
                  </a:lnTo>
                  <a:lnTo>
                    <a:pt x="1302" y="1137"/>
                  </a:lnTo>
                  <a:lnTo>
                    <a:pt x="1305" y="1158"/>
                  </a:lnTo>
                  <a:lnTo>
                    <a:pt x="1307" y="1182"/>
                  </a:lnTo>
                  <a:lnTo>
                    <a:pt x="1309" y="1204"/>
                  </a:lnTo>
                  <a:lnTo>
                    <a:pt x="1309" y="1229"/>
                  </a:lnTo>
                  <a:lnTo>
                    <a:pt x="1308" y="1262"/>
                  </a:lnTo>
                  <a:lnTo>
                    <a:pt x="1306" y="1296"/>
                  </a:lnTo>
                  <a:lnTo>
                    <a:pt x="1301" y="1328"/>
                  </a:lnTo>
                  <a:lnTo>
                    <a:pt x="1295" y="1358"/>
                  </a:lnTo>
                  <a:lnTo>
                    <a:pt x="1291" y="1374"/>
                  </a:lnTo>
                  <a:lnTo>
                    <a:pt x="1286" y="1389"/>
                  </a:lnTo>
                  <a:lnTo>
                    <a:pt x="1282" y="1403"/>
                  </a:lnTo>
                  <a:lnTo>
                    <a:pt x="1276" y="1418"/>
                  </a:lnTo>
                  <a:lnTo>
                    <a:pt x="1270" y="1432"/>
                  </a:lnTo>
                  <a:lnTo>
                    <a:pt x="1263" y="1446"/>
                  </a:lnTo>
                  <a:lnTo>
                    <a:pt x="1257" y="1459"/>
                  </a:lnTo>
                  <a:lnTo>
                    <a:pt x="1250" y="1473"/>
                  </a:lnTo>
                  <a:lnTo>
                    <a:pt x="1242" y="1486"/>
                  </a:lnTo>
                  <a:lnTo>
                    <a:pt x="1234" y="1499"/>
                  </a:lnTo>
                  <a:lnTo>
                    <a:pt x="1225" y="1511"/>
                  </a:lnTo>
                  <a:lnTo>
                    <a:pt x="1216" y="1524"/>
                  </a:lnTo>
                  <a:lnTo>
                    <a:pt x="1206" y="1536"/>
                  </a:lnTo>
                  <a:lnTo>
                    <a:pt x="1196" y="1547"/>
                  </a:lnTo>
                  <a:lnTo>
                    <a:pt x="1186" y="1559"/>
                  </a:lnTo>
                  <a:lnTo>
                    <a:pt x="1175" y="1571"/>
                  </a:lnTo>
                  <a:lnTo>
                    <a:pt x="1151" y="1592"/>
                  </a:lnTo>
                  <a:lnTo>
                    <a:pt x="1126" y="1613"/>
                  </a:lnTo>
                  <a:lnTo>
                    <a:pt x="1099" y="1633"/>
                  </a:lnTo>
                  <a:lnTo>
                    <a:pt x="1069" y="1651"/>
                  </a:lnTo>
                  <a:lnTo>
                    <a:pt x="1045" y="1666"/>
                  </a:lnTo>
                  <a:lnTo>
                    <a:pt x="1018" y="1679"/>
                  </a:lnTo>
                  <a:lnTo>
                    <a:pt x="992" y="1691"/>
                  </a:lnTo>
                  <a:lnTo>
                    <a:pt x="964" y="1703"/>
                  </a:lnTo>
                  <a:lnTo>
                    <a:pt x="936" y="1714"/>
                  </a:lnTo>
                  <a:lnTo>
                    <a:pt x="906" y="1724"/>
                  </a:lnTo>
                  <a:lnTo>
                    <a:pt x="876" y="1732"/>
                  </a:lnTo>
                  <a:lnTo>
                    <a:pt x="845" y="1740"/>
                  </a:lnTo>
                  <a:lnTo>
                    <a:pt x="812" y="1747"/>
                  </a:lnTo>
                  <a:lnTo>
                    <a:pt x="780" y="1752"/>
                  </a:lnTo>
                  <a:lnTo>
                    <a:pt x="746" y="1757"/>
                  </a:lnTo>
                  <a:lnTo>
                    <a:pt x="710" y="1762"/>
                  </a:lnTo>
                  <a:lnTo>
                    <a:pt x="675" y="1766"/>
                  </a:lnTo>
                  <a:lnTo>
                    <a:pt x="639" y="1768"/>
                  </a:lnTo>
                  <a:lnTo>
                    <a:pt x="601" y="1769"/>
                  </a:lnTo>
                  <a:lnTo>
                    <a:pt x="563" y="1770"/>
                  </a:lnTo>
                  <a:lnTo>
                    <a:pt x="497" y="1769"/>
                  </a:lnTo>
                  <a:lnTo>
                    <a:pt x="431" y="1766"/>
                  </a:lnTo>
                  <a:lnTo>
                    <a:pt x="365" y="1761"/>
                  </a:lnTo>
                  <a:lnTo>
                    <a:pt x="299" y="1754"/>
                  </a:lnTo>
                  <a:lnTo>
                    <a:pt x="233" y="1745"/>
                  </a:lnTo>
                  <a:lnTo>
                    <a:pt x="167" y="1735"/>
                  </a:lnTo>
                  <a:lnTo>
                    <a:pt x="100" y="1722"/>
                  </a:lnTo>
                  <a:lnTo>
                    <a:pt x="34" y="1707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398330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title Blue light">
    <p:bg>
      <p:bgPr>
        <a:solidFill>
          <a:srgbClr val="50BE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0C55C6B1-A371-4D69-94F6-C167880AF63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8301516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04" name="think-cell Slide" r:id="rId7" imgW="622" imgH="623" progId="TCLayout.ActiveDocument.1">
                  <p:embed/>
                </p:oleObj>
              </mc:Choice>
              <mc:Fallback>
                <p:oleObj name="think-cell Slide" r:id="rId7" imgW="622" imgH="62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8CED367-D05B-4D27-BA6A-A8142996222A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charset="0"/>
              <a:buNone/>
            </a:pPr>
            <a:endParaRPr lang="en-US" sz="4400" b="1" i="0" baseline="0" dirty="0">
              <a:solidFill>
                <a:schemeClr val="tx1"/>
              </a:solidFill>
              <a:latin typeface="Arial" panose="020B0604020202020204" pitchFamily="34" charset="0"/>
              <a:ea typeface="Siemens Sans Global" pitchFamily="2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cdtText Box 101 Id11"/>
          <p:cNvSpPr txBox="1">
            <a:spLocks noChangeArrowheads="1"/>
          </p:cNvSpPr>
          <p:nvPr userDrawn="1">
            <p:custDataLst>
              <p:tags r:id="rId4"/>
            </p:custDataLst>
          </p:nvPr>
        </p:nvSpPr>
        <p:spPr bwMode="auto">
          <a:xfrm>
            <a:off x="6099175" y="0"/>
            <a:ext cx="1588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0">
            <a:noAutofit/>
          </a:bodyPr>
          <a:lstStyle/>
          <a:p>
            <a:pPr algn="ctr">
              <a:buClrTx/>
              <a:buFontTx/>
              <a:buNone/>
            </a:pPr>
            <a:endParaRPr lang="en-US" sz="1100" b="1" noProof="0" dirty="0">
              <a:solidFill>
                <a:srgbClr val="990000"/>
              </a:solidFill>
            </a:endParaRPr>
          </a:p>
        </p:txBody>
      </p:sp>
      <p:sp>
        <p:nvSpPr>
          <p:cNvPr id="34" name="cdtRectangle 115 Id57350"/>
          <p:cNvSpPr>
            <a:spLocks noGrp="1" noChangeArrowheads="1"/>
          </p:cNvSpPr>
          <p:nvPr>
            <p:ph type="ctrTitle"/>
            <p:custDataLst>
              <p:tags r:id="rId5"/>
            </p:custDataLst>
          </p:nvPr>
        </p:nvSpPr>
        <p:spPr bwMode="auto">
          <a:xfrm>
            <a:off x="627063" y="3891600"/>
            <a:ext cx="6480000" cy="2340314"/>
          </a:xfrm>
          <a:noFill/>
        </p:spPr>
        <p:txBody>
          <a:bodyPr wrap="square" lIns="216000" tIns="90000" rIns="216000" bIns="216000" anchor="b" anchorCtr="0">
            <a:spAutoFit/>
          </a:bodyPr>
          <a:lstStyle>
            <a:lvl1pPr>
              <a:defRPr sz="4400" smtClean="0">
                <a:solidFill>
                  <a:srgbClr val="FFFFFF"/>
                </a:solidFill>
                <a:latin typeface="Arial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grpSp>
        <p:nvGrpSpPr>
          <p:cNvPr id="81" name="Gruppieren 80"/>
          <p:cNvGrpSpPr/>
          <p:nvPr userDrawn="1"/>
        </p:nvGrpSpPr>
        <p:grpSpPr>
          <a:xfrm>
            <a:off x="-216000" y="-216000"/>
            <a:ext cx="12628800" cy="7290000"/>
            <a:chOff x="-216000" y="-216000"/>
            <a:chExt cx="12628800" cy="7290000"/>
          </a:xfrm>
        </p:grpSpPr>
        <p:cxnSp>
          <p:nvCxnSpPr>
            <p:cNvPr id="82" name="Gerade Verbindung 81"/>
            <p:cNvCxnSpPr/>
            <p:nvPr userDrawn="1"/>
          </p:nvCxnSpPr>
          <p:spPr bwMode="auto">
            <a:xfrm>
              <a:off x="627063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3" name="Gerade Verbindung 82"/>
            <p:cNvCxnSpPr/>
            <p:nvPr userDrawn="1"/>
          </p:nvCxnSpPr>
          <p:spPr bwMode="auto">
            <a:xfrm>
              <a:off x="6099175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4" name="Gerade Verbindung 83"/>
            <p:cNvCxnSpPr/>
            <p:nvPr userDrawn="1"/>
          </p:nvCxnSpPr>
          <p:spPr bwMode="auto">
            <a:xfrm>
              <a:off x="62420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5" name="Gerade Verbindung 84"/>
            <p:cNvCxnSpPr/>
            <p:nvPr userDrawn="1"/>
          </p:nvCxnSpPr>
          <p:spPr bwMode="auto">
            <a:xfrm>
              <a:off x="8835479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6" name="Gerade Verbindung 85"/>
            <p:cNvCxnSpPr/>
            <p:nvPr userDrawn="1"/>
          </p:nvCxnSpPr>
          <p:spPr bwMode="auto">
            <a:xfrm>
              <a:off x="117157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7" name="Gerade Verbindung 86"/>
            <p:cNvCxnSpPr/>
            <p:nvPr userDrawn="1"/>
          </p:nvCxnSpPr>
          <p:spPr bwMode="auto">
            <a:xfrm rot="5400000">
              <a:off x="123228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8" name="Gerade Verbindung 87"/>
            <p:cNvCxnSpPr/>
            <p:nvPr userDrawn="1"/>
          </p:nvCxnSpPr>
          <p:spPr bwMode="auto">
            <a:xfrm rot="5400000">
              <a:off x="12322800" y="945844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9" name="Gerade Verbindung 88"/>
            <p:cNvCxnSpPr/>
            <p:nvPr userDrawn="1"/>
          </p:nvCxnSpPr>
          <p:spPr bwMode="auto">
            <a:xfrm rot="5400000">
              <a:off x="12322800" y="135145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0" name="Gerade Verbindung 89"/>
            <p:cNvCxnSpPr/>
            <p:nvPr userDrawn="1"/>
          </p:nvCxnSpPr>
          <p:spPr bwMode="auto">
            <a:xfrm rot="5400000">
              <a:off x="12322800" y="3653512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1" name="Gerade Verbindung 90"/>
            <p:cNvCxnSpPr/>
            <p:nvPr userDrawn="1"/>
          </p:nvCxnSpPr>
          <p:spPr bwMode="auto">
            <a:xfrm rot="5400000">
              <a:off x="12322800" y="3801055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2" name="Gerade Verbindung 91"/>
            <p:cNvCxnSpPr/>
            <p:nvPr userDrawn="1"/>
          </p:nvCxnSpPr>
          <p:spPr bwMode="auto">
            <a:xfrm rot="5400000">
              <a:off x="12322800" y="6101999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3" name="Gerade Verbindung 92"/>
            <p:cNvCxnSpPr/>
            <p:nvPr userDrawn="1"/>
          </p:nvCxnSpPr>
          <p:spPr bwMode="auto">
            <a:xfrm>
              <a:off x="627063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4" name="Gerade Verbindung 93"/>
            <p:cNvCxnSpPr/>
            <p:nvPr userDrawn="1"/>
          </p:nvCxnSpPr>
          <p:spPr bwMode="auto">
            <a:xfrm>
              <a:off x="6099175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5" name="Gerade Verbindung 94"/>
            <p:cNvCxnSpPr/>
            <p:nvPr userDrawn="1"/>
          </p:nvCxnSpPr>
          <p:spPr bwMode="auto">
            <a:xfrm>
              <a:off x="62420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6" name="Gerade Verbindung 95"/>
            <p:cNvCxnSpPr/>
            <p:nvPr userDrawn="1"/>
          </p:nvCxnSpPr>
          <p:spPr bwMode="auto">
            <a:xfrm>
              <a:off x="8835479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7" name="Gerade Verbindung 96"/>
            <p:cNvCxnSpPr/>
            <p:nvPr userDrawn="1"/>
          </p:nvCxnSpPr>
          <p:spPr bwMode="auto">
            <a:xfrm>
              <a:off x="117157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8" name="Gerade Verbindung 97"/>
            <p:cNvCxnSpPr/>
            <p:nvPr userDrawn="1"/>
          </p:nvCxnSpPr>
          <p:spPr bwMode="auto">
            <a:xfrm rot="5400000">
              <a:off x="-1260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9" name="Gerade Verbindung 98"/>
            <p:cNvCxnSpPr/>
            <p:nvPr userDrawn="1"/>
          </p:nvCxnSpPr>
          <p:spPr bwMode="auto">
            <a:xfrm rot="5400000">
              <a:off x="-126000" y="946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0" name="Gerade Verbindung 99"/>
            <p:cNvCxnSpPr/>
            <p:nvPr userDrawn="1"/>
          </p:nvCxnSpPr>
          <p:spPr bwMode="auto">
            <a:xfrm rot="5400000">
              <a:off x="-126000" y="135145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1" name="Gerade Verbindung 100"/>
            <p:cNvCxnSpPr/>
            <p:nvPr userDrawn="1"/>
          </p:nvCxnSpPr>
          <p:spPr bwMode="auto">
            <a:xfrm rot="5400000">
              <a:off x="-126000" y="3653512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2" name="Gerade Verbindung 101"/>
            <p:cNvCxnSpPr/>
            <p:nvPr userDrawn="1"/>
          </p:nvCxnSpPr>
          <p:spPr bwMode="auto">
            <a:xfrm rot="5400000">
              <a:off x="-126000" y="3801055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3" name="Gerade Verbindung 102"/>
            <p:cNvCxnSpPr/>
            <p:nvPr userDrawn="1"/>
          </p:nvCxnSpPr>
          <p:spPr bwMode="auto">
            <a:xfrm rot="5400000">
              <a:off x="-126000" y="6101999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7" name="Group 33"/>
          <p:cNvGrpSpPr>
            <a:grpSpLocks noChangeAspect="1"/>
          </p:cNvGrpSpPr>
          <p:nvPr userDrawn="1"/>
        </p:nvGrpSpPr>
        <p:grpSpPr bwMode="gray">
          <a:xfrm>
            <a:off x="9555163" y="323850"/>
            <a:ext cx="2159000" cy="914400"/>
            <a:chOff x="6019" y="204"/>
            <a:chExt cx="1360" cy="576"/>
          </a:xfrm>
        </p:grpSpPr>
        <p:sp>
          <p:nvSpPr>
            <p:cNvPr id="28" name="AutoShape 32"/>
            <p:cNvSpPr>
              <a:spLocks noChangeAspect="1" noChangeArrowheads="1" noTextEdit="1"/>
            </p:cNvSpPr>
            <p:nvPr userDrawn="1"/>
          </p:nvSpPr>
          <p:spPr bwMode="gray">
            <a:xfrm>
              <a:off x="6019" y="204"/>
              <a:ext cx="1360" cy="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29" name="Rectangle 34"/>
            <p:cNvSpPr>
              <a:spLocks noChangeArrowheads="1"/>
            </p:cNvSpPr>
            <p:nvPr userDrawn="1"/>
          </p:nvSpPr>
          <p:spPr bwMode="gray">
            <a:xfrm>
              <a:off x="6019" y="204"/>
              <a:ext cx="1360" cy="57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30" name="Freeform 35"/>
            <p:cNvSpPr>
              <a:spLocks/>
            </p:cNvSpPr>
            <p:nvPr userDrawn="1"/>
          </p:nvSpPr>
          <p:spPr bwMode="gray">
            <a:xfrm>
              <a:off x="6765" y="562"/>
              <a:ext cx="98" cy="156"/>
            </a:xfrm>
            <a:custGeom>
              <a:avLst/>
              <a:gdLst>
                <a:gd name="T0" fmla="*/ 705 w 1179"/>
                <a:gd name="T1" fmla="*/ 998 h 1866"/>
                <a:gd name="T2" fmla="*/ 588 w 1179"/>
                <a:gd name="T3" fmla="*/ 1280 h 1866"/>
                <a:gd name="T4" fmla="*/ 458 w 1179"/>
                <a:gd name="T5" fmla="*/ 1547 h 1866"/>
                <a:gd name="T6" fmla="*/ 277 w 1179"/>
                <a:gd name="T7" fmla="*/ 1824 h 1866"/>
                <a:gd name="T8" fmla="*/ 270 w 1179"/>
                <a:gd name="T9" fmla="*/ 1854 h 1866"/>
                <a:gd name="T10" fmla="*/ 295 w 1179"/>
                <a:gd name="T11" fmla="*/ 1866 h 1866"/>
                <a:gd name="T12" fmla="*/ 363 w 1179"/>
                <a:gd name="T13" fmla="*/ 1834 h 1866"/>
                <a:gd name="T14" fmla="*/ 442 w 1179"/>
                <a:gd name="T15" fmla="*/ 1757 h 1866"/>
                <a:gd name="T16" fmla="*/ 627 w 1179"/>
                <a:gd name="T17" fmla="*/ 1494 h 1866"/>
                <a:gd name="T18" fmla="*/ 832 w 1179"/>
                <a:gd name="T19" fmla="*/ 1110 h 1866"/>
                <a:gd name="T20" fmla="*/ 972 w 1179"/>
                <a:gd name="T21" fmla="*/ 852 h 1866"/>
                <a:gd name="T22" fmla="*/ 1080 w 1179"/>
                <a:gd name="T23" fmla="*/ 704 h 1866"/>
                <a:gd name="T24" fmla="*/ 1172 w 1179"/>
                <a:gd name="T25" fmla="*/ 601 h 1866"/>
                <a:gd name="T26" fmla="*/ 1178 w 1179"/>
                <a:gd name="T27" fmla="*/ 575 h 1866"/>
                <a:gd name="T28" fmla="*/ 1137 w 1179"/>
                <a:gd name="T29" fmla="*/ 537 h 1866"/>
                <a:gd name="T30" fmla="*/ 1056 w 1179"/>
                <a:gd name="T31" fmla="*/ 517 h 1866"/>
                <a:gd name="T32" fmla="*/ 1012 w 1179"/>
                <a:gd name="T33" fmla="*/ 528 h 1866"/>
                <a:gd name="T34" fmla="*/ 948 w 1179"/>
                <a:gd name="T35" fmla="*/ 593 h 1866"/>
                <a:gd name="T36" fmla="*/ 778 w 1179"/>
                <a:gd name="T37" fmla="*/ 756 h 1866"/>
                <a:gd name="T38" fmla="*/ 713 w 1179"/>
                <a:gd name="T39" fmla="*/ 790 h 1866"/>
                <a:gd name="T40" fmla="*/ 676 w 1179"/>
                <a:gd name="T41" fmla="*/ 779 h 1866"/>
                <a:gd name="T42" fmla="*/ 653 w 1179"/>
                <a:gd name="T43" fmla="*/ 730 h 1866"/>
                <a:gd name="T44" fmla="*/ 655 w 1179"/>
                <a:gd name="T45" fmla="*/ 622 h 1866"/>
                <a:gd name="T46" fmla="*/ 650 w 1179"/>
                <a:gd name="T47" fmla="*/ 579 h 1866"/>
                <a:gd name="T48" fmla="*/ 622 w 1179"/>
                <a:gd name="T49" fmla="*/ 552 h 1866"/>
                <a:gd name="T50" fmla="*/ 493 w 1179"/>
                <a:gd name="T51" fmla="*/ 530 h 1866"/>
                <a:gd name="T52" fmla="*/ 272 w 1179"/>
                <a:gd name="T53" fmla="*/ 517 h 1866"/>
                <a:gd name="T54" fmla="*/ 340 w 1179"/>
                <a:gd name="T55" fmla="*/ 248 h 1866"/>
                <a:gd name="T56" fmla="*/ 393 w 1179"/>
                <a:gd name="T57" fmla="*/ 122 h 1866"/>
                <a:gd name="T58" fmla="*/ 426 w 1179"/>
                <a:gd name="T59" fmla="*/ 45 h 1866"/>
                <a:gd name="T60" fmla="*/ 397 w 1179"/>
                <a:gd name="T61" fmla="*/ 16 h 1866"/>
                <a:gd name="T62" fmla="*/ 333 w 1179"/>
                <a:gd name="T63" fmla="*/ 0 h 1866"/>
                <a:gd name="T64" fmla="*/ 279 w 1179"/>
                <a:gd name="T65" fmla="*/ 11 h 1866"/>
                <a:gd name="T66" fmla="*/ 240 w 1179"/>
                <a:gd name="T67" fmla="*/ 61 h 1866"/>
                <a:gd name="T68" fmla="*/ 150 w 1179"/>
                <a:gd name="T69" fmla="*/ 340 h 1866"/>
                <a:gd name="T70" fmla="*/ 89 w 1179"/>
                <a:gd name="T71" fmla="*/ 509 h 1866"/>
                <a:gd name="T72" fmla="*/ 11 w 1179"/>
                <a:gd name="T73" fmla="*/ 514 h 1866"/>
                <a:gd name="T74" fmla="*/ 0 w 1179"/>
                <a:gd name="T75" fmla="*/ 531 h 1866"/>
                <a:gd name="T76" fmla="*/ 25 w 1179"/>
                <a:gd name="T77" fmla="*/ 588 h 1866"/>
                <a:gd name="T78" fmla="*/ 69 w 1179"/>
                <a:gd name="T79" fmla="*/ 627 h 1866"/>
                <a:gd name="T80" fmla="*/ 100 w 1179"/>
                <a:gd name="T81" fmla="*/ 669 h 1866"/>
                <a:gd name="T82" fmla="*/ 102 w 1179"/>
                <a:gd name="T83" fmla="*/ 825 h 1866"/>
                <a:gd name="T84" fmla="*/ 141 w 1179"/>
                <a:gd name="T85" fmla="*/ 948 h 1866"/>
                <a:gd name="T86" fmla="*/ 220 w 1179"/>
                <a:gd name="T87" fmla="*/ 1011 h 1866"/>
                <a:gd name="T88" fmla="*/ 273 w 1179"/>
                <a:gd name="T89" fmla="*/ 1012 h 1866"/>
                <a:gd name="T90" fmla="*/ 282 w 1179"/>
                <a:gd name="T91" fmla="*/ 989 h 1866"/>
                <a:gd name="T92" fmla="*/ 251 w 1179"/>
                <a:gd name="T93" fmla="*/ 888 h 1866"/>
                <a:gd name="T94" fmla="*/ 244 w 1179"/>
                <a:gd name="T95" fmla="*/ 748 h 1866"/>
                <a:gd name="T96" fmla="*/ 282 w 1179"/>
                <a:gd name="T97" fmla="*/ 625 h 1866"/>
                <a:gd name="T98" fmla="*/ 428 w 1179"/>
                <a:gd name="T99" fmla="*/ 608 h 1866"/>
                <a:gd name="T100" fmla="*/ 477 w 1179"/>
                <a:gd name="T101" fmla="*/ 617 h 1866"/>
                <a:gd name="T102" fmla="*/ 483 w 1179"/>
                <a:gd name="T103" fmla="*/ 645 h 1866"/>
                <a:gd name="T104" fmla="*/ 495 w 1179"/>
                <a:gd name="T105" fmla="*/ 741 h 1866"/>
                <a:gd name="T106" fmla="*/ 539 w 1179"/>
                <a:gd name="T107" fmla="*/ 816 h 1866"/>
                <a:gd name="T108" fmla="*/ 600 w 1179"/>
                <a:gd name="T109" fmla="*/ 858 h 1866"/>
                <a:gd name="T110" fmla="*/ 682 w 1179"/>
                <a:gd name="T111" fmla="*/ 882 h 18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179" h="1866">
                  <a:moveTo>
                    <a:pt x="756" y="885"/>
                  </a:moveTo>
                  <a:lnTo>
                    <a:pt x="752" y="893"/>
                  </a:lnTo>
                  <a:lnTo>
                    <a:pt x="741" y="919"/>
                  </a:lnTo>
                  <a:lnTo>
                    <a:pt x="729" y="944"/>
                  </a:lnTo>
                  <a:lnTo>
                    <a:pt x="718" y="971"/>
                  </a:lnTo>
                  <a:lnTo>
                    <a:pt x="705" y="998"/>
                  </a:lnTo>
                  <a:lnTo>
                    <a:pt x="694" y="1026"/>
                  </a:lnTo>
                  <a:lnTo>
                    <a:pt x="682" y="1054"/>
                  </a:lnTo>
                  <a:lnTo>
                    <a:pt x="671" y="1083"/>
                  </a:lnTo>
                  <a:lnTo>
                    <a:pt x="659" y="1112"/>
                  </a:lnTo>
                  <a:lnTo>
                    <a:pt x="624" y="1194"/>
                  </a:lnTo>
                  <a:lnTo>
                    <a:pt x="588" y="1280"/>
                  </a:lnTo>
                  <a:lnTo>
                    <a:pt x="569" y="1324"/>
                  </a:lnTo>
                  <a:lnTo>
                    <a:pt x="548" y="1368"/>
                  </a:lnTo>
                  <a:lnTo>
                    <a:pt x="527" y="1412"/>
                  </a:lnTo>
                  <a:lnTo>
                    <a:pt x="506" y="1457"/>
                  </a:lnTo>
                  <a:lnTo>
                    <a:pt x="482" y="1501"/>
                  </a:lnTo>
                  <a:lnTo>
                    <a:pt x="458" y="1547"/>
                  </a:lnTo>
                  <a:lnTo>
                    <a:pt x="432" y="1593"/>
                  </a:lnTo>
                  <a:lnTo>
                    <a:pt x="405" y="1639"/>
                  </a:lnTo>
                  <a:lnTo>
                    <a:pt x="375" y="1685"/>
                  </a:lnTo>
                  <a:lnTo>
                    <a:pt x="344" y="1731"/>
                  </a:lnTo>
                  <a:lnTo>
                    <a:pt x="312" y="1778"/>
                  </a:lnTo>
                  <a:lnTo>
                    <a:pt x="277" y="1824"/>
                  </a:lnTo>
                  <a:lnTo>
                    <a:pt x="272" y="1832"/>
                  </a:lnTo>
                  <a:lnTo>
                    <a:pt x="269" y="1840"/>
                  </a:lnTo>
                  <a:lnTo>
                    <a:pt x="269" y="1844"/>
                  </a:lnTo>
                  <a:lnTo>
                    <a:pt x="268" y="1847"/>
                  </a:lnTo>
                  <a:lnTo>
                    <a:pt x="269" y="1851"/>
                  </a:lnTo>
                  <a:lnTo>
                    <a:pt x="270" y="1854"/>
                  </a:lnTo>
                  <a:lnTo>
                    <a:pt x="272" y="1857"/>
                  </a:lnTo>
                  <a:lnTo>
                    <a:pt x="274" y="1859"/>
                  </a:lnTo>
                  <a:lnTo>
                    <a:pt x="276" y="1861"/>
                  </a:lnTo>
                  <a:lnTo>
                    <a:pt x="279" y="1863"/>
                  </a:lnTo>
                  <a:lnTo>
                    <a:pt x="287" y="1865"/>
                  </a:lnTo>
                  <a:lnTo>
                    <a:pt x="295" y="1866"/>
                  </a:lnTo>
                  <a:lnTo>
                    <a:pt x="306" y="1865"/>
                  </a:lnTo>
                  <a:lnTo>
                    <a:pt x="317" y="1862"/>
                  </a:lnTo>
                  <a:lnTo>
                    <a:pt x="327" y="1858"/>
                  </a:lnTo>
                  <a:lnTo>
                    <a:pt x="338" y="1852"/>
                  </a:lnTo>
                  <a:lnTo>
                    <a:pt x="350" y="1843"/>
                  </a:lnTo>
                  <a:lnTo>
                    <a:pt x="363" y="1834"/>
                  </a:lnTo>
                  <a:lnTo>
                    <a:pt x="375" y="1824"/>
                  </a:lnTo>
                  <a:lnTo>
                    <a:pt x="388" y="1813"/>
                  </a:lnTo>
                  <a:lnTo>
                    <a:pt x="401" y="1801"/>
                  </a:lnTo>
                  <a:lnTo>
                    <a:pt x="415" y="1786"/>
                  </a:lnTo>
                  <a:lnTo>
                    <a:pt x="429" y="1772"/>
                  </a:lnTo>
                  <a:lnTo>
                    <a:pt x="442" y="1757"/>
                  </a:lnTo>
                  <a:lnTo>
                    <a:pt x="471" y="1722"/>
                  </a:lnTo>
                  <a:lnTo>
                    <a:pt x="500" y="1684"/>
                  </a:lnTo>
                  <a:lnTo>
                    <a:pt x="531" y="1642"/>
                  </a:lnTo>
                  <a:lnTo>
                    <a:pt x="563" y="1596"/>
                  </a:lnTo>
                  <a:lnTo>
                    <a:pt x="594" y="1547"/>
                  </a:lnTo>
                  <a:lnTo>
                    <a:pt x="627" y="1494"/>
                  </a:lnTo>
                  <a:lnTo>
                    <a:pt x="661" y="1438"/>
                  </a:lnTo>
                  <a:lnTo>
                    <a:pt x="694" y="1379"/>
                  </a:lnTo>
                  <a:lnTo>
                    <a:pt x="728" y="1317"/>
                  </a:lnTo>
                  <a:lnTo>
                    <a:pt x="763" y="1250"/>
                  </a:lnTo>
                  <a:lnTo>
                    <a:pt x="797" y="1181"/>
                  </a:lnTo>
                  <a:lnTo>
                    <a:pt x="832" y="1110"/>
                  </a:lnTo>
                  <a:lnTo>
                    <a:pt x="858" y="1056"/>
                  </a:lnTo>
                  <a:lnTo>
                    <a:pt x="883" y="1008"/>
                  </a:lnTo>
                  <a:lnTo>
                    <a:pt x="906" y="964"/>
                  </a:lnTo>
                  <a:lnTo>
                    <a:pt x="930" y="923"/>
                  </a:lnTo>
                  <a:lnTo>
                    <a:pt x="951" y="886"/>
                  </a:lnTo>
                  <a:lnTo>
                    <a:pt x="972" y="852"/>
                  </a:lnTo>
                  <a:lnTo>
                    <a:pt x="992" y="822"/>
                  </a:lnTo>
                  <a:lnTo>
                    <a:pt x="1010" y="793"/>
                  </a:lnTo>
                  <a:lnTo>
                    <a:pt x="1029" y="768"/>
                  </a:lnTo>
                  <a:lnTo>
                    <a:pt x="1047" y="745"/>
                  </a:lnTo>
                  <a:lnTo>
                    <a:pt x="1063" y="724"/>
                  </a:lnTo>
                  <a:lnTo>
                    <a:pt x="1080" y="704"/>
                  </a:lnTo>
                  <a:lnTo>
                    <a:pt x="1110" y="670"/>
                  </a:lnTo>
                  <a:lnTo>
                    <a:pt x="1139" y="639"/>
                  </a:lnTo>
                  <a:lnTo>
                    <a:pt x="1152" y="625"/>
                  </a:lnTo>
                  <a:lnTo>
                    <a:pt x="1164" y="610"/>
                  </a:lnTo>
                  <a:lnTo>
                    <a:pt x="1169" y="606"/>
                  </a:lnTo>
                  <a:lnTo>
                    <a:pt x="1172" y="601"/>
                  </a:lnTo>
                  <a:lnTo>
                    <a:pt x="1175" y="597"/>
                  </a:lnTo>
                  <a:lnTo>
                    <a:pt x="1177" y="592"/>
                  </a:lnTo>
                  <a:lnTo>
                    <a:pt x="1178" y="588"/>
                  </a:lnTo>
                  <a:lnTo>
                    <a:pt x="1179" y="584"/>
                  </a:lnTo>
                  <a:lnTo>
                    <a:pt x="1179" y="580"/>
                  </a:lnTo>
                  <a:lnTo>
                    <a:pt x="1178" y="575"/>
                  </a:lnTo>
                  <a:lnTo>
                    <a:pt x="1175" y="569"/>
                  </a:lnTo>
                  <a:lnTo>
                    <a:pt x="1171" y="561"/>
                  </a:lnTo>
                  <a:lnTo>
                    <a:pt x="1164" y="555"/>
                  </a:lnTo>
                  <a:lnTo>
                    <a:pt x="1157" y="549"/>
                  </a:lnTo>
                  <a:lnTo>
                    <a:pt x="1148" y="543"/>
                  </a:lnTo>
                  <a:lnTo>
                    <a:pt x="1137" y="537"/>
                  </a:lnTo>
                  <a:lnTo>
                    <a:pt x="1125" y="532"/>
                  </a:lnTo>
                  <a:lnTo>
                    <a:pt x="1111" y="527"/>
                  </a:lnTo>
                  <a:lnTo>
                    <a:pt x="1092" y="521"/>
                  </a:lnTo>
                  <a:lnTo>
                    <a:pt x="1074" y="518"/>
                  </a:lnTo>
                  <a:lnTo>
                    <a:pt x="1065" y="517"/>
                  </a:lnTo>
                  <a:lnTo>
                    <a:pt x="1056" y="517"/>
                  </a:lnTo>
                  <a:lnTo>
                    <a:pt x="1049" y="517"/>
                  </a:lnTo>
                  <a:lnTo>
                    <a:pt x="1041" y="518"/>
                  </a:lnTo>
                  <a:lnTo>
                    <a:pt x="1034" y="520"/>
                  </a:lnTo>
                  <a:lnTo>
                    <a:pt x="1027" y="522"/>
                  </a:lnTo>
                  <a:lnTo>
                    <a:pt x="1020" y="525"/>
                  </a:lnTo>
                  <a:lnTo>
                    <a:pt x="1012" y="528"/>
                  </a:lnTo>
                  <a:lnTo>
                    <a:pt x="1006" y="532"/>
                  </a:lnTo>
                  <a:lnTo>
                    <a:pt x="1000" y="537"/>
                  </a:lnTo>
                  <a:lnTo>
                    <a:pt x="994" y="542"/>
                  </a:lnTo>
                  <a:lnTo>
                    <a:pt x="989" y="548"/>
                  </a:lnTo>
                  <a:lnTo>
                    <a:pt x="985" y="551"/>
                  </a:lnTo>
                  <a:lnTo>
                    <a:pt x="948" y="593"/>
                  </a:lnTo>
                  <a:lnTo>
                    <a:pt x="909" y="635"/>
                  </a:lnTo>
                  <a:lnTo>
                    <a:pt x="870" y="675"/>
                  </a:lnTo>
                  <a:lnTo>
                    <a:pt x="832" y="711"/>
                  </a:lnTo>
                  <a:lnTo>
                    <a:pt x="813" y="728"/>
                  </a:lnTo>
                  <a:lnTo>
                    <a:pt x="795" y="743"/>
                  </a:lnTo>
                  <a:lnTo>
                    <a:pt x="778" y="756"/>
                  </a:lnTo>
                  <a:lnTo>
                    <a:pt x="762" y="769"/>
                  </a:lnTo>
                  <a:lnTo>
                    <a:pt x="746" y="778"/>
                  </a:lnTo>
                  <a:lnTo>
                    <a:pt x="732" y="784"/>
                  </a:lnTo>
                  <a:lnTo>
                    <a:pt x="725" y="787"/>
                  </a:lnTo>
                  <a:lnTo>
                    <a:pt x="719" y="789"/>
                  </a:lnTo>
                  <a:lnTo>
                    <a:pt x="713" y="790"/>
                  </a:lnTo>
                  <a:lnTo>
                    <a:pt x="707" y="790"/>
                  </a:lnTo>
                  <a:lnTo>
                    <a:pt x="697" y="789"/>
                  </a:lnTo>
                  <a:lnTo>
                    <a:pt x="688" y="786"/>
                  </a:lnTo>
                  <a:lnTo>
                    <a:pt x="684" y="784"/>
                  </a:lnTo>
                  <a:lnTo>
                    <a:pt x="680" y="782"/>
                  </a:lnTo>
                  <a:lnTo>
                    <a:pt x="676" y="779"/>
                  </a:lnTo>
                  <a:lnTo>
                    <a:pt x="673" y="776"/>
                  </a:lnTo>
                  <a:lnTo>
                    <a:pt x="668" y="770"/>
                  </a:lnTo>
                  <a:lnTo>
                    <a:pt x="664" y="762"/>
                  </a:lnTo>
                  <a:lnTo>
                    <a:pt x="661" y="755"/>
                  </a:lnTo>
                  <a:lnTo>
                    <a:pt x="657" y="747"/>
                  </a:lnTo>
                  <a:lnTo>
                    <a:pt x="653" y="730"/>
                  </a:lnTo>
                  <a:lnTo>
                    <a:pt x="651" y="711"/>
                  </a:lnTo>
                  <a:lnTo>
                    <a:pt x="651" y="692"/>
                  </a:lnTo>
                  <a:lnTo>
                    <a:pt x="651" y="672"/>
                  </a:lnTo>
                  <a:lnTo>
                    <a:pt x="653" y="652"/>
                  </a:lnTo>
                  <a:lnTo>
                    <a:pt x="654" y="634"/>
                  </a:lnTo>
                  <a:lnTo>
                    <a:pt x="655" y="622"/>
                  </a:lnTo>
                  <a:lnTo>
                    <a:pt x="656" y="611"/>
                  </a:lnTo>
                  <a:lnTo>
                    <a:pt x="656" y="604"/>
                  </a:lnTo>
                  <a:lnTo>
                    <a:pt x="655" y="597"/>
                  </a:lnTo>
                  <a:lnTo>
                    <a:pt x="654" y="591"/>
                  </a:lnTo>
                  <a:lnTo>
                    <a:pt x="652" y="585"/>
                  </a:lnTo>
                  <a:lnTo>
                    <a:pt x="650" y="579"/>
                  </a:lnTo>
                  <a:lnTo>
                    <a:pt x="647" y="574"/>
                  </a:lnTo>
                  <a:lnTo>
                    <a:pt x="644" y="569"/>
                  </a:lnTo>
                  <a:lnTo>
                    <a:pt x="639" y="564"/>
                  </a:lnTo>
                  <a:lnTo>
                    <a:pt x="634" y="560"/>
                  </a:lnTo>
                  <a:lnTo>
                    <a:pt x="629" y="556"/>
                  </a:lnTo>
                  <a:lnTo>
                    <a:pt x="622" y="552"/>
                  </a:lnTo>
                  <a:lnTo>
                    <a:pt x="615" y="549"/>
                  </a:lnTo>
                  <a:lnTo>
                    <a:pt x="598" y="544"/>
                  </a:lnTo>
                  <a:lnTo>
                    <a:pt x="578" y="539"/>
                  </a:lnTo>
                  <a:lnTo>
                    <a:pt x="558" y="537"/>
                  </a:lnTo>
                  <a:lnTo>
                    <a:pt x="529" y="533"/>
                  </a:lnTo>
                  <a:lnTo>
                    <a:pt x="493" y="530"/>
                  </a:lnTo>
                  <a:lnTo>
                    <a:pt x="453" y="527"/>
                  </a:lnTo>
                  <a:lnTo>
                    <a:pt x="411" y="525"/>
                  </a:lnTo>
                  <a:lnTo>
                    <a:pt x="366" y="522"/>
                  </a:lnTo>
                  <a:lnTo>
                    <a:pt x="322" y="520"/>
                  </a:lnTo>
                  <a:lnTo>
                    <a:pt x="279" y="517"/>
                  </a:lnTo>
                  <a:lnTo>
                    <a:pt x="272" y="517"/>
                  </a:lnTo>
                  <a:lnTo>
                    <a:pt x="273" y="510"/>
                  </a:lnTo>
                  <a:lnTo>
                    <a:pt x="286" y="448"/>
                  </a:lnTo>
                  <a:lnTo>
                    <a:pt x="300" y="387"/>
                  </a:lnTo>
                  <a:lnTo>
                    <a:pt x="316" y="329"/>
                  </a:lnTo>
                  <a:lnTo>
                    <a:pt x="332" y="274"/>
                  </a:lnTo>
                  <a:lnTo>
                    <a:pt x="340" y="248"/>
                  </a:lnTo>
                  <a:lnTo>
                    <a:pt x="349" y="223"/>
                  </a:lnTo>
                  <a:lnTo>
                    <a:pt x="358" y="199"/>
                  </a:lnTo>
                  <a:lnTo>
                    <a:pt x="367" y="178"/>
                  </a:lnTo>
                  <a:lnTo>
                    <a:pt x="376" y="157"/>
                  </a:lnTo>
                  <a:lnTo>
                    <a:pt x="384" y="138"/>
                  </a:lnTo>
                  <a:lnTo>
                    <a:pt x="393" y="122"/>
                  </a:lnTo>
                  <a:lnTo>
                    <a:pt x="401" y="106"/>
                  </a:lnTo>
                  <a:lnTo>
                    <a:pt x="413" y="86"/>
                  </a:lnTo>
                  <a:lnTo>
                    <a:pt x="422" y="67"/>
                  </a:lnTo>
                  <a:lnTo>
                    <a:pt x="425" y="59"/>
                  </a:lnTo>
                  <a:lnTo>
                    <a:pt x="426" y="52"/>
                  </a:lnTo>
                  <a:lnTo>
                    <a:pt x="426" y="45"/>
                  </a:lnTo>
                  <a:lnTo>
                    <a:pt x="424" y="39"/>
                  </a:lnTo>
                  <a:lnTo>
                    <a:pt x="422" y="34"/>
                  </a:lnTo>
                  <a:lnTo>
                    <a:pt x="418" y="30"/>
                  </a:lnTo>
                  <a:lnTo>
                    <a:pt x="413" y="25"/>
                  </a:lnTo>
                  <a:lnTo>
                    <a:pt x="406" y="20"/>
                  </a:lnTo>
                  <a:lnTo>
                    <a:pt x="397" y="16"/>
                  </a:lnTo>
                  <a:lnTo>
                    <a:pt x="387" y="13"/>
                  </a:lnTo>
                  <a:lnTo>
                    <a:pt x="376" y="9"/>
                  </a:lnTo>
                  <a:lnTo>
                    <a:pt x="364" y="6"/>
                  </a:lnTo>
                  <a:lnTo>
                    <a:pt x="353" y="3"/>
                  </a:lnTo>
                  <a:lnTo>
                    <a:pt x="342" y="1"/>
                  </a:lnTo>
                  <a:lnTo>
                    <a:pt x="333" y="0"/>
                  </a:lnTo>
                  <a:lnTo>
                    <a:pt x="323" y="0"/>
                  </a:lnTo>
                  <a:lnTo>
                    <a:pt x="313" y="1"/>
                  </a:lnTo>
                  <a:lnTo>
                    <a:pt x="304" y="2"/>
                  </a:lnTo>
                  <a:lnTo>
                    <a:pt x="294" y="4"/>
                  </a:lnTo>
                  <a:lnTo>
                    <a:pt x="286" y="7"/>
                  </a:lnTo>
                  <a:lnTo>
                    <a:pt x="279" y="11"/>
                  </a:lnTo>
                  <a:lnTo>
                    <a:pt x="273" y="15"/>
                  </a:lnTo>
                  <a:lnTo>
                    <a:pt x="267" y="20"/>
                  </a:lnTo>
                  <a:lnTo>
                    <a:pt x="262" y="26"/>
                  </a:lnTo>
                  <a:lnTo>
                    <a:pt x="253" y="37"/>
                  </a:lnTo>
                  <a:lnTo>
                    <a:pt x="245" y="49"/>
                  </a:lnTo>
                  <a:lnTo>
                    <a:pt x="240" y="61"/>
                  </a:lnTo>
                  <a:lnTo>
                    <a:pt x="235" y="73"/>
                  </a:lnTo>
                  <a:lnTo>
                    <a:pt x="216" y="124"/>
                  </a:lnTo>
                  <a:lnTo>
                    <a:pt x="197" y="177"/>
                  </a:lnTo>
                  <a:lnTo>
                    <a:pt x="180" y="230"/>
                  </a:lnTo>
                  <a:lnTo>
                    <a:pt x="164" y="285"/>
                  </a:lnTo>
                  <a:lnTo>
                    <a:pt x="150" y="340"/>
                  </a:lnTo>
                  <a:lnTo>
                    <a:pt x="137" y="395"/>
                  </a:lnTo>
                  <a:lnTo>
                    <a:pt x="126" y="450"/>
                  </a:lnTo>
                  <a:lnTo>
                    <a:pt x="117" y="505"/>
                  </a:lnTo>
                  <a:lnTo>
                    <a:pt x="116" y="510"/>
                  </a:lnTo>
                  <a:lnTo>
                    <a:pt x="111" y="510"/>
                  </a:lnTo>
                  <a:lnTo>
                    <a:pt x="89" y="509"/>
                  </a:lnTo>
                  <a:lnTo>
                    <a:pt x="71" y="509"/>
                  </a:lnTo>
                  <a:lnTo>
                    <a:pt x="54" y="509"/>
                  </a:lnTo>
                  <a:lnTo>
                    <a:pt x="39" y="509"/>
                  </a:lnTo>
                  <a:lnTo>
                    <a:pt x="26" y="510"/>
                  </a:lnTo>
                  <a:lnTo>
                    <a:pt x="16" y="512"/>
                  </a:lnTo>
                  <a:lnTo>
                    <a:pt x="11" y="514"/>
                  </a:lnTo>
                  <a:lnTo>
                    <a:pt x="8" y="517"/>
                  </a:lnTo>
                  <a:lnTo>
                    <a:pt x="5" y="519"/>
                  </a:lnTo>
                  <a:lnTo>
                    <a:pt x="3" y="522"/>
                  </a:lnTo>
                  <a:lnTo>
                    <a:pt x="2" y="524"/>
                  </a:lnTo>
                  <a:lnTo>
                    <a:pt x="1" y="528"/>
                  </a:lnTo>
                  <a:lnTo>
                    <a:pt x="0" y="531"/>
                  </a:lnTo>
                  <a:lnTo>
                    <a:pt x="0" y="535"/>
                  </a:lnTo>
                  <a:lnTo>
                    <a:pt x="2" y="545"/>
                  </a:lnTo>
                  <a:lnTo>
                    <a:pt x="6" y="555"/>
                  </a:lnTo>
                  <a:lnTo>
                    <a:pt x="11" y="566"/>
                  </a:lnTo>
                  <a:lnTo>
                    <a:pt x="17" y="577"/>
                  </a:lnTo>
                  <a:lnTo>
                    <a:pt x="25" y="588"/>
                  </a:lnTo>
                  <a:lnTo>
                    <a:pt x="34" y="600"/>
                  </a:lnTo>
                  <a:lnTo>
                    <a:pt x="40" y="606"/>
                  </a:lnTo>
                  <a:lnTo>
                    <a:pt x="47" y="611"/>
                  </a:lnTo>
                  <a:lnTo>
                    <a:pt x="54" y="618"/>
                  </a:lnTo>
                  <a:lnTo>
                    <a:pt x="61" y="623"/>
                  </a:lnTo>
                  <a:lnTo>
                    <a:pt x="69" y="627"/>
                  </a:lnTo>
                  <a:lnTo>
                    <a:pt x="77" y="631"/>
                  </a:lnTo>
                  <a:lnTo>
                    <a:pt x="86" y="635"/>
                  </a:lnTo>
                  <a:lnTo>
                    <a:pt x="96" y="638"/>
                  </a:lnTo>
                  <a:lnTo>
                    <a:pt x="102" y="640"/>
                  </a:lnTo>
                  <a:lnTo>
                    <a:pt x="101" y="644"/>
                  </a:lnTo>
                  <a:lnTo>
                    <a:pt x="100" y="669"/>
                  </a:lnTo>
                  <a:lnTo>
                    <a:pt x="99" y="693"/>
                  </a:lnTo>
                  <a:lnTo>
                    <a:pt x="98" y="718"/>
                  </a:lnTo>
                  <a:lnTo>
                    <a:pt x="98" y="741"/>
                  </a:lnTo>
                  <a:lnTo>
                    <a:pt x="98" y="771"/>
                  </a:lnTo>
                  <a:lnTo>
                    <a:pt x="99" y="798"/>
                  </a:lnTo>
                  <a:lnTo>
                    <a:pt x="102" y="825"/>
                  </a:lnTo>
                  <a:lnTo>
                    <a:pt x="106" y="849"/>
                  </a:lnTo>
                  <a:lnTo>
                    <a:pt x="110" y="873"/>
                  </a:lnTo>
                  <a:lnTo>
                    <a:pt x="116" y="894"/>
                  </a:lnTo>
                  <a:lnTo>
                    <a:pt x="123" y="914"/>
                  </a:lnTo>
                  <a:lnTo>
                    <a:pt x="131" y="932"/>
                  </a:lnTo>
                  <a:lnTo>
                    <a:pt x="141" y="948"/>
                  </a:lnTo>
                  <a:lnTo>
                    <a:pt x="152" y="963"/>
                  </a:lnTo>
                  <a:lnTo>
                    <a:pt x="163" y="976"/>
                  </a:lnTo>
                  <a:lnTo>
                    <a:pt x="176" y="987"/>
                  </a:lnTo>
                  <a:lnTo>
                    <a:pt x="189" y="997"/>
                  </a:lnTo>
                  <a:lnTo>
                    <a:pt x="204" y="1004"/>
                  </a:lnTo>
                  <a:lnTo>
                    <a:pt x="220" y="1011"/>
                  </a:lnTo>
                  <a:lnTo>
                    <a:pt x="236" y="1016"/>
                  </a:lnTo>
                  <a:lnTo>
                    <a:pt x="242" y="1017"/>
                  </a:lnTo>
                  <a:lnTo>
                    <a:pt x="248" y="1017"/>
                  </a:lnTo>
                  <a:lnTo>
                    <a:pt x="259" y="1016"/>
                  </a:lnTo>
                  <a:lnTo>
                    <a:pt x="268" y="1014"/>
                  </a:lnTo>
                  <a:lnTo>
                    <a:pt x="273" y="1012"/>
                  </a:lnTo>
                  <a:lnTo>
                    <a:pt x="277" y="1010"/>
                  </a:lnTo>
                  <a:lnTo>
                    <a:pt x="280" y="1007"/>
                  </a:lnTo>
                  <a:lnTo>
                    <a:pt x="282" y="1004"/>
                  </a:lnTo>
                  <a:lnTo>
                    <a:pt x="284" y="999"/>
                  </a:lnTo>
                  <a:lnTo>
                    <a:pt x="284" y="994"/>
                  </a:lnTo>
                  <a:lnTo>
                    <a:pt x="282" y="989"/>
                  </a:lnTo>
                  <a:lnTo>
                    <a:pt x="279" y="982"/>
                  </a:lnTo>
                  <a:lnTo>
                    <a:pt x="271" y="966"/>
                  </a:lnTo>
                  <a:lnTo>
                    <a:pt x="265" y="948"/>
                  </a:lnTo>
                  <a:lnTo>
                    <a:pt x="259" y="929"/>
                  </a:lnTo>
                  <a:lnTo>
                    <a:pt x="254" y="909"/>
                  </a:lnTo>
                  <a:lnTo>
                    <a:pt x="251" y="888"/>
                  </a:lnTo>
                  <a:lnTo>
                    <a:pt x="247" y="866"/>
                  </a:lnTo>
                  <a:lnTo>
                    <a:pt x="245" y="843"/>
                  </a:lnTo>
                  <a:lnTo>
                    <a:pt x="244" y="820"/>
                  </a:lnTo>
                  <a:lnTo>
                    <a:pt x="243" y="796"/>
                  </a:lnTo>
                  <a:lnTo>
                    <a:pt x="243" y="773"/>
                  </a:lnTo>
                  <a:lnTo>
                    <a:pt x="244" y="748"/>
                  </a:lnTo>
                  <a:lnTo>
                    <a:pt x="245" y="725"/>
                  </a:lnTo>
                  <a:lnTo>
                    <a:pt x="249" y="678"/>
                  </a:lnTo>
                  <a:lnTo>
                    <a:pt x="254" y="633"/>
                  </a:lnTo>
                  <a:lnTo>
                    <a:pt x="255" y="629"/>
                  </a:lnTo>
                  <a:lnTo>
                    <a:pt x="259" y="628"/>
                  </a:lnTo>
                  <a:lnTo>
                    <a:pt x="282" y="625"/>
                  </a:lnTo>
                  <a:lnTo>
                    <a:pt x="307" y="622"/>
                  </a:lnTo>
                  <a:lnTo>
                    <a:pt x="332" y="618"/>
                  </a:lnTo>
                  <a:lnTo>
                    <a:pt x="357" y="615"/>
                  </a:lnTo>
                  <a:lnTo>
                    <a:pt x="381" y="612"/>
                  </a:lnTo>
                  <a:lnTo>
                    <a:pt x="406" y="610"/>
                  </a:lnTo>
                  <a:lnTo>
                    <a:pt x="428" y="608"/>
                  </a:lnTo>
                  <a:lnTo>
                    <a:pt x="448" y="607"/>
                  </a:lnTo>
                  <a:lnTo>
                    <a:pt x="450" y="607"/>
                  </a:lnTo>
                  <a:lnTo>
                    <a:pt x="459" y="608"/>
                  </a:lnTo>
                  <a:lnTo>
                    <a:pt x="466" y="610"/>
                  </a:lnTo>
                  <a:lnTo>
                    <a:pt x="472" y="612"/>
                  </a:lnTo>
                  <a:lnTo>
                    <a:pt x="477" y="617"/>
                  </a:lnTo>
                  <a:lnTo>
                    <a:pt x="479" y="620"/>
                  </a:lnTo>
                  <a:lnTo>
                    <a:pt x="481" y="623"/>
                  </a:lnTo>
                  <a:lnTo>
                    <a:pt x="482" y="626"/>
                  </a:lnTo>
                  <a:lnTo>
                    <a:pt x="483" y="630"/>
                  </a:lnTo>
                  <a:lnTo>
                    <a:pt x="483" y="637"/>
                  </a:lnTo>
                  <a:lnTo>
                    <a:pt x="483" y="645"/>
                  </a:lnTo>
                  <a:lnTo>
                    <a:pt x="483" y="657"/>
                  </a:lnTo>
                  <a:lnTo>
                    <a:pt x="483" y="674"/>
                  </a:lnTo>
                  <a:lnTo>
                    <a:pt x="485" y="693"/>
                  </a:lnTo>
                  <a:lnTo>
                    <a:pt x="489" y="717"/>
                  </a:lnTo>
                  <a:lnTo>
                    <a:pt x="492" y="728"/>
                  </a:lnTo>
                  <a:lnTo>
                    <a:pt x="495" y="741"/>
                  </a:lnTo>
                  <a:lnTo>
                    <a:pt x="500" y="753"/>
                  </a:lnTo>
                  <a:lnTo>
                    <a:pt x="506" y="766"/>
                  </a:lnTo>
                  <a:lnTo>
                    <a:pt x="513" y="779"/>
                  </a:lnTo>
                  <a:lnTo>
                    <a:pt x="520" y="791"/>
                  </a:lnTo>
                  <a:lnTo>
                    <a:pt x="529" y="803"/>
                  </a:lnTo>
                  <a:lnTo>
                    <a:pt x="539" y="816"/>
                  </a:lnTo>
                  <a:lnTo>
                    <a:pt x="548" y="824"/>
                  </a:lnTo>
                  <a:lnTo>
                    <a:pt x="558" y="832"/>
                  </a:lnTo>
                  <a:lnTo>
                    <a:pt x="568" y="840"/>
                  </a:lnTo>
                  <a:lnTo>
                    <a:pt x="578" y="846"/>
                  </a:lnTo>
                  <a:lnTo>
                    <a:pt x="589" y="853"/>
                  </a:lnTo>
                  <a:lnTo>
                    <a:pt x="600" y="858"/>
                  </a:lnTo>
                  <a:lnTo>
                    <a:pt x="613" y="865"/>
                  </a:lnTo>
                  <a:lnTo>
                    <a:pt x="626" y="869"/>
                  </a:lnTo>
                  <a:lnTo>
                    <a:pt x="639" y="873"/>
                  </a:lnTo>
                  <a:lnTo>
                    <a:pt x="652" y="877"/>
                  </a:lnTo>
                  <a:lnTo>
                    <a:pt x="668" y="879"/>
                  </a:lnTo>
                  <a:lnTo>
                    <a:pt x="682" y="882"/>
                  </a:lnTo>
                  <a:lnTo>
                    <a:pt x="697" y="883"/>
                  </a:lnTo>
                  <a:lnTo>
                    <a:pt x="714" y="884"/>
                  </a:lnTo>
                  <a:lnTo>
                    <a:pt x="730" y="885"/>
                  </a:lnTo>
                  <a:lnTo>
                    <a:pt x="747" y="885"/>
                  </a:lnTo>
                  <a:lnTo>
                    <a:pt x="756" y="8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31" name="Freeform 36"/>
            <p:cNvSpPr>
              <a:spLocks/>
            </p:cNvSpPr>
            <p:nvPr userDrawn="1"/>
          </p:nvSpPr>
          <p:spPr bwMode="gray">
            <a:xfrm>
              <a:off x="6460" y="648"/>
              <a:ext cx="42" cy="70"/>
            </a:xfrm>
            <a:custGeom>
              <a:avLst/>
              <a:gdLst>
                <a:gd name="T0" fmla="*/ 395 w 504"/>
                <a:gd name="T1" fmla="*/ 126 h 840"/>
                <a:gd name="T2" fmla="*/ 353 w 504"/>
                <a:gd name="T3" fmla="*/ 165 h 840"/>
                <a:gd name="T4" fmla="*/ 314 w 504"/>
                <a:gd name="T5" fmla="*/ 203 h 840"/>
                <a:gd name="T6" fmla="*/ 279 w 504"/>
                <a:gd name="T7" fmla="*/ 243 h 840"/>
                <a:gd name="T8" fmla="*/ 248 w 504"/>
                <a:gd name="T9" fmla="*/ 283 h 840"/>
                <a:gd name="T10" fmla="*/ 219 w 504"/>
                <a:gd name="T11" fmla="*/ 323 h 840"/>
                <a:gd name="T12" fmla="*/ 195 w 504"/>
                <a:gd name="T13" fmla="*/ 365 h 840"/>
                <a:gd name="T14" fmla="*/ 174 w 504"/>
                <a:gd name="T15" fmla="*/ 407 h 840"/>
                <a:gd name="T16" fmla="*/ 156 w 504"/>
                <a:gd name="T17" fmla="*/ 451 h 840"/>
                <a:gd name="T18" fmla="*/ 135 w 504"/>
                <a:gd name="T19" fmla="*/ 514 h 840"/>
                <a:gd name="T20" fmla="*/ 122 w 504"/>
                <a:gd name="T21" fmla="*/ 567 h 840"/>
                <a:gd name="T22" fmla="*/ 115 w 504"/>
                <a:gd name="T23" fmla="*/ 613 h 840"/>
                <a:gd name="T24" fmla="*/ 114 w 504"/>
                <a:gd name="T25" fmla="*/ 650 h 840"/>
                <a:gd name="T26" fmla="*/ 116 w 504"/>
                <a:gd name="T27" fmla="*/ 681 h 840"/>
                <a:gd name="T28" fmla="*/ 121 w 504"/>
                <a:gd name="T29" fmla="*/ 704 h 840"/>
                <a:gd name="T30" fmla="*/ 127 w 504"/>
                <a:gd name="T31" fmla="*/ 723 h 840"/>
                <a:gd name="T32" fmla="*/ 135 w 504"/>
                <a:gd name="T33" fmla="*/ 736 h 840"/>
                <a:gd name="T34" fmla="*/ 146 w 504"/>
                <a:gd name="T35" fmla="*/ 748 h 840"/>
                <a:gd name="T36" fmla="*/ 159 w 504"/>
                <a:gd name="T37" fmla="*/ 757 h 840"/>
                <a:gd name="T38" fmla="*/ 173 w 504"/>
                <a:gd name="T39" fmla="*/ 762 h 840"/>
                <a:gd name="T40" fmla="*/ 188 w 504"/>
                <a:gd name="T41" fmla="*/ 764 h 840"/>
                <a:gd name="T42" fmla="*/ 208 w 504"/>
                <a:gd name="T43" fmla="*/ 840 h 840"/>
                <a:gd name="T44" fmla="*/ 182 w 504"/>
                <a:gd name="T45" fmla="*/ 839 h 840"/>
                <a:gd name="T46" fmla="*/ 159 w 504"/>
                <a:gd name="T47" fmla="*/ 835 h 840"/>
                <a:gd name="T48" fmla="*/ 136 w 504"/>
                <a:gd name="T49" fmla="*/ 829 h 840"/>
                <a:gd name="T50" fmla="*/ 115 w 504"/>
                <a:gd name="T51" fmla="*/ 821 h 840"/>
                <a:gd name="T52" fmla="*/ 96 w 504"/>
                <a:gd name="T53" fmla="*/ 809 h 840"/>
                <a:gd name="T54" fmla="*/ 77 w 504"/>
                <a:gd name="T55" fmla="*/ 795 h 840"/>
                <a:gd name="T56" fmla="*/ 61 w 504"/>
                <a:gd name="T57" fmla="*/ 780 h 840"/>
                <a:gd name="T58" fmla="*/ 47 w 504"/>
                <a:gd name="T59" fmla="*/ 761 h 840"/>
                <a:gd name="T60" fmla="*/ 28 w 504"/>
                <a:gd name="T61" fmla="*/ 731 h 840"/>
                <a:gd name="T62" fmla="*/ 14 w 504"/>
                <a:gd name="T63" fmla="*/ 696 h 840"/>
                <a:gd name="T64" fmla="*/ 5 w 504"/>
                <a:gd name="T65" fmla="*/ 658 h 840"/>
                <a:gd name="T66" fmla="*/ 1 w 504"/>
                <a:gd name="T67" fmla="*/ 618 h 840"/>
                <a:gd name="T68" fmla="*/ 1 w 504"/>
                <a:gd name="T69" fmla="*/ 576 h 840"/>
                <a:gd name="T70" fmla="*/ 5 w 504"/>
                <a:gd name="T71" fmla="*/ 532 h 840"/>
                <a:gd name="T72" fmla="*/ 14 w 504"/>
                <a:gd name="T73" fmla="*/ 486 h 840"/>
                <a:gd name="T74" fmla="*/ 27 w 504"/>
                <a:gd name="T75" fmla="*/ 439 h 840"/>
                <a:gd name="T76" fmla="*/ 51 w 504"/>
                <a:gd name="T77" fmla="*/ 380 h 840"/>
                <a:gd name="T78" fmla="*/ 81 w 504"/>
                <a:gd name="T79" fmla="*/ 321 h 840"/>
                <a:gd name="T80" fmla="*/ 118 w 504"/>
                <a:gd name="T81" fmla="*/ 264 h 840"/>
                <a:gd name="T82" fmla="*/ 162 w 504"/>
                <a:gd name="T83" fmla="*/ 209 h 840"/>
                <a:gd name="T84" fmla="*/ 212 w 504"/>
                <a:gd name="T85" fmla="*/ 156 h 840"/>
                <a:gd name="T86" fmla="*/ 269 w 504"/>
                <a:gd name="T87" fmla="*/ 103 h 840"/>
                <a:gd name="T88" fmla="*/ 332 w 504"/>
                <a:gd name="T89" fmla="*/ 52 h 840"/>
                <a:gd name="T90" fmla="*/ 403 w 504"/>
                <a:gd name="T91" fmla="*/ 2 h 840"/>
                <a:gd name="T92" fmla="*/ 504 w 504"/>
                <a:gd name="T93" fmla="*/ 26 h 8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04" h="840">
                  <a:moveTo>
                    <a:pt x="406" y="118"/>
                  </a:moveTo>
                  <a:lnTo>
                    <a:pt x="395" y="126"/>
                  </a:lnTo>
                  <a:lnTo>
                    <a:pt x="374" y="146"/>
                  </a:lnTo>
                  <a:lnTo>
                    <a:pt x="353" y="165"/>
                  </a:lnTo>
                  <a:lnTo>
                    <a:pt x="333" y="184"/>
                  </a:lnTo>
                  <a:lnTo>
                    <a:pt x="314" y="203"/>
                  </a:lnTo>
                  <a:lnTo>
                    <a:pt x="295" y="223"/>
                  </a:lnTo>
                  <a:lnTo>
                    <a:pt x="279" y="243"/>
                  </a:lnTo>
                  <a:lnTo>
                    <a:pt x="263" y="262"/>
                  </a:lnTo>
                  <a:lnTo>
                    <a:pt x="248" y="283"/>
                  </a:lnTo>
                  <a:lnTo>
                    <a:pt x="233" y="303"/>
                  </a:lnTo>
                  <a:lnTo>
                    <a:pt x="219" y="323"/>
                  </a:lnTo>
                  <a:lnTo>
                    <a:pt x="207" y="344"/>
                  </a:lnTo>
                  <a:lnTo>
                    <a:pt x="195" y="365"/>
                  </a:lnTo>
                  <a:lnTo>
                    <a:pt x="184" y="386"/>
                  </a:lnTo>
                  <a:lnTo>
                    <a:pt x="174" y="407"/>
                  </a:lnTo>
                  <a:lnTo>
                    <a:pt x="165" y="430"/>
                  </a:lnTo>
                  <a:lnTo>
                    <a:pt x="156" y="451"/>
                  </a:lnTo>
                  <a:lnTo>
                    <a:pt x="145" y="484"/>
                  </a:lnTo>
                  <a:lnTo>
                    <a:pt x="135" y="514"/>
                  </a:lnTo>
                  <a:lnTo>
                    <a:pt x="128" y="542"/>
                  </a:lnTo>
                  <a:lnTo>
                    <a:pt x="122" y="567"/>
                  </a:lnTo>
                  <a:lnTo>
                    <a:pt x="118" y="591"/>
                  </a:lnTo>
                  <a:lnTo>
                    <a:pt x="115" y="613"/>
                  </a:lnTo>
                  <a:lnTo>
                    <a:pt x="114" y="633"/>
                  </a:lnTo>
                  <a:lnTo>
                    <a:pt x="114" y="650"/>
                  </a:lnTo>
                  <a:lnTo>
                    <a:pt x="114" y="666"/>
                  </a:lnTo>
                  <a:lnTo>
                    <a:pt x="116" y="681"/>
                  </a:lnTo>
                  <a:lnTo>
                    <a:pt x="118" y="693"/>
                  </a:lnTo>
                  <a:lnTo>
                    <a:pt x="121" y="704"/>
                  </a:lnTo>
                  <a:lnTo>
                    <a:pt x="124" y="714"/>
                  </a:lnTo>
                  <a:lnTo>
                    <a:pt x="127" y="723"/>
                  </a:lnTo>
                  <a:lnTo>
                    <a:pt x="131" y="730"/>
                  </a:lnTo>
                  <a:lnTo>
                    <a:pt x="135" y="736"/>
                  </a:lnTo>
                  <a:lnTo>
                    <a:pt x="140" y="742"/>
                  </a:lnTo>
                  <a:lnTo>
                    <a:pt x="146" y="748"/>
                  </a:lnTo>
                  <a:lnTo>
                    <a:pt x="152" y="753"/>
                  </a:lnTo>
                  <a:lnTo>
                    <a:pt x="159" y="757"/>
                  </a:lnTo>
                  <a:lnTo>
                    <a:pt x="166" y="760"/>
                  </a:lnTo>
                  <a:lnTo>
                    <a:pt x="173" y="762"/>
                  </a:lnTo>
                  <a:lnTo>
                    <a:pt x="180" y="763"/>
                  </a:lnTo>
                  <a:lnTo>
                    <a:pt x="188" y="764"/>
                  </a:lnTo>
                  <a:lnTo>
                    <a:pt x="230" y="801"/>
                  </a:lnTo>
                  <a:lnTo>
                    <a:pt x="208" y="840"/>
                  </a:lnTo>
                  <a:lnTo>
                    <a:pt x="195" y="840"/>
                  </a:lnTo>
                  <a:lnTo>
                    <a:pt x="182" y="839"/>
                  </a:lnTo>
                  <a:lnTo>
                    <a:pt x="170" y="838"/>
                  </a:lnTo>
                  <a:lnTo>
                    <a:pt x="159" y="835"/>
                  </a:lnTo>
                  <a:lnTo>
                    <a:pt x="148" y="833"/>
                  </a:lnTo>
                  <a:lnTo>
                    <a:pt x="136" y="829"/>
                  </a:lnTo>
                  <a:lnTo>
                    <a:pt x="125" y="825"/>
                  </a:lnTo>
                  <a:lnTo>
                    <a:pt x="115" y="821"/>
                  </a:lnTo>
                  <a:lnTo>
                    <a:pt x="105" y="814"/>
                  </a:lnTo>
                  <a:lnTo>
                    <a:pt x="96" y="809"/>
                  </a:lnTo>
                  <a:lnTo>
                    <a:pt x="86" y="802"/>
                  </a:lnTo>
                  <a:lnTo>
                    <a:pt x="77" y="795"/>
                  </a:lnTo>
                  <a:lnTo>
                    <a:pt x="69" y="788"/>
                  </a:lnTo>
                  <a:lnTo>
                    <a:pt x="61" y="780"/>
                  </a:lnTo>
                  <a:lnTo>
                    <a:pt x="54" y="771"/>
                  </a:lnTo>
                  <a:lnTo>
                    <a:pt x="47" y="761"/>
                  </a:lnTo>
                  <a:lnTo>
                    <a:pt x="36" y="746"/>
                  </a:lnTo>
                  <a:lnTo>
                    <a:pt x="28" y="731"/>
                  </a:lnTo>
                  <a:lnTo>
                    <a:pt x="21" y="713"/>
                  </a:lnTo>
                  <a:lnTo>
                    <a:pt x="14" y="696"/>
                  </a:lnTo>
                  <a:lnTo>
                    <a:pt x="9" y="678"/>
                  </a:lnTo>
                  <a:lnTo>
                    <a:pt x="5" y="658"/>
                  </a:lnTo>
                  <a:lnTo>
                    <a:pt x="2" y="639"/>
                  </a:lnTo>
                  <a:lnTo>
                    <a:pt x="1" y="618"/>
                  </a:lnTo>
                  <a:lnTo>
                    <a:pt x="0" y="597"/>
                  </a:lnTo>
                  <a:lnTo>
                    <a:pt x="1" y="576"/>
                  </a:lnTo>
                  <a:lnTo>
                    <a:pt x="2" y="554"/>
                  </a:lnTo>
                  <a:lnTo>
                    <a:pt x="5" y="532"/>
                  </a:lnTo>
                  <a:lnTo>
                    <a:pt x="9" y="509"/>
                  </a:lnTo>
                  <a:lnTo>
                    <a:pt x="14" y="486"/>
                  </a:lnTo>
                  <a:lnTo>
                    <a:pt x="20" y="462"/>
                  </a:lnTo>
                  <a:lnTo>
                    <a:pt x="27" y="439"/>
                  </a:lnTo>
                  <a:lnTo>
                    <a:pt x="38" y="409"/>
                  </a:lnTo>
                  <a:lnTo>
                    <a:pt x="51" y="380"/>
                  </a:lnTo>
                  <a:lnTo>
                    <a:pt x="66" y="350"/>
                  </a:lnTo>
                  <a:lnTo>
                    <a:pt x="81" y="321"/>
                  </a:lnTo>
                  <a:lnTo>
                    <a:pt x="99" y="293"/>
                  </a:lnTo>
                  <a:lnTo>
                    <a:pt x="118" y="264"/>
                  </a:lnTo>
                  <a:lnTo>
                    <a:pt x="139" y="237"/>
                  </a:lnTo>
                  <a:lnTo>
                    <a:pt x="162" y="209"/>
                  </a:lnTo>
                  <a:lnTo>
                    <a:pt x="185" y="183"/>
                  </a:lnTo>
                  <a:lnTo>
                    <a:pt x="212" y="156"/>
                  </a:lnTo>
                  <a:lnTo>
                    <a:pt x="239" y="130"/>
                  </a:lnTo>
                  <a:lnTo>
                    <a:pt x="269" y="103"/>
                  </a:lnTo>
                  <a:lnTo>
                    <a:pt x="300" y="77"/>
                  </a:lnTo>
                  <a:lnTo>
                    <a:pt x="332" y="52"/>
                  </a:lnTo>
                  <a:lnTo>
                    <a:pt x="367" y="26"/>
                  </a:lnTo>
                  <a:lnTo>
                    <a:pt x="403" y="2"/>
                  </a:lnTo>
                  <a:lnTo>
                    <a:pt x="406" y="0"/>
                  </a:lnTo>
                  <a:lnTo>
                    <a:pt x="504" y="26"/>
                  </a:lnTo>
                  <a:lnTo>
                    <a:pt x="406" y="11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32" name="Freeform 37"/>
            <p:cNvSpPr>
              <a:spLocks/>
            </p:cNvSpPr>
            <p:nvPr userDrawn="1"/>
          </p:nvSpPr>
          <p:spPr bwMode="gray">
            <a:xfrm>
              <a:off x="7081" y="570"/>
              <a:ext cx="66" cy="83"/>
            </a:xfrm>
            <a:custGeom>
              <a:avLst/>
              <a:gdLst>
                <a:gd name="T0" fmla="*/ 575 w 783"/>
                <a:gd name="T1" fmla="*/ 794 h 1004"/>
                <a:gd name="T2" fmla="*/ 584 w 783"/>
                <a:gd name="T3" fmla="*/ 863 h 1004"/>
                <a:gd name="T4" fmla="*/ 607 w 783"/>
                <a:gd name="T5" fmla="*/ 922 h 1004"/>
                <a:gd name="T6" fmla="*/ 643 w 783"/>
                <a:gd name="T7" fmla="*/ 967 h 1004"/>
                <a:gd name="T8" fmla="*/ 692 w 783"/>
                <a:gd name="T9" fmla="*/ 1000 h 1004"/>
                <a:gd name="T10" fmla="*/ 718 w 783"/>
                <a:gd name="T11" fmla="*/ 1004 h 1004"/>
                <a:gd name="T12" fmla="*/ 738 w 783"/>
                <a:gd name="T13" fmla="*/ 997 h 1004"/>
                <a:gd name="T14" fmla="*/ 741 w 783"/>
                <a:gd name="T15" fmla="*/ 978 h 1004"/>
                <a:gd name="T16" fmla="*/ 727 w 783"/>
                <a:gd name="T17" fmla="*/ 902 h 1004"/>
                <a:gd name="T18" fmla="*/ 728 w 783"/>
                <a:gd name="T19" fmla="*/ 819 h 1004"/>
                <a:gd name="T20" fmla="*/ 742 w 783"/>
                <a:gd name="T21" fmla="*/ 732 h 1004"/>
                <a:gd name="T22" fmla="*/ 767 w 783"/>
                <a:gd name="T23" fmla="*/ 642 h 1004"/>
                <a:gd name="T24" fmla="*/ 783 w 783"/>
                <a:gd name="T25" fmla="*/ 583 h 1004"/>
                <a:gd name="T26" fmla="*/ 779 w 783"/>
                <a:gd name="T27" fmla="*/ 550 h 1004"/>
                <a:gd name="T28" fmla="*/ 756 w 783"/>
                <a:gd name="T29" fmla="*/ 522 h 1004"/>
                <a:gd name="T30" fmla="*/ 702 w 783"/>
                <a:gd name="T31" fmla="*/ 494 h 1004"/>
                <a:gd name="T32" fmla="*/ 674 w 783"/>
                <a:gd name="T33" fmla="*/ 489 h 1004"/>
                <a:gd name="T34" fmla="*/ 651 w 783"/>
                <a:gd name="T35" fmla="*/ 493 h 1004"/>
                <a:gd name="T36" fmla="*/ 633 w 783"/>
                <a:gd name="T37" fmla="*/ 508 h 1004"/>
                <a:gd name="T38" fmla="*/ 603 w 783"/>
                <a:gd name="T39" fmla="*/ 553 h 1004"/>
                <a:gd name="T40" fmla="*/ 506 w 783"/>
                <a:gd name="T41" fmla="*/ 676 h 1004"/>
                <a:gd name="T42" fmla="*/ 401 w 783"/>
                <a:gd name="T43" fmla="*/ 783 h 1004"/>
                <a:gd name="T44" fmla="*/ 336 w 783"/>
                <a:gd name="T45" fmla="*/ 834 h 1004"/>
                <a:gd name="T46" fmla="*/ 286 w 783"/>
                <a:gd name="T47" fmla="*/ 860 h 1004"/>
                <a:gd name="T48" fmla="*/ 240 w 783"/>
                <a:gd name="T49" fmla="*/ 873 h 1004"/>
                <a:gd name="T50" fmla="*/ 209 w 783"/>
                <a:gd name="T51" fmla="*/ 871 h 1004"/>
                <a:gd name="T52" fmla="*/ 188 w 783"/>
                <a:gd name="T53" fmla="*/ 858 h 1004"/>
                <a:gd name="T54" fmla="*/ 170 w 783"/>
                <a:gd name="T55" fmla="*/ 836 h 1004"/>
                <a:gd name="T56" fmla="*/ 155 w 783"/>
                <a:gd name="T57" fmla="*/ 776 h 1004"/>
                <a:gd name="T58" fmla="*/ 159 w 783"/>
                <a:gd name="T59" fmla="*/ 665 h 1004"/>
                <a:gd name="T60" fmla="*/ 188 w 783"/>
                <a:gd name="T61" fmla="*/ 507 h 1004"/>
                <a:gd name="T62" fmla="*/ 234 w 783"/>
                <a:gd name="T63" fmla="*/ 341 h 1004"/>
                <a:gd name="T64" fmla="*/ 291 w 783"/>
                <a:gd name="T65" fmla="*/ 188 h 1004"/>
                <a:gd name="T66" fmla="*/ 345 w 783"/>
                <a:gd name="T67" fmla="*/ 81 h 1004"/>
                <a:gd name="T68" fmla="*/ 360 w 783"/>
                <a:gd name="T69" fmla="*/ 40 h 1004"/>
                <a:gd name="T70" fmla="*/ 354 w 783"/>
                <a:gd name="T71" fmla="*/ 15 h 1004"/>
                <a:gd name="T72" fmla="*/ 327 w 783"/>
                <a:gd name="T73" fmla="*/ 3 h 1004"/>
                <a:gd name="T74" fmla="*/ 291 w 783"/>
                <a:gd name="T75" fmla="*/ 0 h 1004"/>
                <a:gd name="T76" fmla="*/ 240 w 783"/>
                <a:gd name="T77" fmla="*/ 7 h 1004"/>
                <a:gd name="T78" fmla="*/ 203 w 783"/>
                <a:gd name="T79" fmla="*/ 25 h 1004"/>
                <a:gd name="T80" fmla="*/ 178 w 783"/>
                <a:gd name="T81" fmla="*/ 52 h 1004"/>
                <a:gd name="T82" fmla="*/ 135 w 783"/>
                <a:gd name="T83" fmla="*/ 146 h 1004"/>
                <a:gd name="T84" fmla="*/ 81 w 783"/>
                <a:gd name="T85" fmla="*/ 292 h 1004"/>
                <a:gd name="T86" fmla="*/ 34 w 783"/>
                <a:gd name="T87" fmla="*/ 458 h 1004"/>
                <a:gd name="T88" fmla="*/ 5 w 783"/>
                <a:gd name="T89" fmla="*/ 639 h 1004"/>
                <a:gd name="T90" fmla="*/ 1 w 783"/>
                <a:gd name="T91" fmla="*/ 756 h 1004"/>
                <a:gd name="T92" fmla="*/ 8 w 783"/>
                <a:gd name="T93" fmla="*/ 802 h 1004"/>
                <a:gd name="T94" fmla="*/ 25 w 783"/>
                <a:gd name="T95" fmla="*/ 845 h 1004"/>
                <a:gd name="T96" fmla="*/ 51 w 783"/>
                <a:gd name="T97" fmla="*/ 884 h 1004"/>
                <a:gd name="T98" fmla="*/ 91 w 783"/>
                <a:gd name="T99" fmla="*/ 923 h 1004"/>
                <a:gd name="T100" fmla="*/ 141 w 783"/>
                <a:gd name="T101" fmla="*/ 955 h 1004"/>
                <a:gd name="T102" fmla="*/ 189 w 783"/>
                <a:gd name="T103" fmla="*/ 975 h 1004"/>
                <a:gd name="T104" fmla="*/ 248 w 783"/>
                <a:gd name="T105" fmla="*/ 986 h 1004"/>
                <a:gd name="T106" fmla="*/ 294 w 783"/>
                <a:gd name="T107" fmla="*/ 979 h 1004"/>
                <a:gd name="T108" fmla="*/ 339 w 783"/>
                <a:gd name="T109" fmla="*/ 961 h 1004"/>
                <a:gd name="T110" fmla="*/ 426 w 783"/>
                <a:gd name="T111" fmla="*/ 901 h 1004"/>
                <a:gd name="T112" fmla="*/ 504 w 783"/>
                <a:gd name="T113" fmla="*/ 825 h 10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83" h="1004">
                  <a:moveTo>
                    <a:pt x="576" y="737"/>
                  </a:moveTo>
                  <a:lnTo>
                    <a:pt x="575" y="755"/>
                  </a:lnTo>
                  <a:lnTo>
                    <a:pt x="575" y="775"/>
                  </a:lnTo>
                  <a:lnTo>
                    <a:pt x="575" y="794"/>
                  </a:lnTo>
                  <a:lnTo>
                    <a:pt x="576" y="812"/>
                  </a:lnTo>
                  <a:lnTo>
                    <a:pt x="578" y="831"/>
                  </a:lnTo>
                  <a:lnTo>
                    <a:pt x="581" y="847"/>
                  </a:lnTo>
                  <a:lnTo>
                    <a:pt x="584" y="863"/>
                  </a:lnTo>
                  <a:lnTo>
                    <a:pt x="590" y="879"/>
                  </a:lnTo>
                  <a:lnTo>
                    <a:pt x="595" y="894"/>
                  </a:lnTo>
                  <a:lnTo>
                    <a:pt x="601" y="908"/>
                  </a:lnTo>
                  <a:lnTo>
                    <a:pt x="607" y="922"/>
                  </a:lnTo>
                  <a:lnTo>
                    <a:pt x="615" y="934"/>
                  </a:lnTo>
                  <a:lnTo>
                    <a:pt x="623" y="946"/>
                  </a:lnTo>
                  <a:lnTo>
                    <a:pt x="632" y="956"/>
                  </a:lnTo>
                  <a:lnTo>
                    <a:pt x="643" y="967"/>
                  </a:lnTo>
                  <a:lnTo>
                    <a:pt x="654" y="977"/>
                  </a:lnTo>
                  <a:lnTo>
                    <a:pt x="666" y="986"/>
                  </a:lnTo>
                  <a:lnTo>
                    <a:pt x="678" y="994"/>
                  </a:lnTo>
                  <a:lnTo>
                    <a:pt x="692" y="1000"/>
                  </a:lnTo>
                  <a:lnTo>
                    <a:pt x="699" y="1002"/>
                  </a:lnTo>
                  <a:lnTo>
                    <a:pt x="705" y="1003"/>
                  </a:lnTo>
                  <a:lnTo>
                    <a:pt x="712" y="1004"/>
                  </a:lnTo>
                  <a:lnTo>
                    <a:pt x="718" y="1004"/>
                  </a:lnTo>
                  <a:lnTo>
                    <a:pt x="724" y="1004"/>
                  </a:lnTo>
                  <a:lnTo>
                    <a:pt x="730" y="1003"/>
                  </a:lnTo>
                  <a:lnTo>
                    <a:pt x="735" y="1000"/>
                  </a:lnTo>
                  <a:lnTo>
                    <a:pt x="738" y="997"/>
                  </a:lnTo>
                  <a:lnTo>
                    <a:pt x="741" y="993"/>
                  </a:lnTo>
                  <a:lnTo>
                    <a:pt x="742" y="989"/>
                  </a:lnTo>
                  <a:lnTo>
                    <a:pt x="742" y="984"/>
                  </a:lnTo>
                  <a:lnTo>
                    <a:pt x="741" y="978"/>
                  </a:lnTo>
                  <a:lnTo>
                    <a:pt x="735" y="959"/>
                  </a:lnTo>
                  <a:lnTo>
                    <a:pt x="732" y="941"/>
                  </a:lnTo>
                  <a:lnTo>
                    <a:pt x="729" y="922"/>
                  </a:lnTo>
                  <a:lnTo>
                    <a:pt x="727" y="902"/>
                  </a:lnTo>
                  <a:lnTo>
                    <a:pt x="726" y="883"/>
                  </a:lnTo>
                  <a:lnTo>
                    <a:pt x="726" y="861"/>
                  </a:lnTo>
                  <a:lnTo>
                    <a:pt x="726" y="841"/>
                  </a:lnTo>
                  <a:lnTo>
                    <a:pt x="728" y="819"/>
                  </a:lnTo>
                  <a:lnTo>
                    <a:pt x="730" y="798"/>
                  </a:lnTo>
                  <a:lnTo>
                    <a:pt x="733" y="776"/>
                  </a:lnTo>
                  <a:lnTo>
                    <a:pt x="736" y="754"/>
                  </a:lnTo>
                  <a:lnTo>
                    <a:pt x="742" y="732"/>
                  </a:lnTo>
                  <a:lnTo>
                    <a:pt x="747" y="709"/>
                  </a:lnTo>
                  <a:lnTo>
                    <a:pt x="753" y="687"/>
                  </a:lnTo>
                  <a:lnTo>
                    <a:pt x="760" y="664"/>
                  </a:lnTo>
                  <a:lnTo>
                    <a:pt x="767" y="642"/>
                  </a:lnTo>
                  <a:lnTo>
                    <a:pt x="775" y="620"/>
                  </a:lnTo>
                  <a:lnTo>
                    <a:pt x="780" y="600"/>
                  </a:lnTo>
                  <a:lnTo>
                    <a:pt x="782" y="591"/>
                  </a:lnTo>
                  <a:lnTo>
                    <a:pt x="783" y="583"/>
                  </a:lnTo>
                  <a:lnTo>
                    <a:pt x="783" y="573"/>
                  </a:lnTo>
                  <a:lnTo>
                    <a:pt x="783" y="565"/>
                  </a:lnTo>
                  <a:lnTo>
                    <a:pt x="781" y="558"/>
                  </a:lnTo>
                  <a:lnTo>
                    <a:pt x="779" y="550"/>
                  </a:lnTo>
                  <a:lnTo>
                    <a:pt x="775" y="543"/>
                  </a:lnTo>
                  <a:lnTo>
                    <a:pt x="770" y="536"/>
                  </a:lnTo>
                  <a:lnTo>
                    <a:pt x="764" y="530"/>
                  </a:lnTo>
                  <a:lnTo>
                    <a:pt x="756" y="522"/>
                  </a:lnTo>
                  <a:lnTo>
                    <a:pt x="747" y="515"/>
                  </a:lnTo>
                  <a:lnTo>
                    <a:pt x="735" y="509"/>
                  </a:lnTo>
                  <a:lnTo>
                    <a:pt x="718" y="500"/>
                  </a:lnTo>
                  <a:lnTo>
                    <a:pt x="702" y="494"/>
                  </a:lnTo>
                  <a:lnTo>
                    <a:pt x="695" y="492"/>
                  </a:lnTo>
                  <a:lnTo>
                    <a:pt x="687" y="490"/>
                  </a:lnTo>
                  <a:lnTo>
                    <a:pt x="680" y="489"/>
                  </a:lnTo>
                  <a:lnTo>
                    <a:pt x="674" y="489"/>
                  </a:lnTo>
                  <a:lnTo>
                    <a:pt x="667" y="489"/>
                  </a:lnTo>
                  <a:lnTo>
                    <a:pt x="662" y="490"/>
                  </a:lnTo>
                  <a:lnTo>
                    <a:pt x="656" y="491"/>
                  </a:lnTo>
                  <a:lnTo>
                    <a:pt x="651" y="493"/>
                  </a:lnTo>
                  <a:lnTo>
                    <a:pt x="646" y="496"/>
                  </a:lnTo>
                  <a:lnTo>
                    <a:pt x="642" y="499"/>
                  </a:lnTo>
                  <a:lnTo>
                    <a:pt x="637" y="503"/>
                  </a:lnTo>
                  <a:lnTo>
                    <a:pt x="633" y="508"/>
                  </a:lnTo>
                  <a:lnTo>
                    <a:pt x="630" y="512"/>
                  </a:lnTo>
                  <a:lnTo>
                    <a:pt x="627" y="516"/>
                  </a:lnTo>
                  <a:lnTo>
                    <a:pt x="624" y="522"/>
                  </a:lnTo>
                  <a:lnTo>
                    <a:pt x="603" y="553"/>
                  </a:lnTo>
                  <a:lnTo>
                    <a:pt x="579" y="584"/>
                  </a:lnTo>
                  <a:lnTo>
                    <a:pt x="556" y="615"/>
                  </a:lnTo>
                  <a:lnTo>
                    <a:pt x="531" y="646"/>
                  </a:lnTo>
                  <a:lnTo>
                    <a:pt x="506" y="676"/>
                  </a:lnTo>
                  <a:lnTo>
                    <a:pt x="480" y="704"/>
                  </a:lnTo>
                  <a:lnTo>
                    <a:pt x="454" y="733"/>
                  </a:lnTo>
                  <a:lnTo>
                    <a:pt x="427" y="758"/>
                  </a:lnTo>
                  <a:lnTo>
                    <a:pt x="401" y="783"/>
                  </a:lnTo>
                  <a:lnTo>
                    <a:pt x="374" y="805"/>
                  </a:lnTo>
                  <a:lnTo>
                    <a:pt x="362" y="815"/>
                  </a:lnTo>
                  <a:lnTo>
                    <a:pt x="349" y="825"/>
                  </a:lnTo>
                  <a:lnTo>
                    <a:pt x="336" y="834"/>
                  </a:lnTo>
                  <a:lnTo>
                    <a:pt x="323" y="841"/>
                  </a:lnTo>
                  <a:lnTo>
                    <a:pt x="310" y="848"/>
                  </a:lnTo>
                  <a:lnTo>
                    <a:pt x="298" y="855"/>
                  </a:lnTo>
                  <a:lnTo>
                    <a:pt x="286" y="860"/>
                  </a:lnTo>
                  <a:lnTo>
                    <a:pt x="273" y="865"/>
                  </a:lnTo>
                  <a:lnTo>
                    <a:pt x="262" y="868"/>
                  </a:lnTo>
                  <a:lnTo>
                    <a:pt x="251" y="872"/>
                  </a:lnTo>
                  <a:lnTo>
                    <a:pt x="240" y="873"/>
                  </a:lnTo>
                  <a:lnTo>
                    <a:pt x="228" y="874"/>
                  </a:lnTo>
                  <a:lnTo>
                    <a:pt x="221" y="874"/>
                  </a:lnTo>
                  <a:lnTo>
                    <a:pt x="215" y="873"/>
                  </a:lnTo>
                  <a:lnTo>
                    <a:pt x="209" y="871"/>
                  </a:lnTo>
                  <a:lnTo>
                    <a:pt x="203" y="868"/>
                  </a:lnTo>
                  <a:lnTo>
                    <a:pt x="198" y="865"/>
                  </a:lnTo>
                  <a:lnTo>
                    <a:pt x="193" y="862"/>
                  </a:lnTo>
                  <a:lnTo>
                    <a:pt x="188" y="858"/>
                  </a:lnTo>
                  <a:lnTo>
                    <a:pt x="183" y="853"/>
                  </a:lnTo>
                  <a:lnTo>
                    <a:pt x="178" y="848"/>
                  </a:lnTo>
                  <a:lnTo>
                    <a:pt x="174" y="843"/>
                  </a:lnTo>
                  <a:lnTo>
                    <a:pt x="170" y="836"/>
                  </a:lnTo>
                  <a:lnTo>
                    <a:pt x="167" y="830"/>
                  </a:lnTo>
                  <a:lnTo>
                    <a:pt x="162" y="813"/>
                  </a:lnTo>
                  <a:lnTo>
                    <a:pt x="158" y="796"/>
                  </a:lnTo>
                  <a:lnTo>
                    <a:pt x="155" y="776"/>
                  </a:lnTo>
                  <a:lnTo>
                    <a:pt x="154" y="753"/>
                  </a:lnTo>
                  <a:lnTo>
                    <a:pt x="154" y="729"/>
                  </a:lnTo>
                  <a:lnTo>
                    <a:pt x="155" y="702"/>
                  </a:lnTo>
                  <a:lnTo>
                    <a:pt x="159" y="665"/>
                  </a:lnTo>
                  <a:lnTo>
                    <a:pt x="164" y="628"/>
                  </a:lnTo>
                  <a:lnTo>
                    <a:pt x="170" y="589"/>
                  </a:lnTo>
                  <a:lnTo>
                    <a:pt x="178" y="548"/>
                  </a:lnTo>
                  <a:lnTo>
                    <a:pt x="188" y="507"/>
                  </a:lnTo>
                  <a:lnTo>
                    <a:pt x="197" y="465"/>
                  </a:lnTo>
                  <a:lnTo>
                    <a:pt x="208" y="423"/>
                  </a:lnTo>
                  <a:lnTo>
                    <a:pt x="220" y="382"/>
                  </a:lnTo>
                  <a:lnTo>
                    <a:pt x="234" y="341"/>
                  </a:lnTo>
                  <a:lnTo>
                    <a:pt x="247" y="301"/>
                  </a:lnTo>
                  <a:lnTo>
                    <a:pt x="261" y="261"/>
                  </a:lnTo>
                  <a:lnTo>
                    <a:pt x="275" y="223"/>
                  </a:lnTo>
                  <a:lnTo>
                    <a:pt x="291" y="188"/>
                  </a:lnTo>
                  <a:lnTo>
                    <a:pt x="306" y="154"/>
                  </a:lnTo>
                  <a:lnTo>
                    <a:pt x="322" y="122"/>
                  </a:lnTo>
                  <a:lnTo>
                    <a:pt x="338" y="94"/>
                  </a:lnTo>
                  <a:lnTo>
                    <a:pt x="345" y="81"/>
                  </a:lnTo>
                  <a:lnTo>
                    <a:pt x="351" y="68"/>
                  </a:lnTo>
                  <a:lnTo>
                    <a:pt x="356" y="58"/>
                  </a:lnTo>
                  <a:lnTo>
                    <a:pt x="359" y="48"/>
                  </a:lnTo>
                  <a:lnTo>
                    <a:pt x="360" y="40"/>
                  </a:lnTo>
                  <a:lnTo>
                    <a:pt x="361" y="33"/>
                  </a:lnTo>
                  <a:lnTo>
                    <a:pt x="360" y="25"/>
                  </a:lnTo>
                  <a:lnTo>
                    <a:pt x="357" y="20"/>
                  </a:lnTo>
                  <a:lnTo>
                    <a:pt x="354" y="15"/>
                  </a:lnTo>
                  <a:lnTo>
                    <a:pt x="350" y="11"/>
                  </a:lnTo>
                  <a:lnTo>
                    <a:pt x="344" y="8"/>
                  </a:lnTo>
                  <a:lnTo>
                    <a:pt x="337" y="5"/>
                  </a:lnTo>
                  <a:lnTo>
                    <a:pt x="327" y="3"/>
                  </a:lnTo>
                  <a:lnTo>
                    <a:pt x="318" y="1"/>
                  </a:lnTo>
                  <a:lnTo>
                    <a:pt x="307" y="0"/>
                  </a:lnTo>
                  <a:lnTo>
                    <a:pt x="295" y="0"/>
                  </a:lnTo>
                  <a:lnTo>
                    <a:pt x="291" y="0"/>
                  </a:lnTo>
                  <a:lnTo>
                    <a:pt x="276" y="0"/>
                  </a:lnTo>
                  <a:lnTo>
                    <a:pt x="263" y="2"/>
                  </a:lnTo>
                  <a:lnTo>
                    <a:pt x="251" y="4"/>
                  </a:lnTo>
                  <a:lnTo>
                    <a:pt x="240" y="7"/>
                  </a:lnTo>
                  <a:lnTo>
                    <a:pt x="229" y="11"/>
                  </a:lnTo>
                  <a:lnTo>
                    <a:pt x="219" y="15"/>
                  </a:lnTo>
                  <a:lnTo>
                    <a:pt x="211" y="20"/>
                  </a:lnTo>
                  <a:lnTo>
                    <a:pt x="203" y="25"/>
                  </a:lnTo>
                  <a:lnTo>
                    <a:pt x="196" y="32"/>
                  </a:lnTo>
                  <a:lnTo>
                    <a:pt x="190" y="39"/>
                  </a:lnTo>
                  <a:lnTo>
                    <a:pt x="184" y="45"/>
                  </a:lnTo>
                  <a:lnTo>
                    <a:pt x="178" y="52"/>
                  </a:lnTo>
                  <a:lnTo>
                    <a:pt x="169" y="67"/>
                  </a:lnTo>
                  <a:lnTo>
                    <a:pt x="162" y="83"/>
                  </a:lnTo>
                  <a:lnTo>
                    <a:pt x="148" y="113"/>
                  </a:lnTo>
                  <a:lnTo>
                    <a:pt x="135" y="146"/>
                  </a:lnTo>
                  <a:lnTo>
                    <a:pt x="120" y="180"/>
                  </a:lnTo>
                  <a:lnTo>
                    <a:pt x="107" y="215"/>
                  </a:lnTo>
                  <a:lnTo>
                    <a:pt x="94" y="253"/>
                  </a:lnTo>
                  <a:lnTo>
                    <a:pt x="81" y="292"/>
                  </a:lnTo>
                  <a:lnTo>
                    <a:pt x="67" y="332"/>
                  </a:lnTo>
                  <a:lnTo>
                    <a:pt x="56" y="372"/>
                  </a:lnTo>
                  <a:lnTo>
                    <a:pt x="45" y="414"/>
                  </a:lnTo>
                  <a:lnTo>
                    <a:pt x="34" y="458"/>
                  </a:lnTo>
                  <a:lnTo>
                    <a:pt x="24" y="502"/>
                  </a:lnTo>
                  <a:lnTo>
                    <a:pt x="17" y="547"/>
                  </a:lnTo>
                  <a:lnTo>
                    <a:pt x="10" y="593"/>
                  </a:lnTo>
                  <a:lnTo>
                    <a:pt x="5" y="639"/>
                  </a:lnTo>
                  <a:lnTo>
                    <a:pt x="2" y="685"/>
                  </a:lnTo>
                  <a:lnTo>
                    <a:pt x="0" y="732"/>
                  </a:lnTo>
                  <a:lnTo>
                    <a:pt x="0" y="744"/>
                  </a:lnTo>
                  <a:lnTo>
                    <a:pt x="1" y="756"/>
                  </a:lnTo>
                  <a:lnTo>
                    <a:pt x="2" y="768"/>
                  </a:lnTo>
                  <a:lnTo>
                    <a:pt x="3" y="780"/>
                  </a:lnTo>
                  <a:lnTo>
                    <a:pt x="6" y="791"/>
                  </a:lnTo>
                  <a:lnTo>
                    <a:pt x="8" y="802"/>
                  </a:lnTo>
                  <a:lnTo>
                    <a:pt x="12" y="813"/>
                  </a:lnTo>
                  <a:lnTo>
                    <a:pt x="16" y="825"/>
                  </a:lnTo>
                  <a:lnTo>
                    <a:pt x="20" y="835"/>
                  </a:lnTo>
                  <a:lnTo>
                    <a:pt x="25" y="845"/>
                  </a:lnTo>
                  <a:lnTo>
                    <a:pt x="31" y="855"/>
                  </a:lnTo>
                  <a:lnTo>
                    <a:pt x="37" y="864"/>
                  </a:lnTo>
                  <a:lnTo>
                    <a:pt x="44" y="875"/>
                  </a:lnTo>
                  <a:lnTo>
                    <a:pt x="51" y="884"/>
                  </a:lnTo>
                  <a:lnTo>
                    <a:pt x="58" y="893"/>
                  </a:lnTo>
                  <a:lnTo>
                    <a:pt x="66" y="901"/>
                  </a:lnTo>
                  <a:lnTo>
                    <a:pt x="79" y="912"/>
                  </a:lnTo>
                  <a:lnTo>
                    <a:pt x="91" y="923"/>
                  </a:lnTo>
                  <a:lnTo>
                    <a:pt x="103" y="932"/>
                  </a:lnTo>
                  <a:lnTo>
                    <a:pt x="115" y="941"/>
                  </a:lnTo>
                  <a:lnTo>
                    <a:pt x="127" y="948"/>
                  </a:lnTo>
                  <a:lnTo>
                    <a:pt x="141" y="955"/>
                  </a:lnTo>
                  <a:lnTo>
                    <a:pt x="153" y="961"/>
                  </a:lnTo>
                  <a:lnTo>
                    <a:pt x="165" y="966"/>
                  </a:lnTo>
                  <a:lnTo>
                    <a:pt x="177" y="972"/>
                  </a:lnTo>
                  <a:lnTo>
                    <a:pt x="189" y="975"/>
                  </a:lnTo>
                  <a:lnTo>
                    <a:pt x="201" y="979"/>
                  </a:lnTo>
                  <a:lnTo>
                    <a:pt x="211" y="981"/>
                  </a:lnTo>
                  <a:lnTo>
                    <a:pt x="232" y="985"/>
                  </a:lnTo>
                  <a:lnTo>
                    <a:pt x="248" y="986"/>
                  </a:lnTo>
                  <a:lnTo>
                    <a:pt x="259" y="985"/>
                  </a:lnTo>
                  <a:lnTo>
                    <a:pt x="270" y="984"/>
                  </a:lnTo>
                  <a:lnTo>
                    <a:pt x="282" y="982"/>
                  </a:lnTo>
                  <a:lnTo>
                    <a:pt x="294" y="979"/>
                  </a:lnTo>
                  <a:lnTo>
                    <a:pt x="305" y="976"/>
                  </a:lnTo>
                  <a:lnTo>
                    <a:pt x="316" y="972"/>
                  </a:lnTo>
                  <a:lnTo>
                    <a:pt x="327" y="966"/>
                  </a:lnTo>
                  <a:lnTo>
                    <a:pt x="339" y="961"/>
                  </a:lnTo>
                  <a:lnTo>
                    <a:pt x="361" y="949"/>
                  </a:lnTo>
                  <a:lnTo>
                    <a:pt x="384" y="935"/>
                  </a:lnTo>
                  <a:lnTo>
                    <a:pt x="405" y="918"/>
                  </a:lnTo>
                  <a:lnTo>
                    <a:pt x="426" y="901"/>
                  </a:lnTo>
                  <a:lnTo>
                    <a:pt x="448" y="883"/>
                  </a:lnTo>
                  <a:lnTo>
                    <a:pt x="467" y="863"/>
                  </a:lnTo>
                  <a:lnTo>
                    <a:pt x="487" y="844"/>
                  </a:lnTo>
                  <a:lnTo>
                    <a:pt x="504" y="825"/>
                  </a:lnTo>
                  <a:lnTo>
                    <a:pt x="538" y="786"/>
                  </a:lnTo>
                  <a:lnTo>
                    <a:pt x="565" y="751"/>
                  </a:lnTo>
                  <a:lnTo>
                    <a:pt x="576" y="73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33" name="Freeform 38"/>
            <p:cNvSpPr>
              <a:spLocks/>
            </p:cNvSpPr>
            <p:nvPr userDrawn="1"/>
          </p:nvSpPr>
          <p:spPr bwMode="gray">
            <a:xfrm>
              <a:off x="6357" y="558"/>
              <a:ext cx="28" cy="94"/>
            </a:xfrm>
            <a:custGeom>
              <a:avLst/>
              <a:gdLst>
                <a:gd name="T0" fmla="*/ 211 w 340"/>
                <a:gd name="T1" fmla="*/ 0 h 1127"/>
                <a:gd name="T2" fmla="*/ 198 w 340"/>
                <a:gd name="T3" fmla="*/ 2 h 1127"/>
                <a:gd name="T4" fmla="*/ 187 w 340"/>
                <a:gd name="T5" fmla="*/ 6 h 1127"/>
                <a:gd name="T6" fmla="*/ 178 w 340"/>
                <a:gd name="T7" fmla="*/ 12 h 1127"/>
                <a:gd name="T8" fmla="*/ 167 w 340"/>
                <a:gd name="T9" fmla="*/ 24 h 1127"/>
                <a:gd name="T10" fmla="*/ 158 w 340"/>
                <a:gd name="T11" fmla="*/ 41 h 1127"/>
                <a:gd name="T12" fmla="*/ 151 w 340"/>
                <a:gd name="T13" fmla="*/ 66 h 1127"/>
                <a:gd name="T14" fmla="*/ 144 w 340"/>
                <a:gd name="T15" fmla="*/ 103 h 1127"/>
                <a:gd name="T16" fmla="*/ 134 w 340"/>
                <a:gd name="T17" fmla="*/ 147 h 1127"/>
                <a:gd name="T18" fmla="*/ 123 w 340"/>
                <a:gd name="T19" fmla="*/ 195 h 1127"/>
                <a:gd name="T20" fmla="*/ 101 w 340"/>
                <a:gd name="T21" fmla="*/ 292 h 1127"/>
                <a:gd name="T22" fmla="*/ 67 w 340"/>
                <a:gd name="T23" fmla="*/ 447 h 1127"/>
                <a:gd name="T24" fmla="*/ 35 w 340"/>
                <a:gd name="T25" fmla="*/ 608 h 1127"/>
                <a:gd name="T26" fmla="*/ 16 w 340"/>
                <a:gd name="T27" fmla="*/ 725 h 1127"/>
                <a:gd name="T28" fmla="*/ 7 w 340"/>
                <a:gd name="T29" fmla="*/ 797 h 1127"/>
                <a:gd name="T30" fmla="*/ 1 w 340"/>
                <a:gd name="T31" fmla="*/ 872 h 1127"/>
                <a:gd name="T32" fmla="*/ 0 w 340"/>
                <a:gd name="T33" fmla="*/ 941 h 1127"/>
                <a:gd name="T34" fmla="*/ 5 w 340"/>
                <a:gd name="T35" fmla="*/ 996 h 1127"/>
                <a:gd name="T36" fmla="*/ 14 w 340"/>
                <a:gd name="T37" fmla="*/ 1039 h 1127"/>
                <a:gd name="T38" fmla="*/ 27 w 340"/>
                <a:gd name="T39" fmla="*/ 1071 h 1127"/>
                <a:gd name="T40" fmla="*/ 43 w 340"/>
                <a:gd name="T41" fmla="*/ 1094 h 1127"/>
                <a:gd name="T42" fmla="*/ 62 w 340"/>
                <a:gd name="T43" fmla="*/ 1111 h 1127"/>
                <a:gd name="T44" fmla="*/ 82 w 340"/>
                <a:gd name="T45" fmla="*/ 1121 h 1127"/>
                <a:gd name="T46" fmla="*/ 102 w 340"/>
                <a:gd name="T47" fmla="*/ 1127 h 1127"/>
                <a:gd name="T48" fmla="*/ 116 w 340"/>
                <a:gd name="T49" fmla="*/ 1127 h 1127"/>
                <a:gd name="T50" fmla="*/ 122 w 340"/>
                <a:gd name="T51" fmla="*/ 1124 h 1127"/>
                <a:gd name="T52" fmla="*/ 129 w 340"/>
                <a:gd name="T53" fmla="*/ 1116 h 1127"/>
                <a:gd name="T54" fmla="*/ 134 w 340"/>
                <a:gd name="T55" fmla="*/ 1099 h 1127"/>
                <a:gd name="T56" fmla="*/ 134 w 340"/>
                <a:gd name="T57" fmla="*/ 1070 h 1127"/>
                <a:gd name="T58" fmla="*/ 137 w 340"/>
                <a:gd name="T59" fmla="*/ 1026 h 1127"/>
                <a:gd name="T60" fmla="*/ 145 w 340"/>
                <a:gd name="T61" fmla="*/ 948 h 1127"/>
                <a:gd name="T62" fmla="*/ 165 w 340"/>
                <a:gd name="T63" fmla="*/ 829 h 1127"/>
                <a:gd name="T64" fmla="*/ 191 w 340"/>
                <a:gd name="T65" fmla="*/ 696 h 1127"/>
                <a:gd name="T66" fmla="*/ 222 w 340"/>
                <a:gd name="T67" fmla="*/ 559 h 1127"/>
                <a:gd name="T68" fmla="*/ 253 w 340"/>
                <a:gd name="T69" fmla="*/ 425 h 1127"/>
                <a:gd name="T70" fmla="*/ 286 w 340"/>
                <a:gd name="T71" fmla="*/ 301 h 1127"/>
                <a:gd name="T72" fmla="*/ 316 w 340"/>
                <a:gd name="T73" fmla="*/ 195 h 1127"/>
                <a:gd name="T74" fmla="*/ 333 w 340"/>
                <a:gd name="T75" fmla="*/ 136 h 1127"/>
                <a:gd name="T76" fmla="*/ 338 w 340"/>
                <a:gd name="T77" fmla="*/ 110 h 1127"/>
                <a:gd name="T78" fmla="*/ 340 w 340"/>
                <a:gd name="T79" fmla="*/ 88 h 1127"/>
                <a:gd name="T80" fmla="*/ 337 w 340"/>
                <a:gd name="T81" fmla="*/ 70 h 1127"/>
                <a:gd name="T82" fmla="*/ 331 w 340"/>
                <a:gd name="T83" fmla="*/ 55 h 1127"/>
                <a:gd name="T84" fmla="*/ 321 w 340"/>
                <a:gd name="T85" fmla="*/ 42 h 1127"/>
                <a:gd name="T86" fmla="*/ 307 w 340"/>
                <a:gd name="T87" fmla="*/ 31 h 1127"/>
                <a:gd name="T88" fmla="*/ 292 w 340"/>
                <a:gd name="T89" fmla="*/ 22 h 1127"/>
                <a:gd name="T90" fmla="*/ 266 w 340"/>
                <a:gd name="T91" fmla="*/ 9 h 1127"/>
                <a:gd name="T92" fmla="*/ 233 w 340"/>
                <a:gd name="T93" fmla="*/ 1 h 1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40" h="1127">
                  <a:moveTo>
                    <a:pt x="218" y="0"/>
                  </a:moveTo>
                  <a:lnTo>
                    <a:pt x="211" y="0"/>
                  </a:lnTo>
                  <a:lnTo>
                    <a:pt x="204" y="1"/>
                  </a:lnTo>
                  <a:lnTo>
                    <a:pt x="198" y="2"/>
                  </a:lnTo>
                  <a:lnTo>
                    <a:pt x="192" y="4"/>
                  </a:lnTo>
                  <a:lnTo>
                    <a:pt x="187" y="6"/>
                  </a:lnTo>
                  <a:lnTo>
                    <a:pt x="182" y="9"/>
                  </a:lnTo>
                  <a:lnTo>
                    <a:pt x="178" y="12"/>
                  </a:lnTo>
                  <a:lnTo>
                    <a:pt x="174" y="16"/>
                  </a:lnTo>
                  <a:lnTo>
                    <a:pt x="167" y="24"/>
                  </a:lnTo>
                  <a:lnTo>
                    <a:pt x="162" y="33"/>
                  </a:lnTo>
                  <a:lnTo>
                    <a:pt x="158" y="41"/>
                  </a:lnTo>
                  <a:lnTo>
                    <a:pt x="154" y="51"/>
                  </a:lnTo>
                  <a:lnTo>
                    <a:pt x="151" y="66"/>
                  </a:lnTo>
                  <a:lnTo>
                    <a:pt x="148" y="84"/>
                  </a:lnTo>
                  <a:lnTo>
                    <a:pt x="144" y="103"/>
                  </a:lnTo>
                  <a:lnTo>
                    <a:pt x="139" y="125"/>
                  </a:lnTo>
                  <a:lnTo>
                    <a:pt x="134" y="147"/>
                  </a:lnTo>
                  <a:lnTo>
                    <a:pt x="129" y="171"/>
                  </a:lnTo>
                  <a:lnTo>
                    <a:pt x="123" y="195"/>
                  </a:lnTo>
                  <a:lnTo>
                    <a:pt x="118" y="222"/>
                  </a:lnTo>
                  <a:lnTo>
                    <a:pt x="101" y="292"/>
                  </a:lnTo>
                  <a:lnTo>
                    <a:pt x="84" y="369"/>
                  </a:lnTo>
                  <a:lnTo>
                    <a:pt x="67" y="447"/>
                  </a:lnTo>
                  <a:lnTo>
                    <a:pt x="50" y="528"/>
                  </a:lnTo>
                  <a:lnTo>
                    <a:pt x="35" y="608"/>
                  </a:lnTo>
                  <a:lnTo>
                    <a:pt x="22" y="687"/>
                  </a:lnTo>
                  <a:lnTo>
                    <a:pt x="16" y="725"/>
                  </a:lnTo>
                  <a:lnTo>
                    <a:pt x="11" y="762"/>
                  </a:lnTo>
                  <a:lnTo>
                    <a:pt x="7" y="797"/>
                  </a:lnTo>
                  <a:lnTo>
                    <a:pt x="3" y="832"/>
                  </a:lnTo>
                  <a:lnTo>
                    <a:pt x="1" y="872"/>
                  </a:lnTo>
                  <a:lnTo>
                    <a:pt x="0" y="909"/>
                  </a:lnTo>
                  <a:lnTo>
                    <a:pt x="0" y="941"/>
                  </a:lnTo>
                  <a:lnTo>
                    <a:pt x="1" y="971"/>
                  </a:lnTo>
                  <a:lnTo>
                    <a:pt x="5" y="996"/>
                  </a:lnTo>
                  <a:lnTo>
                    <a:pt x="9" y="1019"/>
                  </a:lnTo>
                  <a:lnTo>
                    <a:pt x="14" y="1039"/>
                  </a:lnTo>
                  <a:lnTo>
                    <a:pt x="20" y="1057"/>
                  </a:lnTo>
                  <a:lnTo>
                    <a:pt x="27" y="1071"/>
                  </a:lnTo>
                  <a:lnTo>
                    <a:pt x="35" y="1084"/>
                  </a:lnTo>
                  <a:lnTo>
                    <a:pt x="43" y="1094"/>
                  </a:lnTo>
                  <a:lnTo>
                    <a:pt x="52" y="1103"/>
                  </a:lnTo>
                  <a:lnTo>
                    <a:pt x="62" y="1111"/>
                  </a:lnTo>
                  <a:lnTo>
                    <a:pt x="72" y="1117"/>
                  </a:lnTo>
                  <a:lnTo>
                    <a:pt x="82" y="1121"/>
                  </a:lnTo>
                  <a:lnTo>
                    <a:pt x="93" y="1125"/>
                  </a:lnTo>
                  <a:lnTo>
                    <a:pt x="102" y="1127"/>
                  </a:lnTo>
                  <a:lnTo>
                    <a:pt x="112" y="1127"/>
                  </a:lnTo>
                  <a:lnTo>
                    <a:pt x="116" y="1127"/>
                  </a:lnTo>
                  <a:lnTo>
                    <a:pt x="119" y="1125"/>
                  </a:lnTo>
                  <a:lnTo>
                    <a:pt x="122" y="1124"/>
                  </a:lnTo>
                  <a:lnTo>
                    <a:pt x="125" y="1121"/>
                  </a:lnTo>
                  <a:lnTo>
                    <a:pt x="129" y="1116"/>
                  </a:lnTo>
                  <a:lnTo>
                    <a:pt x="132" y="1109"/>
                  </a:lnTo>
                  <a:lnTo>
                    <a:pt x="134" y="1099"/>
                  </a:lnTo>
                  <a:lnTo>
                    <a:pt x="134" y="1089"/>
                  </a:lnTo>
                  <a:lnTo>
                    <a:pt x="134" y="1070"/>
                  </a:lnTo>
                  <a:lnTo>
                    <a:pt x="135" y="1048"/>
                  </a:lnTo>
                  <a:lnTo>
                    <a:pt x="137" y="1026"/>
                  </a:lnTo>
                  <a:lnTo>
                    <a:pt x="139" y="1001"/>
                  </a:lnTo>
                  <a:lnTo>
                    <a:pt x="145" y="948"/>
                  </a:lnTo>
                  <a:lnTo>
                    <a:pt x="154" y="891"/>
                  </a:lnTo>
                  <a:lnTo>
                    <a:pt x="165" y="829"/>
                  </a:lnTo>
                  <a:lnTo>
                    <a:pt x="177" y="764"/>
                  </a:lnTo>
                  <a:lnTo>
                    <a:pt x="191" y="696"/>
                  </a:lnTo>
                  <a:lnTo>
                    <a:pt x="205" y="628"/>
                  </a:lnTo>
                  <a:lnTo>
                    <a:pt x="222" y="559"/>
                  </a:lnTo>
                  <a:lnTo>
                    <a:pt x="237" y="492"/>
                  </a:lnTo>
                  <a:lnTo>
                    <a:pt x="253" y="425"/>
                  </a:lnTo>
                  <a:lnTo>
                    <a:pt x="270" y="361"/>
                  </a:lnTo>
                  <a:lnTo>
                    <a:pt x="286" y="301"/>
                  </a:lnTo>
                  <a:lnTo>
                    <a:pt x="301" y="245"/>
                  </a:lnTo>
                  <a:lnTo>
                    <a:pt x="316" y="195"/>
                  </a:lnTo>
                  <a:lnTo>
                    <a:pt x="329" y="150"/>
                  </a:lnTo>
                  <a:lnTo>
                    <a:pt x="333" y="136"/>
                  </a:lnTo>
                  <a:lnTo>
                    <a:pt x="336" y="123"/>
                  </a:lnTo>
                  <a:lnTo>
                    <a:pt x="338" y="110"/>
                  </a:lnTo>
                  <a:lnTo>
                    <a:pt x="339" y="98"/>
                  </a:lnTo>
                  <a:lnTo>
                    <a:pt x="340" y="88"/>
                  </a:lnTo>
                  <a:lnTo>
                    <a:pt x="339" y="79"/>
                  </a:lnTo>
                  <a:lnTo>
                    <a:pt x="337" y="70"/>
                  </a:lnTo>
                  <a:lnTo>
                    <a:pt x="334" y="62"/>
                  </a:lnTo>
                  <a:lnTo>
                    <a:pt x="331" y="55"/>
                  </a:lnTo>
                  <a:lnTo>
                    <a:pt x="326" y="48"/>
                  </a:lnTo>
                  <a:lnTo>
                    <a:pt x="321" y="42"/>
                  </a:lnTo>
                  <a:lnTo>
                    <a:pt x="315" y="37"/>
                  </a:lnTo>
                  <a:lnTo>
                    <a:pt x="307" y="31"/>
                  </a:lnTo>
                  <a:lnTo>
                    <a:pt x="300" y="27"/>
                  </a:lnTo>
                  <a:lnTo>
                    <a:pt x="292" y="22"/>
                  </a:lnTo>
                  <a:lnTo>
                    <a:pt x="283" y="17"/>
                  </a:lnTo>
                  <a:lnTo>
                    <a:pt x="266" y="9"/>
                  </a:lnTo>
                  <a:lnTo>
                    <a:pt x="248" y="4"/>
                  </a:lnTo>
                  <a:lnTo>
                    <a:pt x="233" y="1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35" name="Freeform 39"/>
            <p:cNvSpPr>
              <a:spLocks/>
            </p:cNvSpPr>
            <p:nvPr userDrawn="1"/>
          </p:nvSpPr>
          <p:spPr bwMode="gray">
            <a:xfrm>
              <a:off x="7003" y="607"/>
              <a:ext cx="58" cy="42"/>
            </a:xfrm>
            <a:custGeom>
              <a:avLst/>
              <a:gdLst>
                <a:gd name="T0" fmla="*/ 50 w 695"/>
                <a:gd name="T1" fmla="*/ 38 h 503"/>
                <a:gd name="T2" fmla="*/ 37 w 695"/>
                <a:gd name="T3" fmla="*/ 44 h 503"/>
                <a:gd name="T4" fmla="*/ 31 w 695"/>
                <a:gd name="T5" fmla="*/ 54 h 503"/>
                <a:gd name="T6" fmla="*/ 30 w 695"/>
                <a:gd name="T7" fmla="*/ 70 h 503"/>
                <a:gd name="T8" fmla="*/ 37 w 695"/>
                <a:gd name="T9" fmla="*/ 108 h 503"/>
                <a:gd name="T10" fmla="*/ 39 w 695"/>
                <a:gd name="T11" fmla="*/ 159 h 503"/>
                <a:gd name="T12" fmla="*/ 35 w 695"/>
                <a:gd name="T13" fmla="*/ 214 h 503"/>
                <a:gd name="T14" fmla="*/ 17 w 695"/>
                <a:gd name="T15" fmla="*/ 323 h 503"/>
                <a:gd name="T16" fmla="*/ 4 w 695"/>
                <a:gd name="T17" fmla="*/ 384 h 503"/>
                <a:gd name="T18" fmla="*/ 0 w 695"/>
                <a:gd name="T19" fmla="*/ 414 h 503"/>
                <a:gd name="T20" fmla="*/ 6 w 695"/>
                <a:gd name="T21" fmla="*/ 438 h 503"/>
                <a:gd name="T22" fmla="*/ 17 w 695"/>
                <a:gd name="T23" fmla="*/ 455 h 503"/>
                <a:gd name="T24" fmla="*/ 32 w 695"/>
                <a:gd name="T25" fmla="*/ 470 h 503"/>
                <a:gd name="T26" fmla="*/ 74 w 695"/>
                <a:gd name="T27" fmla="*/ 494 h 503"/>
                <a:gd name="T28" fmla="*/ 114 w 695"/>
                <a:gd name="T29" fmla="*/ 503 h 503"/>
                <a:gd name="T30" fmla="*/ 134 w 695"/>
                <a:gd name="T31" fmla="*/ 500 h 503"/>
                <a:gd name="T32" fmla="*/ 152 w 695"/>
                <a:gd name="T33" fmla="*/ 486 h 503"/>
                <a:gd name="T34" fmla="*/ 171 w 695"/>
                <a:gd name="T35" fmla="*/ 441 h 503"/>
                <a:gd name="T36" fmla="*/ 212 w 695"/>
                <a:gd name="T37" fmla="*/ 349 h 503"/>
                <a:gd name="T38" fmla="*/ 241 w 695"/>
                <a:gd name="T39" fmla="*/ 301 h 503"/>
                <a:gd name="T40" fmla="*/ 278 w 695"/>
                <a:gd name="T41" fmla="*/ 253 h 503"/>
                <a:gd name="T42" fmla="*/ 322 w 695"/>
                <a:gd name="T43" fmla="*/ 208 h 503"/>
                <a:gd name="T44" fmla="*/ 374 w 695"/>
                <a:gd name="T45" fmla="*/ 167 h 503"/>
                <a:gd name="T46" fmla="*/ 435 w 695"/>
                <a:gd name="T47" fmla="*/ 131 h 503"/>
                <a:gd name="T48" fmla="*/ 505 w 695"/>
                <a:gd name="T49" fmla="*/ 102 h 503"/>
                <a:gd name="T50" fmla="*/ 585 w 695"/>
                <a:gd name="T51" fmla="*/ 82 h 503"/>
                <a:gd name="T52" fmla="*/ 677 w 695"/>
                <a:gd name="T53" fmla="*/ 72 h 503"/>
                <a:gd name="T54" fmla="*/ 686 w 695"/>
                <a:gd name="T55" fmla="*/ 69 h 503"/>
                <a:gd name="T56" fmla="*/ 692 w 695"/>
                <a:gd name="T57" fmla="*/ 62 h 503"/>
                <a:gd name="T58" fmla="*/ 695 w 695"/>
                <a:gd name="T59" fmla="*/ 51 h 503"/>
                <a:gd name="T60" fmla="*/ 690 w 695"/>
                <a:gd name="T61" fmla="*/ 34 h 503"/>
                <a:gd name="T62" fmla="*/ 674 w 695"/>
                <a:gd name="T63" fmla="*/ 18 h 503"/>
                <a:gd name="T64" fmla="*/ 648 w 695"/>
                <a:gd name="T65" fmla="*/ 8 h 503"/>
                <a:gd name="T66" fmla="*/ 604 w 695"/>
                <a:gd name="T67" fmla="*/ 1 h 503"/>
                <a:gd name="T68" fmla="*/ 536 w 695"/>
                <a:gd name="T69" fmla="*/ 2 h 503"/>
                <a:gd name="T70" fmla="*/ 469 w 695"/>
                <a:gd name="T71" fmla="*/ 13 h 503"/>
                <a:gd name="T72" fmla="*/ 397 w 695"/>
                <a:gd name="T73" fmla="*/ 33 h 503"/>
                <a:gd name="T74" fmla="*/ 328 w 695"/>
                <a:gd name="T75" fmla="*/ 60 h 503"/>
                <a:gd name="T76" fmla="*/ 262 w 695"/>
                <a:gd name="T77" fmla="*/ 94 h 503"/>
                <a:gd name="T78" fmla="*/ 214 w 695"/>
                <a:gd name="T79" fmla="*/ 124 h 503"/>
                <a:gd name="T80" fmla="*/ 200 w 695"/>
                <a:gd name="T81" fmla="*/ 101 h 503"/>
                <a:gd name="T82" fmla="*/ 160 w 695"/>
                <a:gd name="T83" fmla="*/ 66 h 503"/>
                <a:gd name="T84" fmla="*/ 124 w 695"/>
                <a:gd name="T85" fmla="*/ 46 h 503"/>
                <a:gd name="T86" fmla="*/ 96 w 695"/>
                <a:gd name="T87" fmla="*/ 38 h 503"/>
                <a:gd name="T88" fmla="*/ 71 w 695"/>
                <a:gd name="T89" fmla="*/ 35 h 5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695" h="503">
                  <a:moveTo>
                    <a:pt x="71" y="35"/>
                  </a:moveTo>
                  <a:lnTo>
                    <a:pt x="61" y="36"/>
                  </a:lnTo>
                  <a:lnTo>
                    <a:pt x="50" y="38"/>
                  </a:lnTo>
                  <a:lnTo>
                    <a:pt x="45" y="39"/>
                  </a:lnTo>
                  <a:lnTo>
                    <a:pt x="41" y="42"/>
                  </a:lnTo>
                  <a:lnTo>
                    <a:pt x="37" y="44"/>
                  </a:lnTo>
                  <a:lnTo>
                    <a:pt x="34" y="48"/>
                  </a:lnTo>
                  <a:lnTo>
                    <a:pt x="32" y="51"/>
                  </a:lnTo>
                  <a:lnTo>
                    <a:pt x="31" y="54"/>
                  </a:lnTo>
                  <a:lnTo>
                    <a:pt x="30" y="58"/>
                  </a:lnTo>
                  <a:lnTo>
                    <a:pt x="29" y="61"/>
                  </a:lnTo>
                  <a:lnTo>
                    <a:pt x="30" y="70"/>
                  </a:lnTo>
                  <a:lnTo>
                    <a:pt x="32" y="81"/>
                  </a:lnTo>
                  <a:lnTo>
                    <a:pt x="35" y="94"/>
                  </a:lnTo>
                  <a:lnTo>
                    <a:pt x="37" y="108"/>
                  </a:lnTo>
                  <a:lnTo>
                    <a:pt x="39" y="125"/>
                  </a:lnTo>
                  <a:lnTo>
                    <a:pt x="39" y="141"/>
                  </a:lnTo>
                  <a:lnTo>
                    <a:pt x="39" y="159"/>
                  </a:lnTo>
                  <a:lnTo>
                    <a:pt x="38" y="177"/>
                  </a:lnTo>
                  <a:lnTo>
                    <a:pt x="37" y="195"/>
                  </a:lnTo>
                  <a:lnTo>
                    <a:pt x="35" y="214"/>
                  </a:lnTo>
                  <a:lnTo>
                    <a:pt x="29" y="252"/>
                  </a:lnTo>
                  <a:lnTo>
                    <a:pt x="23" y="288"/>
                  </a:lnTo>
                  <a:lnTo>
                    <a:pt x="17" y="323"/>
                  </a:lnTo>
                  <a:lnTo>
                    <a:pt x="10" y="353"/>
                  </a:lnTo>
                  <a:lnTo>
                    <a:pt x="7" y="370"/>
                  </a:lnTo>
                  <a:lnTo>
                    <a:pt x="4" y="384"/>
                  </a:lnTo>
                  <a:lnTo>
                    <a:pt x="1" y="395"/>
                  </a:lnTo>
                  <a:lnTo>
                    <a:pt x="0" y="405"/>
                  </a:lnTo>
                  <a:lnTo>
                    <a:pt x="0" y="414"/>
                  </a:lnTo>
                  <a:lnTo>
                    <a:pt x="1" y="424"/>
                  </a:lnTo>
                  <a:lnTo>
                    <a:pt x="4" y="431"/>
                  </a:lnTo>
                  <a:lnTo>
                    <a:pt x="6" y="438"/>
                  </a:lnTo>
                  <a:lnTo>
                    <a:pt x="9" y="444"/>
                  </a:lnTo>
                  <a:lnTo>
                    <a:pt x="13" y="450"/>
                  </a:lnTo>
                  <a:lnTo>
                    <a:pt x="17" y="455"/>
                  </a:lnTo>
                  <a:lnTo>
                    <a:pt x="22" y="460"/>
                  </a:lnTo>
                  <a:lnTo>
                    <a:pt x="27" y="464"/>
                  </a:lnTo>
                  <a:lnTo>
                    <a:pt x="32" y="470"/>
                  </a:lnTo>
                  <a:lnTo>
                    <a:pt x="45" y="478"/>
                  </a:lnTo>
                  <a:lnTo>
                    <a:pt x="60" y="486"/>
                  </a:lnTo>
                  <a:lnTo>
                    <a:pt x="74" y="494"/>
                  </a:lnTo>
                  <a:lnTo>
                    <a:pt x="87" y="499"/>
                  </a:lnTo>
                  <a:lnTo>
                    <a:pt x="101" y="502"/>
                  </a:lnTo>
                  <a:lnTo>
                    <a:pt x="114" y="503"/>
                  </a:lnTo>
                  <a:lnTo>
                    <a:pt x="121" y="503"/>
                  </a:lnTo>
                  <a:lnTo>
                    <a:pt x="127" y="502"/>
                  </a:lnTo>
                  <a:lnTo>
                    <a:pt x="134" y="500"/>
                  </a:lnTo>
                  <a:lnTo>
                    <a:pt x="140" y="496"/>
                  </a:lnTo>
                  <a:lnTo>
                    <a:pt x="146" y="492"/>
                  </a:lnTo>
                  <a:lnTo>
                    <a:pt x="152" y="486"/>
                  </a:lnTo>
                  <a:lnTo>
                    <a:pt x="158" y="478"/>
                  </a:lnTo>
                  <a:lnTo>
                    <a:pt x="161" y="469"/>
                  </a:lnTo>
                  <a:lnTo>
                    <a:pt x="171" y="441"/>
                  </a:lnTo>
                  <a:lnTo>
                    <a:pt x="182" y="411"/>
                  </a:lnTo>
                  <a:lnTo>
                    <a:pt x="195" y="381"/>
                  </a:lnTo>
                  <a:lnTo>
                    <a:pt x="212" y="349"/>
                  </a:lnTo>
                  <a:lnTo>
                    <a:pt x="221" y="333"/>
                  </a:lnTo>
                  <a:lnTo>
                    <a:pt x="231" y="316"/>
                  </a:lnTo>
                  <a:lnTo>
                    <a:pt x="241" y="301"/>
                  </a:lnTo>
                  <a:lnTo>
                    <a:pt x="253" y="285"/>
                  </a:lnTo>
                  <a:lnTo>
                    <a:pt x="265" y="270"/>
                  </a:lnTo>
                  <a:lnTo>
                    <a:pt x="278" y="253"/>
                  </a:lnTo>
                  <a:lnTo>
                    <a:pt x="292" y="238"/>
                  </a:lnTo>
                  <a:lnTo>
                    <a:pt x="306" y="223"/>
                  </a:lnTo>
                  <a:lnTo>
                    <a:pt x="322" y="208"/>
                  </a:lnTo>
                  <a:lnTo>
                    <a:pt x="338" y="194"/>
                  </a:lnTo>
                  <a:lnTo>
                    <a:pt x="355" y="181"/>
                  </a:lnTo>
                  <a:lnTo>
                    <a:pt x="374" y="167"/>
                  </a:lnTo>
                  <a:lnTo>
                    <a:pt x="393" y="154"/>
                  </a:lnTo>
                  <a:lnTo>
                    <a:pt x="414" y="142"/>
                  </a:lnTo>
                  <a:lnTo>
                    <a:pt x="435" y="131"/>
                  </a:lnTo>
                  <a:lnTo>
                    <a:pt x="457" y="120"/>
                  </a:lnTo>
                  <a:lnTo>
                    <a:pt x="480" y="111"/>
                  </a:lnTo>
                  <a:lnTo>
                    <a:pt x="505" y="102"/>
                  </a:lnTo>
                  <a:lnTo>
                    <a:pt x="531" y="94"/>
                  </a:lnTo>
                  <a:lnTo>
                    <a:pt x="557" y="88"/>
                  </a:lnTo>
                  <a:lnTo>
                    <a:pt x="585" y="82"/>
                  </a:lnTo>
                  <a:lnTo>
                    <a:pt x="614" y="78"/>
                  </a:lnTo>
                  <a:lnTo>
                    <a:pt x="645" y="75"/>
                  </a:lnTo>
                  <a:lnTo>
                    <a:pt x="677" y="72"/>
                  </a:lnTo>
                  <a:lnTo>
                    <a:pt x="680" y="72"/>
                  </a:lnTo>
                  <a:lnTo>
                    <a:pt x="683" y="70"/>
                  </a:lnTo>
                  <a:lnTo>
                    <a:pt x="686" y="69"/>
                  </a:lnTo>
                  <a:lnTo>
                    <a:pt x="688" y="67"/>
                  </a:lnTo>
                  <a:lnTo>
                    <a:pt x="691" y="65"/>
                  </a:lnTo>
                  <a:lnTo>
                    <a:pt x="692" y="62"/>
                  </a:lnTo>
                  <a:lnTo>
                    <a:pt x="694" y="59"/>
                  </a:lnTo>
                  <a:lnTo>
                    <a:pt x="694" y="56"/>
                  </a:lnTo>
                  <a:lnTo>
                    <a:pt x="695" y="51"/>
                  </a:lnTo>
                  <a:lnTo>
                    <a:pt x="694" y="45"/>
                  </a:lnTo>
                  <a:lnTo>
                    <a:pt x="693" y="40"/>
                  </a:lnTo>
                  <a:lnTo>
                    <a:pt x="690" y="34"/>
                  </a:lnTo>
                  <a:lnTo>
                    <a:pt x="686" y="29"/>
                  </a:lnTo>
                  <a:lnTo>
                    <a:pt x="681" y="24"/>
                  </a:lnTo>
                  <a:lnTo>
                    <a:pt x="674" y="18"/>
                  </a:lnTo>
                  <a:lnTo>
                    <a:pt x="667" y="14"/>
                  </a:lnTo>
                  <a:lnTo>
                    <a:pt x="657" y="11"/>
                  </a:lnTo>
                  <a:lnTo>
                    <a:pt x="648" y="8"/>
                  </a:lnTo>
                  <a:lnTo>
                    <a:pt x="638" y="6"/>
                  </a:lnTo>
                  <a:lnTo>
                    <a:pt x="628" y="4"/>
                  </a:lnTo>
                  <a:lnTo>
                    <a:pt x="604" y="1"/>
                  </a:lnTo>
                  <a:lnTo>
                    <a:pt x="579" y="0"/>
                  </a:lnTo>
                  <a:lnTo>
                    <a:pt x="558" y="0"/>
                  </a:lnTo>
                  <a:lnTo>
                    <a:pt x="536" y="2"/>
                  </a:lnTo>
                  <a:lnTo>
                    <a:pt x="515" y="5"/>
                  </a:lnTo>
                  <a:lnTo>
                    <a:pt x="491" y="8"/>
                  </a:lnTo>
                  <a:lnTo>
                    <a:pt x="469" y="13"/>
                  </a:lnTo>
                  <a:lnTo>
                    <a:pt x="445" y="19"/>
                  </a:lnTo>
                  <a:lnTo>
                    <a:pt x="422" y="26"/>
                  </a:lnTo>
                  <a:lnTo>
                    <a:pt x="397" y="33"/>
                  </a:lnTo>
                  <a:lnTo>
                    <a:pt x="374" y="41"/>
                  </a:lnTo>
                  <a:lnTo>
                    <a:pt x="350" y="50"/>
                  </a:lnTo>
                  <a:lnTo>
                    <a:pt x="328" y="60"/>
                  </a:lnTo>
                  <a:lnTo>
                    <a:pt x="305" y="70"/>
                  </a:lnTo>
                  <a:lnTo>
                    <a:pt x="283" y="82"/>
                  </a:lnTo>
                  <a:lnTo>
                    <a:pt x="262" y="94"/>
                  </a:lnTo>
                  <a:lnTo>
                    <a:pt x="240" y="106"/>
                  </a:lnTo>
                  <a:lnTo>
                    <a:pt x="221" y="119"/>
                  </a:lnTo>
                  <a:lnTo>
                    <a:pt x="214" y="124"/>
                  </a:lnTo>
                  <a:lnTo>
                    <a:pt x="212" y="116"/>
                  </a:lnTo>
                  <a:lnTo>
                    <a:pt x="209" y="110"/>
                  </a:lnTo>
                  <a:lnTo>
                    <a:pt x="200" y="101"/>
                  </a:lnTo>
                  <a:lnTo>
                    <a:pt x="190" y="91"/>
                  </a:lnTo>
                  <a:lnTo>
                    <a:pt x="176" y="79"/>
                  </a:lnTo>
                  <a:lnTo>
                    <a:pt x="160" y="66"/>
                  </a:lnTo>
                  <a:lnTo>
                    <a:pt x="142" y="55"/>
                  </a:lnTo>
                  <a:lnTo>
                    <a:pt x="133" y="50"/>
                  </a:lnTo>
                  <a:lnTo>
                    <a:pt x="124" y="46"/>
                  </a:lnTo>
                  <a:lnTo>
                    <a:pt x="114" y="42"/>
                  </a:lnTo>
                  <a:lnTo>
                    <a:pt x="104" y="40"/>
                  </a:lnTo>
                  <a:lnTo>
                    <a:pt x="96" y="38"/>
                  </a:lnTo>
                  <a:lnTo>
                    <a:pt x="87" y="36"/>
                  </a:lnTo>
                  <a:lnTo>
                    <a:pt x="79" y="36"/>
                  </a:lnTo>
                  <a:lnTo>
                    <a:pt x="71" y="3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36" name="Freeform 40"/>
            <p:cNvSpPr>
              <a:spLocks/>
            </p:cNvSpPr>
            <p:nvPr userDrawn="1"/>
          </p:nvSpPr>
          <p:spPr bwMode="gray">
            <a:xfrm>
              <a:off x="6388" y="599"/>
              <a:ext cx="74" cy="49"/>
            </a:xfrm>
            <a:custGeom>
              <a:avLst/>
              <a:gdLst>
                <a:gd name="T0" fmla="*/ 144 w 883"/>
                <a:gd name="T1" fmla="*/ 3 h 595"/>
                <a:gd name="T2" fmla="*/ 125 w 883"/>
                <a:gd name="T3" fmla="*/ 13 h 595"/>
                <a:gd name="T4" fmla="*/ 100 w 883"/>
                <a:gd name="T5" fmla="*/ 49 h 595"/>
                <a:gd name="T6" fmla="*/ 55 w 883"/>
                <a:gd name="T7" fmla="*/ 183 h 595"/>
                <a:gd name="T8" fmla="*/ 10 w 883"/>
                <a:gd name="T9" fmla="*/ 382 h 595"/>
                <a:gd name="T10" fmla="*/ 0 w 883"/>
                <a:gd name="T11" fmla="*/ 465 h 595"/>
                <a:gd name="T12" fmla="*/ 7 w 883"/>
                <a:gd name="T13" fmla="*/ 503 h 595"/>
                <a:gd name="T14" fmla="*/ 25 w 883"/>
                <a:gd name="T15" fmla="*/ 532 h 595"/>
                <a:gd name="T16" fmla="*/ 77 w 883"/>
                <a:gd name="T17" fmla="*/ 571 h 595"/>
                <a:gd name="T18" fmla="*/ 122 w 883"/>
                <a:gd name="T19" fmla="*/ 590 h 595"/>
                <a:gd name="T20" fmla="*/ 164 w 883"/>
                <a:gd name="T21" fmla="*/ 595 h 595"/>
                <a:gd name="T22" fmla="*/ 201 w 883"/>
                <a:gd name="T23" fmla="*/ 585 h 595"/>
                <a:gd name="T24" fmla="*/ 234 w 883"/>
                <a:gd name="T25" fmla="*/ 555 h 595"/>
                <a:gd name="T26" fmla="*/ 295 w 883"/>
                <a:gd name="T27" fmla="*/ 487 h 595"/>
                <a:gd name="T28" fmla="*/ 404 w 883"/>
                <a:gd name="T29" fmla="*/ 369 h 595"/>
                <a:gd name="T30" fmla="*/ 491 w 883"/>
                <a:gd name="T31" fmla="*/ 296 h 595"/>
                <a:gd name="T32" fmla="*/ 514 w 883"/>
                <a:gd name="T33" fmla="*/ 299 h 595"/>
                <a:gd name="T34" fmla="*/ 534 w 883"/>
                <a:gd name="T35" fmla="*/ 336 h 595"/>
                <a:gd name="T36" fmla="*/ 568 w 883"/>
                <a:gd name="T37" fmla="*/ 405 h 595"/>
                <a:gd name="T38" fmla="*/ 605 w 883"/>
                <a:gd name="T39" fmla="*/ 459 h 595"/>
                <a:gd name="T40" fmla="*/ 644 w 883"/>
                <a:gd name="T41" fmla="*/ 500 h 595"/>
                <a:gd name="T42" fmla="*/ 693 w 883"/>
                <a:gd name="T43" fmla="*/ 535 h 595"/>
                <a:gd name="T44" fmla="*/ 767 w 883"/>
                <a:gd name="T45" fmla="*/ 561 h 595"/>
                <a:gd name="T46" fmla="*/ 828 w 883"/>
                <a:gd name="T47" fmla="*/ 565 h 595"/>
                <a:gd name="T48" fmla="*/ 868 w 883"/>
                <a:gd name="T49" fmla="*/ 555 h 595"/>
                <a:gd name="T50" fmla="*/ 883 w 883"/>
                <a:gd name="T51" fmla="*/ 533 h 595"/>
                <a:gd name="T52" fmla="*/ 880 w 883"/>
                <a:gd name="T53" fmla="*/ 518 h 595"/>
                <a:gd name="T54" fmla="*/ 868 w 883"/>
                <a:gd name="T55" fmla="*/ 512 h 595"/>
                <a:gd name="T56" fmla="*/ 840 w 883"/>
                <a:gd name="T57" fmla="*/ 510 h 595"/>
                <a:gd name="T58" fmla="*/ 808 w 883"/>
                <a:gd name="T59" fmla="*/ 501 h 595"/>
                <a:gd name="T60" fmla="*/ 781 w 883"/>
                <a:gd name="T61" fmla="*/ 483 h 595"/>
                <a:gd name="T62" fmla="*/ 751 w 883"/>
                <a:gd name="T63" fmla="*/ 440 h 595"/>
                <a:gd name="T64" fmla="*/ 722 w 883"/>
                <a:gd name="T65" fmla="*/ 358 h 595"/>
                <a:gd name="T66" fmla="*/ 694 w 883"/>
                <a:gd name="T67" fmla="*/ 231 h 595"/>
                <a:gd name="T68" fmla="*/ 679 w 883"/>
                <a:gd name="T69" fmla="*/ 197 h 595"/>
                <a:gd name="T70" fmla="*/ 655 w 883"/>
                <a:gd name="T71" fmla="*/ 168 h 595"/>
                <a:gd name="T72" fmla="*/ 622 w 883"/>
                <a:gd name="T73" fmla="*/ 145 h 595"/>
                <a:gd name="T74" fmla="*/ 580 w 883"/>
                <a:gd name="T75" fmla="*/ 127 h 595"/>
                <a:gd name="T76" fmla="*/ 537 w 883"/>
                <a:gd name="T77" fmla="*/ 122 h 595"/>
                <a:gd name="T78" fmla="*/ 494 w 883"/>
                <a:gd name="T79" fmla="*/ 140 h 595"/>
                <a:gd name="T80" fmla="*/ 409 w 883"/>
                <a:gd name="T81" fmla="*/ 209 h 595"/>
                <a:gd name="T82" fmla="*/ 308 w 883"/>
                <a:gd name="T83" fmla="*/ 309 h 595"/>
                <a:gd name="T84" fmla="*/ 207 w 883"/>
                <a:gd name="T85" fmla="*/ 410 h 595"/>
                <a:gd name="T86" fmla="*/ 179 w 883"/>
                <a:gd name="T87" fmla="*/ 427 h 595"/>
                <a:gd name="T88" fmla="*/ 201 w 883"/>
                <a:gd name="T89" fmla="*/ 322 h 595"/>
                <a:gd name="T90" fmla="*/ 255 w 883"/>
                <a:gd name="T91" fmla="*/ 149 h 595"/>
                <a:gd name="T92" fmla="*/ 277 w 883"/>
                <a:gd name="T93" fmla="*/ 89 h 595"/>
                <a:gd name="T94" fmla="*/ 276 w 883"/>
                <a:gd name="T95" fmla="*/ 67 h 595"/>
                <a:gd name="T96" fmla="*/ 261 w 883"/>
                <a:gd name="T97" fmla="*/ 42 h 595"/>
                <a:gd name="T98" fmla="*/ 226 w 883"/>
                <a:gd name="T99" fmla="*/ 18 h 595"/>
                <a:gd name="T100" fmla="*/ 174 w 883"/>
                <a:gd name="T101" fmla="*/ 1 h 5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83" h="595">
                  <a:moveTo>
                    <a:pt x="162" y="0"/>
                  </a:moveTo>
                  <a:lnTo>
                    <a:pt x="156" y="0"/>
                  </a:lnTo>
                  <a:lnTo>
                    <a:pt x="150" y="1"/>
                  </a:lnTo>
                  <a:lnTo>
                    <a:pt x="144" y="3"/>
                  </a:lnTo>
                  <a:lnTo>
                    <a:pt x="139" y="4"/>
                  </a:lnTo>
                  <a:lnTo>
                    <a:pt x="134" y="7"/>
                  </a:lnTo>
                  <a:lnTo>
                    <a:pt x="129" y="10"/>
                  </a:lnTo>
                  <a:lnTo>
                    <a:pt x="125" y="13"/>
                  </a:lnTo>
                  <a:lnTo>
                    <a:pt x="121" y="17"/>
                  </a:lnTo>
                  <a:lnTo>
                    <a:pt x="113" y="26"/>
                  </a:lnTo>
                  <a:lnTo>
                    <a:pt x="106" y="37"/>
                  </a:lnTo>
                  <a:lnTo>
                    <a:pt x="100" y="49"/>
                  </a:lnTo>
                  <a:lnTo>
                    <a:pt x="94" y="63"/>
                  </a:lnTo>
                  <a:lnTo>
                    <a:pt x="82" y="97"/>
                  </a:lnTo>
                  <a:lnTo>
                    <a:pt x="68" y="137"/>
                  </a:lnTo>
                  <a:lnTo>
                    <a:pt x="55" y="183"/>
                  </a:lnTo>
                  <a:lnTo>
                    <a:pt x="43" y="232"/>
                  </a:lnTo>
                  <a:lnTo>
                    <a:pt x="31" y="282"/>
                  </a:lnTo>
                  <a:lnTo>
                    <a:pt x="19" y="333"/>
                  </a:lnTo>
                  <a:lnTo>
                    <a:pt x="10" y="382"/>
                  </a:lnTo>
                  <a:lnTo>
                    <a:pt x="3" y="429"/>
                  </a:lnTo>
                  <a:lnTo>
                    <a:pt x="1" y="442"/>
                  </a:lnTo>
                  <a:lnTo>
                    <a:pt x="0" y="454"/>
                  </a:lnTo>
                  <a:lnTo>
                    <a:pt x="0" y="465"/>
                  </a:lnTo>
                  <a:lnTo>
                    <a:pt x="1" y="477"/>
                  </a:lnTo>
                  <a:lnTo>
                    <a:pt x="2" y="486"/>
                  </a:lnTo>
                  <a:lnTo>
                    <a:pt x="4" y="495"/>
                  </a:lnTo>
                  <a:lnTo>
                    <a:pt x="7" y="503"/>
                  </a:lnTo>
                  <a:lnTo>
                    <a:pt x="10" y="511"/>
                  </a:lnTo>
                  <a:lnTo>
                    <a:pt x="14" y="518"/>
                  </a:lnTo>
                  <a:lnTo>
                    <a:pt x="19" y="526"/>
                  </a:lnTo>
                  <a:lnTo>
                    <a:pt x="25" y="532"/>
                  </a:lnTo>
                  <a:lnTo>
                    <a:pt x="32" y="539"/>
                  </a:lnTo>
                  <a:lnTo>
                    <a:pt x="47" y="551"/>
                  </a:lnTo>
                  <a:lnTo>
                    <a:pt x="65" y="564"/>
                  </a:lnTo>
                  <a:lnTo>
                    <a:pt x="77" y="571"/>
                  </a:lnTo>
                  <a:lnTo>
                    <a:pt x="89" y="577"/>
                  </a:lnTo>
                  <a:lnTo>
                    <a:pt x="100" y="582"/>
                  </a:lnTo>
                  <a:lnTo>
                    <a:pt x="111" y="587"/>
                  </a:lnTo>
                  <a:lnTo>
                    <a:pt x="122" y="590"/>
                  </a:lnTo>
                  <a:lnTo>
                    <a:pt x="133" y="592"/>
                  </a:lnTo>
                  <a:lnTo>
                    <a:pt x="144" y="594"/>
                  </a:lnTo>
                  <a:lnTo>
                    <a:pt x="154" y="595"/>
                  </a:lnTo>
                  <a:lnTo>
                    <a:pt x="164" y="595"/>
                  </a:lnTo>
                  <a:lnTo>
                    <a:pt x="174" y="593"/>
                  </a:lnTo>
                  <a:lnTo>
                    <a:pt x="184" y="591"/>
                  </a:lnTo>
                  <a:lnTo>
                    <a:pt x="192" y="589"/>
                  </a:lnTo>
                  <a:lnTo>
                    <a:pt x="201" y="585"/>
                  </a:lnTo>
                  <a:lnTo>
                    <a:pt x="208" y="580"/>
                  </a:lnTo>
                  <a:lnTo>
                    <a:pt x="216" y="575"/>
                  </a:lnTo>
                  <a:lnTo>
                    <a:pt x="222" y="567"/>
                  </a:lnTo>
                  <a:lnTo>
                    <a:pt x="234" y="555"/>
                  </a:lnTo>
                  <a:lnTo>
                    <a:pt x="245" y="542"/>
                  </a:lnTo>
                  <a:lnTo>
                    <a:pt x="257" y="530"/>
                  </a:lnTo>
                  <a:lnTo>
                    <a:pt x="268" y="516"/>
                  </a:lnTo>
                  <a:lnTo>
                    <a:pt x="295" y="487"/>
                  </a:lnTo>
                  <a:lnTo>
                    <a:pt x="321" y="456"/>
                  </a:lnTo>
                  <a:lnTo>
                    <a:pt x="349" y="427"/>
                  </a:lnTo>
                  <a:lnTo>
                    <a:pt x="376" y="397"/>
                  </a:lnTo>
                  <a:lnTo>
                    <a:pt x="404" y="369"/>
                  </a:lnTo>
                  <a:lnTo>
                    <a:pt x="431" y="343"/>
                  </a:lnTo>
                  <a:lnTo>
                    <a:pt x="458" y="320"/>
                  </a:lnTo>
                  <a:lnTo>
                    <a:pt x="484" y="300"/>
                  </a:lnTo>
                  <a:lnTo>
                    <a:pt x="491" y="296"/>
                  </a:lnTo>
                  <a:lnTo>
                    <a:pt x="497" y="295"/>
                  </a:lnTo>
                  <a:lnTo>
                    <a:pt x="503" y="295"/>
                  </a:lnTo>
                  <a:lnTo>
                    <a:pt x="509" y="296"/>
                  </a:lnTo>
                  <a:lnTo>
                    <a:pt x="514" y="299"/>
                  </a:lnTo>
                  <a:lnTo>
                    <a:pt x="519" y="303"/>
                  </a:lnTo>
                  <a:lnTo>
                    <a:pt x="523" y="309"/>
                  </a:lnTo>
                  <a:lnTo>
                    <a:pt x="527" y="316"/>
                  </a:lnTo>
                  <a:lnTo>
                    <a:pt x="534" y="336"/>
                  </a:lnTo>
                  <a:lnTo>
                    <a:pt x="543" y="355"/>
                  </a:lnTo>
                  <a:lnTo>
                    <a:pt x="551" y="372"/>
                  </a:lnTo>
                  <a:lnTo>
                    <a:pt x="560" y="390"/>
                  </a:lnTo>
                  <a:lnTo>
                    <a:pt x="568" y="405"/>
                  </a:lnTo>
                  <a:lnTo>
                    <a:pt x="577" y="420"/>
                  </a:lnTo>
                  <a:lnTo>
                    <a:pt x="586" y="434"/>
                  </a:lnTo>
                  <a:lnTo>
                    <a:pt x="596" y="447"/>
                  </a:lnTo>
                  <a:lnTo>
                    <a:pt x="605" y="459"/>
                  </a:lnTo>
                  <a:lnTo>
                    <a:pt x="615" y="470"/>
                  </a:lnTo>
                  <a:lnTo>
                    <a:pt x="624" y="481"/>
                  </a:lnTo>
                  <a:lnTo>
                    <a:pt x="634" y="491"/>
                  </a:lnTo>
                  <a:lnTo>
                    <a:pt x="644" y="500"/>
                  </a:lnTo>
                  <a:lnTo>
                    <a:pt x="654" y="508"/>
                  </a:lnTo>
                  <a:lnTo>
                    <a:pt x="663" y="515"/>
                  </a:lnTo>
                  <a:lnTo>
                    <a:pt x="673" y="523"/>
                  </a:lnTo>
                  <a:lnTo>
                    <a:pt x="693" y="535"/>
                  </a:lnTo>
                  <a:lnTo>
                    <a:pt x="712" y="545"/>
                  </a:lnTo>
                  <a:lnTo>
                    <a:pt x="731" y="552"/>
                  </a:lnTo>
                  <a:lnTo>
                    <a:pt x="749" y="558"/>
                  </a:lnTo>
                  <a:lnTo>
                    <a:pt x="767" y="561"/>
                  </a:lnTo>
                  <a:lnTo>
                    <a:pt x="783" y="564"/>
                  </a:lnTo>
                  <a:lnTo>
                    <a:pt x="799" y="565"/>
                  </a:lnTo>
                  <a:lnTo>
                    <a:pt x="813" y="566"/>
                  </a:lnTo>
                  <a:lnTo>
                    <a:pt x="828" y="565"/>
                  </a:lnTo>
                  <a:lnTo>
                    <a:pt x="843" y="564"/>
                  </a:lnTo>
                  <a:lnTo>
                    <a:pt x="853" y="562"/>
                  </a:lnTo>
                  <a:lnTo>
                    <a:pt x="861" y="559"/>
                  </a:lnTo>
                  <a:lnTo>
                    <a:pt x="868" y="555"/>
                  </a:lnTo>
                  <a:lnTo>
                    <a:pt x="874" y="550"/>
                  </a:lnTo>
                  <a:lnTo>
                    <a:pt x="878" y="545"/>
                  </a:lnTo>
                  <a:lnTo>
                    <a:pt x="881" y="539"/>
                  </a:lnTo>
                  <a:lnTo>
                    <a:pt x="883" y="533"/>
                  </a:lnTo>
                  <a:lnTo>
                    <a:pt x="883" y="528"/>
                  </a:lnTo>
                  <a:lnTo>
                    <a:pt x="883" y="524"/>
                  </a:lnTo>
                  <a:lnTo>
                    <a:pt x="882" y="520"/>
                  </a:lnTo>
                  <a:lnTo>
                    <a:pt x="880" y="518"/>
                  </a:lnTo>
                  <a:lnTo>
                    <a:pt x="878" y="515"/>
                  </a:lnTo>
                  <a:lnTo>
                    <a:pt x="875" y="514"/>
                  </a:lnTo>
                  <a:lnTo>
                    <a:pt x="872" y="512"/>
                  </a:lnTo>
                  <a:lnTo>
                    <a:pt x="868" y="512"/>
                  </a:lnTo>
                  <a:lnTo>
                    <a:pt x="864" y="511"/>
                  </a:lnTo>
                  <a:lnTo>
                    <a:pt x="860" y="511"/>
                  </a:lnTo>
                  <a:lnTo>
                    <a:pt x="851" y="511"/>
                  </a:lnTo>
                  <a:lnTo>
                    <a:pt x="840" y="510"/>
                  </a:lnTo>
                  <a:lnTo>
                    <a:pt x="832" y="509"/>
                  </a:lnTo>
                  <a:lnTo>
                    <a:pt x="823" y="507"/>
                  </a:lnTo>
                  <a:lnTo>
                    <a:pt x="815" y="504"/>
                  </a:lnTo>
                  <a:lnTo>
                    <a:pt x="808" y="501"/>
                  </a:lnTo>
                  <a:lnTo>
                    <a:pt x="801" y="497"/>
                  </a:lnTo>
                  <a:lnTo>
                    <a:pt x="794" y="493"/>
                  </a:lnTo>
                  <a:lnTo>
                    <a:pt x="787" y="488"/>
                  </a:lnTo>
                  <a:lnTo>
                    <a:pt x="781" y="483"/>
                  </a:lnTo>
                  <a:lnTo>
                    <a:pt x="775" y="477"/>
                  </a:lnTo>
                  <a:lnTo>
                    <a:pt x="770" y="469"/>
                  </a:lnTo>
                  <a:lnTo>
                    <a:pt x="760" y="455"/>
                  </a:lnTo>
                  <a:lnTo>
                    <a:pt x="751" y="440"/>
                  </a:lnTo>
                  <a:lnTo>
                    <a:pt x="743" y="421"/>
                  </a:lnTo>
                  <a:lnTo>
                    <a:pt x="735" y="402"/>
                  </a:lnTo>
                  <a:lnTo>
                    <a:pt x="728" y="381"/>
                  </a:lnTo>
                  <a:lnTo>
                    <a:pt x="722" y="358"/>
                  </a:lnTo>
                  <a:lnTo>
                    <a:pt x="711" y="309"/>
                  </a:lnTo>
                  <a:lnTo>
                    <a:pt x="700" y="255"/>
                  </a:lnTo>
                  <a:lnTo>
                    <a:pt x="697" y="240"/>
                  </a:lnTo>
                  <a:lnTo>
                    <a:pt x="694" y="231"/>
                  </a:lnTo>
                  <a:lnTo>
                    <a:pt x="692" y="222"/>
                  </a:lnTo>
                  <a:lnTo>
                    <a:pt x="687" y="213"/>
                  </a:lnTo>
                  <a:lnTo>
                    <a:pt x="683" y="205"/>
                  </a:lnTo>
                  <a:lnTo>
                    <a:pt x="679" y="197"/>
                  </a:lnTo>
                  <a:lnTo>
                    <a:pt x="674" y="189"/>
                  </a:lnTo>
                  <a:lnTo>
                    <a:pt x="668" y="182"/>
                  </a:lnTo>
                  <a:lnTo>
                    <a:pt x="662" y="174"/>
                  </a:lnTo>
                  <a:lnTo>
                    <a:pt x="655" y="168"/>
                  </a:lnTo>
                  <a:lnTo>
                    <a:pt x="648" y="161"/>
                  </a:lnTo>
                  <a:lnTo>
                    <a:pt x="639" y="155"/>
                  </a:lnTo>
                  <a:lnTo>
                    <a:pt x="631" y="150"/>
                  </a:lnTo>
                  <a:lnTo>
                    <a:pt x="622" y="145"/>
                  </a:lnTo>
                  <a:lnTo>
                    <a:pt x="613" y="140"/>
                  </a:lnTo>
                  <a:lnTo>
                    <a:pt x="603" y="135"/>
                  </a:lnTo>
                  <a:lnTo>
                    <a:pt x="592" y="131"/>
                  </a:lnTo>
                  <a:lnTo>
                    <a:pt x="580" y="127"/>
                  </a:lnTo>
                  <a:lnTo>
                    <a:pt x="569" y="124"/>
                  </a:lnTo>
                  <a:lnTo>
                    <a:pt x="559" y="122"/>
                  </a:lnTo>
                  <a:lnTo>
                    <a:pt x="549" y="121"/>
                  </a:lnTo>
                  <a:lnTo>
                    <a:pt x="537" y="122"/>
                  </a:lnTo>
                  <a:lnTo>
                    <a:pt x="527" y="124"/>
                  </a:lnTo>
                  <a:lnTo>
                    <a:pt x="518" y="128"/>
                  </a:lnTo>
                  <a:lnTo>
                    <a:pt x="510" y="131"/>
                  </a:lnTo>
                  <a:lnTo>
                    <a:pt x="494" y="140"/>
                  </a:lnTo>
                  <a:lnTo>
                    <a:pt x="478" y="150"/>
                  </a:lnTo>
                  <a:lnTo>
                    <a:pt x="457" y="167"/>
                  </a:lnTo>
                  <a:lnTo>
                    <a:pt x="433" y="187"/>
                  </a:lnTo>
                  <a:lnTo>
                    <a:pt x="409" y="209"/>
                  </a:lnTo>
                  <a:lnTo>
                    <a:pt x="383" y="233"/>
                  </a:lnTo>
                  <a:lnTo>
                    <a:pt x="358" y="258"/>
                  </a:lnTo>
                  <a:lnTo>
                    <a:pt x="332" y="284"/>
                  </a:lnTo>
                  <a:lnTo>
                    <a:pt x="308" y="309"/>
                  </a:lnTo>
                  <a:lnTo>
                    <a:pt x="284" y="334"/>
                  </a:lnTo>
                  <a:lnTo>
                    <a:pt x="246" y="372"/>
                  </a:lnTo>
                  <a:lnTo>
                    <a:pt x="218" y="400"/>
                  </a:lnTo>
                  <a:lnTo>
                    <a:pt x="207" y="410"/>
                  </a:lnTo>
                  <a:lnTo>
                    <a:pt x="199" y="417"/>
                  </a:lnTo>
                  <a:lnTo>
                    <a:pt x="192" y="423"/>
                  </a:lnTo>
                  <a:lnTo>
                    <a:pt x="188" y="425"/>
                  </a:lnTo>
                  <a:lnTo>
                    <a:pt x="179" y="427"/>
                  </a:lnTo>
                  <a:lnTo>
                    <a:pt x="180" y="417"/>
                  </a:lnTo>
                  <a:lnTo>
                    <a:pt x="185" y="392"/>
                  </a:lnTo>
                  <a:lnTo>
                    <a:pt x="192" y="360"/>
                  </a:lnTo>
                  <a:lnTo>
                    <a:pt x="201" y="322"/>
                  </a:lnTo>
                  <a:lnTo>
                    <a:pt x="211" y="283"/>
                  </a:lnTo>
                  <a:lnTo>
                    <a:pt x="224" y="239"/>
                  </a:lnTo>
                  <a:lnTo>
                    <a:pt x="239" y="194"/>
                  </a:lnTo>
                  <a:lnTo>
                    <a:pt x="255" y="149"/>
                  </a:lnTo>
                  <a:lnTo>
                    <a:pt x="272" y="105"/>
                  </a:lnTo>
                  <a:lnTo>
                    <a:pt x="275" y="100"/>
                  </a:lnTo>
                  <a:lnTo>
                    <a:pt x="276" y="94"/>
                  </a:lnTo>
                  <a:lnTo>
                    <a:pt x="277" y="89"/>
                  </a:lnTo>
                  <a:lnTo>
                    <a:pt x="278" y="84"/>
                  </a:lnTo>
                  <a:lnTo>
                    <a:pt x="278" y="78"/>
                  </a:lnTo>
                  <a:lnTo>
                    <a:pt x="277" y="72"/>
                  </a:lnTo>
                  <a:lnTo>
                    <a:pt x="276" y="67"/>
                  </a:lnTo>
                  <a:lnTo>
                    <a:pt x="274" y="62"/>
                  </a:lnTo>
                  <a:lnTo>
                    <a:pt x="271" y="55"/>
                  </a:lnTo>
                  <a:lnTo>
                    <a:pt x="266" y="48"/>
                  </a:lnTo>
                  <a:lnTo>
                    <a:pt x="261" y="42"/>
                  </a:lnTo>
                  <a:lnTo>
                    <a:pt x="254" y="36"/>
                  </a:lnTo>
                  <a:lnTo>
                    <a:pt x="246" y="30"/>
                  </a:lnTo>
                  <a:lnTo>
                    <a:pt x="237" y="23"/>
                  </a:lnTo>
                  <a:lnTo>
                    <a:pt x="226" y="18"/>
                  </a:lnTo>
                  <a:lnTo>
                    <a:pt x="215" y="13"/>
                  </a:lnTo>
                  <a:lnTo>
                    <a:pt x="201" y="7"/>
                  </a:lnTo>
                  <a:lnTo>
                    <a:pt x="187" y="3"/>
                  </a:lnTo>
                  <a:lnTo>
                    <a:pt x="174" y="1"/>
                  </a:lnTo>
                  <a:lnTo>
                    <a:pt x="16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37" name="Freeform 41"/>
            <p:cNvSpPr>
              <a:spLocks/>
            </p:cNvSpPr>
            <p:nvPr userDrawn="1"/>
          </p:nvSpPr>
          <p:spPr bwMode="gray">
            <a:xfrm>
              <a:off x="6666" y="603"/>
              <a:ext cx="60" cy="44"/>
            </a:xfrm>
            <a:custGeom>
              <a:avLst/>
              <a:gdLst>
                <a:gd name="T0" fmla="*/ 518 w 721"/>
                <a:gd name="T1" fmla="*/ 321 h 522"/>
                <a:gd name="T2" fmla="*/ 536 w 721"/>
                <a:gd name="T3" fmla="*/ 387 h 522"/>
                <a:gd name="T4" fmla="*/ 575 w 721"/>
                <a:gd name="T5" fmla="*/ 455 h 522"/>
                <a:gd name="T6" fmla="*/ 622 w 721"/>
                <a:gd name="T7" fmla="*/ 498 h 522"/>
                <a:gd name="T8" fmla="*/ 664 w 721"/>
                <a:gd name="T9" fmla="*/ 519 h 522"/>
                <a:gd name="T10" fmla="*/ 699 w 721"/>
                <a:gd name="T11" fmla="*/ 522 h 522"/>
                <a:gd name="T12" fmla="*/ 719 w 721"/>
                <a:gd name="T13" fmla="*/ 510 h 522"/>
                <a:gd name="T14" fmla="*/ 717 w 721"/>
                <a:gd name="T15" fmla="*/ 488 h 522"/>
                <a:gd name="T16" fmla="*/ 698 w 721"/>
                <a:gd name="T17" fmla="*/ 444 h 522"/>
                <a:gd name="T18" fmla="*/ 682 w 721"/>
                <a:gd name="T19" fmla="*/ 342 h 522"/>
                <a:gd name="T20" fmla="*/ 685 w 721"/>
                <a:gd name="T21" fmla="*/ 242 h 522"/>
                <a:gd name="T22" fmla="*/ 697 w 721"/>
                <a:gd name="T23" fmla="*/ 155 h 522"/>
                <a:gd name="T24" fmla="*/ 699 w 721"/>
                <a:gd name="T25" fmla="*/ 112 h 522"/>
                <a:gd name="T26" fmla="*/ 687 w 721"/>
                <a:gd name="T27" fmla="*/ 82 h 522"/>
                <a:gd name="T28" fmla="*/ 664 w 721"/>
                <a:gd name="T29" fmla="*/ 59 h 522"/>
                <a:gd name="T30" fmla="*/ 622 w 721"/>
                <a:gd name="T31" fmla="*/ 34 h 522"/>
                <a:gd name="T32" fmla="*/ 574 w 721"/>
                <a:gd name="T33" fmla="*/ 25 h 522"/>
                <a:gd name="T34" fmla="*/ 553 w 721"/>
                <a:gd name="T35" fmla="*/ 38 h 522"/>
                <a:gd name="T36" fmla="*/ 510 w 721"/>
                <a:gd name="T37" fmla="*/ 116 h 522"/>
                <a:gd name="T38" fmla="*/ 432 w 721"/>
                <a:gd name="T39" fmla="*/ 216 h 522"/>
                <a:gd name="T40" fmla="*/ 343 w 721"/>
                <a:gd name="T41" fmla="*/ 300 h 522"/>
                <a:gd name="T42" fmla="*/ 291 w 721"/>
                <a:gd name="T43" fmla="*/ 334 h 522"/>
                <a:gd name="T44" fmla="*/ 254 w 721"/>
                <a:gd name="T45" fmla="*/ 345 h 522"/>
                <a:gd name="T46" fmla="*/ 222 w 721"/>
                <a:gd name="T47" fmla="*/ 342 h 522"/>
                <a:gd name="T48" fmla="*/ 197 w 721"/>
                <a:gd name="T49" fmla="*/ 326 h 522"/>
                <a:gd name="T50" fmla="*/ 183 w 721"/>
                <a:gd name="T51" fmla="*/ 290 h 522"/>
                <a:gd name="T52" fmla="*/ 183 w 721"/>
                <a:gd name="T53" fmla="*/ 242 h 522"/>
                <a:gd name="T54" fmla="*/ 195 w 721"/>
                <a:gd name="T55" fmla="*/ 187 h 522"/>
                <a:gd name="T56" fmla="*/ 225 w 721"/>
                <a:gd name="T57" fmla="*/ 111 h 522"/>
                <a:gd name="T58" fmla="*/ 231 w 721"/>
                <a:gd name="T59" fmla="*/ 83 h 522"/>
                <a:gd name="T60" fmla="*/ 225 w 721"/>
                <a:gd name="T61" fmla="*/ 58 h 522"/>
                <a:gd name="T62" fmla="*/ 205 w 721"/>
                <a:gd name="T63" fmla="*/ 36 h 522"/>
                <a:gd name="T64" fmla="*/ 163 w 721"/>
                <a:gd name="T65" fmla="*/ 12 h 522"/>
                <a:gd name="T66" fmla="*/ 123 w 721"/>
                <a:gd name="T67" fmla="*/ 1 h 522"/>
                <a:gd name="T68" fmla="*/ 91 w 721"/>
                <a:gd name="T69" fmla="*/ 5 h 522"/>
                <a:gd name="T70" fmla="*/ 68 w 721"/>
                <a:gd name="T71" fmla="*/ 26 h 522"/>
                <a:gd name="T72" fmla="*/ 42 w 721"/>
                <a:gd name="T73" fmla="*/ 90 h 522"/>
                <a:gd name="T74" fmla="*/ 9 w 721"/>
                <a:gd name="T75" fmla="*/ 214 h 522"/>
                <a:gd name="T76" fmla="*/ 0 w 721"/>
                <a:gd name="T77" fmla="*/ 279 h 522"/>
                <a:gd name="T78" fmla="*/ 5 w 721"/>
                <a:gd name="T79" fmla="*/ 313 h 522"/>
                <a:gd name="T80" fmla="*/ 34 w 721"/>
                <a:gd name="T81" fmla="*/ 375 h 522"/>
                <a:gd name="T82" fmla="*/ 73 w 721"/>
                <a:gd name="T83" fmla="*/ 418 h 522"/>
                <a:gd name="T84" fmla="*/ 112 w 721"/>
                <a:gd name="T85" fmla="*/ 446 h 522"/>
                <a:gd name="T86" fmla="*/ 155 w 721"/>
                <a:gd name="T87" fmla="*/ 466 h 522"/>
                <a:gd name="T88" fmla="*/ 198 w 721"/>
                <a:gd name="T89" fmla="*/ 475 h 522"/>
                <a:gd name="T90" fmla="*/ 251 w 721"/>
                <a:gd name="T91" fmla="*/ 469 h 522"/>
                <a:gd name="T92" fmla="*/ 316 w 721"/>
                <a:gd name="T93" fmla="*/ 440 h 522"/>
                <a:gd name="T94" fmla="*/ 394 w 721"/>
                <a:gd name="T95" fmla="*/ 388 h 522"/>
                <a:gd name="T96" fmla="*/ 483 w 721"/>
                <a:gd name="T97" fmla="*/ 313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721" h="522">
                  <a:moveTo>
                    <a:pt x="515" y="282"/>
                  </a:moveTo>
                  <a:lnTo>
                    <a:pt x="516" y="294"/>
                  </a:lnTo>
                  <a:lnTo>
                    <a:pt x="516" y="307"/>
                  </a:lnTo>
                  <a:lnTo>
                    <a:pt x="518" y="321"/>
                  </a:lnTo>
                  <a:lnTo>
                    <a:pt x="520" y="332"/>
                  </a:lnTo>
                  <a:lnTo>
                    <a:pt x="522" y="344"/>
                  </a:lnTo>
                  <a:lnTo>
                    <a:pt x="528" y="367"/>
                  </a:lnTo>
                  <a:lnTo>
                    <a:pt x="536" y="387"/>
                  </a:lnTo>
                  <a:lnTo>
                    <a:pt x="544" y="406"/>
                  </a:lnTo>
                  <a:lnTo>
                    <a:pt x="553" y="424"/>
                  </a:lnTo>
                  <a:lnTo>
                    <a:pt x="564" y="440"/>
                  </a:lnTo>
                  <a:lnTo>
                    <a:pt x="575" y="455"/>
                  </a:lnTo>
                  <a:lnTo>
                    <a:pt x="587" y="468"/>
                  </a:lnTo>
                  <a:lnTo>
                    <a:pt x="599" y="480"/>
                  </a:lnTo>
                  <a:lnTo>
                    <a:pt x="610" y="490"/>
                  </a:lnTo>
                  <a:lnTo>
                    <a:pt x="622" y="498"/>
                  </a:lnTo>
                  <a:lnTo>
                    <a:pt x="634" y="505"/>
                  </a:lnTo>
                  <a:lnTo>
                    <a:pt x="645" y="511"/>
                  </a:lnTo>
                  <a:lnTo>
                    <a:pt x="655" y="516"/>
                  </a:lnTo>
                  <a:lnTo>
                    <a:pt x="664" y="519"/>
                  </a:lnTo>
                  <a:lnTo>
                    <a:pt x="673" y="521"/>
                  </a:lnTo>
                  <a:lnTo>
                    <a:pt x="683" y="522"/>
                  </a:lnTo>
                  <a:lnTo>
                    <a:pt x="692" y="522"/>
                  </a:lnTo>
                  <a:lnTo>
                    <a:pt x="699" y="522"/>
                  </a:lnTo>
                  <a:lnTo>
                    <a:pt x="706" y="520"/>
                  </a:lnTo>
                  <a:lnTo>
                    <a:pt x="712" y="518"/>
                  </a:lnTo>
                  <a:lnTo>
                    <a:pt x="716" y="515"/>
                  </a:lnTo>
                  <a:lnTo>
                    <a:pt x="719" y="510"/>
                  </a:lnTo>
                  <a:lnTo>
                    <a:pt x="721" y="505"/>
                  </a:lnTo>
                  <a:lnTo>
                    <a:pt x="721" y="500"/>
                  </a:lnTo>
                  <a:lnTo>
                    <a:pt x="720" y="494"/>
                  </a:lnTo>
                  <a:lnTo>
                    <a:pt x="717" y="488"/>
                  </a:lnTo>
                  <a:lnTo>
                    <a:pt x="711" y="478"/>
                  </a:lnTo>
                  <a:lnTo>
                    <a:pt x="706" y="467"/>
                  </a:lnTo>
                  <a:lnTo>
                    <a:pt x="702" y="455"/>
                  </a:lnTo>
                  <a:lnTo>
                    <a:pt x="698" y="444"/>
                  </a:lnTo>
                  <a:lnTo>
                    <a:pt x="692" y="420"/>
                  </a:lnTo>
                  <a:lnTo>
                    <a:pt x="687" y="394"/>
                  </a:lnTo>
                  <a:lnTo>
                    <a:pt x="684" y="368"/>
                  </a:lnTo>
                  <a:lnTo>
                    <a:pt x="682" y="342"/>
                  </a:lnTo>
                  <a:lnTo>
                    <a:pt x="682" y="315"/>
                  </a:lnTo>
                  <a:lnTo>
                    <a:pt x="682" y="290"/>
                  </a:lnTo>
                  <a:lnTo>
                    <a:pt x="683" y="265"/>
                  </a:lnTo>
                  <a:lnTo>
                    <a:pt x="685" y="242"/>
                  </a:lnTo>
                  <a:lnTo>
                    <a:pt x="687" y="221"/>
                  </a:lnTo>
                  <a:lnTo>
                    <a:pt x="690" y="202"/>
                  </a:lnTo>
                  <a:lnTo>
                    <a:pt x="694" y="172"/>
                  </a:lnTo>
                  <a:lnTo>
                    <a:pt x="697" y="155"/>
                  </a:lnTo>
                  <a:lnTo>
                    <a:pt x="699" y="143"/>
                  </a:lnTo>
                  <a:lnTo>
                    <a:pt x="700" y="132"/>
                  </a:lnTo>
                  <a:lnTo>
                    <a:pt x="700" y="122"/>
                  </a:lnTo>
                  <a:lnTo>
                    <a:pt x="699" y="112"/>
                  </a:lnTo>
                  <a:lnTo>
                    <a:pt x="697" y="103"/>
                  </a:lnTo>
                  <a:lnTo>
                    <a:pt x="695" y="96"/>
                  </a:lnTo>
                  <a:lnTo>
                    <a:pt x="691" y="89"/>
                  </a:lnTo>
                  <a:lnTo>
                    <a:pt x="687" y="82"/>
                  </a:lnTo>
                  <a:lnTo>
                    <a:pt x="682" y="76"/>
                  </a:lnTo>
                  <a:lnTo>
                    <a:pt x="676" y="69"/>
                  </a:lnTo>
                  <a:lnTo>
                    <a:pt x="671" y="64"/>
                  </a:lnTo>
                  <a:lnTo>
                    <a:pt x="664" y="59"/>
                  </a:lnTo>
                  <a:lnTo>
                    <a:pt x="651" y="50"/>
                  </a:lnTo>
                  <a:lnTo>
                    <a:pt x="638" y="42"/>
                  </a:lnTo>
                  <a:lnTo>
                    <a:pt x="636" y="41"/>
                  </a:lnTo>
                  <a:lnTo>
                    <a:pt x="622" y="34"/>
                  </a:lnTo>
                  <a:lnTo>
                    <a:pt x="609" y="29"/>
                  </a:lnTo>
                  <a:lnTo>
                    <a:pt x="596" y="26"/>
                  </a:lnTo>
                  <a:lnTo>
                    <a:pt x="584" y="24"/>
                  </a:lnTo>
                  <a:lnTo>
                    <a:pt x="574" y="25"/>
                  </a:lnTo>
                  <a:lnTo>
                    <a:pt x="565" y="28"/>
                  </a:lnTo>
                  <a:lnTo>
                    <a:pt x="561" y="30"/>
                  </a:lnTo>
                  <a:lnTo>
                    <a:pt x="557" y="34"/>
                  </a:lnTo>
                  <a:lnTo>
                    <a:pt x="553" y="38"/>
                  </a:lnTo>
                  <a:lnTo>
                    <a:pt x="551" y="43"/>
                  </a:lnTo>
                  <a:lnTo>
                    <a:pt x="540" y="66"/>
                  </a:lnTo>
                  <a:lnTo>
                    <a:pt x="526" y="91"/>
                  </a:lnTo>
                  <a:lnTo>
                    <a:pt x="510" y="116"/>
                  </a:lnTo>
                  <a:lnTo>
                    <a:pt x="493" y="142"/>
                  </a:lnTo>
                  <a:lnTo>
                    <a:pt x="473" y="167"/>
                  </a:lnTo>
                  <a:lnTo>
                    <a:pt x="453" y="192"/>
                  </a:lnTo>
                  <a:lnTo>
                    <a:pt x="432" y="216"/>
                  </a:lnTo>
                  <a:lnTo>
                    <a:pt x="409" y="240"/>
                  </a:lnTo>
                  <a:lnTo>
                    <a:pt x="388" y="262"/>
                  </a:lnTo>
                  <a:lnTo>
                    <a:pt x="365" y="282"/>
                  </a:lnTo>
                  <a:lnTo>
                    <a:pt x="343" y="300"/>
                  </a:lnTo>
                  <a:lnTo>
                    <a:pt x="322" y="315"/>
                  </a:lnTo>
                  <a:lnTo>
                    <a:pt x="310" y="323"/>
                  </a:lnTo>
                  <a:lnTo>
                    <a:pt x="300" y="329"/>
                  </a:lnTo>
                  <a:lnTo>
                    <a:pt x="291" y="334"/>
                  </a:lnTo>
                  <a:lnTo>
                    <a:pt x="281" y="338"/>
                  </a:lnTo>
                  <a:lnTo>
                    <a:pt x="272" y="341"/>
                  </a:lnTo>
                  <a:lnTo>
                    <a:pt x="262" y="344"/>
                  </a:lnTo>
                  <a:lnTo>
                    <a:pt x="254" y="345"/>
                  </a:lnTo>
                  <a:lnTo>
                    <a:pt x="246" y="346"/>
                  </a:lnTo>
                  <a:lnTo>
                    <a:pt x="238" y="345"/>
                  </a:lnTo>
                  <a:lnTo>
                    <a:pt x="230" y="344"/>
                  </a:lnTo>
                  <a:lnTo>
                    <a:pt x="222" y="342"/>
                  </a:lnTo>
                  <a:lnTo>
                    <a:pt x="214" y="339"/>
                  </a:lnTo>
                  <a:lnTo>
                    <a:pt x="208" y="336"/>
                  </a:lnTo>
                  <a:lnTo>
                    <a:pt x="202" y="331"/>
                  </a:lnTo>
                  <a:lnTo>
                    <a:pt x="197" y="326"/>
                  </a:lnTo>
                  <a:lnTo>
                    <a:pt x="193" y="320"/>
                  </a:lnTo>
                  <a:lnTo>
                    <a:pt x="188" y="310"/>
                  </a:lnTo>
                  <a:lnTo>
                    <a:pt x="185" y="301"/>
                  </a:lnTo>
                  <a:lnTo>
                    <a:pt x="183" y="290"/>
                  </a:lnTo>
                  <a:lnTo>
                    <a:pt x="181" y="279"/>
                  </a:lnTo>
                  <a:lnTo>
                    <a:pt x="181" y="267"/>
                  </a:lnTo>
                  <a:lnTo>
                    <a:pt x="181" y="255"/>
                  </a:lnTo>
                  <a:lnTo>
                    <a:pt x="183" y="242"/>
                  </a:lnTo>
                  <a:lnTo>
                    <a:pt x="185" y="229"/>
                  </a:lnTo>
                  <a:lnTo>
                    <a:pt x="187" y="214"/>
                  </a:lnTo>
                  <a:lnTo>
                    <a:pt x="191" y="201"/>
                  </a:lnTo>
                  <a:lnTo>
                    <a:pt x="195" y="187"/>
                  </a:lnTo>
                  <a:lnTo>
                    <a:pt x="199" y="174"/>
                  </a:lnTo>
                  <a:lnTo>
                    <a:pt x="209" y="146"/>
                  </a:lnTo>
                  <a:lnTo>
                    <a:pt x="221" y="120"/>
                  </a:lnTo>
                  <a:lnTo>
                    <a:pt x="225" y="111"/>
                  </a:lnTo>
                  <a:lnTo>
                    <a:pt x="227" y="104"/>
                  </a:lnTo>
                  <a:lnTo>
                    <a:pt x="229" y="97"/>
                  </a:lnTo>
                  <a:lnTo>
                    <a:pt x="231" y="90"/>
                  </a:lnTo>
                  <a:lnTo>
                    <a:pt x="231" y="83"/>
                  </a:lnTo>
                  <a:lnTo>
                    <a:pt x="231" y="77"/>
                  </a:lnTo>
                  <a:lnTo>
                    <a:pt x="229" y="71"/>
                  </a:lnTo>
                  <a:lnTo>
                    <a:pt x="228" y="64"/>
                  </a:lnTo>
                  <a:lnTo>
                    <a:pt x="225" y="58"/>
                  </a:lnTo>
                  <a:lnTo>
                    <a:pt x="221" y="52"/>
                  </a:lnTo>
                  <a:lnTo>
                    <a:pt x="216" y="47"/>
                  </a:lnTo>
                  <a:lnTo>
                    <a:pt x="211" y="42"/>
                  </a:lnTo>
                  <a:lnTo>
                    <a:pt x="205" y="36"/>
                  </a:lnTo>
                  <a:lnTo>
                    <a:pt x="198" y="31"/>
                  </a:lnTo>
                  <a:lnTo>
                    <a:pt x="190" y="26"/>
                  </a:lnTo>
                  <a:lnTo>
                    <a:pt x="181" y="20"/>
                  </a:lnTo>
                  <a:lnTo>
                    <a:pt x="163" y="12"/>
                  </a:lnTo>
                  <a:lnTo>
                    <a:pt x="146" y="5"/>
                  </a:lnTo>
                  <a:lnTo>
                    <a:pt x="138" y="3"/>
                  </a:lnTo>
                  <a:lnTo>
                    <a:pt x="130" y="2"/>
                  </a:lnTo>
                  <a:lnTo>
                    <a:pt x="123" y="1"/>
                  </a:lnTo>
                  <a:lnTo>
                    <a:pt x="115" y="0"/>
                  </a:lnTo>
                  <a:lnTo>
                    <a:pt x="106" y="1"/>
                  </a:lnTo>
                  <a:lnTo>
                    <a:pt x="98" y="2"/>
                  </a:lnTo>
                  <a:lnTo>
                    <a:pt x="91" y="5"/>
                  </a:lnTo>
                  <a:lnTo>
                    <a:pt x="84" y="8"/>
                  </a:lnTo>
                  <a:lnTo>
                    <a:pt x="78" y="13"/>
                  </a:lnTo>
                  <a:lnTo>
                    <a:pt x="73" y="18"/>
                  </a:lnTo>
                  <a:lnTo>
                    <a:pt x="68" y="26"/>
                  </a:lnTo>
                  <a:lnTo>
                    <a:pt x="63" y="33"/>
                  </a:lnTo>
                  <a:lnTo>
                    <a:pt x="57" y="48"/>
                  </a:lnTo>
                  <a:lnTo>
                    <a:pt x="50" y="66"/>
                  </a:lnTo>
                  <a:lnTo>
                    <a:pt x="42" y="90"/>
                  </a:lnTo>
                  <a:lnTo>
                    <a:pt x="34" y="116"/>
                  </a:lnTo>
                  <a:lnTo>
                    <a:pt x="25" y="146"/>
                  </a:lnTo>
                  <a:lnTo>
                    <a:pt x="17" y="179"/>
                  </a:lnTo>
                  <a:lnTo>
                    <a:pt x="9" y="214"/>
                  </a:lnTo>
                  <a:lnTo>
                    <a:pt x="2" y="252"/>
                  </a:lnTo>
                  <a:lnTo>
                    <a:pt x="1" y="260"/>
                  </a:lnTo>
                  <a:lnTo>
                    <a:pt x="0" y="270"/>
                  </a:lnTo>
                  <a:lnTo>
                    <a:pt x="0" y="279"/>
                  </a:lnTo>
                  <a:lnTo>
                    <a:pt x="1" y="287"/>
                  </a:lnTo>
                  <a:lnTo>
                    <a:pt x="2" y="296"/>
                  </a:lnTo>
                  <a:lnTo>
                    <a:pt x="3" y="305"/>
                  </a:lnTo>
                  <a:lnTo>
                    <a:pt x="5" y="313"/>
                  </a:lnTo>
                  <a:lnTo>
                    <a:pt x="8" y="323"/>
                  </a:lnTo>
                  <a:lnTo>
                    <a:pt x="14" y="340"/>
                  </a:lnTo>
                  <a:lnTo>
                    <a:pt x="24" y="357"/>
                  </a:lnTo>
                  <a:lnTo>
                    <a:pt x="34" y="375"/>
                  </a:lnTo>
                  <a:lnTo>
                    <a:pt x="46" y="391"/>
                  </a:lnTo>
                  <a:lnTo>
                    <a:pt x="55" y="400"/>
                  </a:lnTo>
                  <a:lnTo>
                    <a:pt x="63" y="408"/>
                  </a:lnTo>
                  <a:lnTo>
                    <a:pt x="73" y="418"/>
                  </a:lnTo>
                  <a:lnTo>
                    <a:pt x="83" y="425"/>
                  </a:lnTo>
                  <a:lnTo>
                    <a:pt x="92" y="433"/>
                  </a:lnTo>
                  <a:lnTo>
                    <a:pt x="102" y="440"/>
                  </a:lnTo>
                  <a:lnTo>
                    <a:pt x="112" y="446"/>
                  </a:lnTo>
                  <a:lnTo>
                    <a:pt x="124" y="452"/>
                  </a:lnTo>
                  <a:lnTo>
                    <a:pt x="134" y="457"/>
                  </a:lnTo>
                  <a:lnTo>
                    <a:pt x="145" y="461"/>
                  </a:lnTo>
                  <a:lnTo>
                    <a:pt x="155" y="466"/>
                  </a:lnTo>
                  <a:lnTo>
                    <a:pt x="166" y="469"/>
                  </a:lnTo>
                  <a:lnTo>
                    <a:pt x="177" y="472"/>
                  </a:lnTo>
                  <a:lnTo>
                    <a:pt x="188" y="474"/>
                  </a:lnTo>
                  <a:lnTo>
                    <a:pt x="198" y="475"/>
                  </a:lnTo>
                  <a:lnTo>
                    <a:pt x="208" y="475"/>
                  </a:lnTo>
                  <a:lnTo>
                    <a:pt x="222" y="475"/>
                  </a:lnTo>
                  <a:lnTo>
                    <a:pt x="236" y="473"/>
                  </a:lnTo>
                  <a:lnTo>
                    <a:pt x="251" y="469"/>
                  </a:lnTo>
                  <a:lnTo>
                    <a:pt x="266" y="463"/>
                  </a:lnTo>
                  <a:lnTo>
                    <a:pt x="283" y="457"/>
                  </a:lnTo>
                  <a:lnTo>
                    <a:pt x="299" y="449"/>
                  </a:lnTo>
                  <a:lnTo>
                    <a:pt x="316" y="440"/>
                  </a:lnTo>
                  <a:lnTo>
                    <a:pt x="335" y="430"/>
                  </a:lnTo>
                  <a:lnTo>
                    <a:pt x="354" y="418"/>
                  </a:lnTo>
                  <a:lnTo>
                    <a:pt x="374" y="403"/>
                  </a:lnTo>
                  <a:lnTo>
                    <a:pt x="394" y="388"/>
                  </a:lnTo>
                  <a:lnTo>
                    <a:pt x="414" y="372"/>
                  </a:lnTo>
                  <a:lnTo>
                    <a:pt x="437" y="353"/>
                  </a:lnTo>
                  <a:lnTo>
                    <a:pt x="459" y="334"/>
                  </a:lnTo>
                  <a:lnTo>
                    <a:pt x="483" y="313"/>
                  </a:lnTo>
                  <a:lnTo>
                    <a:pt x="506" y="291"/>
                  </a:lnTo>
                  <a:lnTo>
                    <a:pt x="515" y="28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38" name="Freeform 42"/>
            <p:cNvSpPr>
              <a:spLocks/>
            </p:cNvSpPr>
            <p:nvPr userDrawn="1"/>
          </p:nvSpPr>
          <p:spPr bwMode="gray">
            <a:xfrm>
              <a:off x="6739" y="604"/>
              <a:ext cx="18" cy="42"/>
            </a:xfrm>
            <a:custGeom>
              <a:avLst/>
              <a:gdLst>
                <a:gd name="T0" fmla="*/ 85 w 214"/>
                <a:gd name="T1" fmla="*/ 0 h 504"/>
                <a:gd name="T2" fmla="*/ 74 w 214"/>
                <a:gd name="T3" fmla="*/ 2 h 504"/>
                <a:gd name="T4" fmla="*/ 65 w 214"/>
                <a:gd name="T5" fmla="*/ 6 h 504"/>
                <a:gd name="T6" fmla="*/ 56 w 214"/>
                <a:gd name="T7" fmla="*/ 13 h 504"/>
                <a:gd name="T8" fmla="*/ 44 w 214"/>
                <a:gd name="T9" fmla="*/ 29 h 504"/>
                <a:gd name="T10" fmla="*/ 31 w 214"/>
                <a:gd name="T11" fmla="*/ 57 h 504"/>
                <a:gd name="T12" fmla="*/ 19 w 214"/>
                <a:gd name="T13" fmla="*/ 102 h 504"/>
                <a:gd name="T14" fmla="*/ 9 w 214"/>
                <a:gd name="T15" fmla="*/ 155 h 504"/>
                <a:gd name="T16" fmla="*/ 2 w 214"/>
                <a:gd name="T17" fmla="*/ 206 h 504"/>
                <a:gd name="T18" fmla="*/ 0 w 214"/>
                <a:gd name="T19" fmla="*/ 254 h 504"/>
                <a:gd name="T20" fmla="*/ 2 w 214"/>
                <a:gd name="T21" fmla="*/ 299 h 504"/>
                <a:gd name="T22" fmla="*/ 9 w 214"/>
                <a:gd name="T23" fmla="*/ 341 h 504"/>
                <a:gd name="T24" fmla="*/ 19 w 214"/>
                <a:gd name="T25" fmla="*/ 380 h 504"/>
                <a:gd name="T26" fmla="*/ 33 w 214"/>
                <a:gd name="T27" fmla="*/ 413 h 504"/>
                <a:gd name="T28" fmla="*/ 51 w 214"/>
                <a:gd name="T29" fmla="*/ 443 h 504"/>
                <a:gd name="T30" fmla="*/ 74 w 214"/>
                <a:gd name="T31" fmla="*/ 468 h 504"/>
                <a:gd name="T32" fmla="*/ 100 w 214"/>
                <a:gd name="T33" fmla="*/ 486 h 504"/>
                <a:gd name="T34" fmla="*/ 130 w 214"/>
                <a:gd name="T35" fmla="*/ 498 h 504"/>
                <a:gd name="T36" fmla="*/ 154 w 214"/>
                <a:gd name="T37" fmla="*/ 504 h 504"/>
                <a:gd name="T38" fmla="*/ 171 w 214"/>
                <a:gd name="T39" fmla="*/ 504 h 504"/>
                <a:gd name="T40" fmla="*/ 184 w 214"/>
                <a:gd name="T41" fmla="*/ 502 h 504"/>
                <a:gd name="T42" fmla="*/ 194 w 214"/>
                <a:gd name="T43" fmla="*/ 497 h 504"/>
                <a:gd name="T44" fmla="*/ 199 w 214"/>
                <a:gd name="T45" fmla="*/ 488 h 504"/>
                <a:gd name="T46" fmla="*/ 199 w 214"/>
                <a:gd name="T47" fmla="*/ 479 h 504"/>
                <a:gd name="T48" fmla="*/ 191 w 214"/>
                <a:gd name="T49" fmla="*/ 459 h 504"/>
                <a:gd name="T50" fmla="*/ 180 w 214"/>
                <a:gd name="T51" fmla="*/ 424 h 504"/>
                <a:gd name="T52" fmla="*/ 172 w 214"/>
                <a:gd name="T53" fmla="*/ 384 h 504"/>
                <a:gd name="T54" fmla="*/ 167 w 214"/>
                <a:gd name="T55" fmla="*/ 341 h 504"/>
                <a:gd name="T56" fmla="*/ 167 w 214"/>
                <a:gd name="T57" fmla="*/ 295 h 504"/>
                <a:gd name="T58" fmla="*/ 170 w 214"/>
                <a:gd name="T59" fmla="*/ 249 h 504"/>
                <a:gd name="T60" fmla="*/ 179 w 214"/>
                <a:gd name="T61" fmla="*/ 202 h 504"/>
                <a:gd name="T62" fmla="*/ 192 w 214"/>
                <a:gd name="T63" fmla="*/ 157 h 504"/>
                <a:gd name="T64" fmla="*/ 205 w 214"/>
                <a:gd name="T65" fmla="*/ 125 h 504"/>
                <a:gd name="T66" fmla="*/ 212 w 214"/>
                <a:gd name="T67" fmla="*/ 104 h 504"/>
                <a:gd name="T68" fmla="*/ 214 w 214"/>
                <a:gd name="T69" fmla="*/ 87 h 504"/>
                <a:gd name="T70" fmla="*/ 212 w 214"/>
                <a:gd name="T71" fmla="*/ 72 h 504"/>
                <a:gd name="T72" fmla="*/ 206 w 214"/>
                <a:gd name="T73" fmla="*/ 57 h 504"/>
                <a:gd name="T74" fmla="*/ 196 w 214"/>
                <a:gd name="T75" fmla="*/ 45 h 504"/>
                <a:gd name="T76" fmla="*/ 183 w 214"/>
                <a:gd name="T77" fmla="*/ 34 h 504"/>
                <a:gd name="T78" fmla="*/ 165 w 214"/>
                <a:gd name="T79" fmla="*/ 23 h 504"/>
                <a:gd name="T80" fmla="*/ 136 w 214"/>
                <a:gd name="T81" fmla="*/ 9 h 504"/>
                <a:gd name="T82" fmla="*/ 104 w 214"/>
                <a:gd name="T83" fmla="*/ 1 h 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14" h="504">
                  <a:moveTo>
                    <a:pt x="91" y="0"/>
                  </a:moveTo>
                  <a:lnTo>
                    <a:pt x="85" y="0"/>
                  </a:lnTo>
                  <a:lnTo>
                    <a:pt x="80" y="1"/>
                  </a:lnTo>
                  <a:lnTo>
                    <a:pt x="74" y="2"/>
                  </a:lnTo>
                  <a:lnTo>
                    <a:pt x="69" y="4"/>
                  </a:lnTo>
                  <a:lnTo>
                    <a:pt x="65" y="6"/>
                  </a:lnTo>
                  <a:lnTo>
                    <a:pt x="60" y="9"/>
                  </a:lnTo>
                  <a:lnTo>
                    <a:pt x="56" y="13"/>
                  </a:lnTo>
                  <a:lnTo>
                    <a:pt x="51" y="17"/>
                  </a:lnTo>
                  <a:lnTo>
                    <a:pt x="44" y="29"/>
                  </a:lnTo>
                  <a:lnTo>
                    <a:pt x="37" y="41"/>
                  </a:lnTo>
                  <a:lnTo>
                    <a:pt x="31" y="57"/>
                  </a:lnTo>
                  <a:lnTo>
                    <a:pt x="26" y="76"/>
                  </a:lnTo>
                  <a:lnTo>
                    <a:pt x="19" y="102"/>
                  </a:lnTo>
                  <a:lnTo>
                    <a:pt x="13" y="130"/>
                  </a:lnTo>
                  <a:lnTo>
                    <a:pt x="9" y="155"/>
                  </a:lnTo>
                  <a:lnTo>
                    <a:pt x="5" y="181"/>
                  </a:lnTo>
                  <a:lnTo>
                    <a:pt x="2" y="206"/>
                  </a:lnTo>
                  <a:lnTo>
                    <a:pt x="0" y="231"/>
                  </a:lnTo>
                  <a:lnTo>
                    <a:pt x="0" y="254"/>
                  </a:lnTo>
                  <a:lnTo>
                    <a:pt x="0" y="278"/>
                  </a:lnTo>
                  <a:lnTo>
                    <a:pt x="2" y="299"/>
                  </a:lnTo>
                  <a:lnTo>
                    <a:pt x="5" y="321"/>
                  </a:lnTo>
                  <a:lnTo>
                    <a:pt x="9" y="341"/>
                  </a:lnTo>
                  <a:lnTo>
                    <a:pt x="14" y="360"/>
                  </a:lnTo>
                  <a:lnTo>
                    <a:pt x="19" y="380"/>
                  </a:lnTo>
                  <a:lnTo>
                    <a:pt x="26" y="397"/>
                  </a:lnTo>
                  <a:lnTo>
                    <a:pt x="33" y="413"/>
                  </a:lnTo>
                  <a:lnTo>
                    <a:pt x="42" y="429"/>
                  </a:lnTo>
                  <a:lnTo>
                    <a:pt x="51" y="443"/>
                  </a:lnTo>
                  <a:lnTo>
                    <a:pt x="63" y="456"/>
                  </a:lnTo>
                  <a:lnTo>
                    <a:pt x="74" y="468"/>
                  </a:lnTo>
                  <a:lnTo>
                    <a:pt x="87" y="478"/>
                  </a:lnTo>
                  <a:lnTo>
                    <a:pt x="100" y="486"/>
                  </a:lnTo>
                  <a:lnTo>
                    <a:pt x="115" y="493"/>
                  </a:lnTo>
                  <a:lnTo>
                    <a:pt x="130" y="498"/>
                  </a:lnTo>
                  <a:lnTo>
                    <a:pt x="145" y="502"/>
                  </a:lnTo>
                  <a:lnTo>
                    <a:pt x="154" y="504"/>
                  </a:lnTo>
                  <a:lnTo>
                    <a:pt x="164" y="504"/>
                  </a:lnTo>
                  <a:lnTo>
                    <a:pt x="171" y="504"/>
                  </a:lnTo>
                  <a:lnTo>
                    <a:pt x="178" y="503"/>
                  </a:lnTo>
                  <a:lnTo>
                    <a:pt x="184" y="502"/>
                  </a:lnTo>
                  <a:lnTo>
                    <a:pt x="190" y="500"/>
                  </a:lnTo>
                  <a:lnTo>
                    <a:pt x="194" y="497"/>
                  </a:lnTo>
                  <a:lnTo>
                    <a:pt x="197" y="493"/>
                  </a:lnTo>
                  <a:lnTo>
                    <a:pt x="199" y="488"/>
                  </a:lnTo>
                  <a:lnTo>
                    <a:pt x="199" y="484"/>
                  </a:lnTo>
                  <a:lnTo>
                    <a:pt x="199" y="479"/>
                  </a:lnTo>
                  <a:lnTo>
                    <a:pt x="197" y="475"/>
                  </a:lnTo>
                  <a:lnTo>
                    <a:pt x="191" y="459"/>
                  </a:lnTo>
                  <a:lnTo>
                    <a:pt x="185" y="442"/>
                  </a:lnTo>
                  <a:lnTo>
                    <a:pt x="180" y="424"/>
                  </a:lnTo>
                  <a:lnTo>
                    <a:pt x="175" y="404"/>
                  </a:lnTo>
                  <a:lnTo>
                    <a:pt x="172" y="384"/>
                  </a:lnTo>
                  <a:lnTo>
                    <a:pt x="169" y="362"/>
                  </a:lnTo>
                  <a:lnTo>
                    <a:pt x="167" y="341"/>
                  </a:lnTo>
                  <a:lnTo>
                    <a:pt x="167" y="319"/>
                  </a:lnTo>
                  <a:lnTo>
                    <a:pt x="167" y="295"/>
                  </a:lnTo>
                  <a:lnTo>
                    <a:pt x="168" y="273"/>
                  </a:lnTo>
                  <a:lnTo>
                    <a:pt x="170" y="249"/>
                  </a:lnTo>
                  <a:lnTo>
                    <a:pt x="174" y="226"/>
                  </a:lnTo>
                  <a:lnTo>
                    <a:pt x="179" y="202"/>
                  </a:lnTo>
                  <a:lnTo>
                    <a:pt x="185" y="180"/>
                  </a:lnTo>
                  <a:lnTo>
                    <a:pt x="192" y="157"/>
                  </a:lnTo>
                  <a:lnTo>
                    <a:pt x="200" y="135"/>
                  </a:lnTo>
                  <a:lnTo>
                    <a:pt x="205" y="125"/>
                  </a:lnTo>
                  <a:lnTo>
                    <a:pt x="209" y="114"/>
                  </a:lnTo>
                  <a:lnTo>
                    <a:pt x="212" y="104"/>
                  </a:lnTo>
                  <a:lnTo>
                    <a:pt x="213" y="96"/>
                  </a:lnTo>
                  <a:lnTo>
                    <a:pt x="214" y="87"/>
                  </a:lnTo>
                  <a:lnTo>
                    <a:pt x="214" y="79"/>
                  </a:lnTo>
                  <a:lnTo>
                    <a:pt x="212" y="72"/>
                  </a:lnTo>
                  <a:lnTo>
                    <a:pt x="210" y="64"/>
                  </a:lnTo>
                  <a:lnTo>
                    <a:pt x="206" y="57"/>
                  </a:lnTo>
                  <a:lnTo>
                    <a:pt x="202" y="51"/>
                  </a:lnTo>
                  <a:lnTo>
                    <a:pt x="196" y="45"/>
                  </a:lnTo>
                  <a:lnTo>
                    <a:pt x="190" y="39"/>
                  </a:lnTo>
                  <a:lnTo>
                    <a:pt x="183" y="34"/>
                  </a:lnTo>
                  <a:lnTo>
                    <a:pt x="175" y="28"/>
                  </a:lnTo>
                  <a:lnTo>
                    <a:pt x="165" y="23"/>
                  </a:lnTo>
                  <a:lnTo>
                    <a:pt x="154" y="17"/>
                  </a:lnTo>
                  <a:lnTo>
                    <a:pt x="136" y="9"/>
                  </a:lnTo>
                  <a:lnTo>
                    <a:pt x="119" y="4"/>
                  </a:lnTo>
                  <a:lnTo>
                    <a:pt x="104" y="1"/>
                  </a:lnTo>
                  <a:lnTo>
                    <a:pt x="9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39" name="Freeform 43"/>
            <p:cNvSpPr>
              <a:spLocks/>
            </p:cNvSpPr>
            <p:nvPr userDrawn="1"/>
          </p:nvSpPr>
          <p:spPr bwMode="gray">
            <a:xfrm>
              <a:off x="6966" y="608"/>
              <a:ext cx="26" cy="41"/>
            </a:xfrm>
            <a:custGeom>
              <a:avLst/>
              <a:gdLst>
                <a:gd name="T0" fmla="*/ 91 w 315"/>
                <a:gd name="T1" fmla="*/ 120 h 486"/>
                <a:gd name="T2" fmla="*/ 110 w 315"/>
                <a:gd name="T3" fmla="*/ 124 h 486"/>
                <a:gd name="T4" fmla="*/ 128 w 315"/>
                <a:gd name="T5" fmla="*/ 132 h 486"/>
                <a:gd name="T6" fmla="*/ 144 w 315"/>
                <a:gd name="T7" fmla="*/ 143 h 486"/>
                <a:gd name="T8" fmla="*/ 160 w 315"/>
                <a:gd name="T9" fmla="*/ 161 h 486"/>
                <a:gd name="T10" fmla="*/ 172 w 315"/>
                <a:gd name="T11" fmla="*/ 183 h 486"/>
                <a:gd name="T12" fmla="*/ 180 w 315"/>
                <a:gd name="T13" fmla="*/ 206 h 486"/>
                <a:gd name="T14" fmla="*/ 183 w 315"/>
                <a:gd name="T15" fmla="*/ 228 h 486"/>
                <a:gd name="T16" fmla="*/ 181 w 315"/>
                <a:gd name="T17" fmla="*/ 251 h 486"/>
                <a:gd name="T18" fmla="*/ 174 w 315"/>
                <a:gd name="T19" fmla="*/ 279 h 486"/>
                <a:gd name="T20" fmla="*/ 161 w 315"/>
                <a:gd name="T21" fmla="*/ 304 h 486"/>
                <a:gd name="T22" fmla="*/ 144 w 315"/>
                <a:gd name="T23" fmla="*/ 327 h 486"/>
                <a:gd name="T24" fmla="*/ 123 w 315"/>
                <a:gd name="T25" fmla="*/ 347 h 486"/>
                <a:gd name="T26" fmla="*/ 100 w 315"/>
                <a:gd name="T27" fmla="*/ 363 h 486"/>
                <a:gd name="T28" fmla="*/ 74 w 315"/>
                <a:gd name="T29" fmla="*/ 374 h 486"/>
                <a:gd name="T30" fmla="*/ 47 w 315"/>
                <a:gd name="T31" fmla="*/ 380 h 486"/>
                <a:gd name="T32" fmla="*/ 0 w 315"/>
                <a:gd name="T33" fmla="*/ 434 h 486"/>
                <a:gd name="T34" fmla="*/ 74 w 315"/>
                <a:gd name="T35" fmla="*/ 486 h 486"/>
                <a:gd name="T36" fmla="*/ 97 w 315"/>
                <a:gd name="T37" fmla="*/ 484 h 486"/>
                <a:gd name="T38" fmla="*/ 129 w 315"/>
                <a:gd name="T39" fmla="*/ 476 h 486"/>
                <a:gd name="T40" fmla="*/ 172 w 315"/>
                <a:gd name="T41" fmla="*/ 460 h 486"/>
                <a:gd name="T42" fmla="*/ 213 w 315"/>
                <a:gd name="T43" fmla="*/ 435 h 486"/>
                <a:gd name="T44" fmla="*/ 250 w 315"/>
                <a:gd name="T45" fmla="*/ 406 h 486"/>
                <a:gd name="T46" fmla="*/ 273 w 315"/>
                <a:gd name="T47" fmla="*/ 379 h 486"/>
                <a:gd name="T48" fmla="*/ 286 w 315"/>
                <a:gd name="T49" fmla="*/ 361 h 486"/>
                <a:gd name="T50" fmla="*/ 297 w 315"/>
                <a:gd name="T51" fmla="*/ 340 h 486"/>
                <a:gd name="T52" fmla="*/ 306 w 315"/>
                <a:gd name="T53" fmla="*/ 320 h 486"/>
                <a:gd name="T54" fmla="*/ 312 w 315"/>
                <a:gd name="T55" fmla="*/ 297 h 486"/>
                <a:gd name="T56" fmla="*/ 315 w 315"/>
                <a:gd name="T57" fmla="*/ 275 h 486"/>
                <a:gd name="T58" fmla="*/ 315 w 315"/>
                <a:gd name="T59" fmla="*/ 249 h 486"/>
                <a:gd name="T60" fmla="*/ 312 w 315"/>
                <a:gd name="T61" fmla="*/ 221 h 486"/>
                <a:gd name="T62" fmla="*/ 306 w 315"/>
                <a:gd name="T63" fmla="*/ 194 h 486"/>
                <a:gd name="T64" fmla="*/ 298 w 315"/>
                <a:gd name="T65" fmla="*/ 169 h 486"/>
                <a:gd name="T66" fmla="*/ 287 w 315"/>
                <a:gd name="T67" fmla="*/ 144 h 486"/>
                <a:gd name="T68" fmla="*/ 274 w 315"/>
                <a:gd name="T69" fmla="*/ 122 h 486"/>
                <a:gd name="T70" fmla="*/ 259 w 315"/>
                <a:gd name="T71" fmla="*/ 101 h 486"/>
                <a:gd name="T72" fmla="*/ 243 w 315"/>
                <a:gd name="T73" fmla="*/ 82 h 486"/>
                <a:gd name="T74" fmla="*/ 224 w 315"/>
                <a:gd name="T75" fmla="*/ 65 h 486"/>
                <a:gd name="T76" fmla="*/ 205 w 315"/>
                <a:gd name="T77" fmla="*/ 49 h 486"/>
                <a:gd name="T78" fmla="*/ 184 w 315"/>
                <a:gd name="T79" fmla="*/ 36 h 486"/>
                <a:gd name="T80" fmla="*/ 163 w 315"/>
                <a:gd name="T81" fmla="*/ 25 h 486"/>
                <a:gd name="T82" fmla="*/ 141 w 315"/>
                <a:gd name="T83" fmla="*/ 15 h 486"/>
                <a:gd name="T84" fmla="*/ 118 w 315"/>
                <a:gd name="T85" fmla="*/ 7 h 486"/>
                <a:gd name="T86" fmla="*/ 95 w 315"/>
                <a:gd name="T87" fmla="*/ 3 h 486"/>
                <a:gd name="T88" fmla="*/ 72 w 315"/>
                <a:gd name="T89" fmla="*/ 0 h 486"/>
                <a:gd name="T90" fmla="*/ 21 w 315"/>
                <a:gd name="T91" fmla="*/ 68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15" h="486">
                  <a:moveTo>
                    <a:pt x="80" y="120"/>
                  </a:moveTo>
                  <a:lnTo>
                    <a:pt x="91" y="120"/>
                  </a:lnTo>
                  <a:lnTo>
                    <a:pt x="101" y="122"/>
                  </a:lnTo>
                  <a:lnTo>
                    <a:pt x="110" y="124"/>
                  </a:lnTo>
                  <a:lnTo>
                    <a:pt x="119" y="128"/>
                  </a:lnTo>
                  <a:lnTo>
                    <a:pt x="128" y="132"/>
                  </a:lnTo>
                  <a:lnTo>
                    <a:pt x="136" y="137"/>
                  </a:lnTo>
                  <a:lnTo>
                    <a:pt x="144" y="143"/>
                  </a:lnTo>
                  <a:lnTo>
                    <a:pt x="151" y="150"/>
                  </a:lnTo>
                  <a:lnTo>
                    <a:pt x="160" y="161"/>
                  </a:lnTo>
                  <a:lnTo>
                    <a:pt x="167" y="172"/>
                  </a:lnTo>
                  <a:lnTo>
                    <a:pt x="172" y="183"/>
                  </a:lnTo>
                  <a:lnTo>
                    <a:pt x="177" y="194"/>
                  </a:lnTo>
                  <a:lnTo>
                    <a:pt x="180" y="206"/>
                  </a:lnTo>
                  <a:lnTo>
                    <a:pt x="182" y="218"/>
                  </a:lnTo>
                  <a:lnTo>
                    <a:pt x="183" y="228"/>
                  </a:lnTo>
                  <a:lnTo>
                    <a:pt x="183" y="237"/>
                  </a:lnTo>
                  <a:lnTo>
                    <a:pt x="181" y="251"/>
                  </a:lnTo>
                  <a:lnTo>
                    <a:pt x="178" y="266"/>
                  </a:lnTo>
                  <a:lnTo>
                    <a:pt x="174" y="279"/>
                  </a:lnTo>
                  <a:lnTo>
                    <a:pt x="168" y="292"/>
                  </a:lnTo>
                  <a:lnTo>
                    <a:pt x="161" y="304"/>
                  </a:lnTo>
                  <a:lnTo>
                    <a:pt x="153" y="317"/>
                  </a:lnTo>
                  <a:lnTo>
                    <a:pt x="144" y="327"/>
                  </a:lnTo>
                  <a:lnTo>
                    <a:pt x="134" y="338"/>
                  </a:lnTo>
                  <a:lnTo>
                    <a:pt x="123" y="347"/>
                  </a:lnTo>
                  <a:lnTo>
                    <a:pt x="112" y="355"/>
                  </a:lnTo>
                  <a:lnTo>
                    <a:pt x="100" y="363"/>
                  </a:lnTo>
                  <a:lnTo>
                    <a:pt x="87" y="369"/>
                  </a:lnTo>
                  <a:lnTo>
                    <a:pt x="74" y="374"/>
                  </a:lnTo>
                  <a:lnTo>
                    <a:pt x="61" y="378"/>
                  </a:lnTo>
                  <a:lnTo>
                    <a:pt x="47" y="380"/>
                  </a:lnTo>
                  <a:lnTo>
                    <a:pt x="33" y="381"/>
                  </a:lnTo>
                  <a:lnTo>
                    <a:pt x="0" y="434"/>
                  </a:lnTo>
                  <a:lnTo>
                    <a:pt x="64" y="486"/>
                  </a:lnTo>
                  <a:lnTo>
                    <a:pt x="74" y="486"/>
                  </a:lnTo>
                  <a:lnTo>
                    <a:pt x="85" y="485"/>
                  </a:lnTo>
                  <a:lnTo>
                    <a:pt x="97" y="484"/>
                  </a:lnTo>
                  <a:lnTo>
                    <a:pt x="107" y="482"/>
                  </a:lnTo>
                  <a:lnTo>
                    <a:pt x="129" y="476"/>
                  </a:lnTo>
                  <a:lnTo>
                    <a:pt x="151" y="469"/>
                  </a:lnTo>
                  <a:lnTo>
                    <a:pt x="172" y="460"/>
                  </a:lnTo>
                  <a:lnTo>
                    <a:pt x="194" y="448"/>
                  </a:lnTo>
                  <a:lnTo>
                    <a:pt x="213" y="435"/>
                  </a:lnTo>
                  <a:lnTo>
                    <a:pt x="232" y="421"/>
                  </a:lnTo>
                  <a:lnTo>
                    <a:pt x="250" y="406"/>
                  </a:lnTo>
                  <a:lnTo>
                    <a:pt x="266" y="388"/>
                  </a:lnTo>
                  <a:lnTo>
                    <a:pt x="273" y="379"/>
                  </a:lnTo>
                  <a:lnTo>
                    <a:pt x="279" y="370"/>
                  </a:lnTo>
                  <a:lnTo>
                    <a:pt x="286" y="361"/>
                  </a:lnTo>
                  <a:lnTo>
                    <a:pt x="291" y="350"/>
                  </a:lnTo>
                  <a:lnTo>
                    <a:pt x="297" y="340"/>
                  </a:lnTo>
                  <a:lnTo>
                    <a:pt x="302" y="330"/>
                  </a:lnTo>
                  <a:lnTo>
                    <a:pt x="306" y="320"/>
                  </a:lnTo>
                  <a:lnTo>
                    <a:pt x="309" y="309"/>
                  </a:lnTo>
                  <a:lnTo>
                    <a:pt x="312" y="297"/>
                  </a:lnTo>
                  <a:lnTo>
                    <a:pt x="314" y="287"/>
                  </a:lnTo>
                  <a:lnTo>
                    <a:pt x="315" y="275"/>
                  </a:lnTo>
                  <a:lnTo>
                    <a:pt x="315" y="264"/>
                  </a:lnTo>
                  <a:lnTo>
                    <a:pt x="315" y="249"/>
                  </a:lnTo>
                  <a:lnTo>
                    <a:pt x="314" y="235"/>
                  </a:lnTo>
                  <a:lnTo>
                    <a:pt x="312" y="221"/>
                  </a:lnTo>
                  <a:lnTo>
                    <a:pt x="309" y="207"/>
                  </a:lnTo>
                  <a:lnTo>
                    <a:pt x="306" y="194"/>
                  </a:lnTo>
                  <a:lnTo>
                    <a:pt x="302" y="181"/>
                  </a:lnTo>
                  <a:lnTo>
                    <a:pt x="298" y="169"/>
                  </a:lnTo>
                  <a:lnTo>
                    <a:pt x="293" y="156"/>
                  </a:lnTo>
                  <a:lnTo>
                    <a:pt x="287" y="144"/>
                  </a:lnTo>
                  <a:lnTo>
                    <a:pt x="280" y="133"/>
                  </a:lnTo>
                  <a:lnTo>
                    <a:pt x="274" y="122"/>
                  </a:lnTo>
                  <a:lnTo>
                    <a:pt x="267" y="112"/>
                  </a:lnTo>
                  <a:lnTo>
                    <a:pt x="259" y="101"/>
                  </a:lnTo>
                  <a:lnTo>
                    <a:pt x="251" y="91"/>
                  </a:lnTo>
                  <a:lnTo>
                    <a:pt x="243" y="82"/>
                  </a:lnTo>
                  <a:lnTo>
                    <a:pt x="233" y="73"/>
                  </a:lnTo>
                  <a:lnTo>
                    <a:pt x="224" y="65"/>
                  </a:lnTo>
                  <a:lnTo>
                    <a:pt x="215" y="56"/>
                  </a:lnTo>
                  <a:lnTo>
                    <a:pt x="205" y="49"/>
                  </a:lnTo>
                  <a:lnTo>
                    <a:pt x="195" y="42"/>
                  </a:lnTo>
                  <a:lnTo>
                    <a:pt x="184" y="36"/>
                  </a:lnTo>
                  <a:lnTo>
                    <a:pt x="174" y="30"/>
                  </a:lnTo>
                  <a:lnTo>
                    <a:pt x="163" y="25"/>
                  </a:lnTo>
                  <a:lnTo>
                    <a:pt x="152" y="20"/>
                  </a:lnTo>
                  <a:lnTo>
                    <a:pt x="141" y="15"/>
                  </a:lnTo>
                  <a:lnTo>
                    <a:pt x="129" y="12"/>
                  </a:lnTo>
                  <a:lnTo>
                    <a:pt x="118" y="7"/>
                  </a:lnTo>
                  <a:lnTo>
                    <a:pt x="107" y="5"/>
                  </a:lnTo>
                  <a:lnTo>
                    <a:pt x="95" y="3"/>
                  </a:lnTo>
                  <a:lnTo>
                    <a:pt x="83" y="1"/>
                  </a:lnTo>
                  <a:lnTo>
                    <a:pt x="72" y="0"/>
                  </a:lnTo>
                  <a:lnTo>
                    <a:pt x="60" y="0"/>
                  </a:lnTo>
                  <a:lnTo>
                    <a:pt x="21" y="68"/>
                  </a:lnTo>
                  <a:lnTo>
                    <a:pt x="80" y="12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40" name="Freeform 44"/>
            <p:cNvSpPr>
              <a:spLocks/>
            </p:cNvSpPr>
            <p:nvPr userDrawn="1"/>
          </p:nvSpPr>
          <p:spPr bwMode="gray">
            <a:xfrm>
              <a:off x="6884" y="562"/>
              <a:ext cx="92" cy="118"/>
            </a:xfrm>
            <a:custGeom>
              <a:avLst/>
              <a:gdLst>
                <a:gd name="T0" fmla="*/ 1007 w 1095"/>
                <a:gd name="T1" fmla="*/ 693 h 1421"/>
                <a:gd name="T2" fmla="*/ 952 w 1095"/>
                <a:gd name="T3" fmla="*/ 735 h 1421"/>
                <a:gd name="T4" fmla="*/ 915 w 1095"/>
                <a:gd name="T5" fmla="*/ 791 h 1421"/>
                <a:gd name="T6" fmla="*/ 906 w 1095"/>
                <a:gd name="T7" fmla="*/ 852 h 1421"/>
                <a:gd name="T8" fmla="*/ 929 w 1095"/>
                <a:gd name="T9" fmla="*/ 906 h 1421"/>
                <a:gd name="T10" fmla="*/ 974 w 1095"/>
                <a:gd name="T11" fmla="*/ 937 h 1421"/>
                <a:gd name="T12" fmla="*/ 1040 w 1095"/>
                <a:gd name="T13" fmla="*/ 1047 h 1421"/>
                <a:gd name="T14" fmla="*/ 955 w 1095"/>
                <a:gd name="T15" fmla="*/ 1038 h 1421"/>
                <a:gd name="T16" fmla="*/ 881 w 1095"/>
                <a:gd name="T17" fmla="*/ 1012 h 1421"/>
                <a:gd name="T18" fmla="*/ 821 w 1095"/>
                <a:gd name="T19" fmla="*/ 976 h 1421"/>
                <a:gd name="T20" fmla="*/ 774 w 1095"/>
                <a:gd name="T21" fmla="*/ 931 h 1421"/>
                <a:gd name="T22" fmla="*/ 741 w 1095"/>
                <a:gd name="T23" fmla="*/ 883 h 1421"/>
                <a:gd name="T24" fmla="*/ 726 w 1095"/>
                <a:gd name="T25" fmla="*/ 835 h 1421"/>
                <a:gd name="T26" fmla="*/ 728 w 1095"/>
                <a:gd name="T27" fmla="*/ 774 h 1421"/>
                <a:gd name="T28" fmla="*/ 749 w 1095"/>
                <a:gd name="T29" fmla="*/ 723 h 1421"/>
                <a:gd name="T30" fmla="*/ 650 w 1095"/>
                <a:gd name="T31" fmla="*/ 723 h 1421"/>
                <a:gd name="T32" fmla="*/ 491 w 1095"/>
                <a:gd name="T33" fmla="*/ 745 h 1421"/>
                <a:gd name="T34" fmla="*/ 462 w 1095"/>
                <a:gd name="T35" fmla="*/ 886 h 1421"/>
                <a:gd name="T36" fmla="*/ 435 w 1095"/>
                <a:gd name="T37" fmla="*/ 1103 h 1421"/>
                <a:gd name="T38" fmla="*/ 427 w 1095"/>
                <a:gd name="T39" fmla="*/ 1291 h 1421"/>
                <a:gd name="T40" fmla="*/ 431 w 1095"/>
                <a:gd name="T41" fmla="*/ 1398 h 1421"/>
                <a:gd name="T42" fmla="*/ 416 w 1095"/>
                <a:gd name="T43" fmla="*/ 1418 h 1421"/>
                <a:gd name="T44" fmla="*/ 378 w 1095"/>
                <a:gd name="T45" fmla="*/ 1418 h 1421"/>
                <a:gd name="T46" fmla="*/ 337 w 1095"/>
                <a:gd name="T47" fmla="*/ 1390 h 1421"/>
                <a:gd name="T48" fmla="*/ 310 w 1095"/>
                <a:gd name="T49" fmla="*/ 1337 h 1421"/>
                <a:gd name="T50" fmla="*/ 293 w 1095"/>
                <a:gd name="T51" fmla="*/ 1256 h 1421"/>
                <a:gd name="T52" fmla="*/ 288 w 1095"/>
                <a:gd name="T53" fmla="*/ 1109 h 1421"/>
                <a:gd name="T54" fmla="*/ 313 w 1095"/>
                <a:gd name="T55" fmla="*/ 843 h 1421"/>
                <a:gd name="T56" fmla="*/ 226 w 1095"/>
                <a:gd name="T57" fmla="*/ 803 h 1421"/>
                <a:gd name="T58" fmla="*/ 161 w 1095"/>
                <a:gd name="T59" fmla="*/ 831 h 1421"/>
                <a:gd name="T60" fmla="*/ 125 w 1095"/>
                <a:gd name="T61" fmla="*/ 840 h 1421"/>
                <a:gd name="T62" fmla="*/ 86 w 1095"/>
                <a:gd name="T63" fmla="*/ 834 h 1421"/>
                <a:gd name="T64" fmla="*/ 24 w 1095"/>
                <a:gd name="T65" fmla="*/ 796 h 1421"/>
                <a:gd name="T66" fmla="*/ 0 w 1095"/>
                <a:gd name="T67" fmla="*/ 762 h 1421"/>
                <a:gd name="T68" fmla="*/ 8 w 1095"/>
                <a:gd name="T69" fmla="*/ 740 h 1421"/>
                <a:gd name="T70" fmla="*/ 62 w 1095"/>
                <a:gd name="T71" fmla="*/ 713 h 1421"/>
                <a:gd name="T72" fmla="*/ 251 w 1095"/>
                <a:gd name="T73" fmla="*/ 663 h 1421"/>
                <a:gd name="T74" fmla="*/ 364 w 1095"/>
                <a:gd name="T75" fmla="*/ 577 h 1421"/>
                <a:gd name="T76" fmla="*/ 431 w 1095"/>
                <a:gd name="T77" fmla="*/ 350 h 1421"/>
                <a:gd name="T78" fmla="*/ 514 w 1095"/>
                <a:gd name="T79" fmla="*/ 162 h 1421"/>
                <a:gd name="T80" fmla="*/ 599 w 1095"/>
                <a:gd name="T81" fmla="*/ 34 h 1421"/>
                <a:gd name="T82" fmla="*/ 669 w 1095"/>
                <a:gd name="T83" fmla="*/ 1 h 1421"/>
                <a:gd name="T84" fmla="*/ 732 w 1095"/>
                <a:gd name="T85" fmla="*/ 7 h 1421"/>
                <a:gd name="T86" fmla="*/ 799 w 1095"/>
                <a:gd name="T87" fmla="*/ 37 h 1421"/>
                <a:gd name="T88" fmla="*/ 852 w 1095"/>
                <a:gd name="T89" fmla="*/ 97 h 1421"/>
                <a:gd name="T90" fmla="*/ 866 w 1095"/>
                <a:gd name="T91" fmla="*/ 159 h 1421"/>
                <a:gd name="T92" fmla="*/ 852 w 1095"/>
                <a:gd name="T93" fmla="*/ 204 h 1421"/>
                <a:gd name="T94" fmla="*/ 824 w 1095"/>
                <a:gd name="T95" fmla="*/ 224 h 1421"/>
                <a:gd name="T96" fmla="*/ 807 w 1095"/>
                <a:gd name="T97" fmla="*/ 220 h 1421"/>
                <a:gd name="T98" fmla="*/ 778 w 1095"/>
                <a:gd name="T99" fmla="*/ 172 h 1421"/>
                <a:gd name="T100" fmla="*/ 731 w 1095"/>
                <a:gd name="T101" fmla="*/ 149 h 1421"/>
                <a:gd name="T102" fmla="*/ 697 w 1095"/>
                <a:gd name="T103" fmla="*/ 160 h 1421"/>
                <a:gd name="T104" fmla="*/ 660 w 1095"/>
                <a:gd name="T105" fmla="*/ 210 h 1421"/>
                <a:gd name="T106" fmla="*/ 601 w 1095"/>
                <a:gd name="T107" fmla="*/ 339 h 1421"/>
                <a:gd name="T108" fmla="*/ 514 w 1095"/>
                <a:gd name="T109" fmla="*/ 627 h 1421"/>
                <a:gd name="T110" fmla="*/ 618 w 1095"/>
                <a:gd name="T111" fmla="*/ 629 h 1421"/>
                <a:gd name="T112" fmla="*/ 798 w 1095"/>
                <a:gd name="T113" fmla="*/ 626 h 1421"/>
                <a:gd name="T114" fmla="*/ 892 w 1095"/>
                <a:gd name="T115" fmla="*/ 627 h 1421"/>
                <a:gd name="T116" fmla="*/ 961 w 1095"/>
                <a:gd name="T117" fmla="*/ 578 h 1421"/>
                <a:gd name="T118" fmla="*/ 1027 w 1095"/>
                <a:gd name="T119" fmla="*/ 561 h 1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095" h="1421">
                  <a:moveTo>
                    <a:pt x="1056" y="681"/>
                  </a:moveTo>
                  <a:lnTo>
                    <a:pt x="1044" y="682"/>
                  </a:lnTo>
                  <a:lnTo>
                    <a:pt x="1032" y="684"/>
                  </a:lnTo>
                  <a:lnTo>
                    <a:pt x="1020" y="688"/>
                  </a:lnTo>
                  <a:lnTo>
                    <a:pt x="1007" y="693"/>
                  </a:lnTo>
                  <a:lnTo>
                    <a:pt x="995" y="699"/>
                  </a:lnTo>
                  <a:lnTo>
                    <a:pt x="984" y="707"/>
                  </a:lnTo>
                  <a:lnTo>
                    <a:pt x="973" y="715"/>
                  </a:lnTo>
                  <a:lnTo>
                    <a:pt x="961" y="725"/>
                  </a:lnTo>
                  <a:lnTo>
                    <a:pt x="952" y="735"/>
                  </a:lnTo>
                  <a:lnTo>
                    <a:pt x="943" y="745"/>
                  </a:lnTo>
                  <a:lnTo>
                    <a:pt x="934" y="756"/>
                  </a:lnTo>
                  <a:lnTo>
                    <a:pt x="927" y="767"/>
                  </a:lnTo>
                  <a:lnTo>
                    <a:pt x="921" y="779"/>
                  </a:lnTo>
                  <a:lnTo>
                    <a:pt x="915" y="791"/>
                  </a:lnTo>
                  <a:lnTo>
                    <a:pt x="910" y="802"/>
                  </a:lnTo>
                  <a:lnTo>
                    <a:pt x="908" y="813"/>
                  </a:lnTo>
                  <a:lnTo>
                    <a:pt x="906" y="827"/>
                  </a:lnTo>
                  <a:lnTo>
                    <a:pt x="905" y="839"/>
                  </a:lnTo>
                  <a:lnTo>
                    <a:pt x="906" y="852"/>
                  </a:lnTo>
                  <a:lnTo>
                    <a:pt x="908" y="863"/>
                  </a:lnTo>
                  <a:lnTo>
                    <a:pt x="912" y="876"/>
                  </a:lnTo>
                  <a:lnTo>
                    <a:pt x="917" y="886"/>
                  </a:lnTo>
                  <a:lnTo>
                    <a:pt x="922" y="897"/>
                  </a:lnTo>
                  <a:lnTo>
                    <a:pt x="929" y="906"/>
                  </a:lnTo>
                  <a:lnTo>
                    <a:pt x="936" y="914"/>
                  </a:lnTo>
                  <a:lnTo>
                    <a:pt x="945" y="922"/>
                  </a:lnTo>
                  <a:lnTo>
                    <a:pt x="953" y="928"/>
                  </a:lnTo>
                  <a:lnTo>
                    <a:pt x="964" y="933"/>
                  </a:lnTo>
                  <a:lnTo>
                    <a:pt x="974" y="937"/>
                  </a:lnTo>
                  <a:lnTo>
                    <a:pt x="985" y="940"/>
                  </a:lnTo>
                  <a:lnTo>
                    <a:pt x="997" y="941"/>
                  </a:lnTo>
                  <a:lnTo>
                    <a:pt x="1009" y="942"/>
                  </a:lnTo>
                  <a:lnTo>
                    <a:pt x="1073" y="984"/>
                  </a:lnTo>
                  <a:lnTo>
                    <a:pt x="1040" y="1047"/>
                  </a:lnTo>
                  <a:lnTo>
                    <a:pt x="1022" y="1047"/>
                  </a:lnTo>
                  <a:lnTo>
                    <a:pt x="1004" y="1046"/>
                  </a:lnTo>
                  <a:lnTo>
                    <a:pt x="988" y="1044"/>
                  </a:lnTo>
                  <a:lnTo>
                    <a:pt x="971" y="1041"/>
                  </a:lnTo>
                  <a:lnTo>
                    <a:pt x="955" y="1038"/>
                  </a:lnTo>
                  <a:lnTo>
                    <a:pt x="939" y="1034"/>
                  </a:lnTo>
                  <a:lnTo>
                    <a:pt x="924" y="1030"/>
                  </a:lnTo>
                  <a:lnTo>
                    <a:pt x="909" y="1025"/>
                  </a:lnTo>
                  <a:lnTo>
                    <a:pt x="895" y="1019"/>
                  </a:lnTo>
                  <a:lnTo>
                    <a:pt x="881" y="1012"/>
                  </a:lnTo>
                  <a:lnTo>
                    <a:pt x="869" y="1006"/>
                  </a:lnTo>
                  <a:lnTo>
                    <a:pt x="855" y="999"/>
                  </a:lnTo>
                  <a:lnTo>
                    <a:pt x="843" y="992"/>
                  </a:lnTo>
                  <a:lnTo>
                    <a:pt x="832" y="984"/>
                  </a:lnTo>
                  <a:lnTo>
                    <a:pt x="821" y="976"/>
                  </a:lnTo>
                  <a:lnTo>
                    <a:pt x="810" y="968"/>
                  </a:lnTo>
                  <a:lnTo>
                    <a:pt x="800" y="958"/>
                  </a:lnTo>
                  <a:lnTo>
                    <a:pt x="790" y="949"/>
                  </a:lnTo>
                  <a:lnTo>
                    <a:pt x="782" y="940"/>
                  </a:lnTo>
                  <a:lnTo>
                    <a:pt x="774" y="931"/>
                  </a:lnTo>
                  <a:lnTo>
                    <a:pt x="766" y="922"/>
                  </a:lnTo>
                  <a:lnTo>
                    <a:pt x="759" y="911"/>
                  </a:lnTo>
                  <a:lnTo>
                    <a:pt x="752" y="902"/>
                  </a:lnTo>
                  <a:lnTo>
                    <a:pt x="746" y="892"/>
                  </a:lnTo>
                  <a:lnTo>
                    <a:pt x="741" y="883"/>
                  </a:lnTo>
                  <a:lnTo>
                    <a:pt x="737" y="873"/>
                  </a:lnTo>
                  <a:lnTo>
                    <a:pt x="733" y="863"/>
                  </a:lnTo>
                  <a:lnTo>
                    <a:pt x="730" y="853"/>
                  </a:lnTo>
                  <a:lnTo>
                    <a:pt x="728" y="844"/>
                  </a:lnTo>
                  <a:lnTo>
                    <a:pt x="726" y="835"/>
                  </a:lnTo>
                  <a:lnTo>
                    <a:pt x="725" y="826"/>
                  </a:lnTo>
                  <a:lnTo>
                    <a:pt x="725" y="816"/>
                  </a:lnTo>
                  <a:lnTo>
                    <a:pt x="725" y="801"/>
                  </a:lnTo>
                  <a:lnTo>
                    <a:pt x="726" y="787"/>
                  </a:lnTo>
                  <a:lnTo>
                    <a:pt x="728" y="774"/>
                  </a:lnTo>
                  <a:lnTo>
                    <a:pt x="731" y="761"/>
                  </a:lnTo>
                  <a:lnTo>
                    <a:pt x="734" y="750"/>
                  </a:lnTo>
                  <a:lnTo>
                    <a:pt x="739" y="740"/>
                  </a:lnTo>
                  <a:lnTo>
                    <a:pt x="744" y="731"/>
                  </a:lnTo>
                  <a:lnTo>
                    <a:pt x="749" y="723"/>
                  </a:lnTo>
                  <a:lnTo>
                    <a:pt x="759" y="712"/>
                  </a:lnTo>
                  <a:lnTo>
                    <a:pt x="745" y="713"/>
                  </a:lnTo>
                  <a:lnTo>
                    <a:pt x="714" y="716"/>
                  </a:lnTo>
                  <a:lnTo>
                    <a:pt x="682" y="720"/>
                  </a:lnTo>
                  <a:lnTo>
                    <a:pt x="650" y="723"/>
                  </a:lnTo>
                  <a:lnTo>
                    <a:pt x="619" y="727"/>
                  </a:lnTo>
                  <a:lnTo>
                    <a:pt x="586" y="731"/>
                  </a:lnTo>
                  <a:lnTo>
                    <a:pt x="555" y="735"/>
                  </a:lnTo>
                  <a:lnTo>
                    <a:pt x="523" y="740"/>
                  </a:lnTo>
                  <a:lnTo>
                    <a:pt x="491" y="745"/>
                  </a:lnTo>
                  <a:lnTo>
                    <a:pt x="487" y="745"/>
                  </a:lnTo>
                  <a:lnTo>
                    <a:pt x="487" y="749"/>
                  </a:lnTo>
                  <a:lnTo>
                    <a:pt x="478" y="795"/>
                  </a:lnTo>
                  <a:lnTo>
                    <a:pt x="470" y="841"/>
                  </a:lnTo>
                  <a:lnTo>
                    <a:pt x="462" y="886"/>
                  </a:lnTo>
                  <a:lnTo>
                    <a:pt x="455" y="931"/>
                  </a:lnTo>
                  <a:lnTo>
                    <a:pt x="448" y="976"/>
                  </a:lnTo>
                  <a:lnTo>
                    <a:pt x="443" y="1019"/>
                  </a:lnTo>
                  <a:lnTo>
                    <a:pt x="439" y="1061"/>
                  </a:lnTo>
                  <a:lnTo>
                    <a:pt x="435" y="1103"/>
                  </a:lnTo>
                  <a:lnTo>
                    <a:pt x="432" y="1143"/>
                  </a:lnTo>
                  <a:lnTo>
                    <a:pt x="429" y="1183"/>
                  </a:lnTo>
                  <a:lnTo>
                    <a:pt x="428" y="1221"/>
                  </a:lnTo>
                  <a:lnTo>
                    <a:pt x="427" y="1256"/>
                  </a:lnTo>
                  <a:lnTo>
                    <a:pt x="427" y="1291"/>
                  </a:lnTo>
                  <a:lnTo>
                    <a:pt x="428" y="1323"/>
                  </a:lnTo>
                  <a:lnTo>
                    <a:pt x="429" y="1353"/>
                  </a:lnTo>
                  <a:lnTo>
                    <a:pt x="432" y="1382"/>
                  </a:lnTo>
                  <a:lnTo>
                    <a:pt x="432" y="1391"/>
                  </a:lnTo>
                  <a:lnTo>
                    <a:pt x="431" y="1398"/>
                  </a:lnTo>
                  <a:lnTo>
                    <a:pt x="429" y="1405"/>
                  </a:lnTo>
                  <a:lnTo>
                    <a:pt x="426" y="1411"/>
                  </a:lnTo>
                  <a:lnTo>
                    <a:pt x="423" y="1414"/>
                  </a:lnTo>
                  <a:lnTo>
                    <a:pt x="420" y="1416"/>
                  </a:lnTo>
                  <a:lnTo>
                    <a:pt x="416" y="1418"/>
                  </a:lnTo>
                  <a:lnTo>
                    <a:pt x="413" y="1419"/>
                  </a:lnTo>
                  <a:lnTo>
                    <a:pt x="406" y="1420"/>
                  </a:lnTo>
                  <a:lnTo>
                    <a:pt x="398" y="1421"/>
                  </a:lnTo>
                  <a:lnTo>
                    <a:pt x="388" y="1420"/>
                  </a:lnTo>
                  <a:lnTo>
                    <a:pt x="378" y="1418"/>
                  </a:lnTo>
                  <a:lnTo>
                    <a:pt x="368" y="1414"/>
                  </a:lnTo>
                  <a:lnTo>
                    <a:pt x="359" y="1409"/>
                  </a:lnTo>
                  <a:lnTo>
                    <a:pt x="352" y="1403"/>
                  </a:lnTo>
                  <a:lnTo>
                    <a:pt x="344" y="1397"/>
                  </a:lnTo>
                  <a:lnTo>
                    <a:pt x="337" y="1390"/>
                  </a:lnTo>
                  <a:lnTo>
                    <a:pt x="331" y="1381"/>
                  </a:lnTo>
                  <a:lnTo>
                    <a:pt x="325" y="1372"/>
                  </a:lnTo>
                  <a:lnTo>
                    <a:pt x="319" y="1362"/>
                  </a:lnTo>
                  <a:lnTo>
                    <a:pt x="314" y="1349"/>
                  </a:lnTo>
                  <a:lnTo>
                    <a:pt x="310" y="1337"/>
                  </a:lnTo>
                  <a:lnTo>
                    <a:pt x="306" y="1323"/>
                  </a:lnTo>
                  <a:lnTo>
                    <a:pt x="302" y="1307"/>
                  </a:lnTo>
                  <a:lnTo>
                    <a:pt x="298" y="1292"/>
                  </a:lnTo>
                  <a:lnTo>
                    <a:pt x="295" y="1275"/>
                  </a:lnTo>
                  <a:lnTo>
                    <a:pt x="293" y="1256"/>
                  </a:lnTo>
                  <a:lnTo>
                    <a:pt x="291" y="1237"/>
                  </a:lnTo>
                  <a:lnTo>
                    <a:pt x="289" y="1217"/>
                  </a:lnTo>
                  <a:lnTo>
                    <a:pt x="288" y="1195"/>
                  </a:lnTo>
                  <a:lnTo>
                    <a:pt x="287" y="1154"/>
                  </a:lnTo>
                  <a:lnTo>
                    <a:pt x="288" y="1109"/>
                  </a:lnTo>
                  <a:lnTo>
                    <a:pt x="290" y="1060"/>
                  </a:lnTo>
                  <a:lnTo>
                    <a:pt x="294" y="1009"/>
                  </a:lnTo>
                  <a:lnTo>
                    <a:pt x="298" y="955"/>
                  </a:lnTo>
                  <a:lnTo>
                    <a:pt x="306" y="900"/>
                  </a:lnTo>
                  <a:lnTo>
                    <a:pt x="313" y="843"/>
                  </a:lnTo>
                  <a:lnTo>
                    <a:pt x="322" y="786"/>
                  </a:lnTo>
                  <a:lnTo>
                    <a:pt x="323" y="777"/>
                  </a:lnTo>
                  <a:lnTo>
                    <a:pt x="315" y="779"/>
                  </a:lnTo>
                  <a:lnTo>
                    <a:pt x="267" y="791"/>
                  </a:lnTo>
                  <a:lnTo>
                    <a:pt x="226" y="803"/>
                  </a:lnTo>
                  <a:lnTo>
                    <a:pt x="209" y="809"/>
                  </a:lnTo>
                  <a:lnTo>
                    <a:pt x="193" y="815"/>
                  </a:lnTo>
                  <a:lnTo>
                    <a:pt x="180" y="822"/>
                  </a:lnTo>
                  <a:lnTo>
                    <a:pt x="168" y="827"/>
                  </a:lnTo>
                  <a:lnTo>
                    <a:pt x="161" y="831"/>
                  </a:lnTo>
                  <a:lnTo>
                    <a:pt x="154" y="834"/>
                  </a:lnTo>
                  <a:lnTo>
                    <a:pt x="147" y="836"/>
                  </a:lnTo>
                  <a:lnTo>
                    <a:pt x="139" y="838"/>
                  </a:lnTo>
                  <a:lnTo>
                    <a:pt x="132" y="839"/>
                  </a:lnTo>
                  <a:lnTo>
                    <a:pt x="125" y="840"/>
                  </a:lnTo>
                  <a:lnTo>
                    <a:pt x="117" y="840"/>
                  </a:lnTo>
                  <a:lnTo>
                    <a:pt x="110" y="839"/>
                  </a:lnTo>
                  <a:lnTo>
                    <a:pt x="102" y="838"/>
                  </a:lnTo>
                  <a:lnTo>
                    <a:pt x="94" y="836"/>
                  </a:lnTo>
                  <a:lnTo>
                    <a:pt x="86" y="834"/>
                  </a:lnTo>
                  <a:lnTo>
                    <a:pt x="78" y="830"/>
                  </a:lnTo>
                  <a:lnTo>
                    <a:pt x="62" y="822"/>
                  </a:lnTo>
                  <a:lnTo>
                    <a:pt x="45" y="811"/>
                  </a:lnTo>
                  <a:lnTo>
                    <a:pt x="33" y="803"/>
                  </a:lnTo>
                  <a:lnTo>
                    <a:pt x="24" y="796"/>
                  </a:lnTo>
                  <a:lnTo>
                    <a:pt x="16" y="789"/>
                  </a:lnTo>
                  <a:lnTo>
                    <a:pt x="10" y="782"/>
                  </a:lnTo>
                  <a:lnTo>
                    <a:pt x="5" y="775"/>
                  </a:lnTo>
                  <a:lnTo>
                    <a:pt x="2" y="768"/>
                  </a:lnTo>
                  <a:lnTo>
                    <a:pt x="0" y="762"/>
                  </a:lnTo>
                  <a:lnTo>
                    <a:pt x="0" y="756"/>
                  </a:lnTo>
                  <a:lnTo>
                    <a:pt x="0" y="752"/>
                  </a:lnTo>
                  <a:lnTo>
                    <a:pt x="2" y="748"/>
                  </a:lnTo>
                  <a:lnTo>
                    <a:pt x="5" y="744"/>
                  </a:lnTo>
                  <a:lnTo>
                    <a:pt x="8" y="740"/>
                  </a:lnTo>
                  <a:lnTo>
                    <a:pt x="13" y="736"/>
                  </a:lnTo>
                  <a:lnTo>
                    <a:pt x="18" y="733"/>
                  </a:lnTo>
                  <a:lnTo>
                    <a:pt x="24" y="729"/>
                  </a:lnTo>
                  <a:lnTo>
                    <a:pt x="31" y="726"/>
                  </a:lnTo>
                  <a:lnTo>
                    <a:pt x="62" y="713"/>
                  </a:lnTo>
                  <a:lnTo>
                    <a:pt x="94" y="701"/>
                  </a:lnTo>
                  <a:lnTo>
                    <a:pt x="129" y="691"/>
                  </a:lnTo>
                  <a:lnTo>
                    <a:pt x="167" y="681"/>
                  </a:lnTo>
                  <a:lnTo>
                    <a:pt x="208" y="672"/>
                  </a:lnTo>
                  <a:lnTo>
                    <a:pt x="251" y="663"/>
                  </a:lnTo>
                  <a:lnTo>
                    <a:pt x="295" y="656"/>
                  </a:lnTo>
                  <a:lnTo>
                    <a:pt x="343" y="649"/>
                  </a:lnTo>
                  <a:lnTo>
                    <a:pt x="347" y="649"/>
                  </a:lnTo>
                  <a:lnTo>
                    <a:pt x="348" y="645"/>
                  </a:lnTo>
                  <a:lnTo>
                    <a:pt x="364" y="577"/>
                  </a:lnTo>
                  <a:lnTo>
                    <a:pt x="383" y="503"/>
                  </a:lnTo>
                  <a:lnTo>
                    <a:pt x="393" y="465"/>
                  </a:lnTo>
                  <a:lnTo>
                    <a:pt x="406" y="428"/>
                  </a:lnTo>
                  <a:lnTo>
                    <a:pt x="418" y="389"/>
                  </a:lnTo>
                  <a:lnTo>
                    <a:pt x="431" y="350"/>
                  </a:lnTo>
                  <a:lnTo>
                    <a:pt x="445" y="311"/>
                  </a:lnTo>
                  <a:lnTo>
                    <a:pt x="462" y="272"/>
                  </a:lnTo>
                  <a:lnTo>
                    <a:pt x="478" y="235"/>
                  </a:lnTo>
                  <a:lnTo>
                    <a:pt x="495" y="198"/>
                  </a:lnTo>
                  <a:lnTo>
                    <a:pt x="514" y="162"/>
                  </a:lnTo>
                  <a:lnTo>
                    <a:pt x="533" y="126"/>
                  </a:lnTo>
                  <a:lnTo>
                    <a:pt x="555" y="93"/>
                  </a:lnTo>
                  <a:lnTo>
                    <a:pt x="576" y="61"/>
                  </a:lnTo>
                  <a:lnTo>
                    <a:pt x="588" y="47"/>
                  </a:lnTo>
                  <a:lnTo>
                    <a:pt x="599" y="34"/>
                  </a:lnTo>
                  <a:lnTo>
                    <a:pt x="613" y="23"/>
                  </a:lnTo>
                  <a:lnTo>
                    <a:pt x="626" y="15"/>
                  </a:lnTo>
                  <a:lnTo>
                    <a:pt x="639" y="8"/>
                  </a:lnTo>
                  <a:lnTo>
                    <a:pt x="653" y="3"/>
                  </a:lnTo>
                  <a:lnTo>
                    <a:pt x="669" y="1"/>
                  </a:lnTo>
                  <a:lnTo>
                    <a:pt x="684" y="0"/>
                  </a:lnTo>
                  <a:lnTo>
                    <a:pt x="695" y="0"/>
                  </a:lnTo>
                  <a:lnTo>
                    <a:pt x="708" y="2"/>
                  </a:lnTo>
                  <a:lnTo>
                    <a:pt x="719" y="4"/>
                  </a:lnTo>
                  <a:lnTo>
                    <a:pt x="732" y="7"/>
                  </a:lnTo>
                  <a:lnTo>
                    <a:pt x="744" y="11"/>
                  </a:lnTo>
                  <a:lnTo>
                    <a:pt x="757" y="16"/>
                  </a:lnTo>
                  <a:lnTo>
                    <a:pt x="771" y="22"/>
                  </a:lnTo>
                  <a:lnTo>
                    <a:pt x="785" y="29"/>
                  </a:lnTo>
                  <a:lnTo>
                    <a:pt x="799" y="37"/>
                  </a:lnTo>
                  <a:lnTo>
                    <a:pt x="813" y="47"/>
                  </a:lnTo>
                  <a:lnTo>
                    <a:pt x="825" y="58"/>
                  </a:lnTo>
                  <a:lnTo>
                    <a:pt x="835" y="70"/>
                  </a:lnTo>
                  <a:lnTo>
                    <a:pt x="844" y="83"/>
                  </a:lnTo>
                  <a:lnTo>
                    <a:pt x="852" y="97"/>
                  </a:lnTo>
                  <a:lnTo>
                    <a:pt x="858" y="111"/>
                  </a:lnTo>
                  <a:lnTo>
                    <a:pt x="863" y="126"/>
                  </a:lnTo>
                  <a:lnTo>
                    <a:pt x="865" y="138"/>
                  </a:lnTo>
                  <a:lnTo>
                    <a:pt x="866" y="149"/>
                  </a:lnTo>
                  <a:lnTo>
                    <a:pt x="866" y="159"/>
                  </a:lnTo>
                  <a:lnTo>
                    <a:pt x="865" y="169"/>
                  </a:lnTo>
                  <a:lnTo>
                    <a:pt x="864" y="180"/>
                  </a:lnTo>
                  <a:lnTo>
                    <a:pt x="861" y="188"/>
                  </a:lnTo>
                  <a:lnTo>
                    <a:pt x="856" y="196"/>
                  </a:lnTo>
                  <a:lnTo>
                    <a:pt x="852" y="204"/>
                  </a:lnTo>
                  <a:lnTo>
                    <a:pt x="844" y="213"/>
                  </a:lnTo>
                  <a:lnTo>
                    <a:pt x="836" y="219"/>
                  </a:lnTo>
                  <a:lnTo>
                    <a:pt x="832" y="222"/>
                  </a:lnTo>
                  <a:lnTo>
                    <a:pt x="828" y="223"/>
                  </a:lnTo>
                  <a:lnTo>
                    <a:pt x="824" y="224"/>
                  </a:lnTo>
                  <a:lnTo>
                    <a:pt x="820" y="226"/>
                  </a:lnTo>
                  <a:lnTo>
                    <a:pt x="817" y="224"/>
                  </a:lnTo>
                  <a:lnTo>
                    <a:pt x="813" y="223"/>
                  </a:lnTo>
                  <a:lnTo>
                    <a:pt x="810" y="222"/>
                  </a:lnTo>
                  <a:lnTo>
                    <a:pt x="807" y="220"/>
                  </a:lnTo>
                  <a:lnTo>
                    <a:pt x="802" y="215"/>
                  </a:lnTo>
                  <a:lnTo>
                    <a:pt x="799" y="209"/>
                  </a:lnTo>
                  <a:lnTo>
                    <a:pt x="792" y="195"/>
                  </a:lnTo>
                  <a:lnTo>
                    <a:pt x="785" y="184"/>
                  </a:lnTo>
                  <a:lnTo>
                    <a:pt x="778" y="172"/>
                  </a:lnTo>
                  <a:lnTo>
                    <a:pt x="770" y="164"/>
                  </a:lnTo>
                  <a:lnTo>
                    <a:pt x="761" y="158"/>
                  </a:lnTo>
                  <a:lnTo>
                    <a:pt x="751" y="153"/>
                  </a:lnTo>
                  <a:lnTo>
                    <a:pt x="741" y="150"/>
                  </a:lnTo>
                  <a:lnTo>
                    <a:pt x="731" y="149"/>
                  </a:lnTo>
                  <a:lnTo>
                    <a:pt x="728" y="149"/>
                  </a:lnTo>
                  <a:lnTo>
                    <a:pt x="725" y="150"/>
                  </a:lnTo>
                  <a:lnTo>
                    <a:pt x="715" y="152"/>
                  </a:lnTo>
                  <a:lnTo>
                    <a:pt x="705" y="155"/>
                  </a:lnTo>
                  <a:lnTo>
                    <a:pt x="697" y="160"/>
                  </a:lnTo>
                  <a:lnTo>
                    <a:pt x="689" y="166"/>
                  </a:lnTo>
                  <a:lnTo>
                    <a:pt x="682" y="174"/>
                  </a:lnTo>
                  <a:lnTo>
                    <a:pt x="675" y="185"/>
                  </a:lnTo>
                  <a:lnTo>
                    <a:pt x="668" y="196"/>
                  </a:lnTo>
                  <a:lnTo>
                    <a:pt x="660" y="210"/>
                  </a:lnTo>
                  <a:lnTo>
                    <a:pt x="650" y="229"/>
                  </a:lnTo>
                  <a:lnTo>
                    <a:pt x="640" y="249"/>
                  </a:lnTo>
                  <a:lnTo>
                    <a:pt x="630" y="270"/>
                  </a:lnTo>
                  <a:lnTo>
                    <a:pt x="621" y="292"/>
                  </a:lnTo>
                  <a:lnTo>
                    <a:pt x="601" y="339"/>
                  </a:lnTo>
                  <a:lnTo>
                    <a:pt x="583" y="390"/>
                  </a:lnTo>
                  <a:lnTo>
                    <a:pt x="565" y="444"/>
                  </a:lnTo>
                  <a:lnTo>
                    <a:pt x="547" y="502"/>
                  </a:lnTo>
                  <a:lnTo>
                    <a:pt x="530" y="562"/>
                  </a:lnTo>
                  <a:lnTo>
                    <a:pt x="514" y="627"/>
                  </a:lnTo>
                  <a:lnTo>
                    <a:pt x="512" y="634"/>
                  </a:lnTo>
                  <a:lnTo>
                    <a:pt x="520" y="634"/>
                  </a:lnTo>
                  <a:lnTo>
                    <a:pt x="551" y="632"/>
                  </a:lnTo>
                  <a:lnTo>
                    <a:pt x="584" y="630"/>
                  </a:lnTo>
                  <a:lnTo>
                    <a:pt x="618" y="629"/>
                  </a:lnTo>
                  <a:lnTo>
                    <a:pt x="652" y="628"/>
                  </a:lnTo>
                  <a:lnTo>
                    <a:pt x="688" y="627"/>
                  </a:lnTo>
                  <a:lnTo>
                    <a:pt x="724" y="627"/>
                  </a:lnTo>
                  <a:lnTo>
                    <a:pt x="761" y="626"/>
                  </a:lnTo>
                  <a:lnTo>
                    <a:pt x="798" y="626"/>
                  </a:lnTo>
                  <a:lnTo>
                    <a:pt x="821" y="626"/>
                  </a:lnTo>
                  <a:lnTo>
                    <a:pt x="843" y="626"/>
                  </a:lnTo>
                  <a:lnTo>
                    <a:pt x="867" y="627"/>
                  </a:lnTo>
                  <a:lnTo>
                    <a:pt x="889" y="627"/>
                  </a:lnTo>
                  <a:lnTo>
                    <a:pt x="892" y="627"/>
                  </a:lnTo>
                  <a:lnTo>
                    <a:pt x="893" y="625"/>
                  </a:lnTo>
                  <a:lnTo>
                    <a:pt x="909" y="610"/>
                  </a:lnTo>
                  <a:lnTo>
                    <a:pt x="926" y="598"/>
                  </a:lnTo>
                  <a:lnTo>
                    <a:pt x="943" y="587"/>
                  </a:lnTo>
                  <a:lnTo>
                    <a:pt x="961" y="578"/>
                  </a:lnTo>
                  <a:lnTo>
                    <a:pt x="980" y="570"/>
                  </a:lnTo>
                  <a:lnTo>
                    <a:pt x="998" y="565"/>
                  </a:lnTo>
                  <a:lnTo>
                    <a:pt x="1007" y="563"/>
                  </a:lnTo>
                  <a:lnTo>
                    <a:pt x="1018" y="562"/>
                  </a:lnTo>
                  <a:lnTo>
                    <a:pt x="1027" y="561"/>
                  </a:lnTo>
                  <a:lnTo>
                    <a:pt x="1036" y="561"/>
                  </a:lnTo>
                  <a:lnTo>
                    <a:pt x="1095" y="622"/>
                  </a:lnTo>
                  <a:lnTo>
                    <a:pt x="1056" y="68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41" name="Freeform 45"/>
            <p:cNvSpPr>
              <a:spLocks/>
            </p:cNvSpPr>
            <p:nvPr userDrawn="1"/>
          </p:nvSpPr>
          <p:spPr bwMode="gray">
            <a:xfrm>
              <a:off x="6462" y="602"/>
              <a:ext cx="36" cy="42"/>
            </a:xfrm>
            <a:custGeom>
              <a:avLst/>
              <a:gdLst>
                <a:gd name="T0" fmla="*/ 212 w 427"/>
                <a:gd name="T1" fmla="*/ 377 h 496"/>
                <a:gd name="T2" fmla="*/ 201 w 427"/>
                <a:gd name="T3" fmla="*/ 371 h 496"/>
                <a:gd name="T4" fmla="*/ 196 w 427"/>
                <a:gd name="T5" fmla="*/ 364 h 496"/>
                <a:gd name="T6" fmla="*/ 193 w 427"/>
                <a:gd name="T7" fmla="*/ 355 h 496"/>
                <a:gd name="T8" fmla="*/ 192 w 427"/>
                <a:gd name="T9" fmla="*/ 345 h 496"/>
                <a:gd name="T10" fmla="*/ 193 w 427"/>
                <a:gd name="T11" fmla="*/ 333 h 496"/>
                <a:gd name="T12" fmla="*/ 199 w 427"/>
                <a:gd name="T13" fmla="*/ 315 h 496"/>
                <a:gd name="T14" fmla="*/ 213 w 427"/>
                <a:gd name="T15" fmla="*/ 286 h 496"/>
                <a:gd name="T16" fmla="*/ 235 w 427"/>
                <a:gd name="T17" fmla="*/ 250 h 496"/>
                <a:gd name="T18" fmla="*/ 260 w 427"/>
                <a:gd name="T19" fmla="*/ 212 h 496"/>
                <a:gd name="T20" fmla="*/ 289 w 427"/>
                <a:gd name="T21" fmla="*/ 174 h 496"/>
                <a:gd name="T22" fmla="*/ 318 w 427"/>
                <a:gd name="T23" fmla="*/ 142 h 496"/>
                <a:gd name="T24" fmla="*/ 346 w 427"/>
                <a:gd name="T25" fmla="*/ 116 h 496"/>
                <a:gd name="T26" fmla="*/ 365 w 427"/>
                <a:gd name="T27" fmla="*/ 104 h 496"/>
                <a:gd name="T28" fmla="*/ 377 w 427"/>
                <a:gd name="T29" fmla="*/ 101 h 496"/>
                <a:gd name="T30" fmla="*/ 427 w 427"/>
                <a:gd name="T31" fmla="*/ 50 h 496"/>
                <a:gd name="T32" fmla="*/ 359 w 427"/>
                <a:gd name="T33" fmla="*/ 1 h 496"/>
                <a:gd name="T34" fmla="*/ 331 w 427"/>
                <a:gd name="T35" fmla="*/ 6 h 496"/>
                <a:gd name="T36" fmla="*/ 301 w 427"/>
                <a:gd name="T37" fmla="*/ 17 h 496"/>
                <a:gd name="T38" fmla="*/ 272 w 427"/>
                <a:gd name="T39" fmla="*/ 31 h 496"/>
                <a:gd name="T40" fmla="*/ 241 w 427"/>
                <a:gd name="T41" fmla="*/ 50 h 496"/>
                <a:gd name="T42" fmla="*/ 210 w 427"/>
                <a:gd name="T43" fmla="*/ 72 h 496"/>
                <a:gd name="T44" fmla="*/ 167 w 427"/>
                <a:gd name="T45" fmla="*/ 109 h 496"/>
                <a:gd name="T46" fmla="*/ 112 w 427"/>
                <a:gd name="T47" fmla="*/ 165 h 496"/>
                <a:gd name="T48" fmla="*/ 66 w 427"/>
                <a:gd name="T49" fmla="*/ 222 h 496"/>
                <a:gd name="T50" fmla="*/ 37 w 427"/>
                <a:gd name="T51" fmla="*/ 264 h 496"/>
                <a:gd name="T52" fmla="*/ 22 w 427"/>
                <a:gd name="T53" fmla="*/ 291 h 496"/>
                <a:gd name="T54" fmla="*/ 10 w 427"/>
                <a:gd name="T55" fmla="*/ 315 h 496"/>
                <a:gd name="T56" fmla="*/ 3 w 427"/>
                <a:gd name="T57" fmla="*/ 337 h 496"/>
                <a:gd name="T58" fmla="*/ 0 w 427"/>
                <a:gd name="T59" fmla="*/ 356 h 496"/>
                <a:gd name="T60" fmla="*/ 1 w 427"/>
                <a:gd name="T61" fmla="*/ 374 h 496"/>
                <a:gd name="T62" fmla="*/ 7 w 427"/>
                <a:gd name="T63" fmla="*/ 394 h 496"/>
                <a:gd name="T64" fmla="*/ 19 w 427"/>
                <a:gd name="T65" fmla="*/ 412 h 496"/>
                <a:gd name="T66" fmla="*/ 33 w 427"/>
                <a:gd name="T67" fmla="*/ 429 h 496"/>
                <a:gd name="T68" fmla="*/ 51 w 427"/>
                <a:gd name="T69" fmla="*/ 445 h 496"/>
                <a:gd name="T70" fmla="*/ 72 w 427"/>
                <a:gd name="T71" fmla="*/ 459 h 496"/>
                <a:gd name="T72" fmla="*/ 94 w 427"/>
                <a:gd name="T73" fmla="*/ 471 h 496"/>
                <a:gd name="T74" fmla="*/ 119 w 427"/>
                <a:gd name="T75" fmla="*/ 482 h 496"/>
                <a:gd name="T76" fmla="*/ 144 w 427"/>
                <a:gd name="T77" fmla="*/ 490 h 496"/>
                <a:gd name="T78" fmla="*/ 169 w 427"/>
                <a:gd name="T79" fmla="*/ 494 h 496"/>
                <a:gd name="T80" fmla="*/ 193 w 427"/>
                <a:gd name="T81" fmla="*/ 496 h 496"/>
                <a:gd name="T82" fmla="*/ 262 w 427"/>
                <a:gd name="T83" fmla="*/ 437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427" h="496">
                  <a:moveTo>
                    <a:pt x="222" y="377"/>
                  </a:moveTo>
                  <a:lnTo>
                    <a:pt x="212" y="377"/>
                  </a:lnTo>
                  <a:lnTo>
                    <a:pt x="206" y="374"/>
                  </a:lnTo>
                  <a:lnTo>
                    <a:pt x="201" y="371"/>
                  </a:lnTo>
                  <a:lnTo>
                    <a:pt x="198" y="367"/>
                  </a:lnTo>
                  <a:lnTo>
                    <a:pt x="196" y="364"/>
                  </a:lnTo>
                  <a:lnTo>
                    <a:pt x="194" y="359"/>
                  </a:lnTo>
                  <a:lnTo>
                    <a:pt x="193" y="355"/>
                  </a:lnTo>
                  <a:lnTo>
                    <a:pt x="192" y="350"/>
                  </a:lnTo>
                  <a:lnTo>
                    <a:pt x="192" y="345"/>
                  </a:lnTo>
                  <a:lnTo>
                    <a:pt x="192" y="339"/>
                  </a:lnTo>
                  <a:lnTo>
                    <a:pt x="193" y="333"/>
                  </a:lnTo>
                  <a:lnTo>
                    <a:pt x="195" y="326"/>
                  </a:lnTo>
                  <a:lnTo>
                    <a:pt x="199" y="315"/>
                  </a:lnTo>
                  <a:lnTo>
                    <a:pt x="205" y="302"/>
                  </a:lnTo>
                  <a:lnTo>
                    <a:pt x="213" y="286"/>
                  </a:lnTo>
                  <a:lnTo>
                    <a:pt x="224" y="268"/>
                  </a:lnTo>
                  <a:lnTo>
                    <a:pt x="235" y="250"/>
                  </a:lnTo>
                  <a:lnTo>
                    <a:pt x="247" y="231"/>
                  </a:lnTo>
                  <a:lnTo>
                    <a:pt x="260" y="212"/>
                  </a:lnTo>
                  <a:lnTo>
                    <a:pt x="275" y="193"/>
                  </a:lnTo>
                  <a:lnTo>
                    <a:pt x="289" y="174"/>
                  </a:lnTo>
                  <a:lnTo>
                    <a:pt x="303" y="157"/>
                  </a:lnTo>
                  <a:lnTo>
                    <a:pt x="318" y="142"/>
                  </a:lnTo>
                  <a:lnTo>
                    <a:pt x="333" y="127"/>
                  </a:lnTo>
                  <a:lnTo>
                    <a:pt x="346" y="116"/>
                  </a:lnTo>
                  <a:lnTo>
                    <a:pt x="359" y="107"/>
                  </a:lnTo>
                  <a:lnTo>
                    <a:pt x="365" y="104"/>
                  </a:lnTo>
                  <a:lnTo>
                    <a:pt x="372" y="102"/>
                  </a:lnTo>
                  <a:lnTo>
                    <a:pt x="377" y="101"/>
                  </a:lnTo>
                  <a:lnTo>
                    <a:pt x="383" y="100"/>
                  </a:lnTo>
                  <a:lnTo>
                    <a:pt x="427" y="50"/>
                  </a:lnTo>
                  <a:lnTo>
                    <a:pt x="373" y="0"/>
                  </a:lnTo>
                  <a:lnTo>
                    <a:pt x="359" y="1"/>
                  </a:lnTo>
                  <a:lnTo>
                    <a:pt x="345" y="3"/>
                  </a:lnTo>
                  <a:lnTo>
                    <a:pt x="331" y="6"/>
                  </a:lnTo>
                  <a:lnTo>
                    <a:pt x="316" y="11"/>
                  </a:lnTo>
                  <a:lnTo>
                    <a:pt x="301" y="17"/>
                  </a:lnTo>
                  <a:lnTo>
                    <a:pt x="286" y="23"/>
                  </a:lnTo>
                  <a:lnTo>
                    <a:pt x="272" y="31"/>
                  </a:lnTo>
                  <a:lnTo>
                    <a:pt x="256" y="41"/>
                  </a:lnTo>
                  <a:lnTo>
                    <a:pt x="241" y="50"/>
                  </a:lnTo>
                  <a:lnTo>
                    <a:pt x="226" y="61"/>
                  </a:lnTo>
                  <a:lnTo>
                    <a:pt x="210" y="72"/>
                  </a:lnTo>
                  <a:lnTo>
                    <a:pt x="196" y="83"/>
                  </a:lnTo>
                  <a:lnTo>
                    <a:pt x="167" y="109"/>
                  </a:lnTo>
                  <a:lnTo>
                    <a:pt x="139" y="137"/>
                  </a:lnTo>
                  <a:lnTo>
                    <a:pt x="112" y="165"/>
                  </a:lnTo>
                  <a:lnTo>
                    <a:pt x="88" y="194"/>
                  </a:lnTo>
                  <a:lnTo>
                    <a:pt x="66" y="222"/>
                  </a:lnTo>
                  <a:lnTo>
                    <a:pt x="45" y="251"/>
                  </a:lnTo>
                  <a:lnTo>
                    <a:pt x="37" y="264"/>
                  </a:lnTo>
                  <a:lnTo>
                    <a:pt x="29" y="278"/>
                  </a:lnTo>
                  <a:lnTo>
                    <a:pt x="22" y="291"/>
                  </a:lnTo>
                  <a:lnTo>
                    <a:pt x="16" y="303"/>
                  </a:lnTo>
                  <a:lnTo>
                    <a:pt x="10" y="315"/>
                  </a:lnTo>
                  <a:lnTo>
                    <a:pt x="6" y="326"/>
                  </a:lnTo>
                  <a:lnTo>
                    <a:pt x="3" y="337"/>
                  </a:lnTo>
                  <a:lnTo>
                    <a:pt x="1" y="346"/>
                  </a:lnTo>
                  <a:lnTo>
                    <a:pt x="0" y="356"/>
                  </a:lnTo>
                  <a:lnTo>
                    <a:pt x="0" y="365"/>
                  </a:lnTo>
                  <a:lnTo>
                    <a:pt x="1" y="374"/>
                  </a:lnTo>
                  <a:lnTo>
                    <a:pt x="4" y="385"/>
                  </a:lnTo>
                  <a:lnTo>
                    <a:pt x="7" y="394"/>
                  </a:lnTo>
                  <a:lnTo>
                    <a:pt x="13" y="403"/>
                  </a:lnTo>
                  <a:lnTo>
                    <a:pt x="19" y="412"/>
                  </a:lnTo>
                  <a:lnTo>
                    <a:pt x="26" y="420"/>
                  </a:lnTo>
                  <a:lnTo>
                    <a:pt x="33" y="429"/>
                  </a:lnTo>
                  <a:lnTo>
                    <a:pt x="42" y="437"/>
                  </a:lnTo>
                  <a:lnTo>
                    <a:pt x="51" y="445"/>
                  </a:lnTo>
                  <a:lnTo>
                    <a:pt x="61" y="452"/>
                  </a:lnTo>
                  <a:lnTo>
                    <a:pt x="72" y="459"/>
                  </a:lnTo>
                  <a:lnTo>
                    <a:pt x="83" y="465"/>
                  </a:lnTo>
                  <a:lnTo>
                    <a:pt x="94" y="471"/>
                  </a:lnTo>
                  <a:lnTo>
                    <a:pt x="106" y="476"/>
                  </a:lnTo>
                  <a:lnTo>
                    <a:pt x="119" y="482"/>
                  </a:lnTo>
                  <a:lnTo>
                    <a:pt x="131" y="486"/>
                  </a:lnTo>
                  <a:lnTo>
                    <a:pt x="144" y="490"/>
                  </a:lnTo>
                  <a:lnTo>
                    <a:pt x="156" y="492"/>
                  </a:lnTo>
                  <a:lnTo>
                    <a:pt x="169" y="494"/>
                  </a:lnTo>
                  <a:lnTo>
                    <a:pt x="181" y="496"/>
                  </a:lnTo>
                  <a:lnTo>
                    <a:pt x="193" y="496"/>
                  </a:lnTo>
                  <a:lnTo>
                    <a:pt x="204" y="496"/>
                  </a:lnTo>
                  <a:lnTo>
                    <a:pt x="262" y="437"/>
                  </a:lnTo>
                  <a:lnTo>
                    <a:pt x="222" y="37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42" name="Freeform 46"/>
            <p:cNvSpPr>
              <a:spLocks/>
            </p:cNvSpPr>
            <p:nvPr userDrawn="1"/>
          </p:nvSpPr>
          <p:spPr bwMode="gray">
            <a:xfrm>
              <a:off x="7208" y="606"/>
              <a:ext cx="34" cy="28"/>
            </a:xfrm>
            <a:custGeom>
              <a:avLst/>
              <a:gdLst>
                <a:gd name="T0" fmla="*/ 217 w 410"/>
                <a:gd name="T1" fmla="*/ 96 h 335"/>
                <a:gd name="T2" fmla="*/ 233 w 410"/>
                <a:gd name="T3" fmla="*/ 100 h 335"/>
                <a:gd name="T4" fmla="*/ 248 w 410"/>
                <a:gd name="T5" fmla="*/ 107 h 335"/>
                <a:gd name="T6" fmla="*/ 258 w 410"/>
                <a:gd name="T7" fmla="*/ 117 h 335"/>
                <a:gd name="T8" fmla="*/ 264 w 410"/>
                <a:gd name="T9" fmla="*/ 129 h 335"/>
                <a:gd name="T10" fmla="*/ 265 w 410"/>
                <a:gd name="T11" fmla="*/ 141 h 335"/>
                <a:gd name="T12" fmla="*/ 263 w 410"/>
                <a:gd name="T13" fmla="*/ 155 h 335"/>
                <a:gd name="T14" fmla="*/ 256 w 410"/>
                <a:gd name="T15" fmla="*/ 169 h 335"/>
                <a:gd name="T16" fmla="*/ 245 w 410"/>
                <a:gd name="T17" fmla="*/ 183 h 335"/>
                <a:gd name="T18" fmla="*/ 227 w 410"/>
                <a:gd name="T19" fmla="*/ 199 h 335"/>
                <a:gd name="T20" fmla="*/ 208 w 410"/>
                <a:gd name="T21" fmla="*/ 211 h 335"/>
                <a:gd name="T22" fmla="*/ 185 w 410"/>
                <a:gd name="T23" fmla="*/ 221 h 335"/>
                <a:gd name="T24" fmla="*/ 151 w 410"/>
                <a:gd name="T25" fmla="*/ 233 h 335"/>
                <a:gd name="T26" fmla="*/ 107 w 410"/>
                <a:gd name="T27" fmla="*/ 245 h 335"/>
                <a:gd name="T28" fmla="*/ 81 w 410"/>
                <a:gd name="T29" fmla="*/ 249 h 335"/>
                <a:gd name="T30" fmla="*/ 112 w 410"/>
                <a:gd name="T31" fmla="*/ 335 h 335"/>
                <a:gd name="T32" fmla="*/ 144 w 410"/>
                <a:gd name="T33" fmla="*/ 331 h 335"/>
                <a:gd name="T34" fmla="*/ 189 w 410"/>
                <a:gd name="T35" fmla="*/ 321 h 335"/>
                <a:gd name="T36" fmla="*/ 232 w 410"/>
                <a:gd name="T37" fmla="*/ 308 h 335"/>
                <a:gd name="T38" fmla="*/ 275 w 410"/>
                <a:gd name="T39" fmla="*/ 292 h 335"/>
                <a:gd name="T40" fmla="*/ 315 w 410"/>
                <a:gd name="T41" fmla="*/ 273 h 335"/>
                <a:gd name="T42" fmla="*/ 349 w 410"/>
                <a:gd name="T43" fmla="*/ 253 h 335"/>
                <a:gd name="T44" fmla="*/ 376 w 410"/>
                <a:gd name="T45" fmla="*/ 232 h 335"/>
                <a:gd name="T46" fmla="*/ 395 w 410"/>
                <a:gd name="T47" fmla="*/ 212 h 335"/>
                <a:gd name="T48" fmla="*/ 404 w 410"/>
                <a:gd name="T49" fmla="*/ 194 h 335"/>
                <a:gd name="T50" fmla="*/ 408 w 410"/>
                <a:gd name="T51" fmla="*/ 177 h 335"/>
                <a:gd name="T52" fmla="*/ 410 w 410"/>
                <a:gd name="T53" fmla="*/ 162 h 335"/>
                <a:gd name="T54" fmla="*/ 409 w 410"/>
                <a:gd name="T55" fmla="*/ 147 h 335"/>
                <a:gd name="T56" fmla="*/ 405 w 410"/>
                <a:gd name="T57" fmla="*/ 126 h 335"/>
                <a:gd name="T58" fmla="*/ 395 w 410"/>
                <a:gd name="T59" fmla="*/ 103 h 335"/>
                <a:gd name="T60" fmla="*/ 381 w 410"/>
                <a:gd name="T61" fmla="*/ 83 h 335"/>
                <a:gd name="T62" fmla="*/ 365 w 410"/>
                <a:gd name="T63" fmla="*/ 64 h 335"/>
                <a:gd name="T64" fmla="*/ 346 w 410"/>
                <a:gd name="T65" fmla="*/ 48 h 335"/>
                <a:gd name="T66" fmla="*/ 323 w 410"/>
                <a:gd name="T67" fmla="*/ 32 h 335"/>
                <a:gd name="T68" fmla="*/ 301 w 410"/>
                <a:gd name="T69" fmla="*/ 20 h 335"/>
                <a:gd name="T70" fmla="*/ 276 w 410"/>
                <a:gd name="T71" fmla="*/ 11 h 335"/>
                <a:gd name="T72" fmla="*/ 251 w 410"/>
                <a:gd name="T73" fmla="*/ 4 h 335"/>
                <a:gd name="T74" fmla="*/ 225 w 410"/>
                <a:gd name="T75" fmla="*/ 1 h 335"/>
                <a:gd name="T76" fmla="*/ 162 w 410"/>
                <a:gd name="T77" fmla="*/ 56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410" h="335">
                  <a:moveTo>
                    <a:pt x="209" y="96"/>
                  </a:moveTo>
                  <a:lnTo>
                    <a:pt x="217" y="96"/>
                  </a:lnTo>
                  <a:lnTo>
                    <a:pt x="226" y="98"/>
                  </a:lnTo>
                  <a:lnTo>
                    <a:pt x="233" y="100"/>
                  </a:lnTo>
                  <a:lnTo>
                    <a:pt x="241" y="103"/>
                  </a:lnTo>
                  <a:lnTo>
                    <a:pt x="248" y="107"/>
                  </a:lnTo>
                  <a:lnTo>
                    <a:pt x="253" y="111"/>
                  </a:lnTo>
                  <a:lnTo>
                    <a:pt x="258" y="117"/>
                  </a:lnTo>
                  <a:lnTo>
                    <a:pt x="261" y="123"/>
                  </a:lnTo>
                  <a:lnTo>
                    <a:pt x="264" y="129"/>
                  </a:lnTo>
                  <a:lnTo>
                    <a:pt x="265" y="135"/>
                  </a:lnTo>
                  <a:lnTo>
                    <a:pt x="265" y="141"/>
                  </a:lnTo>
                  <a:lnTo>
                    <a:pt x="264" y="148"/>
                  </a:lnTo>
                  <a:lnTo>
                    <a:pt x="263" y="155"/>
                  </a:lnTo>
                  <a:lnTo>
                    <a:pt x="260" y="162"/>
                  </a:lnTo>
                  <a:lnTo>
                    <a:pt x="256" y="169"/>
                  </a:lnTo>
                  <a:lnTo>
                    <a:pt x="252" y="175"/>
                  </a:lnTo>
                  <a:lnTo>
                    <a:pt x="245" y="183"/>
                  </a:lnTo>
                  <a:lnTo>
                    <a:pt x="236" y="192"/>
                  </a:lnTo>
                  <a:lnTo>
                    <a:pt x="227" y="199"/>
                  </a:lnTo>
                  <a:lnTo>
                    <a:pt x="218" y="205"/>
                  </a:lnTo>
                  <a:lnTo>
                    <a:pt x="208" y="211"/>
                  </a:lnTo>
                  <a:lnTo>
                    <a:pt x="197" y="216"/>
                  </a:lnTo>
                  <a:lnTo>
                    <a:pt x="185" y="221"/>
                  </a:lnTo>
                  <a:lnTo>
                    <a:pt x="174" y="226"/>
                  </a:lnTo>
                  <a:lnTo>
                    <a:pt x="151" y="233"/>
                  </a:lnTo>
                  <a:lnTo>
                    <a:pt x="128" y="239"/>
                  </a:lnTo>
                  <a:lnTo>
                    <a:pt x="107" y="245"/>
                  </a:lnTo>
                  <a:lnTo>
                    <a:pt x="88" y="248"/>
                  </a:lnTo>
                  <a:lnTo>
                    <a:pt x="81" y="249"/>
                  </a:lnTo>
                  <a:lnTo>
                    <a:pt x="0" y="328"/>
                  </a:lnTo>
                  <a:lnTo>
                    <a:pt x="112" y="335"/>
                  </a:lnTo>
                  <a:lnTo>
                    <a:pt x="121" y="334"/>
                  </a:lnTo>
                  <a:lnTo>
                    <a:pt x="144" y="331"/>
                  </a:lnTo>
                  <a:lnTo>
                    <a:pt x="165" y="326"/>
                  </a:lnTo>
                  <a:lnTo>
                    <a:pt x="189" y="321"/>
                  </a:lnTo>
                  <a:lnTo>
                    <a:pt x="211" y="315"/>
                  </a:lnTo>
                  <a:lnTo>
                    <a:pt x="232" y="308"/>
                  </a:lnTo>
                  <a:lnTo>
                    <a:pt x="255" y="300"/>
                  </a:lnTo>
                  <a:lnTo>
                    <a:pt x="275" y="292"/>
                  </a:lnTo>
                  <a:lnTo>
                    <a:pt x="296" y="282"/>
                  </a:lnTo>
                  <a:lnTo>
                    <a:pt x="315" y="273"/>
                  </a:lnTo>
                  <a:lnTo>
                    <a:pt x="332" y="263"/>
                  </a:lnTo>
                  <a:lnTo>
                    <a:pt x="349" y="253"/>
                  </a:lnTo>
                  <a:lnTo>
                    <a:pt x="363" y="243"/>
                  </a:lnTo>
                  <a:lnTo>
                    <a:pt x="376" y="232"/>
                  </a:lnTo>
                  <a:lnTo>
                    <a:pt x="386" y="222"/>
                  </a:lnTo>
                  <a:lnTo>
                    <a:pt x="395" y="212"/>
                  </a:lnTo>
                  <a:lnTo>
                    <a:pt x="400" y="203"/>
                  </a:lnTo>
                  <a:lnTo>
                    <a:pt x="404" y="194"/>
                  </a:lnTo>
                  <a:lnTo>
                    <a:pt x="406" y="185"/>
                  </a:lnTo>
                  <a:lnTo>
                    <a:pt x="408" y="177"/>
                  </a:lnTo>
                  <a:lnTo>
                    <a:pt x="409" y="169"/>
                  </a:lnTo>
                  <a:lnTo>
                    <a:pt x="410" y="162"/>
                  </a:lnTo>
                  <a:lnTo>
                    <a:pt x="409" y="154"/>
                  </a:lnTo>
                  <a:lnTo>
                    <a:pt x="409" y="147"/>
                  </a:lnTo>
                  <a:lnTo>
                    <a:pt x="408" y="139"/>
                  </a:lnTo>
                  <a:lnTo>
                    <a:pt x="405" y="126"/>
                  </a:lnTo>
                  <a:lnTo>
                    <a:pt x="400" y="114"/>
                  </a:lnTo>
                  <a:lnTo>
                    <a:pt x="395" y="103"/>
                  </a:lnTo>
                  <a:lnTo>
                    <a:pt x="388" y="93"/>
                  </a:lnTo>
                  <a:lnTo>
                    <a:pt x="381" y="83"/>
                  </a:lnTo>
                  <a:lnTo>
                    <a:pt x="373" y="73"/>
                  </a:lnTo>
                  <a:lnTo>
                    <a:pt x="365" y="64"/>
                  </a:lnTo>
                  <a:lnTo>
                    <a:pt x="355" y="56"/>
                  </a:lnTo>
                  <a:lnTo>
                    <a:pt x="346" y="48"/>
                  </a:lnTo>
                  <a:lnTo>
                    <a:pt x="334" y="39"/>
                  </a:lnTo>
                  <a:lnTo>
                    <a:pt x="323" y="32"/>
                  </a:lnTo>
                  <a:lnTo>
                    <a:pt x="312" y="26"/>
                  </a:lnTo>
                  <a:lnTo>
                    <a:pt x="301" y="20"/>
                  </a:lnTo>
                  <a:lnTo>
                    <a:pt x="288" y="15"/>
                  </a:lnTo>
                  <a:lnTo>
                    <a:pt x="276" y="11"/>
                  </a:lnTo>
                  <a:lnTo>
                    <a:pt x="263" y="7"/>
                  </a:lnTo>
                  <a:lnTo>
                    <a:pt x="251" y="4"/>
                  </a:lnTo>
                  <a:lnTo>
                    <a:pt x="239" y="2"/>
                  </a:lnTo>
                  <a:lnTo>
                    <a:pt x="225" y="1"/>
                  </a:lnTo>
                  <a:lnTo>
                    <a:pt x="213" y="0"/>
                  </a:lnTo>
                  <a:lnTo>
                    <a:pt x="162" y="56"/>
                  </a:lnTo>
                  <a:lnTo>
                    <a:pt x="209" y="9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43" name="Freeform 47"/>
            <p:cNvSpPr>
              <a:spLocks/>
            </p:cNvSpPr>
            <p:nvPr userDrawn="1"/>
          </p:nvSpPr>
          <p:spPr bwMode="gray">
            <a:xfrm>
              <a:off x="7156" y="565"/>
              <a:ext cx="109" cy="121"/>
            </a:xfrm>
            <a:custGeom>
              <a:avLst/>
              <a:gdLst>
                <a:gd name="T0" fmla="*/ 802 w 1307"/>
                <a:gd name="T1" fmla="*/ 593 h 1456"/>
                <a:gd name="T2" fmla="*/ 746 w 1307"/>
                <a:gd name="T3" fmla="*/ 629 h 1456"/>
                <a:gd name="T4" fmla="*/ 713 w 1307"/>
                <a:gd name="T5" fmla="*/ 692 h 1456"/>
                <a:gd name="T6" fmla="*/ 748 w 1307"/>
                <a:gd name="T7" fmla="*/ 832 h 1456"/>
                <a:gd name="T8" fmla="*/ 838 w 1307"/>
                <a:gd name="T9" fmla="*/ 916 h 1456"/>
                <a:gd name="T10" fmla="*/ 970 w 1307"/>
                <a:gd name="T11" fmla="*/ 963 h 1456"/>
                <a:gd name="T12" fmla="*/ 1127 w 1307"/>
                <a:gd name="T13" fmla="*/ 971 h 1456"/>
                <a:gd name="T14" fmla="*/ 1282 w 1307"/>
                <a:gd name="T15" fmla="*/ 944 h 1456"/>
                <a:gd name="T16" fmla="*/ 1306 w 1307"/>
                <a:gd name="T17" fmla="*/ 948 h 1456"/>
                <a:gd name="T18" fmla="*/ 1299 w 1307"/>
                <a:gd name="T19" fmla="*/ 972 h 1456"/>
                <a:gd name="T20" fmla="*/ 1255 w 1307"/>
                <a:gd name="T21" fmla="*/ 1007 h 1456"/>
                <a:gd name="T22" fmla="*/ 1166 w 1307"/>
                <a:gd name="T23" fmla="*/ 1042 h 1456"/>
                <a:gd name="T24" fmla="*/ 1051 w 1307"/>
                <a:gd name="T25" fmla="*/ 1057 h 1456"/>
                <a:gd name="T26" fmla="*/ 851 w 1307"/>
                <a:gd name="T27" fmla="*/ 1032 h 1456"/>
                <a:gd name="T28" fmla="*/ 687 w 1307"/>
                <a:gd name="T29" fmla="*/ 959 h 1456"/>
                <a:gd name="T30" fmla="*/ 585 w 1307"/>
                <a:gd name="T31" fmla="*/ 864 h 1456"/>
                <a:gd name="T32" fmla="*/ 547 w 1307"/>
                <a:gd name="T33" fmla="*/ 796 h 1456"/>
                <a:gd name="T34" fmla="*/ 533 w 1307"/>
                <a:gd name="T35" fmla="*/ 728 h 1456"/>
                <a:gd name="T36" fmla="*/ 471 w 1307"/>
                <a:gd name="T37" fmla="*/ 717 h 1456"/>
                <a:gd name="T38" fmla="*/ 295 w 1307"/>
                <a:gd name="T39" fmla="*/ 760 h 1456"/>
                <a:gd name="T40" fmla="*/ 263 w 1307"/>
                <a:gd name="T41" fmla="*/ 950 h 1456"/>
                <a:gd name="T42" fmla="*/ 242 w 1307"/>
                <a:gd name="T43" fmla="*/ 1207 h 1456"/>
                <a:gd name="T44" fmla="*/ 249 w 1307"/>
                <a:gd name="T45" fmla="*/ 1425 h 1456"/>
                <a:gd name="T46" fmla="*/ 235 w 1307"/>
                <a:gd name="T47" fmla="*/ 1455 h 1456"/>
                <a:gd name="T48" fmla="*/ 183 w 1307"/>
                <a:gd name="T49" fmla="*/ 1441 h 1456"/>
                <a:gd name="T50" fmla="*/ 132 w 1307"/>
                <a:gd name="T51" fmla="*/ 1388 h 1456"/>
                <a:gd name="T52" fmla="*/ 101 w 1307"/>
                <a:gd name="T53" fmla="*/ 1291 h 1456"/>
                <a:gd name="T54" fmla="*/ 98 w 1307"/>
                <a:gd name="T55" fmla="*/ 1045 h 1456"/>
                <a:gd name="T56" fmla="*/ 123 w 1307"/>
                <a:gd name="T57" fmla="*/ 785 h 1456"/>
                <a:gd name="T58" fmla="*/ 59 w 1307"/>
                <a:gd name="T59" fmla="*/ 774 h 1456"/>
                <a:gd name="T60" fmla="*/ 29 w 1307"/>
                <a:gd name="T61" fmla="*/ 747 h 1456"/>
                <a:gd name="T62" fmla="*/ 0 w 1307"/>
                <a:gd name="T63" fmla="*/ 679 h 1456"/>
                <a:gd name="T64" fmla="*/ 21 w 1307"/>
                <a:gd name="T65" fmla="*/ 654 h 1456"/>
                <a:gd name="T66" fmla="*/ 95 w 1307"/>
                <a:gd name="T67" fmla="*/ 659 h 1456"/>
                <a:gd name="T68" fmla="*/ 174 w 1307"/>
                <a:gd name="T69" fmla="*/ 563 h 1456"/>
                <a:gd name="T70" fmla="*/ 246 w 1307"/>
                <a:gd name="T71" fmla="*/ 312 h 1456"/>
                <a:gd name="T72" fmla="*/ 332 w 1307"/>
                <a:gd name="T73" fmla="*/ 113 h 1456"/>
                <a:gd name="T74" fmla="*/ 407 w 1307"/>
                <a:gd name="T75" fmla="*/ 15 h 1456"/>
                <a:gd name="T76" fmla="*/ 488 w 1307"/>
                <a:gd name="T77" fmla="*/ 3 h 1456"/>
                <a:gd name="T78" fmla="*/ 569 w 1307"/>
                <a:gd name="T79" fmla="*/ 39 h 1456"/>
                <a:gd name="T80" fmla="*/ 619 w 1307"/>
                <a:gd name="T81" fmla="*/ 95 h 1456"/>
                <a:gd name="T82" fmla="*/ 634 w 1307"/>
                <a:gd name="T83" fmla="*/ 156 h 1456"/>
                <a:gd name="T84" fmla="*/ 621 w 1307"/>
                <a:gd name="T85" fmla="*/ 200 h 1456"/>
                <a:gd name="T86" fmla="*/ 598 w 1307"/>
                <a:gd name="T87" fmla="*/ 214 h 1456"/>
                <a:gd name="T88" fmla="*/ 578 w 1307"/>
                <a:gd name="T89" fmla="*/ 195 h 1456"/>
                <a:gd name="T90" fmla="*/ 535 w 1307"/>
                <a:gd name="T91" fmla="*/ 146 h 1456"/>
                <a:gd name="T92" fmla="*/ 494 w 1307"/>
                <a:gd name="T93" fmla="*/ 149 h 1456"/>
                <a:gd name="T94" fmla="*/ 451 w 1307"/>
                <a:gd name="T95" fmla="*/ 206 h 1456"/>
                <a:gd name="T96" fmla="*/ 345 w 1307"/>
                <a:gd name="T97" fmla="*/ 519 h 1456"/>
                <a:gd name="T98" fmla="*/ 388 w 1307"/>
                <a:gd name="T99" fmla="*/ 638 h 1456"/>
                <a:gd name="T100" fmla="*/ 594 w 1307"/>
                <a:gd name="T101" fmla="*/ 595 h 1456"/>
                <a:gd name="T102" fmla="*/ 650 w 1307"/>
                <a:gd name="T103" fmla="*/ 551 h 1456"/>
                <a:gd name="T104" fmla="*/ 746 w 1307"/>
                <a:gd name="T105" fmla="*/ 506 h 1456"/>
                <a:gd name="T106" fmla="*/ 844 w 1307"/>
                <a:gd name="T107" fmla="*/ 489 h 1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307" h="1456">
                  <a:moveTo>
                    <a:pt x="840" y="585"/>
                  </a:moveTo>
                  <a:lnTo>
                    <a:pt x="833" y="585"/>
                  </a:lnTo>
                  <a:lnTo>
                    <a:pt x="826" y="586"/>
                  </a:lnTo>
                  <a:lnTo>
                    <a:pt x="820" y="587"/>
                  </a:lnTo>
                  <a:lnTo>
                    <a:pt x="812" y="589"/>
                  </a:lnTo>
                  <a:lnTo>
                    <a:pt x="802" y="593"/>
                  </a:lnTo>
                  <a:lnTo>
                    <a:pt x="792" y="597"/>
                  </a:lnTo>
                  <a:lnTo>
                    <a:pt x="783" y="602"/>
                  </a:lnTo>
                  <a:lnTo>
                    <a:pt x="773" y="608"/>
                  </a:lnTo>
                  <a:lnTo>
                    <a:pt x="763" y="615"/>
                  </a:lnTo>
                  <a:lnTo>
                    <a:pt x="755" y="622"/>
                  </a:lnTo>
                  <a:lnTo>
                    <a:pt x="746" y="629"/>
                  </a:lnTo>
                  <a:lnTo>
                    <a:pt x="739" y="639"/>
                  </a:lnTo>
                  <a:lnTo>
                    <a:pt x="732" y="648"/>
                  </a:lnTo>
                  <a:lnTo>
                    <a:pt x="726" y="658"/>
                  </a:lnTo>
                  <a:lnTo>
                    <a:pt x="721" y="668"/>
                  </a:lnTo>
                  <a:lnTo>
                    <a:pt x="717" y="679"/>
                  </a:lnTo>
                  <a:lnTo>
                    <a:pt x="713" y="692"/>
                  </a:lnTo>
                  <a:lnTo>
                    <a:pt x="711" y="704"/>
                  </a:lnTo>
                  <a:lnTo>
                    <a:pt x="711" y="717"/>
                  </a:lnTo>
                  <a:lnTo>
                    <a:pt x="711" y="732"/>
                  </a:lnTo>
                  <a:lnTo>
                    <a:pt x="712" y="738"/>
                  </a:lnTo>
                  <a:lnTo>
                    <a:pt x="743" y="824"/>
                  </a:lnTo>
                  <a:lnTo>
                    <a:pt x="748" y="832"/>
                  </a:lnTo>
                  <a:lnTo>
                    <a:pt x="759" y="848"/>
                  </a:lnTo>
                  <a:lnTo>
                    <a:pt x="773" y="863"/>
                  </a:lnTo>
                  <a:lnTo>
                    <a:pt x="787" y="879"/>
                  </a:lnTo>
                  <a:lnTo>
                    <a:pt x="803" y="892"/>
                  </a:lnTo>
                  <a:lnTo>
                    <a:pt x="820" y="904"/>
                  </a:lnTo>
                  <a:lnTo>
                    <a:pt x="838" y="916"/>
                  </a:lnTo>
                  <a:lnTo>
                    <a:pt x="857" y="926"/>
                  </a:lnTo>
                  <a:lnTo>
                    <a:pt x="878" y="936"/>
                  </a:lnTo>
                  <a:lnTo>
                    <a:pt x="899" y="945"/>
                  </a:lnTo>
                  <a:lnTo>
                    <a:pt x="922" y="952"/>
                  </a:lnTo>
                  <a:lnTo>
                    <a:pt x="946" y="958"/>
                  </a:lnTo>
                  <a:lnTo>
                    <a:pt x="970" y="963"/>
                  </a:lnTo>
                  <a:lnTo>
                    <a:pt x="996" y="967"/>
                  </a:lnTo>
                  <a:lnTo>
                    <a:pt x="1021" y="970"/>
                  </a:lnTo>
                  <a:lnTo>
                    <a:pt x="1049" y="972"/>
                  </a:lnTo>
                  <a:lnTo>
                    <a:pt x="1077" y="973"/>
                  </a:lnTo>
                  <a:lnTo>
                    <a:pt x="1102" y="972"/>
                  </a:lnTo>
                  <a:lnTo>
                    <a:pt x="1127" y="971"/>
                  </a:lnTo>
                  <a:lnTo>
                    <a:pt x="1152" y="968"/>
                  </a:lnTo>
                  <a:lnTo>
                    <a:pt x="1178" y="965"/>
                  </a:lnTo>
                  <a:lnTo>
                    <a:pt x="1204" y="961"/>
                  </a:lnTo>
                  <a:lnTo>
                    <a:pt x="1230" y="956"/>
                  </a:lnTo>
                  <a:lnTo>
                    <a:pt x="1255" y="950"/>
                  </a:lnTo>
                  <a:lnTo>
                    <a:pt x="1282" y="944"/>
                  </a:lnTo>
                  <a:lnTo>
                    <a:pt x="1291" y="942"/>
                  </a:lnTo>
                  <a:lnTo>
                    <a:pt x="1298" y="942"/>
                  </a:lnTo>
                  <a:lnTo>
                    <a:pt x="1301" y="943"/>
                  </a:lnTo>
                  <a:lnTo>
                    <a:pt x="1303" y="944"/>
                  </a:lnTo>
                  <a:lnTo>
                    <a:pt x="1305" y="945"/>
                  </a:lnTo>
                  <a:lnTo>
                    <a:pt x="1306" y="948"/>
                  </a:lnTo>
                  <a:lnTo>
                    <a:pt x="1307" y="951"/>
                  </a:lnTo>
                  <a:lnTo>
                    <a:pt x="1307" y="954"/>
                  </a:lnTo>
                  <a:lnTo>
                    <a:pt x="1306" y="958"/>
                  </a:lnTo>
                  <a:lnTo>
                    <a:pt x="1305" y="963"/>
                  </a:lnTo>
                  <a:lnTo>
                    <a:pt x="1302" y="967"/>
                  </a:lnTo>
                  <a:lnTo>
                    <a:pt x="1299" y="972"/>
                  </a:lnTo>
                  <a:lnTo>
                    <a:pt x="1295" y="978"/>
                  </a:lnTo>
                  <a:lnTo>
                    <a:pt x="1291" y="983"/>
                  </a:lnTo>
                  <a:lnTo>
                    <a:pt x="1284" y="989"/>
                  </a:lnTo>
                  <a:lnTo>
                    <a:pt x="1275" y="995"/>
                  </a:lnTo>
                  <a:lnTo>
                    <a:pt x="1265" y="1001"/>
                  </a:lnTo>
                  <a:lnTo>
                    <a:pt x="1255" y="1007"/>
                  </a:lnTo>
                  <a:lnTo>
                    <a:pt x="1243" y="1013"/>
                  </a:lnTo>
                  <a:lnTo>
                    <a:pt x="1230" y="1019"/>
                  </a:lnTo>
                  <a:lnTo>
                    <a:pt x="1215" y="1025"/>
                  </a:lnTo>
                  <a:lnTo>
                    <a:pt x="1200" y="1032"/>
                  </a:lnTo>
                  <a:lnTo>
                    <a:pt x="1184" y="1037"/>
                  </a:lnTo>
                  <a:lnTo>
                    <a:pt x="1166" y="1042"/>
                  </a:lnTo>
                  <a:lnTo>
                    <a:pt x="1149" y="1046"/>
                  </a:lnTo>
                  <a:lnTo>
                    <a:pt x="1131" y="1050"/>
                  </a:lnTo>
                  <a:lnTo>
                    <a:pt x="1111" y="1053"/>
                  </a:lnTo>
                  <a:lnTo>
                    <a:pt x="1092" y="1055"/>
                  </a:lnTo>
                  <a:lnTo>
                    <a:pt x="1071" y="1056"/>
                  </a:lnTo>
                  <a:lnTo>
                    <a:pt x="1051" y="1057"/>
                  </a:lnTo>
                  <a:lnTo>
                    <a:pt x="1015" y="1056"/>
                  </a:lnTo>
                  <a:lnTo>
                    <a:pt x="981" y="1054"/>
                  </a:lnTo>
                  <a:lnTo>
                    <a:pt x="947" y="1050"/>
                  </a:lnTo>
                  <a:lnTo>
                    <a:pt x="914" y="1046"/>
                  </a:lnTo>
                  <a:lnTo>
                    <a:pt x="882" y="1039"/>
                  </a:lnTo>
                  <a:lnTo>
                    <a:pt x="851" y="1032"/>
                  </a:lnTo>
                  <a:lnTo>
                    <a:pt x="821" y="1022"/>
                  </a:lnTo>
                  <a:lnTo>
                    <a:pt x="792" y="1012"/>
                  </a:lnTo>
                  <a:lnTo>
                    <a:pt x="763" y="1001"/>
                  </a:lnTo>
                  <a:lnTo>
                    <a:pt x="737" y="988"/>
                  </a:lnTo>
                  <a:lnTo>
                    <a:pt x="710" y="974"/>
                  </a:lnTo>
                  <a:lnTo>
                    <a:pt x="687" y="959"/>
                  </a:lnTo>
                  <a:lnTo>
                    <a:pt x="663" y="943"/>
                  </a:lnTo>
                  <a:lnTo>
                    <a:pt x="642" y="925"/>
                  </a:lnTo>
                  <a:lnTo>
                    <a:pt x="622" y="906"/>
                  </a:lnTo>
                  <a:lnTo>
                    <a:pt x="603" y="887"/>
                  </a:lnTo>
                  <a:lnTo>
                    <a:pt x="594" y="875"/>
                  </a:lnTo>
                  <a:lnTo>
                    <a:pt x="585" y="864"/>
                  </a:lnTo>
                  <a:lnTo>
                    <a:pt x="577" y="853"/>
                  </a:lnTo>
                  <a:lnTo>
                    <a:pt x="570" y="842"/>
                  </a:lnTo>
                  <a:lnTo>
                    <a:pt x="562" y="831"/>
                  </a:lnTo>
                  <a:lnTo>
                    <a:pt x="557" y="819"/>
                  </a:lnTo>
                  <a:lnTo>
                    <a:pt x="551" y="808"/>
                  </a:lnTo>
                  <a:lnTo>
                    <a:pt x="547" y="796"/>
                  </a:lnTo>
                  <a:lnTo>
                    <a:pt x="543" y="785"/>
                  </a:lnTo>
                  <a:lnTo>
                    <a:pt x="539" y="773"/>
                  </a:lnTo>
                  <a:lnTo>
                    <a:pt x="537" y="762"/>
                  </a:lnTo>
                  <a:lnTo>
                    <a:pt x="535" y="751"/>
                  </a:lnTo>
                  <a:lnTo>
                    <a:pt x="534" y="740"/>
                  </a:lnTo>
                  <a:lnTo>
                    <a:pt x="533" y="728"/>
                  </a:lnTo>
                  <a:lnTo>
                    <a:pt x="533" y="718"/>
                  </a:lnTo>
                  <a:lnTo>
                    <a:pt x="534" y="707"/>
                  </a:lnTo>
                  <a:lnTo>
                    <a:pt x="535" y="699"/>
                  </a:lnTo>
                  <a:lnTo>
                    <a:pt x="527" y="701"/>
                  </a:lnTo>
                  <a:lnTo>
                    <a:pt x="499" y="709"/>
                  </a:lnTo>
                  <a:lnTo>
                    <a:pt x="471" y="717"/>
                  </a:lnTo>
                  <a:lnTo>
                    <a:pt x="442" y="725"/>
                  </a:lnTo>
                  <a:lnTo>
                    <a:pt x="413" y="733"/>
                  </a:lnTo>
                  <a:lnTo>
                    <a:pt x="383" y="740"/>
                  </a:lnTo>
                  <a:lnTo>
                    <a:pt x="353" y="747"/>
                  </a:lnTo>
                  <a:lnTo>
                    <a:pt x="325" y="754"/>
                  </a:lnTo>
                  <a:lnTo>
                    <a:pt x="295" y="760"/>
                  </a:lnTo>
                  <a:lnTo>
                    <a:pt x="292" y="761"/>
                  </a:lnTo>
                  <a:lnTo>
                    <a:pt x="291" y="764"/>
                  </a:lnTo>
                  <a:lnTo>
                    <a:pt x="283" y="811"/>
                  </a:lnTo>
                  <a:lnTo>
                    <a:pt x="275" y="858"/>
                  </a:lnTo>
                  <a:lnTo>
                    <a:pt x="269" y="904"/>
                  </a:lnTo>
                  <a:lnTo>
                    <a:pt x="263" y="950"/>
                  </a:lnTo>
                  <a:lnTo>
                    <a:pt x="258" y="995"/>
                  </a:lnTo>
                  <a:lnTo>
                    <a:pt x="252" y="1039"/>
                  </a:lnTo>
                  <a:lnTo>
                    <a:pt x="248" y="1083"/>
                  </a:lnTo>
                  <a:lnTo>
                    <a:pt x="245" y="1126"/>
                  </a:lnTo>
                  <a:lnTo>
                    <a:pt x="243" y="1167"/>
                  </a:lnTo>
                  <a:lnTo>
                    <a:pt x="242" y="1207"/>
                  </a:lnTo>
                  <a:lnTo>
                    <a:pt x="241" y="1247"/>
                  </a:lnTo>
                  <a:lnTo>
                    <a:pt x="241" y="1286"/>
                  </a:lnTo>
                  <a:lnTo>
                    <a:pt x="242" y="1323"/>
                  </a:lnTo>
                  <a:lnTo>
                    <a:pt x="243" y="1358"/>
                  </a:lnTo>
                  <a:lnTo>
                    <a:pt x="246" y="1392"/>
                  </a:lnTo>
                  <a:lnTo>
                    <a:pt x="249" y="1425"/>
                  </a:lnTo>
                  <a:lnTo>
                    <a:pt x="250" y="1433"/>
                  </a:lnTo>
                  <a:lnTo>
                    <a:pt x="249" y="1440"/>
                  </a:lnTo>
                  <a:lnTo>
                    <a:pt x="247" y="1446"/>
                  </a:lnTo>
                  <a:lnTo>
                    <a:pt x="245" y="1450"/>
                  </a:lnTo>
                  <a:lnTo>
                    <a:pt x="240" y="1454"/>
                  </a:lnTo>
                  <a:lnTo>
                    <a:pt x="235" y="1455"/>
                  </a:lnTo>
                  <a:lnTo>
                    <a:pt x="228" y="1456"/>
                  </a:lnTo>
                  <a:lnTo>
                    <a:pt x="221" y="1455"/>
                  </a:lnTo>
                  <a:lnTo>
                    <a:pt x="212" y="1453"/>
                  </a:lnTo>
                  <a:lnTo>
                    <a:pt x="202" y="1450"/>
                  </a:lnTo>
                  <a:lnTo>
                    <a:pt x="193" y="1446"/>
                  </a:lnTo>
                  <a:lnTo>
                    <a:pt x="183" y="1441"/>
                  </a:lnTo>
                  <a:lnTo>
                    <a:pt x="171" y="1434"/>
                  </a:lnTo>
                  <a:lnTo>
                    <a:pt x="158" y="1423"/>
                  </a:lnTo>
                  <a:lnTo>
                    <a:pt x="150" y="1415"/>
                  </a:lnTo>
                  <a:lnTo>
                    <a:pt x="144" y="1407"/>
                  </a:lnTo>
                  <a:lnTo>
                    <a:pt x="138" y="1398"/>
                  </a:lnTo>
                  <a:lnTo>
                    <a:pt x="132" y="1388"/>
                  </a:lnTo>
                  <a:lnTo>
                    <a:pt x="126" y="1376"/>
                  </a:lnTo>
                  <a:lnTo>
                    <a:pt x="120" y="1362"/>
                  </a:lnTo>
                  <a:lnTo>
                    <a:pt x="115" y="1347"/>
                  </a:lnTo>
                  <a:lnTo>
                    <a:pt x="110" y="1331"/>
                  </a:lnTo>
                  <a:lnTo>
                    <a:pt x="106" y="1311"/>
                  </a:lnTo>
                  <a:lnTo>
                    <a:pt x="101" y="1291"/>
                  </a:lnTo>
                  <a:lnTo>
                    <a:pt x="98" y="1268"/>
                  </a:lnTo>
                  <a:lnTo>
                    <a:pt x="96" y="1243"/>
                  </a:lnTo>
                  <a:lnTo>
                    <a:pt x="94" y="1201"/>
                  </a:lnTo>
                  <a:lnTo>
                    <a:pt x="94" y="1154"/>
                  </a:lnTo>
                  <a:lnTo>
                    <a:pt x="95" y="1101"/>
                  </a:lnTo>
                  <a:lnTo>
                    <a:pt x="98" y="1045"/>
                  </a:lnTo>
                  <a:lnTo>
                    <a:pt x="103" y="985"/>
                  </a:lnTo>
                  <a:lnTo>
                    <a:pt x="111" y="922"/>
                  </a:lnTo>
                  <a:lnTo>
                    <a:pt x="119" y="858"/>
                  </a:lnTo>
                  <a:lnTo>
                    <a:pt x="129" y="791"/>
                  </a:lnTo>
                  <a:lnTo>
                    <a:pt x="130" y="785"/>
                  </a:lnTo>
                  <a:lnTo>
                    <a:pt x="123" y="785"/>
                  </a:lnTo>
                  <a:lnTo>
                    <a:pt x="109" y="785"/>
                  </a:lnTo>
                  <a:lnTo>
                    <a:pt x="95" y="784"/>
                  </a:lnTo>
                  <a:lnTo>
                    <a:pt x="82" y="782"/>
                  </a:lnTo>
                  <a:lnTo>
                    <a:pt x="70" y="778"/>
                  </a:lnTo>
                  <a:lnTo>
                    <a:pt x="64" y="776"/>
                  </a:lnTo>
                  <a:lnTo>
                    <a:pt x="59" y="774"/>
                  </a:lnTo>
                  <a:lnTo>
                    <a:pt x="52" y="771"/>
                  </a:lnTo>
                  <a:lnTo>
                    <a:pt x="47" y="767"/>
                  </a:lnTo>
                  <a:lnTo>
                    <a:pt x="42" y="763"/>
                  </a:lnTo>
                  <a:lnTo>
                    <a:pt x="38" y="758"/>
                  </a:lnTo>
                  <a:lnTo>
                    <a:pt x="33" y="753"/>
                  </a:lnTo>
                  <a:lnTo>
                    <a:pt x="29" y="747"/>
                  </a:lnTo>
                  <a:lnTo>
                    <a:pt x="21" y="734"/>
                  </a:lnTo>
                  <a:lnTo>
                    <a:pt x="14" y="721"/>
                  </a:lnTo>
                  <a:lnTo>
                    <a:pt x="8" y="709"/>
                  </a:lnTo>
                  <a:lnTo>
                    <a:pt x="4" y="698"/>
                  </a:lnTo>
                  <a:lnTo>
                    <a:pt x="1" y="689"/>
                  </a:lnTo>
                  <a:lnTo>
                    <a:pt x="0" y="679"/>
                  </a:lnTo>
                  <a:lnTo>
                    <a:pt x="1" y="672"/>
                  </a:lnTo>
                  <a:lnTo>
                    <a:pt x="4" y="665"/>
                  </a:lnTo>
                  <a:lnTo>
                    <a:pt x="7" y="662"/>
                  </a:lnTo>
                  <a:lnTo>
                    <a:pt x="10" y="658"/>
                  </a:lnTo>
                  <a:lnTo>
                    <a:pt x="15" y="656"/>
                  </a:lnTo>
                  <a:lnTo>
                    <a:pt x="21" y="654"/>
                  </a:lnTo>
                  <a:lnTo>
                    <a:pt x="27" y="653"/>
                  </a:lnTo>
                  <a:lnTo>
                    <a:pt x="35" y="653"/>
                  </a:lnTo>
                  <a:lnTo>
                    <a:pt x="43" y="653"/>
                  </a:lnTo>
                  <a:lnTo>
                    <a:pt x="52" y="655"/>
                  </a:lnTo>
                  <a:lnTo>
                    <a:pt x="73" y="657"/>
                  </a:lnTo>
                  <a:lnTo>
                    <a:pt x="95" y="659"/>
                  </a:lnTo>
                  <a:lnTo>
                    <a:pt x="119" y="661"/>
                  </a:lnTo>
                  <a:lnTo>
                    <a:pt x="145" y="661"/>
                  </a:lnTo>
                  <a:lnTo>
                    <a:pt x="152" y="661"/>
                  </a:lnTo>
                  <a:lnTo>
                    <a:pt x="153" y="656"/>
                  </a:lnTo>
                  <a:lnTo>
                    <a:pt x="164" y="609"/>
                  </a:lnTo>
                  <a:lnTo>
                    <a:pt x="174" y="563"/>
                  </a:lnTo>
                  <a:lnTo>
                    <a:pt x="184" y="518"/>
                  </a:lnTo>
                  <a:lnTo>
                    <a:pt x="196" y="474"/>
                  </a:lnTo>
                  <a:lnTo>
                    <a:pt x="208" y="431"/>
                  </a:lnTo>
                  <a:lnTo>
                    <a:pt x="220" y="391"/>
                  </a:lnTo>
                  <a:lnTo>
                    <a:pt x="233" y="351"/>
                  </a:lnTo>
                  <a:lnTo>
                    <a:pt x="246" y="312"/>
                  </a:lnTo>
                  <a:lnTo>
                    <a:pt x="260" y="275"/>
                  </a:lnTo>
                  <a:lnTo>
                    <a:pt x="273" y="240"/>
                  </a:lnTo>
                  <a:lnTo>
                    <a:pt x="287" y="205"/>
                  </a:lnTo>
                  <a:lnTo>
                    <a:pt x="301" y="172"/>
                  </a:lnTo>
                  <a:lnTo>
                    <a:pt x="317" y="142"/>
                  </a:lnTo>
                  <a:lnTo>
                    <a:pt x="332" y="113"/>
                  </a:lnTo>
                  <a:lnTo>
                    <a:pt x="347" y="85"/>
                  </a:lnTo>
                  <a:lnTo>
                    <a:pt x="363" y="60"/>
                  </a:lnTo>
                  <a:lnTo>
                    <a:pt x="373" y="46"/>
                  </a:lnTo>
                  <a:lnTo>
                    <a:pt x="383" y="34"/>
                  </a:lnTo>
                  <a:lnTo>
                    <a:pt x="395" y="23"/>
                  </a:lnTo>
                  <a:lnTo>
                    <a:pt x="407" y="15"/>
                  </a:lnTo>
                  <a:lnTo>
                    <a:pt x="420" y="9"/>
                  </a:lnTo>
                  <a:lnTo>
                    <a:pt x="434" y="4"/>
                  </a:lnTo>
                  <a:lnTo>
                    <a:pt x="448" y="1"/>
                  </a:lnTo>
                  <a:lnTo>
                    <a:pt x="463" y="0"/>
                  </a:lnTo>
                  <a:lnTo>
                    <a:pt x="475" y="1"/>
                  </a:lnTo>
                  <a:lnTo>
                    <a:pt x="488" y="3"/>
                  </a:lnTo>
                  <a:lnTo>
                    <a:pt x="500" y="5"/>
                  </a:lnTo>
                  <a:lnTo>
                    <a:pt x="514" y="10"/>
                  </a:lnTo>
                  <a:lnTo>
                    <a:pt x="527" y="15"/>
                  </a:lnTo>
                  <a:lnTo>
                    <a:pt x="541" y="21"/>
                  </a:lnTo>
                  <a:lnTo>
                    <a:pt x="554" y="29"/>
                  </a:lnTo>
                  <a:lnTo>
                    <a:pt x="569" y="39"/>
                  </a:lnTo>
                  <a:lnTo>
                    <a:pt x="580" y="47"/>
                  </a:lnTo>
                  <a:lnTo>
                    <a:pt x="589" y="55"/>
                  </a:lnTo>
                  <a:lnTo>
                    <a:pt x="598" y="64"/>
                  </a:lnTo>
                  <a:lnTo>
                    <a:pt x="606" y="74"/>
                  </a:lnTo>
                  <a:lnTo>
                    <a:pt x="612" y="84"/>
                  </a:lnTo>
                  <a:lnTo>
                    <a:pt x="619" y="95"/>
                  </a:lnTo>
                  <a:lnTo>
                    <a:pt x="624" y="105"/>
                  </a:lnTo>
                  <a:lnTo>
                    <a:pt x="627" y="115"/>
                  </a:lnTo>
                  <a:lnTo>
                    <a:pt x="630" y="126"/>
                  </a:lnTo>
                  <a:lnTo>
                    <a:pt x="632" y="136"/>
                  </a:lnTo>
                  <a:lnTo>
                    <a:pt x="633" y="146"/>
                  </a:lnTo>
                  <a:lnTo>
                    <a:pt x="634" y="156"/>
                  </a:lnTo>
                  <a:lnTo>
                    <a:pt x="633" y="165"/>
                  </a:lnTo>
                  <a:lnTo>
                    <a:pt x="632" y="173"/>
                  </a:lnTo>
                  <a:lnTo>
                    <a:pt x="630" y="181"/>
                  </a:lnTo>
                  <a:lnTo>
                    <a:pt x="627" y="188"/>
                  </a:lnTo>
                  <a:lnTo>
                    <a:pt x="624" y="194"/>
                  </a:lnTo>
                  <a:lnTo>
                    <a:pt x="621" y="200"/>
                  </a:lnTo>
                  <a:lnTo>
                    <a:pt x="617" y="204"/>
                  </a:lnTo>
                  <a:lnTo>
                    <a:pt x="613" y="208"/>
                  </a:lnTo>
                  <a:lnTo>
                    <a:pt x="609" y="210"/>
                  </a:lnTo>
                  <a:lnTo>
                    <a:pt x="606" y="213"/>
                  </a:lnTo>
                  <a:lnTo>
                    <a:pt x="602" y="214"/>
                  </a:lnTo>
                  <a:lnTo>
                    <a:pt x="598" y="214"/>
                  </a:lnTo>
                  <a:lnTo>
                    <a:pt x="595" y="214"/>
                  </a:lnTo>
                  <a:lnTo>
                    <a:pt x="592" y="213"/>
                  </a:lnTo>
                  <a:lnTo>
                    <a:pt x="589" y="211"/>
                  </a:lnTo>
                  <a:lnTo>
                    <a:pt x="587" y="209"/>
                  </a:lnTo>
                  <a:lnTo>
                    <a:pt x="582" y="203"/>
                  </a:lnTo>
                  <a:lnTo>
                    <a:pt x="578" y="195"/>
                  </a:lnTo>
                  <a:lnTo>
                    <a:pt x="573" y="182"/>
                  </a:lnTo>
                  <a:lnTo>
                    <a:pt x="567" y="172"/>
                  </a:lnTo>
                  <a:lnTo>
                    <a:pt x="559" y="163"/>
                  </a:lnTo>
                  <a:lnTo>
                    <a:pt x="552" y="155"/>
                  </a:lnTo>
                  <a:lnTo>
                    <a:pt x="544" y="150"/>
                  </a:lnTo>
                  <a:lnTo>
                    <a:pt x="535" y="146"/>
                  </a:lnTo>
                  <a:lnTo>
                    <a:pt x="525" y="144"/>
                  </a:lnTo>
                  <a:lnTo>
                    <a:pt x="515" y="144"/>
                  </a:lnTo>
                  <a:lnTo>
                    <a:pt x="509" y="144"/>
                  </a:lnTo>
                  <a:lnTo>
                    <a:pt x="503" y="145"/>
                  </a:lnTo>
                  <a:lnTo>
                    <a:pt x="499" y="147"/>
                  </a:lnTo>
                  <a:lnTo>
                    <a:pt x="494" y="149"/>
                  </a:lnTo>
                  <a:lnTo>
                    <a:pt x="486" y="154"/>
                  </a:lnTo>
                  <a:lnTo>
                    <a:pt x="478" y="161"/>
                  </a:lnTo>
                  <a:lnTo>
                    <a:pt x="471" y="170"/>
                  </a:lnTo>
                  <a:lnTo>
                    <a:pt x="464" y="180"/>
                  </a:lnTo>
                  <a:lnTo>
                    <a:pt x="457" y="193"/>
                  </a:lnTo>
                  <a:lnTo>
                    <a:pt x="451" y="206"/>
                  </a:lnTo>
                  <a:lnTo>
                    <a:pt x="432" y="252"/>
                  </a:lnTo>
                  <a:lnTo>
                    <a:pt x="414" y="300"/>
                  </a:lnTo>
                  <a:lnTo>
                    <a:pt x="396" y="351"/>
                  </a:lnTo>
                  <a:lnTo>
                    <a:pt x="378" y="405"/>
                  </a:lnTo>
                  <a:lnTo>
                    <a:pt x="362" y="461"/>
                  </a:lnTo>
                  <a:lnTo>
                    <a:pt x="345" y="519"/>
                  </a:lnTo>
                  <a:lnTo>
                    <a:pt x="331" y="579"/>
                  </a:lnTo>
                  <a:lnTo>
                    <a:pt x="316" y="641"/>
                  </a:lnTo>
                  <a:lnTo>
                    <a:pt x="315" y="649"/>
                  </a:lnTo>
                  <a:lnTo>
                    <a:pt x="323" y="648"/>
                  </a:lnTo>
                  <a:lnTo>
                    <a:pt x="354" y="643"/>
                  </a:lnTo>
                  <a:lnTo>
                    <a:pt x="388" y="638"/>
                  </a:lnTo>
                  <a:lnTo>
                    <a:pt x="422" y="633"/>
                  </a:lnTo>
                  <a:lnTo>
                    <a:pt x="455" y="625"/>
                  </a:lnTo>
                  <a:lnTo>
                    <a:pt x="490" y="619"/>
                  </a:lnTo>
                  <a:lnTo>
                    <a:pt x="525" y="611"/>
                  </a:lnTo>
                  <a:lnTo>
                    <a:pt x="559" y="604"/>
                  </a:lnTo>
                  <a:lnTo>
                    <a:pt x="594" y="595"/>
                  </a:lnTo>
                  <a:lnTo>
                    <a:pt x="595" y="595"/>
                  </a:lnTo>
                  <a:lnTo>
                    <a:pt x="596" y="594"/>
                  </a:lnTo>
                  <a:lnTo>
                    <a:pt x="608" y="583"/>
                  </a:lnTo>
                  <a:lnTo>
                    <a:pt x="622" y="571"/>
                  </a:lnTo>
                  <a:lnTo>
                    <a:pt x="636" y="561"/>
                  </a:lnTo>
                  <a:lnTo>
                    <a:pt x="650" y="551"/>
                  </a:lnTo>
                  <a:lnTo>
                    <a:pt x="666" y="542"/>
                  </a:lnTo>
                  <a:lnTo>
                    <a:pt x="681" y="534"/>
                  </a:lnTo>
                  <a:lnTo>
                    <a:pt x="696" y="525"/>
                  </a:lnTo>
                  <a:lnTo>
                    <a:pt x="712" y="518"/>
                  </a:lnTo>
                  <a:lnTo>
                    <a:pt x="730" y="511"/>
                  </a:lnTo>
                  <a:lnTo>
                    <a:pt x="746" y="506"/>
                  </a:lnTo>
                  <a:lnTo>
                    <a:pt x="762" y="501"/>
                  </a:lnTo>
                  <a:lnTo>
                    <a:pt x="780" y="497"/>
                  </a:lnTo>
                  <a:lnTo>
                    <a:pt x="796" y="493"/>
                  </a:lnTo>
                  <a:lnTo>
                    <a:pt x="812" y="491"/>
                  </a:lnTo>
                  <a:lnTo>
                    <a:pt x="829" y="490"/>
                  </a:lnTo>
                  <a:lnTo>
                    <a:pt x="844" y="489"/>
                  </a:lnTo>
                  <a:lnTo>
                    <a:pt x="891" y="544"/>
                  </a:lnTo>
                  <a:lnTo>
                    <a:pt x="840" y="5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44" name="Freeform 48"/>
            <p:cNvSpPr>
              <a:spLocks/>
            </p:cNvSpPr>
            <p:nvPr userDrawn="1"/>
          </p:nvSpPr>
          <p:spPr bwMode="gray">
            <a:xfrm>
              <a:off x="6540" y="596"/>
              <a:ext cx="34" cy="32"/>
            </a:xfrm>
            <a:custGeom>
              <a:avLst/>
              <a:gdLst>
                <a:gd name="T0" fmla="*/ 255 w 405"/>
                <a:gd name="T1" fmla="*/ 101 h 383"/>
                <a:gd name="T2" fmla="*/ 269 w 405"/>
                <a:gd name="T3" fmla="*/ 105 h 383"/>
                <a:gd name="T4" fmla="*/ 281 w 405"/>
                <a:gd name="T5" fmla="*/ 113 h 383"/>
                <a:gd name="T6" fmla="*/ 289 w 405"/>
                <a:gd name="T7" fmla="*/ 122 h 383"/>
                <a:gd name="T8" fmla="*/ 293 w 405"/>
                <a:gd name="T9" fmla="*/ 132 h 383"/>
                <a:gd name="T10" fmla="*/ 294 w 405"/>
                <a:gd name="T11" fmla="*/ 143 h 383"/>
                <a:gd name="T12" fmla="*/ 290 w 405"/>
                <a:gd name="T13" fmla="*/ 159 h 383"/>
                <a:gd name="T14" fmla="*/ 277 w 405"/>
                <a:gd name="T15" fmla="*/ 177 h 383"/>
                <a:gd name="T16" fmla="*/ 254 w 405"/>
                <a:gd name="T17" fmla="*/ 199 h 383"/>
                <a:gd name="T18" fmla="*/ 221 w 405"/>
                <a:gd name="T19" fmla="*/ 224 h 383"/>
                <a:gd name="T20" fmla="*/ 182 w 405"/>
                <a:gd name="T21" fmla="*/ 249 h 383"/>
                <a:gd name="T22" fmla="*/ 136 w 405"/>
                <a:gd name="T23" fmla="*/ 275 h 383"/>
                <a:gd name="T24" fmla="*/ 99 w 405"/>
                <a:gd name="T25" fmla="*/ 294 h 383"/>
                <a:gd name="T26" fmla="*/ 95 w 405"/>
                <a:gd name="T27" fmla="*/ 383 h 383"/>
                <a:gd name="T28" fmla="*/ 141 w 405"/>
                <a:gd name="T29" fmla="*/ 362 h 383"/>
                <a:gd name="T30" fmla="*/ 223 w 405"/>
                <a:gd name="T31" fmla="*/ 322 h 383"/>
                <a:gd name="T32" fmla="*/ 279 w 405"/>
                <a:gd name="T33" fmla="*/ 289 h 383"/>
                <a:gd name="T34" fmla="*/ 312 w 405"/>
                <a:gd name="T35" fmla="*/ 268 h 383"/>
                <a:gd name="T36" fmla="*/ 341 w 405"/>
                <a:gd name="T37" fmla="*/ 244 h 383"/>
                <a:gd name="T38" fmla="*/ 367 w 405"/>
                <a:gd name="T39" fmla="*/ 221 h 383"/>
                <a:gd name="T40" fmla="*/ 384 w 405"/>
                <a:gd name="T41" fmla="*/ 200 h 383"/>
                <a:gd name="T42" fmla="*/ 394 w 405"/>
                <a:gd name="T43" fmla="*/ 183 h 383"/>
                <a:gd name="T44" fmla="*/ 401 w 405"/>
                <a:gd name="T45" fmla="*/ 167 h 383"/>
                <a:gd name="T46" fmla="*/ 404 w 405"/>
                <a:gd name="T47" fmla="*/ 150 h 383"/>
                <a:gd name="T48" fmla="*/ 405 w 405"/>
                <a:gd name="T49" fmla="*/ 129 h 383"/>
                <a:gd name="T50" fmla="*/ 400 w 405"/>
                <a:gd name="T51" fmla="*/ 103 h 383"/>
                <a:gd name="T52" fmla="*/ 390 w 405"/>
                <a:gd name="T53" fmla="*/ 83 h 383"/>
                <a:gd name="T54" fmla="*/ 378 w 405"/>
                <a:gd name="T55" fmla="*/ 65 h 383"/>
                <a:gd name="T56" fmla="*/ 363 w 405"/>
                <a:gd name="T57" fmla="*/ 48 h 383"/>
                <a:gd name="T58" fmla="*/ 344 w 405"/>
                <a:gd name="T59" fmla="*/ 34 h 383"/>
                <a:gd name="T60" fmla="*/ 324 w 405"/>
                <a:gd name="T61" fmla="*/ 22 h 383"/>
                <a:gd name="T62" fmla="*/ 302 w 405"/>
                <a:gd name="T63" fmla="*/ 12 h 383"/>
                <a:gd name="T64" fmla="*/ 281 w 405"/>
                <a:gd name="T65" fmla="*/ 4 h 383"/>
                <a:gd name="T66" fmla="*/ 259 w 405"/>
                <a:gd name="T67" fmla="*/ 1 h 383"/>
                <a:gd name="T68" fmla="*/ 198 w 405"/>
                <a:gd name="T69" fmla="*/ 59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05" h="383">
                  <a:moveTo>
                    <a:pt x="247" y="101"/>
                  </a:moveTo>
                  <a:lnTo>
                    <a:pt x="255" y="101"/>
                  </a:lnTo>
                  <a:lnTo>
                    <a:pt x="262" y="103"/>
                  </a:lnTo>
                  <a:lnTo>
                    <a:pt x="269" y="105"/>
                  </a:lnTo>
                  <a:lnTo>
                    <a:pt x="275" y="109"/>
                  </a:lnTo>
                  <a:lnTo>
                    <a:pt x="281" y="113"/>
                  </a:lnTo>
                  <a:lnTo>
                    <a:pt x="285" y="117"/>
                  </a:lnTo>
                  <a:lnTo>
                    <a:pt x="289" y="122"/>
                  </a:lnTo>
                  <a:lnTo>
                    <a:pt x="292" y="127"/>
                  </a:lnTo>
                  <a:lnTo>
                    <a:pt x="293" y="132"/>
                  </a:lnTo>
                  <a:lnTo>
                    <a:pt x="294" y="137"/>
                  </a:lnTo>
                  <a:lnTo>
                    <a:pt x="294" y="143"/>
                  </a:lnTo>
                  <a:lnTo>
                    <a:pt x="292" y="150"/>
                  </a:lnTo>
                  <a:lnTo>
                    <a:pt x="290" y="159"/>
                  </a:lnTo>
                  <a:lnTo>
                    <a:pt x="285" y="168"/>
                  </a:lnTo>
                  <a:lnTo>
                    <a:pt x="277" y="177"/>
                  </a:lnTo>
                  <a:lnTo>
                    <a:pt x="268" y="187"/>
                  </a:lnTo>
                  <a:lnTo>
                    <a:pt x="254" y="199"/>
                  </a:lnTo>
                  <a:lnTo>
                    <a:pt x="238" y="212"/>
                  </a:lnTo>
                  <a:lnTo>
                    <a:pt x="221" y="224"/>
                  </a:lnTo>
                  <a:lnTo>
                    <a:pt x="203" y="237"/>
                  </a:lnTo>
                  <a:lnTo>
                    <a:pt x="182" y="249"/>
                  </a:lnTo>
                  <a:lnTo>
                    <a:pt x="160" y="263"/>
                  </a:lnTo>
                  <a:lnTo>
                    <a:pt x="136" y="275"/>
                  </a:lnTo>
                  <a:lnTo>
                    <a:pt x="111" y="288"/>
                  </a:lnTo>
                  <a:lnTo>
                    <a:pt x="99" y="294"/>
                  </a:lnTo>
                  <a:lnTo>
                    <a:pt x="0" y="370"/>
                  </a:lnTo>
                  <a:lnTo>
                    <a:pt x="95" y="383"/>
                  </a:lnTo>
                  <a:lnTo>
                    <a:pt x="99" y="381"/>
                  </a:lnTo>
                  <a:lnTo>
                    <a:pt x="141" y="362"/>
                  </a:lnTo>
                  <a:lnTo>
                    <a:pt x="183" y="342"/>
                  </a:lnTo>
                  <a:lnTo>
                    <a:pt x="223" y="322"/>
                  </a:lnTo>
                  <a:lnTo>
                    <a:pt x="261" y="300"/>
                  </a:lnTo>
                  <a:lnTo>
                    <a:pt x="279" y="289"/>
                  </a:lnTo>
                  <a:lnTo>
                    <a:pt x="295" y="279"/>
                  </a:lnTo>
                  <a:lnTo>
                    <a:pt x="312" y="268"/>
                  </a:lnTo>
                  <a:lnTo>
                    <a:pt x="327" y="257"/>
                  </a:lnTo>
                  <a:lnTo>
                    <a:pt x="341" y="244"/>
                  </a:lnTo>
                  <a:lnTo>
                    <a:pt x="354" y="233"/>
                  </a:lnTo>
                  <a:lnTo>
                    <a:pt x="367" y="221"/>
                  </a:lnTo>
                  <a:lnTo>
                    <a:pt x="377" y="210"/>
                  </a:lnTo>
                  <a:lnTo>
                    <a:pt x="384" y="200"/>
                  </a:lnTo>
                  <a:lnTo>
                    <a:pt x="389" y="192"/>
                  </a:lnTo>
                  <a:lnTo>
                    <a:pt x="394" y="183"/>
                  </a:lnTo>
                  <a:lnTo>
                    <a:pt x="398" y="175"/>
                  </a:lnTo>
                  <a:lnTo>
                    <a:pt x="401" y="167"/>
                  </a:lnTo>
                  <a:lnTo>
                    <a:pt x="403" y="159"/>
                  </a:lnTo>
                  <a:lnTo>
                    <a:pt x="404" y="150"/>
                  </a:lnTo>
                  <a:lnTo>
                    <a:pt x="405" y="143"/>
                  </a:lnTo>
                  <a:lnTo>
                    <a:pt x="405" y="129"/>
                  </a:lnTo>
                  <a:lnTo>
                    <a:pt x="403" y="116"/>
                  </a:lnTo>
                  <a:lnTo>
                    <a:pt x="400" y="103"/>
                  </a:lnTo>
                  <a:lnTo>
                    <a:pt x="395" y="92"/>
                  </a:lnTo>
                  <a:lnTo>
                    <a:pt x="390" y="83"/>
                  </a:lnTo>
                  <a:lnTo>
                    <a:pt x="385" y="74"/>
                  </a:lnTo>
                  <a:lnTo>
                    <a:pt x="378" y="65"/>
                  </a:lnTo>
                  <a:lnTo>
                    <a:pt x="371" y="56"/>
                  </a:lnTo>
                  <a:lnTo>
                    <a:pt x="363" y="48"/>
                  </a:lnTo>
                  <a:lnTo>
                    <a:pt x="353" y="40"/>
                  </a:lnTo>
                  <a:lnTo>
                    <a:pt x="344" y="34"/>
                  </a:lnTo>
                  <a:lnTo>
                    <a:pt x="334" y="27"/>
                  </a:lnTo>
                  <a:lnTo>
                    <a:pt x="324" y="22"/>
                  </a:lnTo>
                  <a:lnTo>
                    <a:pt x="314" y="16"/>
                  </a:lnTo>
                  <a:lnTo>
                    <a:pt x="302" y="12"/>
                  </a:lnTo>
                  <a:lnTo>
                    <a:pt x="292" y="7"/>
                  </a:lnTo>
                  <a:lnTo>
                    <a:pt x="281" y="4"/>
                  </a:lnTo>
                  <a:lnTo>
                    <a:pt x="270" y="2"/>
                  </a:lnTo>
                  <a:lnTo>
                    <a:pt x="259" y="1"/>
                  </a:lnTo>
                  <a:lnTo>
                    <a:pt x="247" y="0"/>
                  </a:lnTo>
                  <a:lnTo>
                    <a:pt x="198" y="59"/>
                  </a:lnTo>
                  <a:lnTo>
                    <a:pt x="247" y="10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45" name="Freeform 49"/>
            <p:cNvSpPr>
              <a:spLocks/>
            </p:cNvSpPr>
            <p:nvPr userDrawn="1"/>
          </p:nvSpPr>
          <p:spPr bwMode="gray">
            <a:xfrm>
              <a:off x="6473" y="596"/>
              <a:ext cx="191" cy="122"/>
            </a:xfrm>
            <a:custGeom>
              <a:avLst/>
              <a:gdLst>
                <a:gd name="T0" fmla="*/ 982 w 2289"/>
                <a:gd name="T1" fmla="*/ 130 h 1460"/>
                <a:gd name="T2" fmla="*/ 920 w 2289"/>
                <a:gd name="T3" fmla="*/ 214 h 1460"/>
                <a:gd name="T4" fmla="*/ 891 w 2289"/>
                <a:gd name="T5" fmla="*/ 387 h 1460"/>
                <a:gd name="T6" fmla="*/ 936 w 2289"/>
                <a:gd name="T7" fmla="*/ 481 h 1460"/>
                <a:gd name="T8" fmla="*/ 1034 w 2289"/>
                <a:gd name="T9" fmla="*/ 514 h 1460"/>
                <a:gd name="T10" fmla="*/ 1200 w 2289"/>
                <a:gd name="T11" fmla="*/ 464 h 1460"/>
                <a:gd name="T12" fmla="*/ 1394 w 2289"/>
                <a:gd name="T13" fmla="*/ 312 h 1460"/>
                <a:gd name="T14" fmla="*/ 1433 w 2289"/>
                <a:gd name="T15" fmla="*/ 157 h 1460"/>
                <a:gd name="T16" fmla="*/ 1486 w 2289"/>
                <a:gd name="T17" fmla="*/ 59 h 1460"/>
                <a:gd name="T18" fmla="*/ 1544 w 2289"/>
                <a:gd name="T19" fmla="*/ 51 h 1460"/>
                <a:gd name="T20" fmla="*/ 1625 w 2289"/>
                <a:gd name="T21" fmla="*/ 91 h 1460"/>
                <a:gd name="T22" fmla="*/ 1634 w 2289"/>
                <a:gd name="T23" fmla="*/ 139 h 1460"/>
                <a:gd name="T24" fmla="*/ 1565 w 2289"/>
                <a:gd name="T25" fmla="*/ 346 h 1460"/>
                <a:gd name="T26" fmla="*/ 1568 w 2289"/>
                <a:gd name="T27" fmla="*/ 436 h 1460"/>
                <a:gd name="T28" fmla="*/ 1616 w 2289"/>
                <a:gd name="T29" fmla="*/ 424 h 1460"/>
                <a:gd name="T30" fmla="*/ 1755 w 2289"/>
                <a:gd name="T31" fmla="*/ 283 h 1460"/>
                <a:gd name="T32" fmla="*/ 1888 w 2289"/>
                <a:gd name="T33" fmla="*/ 183 h 1460"/>
                <a:gd name="T34" fmla="*/ 1988 w 2289"/>
                <a:gd name="T35" fmla="*/ 199 h 1460"/>
                <a:gd name="T36" fmla="*/ 2063 w 2289"/>
                <a:gd name="T37" fmla="*/ 256 h 1460"/>
                <a:gd name="T38" fmla="*/ 2136 w 2289"/>
                <a:gd name="T39" fmla="*/ 408 h 1460"/>
                <a:gd name="T40" fmla="*/ 2229 w 2289"/>
                <a:gd name="T41" fmla="*/ 531 h 1460"/>
                <a:gd name="T42" fmla="*/ 2287 w 2289"/>
                <a:gd name="T43" fmla="*/ 580 h 1460"/>
                <a:gd name="T44" fmla="*/ 2259 w 2289"/>
                <a:gd name="T45" fmla="*/ 612 h 1460"/>
                <a:gd name="T46" fmla="*/ 2126 w 2289"/>
                <a:gd name="T47" fmla="*/ 583 h 1460"/>
                <a:gd name="T48" fmla="*/ 1973 w 2289"/>
                <a:gd name="T49" fmla="*/ 441 h 1460"/>
                <a:gd name="T50" fmla="*/ 1884 w 2289"/>
                <a:gd name="T51" fmla="*/ 335 h 1460"/>
                <a:gd name="T52" fmla="*/ 1759 w 2289"/>
                <a:gd name="T53" fmla="*/ 434 h 1460"/>
                <a:gd name="T54" fmla="*/ 1620 w 2289"/>
                <a:gd name="T55" fmla="*/ 580 h 1460"/>
                <a:gd name="T56" fmla="*/ 1534 w 2289"/>
                <a:gd name="T57" fmla="*/ 588 h 1460"/>
                <a:gd name="T58" fmla="*/ 1425 w 2289"/>
                <a:gd name="T59" fmla="*/ 523 h 1460"/>
                <a:gd name="T60" fmla="*/ 1351 w 2289"/>
                <a:gd name="T61" fmla="*/ 466 h 1460"/>
                <a:gd name="T62" fmla="*/ 1157 w 2289"/>
                <a:gd name="T63" fmla="*/ 584 h 1460"/>
                <a:gd name="T64" fmla="*/ 993 w 2289"/>
                <a:gd name="T65" fmla="*/ 613 h 1460"/>
                <a:gd name="T66" fmla="*/ 823 w 2289"/>
                <a:gd name="T67" fmla="*/ 555 h 1460"/>
                <a:gd name="T68" fmla="*/ 720 w 2289"/>
                <a:gd name="T69" fmla="*/ 457 h 1460"/>
                <a:gd name="T70" fmla="*/ 448 w 2289"/>
                <a:gd name="T71" fmla="*/ 594 h 1460"/>
                <a:gd name="T72" fmla="*/ 392 w 2289"/>
                <a:gd name="T73" fmla="*/ 862 h 1460"/>
                <a:gd name="T74" fmla="*/ 328 w 2289"/>
                <a:gd name="T75" fmla="*/ 1161 h 1460"/>
                <a:gd name="T76" fmla="*/ 215 w 2289"/>
                <a:gd name="T77" fmla="*/ 1376 h 1460"/>
                <a:gd name="T78" fmla="*/ 114 w 2289"/>
                <a:gd name="T79" fmla="*/ 1448 h 1460"/>
                <a:gd name="T80" fmla="*/ 0 w 2289"/>
                <a:gd name="T81" fmla="*/ 1423 h 1460"/>
                <a:gd name="T82" fmla="*/ 95 w 2289"/>
                <a:gd name="T83" fmla="*/ 1349 h 1460"/>
                <a:gd name="T84" fmla="*/ 163 w 2289"/>
                <a:gd name="T85" fmla="*/ 1228 h 1460"/>
                <a:gd name="T86" fmla="*/ 213 w 2289"/>
                <a:gd name="T87" fmla="*/ 1035 h 1460"/>
                <a:gd name="T88" fmla="*/ 240 w 2289"/>
                <a:gd name="T89" fmla="*/ 617 h 1460"/>
                <a:gd name="T90" fmla="*/ 195 w 2289"/>
                <a:gd name="T91" fmla="*/ 511 h 1460"/>
                <a:gd name="T92" fmla="*/ 92 w 2289"/>
                <a:gd name="T93" fmla="*/ 565 h 1460"/>
                <a:gd name="T94" fmla="*/ 143 w 2289"/>
                <a:gd name="T95" fmla="*/ 433 h 1460"/>
                <a:gd name="T96" fmla="*/ 254 w 2289"/>
                <a:gd name="T97" fmla="*/ 332 h 1460"/>
                <a:gd name="T98" fmla="*/ 297 w 2289"/>
                <a:gd name="T99" fmla="*/ 230 h 1460"/>
                <a:gd name="T100" fmla="*/ 267 w 2289"/>
                <a:gd name="T101" fmla="*/ 178 h 1460"/>
                <a:gd name="T102" fmla="*/ 261 w 2289"/>
                <a:gd name="T103" fmla="*/ 74 h 1460"/>
                <a:gd name="T104" fmla="*/ 335 w 2289"/>
                <a:gd name="T105" fmla="*/ 118 h 1460"/>
                <a:gd name="T106" fmla="*/ 398 w 2289"/>
                <a:gd name="T107" fmla="*/ 108 h 1460"/>
                <a:gd name="T108" fmla="*/ 489 w 2289"/>
                <a:gd name="T109" fmla="*/ 137 h 1460"/>
                <a:gd name="T110" fmla="*/ 505 w 2289"/>
                <a:gd name="T111" fmla="*/ 181 h 1460"/>
                <a:gd name="T112" fmla="*/ 456 w 2289"/>
                <a:gd name="T113" fmla="*/ 322 h 1460"/>
                <a:gd name="T114" fmla="*/ 427 w 2289"/>
                <a:gd name="T115" fmla="*/ 510 h 1460"/>
                <a:gd name="T116" fmla="*/ 690 w 2289"/>
                <a:gd name="T117" fmla="*/ 385 h 1460"/>
                <a:gd name="T118" fmla="*/ 720 w 2289"/>
                <a:gd name="T119" fmla="*/ 256 h 1460"/>
                <a:gd name="T120" fmla="*/ 812 w 2289"/>
                <a:gd name="T121" fmla="*/ 126 h 1460"/>
                <a:gd name="T122" fmla="*/ 957 w 2289"/>
                <a:gd name="T123" fmla="*/ 26 h 1460"/>
                <a:gd name="T124" fmla="*/ 1042 w 2289"/>
                <a:gd name="T125" fmla="*/ 101 h 14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289" h="1460">
                  <a:moveTo>
                    <a:pt x="1042" y="101"/>
                  </a:moveTo>
                  <a:lnTo>
                    <a:pt x="1034" y="101"/>
                  </a:lnTo>
                  <a:lnTo>
                    <a:pt x="1027" y="103"/>
                  </a:lnTo>
                  <a:lnTo>
                    <a:pt x="1020" y="105"/>
                  </a:lnTo>
                  <a:lnTo>
                    <a:pt x="1013" y="109"/>
                  </a:lnTo>
                  <a:lnTo>
                    <a:pt x="1003" y="116"/>
                  </a:lnTo>
                  <a:lnTo>
                    <a:pt x="992" y="122"/>
                  </a:lnTo>
                  <a:lnTo>
                    <a:pt x="982" y="130"/>
                  </a:lnTo>
                  <a:lnTo>
                    <a:pt x="973" y="138"/>
                  </a:lnTo>
                  <a:lnTo>
                    <a:pt x="964" y="147"/>
                  </a:lnTo>
                  <a:lnTo>
                    <a:pt x="956" y="158"/>
                  </a:lnTo>
                  <a:lnTo>
                    <a:pt x="948" y="168"/>
                  </a:lnTo>
                  <a:lnTo>
                    <a:pt x="939" y="178"/>
                  </a:lnTo>
                  <a:lnTo>
                    <a:pt x="932" y="189"/>
                  </a:lnTo>
                  <a:lnTo>
                    <a:pt x="926" y="201"/>
                  </a:lnTo>
                  <a:lnTo>
                    <a:pt x="920" y="214"/>
                  </a:lnTo>
                  <a:lnTo>
                    <a:pt x="914" y="226"/>
                  </a:lnTo>
                  <a:lnTo>
                    <a:pt x="909" y="239"/>
                  </a:lnTo>
                  <a:lnTo>
                    <a:pt x="905" y="253"/>
                  </a:lnTo>
                  <a:lnTo>
                    <a:pt x="901" y="268"/>
                  </a:lnTo>
                  <a:lnTo>
                    <a:pt x="898" y="282"/>
                  </a:lnTo>
                  <a:lnTo>
                    <a:pt x="894" y="294"/>
                  </a:lnTo>
                  <a:lnTo>
                    <a:pt x="890" y="383"/>
                  </a:lnTo>
                  <a:lnTo>
                    <a:pt x="891" y="387"/>
                  </a:lnTo>
                  <a:lnTo>
                    <a:pt x="893" y="401"/>
                  </a:lnTo>
                  <a:lnTo>
                    <a:pt x="898" y="416"/>
                  </a:lnTo>
                  <a:lnTo>
                    <a:pt x="902" y="429"/>
                  </a:lnTo>
                  <a:lnTo>
                    <a:pt x="907" y="441"/>
                  </a:lnTo>
                  <a:lnTo>
                    <a:pt x="913" y="453"/>
                  </a:lnTo>
                  <a:lnTo>
                    <a:pt x="920" y="463"/>
                  </a:lnTo>
                  <a:lnTo>
                    <a:pt x="928" y="472"/>
                  </a:lnTo>
                  <a:lnTo>
                    <a:pt x="936" y="481"/>
                  </a:lnTo>
                  <a:lnTo>
                    <a:pt x="947" y="488"/>
                  </a:lnTo>
                  <a:lnTo>
                    <a:pt x="957" y="495"/>
                  </a:lnTo>
                  <a:lnTo>
                    <a:pt x="968" y="500"/>
                  </a:lnTo>
                  <a:lnTo>
                    <a:pt x="979" y="506"/>
                  </a:lnTo>
                  <a:lnTo>
                    <a:pt x="992" y="510"/>
                  </a:lnTo>
                  <a:lnTo>
                    <a:pt x="1006" y="512"/>
                  </a:lnTo>
                  <a:lnTo>
                    <a:pt x="1019" y="514"/>
                  </a:lnTo>
                  <a:lnTo>
                    <a:pt x="1034" y="514"/>
                  </a:lnTo>
                  <a:lnTo>
                    <a:pt x="1054" y="513"/>
                  </a:lnTo>
                  <a:lnTo>
                    <a:pt x="1073" y="511"/>
                  </a:lnTo>
                  <a:lnTo>
                    <a:pt x="1093" y="507"/>
                  </a:lnTo>
                  <a:lnTo>
                    <a:pt x="1114" y="501"/>
                  </a:lnTo>
                  <a:lnTo>
                    <a:pt x="1135" y="494"/>
                  </a:lnTo>
                  <a:lnTo>
                    <a:pt x="1157" y="485"/>
                  </a:lnTo>
                  <a:lnTo>
                    <a:pt x="1178" y="475"/>
                  </a:lnTo>
                  <a:lnTo>
                    <a:pt x="1200" y="464"/>
                  </a:lnTo>
                  <a:lnTo>
                    <a:pt x="1224" y="449"/>
                  </a:lnTo>
                  <a:lnTo>
                    <a:pt x="1246" y="435"/>
                  </a:lnTo>
                  <a:lnTo>
                    <a:pt x="1271" y="418"/>
                  </a:lnTo>
                  <a:lnTo>
                    <a:pt x="1294" y="400"/>
                  </a:lnTo>
                  <a:lnTo>
                    <a:pt x="1319" y="380"/>
                  </a:lnTo>
                  <a:lnTo>
                    <a:pt x="1343" y="359"/>
                  </a:lnTo>
                  <a:lnTo>
                    <a:pt x="1369" y="336"/>
                  </a:lnTo>
                  <a:lnTo>
                    <a:pt x="1394" y="312"/>
                  </a:lnTo>
                  <a:lnTo>
                    <a:pt x="1395" y="311"/>
                  </a:lnTo>
                  <a:lnTo>
                    <a:pt x="1396" y="309"/>
                  </a:lnTo>
                  <a:lnTo>
                    <a:pt x="1401" y="279"/>
                  </a:lnTo>
                  <a:lnTo>
                    <a:pt x="1407" y="252"/>
                  </a:lnTo>
                  <a:lnTo>
                    <a:pt x="1413" y="227"/>
                  </a:lnTo>
                  <a:lnTo>
                    <a:pt x="1419" y="203"/>
                  </a:lnTo>
                  <a:lnTo>
                    <a:pt x="1425" y="180"/>
                  </a:lnTo>
                  <a:lnTo>
                    <a:pt x="1433" y="157"/>
                  </a:lnTo>
                  <a:lnTo>
                    <a:pt x="1441" y="133"/>
                  </a:lnTo>
                  <a:lnTo>
                    <a:pt x="1450" y="110"/>
                  </a:lnTo>
                  <a:lnTo>
                    <a:pt x="1457" y="96"/>
                  </a:lnTo>
                  <a:lnTo>
                    <a:pt x="1463" y="84"/>
                  </a:lnTo>
                  <a:lnTo>
                    <a:pt x="1470" y="74"/>
                  </a:lnTo>
                  <a:lnTo>
                    <a:pt x="1477" y="65"/>
                  </a:lnTo>
                  <a:lnTo>
                    <a:pt x="1482" y="62"/>
                  </a:lnTo>
                  <a:lnTo>
                    <a:pt x="1486" y="59"/>
                  </a:lnTo>
                  <a:lnTo>
                    <a:pt x="1491" y="55"/>
                  </a:lnTo>
                  <a:lnTo>
                    <a:pt x="1496" y="52"/>
                  </a:lnTo>
                  <a:lnTo>
                    <a:pt x="1501" y="51"/>
                  </a:lnTo>
                  <a:lnTo>
                    <a:pt x="1508" y="49"/>
                  </a:lnTo>
                  <a:lnTo>
                    <a:pt x="1515" y="48"/>
                  </a:lnTo>
                  <a:lnTo>
                    <a:pt x="1521" y="48"/>
                  </a:lnTo>
                  <a:lnTo>
                    <a:pt x="1532" y="49"/>
                  </a:lnTo>
                  <a:lnTo>
                    <a:pt x="1544" y="51"/>
                  </a:lnTo>
                  <a:lnTo>
                    <a:pt x="1557" y="54"/>
                  </a:lnTo>
                  <a:lnTo>
                    <a:pt x="1573" y="59"/>
                  </a:lnTo>
                  <a:lnTo>
                    <a:pt x="1584" y="64"/>
                  </a:lnTo>
                  <a:lnTo>
                    <a:pt x="1594" y="68"/>
                  </a:lnTo>
                  <a:lnTo>
                    <a:pt x="1603" y="73"/>
                  </a:lnTo>
                  <a:lnTo>
                    <a:pt x="1612" y="79"/>
                  </a:lnTo>
                  <a:lnTo>
                    <a:pt x="1619" y="85"/>
                  </a:lnTo>
                  <a:lnTo>
                    <a:pt x="1625" y="91"/>
                  </a:lnTo>
                  <a:lnTo>
                    <a:pt x="1629" y="97"/>
                  </a:lnTo>
                  <a:lnTo>
                    <a:pt x="1633" y="104"/>
                  </a:lnTo>
                  <a:lnTo>
                    <a:pt x="1635" y="110"/>
                  </a:lnTo>
                  <a:lnTo>
                    <a:pt x="1636" y="116"/>
                  </a:lnTo>
                  <a:lnTo>
                    <a:pt x="1636" y="121"/>
                  </a:lnTo>
                  <a:lnTo>
                    <a:pt x="1636" y="127"/>
                  </a:lnTo>
                  <a:lnTo>
                    <a:pt x="1636" y="133"/>
                  </a:lnTo>
                  <a:lnTo>
                    <a:pt x="1634" y="139"/>
                  </a:lnTo>
                  <a:lnTo>
                    <a:pt x="1632" y="145"/>
                  </a:lnTo>
                  <a:lnTo>
                    <a:pt x="1630" y="151"/>
                  </a:lnTo>
                  <a:lnTo>
                    <a:pt x="1614" y="187"/>
                  </a:lnTo>
                  <a:lnTo>
                    <a:pt x="1599" y="222"/>
                  </a:lnTo>
                  <a:lnTo>
                    <a:pt x="1588" y="254"/>
                  </a:lnTo>
                  <a:lnTo>
                    <a:pt x="1579" y="286"/>
                  </a:lnTo>
                  <a:lnTo>
                    <a:pt x="1571" y="317"/>
                  </a:lnTo>
                  <a:lnTo>
                    <a:pt x="1565" y="346"/>
                  </a:lnTo>
                  <a:lnTo>
                    <a:pt x="1562" y="376"/>
                  </a:lnTo>
                  <a:lnTo>
                    <a:pt x="1560" y="406"/>
                  </a:lnTo>
                  <a:lnTo>
                    <a:pt x="1560" y="414"/>
                  </a:lnTo>
                  <a:lnTo>
                    <a:pt x="1561" y="422"/>
                  </a:lnTo>
                  <a:lnTo>
                    <a:pt x="1562" y="426"/>
                  </a:lnTo>
                  <a:lnTo>
                    <a:pt x="1563" y="430"/>
                  </a:lnTo>
                  <a:lnTo>
                    <a:pt x="1565" y="433"/>
                  </a:lnTo>
                  <a:lnTo>
                    <a:pt x="1568" y="436"/>
                  </a:lnTo>
                  <a:lnTo>
                    <a:pt x="1572" y="439"/>
                  </a:lnTo>
                  <a:lnTo>
                    <a:pt x="1576" y="441"/>
                  </a:lnTo>
                  <a:lnTo>
                    <a:pt x="1581" y="442"/>
                  </a:lnTo>
                  <a:lnTo>
                    <a:pt x="1587" y="441"/>
                  </a:lnTo>
                  <a:lnTo>
                    <a:pt x="1593" y="439"/>
                  </a:lnTo>
                  <a:lnTo>
                    <a:pt x="1600" y="435"/>
                  </a:lnTo>
                  <a:lnTo>
                    <a:pt x="1607" y="430"/>
                  </a:lnTo>
                  <a:lnTo>
                    <a:pt x="1616" y="424"/>
                  </a:lnTo>
                  <a:lnTo>
                    <a:pt x="1626" y="414"/>
                  </a:lnTo>
                  <a:lnTo>
                    <a:pt x="1639" y="401"/>
                  </a:lnTo>
                  <a:lnTo>
                    <a:pt x="1653" y="386"/>
                  </a:lnTo>
                  <a:lnTo>
                    <a:pt x="1670" y="369"/>
                  </a:lnTo>
                  <a:lnTo>
                    <a:pt x="1690" y="348"/>
                  </a:lnTo>
                  <a:lnTo>
                    <a:pt x="1710" y="327"/>
                  </a:lnTo>
                  <a:lnTo>
                    <a:pt x="1733" y="306"/>
                  </a:lnTo>
                  <a:lnTo>
                    <a:pt x="1755" y="283"/>
                  </a:lnTo>
                  <a:lnTo>
                    <a:pt x="1778" y="262"/>
                  </a:lnTo>
                  <a:lnTo>
                    <a:pt x="1801" y="242"/>
                  </a:lnTo>
                  <a:lnTo>
                    <a:pt x="1824" y="224"/>
                  </a:lnTo>
                  <a:lnTo>
                    <a:pt x="1845" y="208"/>
                  </a:lnTo>
                  <a:lnTo>
                    <a:pt x="1850" y="204"/>
                  </a:lnTo>
                  <a:lnTo>
                    <a:pt x="1865" y="195"/>
                  </a:lnTo>
                  <a:lnTo>
                    <a:pt x="1880" y="187"/>
                  </a:lnTo>
                  <a:lnTo>
                    <a:pt x="1888" y="183"/>
                  </a:lnTo>
                  <a:lnTo>
                    <a:pt x="1897" y="181"/>
                  </a:lnTo>
                  <a:lnTo>
                    <a:pt x="1906" y="179"/>
                  </a:lnTo>
                  <a:lnTo>
                    <a:pt x="1917" y="178"/>
                  </a:lnTo>
                  <a:lnTo>
                    <a:pt x="1927" y="179"/>
                  </a:lnTo>
                  <a:lnTo>
                    <a:pt x="1937" y="181"/>
                  </a:lnTo>
                  <a:lnTo>
                    <a:pt x="1948" y="183"/>
                  </a:lnTo>
                  <a:lnTo>
                    <a:pt x="1959" y="187"/>
                  </a:lnTo>
                  <a:lnTo>
                    <a:pt x="1988" y="199"/>
                  </a:lnTo>
                  <a:lnTo>
                    <a:pt x="2011" y="212"/>
                  </a:lnTo>
                  <a:lnTo>
                    <a:pt x="2022" y="218"/>
                  </a:lnTo>
                  <a:lnTo>
                    <a:pt x="2030" y="224"/>
                  </a:lnTo>
                  <a:lnTo>
                    <a:pt x="2039" y="230"/>
                  </a:lnTo>
                  <a:lnTo>
                    <a:pt x="2046" y="236"/>
                  </a:lnTo>
                  <a:lnTo>
                    <a:pt x="2052" y="242"/>
                  </a:lnTo>
                  <a:lnTo>
                    <a:pt x="2058" y="249"/>
                  </a:lnTo>
                  <a:lnTo>
                    <a:pt x="2063" y="256"/>
                  </a:lnTo>
                  <a:lnTo>
                    <a:pt x="2069" y="263"/>
                  </a:lnTo>
                  <a:lnTo>
                    <a:pt x="2077" y="278"/>
                  </a:lnTo>
                  <a:lnTo>
                    <a:pt x="2084" y="294"/>
                  </a:lnTo>
                  <a:lnTo>
                    <a:pt x="2094" y="320"/>
                  </a:lnTo>
                  <a:lnTo>
                    <a:pt x="2104" y="343"/>
                  </a:lnTo>
                  <a:lnTo>
                    <a:pt x="2115" y="366"/>
                  </a:lnTo>
                  <a:lnTo>
                    <a:pt x="2126" y="387"/>
                  </a:lnTo>
                  <a:lnTo>
                    <a:pt x="2136" y="408"/>
                  </a:lnTo>
                  <a:lnTo>
                    <a:pt x="2147" y="427"/>
                  </a:lnTo>
                  <a:lnTo>
                    <a:pt x="2158" y="444"/>
                  </a:lnTo>
                  <a:lnTo>
                    <a:pt x="2169" y="462"/>
                  </a:lnTo>
                  <a:lnTo>
                    <a:pt x="2181" y="478"/>
                  </a:lnTo>
                  <a:lnTo>
                    <a:pt x="2192" y="492"/>
                  </a:lnTo>
                  <a:lnTo>
                    <a:pt x="2204" y="507"/>
                  </a:lnTo>
                  <a:lnTo>
                    <a:pt x="2216" y="519"/>
                  </a:lnTo>
                  <a:lnTo>
                    <a:pt x="2229" y="531"/>
                  </a:lnTo>
                  <a:lnTo>
                    <a:pt x="2241" y="541"/>
                  </a:lnTo>
                  <a:lnTo>
                    <a:pt x="2253" y="552"/>
                  </a:lnTo>
                  <a:lnTo>
                    <a:pt x="2266" y="560"/>
                  </a:lnTo>
                  <a:lnTo>
                    <a:pt x="2273" y="564"/>
                  </a:lnTo>
                  <a:lnTo>
                    <a:pt x="2278" y="568"/>
                  </a:lnTo>
                  <a:lnTo>
                    <a:pt x="2282" y="572"/>
                  </a:lnTo>
                  <a:lnTo>
                    <a:pt x="2285" y="576"/>
                  </a:lnTo>
                  <a:lnTo>
                    <a:pt x="2287" y="580"/>
                  </a:lnTo>
                  <a:lnTo>
                    <a:pt x="2289" y="584"/>
                  </a:lnTo>
                  <a:lnTo>
                    <a:pt x="2289" y="588"/>
                  </a:lnTo>
                  <a:lnTo>
                    <a:pt x="2289" y="592"/>
                  </a:lnTo>
                  <a:lnTo>
                    <a:pt x="2286" y="597"/>
                  </a:lnTo>
                  <a:lnTo>
                    <a:pt x="2282" y="602"/>
                  </a:lnTo>
                  <a:lnTo>
                    <a:pt x="2276" y="606"/>
                  </a:lnTo>
                  <a:lnTo>
                    <a:pt x="2267" y="609"/>
                  </a:lnTo>
                  <a:lnTo>
                    <a:pt x="2259" y="612"/>
                  </a:lnTo>
                  <a:lnTo>
                    <a:pt x="2249" y="613"/>
                  </a:lnTo>
                  <a:lnTo>
                    <a:pt x="2238" y="614"/>
                  </a:lnTo>
                  <a:lnTo>
                    <a:pt x="2226" y="614"/>
                  </a:lnTo>
                  <a:lnTo>
                    <a:pt x="2205" y="611"/>
                  </a:lnTo>
                  <a:lnTo>
                    <a:pt x="2186" y="607"/>
                  </a:lnTo>
                  <a:lnTo>
                    <a:pt x="2165" y="601"/>
                  </a:lnTo>
                  <a:lnTo>
                    <a:pt x="2145" y="592"/>
                  </a:lnTo>
                  <a:lnTo>
                    <a:pt x="2126" y="583"/>
                  </a:lnTo>
                  <a:lnTo>
                    <a:pt x="2106" y="571"/>
                  </a:lnTo>
                  <a:lnTo>
                    <a:pt x="2086" y="558"/>
                  </a:lnTo>
                  <a:lnTo>
                    <a:pt x="2066" y="543"/>
                  </a:lnTo>
                  <a:lnTo>
                    <a:pt x="2047" y="526"/>
                  </a:lnTo>
                  <a:lnTo>
                    <a:pt x="2029" y="508"/>
                  </a:lnTo>
                  <a:lnTo>
                    <a:pt x="2009" y="487"/>
                  </a:lnTo>
                  <a:lnTo>
                    <a:pt x="1991" y="465"/>
                  </a:lnTo>
                  <a:lnTo>
                    <a:pt x="1973" y="441"/>
                  </a:lnTo>
                  <a:lnTo>
                    <a:pt x="1954" y="416"/>
                  </a:lnTo>
                  <a:lnTo>
                    <a:pt x="1937" y="388"/>
                  </a:lnTo>
                  <a:lnTo>
                    <a:pt x="1920" y="360"/>
                  </a:lnTo>
                  <a:lnTo>
                    <a:pt x="1913" y="351"/>
                  </a:lnTo>
                  <a:lnTo>
                    <a:pt x="1906" y="344"/>
                  </a:lnTo>
                  <a:lnTo>
                    <a:pt x="1899" y="339"/>
                  </a:lnTo>
                  <a:lnTo>
                    <a:pt x="1892" y="336"/>
                  </a:lnTo>
                  <a:lnTo>
                    <a:pt x="1884" y="335"/>
                  </a:lnTo>
                  <a:lnTo>
                    <a:pt x="1875" y="335"/>
                  </a:lnTo>
                  <a:lnTo>
                    <a:pt x="1867" y="338"/>
                  </a:lnTo>
                  <a:lnTo>
                    <a:pt x="1857" y="343"/>
                  </a:lnTo>
                  <a:lnTo>
                    <a:pt x="1838" y="358"/>
                  </a:lnTo>
                  <a:lnTo>
                    <a:pt x="1821" y="372"/>
                  </a:lnTo>
                  <a:lnTo>
                    <a:pt x="1804" y="387"/>
                  </a:lnTo>
                  <a:lnTo>
                    <a:pt x="1789" y="402"/>
                  </a:lnTo>
                  <a:lnTo>
                    <a:pt x="1759" y="434"/>
                  </a:lnTo>
                  <a:lnTo>
                    <a:pt x="1730" y="468"/>
                  </a:lnTo>
                  <a:lnTo>
                    <a:pt x="1712" y="488"/>
                  </a:lnTo>
                  <a:lnTo>
                    <a:pt x="1692" y="511"/>
                  </a:lnTo>
                  <a:lnTo>
                    <a:pt x="1671" y="535"/>
                  </a:lnTo>
                  <a:lnTo>
                    <a:pt x="1647" y="560"/>
                  </a:lnTo>
                  <a:lnTo>
                    <a:pt x="1638" y="568"/>
                  </a:lnTo>
                  <a:lnTo>
                    <a:pt x="1629" y="574"/>
                  </a:lnTo>
                  <a:lnTo>
                    <a:pt x="1620" y="580"/>
                  </a:lnTo>
                  <a:lnTo>
                    <a:pt x="1611" y="585"/>
                  </a:lnTo>
                  <a:lnTo>
                    <a:pt x="1600" y="588"/>
                  </a:lnTo>
                  <a:lnTo>
                    <a:pt x="1590" y="591"/>
                  </a:lnTo>
                  <a:lnTo>
                    <a:pt x="1580" y="592"/>
                  </a:lnTo>
                  <a:lnTo>
                    <a:pt x="1569" y="593"/>
                  </a:lnTo>
                  <a:lnTo>
                    <a:pt x="1557" y="592"/>
                  </a:lnTo>
                  <a:lnTo>
                    <a:pt x="1545" y="590"/>
                  </a:lnTo>
                  <a:lnTo>
                    <a:pt x="1534" y="588"/>
                  </a:lnTo>
                  <a:lnTo>
                    <a:pt x="1522" y="584"/>
                  </a:lnTo>
                  <a:lnTo>
                    <a:pt x="1509" y="579"/>
                  </a:lnTo>
                  <a:lnTo>
                    <a:pt x="1495" y="573"/>
                  </a:lnTo>
                  <a:lnTo>
                    <a:pt x="1482" y="566"/>
                  </a:lnTo>
                  <a:lnTo>
                    <a:pt x="1469" y="558"/>
                  </a:lnTo>
                  <a:lnTo>
                    <a:pt x="1452" y="546"/>
                  </a:lnTo>
                  <a:lnTo>
                    <a:pt x="1438" y="535"/>
                  </a:lnTo>
                  <a:lnTo>
                    <a:pt x="1425" y="523"/>
                  </a:lnTo>
                  <a:lnTo>
                    <a:pt x="1414" y="510"/>
                  </a:lnTo>
                  <a:lnTo>
                    <a:pt x="1404" y="495"/>
                  </a:lnTo>
                  <a:lnTo>
                    <a:pt x="1397" y="480"/>
                  </a:lnTo>
                  <a:lnTo>
                    <a:pt x="1391" y="464"/>
                  </a:lnTo>
                  <a:lnTo>
                    <a:pt x="1387" y="446"/>
                  </a:lnTo>
                  <a:lnTo>
                    <a:pt x="1385" y="437"/>
                  </a:lnTo>
                  <a:lnTo>
                    <a:pt x="1378" y="443"/>
                  </a:lnTo>
                  <a:lnTo>
                    <a:pt x="1351" y="466"/>
                  </a:lnTo>
                  <a:lnTo>
                    <a:pt x="1319" y="491"/>
                  </a:lnTo>
                  <a:lnTo>
                    <a:pt x="1299" y="506"/>
                  </a:lnTo>
                  <a:lnTo>
                    <a:pt x="1279" y="520"/>
                  </a:lnTo>
                  <a:lnTo>
                    <a:pt x="1257" y="534"/>
                  </a:lnTo>
                  <a:lnTo>
                    <a:pt x="1233" y="547"/>
                  </a:lnTo>
                  <a:lnTo>
                    <a:pt x="1209" y="561"/>
                  </a:lnTo>
                  <a:lnTo>
                    <a:pt x="1183" y="573"/>
                  </a:lnTo>
                  <a:lnTo>
                    <a:pt x="1157" y="584"/>
                  </a:lnTo>
                  <a:lnTo>
                    <a:pt x="1130" y="594"/>
                  </a:lnTo>
                  <a:lnTo>
                    <a:pt x="1103" y="603"/>
                  </a:lnTo>
                  <a:lnTo>
                    <a:pt x="1074" y="609"/>
                  </a:lnTo>
                  <a:lnTo>
                    <a:pt x="1060" y="611"/>
                  </a:lnTo>
                  <a:lnTo>
                    <a:pt x="1045" y="613"/>
                  </a:lnTo>
                  <a:lnTo>
                    <a:pt x="1031" y="613"/>
                  </a:lnTo>
                  <a:lnTo>
                    <a:pt x="1017" y="614"/>
                  </a:lnTo>
                  <a:lnTo>
                    <a:pt x="993" y="613"/>
                  </a:lnTo>
                  <a:lnTo>
                    <a:pt x="970" y="610"/>
                  </a:lnTo>
                  <a:lnTo>
                    <a:pt x="948" y="606"/>
                  </a:lnTo>
                  <a:lnTo>
                    <a:pt x="925" y="601"/>
                  </a:lnTo>
                  <a:lnTo>
                    <a:pt x="904" y="593"/>
                  </a:lnTo>
                  <a:lnTo>
                    <a:pt x="882" y="585"/>
                  </a:lnTo>
                  <a:lnTo>
                    <a:pt x="862" y="576"/>
                  </a:lnTo>
                  <a:lnTo>
                    <a:pt x="842" y="566"/>
                  </a:lnTo>
                  <a:lnTo>
                    <a:pt x="823" y="555"/>
                  </a:lnTo>
                  <a:lnTo>
                    <a:pt x="806" y="542"/>
                  </a:lnTo>
                  <a:lnTo>
                    <a:pt x="788" y="530"/>
                  </a:lnTo>
                  <a:lnTo>
                    <a:pt x="773" y="517"/>
                  </a:lnTo>
                  <a:lnTo>
                    <a:pt x="759" y="503"/>
                  </a:lnTo>
                  <a:lnTo>
                    <a:pt x="746" y="489"/>
                  </a:lnTo>
                  <a:lnTo>
                    <a:pt x="733" y="475"/>
                  </a:lnTo>
                  <a:lnTo>
                    <a:pt x="723" y="461"/>
                  </a:lnTo>
                  <a:lnTo>
                    <a:pt x="720" y="457"/>
                  </a:lnTo>
                  <a:lnTo>
                    <a:pt x="716" y="459"/>
                  </a:lnTo>
                  <a:lnTo>
                    <a:pt x="673" y="477"/>
                  </a:lnTo>
                  <a:lnTo>
                    <a:pt x="632" y="496"/>
                  </a:lnTo>
                  <a:lnTo>
                    <a:pt x="593" y="516"/>
                  </a:lnTo>
                  <a:lnTo>
                    <a:pt x="555" y="535"/>
                  </a:lnTo>
                  <a:lnTo>
                    <a:pt x="517" y="556"/>
                  </a:lnTo>
                  <a:lnTo>
                    <a:pt x="481" y="575"/>
                  </a:lnTo>
                  <a:lnTo>
                    <a:pt x="448" y="594"/>
                  </a:lnTo>
                  <a:lnTo>
                    <a:pt x="414" y="615"/>
                  </a:lnTo>
                  <a:lnTo>
                    <a:pt x="412" y="616"/>
                  </a:lnTo>
                  <a:lnTo>
                    <a:pt x="412" y="619"/>
                  </a:lnTo>
                  <a:lnTo>
                    <a:pt x="408" y="683"/>
                  </a:lnTo>
                  <a:lnTo>
                    <a:pt x="404" y="752"/>
                  </a:lnTo>
                  <a:lnTo>
                    <a:pt x="401" y="787"/>
                  </a:lnTo>
                  <a:lnTo>
                    <a:pt x="397" y="824"/>
                  </a:lnTo>
                  <a:lnTo>
                    <a:pt x="392" y="862"/>
                  </a:lnTo>
                  <a:lnTo>
                    <a:pt x="387" y="900"/>
                  </a:lnTo>
                  <a:lnTo>
                    <a:pt x="381" y="937"/>
                  </a:lnTo>
                  <a:lnTo>
                    <a:pt x="374" y="975"/>
                  </a:lnTo>
                  <a:lnTo>
                    <a:pt x="367" y="1013"/>
                  </a:lnTo>
                  <a:lnTo>
                    <a:pt x="359" y="1051"/>
                  </a:lnTo>
                  <a:lnTo>
                    <a:pt x="350" y="1088"/>
                  </a:lnTo>
                  <a:lnTo>
                    <a:pt x="340" y="1125"/>
                  </a:lnTo>
                  <a:lnTo>
                    <a:pt x="328" y="1161"/>
                  </a:lnTo>
                  <a:lnTo>
                    <a:pt x="316" y="1196"/>
                  </a:lnTo>
                  <a:lnTo>
                    <a:pt x="304" y="1227"/>
                  </a:lnTo>
                  <a:lnTo>
                    <a:pt x="291" y="1257"/>
                  </a:lnTo>
                  <a:lnTo>
                    <a:pt x="276" y="1285"/>
                  </a:lnTo>
                  <a:lnTo>
                    <a:pt x="262" y="1311"/>
                  </a:lnTo>
                  <a:lnTo>
                    <a:pt x="247" y="1334"/>
                  </a:lnTo>
                  <a:lnTo>
                    <a:pt x="231" y="1357"/>
                  </a:lnTo>
                  <a:lnTo>
                    <a:pt x="215" y="1376"/>
                  </a:lnTo>
                  <a:lnTo>
                    <a:pt x="199" y="1394"/>
                  </a:lnTo>
                  <a:lnTo>
                    <a:pt x="180" y="1409"/>
                  </a:lnTo>
                  <a:lnTo>
                    <a:pt x="163" y="1423"/>
                  </a:lnTo>
                  <a:lnTo>
                    <a:pt x="153" y="1429"/>
                  </a:lnTo>
                  <a:lnTo>
                    <a:pt x="144" y="1434"/>
                  </a:lnTo>
                  <a:lnTo>
                    <a:pt x="135" y="1439"/>
                  </a:lnTo>
                  <a:lnTo>
                    <a:pt x="124" y="1444"/>
                  </a:lnTo>
                  <a:lnTo>
                    <a:pt x="114" y="1448"/>
                  </a:lnTo>
                  <a:lnTo>
                    <a:pt x="105" y="1451"/>
                  </a:lnTo>
                  <a:lnTo>
                    <a:pt x="95" y="1454"/>
                  </a:lnTo>
                  <a:lnTo>
                    <a:pt x="85" y="1456"/>
                  </a:lnTo>
                  <a:lnTo>
                    <a:pt x="73" y="1458"/>
                  </a:lnTo>
                  <a:lnTo>
                    <a:pt x="63" y="1459"/>
                  </a:lnTo>
                  <a:lnTo>
                    <a:pt x="52" y="1460"/>
                  </a:lnTo>
                  <a:lnTo>
                    <a:pt x="42" y="1460"/>
                  </a:lnTo>
                  <a:lnTo>
                    <a:pt x="0" y="1423"/>
                  </a:lnTo>
                  <a:lnTo>
                    <a:pt x="22" y="1384"/>
                  </a:lnTo>
                  <a:lnTo>
                    <a:pt x="34" y="1383"/>
                  </a:lnTo>
                  <a:lnTo>
                    <a:pt x="44" y="1381"/>
                  </a:lnTo>
                  <a:lnTo>
                    <a:pt x="55" y="1377"/>
                  </a:lnTo>
                  <a:lnTo>
                    <a:pt x="65" y="1372"/>
                  </a:lnTo>
                  <a:lnTo>
                    <a:pt x="75" y="1366"/>
                  </a:lnTo>
                  <a:lnTo>
                    <a:pt x="86" y="1358"/>
                  </a:lnTo>
                  <a:lnTo>
                    <a:pt x="95" y="1349"/>
                  </a:lnTo>
                  <a:lnTo>
                    <a:pt x="104" y="1337"/>
                  </a:lnTo>
                  <a:lnTo>
                    <a:pt x="113" y="1326"/>
                  </a:lnTo>
                  <a:lnTo>
                    <a:pt x="122" y="1313"/>
                  </a:lnTo>
                  <a:lnTo>
                    <a:pt x="132" y="1298"/>
                  </a:lnTo>
                  <a:lnTo>
                    <a:pt x="140" y="1282"/>
                  </a:lnTo>
                  <a:lnTo>
                    <a:pt x="148" y="1265"/>
                  </a:lnTo>
                  <a:lnTo>
                    <a:pt x="156" y="1248"/>
                  </a:lnTo>
                  <a:lnTo>
                    <a:pt x="163" y="1228"/>
                  </a:lnTo>
                  <a:lnTo>
                    <a:pt x="171" y="1208"/>
                  </a:lnTo>
                  <a:lnTo>
                    <a:pt x="177" y="1186"/>
                  </a:lnTo>
                  <a:lnTo>
                    <a:pt x="185" y="1164"/>
                  </a:lnTo>
                  <a:lnTo>
                    <a:pt x="191" y="1140"/>
                  </a:lnTo>
                  <a:lnTo>
                    <a:pt x="197" y="1115"/>
                  </a:lnTo>
                  <a:lnTo>
                    <a:pt x="203" y="1089"/>
                  </a:lnTo>
                  <a:lnTo>
                    <a:pt x="208" y="1063"/>
                  </a:lnTo>
                  <a:lnTo>
                    <a:pt x="213" y="1035"/>
                  </a:lnTo>
                  <a:lnTo>
                    <a:pt x="217" y="1008"/>
                  </a:lnTo>
                  <a:lnTo>
                    <a:pt x="225" y="949"/>
                  </a:lnTo>
                  <a:lnTo>
                    <a:pt x="231" y="885"/>
                  </a:lnTo>
                  <a:lnTo>
                    <a:pt x="237" y="820"/>
                  </a:lnTo>
                  <a:lnTo>
                    <a:pt x="239" y="752"/>
                  </a:lnTo>
                  <a:lnTo>
                    <a:pt x="240" y="738"/>
                  </a:lnTo>
                  <a:lnTo>
                    <a:pt x="240" y="620"/>
                  </a:lnTo>
                  <a:lnTo>
                    <a:pt x="240" y="617"/>
                  </a:lnTo>
                  <a:lnTo>
                    <a:pt x="239" y="585"/>
                  </a:lnTo>
                  <a:lnTo>
                    <a:pt x="238" y="553"/>
                  </a:lnTo>
                  <a:lnTo>
                    <a:pt x="236" y="519"/>
                  </a:lnTo>
                  <a:lnTo>
                    <a:pt x="235" y="485"/>
                  </a:lnTo>
                  <a:lnTo>
                    <a:pt x="234" y="470"/>
                  </a:lnTo>
                  <a:lnTo>
                    <a:pt x="224" y="481"/>
                  </a:lnTo>
                  <a:lnTo>
                    <a:pt x="210" y="496"/>
                  </a:lnTo>
                  <a:lnTo>
                    <a:pt x="195" y="511"/>
                  </a:lnTo>
                  <a:lnTo>
                    <a:pt x="176" y="525"/>
                  </a:lnTo>
                  <a:lnTo>
                    <a:pt x="157" y="538"/>
                  </a:lnTo>
                  <a:lnTo>
                    <a:pt x="147" y="544"/>
                  </a:lnTo>
                  <a:lnTo>
                    <a:pt x="136" y="549"/>
                  </a:lnTo>
                  <a:lnTo>
                    <a:pt x="125" y="555"/>
                  </a:lnTo>
                  <a:lnTo>
                    <a:pt x="114" y="559"/>
                  </a:lnTo>
                  <a:lnTo>
                    <a:pt x="103" y="562"/>
                  </a:lnTo>
                  <a:lnTo>
                    <a:pt x="92" y="565"/>
                  </a:lnTo>
                  <a:lnTo>
                    <a:pt x="80" y="567"/>
                  </a:lnTo>
                  <a:lnTo>
                    <a:pt x="68" y="568"/>
                  </a:lnTo>
                  <a:lnTo>
                    <a:pt x="27" y="514"/>
                  </a:lnTo>
                  <a:lnTo>
                    <a:pt x="86" y="449"/>
                  </a:lnTo>
                  <a:lnTo>
                    <a:pt x="99" y="448"/>
                  </a:lnTo>
                  <a:lnTo>
                    <a:pt x="113" y="445"/>
                  </a:lnTo>
                  <a:lnTo>
                    <a:pt x="128" y="440"/>
                  </a:lnTo>
                  <a:lnTo>
                    <a:pt x="143" y="433"/>
                  </a:lnTo>
                  <a:lnTo>
                    <a:pt x="158" y="425"/>
                  </a:lnTo>
                  <a:lnTo>
                    <a:pt x="172" y="415"/>
                  </a:lnTo>
                  <a:lnTo>
                    <a:pt x="188" y="402"/>
                  </a:lnTo>
                  <a:lnTo>
                    <a:pt x="202" y="390"/>
                  </a:lnTo>
                  <a:lnTo>
                    <a:pt x="216" y="377"/>
                  </a:lnTo>
                  <a:lnTo>
                    <a:pt x="229" y="363"/>
                  </a:lnTo>
                  <a:lnTo>
                    <a:pt x="242" y="347"/>
                  </a:lnTo>
                  <a:lnTo>
                    <a:pt x="254" y="332"/>
                  </a:lnTo>
                  <a:lnTo>
                    <a:pt x="265" y="316"/>
                  </a:lnTo>
                  <a:lnTo>
                    <a:pt x="274" y="300"/>
                  </a:lnTo>
                  <a:lnTo>
                    <a:pt x="284" y="285"/>
                  </a:lnTo>
                  <a:lnTo>
                    <a:pt x="291" y="269"/>
                  </a:lnTo>
                  <a:lnTo>
                    <a:pt x="294" y="260"/>
                  </a:lnTo>
                  <a:lnTo>
                    <a:pt x="296" y="249"/>
                  </a:lnTo>
                  <a:lnTo>
                    <a:pt x="297" y="240"/>
                  </a:lnTo>
                  <a:lnTo>
                    <a:pt x="297" y="230"/>
                  </a:lnTo>
                  <a:lnTo>
                    <a:pt x="296" y="221"/>
                  </a:lnTo>
                  <a:lnTo>
                    <a:pt x="293" y="212"/>
                  </a:lnTo>
                  <a:lnTo>
                    <a:pt x="290" y="202"/>
                  </a:lnTo>
                  <a:lnTo>
                    <a:pt x="285" y="194"/>
                  </a:lnTo>
                  <a:lnTo>
                    <a:pt x="281" y="189"/>
                  </a:lnTo>
                  <a:lnTo>
                    <a:pt x="277" y="185"/>
                  </a:lnTo>
                  <a:lnTo>
                    <a:pt x="272" y="181"/>
                  </a:lnTo>
                  <a:lnTo>
                    <a:pt x="267" y="178"/>
                  </a:lnTo>
                  <a:lnTo>
                    <a:pt x="263" y="175"/>
                  </a:lnTo>
                  <a:lnTo>
                    <a:pt x="257" y="174"/>
                  </a:lnTo>
                  <a:lnTo>
                    <a:pt x="252" y="172"/>
                  </a:lnTo>
                  <a:lnTo>
                    <a:pt x="247" y="172"/>
                  </a:lnTo>
                  <a:lnTo>
                    <a:pt x="193" y="124"/>
                  </a:lnTo>
                  <a:lnTo>
                    <a:pt x="237" y="72"/>
                  </a:lnTo>
                  <a:lnTo>
                    <a:pt x="250" y="73"/>
                  </a:lnTo>
                  <a:lnTo>
                    <a:pt x="261" y="74"/>
                  </a:lnTo>
                  <a:lnTo>
                    <a:pt x="272" y="77"/>
                  </a:lnTo>
                  <a:lnTo>
                    <a:pt x="282" y="80"/>
                  </a:lnTo>
                  <a:lnTo>
                    <a:pt x="292" y="84"/>
                  </a:lnTo>
                  <a:lnTo>
                    <a:pt x="301" y="89"/>
                  </a:lnTo>
                  <a:lnTo>
                    <a:pt x="308" y="94"/>
                  </a:lnTo>
                  <a:lnTo>
                    <a:pt x="315" y="99"/>
                  </a:lnTo>
                  <a:lnTo>
                    <a:pt x="326" y="109"/>
                  </a:lnTo>
                  <a:lnTo>
                    <a:pt x="335" y="118"/>
                  </a:lnTo>
                  <a:lnTo>
                    <a:pt x="340" y="124"/>
                  </a:lnTo>
                  <a:lnTo>
                    <a:pt x="342" y="127"/>
                  </a:lnTo>
                  <a:lnTo>
                    <a:pt x="345" y="132"/>
                  </a:lnTo>
                  <a:lnTo>
                    <a:pt x="350" y="128"/>
                  </a:lnTo>
                  <a:lnTo>
                    <a:pt x="361" y="120"/>
                  </a:lnTo>
                  <a:lnTo>
                    <a:pt x="372" y="114"/>
                  </a:lnTo>
                  <a:lnTo>
                    <a:pt x="386" y="110"/>
                  </a:lnTo>
                  <a:lnTo>
                    <a:pt x="398" y="108"/>
                  </a:lnTo>
                  <a:lnTo>
                    <a:pt x="412" y="106"/>
                  </a:lnTo>
                  <a:lnTo>
                    <a:pt x="425" y="109"/>
                  </a:lnTo>
                  <a:lnTo>
                    <a:pt x="440" y="112"/>
                  </a:lnTo>
                  <a:lnTo>
                    <a:pt x="454" y="118"/>
                  </a:lnTo>
                  <a:lnTo>
                    <a:pt x="464" y="123"/>
                  </a:lnTo>
                  <a:lnTo>
                    <a:pt x="473" y="127"/>
                  </a:lnTo>
                  <a:lnTo>
                    <a:pt x="481" y="132"/>
                  </a:lnTo>
                  <a:lnTo>
                    <a:pt x="489" y="137"/>
                  </a:lnTo>
                  <a:lnTo>
                    <a:pt x="494" y="141"/>
                  </a:lnTo>
                  <a:lnTo>
                    <a:pt x="498" y="146"/>
                  </a:lnTo>
                  <a:lnTo>
                    <a:pt x="502" y="151"/>
                  </a:lnTo>
                  <a:lnTo>
                    <a:pt x="504" y="157"/>
                  </a:lnTo>
                  <a:lnTo>
                    <a:pt x="505" y="162"/>
                  </a:lnTo>
                  <a:lnTo>
                    <a:pt x="506" y="168"/>
                  </a:lnTo>
                  <a:lnTo>
                    <a:pt x="506" y="174"/>
                  </a:lnTo>
                  <a:lnTo>
                    <a:pt x="505" y="181"/>
                  </a:lnTo>
                  <a:lnTo>
                    <a:pt x="504" y="188"/>
                  </a:lnTo>
                  <a:lnTo>
                    <a:pt x="501" y="196"/>
                  </a:lnTo>
                  <a:lnTo>
                    <a:pt x="498" y="206"/>
                  </a:lnTo>
                  <a:lnTo>
                    <a:pt x="494" y="215"/>
                  </a:lnTo>
                  <a:lnTo>
                    <a:pt x="485" y="233"/>
                  </a:lnTo>
                  <a:lnTo>
                    <a:pt x="476" y="258"/>
                  </a:lnTo>
                  <a:lnTo>
                    <a:pt x="466" y="287"/>
                  </a:lnTo>
                  <a:lnTo>
                    <a:pt x="456" y="322"/>
                  </a:lnTo>
                  <a:lnTo>
                    <a:pt x="445" y="362"/>
                  </a:lnTo>
                  <a:lnTo>
                    <a:pt x="435" y="406"/>
                  </a:lnTo>
                  <a:lnTo>
                    <a:pt x="430" y="429"/>
                  </a:lnTo>
                  <a:lnTo>
                    <a:pt x="426" y="454"/>
                  </a:lnTo>
                  <a:lnTo>
                    <a:pt x="422" y="478"/>
                  </a:lnTo>
                  <a:lnTo>
                    <a:pt x="419" y="504"/>
                  </a:lnTo>
                  <a:lnTo>
                    <a:pt x="418" y="515"/>
                  </a:lnTo>
                  <a:lnTo>
                    <a:pt x="427" y="510"/>
                  </a:lnTo>
                  <a:lnTo>
                    <a:pt x="464" y="490"/>
                  </a:lnTo>
                  <a:lnTo>
                    <a:pt x="501" y="472"/>
                  </a:lnTo>
                  <a:lnTo>
                    <a:pt x="536" y="455"/>
                  </a:lnTo>
                  <a:lnTo>
                    <a:pt x="571" y="438"/>
                  </a:lnTo>
                  <a:lnTo>
                    <a:pt x="604" y="423"/>
                  </a:lnTo>
                  <a:lnTo>
                    <a:pt x="635" y="410"/>
                  </a:lnTo>
                  <a:lnTo>
                    <a:pt x="664" y="396"/>
                  </a:lnTo>
                  <a:lnTo>
                    <a:pt x="690" y="385"/>
                  </a:lnTo>
                  <a:lnTo>
                    <a:pt x="694" y="383"/>
                  </a:lnTo>
                  <a:lnTo>
                    <a:pt x="694" y="380"/>
                  </a:lnTo>
                  <a:lnTo>
                    <a:pt x="695" y="358"/>
                  </a:lnTo>
                  <a:lnTo>
                    <a:pt x="697" y="335"/>
                  </a:lnTo>
                  <a:lnTo>
                    <a:pt x="701" y="315"/>
                  </a:lnTo>
                  <a:lnTo>
                    <a:pt x="706" y="294"/>
                  </a:lnTo>
                  <a:lnTo>
                    <a:pt x="712" y="274"/>
                  </a:lnTo>
                  <a:lnTo>
                    <a:pt x="720" y="256"/>
                  </a:lnTo>
                  <a:lnTo>
                    <a:pt x="728" y="236"/>
                  </a:lnTo>
                  <a:lnTo>
                    <a:pt x="737" y="219"/>
                  </a:lnTo>
                  <a:lnTo>
                    <a:pt x="749" y="201"/>
                  </a:lnTo>
                  <a:lnTo>
                    <a:pt x="760" y="185"/>
                  </a:lnTo>
                  <a:lnTo>
                    <a:pt x="772" y="169"/>
                  </a:lnTo>
                  <a:lnTo>
                    <a:pt x="784" y="153"/>
                  </a:lnTo>
                  <a:lnTo>
                    <a:pt x="798" y="139"/>
                  </a:lnTo>
                  <a:lnTo>
                    <a:pt x="812" y="126"/>
                  </a:lnTo>
                  <a:lnTo>
                    <a:pt x="826" y="113"/>
                  </a:lnTo>
                  <a:lnTo>
                    <a:pt x="840" y="99"/>
                  </a:lnTo>
                  <a:lnTo>
                    <a:pt x="855" y="88"/>
                  </a:lnTo>
                  <a:lnTo>
                    <a:pt x="870" y="77"/>
                  </a:lnTo>
                  <a:lnTo>
                    <a:pt x="884" y="67"/>
                  </a:lnTo>
                  <a:lnTo>
                    <a:pt x="900" y="58"/>
                  </a:lnTo>
                  <a:lnTo>
                    <a:pt x="928" y="40"/>
                  </a:lnTo>
                  <a:lnTo>
                    <a:pt x="957" y="26"/>
                  </a:lnTo>
                  <a:lnTo>
                    <a:pt x="982" y="15"/>
                  </a:lnTo>
                  <a:lnTo>
                    <a:pt x="1006" y="7"/>
                  </a:lnTo>
                  <a:lnTo>
                    <a:pt x="1017" y="4"/>
                  </a:lnTo>
                  <a:lnTo>
                    <a:pt x="1026" y="2"/>
                  </a:lnTo>
                  <a:lnTo>
                    <a:pt x="1035" y="1"/>
                  </a:lnTo>
                  <a:lnTo>
                    <a:pt x="1042" y="0"/>
                  </a:lnTo>
                  <a:lnTo>
                    <a:pt x="1091" y="53"/>
                  </a:lnTo>
                  <a:lnTo>
                    <a:pt x="1042" y="10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46" name="Freeform 50"/>
            <p:cNvSpPr>
              <a:spLocks/>
            </p:cNvSpPr>
            <p:nvPr userDrawn="1"/>
          </p:nvSpPr>
          <p:spPr bwMode="gray">
            <a:xfrm>
              <a:off x="7147" y="571"/>
              <a:ext cx="17" cy="15"/>
            </a:xfrm>
            <a:custGeom>
              <a:avLst/>
              <a:gdLst>
                <a:gd name="T0" fmla="*/ 44 w 202"/>
                <a:gd name="T1" fmla="*/ 0 h 178"/>
                <a:gd name="T2" fmla="*/ 32 w 202"/>
                <a:gd name="T3" fmla="*/ 1 h 178"/>
                <a:gd name="T4" fmla="*/ 21 w 202"/>
                <a:gd name="T5" fmla="*/ 3 h 178"/>
                <a:gd name="T6" fmla="*/ 17 w 202"/>
                <a:gd name="T7" fmla="*/ 5 h 178"/>
                <a:gd name="T8" fmla="*/ 13 w 202"/>
                <a:gd name="T9" fmla="*/ 7 h 178"/>
                <a:gd name="T10" fmla="*/ 10 w 202"/>
                <a:gd name="T11" fmla="*/ 9 h 178"/>
                <a:gd name="T12" fmla="*/ 8 w 202"/>
                <a:gd name="T13" fmla="*/ 12 h 178"/>
                <a:gd name="T14" fmla="*/ 4 w 202"/>
                <a:gd name="T15" fmla="*/ 19 h 178"/>
                <a:gd name="T16" fmla="*/ 1 w 202"/>
                <a:gd name="T17" fmla="*/ 25 h 178"/>
                <a:gd name="T18" fmla="*/ 0 w 202"/>
                <a:gd name="T19" fmla="*/ 32 h 178"/>
                <a:gd name="T20" fmla="*/ 1 w 202"/>
                <a:gd name="T21" fmla="*/ 38 h 178"/>
                <a:gd name="T22" fmla="*/ 2 w 202"/>
                <a:gd name="T23" fmla="*/ 45 h 178"/>
                <a:gd name="T24" fmla="*/ 5 w 202"/>
                <a:gd name="T25" fmla="*/ 51 h 178"/>
                <a:gd name="T26" fmla="*/ 7 w 202"/>
                <a:gd name="T27" fmla="*/ 57 h 178"/>
                <a:gd name="T28" fmla="*/ 10 w 202"/>
                <a:gd name="T29" fmla="*/ 63 h 178"/>
                <a:gd name="T30" fmla="*/ 15 w 202"/>
                <a:gd name="T31" fmla="*/ 74 h 178"/>
                <a:gd name="T32" fmla="*/ 22 w 202"/>
                <a:gd name="T33" fmla="*/ 84 h 178"/>
                <a:gd name="T34" fmla="*/ 30 w 202"/>
                <a:gd name="T35" fmla="*/ 95 h 178"/>
                <a:gd name="T36" fmla="*/ 38 w 202"/>
                <a:gd name="T37" fmla="*/ 104 h 178"/>
                <a:gd name="T38" fmla="*/ 48 w 202"/>
                <a:gd name="T39" fmla="*/ 114 h 178"/>
                <a:gd name="T40" fmla="*/ 59 w 202"/>
                <a:gd name="T41" fmla="*/ 124 h 178"/>
                <a:gd name="T42" fmla="*/ 69 w 202"/>
                <a:gd name="T43" fmla="*/ 133 h 178"/>
                <a:gd name="T44" fmla="*/ 80 w 202"/>
                <a:gd name="T45" fmla="*/ 141 h 178"/>
                <a:gd name="T46" fmla="*/ 91 w 202"/>
                <a:gd name="T47" fmla="*/ 149 h 178"/>
                <a:gd name="T48" fmla="*/ 102 w 202"/>
                <a:gd name="T49" fmla="*/ 156 h 178"/>
                <a:gd name="T50" fmla="*/ 114 w 202"/>
                <a:gd name="T51" fmla="*/ 162 h 178"/>
                <a:gd name="T52" fmla="*/ 125 w 202"/>
                <a:gd name="T53" fmla="*/ 168 h 178"/>
                <a:gd name="T54" fmla="*/ 136 w 202"/>
                <a:gd name="T55" fmla="*/ 172 h 178"/>
                <a:gd name="T56" fmla="*/ 146 w 202"/>
                <a:gd name="T57" fmla="*/ 175 h 178"/>
                <a:gd name="T58" fmla="*/ 157 w 202"/>
                <a:gd name="T59" fmla="*/ 177 h 178"/>
                <a:gd name="T60" fmla="*/ 166 w 202"/>
                <a:gd name="T61" fmla="*/ 178 h 178"/>
                <a:gd name="T62" fmla="*/ 171 w 202"/>
                <a:gd name="T63" fmla="*/ 178 h 178"/>
                <a:gd name="T64" fmla="*/ 176 w 202"/>
                <a:gd name="T65" fmla="*/ 177 h 178"/>
                <a:gd name="T66" fmla="*/ 181 w 202"/>
                <a:gd name="T67" fmla="*/ 176 h 178"/>
                <a:gd name="T68" fmla="*/ 185 w 202"/>
                <a:gd name="T69" fmla="*/ 174 h 178"/>
                <a:gd name="T70" fmla="*/ 188 w 202"/>
                <a:gd name="T71" fmla="*/ 172 h 178"/>
                <a:gd name="T72" fmla="*/ 192 w 202"/>
                <a:gd name="T73" fmla="*/ 170 h 178"/>
                <a:gd name="T74" fmla="*/ 195 w 202"/>
                <a:gd name="T75" fmla="*/ 167 h 178"/>
                <a:gd name="T76" fmla="*/ 197 w 202"/>
                <a:gd name="T77" fmla="*/ 163 h 178"/>
                <a:gd name="T78" fmla="*/ 200 w 202"/>
                <a:gd name="T79" fmla="*/ 158 h 178"/>
                <a:gd name="T80" fmla="*/ 201 w 202"/>
                <a:gd name="T81" fmla="*/ 153 h 178"/>
                <a:gd name="T82" fmla="*/ 202 w 202"/>
                <a:gd name="T83" fmla="*/ 147 h 178"/>
                <a:gd name="T84" fmla="*/ 202 w 202"/>
                <a:gd name="T85" fmla="*/ 141 h 178"/>
                <a:gd name="T86" fmla="*/ 202 w 202"/>
                <a:gd name="T87" fmla="*/ 134 h 178"/>
                <a:gd name="T88" fmla="*/ 201 w 202"/>
                <a:gd name="T89" fmla="*/ 126 h 178"/>
                <a:gd name="T90" fmla="*/ 199 w 202"/>
                <a:gd name="T91" fmla="*/ 118 h 178"/>
                <a:gd name="T92" fmla="*/ 196 w 202"/>
                <a:gd name="T93" fmla="*/ 109 h 178"/>
                <a:gd name="T94" fmla="*/ 193 w 202"/>
                <a:gd name="T95" fmla="*/ 100 h 178"/>
                <a:gd name="T96" fmla="*/ 189 w 202"/>
                <a:gd name="T97" fmla="*/ 91 h 178"/>
                <a:gd name="T98" fmla="*/ 185 w 202"/>
                <a:gd name="T99" fmla="*/ 83 h 178"/>
                <a:gd name="T100" fmla="*/ 179 w 202"/>
                <a:gd name="T101" fmla="*/ 75 h 178"/>
                <a:gd name="T102" fmla="*/ 173 w 202"/>
                <a:gd name="T103" fmla="*/ 65 h 178"/>
                <a:gd name="T104" fmla="*/ 167 w 202"/>
                <a:gd name="T105" fmla="*/ 57 h 178"/>
                <a:gd name="T106" fmla="*/ 160 w 202"/>
                <a:gd name="T107" fmla="*/ 50 h 178"/>
                <a:gd name="T108" fmla="*/ 151 w 202"/>
                <a:gd name="T109" fmla="*/ 43 h 178"/>
                <a:gd name="T110" fmla="*/ 138 w 202"/>
                <a:gd name="T111" fmla="*/ 34 h 178"/>
                <a:gd name="T112" fmla="*/ 125 w 202"/>
                <a:gd name="T113" fmla="*/ 25 h 178"/>
                <a:gd name="T114" fmla="*/ 111 w 202"/>
                <a:gd name="T115" fmla="*/ 18 h 178"/>
                <a:gd name="T116" fmla="*/ 97 w 202"/>
                <a:gd name="T117" fmla="*/ 11 h 178"/>
                <a:gd name="T118" fmla="*/ 83 w 202"/>
                <a:gd name="T119" fmla="*/ 6 h 178"/>
                <a:gd name="T120" fmla="*/ 70 w 202"/>
                <a:gd name="T121" fmla="*/ 3 h 178"/>
                <a:gd name="T122" fmla="*/ 57 w 202"/>
                <a:gd name="T123" fmla="*/ 1 h 178"/>
                <a:gd name="T124" fmla="*/ 44 w 202"/>
                <a:gd name="T125" fmla="*/ 0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02" h="178">
                  <a:moveTo>
                    <a:pt x="44" y="0"/>
                  </a:moveTo>
                  <a:lnTo>
                    <a:pt x="32" y="1"/>
                  </a:lnTo>
                  <a:lnTo>
                    <a:pt x="21" y="3"/>
                  </a:lnTo>
                  <a:lnTo>
                    <a:pt x="17" y="5"/>
                  </a:lnTo>
                  <a:lnTo>
                    <a:pt x="13" y="7"/>
                  </a:lnTo>
                  <a:lnTo>
                    <a:pt x="10" y="9"/>
                  </a:lnTo>
                  <a:lnTo>
                    <a:pt x="8" y="12"/>
                  </a:lnTo>
                  <a:lnTo>
                    <a:pt x="4" y="19"/>
                  </a:lnTo>
                  <a:lnTo>
                    <a:pt x="1" y="25"/>
                  </a:lnTo>
                  <a:lnTo>
                    <a:pt x="0" y="32"/>
                  </a:lnTo>
                  <a:lnTo>
                    <a:pt x="1" y="38"/>
                  </a:lnTo>
                  <a:lnTo>
                    <a:pt x="2" y="45"/>
                  </a:lnTo>
                  <a:lnTo>
                    <a:pt x="5" y="51"/>
                  </a:lnTo>
                  <a:lnTo>
                    <a:pt x="7" y="57"/>
                  </a:lnTo>
                  <a:lnTo>
                    <a:pt x="10" y="63"/>
                  </a:lnTo>
                  <a:lnTo>
                    <a:pt x="15" y="74"/>
                  </a:lnTo>
                  <a:lnTo>
                    <a:pt x="22" y="84"/>
                  </a:lnTo>
                  <a:lnTo>
                    <a:pt x="30" y="95"/>
                  </a:lnTo>
                  <a:lnTo>
                    <a:pt x="38" y="104"/>
                  </a:lnTo>
                  <a:lnTo>
                    <a:pt x="48" y="114"/>
                  </a:lnTo>
                  <a:lnTo>
                    <a:pt x="59" y="124"/>
                  </a:lnTo>
                  <a:lnTo>
                    <a:pt x="69" y="133"/>
                  </a:lnTo>
                  <a:lnTo>
                    <a:pt x="80" y="141"/>
                  </a:lnTo>
                  <a:lnTo>
                    <a:pt x="91" y="149"/>
                  </a:lnTo>
                  <a:lnTo>
                    <a:pt x="102" y="156"/>
                  </a:lnTo>
                  <a:lnTo>
                    <a:pt x="114" y="162"/>
                  </a:lnTo>
                  <a:lnTo>
                    <a:pt x="125" y="168"/>
                  </a:lnTo>
                  <a:lnTo>
                    <a:pt x="136" y="172"/>
                  </a:lnTo>
                  <a:lnTo>
                    <a:pt x="146" y="175"/>
                  </a:lnTo>
                  <a:lnTo>
                    <a:pt x="157" y="177"/>
                  </a:lnTo>
                  <a:lnTo>
                    <a:pt x="166" y="178"/>
                  </a:lnTo>
                  <a:lnTo>
                    <a:pt x="171" y="178"/>
                  </a:lnTo>
                  <a:lnTo>
                    <a:pt x="176" y="177"/>
                  </a:lnTo>
                  <a:lnTo>
                    <a:pt x="181" y="176"/>
                  </a:lnTo>
                  <a:lnTo>
                    <a:pt x="185" y="174"/>
                  </a:lnTo>
                  <a:lnTo>
                    <a:pt x="188" y="172"/>
                  </a:lnTo>
                  <a:lnTo>
                    <a:pt x="192" y="170"/>
                  </a:lnTo>
                  <a:lnTo>
                    <a:pt x="195" y="167"/>
                  </a:lnTo>
                  <a:lnTo>
                    <a:pt x="197" y="163"/>
                  </a:lnTo>
                  <a:lnTo>
                    <a:pt x="200" y="158"/>
                  </a:lnTo>
                  <a:lnTo>
                    <a:pt x="201" y="153"/>
                  </a:lnTo>
                  <a:lnTo>
                    <a:pt x="202" y="147"/>
                  </a:lnTo>
                  <a:lnTo>
                    <a:pt x="202" y="141"/>
                  </a:lnTo>
                  <a:lnTo>
                    <a:pt x="202" y="134"/>
                  </a:lnTo>
                  <a:lnTo>
                    <a:pt x="201" y="126"/>
                  </a:lnTo>
                  <a:lnTo>
                    <a:pt x="199" y="118"/>
                  </a:lnTo>
                  <a:lnTo>
                    <a:pt x="196" y="109"/>
                  </a:lnTo>
                  <a:lnTo>
                    <a:pt x="193" y="100"/>
                  </a:lnTo>
                  <a:lnTo>
                    <a:pt x="189" y="91"/>
                  </a:lnTo>
                  <a:lnTo>
                    <a:pt x="185" y="83"/>
                  </a:lnTo>
                  <a:lnTo>
                    <a:pt x="179" y="75"/>
                  </a:lnTo>
                  <a:lnTo>
                    <a:pt x="173" y="65"/>
                  </a:lnTo>
                  <a:lnTo>
                    <a:pt x="167" y="57"/>
                  </a:lnTo>
                  <a:lnTo>
                    <a:pt x="160" y="50"/>
                  </a:lnTo>
                  <a:lnTo>
                    <a:pt x="151" y="43"/>
                  </a:lnTo>
                  <a:lnTo>
                    <a:pt x="138" y="34"/>
                  </a:lnTo>
                  <a:lnTo>
                    <a:pt x="125" y="25"/>
                  </a:lnTo>
                  <a:lnTo>
                    <a:pt x="111" y="18"/>
                  </a:lnTo>
                  <a:lnTo>
                    <a:pt x="97" y="11"/>
                  </a:lnTo>
                  <a:lnTo>
                    <a:pt x="83" y="6"/>
                  </a:lnTo>
                  <a:lnTo>
                    <a:pt x="70" y="3"/>
                  </a:lnTo>
                  <a:lnTo>
                    <a:pt x="57" y="1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47" name="Freeform 51"/>
            <p:cNvSpPr>
              <a:spLocks/>
            </p:cNvSpPr>
            <p:nvPr userDrawn="1"/>
          </p:nvSpPr>
          <p:spPr bwMode="gray">
            <a:xfrm>
              <a:off x="6747" y="571"/>
              <a:ext cx="17" cy="13"/>
            </a:xfrm>
            <a:custGeom>
              <a:avLst/>
              <a:gdLst>
                <a:gd name="T0" fmla="*/ 39 w 203"/>
                <a:gd name="T1" fmla="*/ 0 h 161"/>
                <a:gd name="T2" fmla="*/ 31 w 203"/>
                <a:gd name="T3" fmla="*/ 1 h 161"/>
                <a:gd name="T4" fmla="*/ 23 w 203"/>
                <a:gd name="T5" fmla="*/ 3 h 161"/>
                <a:gd name="T6" fmla="*/ 17 w 203"/>
                <a:gd name="T7" fmla="*/ 7 h 161"/>
                <a:gd name="T8" fmla="*/ 11 w 203"/>
                <a:gd name="T9" fmla="*/ 12 h 161"/>
                <a:gd name="T10" fmla="*/ 6 w 203"/>
                <a:gd name="T11" fmla="*/ 18 h 161"/>
                <a:gd name="T12" fmla="*/ 3 w 203"/>
                <a:gd name="T13" fmla="*/ 26 h 161"/>
                <a:gd name="T14" fmla="*/ 1 w 203"/>
                <a:gd name="T15" fmla="*/ 32 h 161"/>
                <a:gd name="T16" fmla="*/ 0 w 203"/>
                <a:gd name="T17" fmla="*/ 39 h 161"/>
                <a:gd name="T18" fmla="*/ 1 w 203"/>
                <a:gd name="T19" fmla="*/ 46 h 161"/>
                <a:gd name="T20" fmla="*/ 2 w 203"/>
                <a:gd name="T21" fmla="*/ 53 h 161"/>
                <a:gd name="T22" fmla="*/ 4 w 203"/>
                <a:gd name="T23" fmla="*/ 60 h 161"/>
                <a:gd name="T24" fmla="*/ 8 w 203"/>
                <a:gd name="T25" fmla="*/ 68 h 161"/>
                <a:gd name="T26" fmla="*/ 13 w 203"/>
                <a:gd name="T27" fmla="*/ 78 h 161"/>
                <a:gd name="T28" fmla="*/ 19 w 203"/>
                <a:gd name="T29" fmla="*/ 86 h 161"/>
                <a:gd name="T30" fmla="*/ 26 w 203"/>
                <a:gd name="T31" fmla="*/ 94 h 161"/>
                <a:gd name="T32" fmla="*/ 34 w 203"/>
                <a:gd name="T33" fmla="*/ 103 h 161"/>
                <a:gd name="T34" fmla="*/ 42 w 203"/>
                <a:gd name="T35" fmla="*/ 111 h 161"/>
                <a:gd name="T36" fmla="*/ 52 w 203"/>
                <a:gd name="T37" fmla="*/ 118 h 161"/>
                <a:gd name="T38" fmla="*/ 62 w 203"/>
                <a:gd name="T39" fmla="*/ 126 h 161"/>
                <a:gd name="T40" fmla="*/ 73 w 203"/>
                <a:gd name="T41" fmla="*/ 133 h 161"/>
                <a:gd name="T42" fmla="*/ 83 w 203"/>
                <a:gd name="T43" fmla="*/ 139 h 161"/>
                <a:gd name="T44" fmla="*/ 94 w 203"/>
                <a:gd name="T45" fmla="*/ 144 h 161"/>
                <a:gd name="T46" fmla="*/ 105 w 203"/>
                <a:gd name="T47" fmla="*/ 149 h 161"/>
                <a:gd name="T48" fmla="*/ 117 w 203"/>
                <a:gd name="T49" fmla="*/ 153 h 161"/>
                <a:gd name="T50" fmla="*/ 128 w 203"/>
                <a:gd name="T51" fmla="*/ 157 h 161"/>
                <a:gd name="T52" fmla="*/ 139 w 203"/>
                <a:gd name="T53" fmla="*/ 159 h 161"/>
                <a:gd name="T54" fmla="*/ 149 w 203"/>
                <a:gd name="T55" fmla="*/ 161 h 161"/>
                <a:gd name="T56" fmla="*/ 159 w 203"/>
                <a:gd name="T57" fmla="*/ 161 h 161"/>
                <a:gd name="T58" fmla="*/ 167 w 203"/>
                <a:gd name="T59" fmla="*/ 161 h 161"/>
                <a:gd name="T60" fmla="*/ 173 w 203"/>
                <a:gd name="T61" fmla="*/ 160 h 161"/>
                <a:gd name="T62" fmla="*/ 179 w 203"/>
                <a:gd name="T63" fmla="*/ 159 h 161"/>
                <a:gd name="T64" fmla="*/ 184 w 203"/>
                <a:gd name="T65" fmla="*/ 157 h 161"/>
                <a:gd name="T66" fmla="*/ 189 w 203"/>
                <a:gd name="T67" fmla="*/ 155 h 161"/>
                <a:gd name="T68" fmla="*/ 193 w 203"/>
                <a:gd name="T69" fmla="*/ 152 h 161"/>
                <a:gd name="T70" fmla="*/ 197 w 203"/>
                <a:gd name="T71" fmla="*/ 149 h 161"/>
                <a:gd name="T72" fmla="*/ 201 w 203"/>
                <a:gd name="T73" fmla="*/ 145 h 161"/>
                <a:gd name="T74" fmla="*/ 202 w 203"/>
                <a:gd name="T75" fmla="*/ 142 h 161"/>
                <a:gd name="T76" fmla="*/ 203 w 203"/>
                <a:gd name="T77" fmla="*/ 139 h 161"/>
                <a:gd name="T78" fmla="*/ 203 w 203"/>
                <a:gd name="T79" fmla="*/ 135 h 161"/>
                <a:gd name="T80" fmla="*/ 203 w 203"/>
                <a:gd name="T81" fmla="*/ 131 h 161"/>
                <a:gd name="T82" fmla="*/ 201 w 203"/>
                <a:gd name="T83" fmla="*/ 124 h 161"/>
                <a:gd name="T84" fmla="*/ 198 w 203"/>
                <a:gd name="T85" fmla="*/ 117 h 161"/>
                <a:gd name="T86" fmla="*/ 193 w 203"/>
                <a:gd name="T87" fmla="*/ 107 h 161"/>
                <a:gd name="T88" fmla="*/ 187 w 203"/>
                <a:gd name="T89" fmla="*/ 98 h 161"/>
                <a:gd name="T90" fmla="*/ 179 w 203"/>
                <a:gd name="T91" fmla="*/ 88 h 161"/>
                <a:gd name="T92" fmla="*/ 171 w 203"/>
                <a:gd name="T93" fmla="*/ 78 h 161"/>
                <a:gd name="T94" fmla="*/ 162 w 203"/>
                <a:gd name="T95" fmla="*/ 68 h 161"/>
                <a:gd name="T96" fmla="*/ 151 w 203"/>
                <a:gd name="T97" fmla="*/ 58 h 161"/>
                <a:gd name="T98" fmla="*/ 140 w 203"/>
                <a:gd name="T99" fmla="*/ 49 h 161"/>
                <a:gd name="T100" fmla="*/ 129 w 203"/>
                <a:gd name="T101" fmla="*/ 40 h 161"/>
                <a:gd name="T102" fmla="*/ 118 w 203"/>
                <a:gd name="T103" fmla="*/ 32 h 161"/>
                <a:gd name="T104" fmla="*/ 105 w 203"/>
                <a:gd name="T105" fmla="*/ 24 h 161"/>
                <a:gd name="T106" fmla="*/ 94 w 203"/>
                <a:gd name="T107" fmla="*/ 17 h 161"/>
                <a:gd name="T108" fmla="*/ 82 w 203"/>
                <a:gd name="T109" fmla="*/ 11 h 161"/>
                <a:gd name="T110" fmla="*/ 71 w 203"/>
                <a:gd name="T111" fmla="*/ 6 h 161"/>
                <a:gd name="T112" fmla="*/ 60 w 203"/>
                <a:gd name="T113" fmla="*/ 3 h 161"/>
                <a:gd name="T114" fmla="*/ 49 w 203"/>
                <a:gd name="T115" fmla="*/ 1 h 161"/>
                <a:gd name="T116" fmla="*/ 39 w 203"/>
                <a:gd name="T117" fmla="*/ 0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03" h="161">
                  <a:moveTo>
                    <a:pt x="39" y="0"/>
                  </a:moveTo>
                  <a:lnTo>
                    <a:pt x="31" y="1"/>
                  </a:lnTo>
                  <a:lnTo>
                    <a:pt x="23" y="3"/>
                  </a:lnTo>
                  <a:lnTo>
                    <a:pt x="17" y="7"/>
                  </a:lnTo>
                  <a:lnTo>
                    <a:pt x="11" y="12"/>
                  </a:lnTo>
                  <a:lnTo>
                    <a:pt x="6" y="18"/>
                  </a:lnTo>
                  <a:lnTo>
                    <a:pt x="3" y="26"/>
                  </a:lnTo>
                  <a:lnTo>
                    <a:pt x="1" y="32"/>
                  </a:lnTo>
                  <a:lnTo>
                    <a:pt x="0" y="39"/>
                  </a:lnTo>
                  <a:lnTo>
                    <a:pt x="1" y="46"/>
                  </a:lnTo>
                  <a:lnTo>
                    <a:pt x="2" y="53"/>
                  </a:lnTo>
                  <a:lnTo>
                    <a:pt x="4" y="60"/>
                  </a:lnTo>
                  <a:lnTo>
                    <a:pt x="8" y="68"/>
                  </a:lnTo>
                  <a:lnTo>
                    <a:pt x="13" y="78"/>
                  </a:lnTo>
                  <a:lnTo>
                    <a:pt x="19" y="86"/>
                  </a:lnTo>
                  <a:lnTo>
                    <a:pt x="26" y="94"/>
                  </a:lnTo>
                  <a:lnTo>
                    <a:pt x="34" y="103"/>
                  </a:lnTo>
                  <a:lnTo>
                    <a:pt x="42" y="111"/>
                  </a:lnTo>
                  <a:lnTo>
                    <a:pt x="52" y="118"/>
                  </a:lnTo>
                  <a:lnTo>
                    <a:pt x="62" y="126"/>
                  </a:lnTo>
                  <a:lnTo>
                    <a:pt x="73" y="133"/>
                  </a:lnTo>
                  <a:lnTo>
                    <a:pt x="83" y="139"/>
                  </a:lnTo>
                  <a:lnTo>
                    <a:pt x="94" y="144"/>
                  </a:lnTo>
                  <a:lnTo>
                    <a:pt x="105" y="149"/>
                  </a:lnTo>
                  <a:lnTo>
                    <a:pt x="117" y="153"/>
                  </a:lnTo>
                  <a:lnTo>
                    <a:pt x="128" y="157"/>
                  </a:lnTo>
                  <a:lnTo>
                    <a:pt x="139" y="159"/>
                  </a:lnTo>
                  <a:lnTo>
                    <a:pt x="149" y="161"/>
                  </a:lnTo>
                  <a:lnTo>
                    <a:pt x="159" y="161"/>
                  </a:lnTo>
                  <a:lnTo>
                    <a:pt x="167" y="161"/>
                  </a:lnTo>
                  <a:lnTo>
                    <a:pt x="173" y="160"/>
                  </a:lnTo>
                  <a:lnTo>
                    <a:pt x="179" y="159"/>
                  </a:lnTo>
                  <a:lnTo>
                    <a:pt x="184" y="157"/>
                  </a:lnTo>
                  <a:lnTo>
                    <a:pt x="189" y="155"/>
                  </a:lnTo>
                  <a:lnTo>
                    <a:pt x="193" y="152"/>
                  </a:lnTo>
                  <a:lnTo>
                    <a:pt x="197" y="149"/>
                  </a:lnTo>
                  <a:lnTo>
                    <a:pt x="201" y="145"/>
                  </a:lnTo>
                  <a:lnTo>
                    <a:pt x="202" y="142"/>
                  </a:lnTo>
                  <a:lnTo>
                    <a:pt x="203" y="139"/>
                  </a:lnTo>
                  <a:lnTo>
                    <a:pt x="203" y="135"/>
                  </a:lnTo>
                  <a:lnTo>
                    <a:pt x="203" y="131"/>
                  </a:lnTo>
                  <a:lnTo>
                    <a:pt x="201" y="124"/>
                  </a:lnTo>
                  <a:lnTo>
                    <a:pt x="198" y="117"/>
                  </a:lnTo>
                  <a:lnTo>
                    <a:pt x="193" y="107"/>
                  </a:lnTo>
                  <a:lnTo>
                    <a:pt x="187" y="98"/>
                  </a:lnTo>
                  <a:lnTo>
                    <a:pt x="179" y="88"/>
                  </a:lnTo>
                  <a:lnTo>
                    <a:pt x="171" y="78"/>
                  </a:lnTo>
                  <a:lnTo>
                    <a:pt x="162" y="68"/>
                  </a:lnTo>
                  <a:lnTo>
                    <a:pt x="151" y="58"/>
                  </a:lnTo>
                  <a:lnTo>
                    <a:pt x="140" y="49"/>
                  </a:lnTo>
                  <a:lnTo>
                    <a:pt x="129" y="40"/>
                  </a:lnTo>
                  <a:lnTo>
                    <a:pt x="118" y="32"/>
                  </a:lnTo>
                  <a:lnTo>
                    <a:pt x="105" y="24"/>
                  </a:lnTo>
                  <a:lnTo>
                    <a:pt x="94" y="17"/>
                  </a:lnTo>
                  <a:lnTo>
                    <a:pt x="82" y="11"/>
                  </a:lnTo>
                  <a:lnTo>
                    <a:pt x="71" y="6"/>
                  </a:lnTo>
                  <a:lnTo>
                    <a:pt x="60" y="3"/>
                  </a:lnTo>
                  <a:lnTo>
                    <a:pt x="49" y="1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48" name="Freeform 52"/>
            <p:cNvSpPr>
              <a:spLocks/>
            </p:cNvSpPr>
            <p:nvPr userDrawn="1"/>
          </p:nvSpPr>
          <p:spPr bwMode="gray">
            <a:xfrm>
              <a:off x="6162" y="347"/>
              <a:ext cx="109" cy="148"/>
            </a:xfrm>
            <a:custGeom>
              <a:avLst/>
              <a:gdLst>
                <a:gd name="T0" fmla="*/ 139 w 1310"/>
                <a:gd name="T1" fmla="*/ 1401 h 1770"/>
                <a:gd name="T2" fmla="*/ 306 w 1310"/>
                <a:gd name="T3" fmla="*/ 1438 h 1770"/>
                <a:gd name="T4" fmla="*/ 458 w 1310"/>
                <a:gd name="T5" fmla="*/ 1457 h 1770"/>
                <a:gd name="T6" fmla="*/ 615 w 1310"/>
                <a:gd name="T7" fmla="*/ 1458 h 1770"/>
                <a:gd name="T8" fmla="*/ 741 w 1310"/>
                <a:gd name="T9" fmla="*/ 1434 h 1770"/>
                <a:gd name="T10" fmla="*/ 790 w 1310"/>
                <a:gd name="T11" fmla="*/ 1409 h 1770"/>
                <a:gd name="T12" fmla="*/ 825 w 1310"/>
                <a:gd name="T13" fmla="*/ 1378 h 1770"/>
                <a:gd name="T14" fmla="*/ 844 w 1310"/>
                <a:gd name="T15" fmla="*/ 1337 h 1770"/>
                <a:gd name="T16" fmla="*/ 848 w 1310"/>
                <a:gd name="T17" fmla="*/ 1285 h 1770"/>
                <a:gd name="T18" fmla="*/ 824 w 1310"/>
                <a:gd name="T19" fmla="*/ 1220 h 1770"/>
                <a:gd name="T20" fmla="*/ 749 w 1310"/>
                <a:gd name="T21" fmla="*/ 1161 h 1770"/>
                <a:gd name="T22" fmla="*/ 571 w 1310"/>
                <a:gd name="T23" fmla="*/ 1078 h 1770"/>
                <a:gd name="T24" fmla="*/ 321 w 1310"/>
                <a:gd name="T25" fmla="*/ 964 h 1770"/>
                <a:gd name="T26" fmla="*/ 198 w 1310"/>
                <a:gd name="T27" fmla="*/ 893 h 1770"/>
                <a:gd name="T28" fmla="*/ 116 w 1310"/>
                <a:gd name="T29" fmla="*/ 826 h 1770"/>
                <a:gd name="T30" fmla="*/ 52 w 1310"/>
                <a:gd name="T31" fmla="*/ 736 h 1770"/>
                <a:gd name="T32" fmla="*/ 13 w 1310"/>
                <a:gd name="T33" fmla="*/ 633 h 1770"/>
                <a:gd name="T34" fmla="*/ 0 w 1310"/>
                <a:gd name="T35" fmla="*/ 516 h 1770"/>
                <a:gd name="T36" fmla="*/ 19 w 1310"/>
                <a:gd name="T37" fmla="*/ 370 h 1770"/>
                <a:gd name="T38" fmla="*/ 75 w 1310"/>
                <a:gd name="T39" fmla="*/ 247 h 1770"/>
                <a:gd name="T40" fmla="*/ 169 w 1310"/>
                <a:gd name="T41" fmla="*/ 148 h 1770"/>
                <a:gd name="T42" fmla="*/ 294 w 1310"/>
                <a:gd name="T43" fmla="*/ 73 h 1770"/>
                <a:gd name="T44" fmla="*/ 443 w 1310"/>
                <a:gd name="T45" fmla="*/ 24 h 1770"/>
                <a:gd name="T46" fmla="*/ 614 w 1310"/>
                <a:gd name="T47" fmla="*/ 2 h 1770"/>
                <a:gd name="T48" fmla="*/ 836 w 1310"/>
                <a:gd name="T49" fmla="*/ 8 h 1770"/>
                <a:gd name="T50" fmla="*/ 1177 w 1310"/>
                <a:gd name="T51" fmla="*/ 61 h 1770"/>
                <a:gd name="T52" fmla="*/ 1060 w 1310"/>
                <a:gd name="T53" fmla="*/ 344 h 1770"/>
                <a:gd name="T54" fmla="*/ 921 w 1310"/>
                <a:gd name="T55" fmla="*/ 309 h 1770"/>
                <a:gd name="T56" fmla="*/ 787 w 1310"/>
                <a:gd name="T57" fmla="*/ 292 h 1770"/>
                <a:gd name="T58" fmla="*/ 638 w 1310"/>
                <a:gd name="T59" fmla="*/ 296 h 1770"/>
                <a:gd name="T60" fmla="*/ 521 w 1310"/>
                <a:gd name="T61" fmla="*/ 331 h 1770"/>
                <a:gd name="T62" fmla="*/ 483 w 1310"/>
                <a:gd name="T63" fmla="*/ 359 h 1770"/>
                <a:gd name="T64" fmla="*/ 459 w 1310"/>
                <a:gd name="T65" fmla="*/ 395 h 1770"/>
                <a:gd name="T66" fmla="*/ 450 w 1310"/>
                <a:gd name="T67" fmla="*/ 439 h 1770"/>
                <a:gd name="T68" fmla="*/ 463 w 1310"/>
                <a:gd name="T69" fmla="*/ 502 h 1770"/>
                <a:gd name="T70" fmla="*/ 521 w 1310"/>
                <a:gd name="T71" fmla="*/ 553 h 1770"/>
                <a:gd name="T72" fmla="*/ 674 w 1310"/>
                <a:gd name="T73" fmla="*/ 629 h 1770"/>
                <a:gd name="T74" fmla="*/ 946 w 1310"/>
                <a:gd name="T75" fmla="*/ 756 h 1770"/>
                <a:gd name="T76" fmla="*/ 1080 w 1310"/>
                <a:gd name="T77" fmla="*/ 832 h 1770"/>
                <a:gd name="T78" fmla="*/ 1174 w 1310"/>
                <a:gd name="T79" fmla="*/ 901 h 1770"/>
                <a:gd name="T80" fmla="*/ 1241 w 1310"/>
                <a:gd name="T81" fmla="*/ 979 h 1770"/>
                <a:gd name="T82" fmla="*/ 1287 w 1310"/>
                <a:gd name="T83" fmla="*/ 1074 h 1770"/>
                <a:gd name="T84" fmla="*/ 1308 w 1310"/>
                <a:gd name="T85" fmla="*/ 1182 h 1770"/>
                <a:gd name="T86" fmla="*/ 1301 w 1310"/>
                <a:gd name="T87" fmla="*/ 1328 h 1770"/>
                <a:gd name="T88" fmla="*/ 1276 w 1310"/>
                <a:gd name="T89" fmla="*/ 1418 h 1770"/>
                <a:gd name="T90" fmla="*/ 1242 w 1310"/>
                <a:gd name="T91" fmla="*/ 1486 h 1770"/>
                <a:gd name="T92" fmla="*/ 1196 w 1310"/>
                <a:gd name="T93" fmla="*/ 1547 h 1770"/>
                <a:gd name="T94" fmla="*/ 1098 w 1310"/>
                <a:gd name="T95" fmla="*/ 1633 h 1770"/>
                <a:gd name="T96" fmla="*/ 965 w 1310"/>
                <a:gd name="T97" fmla="*/ 1703 h 1770"/>
                <a:gd name="T98" fmla="*/ 813 w 1310"/>
                <a:gd name="T99" fmla="*/ 1747 h 1770"/>
                <a:gd name="T100" fmla="*/ 639 w 1310"/>
                <a:gd name="T101" fmla="*/ 1768 h 1770"/>
                <a:gd name="T102" fmla="*/ 366 w 1310"/>
                <a:gd name="T103" fmla="*/ 1761 h 1770"/>
                <a:gd name="T104" fmla="*/ 34 w 1310"/>
                <a:gd name="T105" fmla="*/ 1707 h 17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310" h="1770">
                  <a:moveTo>
                    <a:pt x="34" y="1707"/>
                  </a:moveTo>
                  <a:lnTo>
                    <a:pt x="34" y="1371"/>
                  </a:lnTo>
                  <a:lnTo>
                    <a:pt x="70" y="1382"/>
                  </a:lnTo>
                  <a:lnTo>
                    <a:pt x="105" y="1392"/>
                  </a:lnTo>
                  <a:lnTo>
                    <a:pt x="139" y="1401"/>
                  </a:lnTo>
                  <a:lnTo>
                    <a:pt x="174" y="1410"/>
                  </a:lnTo>
                  <a:lnTo>
                    <a:pt x="208" y="1419"/>
                  </a:lnTo>
                  <a:lnTo>
                    <a:pt x="240" y="1426"/>
                  </a:lnTo>
                  <a:lnTo>
                    <a:pt x="273" y="1432"/>
                  </a:lnTo>
                  <a:lnTo>
                    <a:pt x="306" y="1438"/>
                  </a:lnTo>
                  <a:lnTo>
                    <a:pt x="336" y="1444"/>
                  </a:lnTo>
                  <a:lnTo>
                    <a:pt x="368" y="1448"/>
                  </a:lnTo>
                  <a:lnTo>
                    <a:pt x="399" y="1452"/>
                  </a:lnTo>
                  <a:lnTo>
                    <a:pt x="428" y="1455"/>
                  </a:lnTo>
                  <a:lnTo>
                    <a:pt x="458" y="1457"/>
                  </a:lnTo>
                  <a:lnTo>
                    <a:pt x="486" y="1459"/>
                  </a:lnTo>
                  <a:lnTo>
                    <a:pt x="515" y="1460"/>
                  </a:lnTo>
                  <a:lnTo>
                    <a:pt x="543" y="1461"/>
                  </a:lnTo>
                  <a:lnTo>
                    <a:pt x="580" y="1460"/>
                  </a:lnTo>
                  <a:lnTo>
                    <a:pt x="615" y="1458"/>
                  </a:lnTo>
                  <a:lnTo>
                    <a:pt x="646" y="1455"/>
                  </a:lnTo>
                  <a:lnTo>
                    <a:pt x="677" y="1451"/>
                  </a:lnTo>
                  <a:lnTo>
                    <a:pt x="705" y="1445"/>
                  </a:lnTo>
                  <a:lnTo>
                    <a:pt x="729" y="1438"/>
                  </a:lnTo>
                  <a:lnTo>
                    <a:pt x="741" y="1434"/>
                  </a:lnTo>
                  <a:lnTo>
                    <a:pt x="751" y="1430"/>
                  </a:lnTo>
                  <a:lnTo>
                    <a:pt x="763" y="1426"/>
                  </a:lnTo>
                  <a:lnTo>
                    <a:pt x="772" y="1421"/>
                  </a:lnTo>
                  <a:lnTo>
                    <a:pt x="781" y="1416"/>
                  </a:lnTo>
                  <a:lnTo>
                    <a:pt x="790" y="1409"/>
                  </a:lnTo>
                  <a:lnTo>
                    <a:pt x="798" y="1404"/>
                  </a:lnTo>
                  <a:lnTo>
                    <a:pt x="805" y="1398"/>
                  </a:lnTo>
                  <a:lnTo>
                    <a:pt x="813" y="1391"/>
                  </a:lnTo>
                  <a:lnTo>
                    <a:pt x="819" y="1385"/>
                  </a:lnTo>
                  <a:lnTo>
                    <a:pt x="825" y="1378"/>
                  </a:lnTo>
                  <a:lnTo>
                    <a:pt x="829" y="1370"/>
                  </a:lnTo>
                  <a:lnTo>
                    <a:pt x="834" y="1362"/>
                  </a:lnTo>
                  <a:lnTo>
                    <a:pt x="838" y="1354"/>
                  </a:lnTo>
                  <a:lnTo>
                    <a:pt x="841" y="1346"/>
                  </a:lnTo>
                  <a:lnTo>
                    <a:pt x="844" y="1337"/>
                  </a:lnTo>
                  <a:lnTo>
                    <a:pt x="846" y="1329"/>
                  </a:lnTo>
                  <a:lnTo>
                    <a:pt x="847" y="1319"/>
                  </a:lnTo>
                  <a:lnTo>
                    <a:pt x="848" y="1309"/>
                  </a:lnTo>
                  <a:lnTo>
                    <a:pt x="848" y="1299"/>
                  </a:lnTo>
                  <a:lnTo>
                    <a:pt x="848" y="1285"/>
                  </a:lnTo>
                  <a:lnTo>
                    <a:pt x="845" y="1271"/>
                  </a:lnTo>
                  <a:lnTo>
                    <a:pt x="842" y="1257"/>
                  </a:lnTo>
                  <a:lnTo>
                    <a:pt x="837" y="1244"/>
                  </a:lnTo>
                  <a:lnTo>
                    <a:pt x="831" y="1232"/>
                  </a:lnTo>
                  <a:lnTo>
                    <a:pt x="824" y="1220"/>
                  </a:lnTo>
                  <a:lnTo>
                    <a:pt x="815" y="1208"/>
                  </a:lnTo>
                  <a:lnTo>
                    <a:pt x="804" y="1198"/>
                  </a:lnTo>
                  <a:lnTo>
                    <a:pt x="790" y="1187"/>
                  </a:lnTo>
                  <a:lnTo>
                    <a:pt x="773" y="1175"/>
                  </a:lnTo>
                  <a:lnTo>
                    <a:pt x="749" y="1161"/>
                  </a:lnTo>
                  <a:lnTo>
                    <a:pt x="723" y="1146"/>
                  </a:lnTo>
                  <a:lnTo>
                    <a:pt x="691" y="1131"/>
                  </a:lnTo>
                  <a:lnTo>
                    <a:pt x="656" y="1114"/>
                  </a:lnTo>
                  <a:lnTo>
                    <a:pt x="616" y="1096"/>
                  </a:lnTo>
                  <a:lnTo>
                    <a:pt x="571" y="1078"/>
                  </a:lnTo>
                  <a:lnTo>
                    <a:pt x="490" y="1044"/>
                  </a:lnTo>
                  <a:lnTo>
                    <a:pt x="417" y="1011"/>
                  </a:lnTo>
                  <a:lnTo>
                    <a:pt x="383" y="995"/>
                  </a:lnTo>
                  <a:lnTo>
                    <a:pt x="352" y="980"/>
                  </a:lnTo>
                  <a:lnTo>
                    <a:pt x="321" y="964"/>
                  </a:lnTo>
                  <a:lnTo>
                    <a:pt x="292" y="949"/>
                  </a:lnTo>
                  <a:lnTo>
                    <a:pt x="266" y="935"/>
                  </a:lnTo>
                  <a:lnTo>
                    <a:pt x="241" y="921"/>
                  </a:lnTo>
                  <a:lnTo>
                    <a:pt x="219" y="906"/>
                  </a:lnTo>
                  <a:lnTo>
                    <a:pt x="198" y="893"/>
                  </a:lnTo>
                  <a:lnTo>
                    <a:pt x="178" y="880"/>
                  </a:lnTo>
                  <a:lnTo>
                    <a:pt x="161" y="866"/>
                  </a:lnTo>
                  <a:lnTo>
                    <a:pt x="146" y="854"/>
                  </a:lnTo>
                  <a:lnTo>
                    <a:pt x="132" y="842"/>
                  </a:lnTo>
                  <a:lnTo>
                    <a:pt x="116" y="826"/>
                  </a:lnTo>
                  <a:lnTo>
                    <a:pt x="101" y="808"/>
                  </a:lnTo>
                  <a:lnTo>
                    <a:pt x="87" y="791"/>
                  </a:lnTo>
                  <a:lnTo>
                    <a:pt x="74" y="773"/>
                  </a:lnTo>
                  <a:lnTo>
                    <a:pt x="62" y="754"/>
                  </a:lnTo>
                  <a:lnTo>
                    <a:pt x="52" y="736"/>
                  </a:lnTo>
                  <a:lnTo>
                    <a:pt x="42" y="715"/>
                  </a:lnTo>
                  <a:lnTo>
                    <a:pt x="32" y="696"/>
                  </a:lnTo>
                  <a:lnTo>
                    <a:pt x="25" y="676"/>
                  </a:lnTo>
                  <a:lnTo>
                    <a:pt x="18" y="654"/>
                  </a:lnTo>
                  <a:lnTo>
                    <a:pt x="13" y="633"/>
                  </a:lnTo>
                  <a:lnTo>
                    <a:pt x="8" y="610"/>
                  </a:lnTo>
                  <a:lnTo>
                    <a:pt x="5" y="588"/>
                  </a:lnTo>
                  <a:lnTo>
                    <a:pt x="2" y="564"/>
                  </a:lnTo>
                  <a:lnTo>
                    <a:pt x="1" y="541"/>
                  </a:lnTo>
                  <a:lnTo>
                    <a:pt x="0" y="516"/>
                  </a:lnTo>
                  <a:lnTo>
                    <a:pt x="1" y="485"/>
                  </a:lnTo>
                  <a:lnTo>
                    <a:pt x="3" y="455"/>
                  </a:lnTo>
                  <a:lnTo>
                    <a:pt x="7" y="425"/>
                  </a:lnTo>
                  <a:lnTo>
                    <a:pt x="12" y="397"/>
                  </a:lnTo>
                  <a:lnTo>
                    <a:pt x="19" y="370"/>
                  </a:lnTo>
                  <a:lnTo>
                    <a:pt x="27" y="344"/>
                  </a:lnTo>
                  <a:lnTo>
                    <a:pt x="36" y="318"/>
                  </a:lnTo>
                  <a:lnTo>
                    <a:pt x="48" y="294"/>
                  </a:lnTo>
                  <a:lnTo>
                    <a:pt x="61" y="269"/>
                  </a:lnTo>
                  <a:lnTo>
                    <a:pt x="75" y="247"/>
                  </a:lnTo>
                  <a:lnTo>
                    <a:pt x="90" y="225"/>
                  </a:lnTo>
                  <a:lnTo>
                    <a:pt x="108" y="204"/>
                  </a:lnTo>
                  <a:lnTo>
                    <a:pt x="127" y="185"/>
                  </a:lnTo>
                  <a:lnTo>
                    <a:pt x="148" y="165"/>
                  </a:lnTo>
                  <a:lnTo>
                    <a:pt x="169" y="148"/>
                  </a:lnTo>
                  <a:lnTo>
                    <a:pt x="192" y="131"/>
                  </a:lnTo>
                  <a:lnTo>
                    <a:pt x="217" y="115"/>
                  </a:lnTo>
                  <a:lnTo>
                    <a:pt x="241" y="100"/>
                  </a:lnTo>
                  <a:lnTo>
                    <a:pt x="268" y="86"/>
                  </a:lnTo>
                  <a:lnTo>
                    <a:pt x="294" y="73"/>
                  </a:lnTo>
                  <a:lnTo>
                    <a:pt x="323" y="61"/>
                  </a:lnTo>
                  <a:lnTo>
                    <a:pt x="352" y="51"/>
                  </a:lnTo>
                  <a:lnTo>
                    <a:pt x="381" y="41"/>
                  </a:lnTo>
                  <a:lnTo>
                    <a:pt x="412" y="33"/>
                  </a:lnTo>
                  <a:lnTo>
                    <a:pt x="443" y="24"/>
                  </a:lnTo>
                  <a:lnTo>
                    <a:pt x="476" y="18"/>
                  </a:lnTo>
                  <a:lnTo>
                    <a:pt x="509" y="12"/>
                  </a:lnTo>
                  <a:lnTo>
                    <a:pt x="543" y="8"/>
                  </a:lnTo>
                  <a:lnTo>
                    <a:pt x="578" y="4"/>
                  </a:lnTo>
                  <a:lnTo>
                    <a:pt x="614" y="2"/>
                  </a:lnTo>
                  <a:lnTo>
                    <a:pt x="651" y="0"/>
                  </a:lnTo>
                  <a:lnTo>
                    <a:pt x="689" y="0"/>
                  </a:lnTo>
                  <a:lnTo>
                    <a:pt x="733" y="0"/>
                  </a:lnTo>
                  <a:lnTo>
                    <a:pt x="783" y="3"/>
                  </a:lnTo>
                  <a:lnTo>
                    <a:pt x="836" y="8"/>
                  </a:lnTo>
                  <a:lnTo>
                    <a:pt x="895" y="15"/>
                  </a:lnTo>
                  <a:lnTo>
                    <a:pt x="958" y="23"/>
                  </a:lnTo>
                  <a:lnTo>
                    <a:pt x="1027" y="35"/>
                  </a:lnTo>
                  <a:lnTo>
                    <a:pt x="1099" y="47"/>
                  </a:lnTo>
                  <a:lnTo>
                    <a:pt x="1177" y="61"/>
                  </a:lnTo>
                  <a:lnTo>
                    <a:pt x="1177" y="386"/>
                  </a:lnTo>
                  <a:lnTo>
                    <a:pt x="1147" y="374"/>
                  </a:lnTo>
                  <a:lnTo>
                    <a:pt x="1118" y="363"/>
                  </a:lnTo>
                  <a:lnTo>
                    <a:pt x="1089" y="353"/>
                  </a:lnTo>
                  <a:lnTo>
                    <a:pt x="1060" y="344"/>
                  </a:lnTo>
                  <a:lnTo>
                    <a:pt x="1032" y="336"/>
                  </a:lnTo>
                  <a:lnTo>
                    <a:pt x="1003" y="327"/>
                  </a:lnTo>
                  <a:lnTo>
                    <a:pt x="976" y="320"/>
                  </a:lnTo>
                  <a:lnTo>
                    <a:pt x="947" y="314"/>
                  </a:lnTo>
                  <a:lnTo>
                    <a:pt x="921" y="309"/>
                  </a:lnTo>
                  <a:lnTo>
                    <a:pt x="893" y="304"/>
                  </a:lnTo>
                  <a:lnTo>
                    <a:pt x="867" y="300"/>
                  </a:lnTo>
                  <a:lnTo>
                    <a:pt x="839" y="297"/>
                  </a:lnTo>
                  <a:lnTo>
                    <a:pt x="814" y="294"/>
                  </a:lnTo>
                  <a:lnTo>
                    <a:pt x="787" y="292"/>
                  </a:lnTo>
                  <a:lnTo>
                    <a:pt x="762" y="291"/>
                  </a:lnTo>
                  <a:lnTo>
                    <a:pt x="736" y="291"/>
                  </a:lnTo>
                  <a:lnTo>
                    <a:pt x="700" y="292"/>
                  </a:lnTo>
                  <a:lnTo>
                    <a:pt x="669" y="293"/>
                  </a:lnTo>
                  <a:lnTo>
                    <a:pt x="638" y="296"/>
                  </a:lnTo>
                  <a:lnTo>
                    <a:pt x="610" y="301"/>
                  </a:lnTo>
                  <a:lnTo>
                    <a:pt x="584" y="306"/>
                  </a:lnTo>
                  <a:lnTo>
                    <a:pt x="561" y="313"/>
                  </a:lnTo>
                  <a:lnTo>
                    <a:pt x="539" y="321"/>
                  </a:lnTo>
                  <a:lnTo>
                    <a:pt x="521" y="331"/>
                  </a:lnTo>
                  <a:lnTo>
                    <a:pt x="512" y="336"/>
                  </a:lnTo>
                  <a:lnTo>
                    <a:pt x="504" y="341"/>
                  </a:lnTo>
                  <a:lnTo>
                    <a:pt x="496" y="346"/>
                  </a:lnTo>
                  <a:lnTo>
                    <a:pt x="489" y="352"/>
                  </a:lnTo>
                  <a:lnTo>
                    <a:pt x="483" y="359"/>
                  </a:lnTo>
                  <a:lnTo>
                    <a:pt x="477" y="365"/>
                  </a:lnTo>
                  <a:lnTo>
                    <a:pt x="472" y="372"/>
                  </a:lnTo>
                  <a:lnTo>
                    <a:pt x="467" y="380"/>
                  </a:lnTo>
                  <a:lnTo>
                    <a:pt x="463" y="387"/>
                  </a:lnTo>
                  <a:lnTo>
                    <a:pt x="459" y="395"/>
                  </a:lnTo>
                  <a:lnTo>
                    <a:pt x="456" y="403"/>
                  </a:lnTo>
                  <a:lnTo>
                    <a:pt x="454" y="411"/>
                  </a:lnTo>
                  <a:lnTo>
                    <a:pt x="452" y="420"/>
                  </a:lnTo>
                  <a:lnTo>
                    <a:pt x="450" y="430"/>
                  </a:lnTo>
                  <a:lnTo>
                    <a:pt x="450" y="439"/>
                  </a:lnTo>
                  <a:lnTo>
                    <a:pt x="448" y="449"/>
                  </a:lnTo>
                  <a:lnTo>
                    <a:pt x="450" y="463"/>
                  </a:lnTo>
                  <a:lnTo>
                    <a:pt x="453" y="477"/>
                  </a:lnTo>
                  <a:lnTo>
                    <a:pt x="457" y="490"/>
                  </a:lnTo>
                  <a:lnTo>
                    <a:pt x="463" y="502"/>
                  </a:lnTo>
                  <a:lnTo>
                    <a:pt x="471" y="514"/>
                  </a:lnTo>
                  <a:lnTo>
                    <a:pt x="481" y="524"/>
                  </a:lnTo>
                  <a:lnTo>
                    <a:pt x="493" y="536"/>
                  </a:lnTo>
                  <a:lnTo>
                    <a:pt x="507" y="545"/>
                  </a:lnTo>
                  <a:lnTo>
                    <a:pt x="521" y="553"/>
                  </a:lnTo>
                  <a:lnTo>
                    <a:pt x="541" y="564"/>
                  </a:lnTo>
                  <a:lnTo>
                    <a:pt x="567" y="577"/>
                  </a:lnTo>
                  <a:lnTo>
                    <a:pt x="597" y="592"/>
                  </a:lnTo>
                  <a:lnTo>
                    <a:pt x="633" y="609"/>
                  </a:lnTo>
                  <a:lnTo>
                    <a:pt x="674" y="629"/>
                  </a:lnTo>
                  <a:lnTo>
                    <a:pt x="720" y="649"/>
                  </a:lnTo>
                  <a:lnTo>
                    <a:pt x="772" y="672"/>
                  </a:lnTo>
                  <a:lnTo>
                    <a:pt x="846" y="707"/>
                  </a:lnTo>
                  <a:lnTo>
                    <a:pt x="915" y="740"/>
                  </a:lnTo>
                  <a:lnTo>
                    <a:pt x="946" y="756"/>
                  </a:lnTo>
                  <a:lnTo>
                    <a:pt x="976" y="771"/>
                  </a:lnTo>
                  <a:lnTo>
                    <a:pt x="1004" y="787"/>
                  </a:lnTo>
                  <a:lnTo>
                    <a:pt x="1032" y="802"/>
                  </a:lnTo>
                  <a:lnTo>
                    <a:pt x="1056" y="817"/>
                  </a:lnTo>
                  <a:lnTo>
                    <a:pt x="1080" y="832"/>
                  </a:lnTo>
                  <a:lnTo>
                    <a:pt x="1102" y="846"/>
                  </a:lnTo>
                  <a:lnTo>
                    <a:pt x="1123" y="860"/>
                  </a:lnTo>
                  <a:lnTo>
                    <a:pt x="1141" y="875"/>
                  </a:lnTo>
                  <a:lnTo>
                    <a:pt x="1158" y="888"/>
                  </a:lnTo>
                  <a:lnTo>
                    <a:pt x="1174" y="901"/>
                  </a:lnTo>
                  <a:lnTo>
                    <a:pt x="1187" y="913"/>
                  </a:lnTo>
                  <a:lnTo>
                    <a:pt x="1202" y="930"/>
                  </a:lnTo>
                  <a:lnTo>
                    <a:pt x="1216" y="945"/>
                  </a:lnTo>
                  <a:lnTo>
                    <a:pt x="1229" y="962"/>
                  </a:lnTo>
                  <a:lnTo>
                    <a:pt x="1241" y="979"/>
                  </a:lnTo>
                  <a:lnTo>
                    <a:pt x="1252" y="997"/>
                  </a:lnTo>
                  <a:lnTo>
                    <a:pt x="1262" y="1015"/>
                  </a:lnTo>
                  <a:lnTo>
                    <a:pt x="1271" y="1034"/>
                  </a:lnTo>
                  <a:lnTo>
                    <a:pt x="1279" y="1053"/>
                  </a:lnTo>
                  <a:lnTo>
                    <a:pt x="1287" y="1074"/>
                  </a:lnTo>
                  <a:lnTo>
                    <a:pt x="1293" y="1094"/>
                  </a:lnTo>
                  <a:lnTo>
                    <a:pt x="1298" y="1114"/>
                  </a:lnTo>
                  <a:lnTo>
                    <a:pt x="1302" y="1137"/>
                  </a:lnTo>
                  <a:lnTo>
                    <a:pt x="1305" y="1158"/>
                  </a:lnTo>
                  <a:lnTo>
                    <a:pt x="1308" y="1182"/>
                  </a:lnTo>
                  <a:lnTo>
                    <a:pt x="1309" y="1204"/>
                  </a:lnTo>
                  <a:lnTo>
                    <a:pt x="1310" y="1229"/>
                  </a:lnTo>
                  <a:lnTo>
                    <a:pt x="1309" y="1262"/>
                  </a:lnTo>
                  <a:lnTo>
                    <a:pt x="1306" y="1296"/>
                  </a:lnTo>
                  <a:lnTo>
                    <a:pt x="1301" y="1328"/>
                  </a:lnTo>
                  <a:lnTo>
                    <a:pt x="1295" y="1358"/>
                  </a:lnTo>
                  <a:lnTo>
                    <a:pt x="1291" y="1374"/>
                  </a:lnTo>
                  <a:lnTo>
                    <a:pt x="1287" y="1389"/>
                  </a:lnTo>
                  <a:lnTo>
                    <a:pt x="1282" y="1403"/>
                  </a:lnTo>
                  <a:lnTo>
                    <a:pt x="1276" y="1418"/>
                  </a:lnTo>
                  <a:lnTo>
                    <a:pt x="1271" y="1432"/>
                  </a:lnTo>
                  <a:lnTo>
                    <a:pt x="1263" y="1446"/>
                  </a:lnTo>
                  <a:lnTo>
                    <a:pt x="1257" y="1459"/>
                  </a:lnTo>
                  <a:lnTo>
                    <a:pt x="1250" y="1473"/>
                  </a:lnTo>
                  <a:lnTo>
                    <a:pt x="1242" y="1486"/>
                  </a:lnTo>
                  <a:lnTo>
                    <a:pt x="1234" y="1499"/>
                  </a:lnTo>
                  <a:lnTo>
                    <a:pt x="1225" y="1511"/>
                  </a:lnTo>
                  <a:lnTo>
                    <a:pt x="1216" y="1524"/>
                  </a:lnTo>
                  <a:lnTo>
                    <a:pt x="1206" y="1536"/>
                  </a:lnTo>
                  <a:lnTo>
                    <a:pt x="1196" y="1547"/>
                  </a:lnTo>
                  <a:lnTo>
                    <a:pt x="1186" y="1559"/>
                  </a:lnTo>
                  <a:lnTo>
                    <a:pt x="1175" y="1571"/>
                  </a:lnTo>
                  <a:lnTo>
                    <a:pt x="1151" y="1592"/>
                  </a:lnTo>
                  <a:lnTo>
                    <a:pt x="1126" y="1613"/>
                  </a:lnTo>
                  <a:lnTo>
                    <a:pt x="1098" y="1633"/>
                  </a:lnTo>
                  <a:lnTo>
                    <a:pt x="1069" y="1651"/>
                  </a:lnTo>
                  <a:lnTo>
                    <a:pt x="1044" y="1666"/>
                  </a:lnTo>
                  <a:lnTo>
                    <a:pt x="1019" y="1679"/>
                  </a:lnTo>
                  <a:lnTo>
                    <a:pt x="992" y="1691"/>
                  </a:lnTo>
                  <a:lnTo>
                    <a:pt x="965" y="1703"/>
                  </a:lnTo>
                  <a:lnTo>
                    <a:pt x="936" y="1714"/>
                  </a:lnTo>
                  <a:lnTo>
                    <a:pt x="906" y="1724"/>
                  </a:lnTo>
                  <a:lnTo>
                    <a:pt x="876" y="1732"/>
                  </a:lnTo>
                  <a:lnTo>
                    <a:pt x="845" y="1740"/>
                  </a:lnTo>
                  <a:lnTo>
                    <a:pt x="813" y="1747"/>
                  </a:lnTo>
                  <a:lnTo>
                    <a:pt x="780" y="1752"/>
                  </a:lnTo>
                  <a:lnTo>
                    <a:pt x="746" y="1757"/>
                  </a:lnTo>
                  <a:lnTo>
                    <a:pt x="712" y="1762"/>
                  </a:lnTo>
                  <a:lnTo>
                    <a:pt x="676" y="1766"/>
                  </a:lnTo>
                  <a:lnTo>
                    <a:pt x="639" y="1768"/>
                  </a:lnTo>
                  <a:lnTo>
                    <a:pt x="601" y="1769"/>
                  </a:lnTo>
                  <a:lnTo>
                    <a:pt x="563" y="1770"/>
                  </a:lnTo>
                  <a:lnTo>
                    <a:pt x="497" y="1769"/>
                  </a:lnTo>
                  <a:lnTo>
                    <a:pt x="431" y="1766"/>
                  </a:lnTo>
                  <a:lnTo>
                    <a:pt x="366" y="1761"/>
                  </a:lnTo>
                  <a:lnTo>
                    <a:pt x="300" y="1754"/>
                  </a:lnTo>
                  <a:lnTo>
                    <a:pt x="233" y="1745"/>
                  </a:lnTo>
                  <a:lnTo>
                    <a:pt x="167" y="1735"/>
                  </a:lnTo>
                  <a:lnTo>
                    <a:pt x="101" y="1722"/>
                  </a:lnTo>
                  <a:lnTo>
                    <a:pt x="34" y="1707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49" name="Freeform 53"/>
            <p:cNvSpPr>
              <a:spLocks/>
            </p:cNvSpPr>
            <p:nvPr userDrawn="1"/>
          </p:nvSpPr>
          <p:spPr bwMode="gray">
            <a:xfrm>
              <a:off x="6294" y="350"/>
              <a:ext cx="39" cy="142"/>
            </a:xfrm>
            <a:custGeom>
              <a:avLst/>
              <a:gdLst>
                <a:gd name="T0" fmla="*/ 476 w 476"/>
                <a:gd name="T1" fmla="*/ 0 h 1706"/>
                <a:gd name="T2" fmla="*/ 476 w 476"/>
                <a:gd name="T3" fmla="*/ 1706 h 1706"/>
                <a:gd name="T4" fmla="*/ 0 w 476"/>
                <a:gd name="T5" fmla="*/ 1706 h 1706"/>
                <a:gd name="T6" fmla="*/ 0 w 476"/>
                <a:gd name="T7" fmla="*/ 0 h 1706"/>
                <a:gd name="T8" fmla="*/ 238 w 476"/>
                <a:gd name="T9" fmla="*/ 285 h 1706"/>
                <a:gd name="T10" fmla="*/ 476 w 476"/>
                <a:gd name="T11" fmla="*/ 0 h 1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6" h="1706">
                  <a:moveTo>
                    <a:pt x="476" y="0"/>
                  </a:moveTo>
                  <a:lnTo>
                    <a:pt x="476" y="1706"/>
                  </a:lnTo>
                  <a:lnTo>
                    <a:pt x="0" y="1706"/>
                  </a:lnTo>
                  <a:lnTo>
                    <a:pt x="0" y="0"/>
                  </a:lnTo>
                  <a:lnTo>
                    <a:pt x="238" y="285"/>
                  </a:lnTo>
                  <a:lnTo>
                    <a:pt x="476" y="0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50" name="Freeform 54"/>
            <p:cNvSpPr>
              <a:spLocks/>
            </p:cNvSpPr>
            <p:nvPr userDrawn="1"/>
          </p:nvSpPr>
          <p:spPr bwMode="gray">
            <a:xfrm>
              <a:off x="6294" y="350"/>
              <a:ext cx="39" cy="44"/>
            </a:xfrm>
            <a:custGeom>
              <a:avLst/>
              <a:gdLst>
                <a:gd name="T0" fmla="*/ 476 w 476"/>
                <a:gd name="T1" fmla="*/ 0 h 530"/>
                <a:gd name="T2" fmla="*/ 0 w 476"/>
                <a:gd name="T3" fmla="*/ 0 h 530"/>
                <a:gd name="T4" fmla="*/ 238 w 476"/>
                <a:gd name="T5" fmla="*/ 530 h 530"/>
                <a:gd name="T6" fmla="*/ 476 w 476"/>
                <a:gd name="T7" fmla="*/ 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76" h="530">
                  <a:moveTo>
                    <a:pt x="476" y="0"/>
                  </a:moveTo>
                  <a:lnTo>
                    <a:pt x="0" y="0"/>
                  </a:lnTo>
                  <a:lnTo>
                    <a:pt x="238" y="530"/>
                  </a:lnTo>
                  <a:lnTo>
                    <a:pt x="476" y="0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51" name="Freeform 55"/>
            <p:cNvSpPr>
              <a:spLocks/>
            </p:cNvSpPr>
            <p:nvPr userDrawn="1"/>
          </p:nvSpPr>
          <p:spPr bwMode="gray">
            <a:xfrm>
              <a:off x="6370" y="350"/>
              <a:ext cx="103" cy="142"/>
            </a:xfrm>
            <a:custGeom>
              <a:avLst/>
              <a:gdLst>
                <a:gd name="T0" fmla="*/ 0 w 1241"/>
                <a:gd name="T1" fmla="*/ 1706 h 1706"/>
                <a:gd name="T2" fmla="*/ 0 w 1241"/>
                <a:gd name="T3" fmla="*/ 0 h 1706"/>
                <a:gd name="T4" fmla="*/ 1222 w 1241"/>
                <a:gd name="T5" fmla="*/ 0 h 1706"/>
                <a:gd name="T6" fmla="*/ 1222 w 1241"/>
                <a:gd name="T7" fmla="*/ 309 h 1706"/>
                <a:gd name="T8" fmla="*/ 459 w 1241"/>
                <a:gd name="T9" fmla="*/ 309 h 1706"/>
                <a:gd name="T10" fmla="*/ 459 w 1241"/>
                <a:gd name="T11" fmla="*/ 693 h 1706"/>
                <a:gd name="T12" fmla="*/ 1123 w 1241"/>
                <a:gd name="T13" fmla="*/ 693 h 1706"/>
                <a:gd name="T14" fmla="*/ 1123 w 1241"/>
                <a:gd name="T15" fmla="*/ 975 h 1706"/>
                <a:gd name="T16" fmla="*/ 459 w 1241"/>
                <a:gd name="T17" fmla="*/ 975 h 1706"/>
                <a:gd name="T18" fmla="*/ 459 w 1241"/>
                <a:gd name="T19" fmla="*/ 1380 h 1706"/>
                <a:gd name="T20" fmla="*/ 1241 w 1241"/>
                <a:gd name="T21" fmla="*/ 1380 h 1706"/>
                <a:gd name="T22" fmla="*/ 1241 w 1241"/>
                <a:gd name="T23" fmla="*/ 1706 h 1706"/>
                <a:gd name="T24" fmla="*/ 0 w 1241"/>
                <a:gd name="T25" fmla="*/ 1706 h 1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41" h="1706">
                  <a:moveTo>
                    <a:pt x="0" y="1706"/>
                  </a:moveTo>
                  <a:lnTo>
                    <a:pt x="0" y="0"/>
                  </a:lnTo>
                  <a:lnTo>
                    <a:pt x="1222" y="0"/>
                  </a:lnTo>
                  <a:lnTo>
                    <a:pt x="1222" y="309"/>
                  </a:lnTo>
                  <a:lnTo>
                    <a:pt x="459" y="309"/>
                  </a:lnTo>
                  <a:lnTo>
                    <a:pt x="459" y="693"/>
                  </a:lnTo>
                  <a:lnTo>
                    <a:pt x="1123" y="693"/>
                  </a:lnTo>
                  <a:lnTo>
                    <a:pt x="1123" y="975"/>
                  </a:lnTo>
                  <a:lnTo>
                    <a:pt x="459" y="975"/>
                  </a:lnTo>
                  <a:lnTo>
                    <a:pt x="459" y="1380"/>
                  </a:lnTo>
                  <a:lnTo>
                    <a:pt x="1241" y="1380"/>
                  </a:lnTo>
                  <a:lnTo>
                    <a:pt x="1241" y="1706"/>
                  </a:lnTo>
                  <a:lnTo>
                    <a:pt x="0" y="1706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52" name="Freeform 56"/>
            <p:cNvSpPr>
              <a:spLocks/>
            </p:cNvSpPr>
            <p:nvPr userDrawn="1"/>
          </p:nvSpPr>
          <p:spPr bwMode="gray">
            <a:xfrm>
              <a:off x="6499" y="350"/>
              <a:ext cx="173" cy="143"/>
            </a:xfrm>
            <a:custGeom>
              <a:avLst/>
              <a:gdLst>
                <a:gd name="T0" fmla="*/ 0 w 2073"/>
                <a:gd name="T1" fmla="*/ 1706 h 1723"/>
                <a:gd name="T2" fmla="*/ 0 w 2073"/>
                <a:gd name="T3" fmla="*/ 0 h 1723"/>
                <a:gd name="T4" fmla="*/ 617 w 2073"/>
                <a:gd name="T5" fmla="*/ 0 h 1723"/>
                <a:gd name="T6" fmla="*/ 1047 w 2073"/>
                <a:gd name="T7" fmla="*/ 1090 h 1723"/>
                <a:gd name="T8" fmla="*/ 1486 w 2073"/>
                <a:gd name="T9" fmla="*/ 0 h 1723"/>
                <a:gd name="T10" fmla="*/ 2073 w 2073"/>
                <a:gd name="T11" fmla="*/ 0 h 1723"/>
                <a:gd name="T12" fmla="*/ 2073 w 2073"/>
                <a:gd name="T13" fmla="*/ 1706 h 1723"/>
                <a:gd name="T14" fmla="*/ 1621 w 2073"/>
                <a:gd name="T15" fmla="*/ 1706 h 1723"/>
                <a:gd name="T16" fmla="*/ 1621 w 2073"/>
                <a:gd name="T17" fmla="*/ 499 h 1723"/>
                <a:gd name="T18" fmla="*/ 1121 w 2073"/>
                <a:gd name="T19" fmla="*/ 1723 h 1723"/>
                <a:gd name="T20" fmla="*/ 826 w 2073"/>
                <a:gd name="T21" fmla="*/ 1723 h 1723"/>
                <a:gd name="T22" fmla="*/ 336 w 2073"/>
                <a:gd name="T23" fmla="*/ 499 h 1723"/>
                <a:gd name="T24" fmla="*/ 336 w 2073"/>
                <a:gd name="T25" fmla="*/ 1706 h 1723"/>
                <a:gd name="T26" fmla="*/ 0 w 2073"/>
                <a:gd name="T27" fmla="*/ 1706 h 1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73" h="1723">
                  <a:moveTo>
                    <a:pt x="0" y="1706"/>
                  </a:moveTo>
                  <a:lnTo>
                    <a:pt x="0" y="0"/>
                  </a:lnTo>
                  <a:lnTo>
                    <a:pt x="617" y="0"/>
                  </a:lnTo>
                  <a:lnTo>
                    <a:pt x="1047" y="1090"/>
                  </a:lnTo>
                  <a:lnTo>
                    <a:pt x="1486" y="0"/>
                  </a:lnTo>
                  <a:lnTo>
                    <a:pt x="2073" y="0"/>
                  </a:lnTo>
                  <a:lnTo>
                    <a:pt x="2073" y="1706"/>
                  </a:lnTo>
                  <a:lnTo>
                    <a:pt x="1621" y="1706"/>
                  </a:lnTo>
                  <a:lnTo>
                    <a:pt x="1621" y="499"/>
                  </a:lnTo>
                  <a:lnTo>
                    <a:pt x="1121" y="1723"/>
                  </a:lnTo>
                  <a:lnTo>
                    <a:pt x="826" y="1723"/>
                  </a:lnTo>
                  <a:lnTo>
                    <a:pt x="336" y="499"/>
                  </a:lnTo>
                  <a:lnTo>
                    <a:pt x="336" y="1706"/>
                  </a:lnTo>
                  <a:lnTo>
                    <a:pt x="0" y="1706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53" name="Freeform 57"/>
            <p:cNvSpPr>
              <a:spLocks/>
            </p:cNvSpPr>
            <p:nvPr userDrawn="1"/>
          </p:nvSpPr>
          <p:spPr bwMode="gray">
            <a:xfrm>
              <a:off x="6708" y="350"/>
              <a:ext cx="104" cy="142"/>
            </a:xfrm>
            <a:custGeom>
              <a:avLst/>
              <a:gdLst>
                <a:gd name="T0" fmla="*/ 0 w 1242"/>
                <a:gd name="T1" fmla="*/ 1706 h 1706"/>
                <a:gd name="T2" fmla="*/ 0 w 1242"/>
                <a:gd name="T3" fmla="*/ 0 h 1706"/>
                <a:gd name="T4" fmla="*/ 1221 w 1242"/>
                <a:gd name="T5" fmla="*/ 0 h 1706"/>
                <a:gd name="T6" fmla="*/ 1221 w 1242"/>
                <a:gd name="T7" fmla="*/ 309 h 1706"/>
                <a:gd name="T8" fmla="*/ 459 w 1242"/>
                <a:gd name="T9" fmla="*/ 309 h 1706"/>
                <a:gd name="T10" fmla="*/ 459 w 1242"/>
                <a:gd name="T11" fmla="*/ 693 h 1706"/>
                <a:gd name="T12" fmla="*/ 1123 w 1242"/>
                <a:gd name="T13" fmla="*/ 693 h 1706"/>
                <a:gd name="T14" fmla="*/ 1123 w 1242"/>
                <a:gd name="T15" fmla="*/ 975 h 1706"/>
                <a:gd name="T16" fmla="*/ 459 w 1242"/>
                <a:gd name="T17" fmla="*/ 975 h 1706"/>
                <a:gd name="T18" fmla="*/ 459 w 1242"/>
                <a:gd name="T19" fmla="*/ 1380 h 1706"/>
                <a:gd name="T20" fmla="*/ 1242 w 1242"/>
                <a:gd name="T21" fmla="*/ 1380 h 1706"/>
                <a:gd name="T22" fmla="*/ 1242 w 1242"/>
                <a:gd name="T23" fmla="*/ 1706 h 1706"/>
                <a:gd name="T24" fmla="*/ 0 w 1242"/>
                <a:gd name="T25" fmla="*/ 1706 h 1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42" h="1706">
                  <a:moveTo>
                    <a:pt x="0" y="1706"/>
                  </a:moveTo>
                  <a:lnTo>
                    <a:pt x="0" y="0"/>
                  </a:lnTo>
                  <a:lnTo>
                    <a:pt x="1221" y="0"/>
                  </a:lnTo>
                  <a:lnTo>
                    <a:pt x="1221" y="309"/>
                  </a:lnTo>
                  <a:lnTo>
                    <a:pt x="459" y="309"/>
                  </a:lnTo>
                  <a:lnTo>
                    <a:pt x="459" y="693"/>
                  </a:lnTo>
                  <a:lnTo>
                    <a:pt x="1123" y="693"/>
                  </a:lnTo>
                  <a:lnTo>
                    <a:pt x="1123" y="975"/>
                  </a:lnTo>
                  <a:lnTo>
                    <a:pt x="459" y="975"/>
                  </a:lnTo>
                  <a:lnTo>
                    <a:pt x="459" y="1380"/>
                  </a:lnTo>
                  <a:lnTo>
                    <a:pt x="1242" y="1380"/>
                  </a:lnTo>
                  <a:lnTo>
                    <a:pt x="1242" y="1706"/>
                  </a:lnTo>
                  <a:lnTo>
                    <a:pt x="0" y="1706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54" name="Freeform 58"/>
            <p:cNvSpPr>
              <a:spLocks/>
            </p:cNvSpPr>
            <p:nvPr userDrawn="1"/>
          </p:nvSpPr>
          <p:spPr bwMode="gray">
            <a:xfrm>
              <a:off x="6838" y="350"/>
              <a:ext cx="123" cy="142"/>
            </a:xfrm>
            <a:custGeom>
              <a:avLst/>
              <a:gdLst>
                <a:gd name="T0" fmla="*/ 0 w 1473"/>
                <a:gd name="T1" fmla="*/ 1706 h 1706"/>
                <a:gd name="T2" fmla="*/ 0 w 1473"/>
                <a:gd name="T3" fmla="*/ 0 h 1706"/>
                <a:gd name="T4" fmla="*/ 551 w 1473"/>
                <a:gd name="T5" fmla="*/ 0 h 1706"/>
                <a:gd name="T6" fmla="*/ 1137 w 1473"/>
                <a:gd name="T7" fmla="*/ 1142 h 1706"/>
                <a:gd name="T8" fmla="*/ 1137 w 1473"/>
                <a:gd name="T9" fmla="*/ 0 h 1706"/>
                <a:gd name="T10" fmla="*/ 1473 w 1473"/>
                <a:gd name="T11" fmla="*/ 0 h 1706"/>
                <a:gd name="T12" fmla="*/ 1473 w 1473"/>
                <a:gd name="T13" fmla="*/ 1706 h 1706"/>
                <a:gd name="T14" fmla="*/ 936 w 1473"/>
                <a:gd name="T15" fmla="*/ 1706 h 1706"/>
                <a:gd name="T16" fmla="*/ 335 w 1473"/>
                <a:gd name="T17" fmla="*/ 549 h 1706"/>
                <a:gd name="T18" fmla="*/ 335 w 1473"/>
                <a:gd name="T19" fmla="*/ 1706 h 1706"/>
                <a:gd name="T20" fmla="*/ 0 w 1473"/>
                <a:gd name="T21" fmla="*/ 1706 h 1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73" h="1706">
                  <a:moveTo>
                    <a:pt x="0" y="1706"/>
                  </a:moveTo>
                  <a:lnTo>
                    <a:pt x="0" y="0"/>
                  </a:lnTo>
                  <a:lnTo>
                    <a:pt x="551" y="0"/>
                  </a:lnTo>
                  <a:lnTo>
                    <a:pt x="1137" y="1142"/>
                  </a:lnTo>
                  <a:lnTo>
                    <a:pt x="1137" y="0"/>
                  </a:lnTo>
                  <a:lnTo>
                    <a:pt x="1473" y="0"/>
                  </a:lnTo>
                  <a:lnTo>
                    <a:pt x="1473" y="1706"/>
                  </a:lnTo>
                  <a:lnTo>
                    <a:pt x="936" y="1706"/>
                  </a:lnTo>
                  <a:lnTo>
                    <a:pt x="335" y="549"/>
                  </a:lnTo>
                  <a:lnTo>
                    <a:pt x="335" y="1706"/>
                  </a:lnTo>
                  <a:lnTo>
                    <a:pt x="0" y="1706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55" name="Freeform 59"/>
            <p:cNvSpPr>
              <a:spLocks/>
            </p:cNvSpPr>
            <p:nvPr userDrawn="1"/>
          </p:nvSpPr>
          <p:spPr bwMode="gray">
            <a:xfrm>
              <a:off x="6986" y="347"/>
              <a:ext cx="109" cy="148"/>
            </a:xfrm>
            <a:custGeom>
              <a:avLst/>
              <a:gdLst>
                <a:gd name="T0" fmla="*/ 138 w 1309"/>
                <a:gd name="T1" fmla="*/ 1401 h 1770"/>
                <a:gd name="T2" fmla="*/ 303 w 1309"/>
                <a:gd name="T3" fmla="*/ 1438 h 1770"/>
                <a:gd name="T4" fmla="*/ 456 w 1309"/>
                <a:gd name="T5" fmla="*/ 1457 h 1770"/>
                <a:gd name="T6" fmla="*/ 615 w 1309"/>
                <a:gd name="T7" fmla="*/ 1458 h 1770"/>
                <a:gd name="T8" fmla="*/ 740 w 1309"/>
                <a:gd name="T9" fmla="*/ 1434 h 1770"/>
                <a:gd name="T10" fmla="*/ 790 w 1309"/>
                <a:gd name="T11" fmla="*/ 1409 h 1770"/>
                <a:gd name="T12" fmla="*/ 824 w 1309"/>
                <a:gd name="T13" fmla="*/ 1378 h 1770"/>
                <a:gd name="T14" fmla="*/ 843 w 1309"/>
                <a:gd name="T15" fmla="*/ 1337 h 1770"/>
                <a:gd name="T16" fmla="*/ 847 w 1309"/>
                <a:gd name="T17" fmla="*/ 1285 h 1770"/>
                <a:gd name="T18" fmla="*/ 824 w 1309"/>
                <a:gd name="T19" fmla="*/ 1220 h 1770"/>
                <a:gd name="T20" fmla="*/ 750 w 1309"/>
                <a:gd name="T21" fmla="*/ 1161 h 1770"/>
                <a:gd name="T22" fmla="*/ 571 w 1309"/>
                <a:gd name="T23" fmla="*/ 1078 h 1770"/>
                <a:gd name="T24" fmla="*/ 321 w 1309"/>
                <a:gd name="T25" fmla="*/ 965 h 1770"/>
                <a:gd name="T26" fmla="*/ 197 w 1309"/>
                <a:gd name="T27" fmla="*/ 893 h 1770"/>
                <a:gd name="T28" fmla="*/ 116 w 1309"/>
                <a:gd name="T29" fmla="*/ 826 h 1770"/>
                <a:gd name="T30" fmla="*/ 51 w 1309"/>
                <a:gd name="T31" fmla="*/ 736 h 1770"/>
                <a:gd name="T32" fmla="*/ 13 w 1309"/>
                <a:gd name="T33" fmla="*/ 633 h 1770"/>
                <a:gd name="T34" fmla="*/ 0 w 1309"/>
                <a:gd name="T35" fmla="*/ 515 h 1770"/>
                <a:gd name="T36" fmla="*/ 18 w 1309"/>
                <a:gd name="T37" fmla="*/ 369 h 1770"/>
                <a:gd name="T38" fmla="*/ 75 w 1309"/>
                <a:gd name="T39" fmla="*/ 247 h 1770"/>
                <a:gd name="T40" fmla="*/ 169 w 1309"/>
                <a:gd name="T41" fmla="*/ 148 h 1770"/>
                <a:gd name="T42" fmla="*/ 294 w 1309"/>
                <a:gd name="T43" fmla="*/ 73 h 1770"/>
                <a:gd name="T44" fmla="*/ 443 w 1309"/>
                <a:gd name="T45" fmla="*/ 24 h 1770"/>
                <a:gd name="T46" fmla="*/ 614 w 1309"/>
                <a:gd name="T47" fmla="*/ 2 h 1770"/>
                <a:gd name="T48" fmla="*/ 832 w 1309"/>
                <a:gd name="T49" fmla="*/ 7 h 1770"/>
                <a:gd name="T50" fmla="*/ 1134 w 1309"/>
                <a:gd name="T51" fmla="*/ 54 h 1770"/>
                <a:gd name="T52" fmla="*/ 1088 w 1309"/>
                <a:gd name="T53" fmla="*/ 353 h 1770"/>
                <a:gd name="T54" fmla="*/ 947 w 1309"/>
                <a:gd name="T55" fmla="*/ 314 h 1770"/>
                <a:gd name="T56" fmla="*/ 811 w 1309"/>
                <a:gd name="T57" fmla="*/ 294 h 1770"/>
                <a:gd name="T58" fmla="*/ 667 w 1309"/>
                <a:gd name="T59" fmla="*/ 293 h 1770"/>
                <a:gd name="T60" fmla="*/ 539 w 1309"/>
                <a:gd name="T61" fmla="*/ 321 h 1770"/>
                <a:gd name="T62" fmla="*/ 488 w 1309"/>
                <a:gd name="T63" fmla="*/ 352 h 1770"/>
                <a:gd name="T64" fmla="*/ 463 w 1309"/>
                <a:gd name="T65" fmla="*/ 387 h 1770"/>
                <a:gd name="T66" fmla="*/ 449 w 1309"/>
                <a:gd name="T67" fmla="*/ 430 h 1770"/>
                <a:gd name="T68" fmla="*/ 456 w 1309"/>
                <a:gd name="T69" fmla="*/ 490 h 1770"/>
                <a:gd name="T70" fmla="*/ 506 w 1309"/>
                <a:gd name="T71" fmla="*/ 545 h 1770"/>
                <a:gd name="T72" fmla="*/ 632 w 1309"/>
                <a:gd name="T73" fmla="*/ 608 h 1770"/>
                <a:gd name="T74" fmla="*/ 914 w 1309"/>
                <a:gd name="T75" fmla="*/ 740 h 1770"/>
                <a:gd name="T76" fmla="*/ 1101 w 1309"/>
                <a:gd name="T77" fmla="*/ 846 h 1770"/>
                <a:gd name="T78" fmla="*/ 1187 w 1309"/>
                <a:gd name="T79" fmla="*/ 913 h 1770"/>
                <a:gd name="T80" fmla="*/ 1251 w 1309"/>
                <a:gd name="T81" fmla="*/ 997 h 1770"/>
                <a:gd name="T82" fmla="*/ 1292 w 1309"/>
                <a:gd name="T83" fmla="*/ 1094 h 1770"/>
                <a:gd name="T84" fmla="*/ 1309 w 1309"/>
                <a:gd name="T85" fmla="*/ 1204 h 1770"/>
                <a:gd name="T86" fmla="*/ 1295 w 1309"/>
                <a:gd name="T87" fmla="*/ 1358 h 1770"/>
                <a:gd name="T88" fmla="*/ 1270 w 1309"/>
                <a:gd name="T89" fmla="*/ 1432 h 1770"/>
                <a:gd name="T90" fmla="*/ 1234 w 1309"/>
                <a:gd name="T91" fmla="*/ 1499 h 1770"/>
                <a:gd name="T92" fmla="*/ 1186 w 1309"/>
                <a:gd name="T93" fmla="*/ 1559 h 1770"/>
                <a:gd name="T94" fmla="*/ 1069 w 1309"/>
                <a:gd name="T95" fmla="*/ 1651 h 1770"/>
                <a:gd name="T96" fmla="*/ 936 w 1309"/>
                <a:gd name="T97" fmla="*/ 1714 h 1770"/>
                <a:gd name="T98" fmla="*/ 780 w 1309"/>
                <a:gd name="T99" fmla="*/ 1752 h 1770"/>
                <a:gd name="T100" fmla="*/ 601 w 1309"/>
                <a:gd name="T101" fmla="*/ 1769 h 1770"/>
                <a:gd name="T102" fmla="*/ 299 w 1309"/>
                <a:gd name="T103" fmla="*/ 1754 h 17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309" h="1770">
                  <a:moveTo>
                    <a:pt x="34" y="1707"/>
                  </a:moveTo>
                  <a:lnTo>
                    <a:pt x="34" y="1371"/>
                  </a:lnTo>
                  <a:lnTo>
                    <a:pt x="69" y="1382"/>
                  </a:lnTo>
                  <a:lnTo>
                    <a:pt x="105" y="1392"/>
                  </a:lnTo>
                  <a:lnTo>
                    <a:pt x="138" y="1401"/>
                  </a:lnTo>
                  <a:lnTo>
                    <a:pt x="173" y="1410"/>
                  </a:lnTo>
                  <a:lnTo>
                    <a:pt x="206" y="1419"/>
                  </a:lnTo>
                  <a:lnTo>
                    <a:pt x="239" y="1426"/>
                  </a:lnTo>
                  <a:lnTo>
                    <a:pt x="272" y="1432"/>
                  </a:lnTo>
                  <a:lnTo>
                    <a:pt x="303" y="1438"/>
                  </a:lnTo>
                  <a:lnTo>
                    <a:pt x="335" y="1444"/>
                  </a:lnTo>
                  <a:lnTo>
                    <a:pt x="366" y="1448"/>
                  </a:lnTo>
                  <a:lnTo>
                    <a:pt x="396" y="1452"/>
                  </a:lnTo>
                  <a:lnTo>
                    <a:pt x="427" y="1455"/>
                  </a:lnTo>
                  <a:lnTo>
                    <a:pt x="456" y="1457"/>
                  </a:lnTo>
                  <a:lnTo>
                    <a:pt x="486" y="1459"/>
                  </a:lnTo>
                  <a:lnTo>
                    <a:pt x="515" y="1460"/>
                  </a:lnTo>
                  <a:lnTo>
                    <a:pt x="542" y="1461"/>
                  </a:lnTo>
                  <a:lnTo>
                    <a:pt x="580" y="1460"/>
                  </a:lnTo>
                  <a:lnTo>
                    <a:pt x="615" y="1458"/>
                  </a:lnTo>
                  <a:lnTo>
                    <a:pt x="646" y="1455"/>
                  </a:lnTo>
                  <a:lnTo>
                    <a:pt x="676" y="1451"/>
                  </a:lnTo>
                  <a:lnTo>
                    <a:pt x="703" y="1445"/>
                  </a:lnTo>
                  <a:lnTo>
                    <a:pt x="729" y="1438"/>
                  </a:lnTo>
                  <a:lnTo>
                    <a:pt x="740" y="1434"/>
                  </a:lnTo>
                  <a:lnTo>
                    <a:pt x="751" y="1430"/>
                  </a:lnTo>
                  <a:lnTo>
                    <a:pt x="761" y="1426"/>
                  </a:lnTo>
                  <a:lnTo>
                    <a:pt x="772" y="1421"/>
                  </a:lnTo>
                  <a:lnTo>
                    <a:pt x="781" y="1416"/>
                  </a:lnTo>
                  <a:lnTo>
                    <a:pt x="790" y="1409"/>
                  </a:lnTo>
                  <a:lnTo>
                    <a:pt x="798" y="1404"/>
                  </a:lnTo>
                  <a:lnTo>
                    <a:pt x="805" y="1398"/>
                  </a:lnTo>
                  <a:lnTo>
                    <a:pt x="812" y="1391"/>
                  </a:lnTo>
                  <a:lnTo>
                    <a:pt x="819" y="1385"/>
                  </a:lnTo>
                  <a:lnTo>
                    <a:pt x="824" y="1378"/>
                  </a:lnTo>
                  <a:lnTo>
                    <a:pt x="829" y="1370"/>
                  </a:lnTo>
                  <a:lnTo>
                    <a:pt x="834" y="1362"/>
                  </a:lnTo>
                  <a:lnTo>
                    <a:pt x="837" y="1354"/>
                  </a:lnTo>
                  <a:lnTo>
                    <a:pt x="841" y="1346"/>
                  </a:lnTo>
                  <a:lnTo>
                    <a:pt x="843" y="1337"/>
                  </a:lnTo>
                  <a:lnTo>
                    <a:pt x="845" y="1329"/>
                  </a:lnTo>
                  <a:lnTo>
                    <a:pt x="847" y="1319"/>
                  </a:lnTo>
                  <a:lnTo>
                    <a:pt x="848" y="1309"/>
                  </a:lnTo>
                  <a:lnTo>
                    <a:pt x="848" y="1299"/>
                  </a:lnTo>
                  <a:lnTo>
                    <a:pt x="847" y="1285"/>
                  </a:lnTo>
                  <a:lnTo>
                    <a:pt x="845" y="1271"/>
                  </a:lnTo>
                  <a:lnTo>
                    <a:pt x="842" y="1257"/>
                  </a:lnTo>
                  <a:lnTo>
                    <a:pt x="837" y="1244"/>
                  </a:lnTo>
                  <a:lnTo>
                    <a:pt x="831" y="1232"/>
                  </a:lnTo>
                  <a:lnTo>
                    <a:pt x="824" y="1220"/>
                  </a:lnTo>
                  <a:lnTo>
                    <a:pt x="814" y="1208"/>
                  </a:lnTo>
                  <a:lnTo>
                    <a:pt x="805" y="1198"/>
                  </a:lnTo>
                  <a:lnTo>
                    <a:pt x="791" y="1187"/>
                  </a:lnTo>
                  <a:lnTo>
                    <a:pt x="773" y="1175"/>
                  </a:lnTo>
                  <a:lnTo>
                    <a:pt x="750" y="1161"/>
                  </a:lnTo>
                  <a:lnTo>
                    <a:pt x="724" y="1146"/>
                  </a:lnTo>
                  <a:lnTo>
                    <a:pt x="692" y="1131"/>
                  </a:lnTo>
                  <a:lnTo>
                    <a:pt x="655" y="1114"/>
                  </a:lnTo>
                  <a:lnTo>
                    <a:pt x="616" y="1096"/>
                  </a:lnTo>
                  <a:lnTo>
                    <a:pt x="571" y="1078"/>
                  </a:lnTo>
                  <a:lnTo>
                    <a:pt x="490" y="1044"/>
                  </a:lnTo>
                  <a:lnTo>
                    <a:pt x="417" y="1011"/>
                  </a:lnTo>
                  <a:lnTo>
                    <a:pt x="383" y="996"/>
                  </a:lnTo>
                  <a:lnTo>
                    <a:pt x="351" y="980"/>
                  </a:lnTo>
                  <a:lnTo>
                    <a:pt x="321" y="965"/>
                  </a:lnTo>
                  <a:lnTo>
                    <a:pt x="293" y="950"/>
                  </a:lnTo>
                  <a:lnTo>
                    <a:pt x="267" y="936"/>
                  </a:lnTo>
                  <a:lnTo>
                    <a:pt x="241" y="922"/>
                  </a:lnTo>
                  <a:lnTo>
                    <a:pt x="219" y="907"/>
                  </a:lnTo>
                  <a:lnTo>
                    <a:pt x="197" y="893"/>
                  </a:lnTo>
                  <a:lnTo>
                    <a:pt x="178" y="880"/>
                  </a:lnTo>
                  <a:lnTo>
                    <a:pt x="161" y="866"/>
                  </a:lnTo>
                  <a:lnTo>
                    <a:pt x="145" y="854"/>
                  </a:lnTo>
                  <a:lnTo>
                    <a:pt x="131" y="842"/>
                  </a:lnTo>
                  <a:lnTo>
                    <a:pt x="116" y="826"/>
                  </a:lnTo>
                  <a:lnTo>
                    <a:pt x="100" y="808"/>
                  </a:lnTo>
                  <a:lnTo>
                    <a:pt x="86" y="791"/>
                  </a:lnTo>
                  <a:lnTo>
                    <a:pt x="74" y="774"/>
                  </a:lnTo>
                  <a:lnTo>
                    <a:pt x="62" y="755"/>
                  </a:lnTo>
                  <a:lnTo>
                    <a:pt x="51" y="736"/>
                  </a:lnTo>
                  <a:lnTo>
                    <a:pt x="41" y="716"/>
                  </a:lnTo>
                  <a:lnTo>
                    <a:pt x="32" y="696"/>
                  </a:lnTo>
                  <a:lnTo>
                    <a:pt x="25" y="676"/>
                  </a:lnTo>
                  <a:lnTo>
                    <a:pt x="18" y="654"/>
                  </a:lnTo>
                  <a:lnTo>
                    <a:pt x="13" y="633"/>
                  </a:lnTo>
                  <a:lnTo>
                    <a:pt x="8" y="610"/>
                  </a:lnTo>
                  <a:lnTo>
                    <a:pt x="4" y="587"/>
                  </a:lnTo>
                  <a:lnTo>
                    <a:pt x="2" y="563"/>
                  </a:lnTo>
                  <a:lnTo>
                    <a:pt x="0" y="540"/>
                  </a:lnTo>
                  <a:lnTo>
                    <a:pt x="0" y="515"/>
                  </a:lnTo>
                  <a:lnTo>
                    <a:pt x="1" y="484"/>
                  </a:lnTo>
                  <a:lnTo>
                    <a:pt x="3" y="454"/>
                  </a:lnTo>
                  <a:lnTo>
                    <a:pt x="7" y="424"/>
                  </a:lnTo>
                  <a:lnTo>
                    <a:pt x="12" y="397"/>
                  </a:lnTo>
                  <a:lnTo>
                    <a:pt x="18" y="369"/>
                  </a:lnTo>
                  <a:lnTo>
                    <a:pt x="26" y="343"/>
                  </a:lnTo>
                  <a:lnTo>
                    <a:pt x="36" y="317"/>
                  </a:lnTo>
                  <a:lnTo>
                    <a:pt x="47" y="293"/>
                  </a:lnTo>
                  <a:lnTo>
                    <a:pt x="61" y="269"/>
                  </a:lnTo>
                  <a:lnTo>
                    <a:pt x="75" y="247"/>
                  </a:lnTo>
                  <a:lnTo>
                    <a:pt x="90" y="225"/>
                  </a:lnTo>
                  <a:lnTo>
                    <a:pt x="108" y="204"/>
                  </a:lnTo>
                  <a:lnTo>
                    <a:pt x="127" y="185"/>
                  </a:lnTo>
                  <a:lnTo>
                    <a:pt x="146" y="165"/>
                  </a:lnTo>
                  <a:lnTo>
                    <a:pt x="169" y="148"/>
                  </a:lnTo>
                  <a:lnTo>
                    <a:pt x="192" y="131"/>
                  </a:lnTo>
                  <a:lnTo>
                    <a:pt x="217" y="115"/>
                  </a:lnTo>
                  <a:lnTo>
                    <a:pt x="241" y="100"/>
                  </a:lnTo>
                  <a:lnTo>
                    <a:pt x="268" y="86"/>
                  </a:lnTo>
                  <a:lnTo>
                    <a:pt x="294" y="73"/>
                  </a:lnTo>
                  <a:lnTo>
                    <a:pt x="322" y="61"/>
                  </a:lnTo>
                  <a:lnTo>
                    <a:pt x="351" y="51"/>
                  </a:lnTo>
                  <a:lnTo>
                    <a:pt x="381" y="41"/>
                  </a:lnTo>
                  <a:lnTo>
                    <a:pt x="412" y="33"/>
                  </a:lnTo>
                  <a:lnTo>
                    <a:pt x="443" y="24"/>
                  </a:lnTo>
                  <a:lnTo>
                    <a:pt x="475" y="18"/>
                  </a:lnTo>
                  <a:lnTo>
                    <a:pt x="508" y="12"/>
                  </a:lnTo>
                  <a:lnTo>
                    <a:pt x="543" y="8"/>
                  </a:lnTo>
                  <a:lnTo>
                    <a:pt x="578" y="4"/>
                  </a:lnTo>
                  <a:lnTo>
                    <a:pt x="614" y="2"/>
                  </a:lnTo>
                  <a:lnTo>
                    <a:pt x="650" y="0"/>
                  </a:lnTo>
                  <a:lnTo>
                    <a:pt x="688" y="0"/>
                  </a:lnTo>
                  <a:lnTo>
                    <a:pt x="733" y="0"/>
                  </a:lnTo>
                  <a:lnTo>
                    <a:pt x="781" y="3"/>
                  </a:lnTo>
                  <a:lnTo>
                    <a:pt x="832" y="7"/>
                  </a:lnTo>
                  <a:lnTo>
                    <a:pt x="886" y="13"/>
                  </a:lnTo>
                  <a:lnTo>
                    <a:pt x="943" y="20"/>
                  </a:lnTo>
                  <a:lnTo>
                    <a:pt x="1004" y="30"/>
                  </a:lnTo>
                  <a:lnTo>
                    <a:pt x="1067" y="42"/>
                  </a:lnTo>
                  <a:lnTo>
                    <a:pt x="1134" y="54"/>
                  </a:lnTo>
                  <a:lnTo>
                    <a:pt x="1177" y="61"/>
                  </a:lnTo>
                  <a:lnTo>
                    <a:pt x="1177" y="386"/>
                  </a:lnTo>
                  <a:lnTo>
                    <a:pt x="1147" y="374"/>
                  </a:lnTo>
                  <a:lnTo>
                    <a:pt x="1117" y="363"/>
                  </a:lnTo>
                  <a:lnTo>
                    <a:pt x="1088" y="353"/>
                  </a:lnTo>
                  <a:lnTo>
                    <a:pt x="1059" y="344"/>
                  </a:lnTo>
                  <a:lnTo>
                    <a:pt x="1031" y="336"/>
                  </a:lnTo>
                  <a:lnTo>
                    <a:pt x="1003" y="327"/>
                  </a:lnTo>
                  <a:lnTo>
                    <a:pt x="975" y="320"/>
                  </a:lnTo>
                  <a:lnTo>
                    <a:pt x="947" y="314"/>
                  </a:lnTo>
                  <a:lnTo>
                    <a:pt x="920" y="309"/>
                  </a:lnTo>
                  <a:lnTo>
                    <a:pt x="892" y="304"/>
                  </a:lnTo>
                  <a:lnTo>
                    <a:pt x="865" y="300"/>
                  </a:lnTo>
                  <a:lnTo>
                    <a:pt x="838" y="297"/>
                  </a:lnTo>
                  <a:lnTo>
                    <a:pt x="811" y="294"/>
                  </a:lnTo>
                  <a:lnTo>
                    <a:pt x="786" y="292"/>
                  </a:lnTo>
                  <a:lnTo>
                    <a:pt x="759" y="291"/>
                  </a:lnTo>
                  <a:lnTo>
                    <a:pt x="734" y="291"/>
                  </a:lnTo>
                  <a:lnTo>
                    <a:pt x="699" y="292"/>
                  </a:lnTo>
                  <a:lnTo>
                    <a:pt x="667" y="293"/>
                  </a:lnTo>
                  <a:lnTo>
                    <a:pt x="637" y="296"/>
                  </a:lnTo>
                  <a:lnTo>
                    <a:pt x="609" y="301"/>
                  </a:lnTo>
                  <a:lnTo>
                    <a:pt x="583" y="306"/>
                  </a:lnTo>
                  <a:lnTo>
                    <a:pt x="559" y="313"/>
                  </a:lnTo>
                  <a:lnTo>
                    <a:pt x="539" y="321"/>
                  </a:lnTo>
                  <a:lnTo>
                    <a:pt x="520" y="331"/>
                  </a:lnTo>
                  <a:lnTo>
                    <a:pt x="512" y="336"/>
                  </a:lnTo>
                  <a:lnTo>
                    <a:pt x="503" y="341"/>
                  </a:lnTo>
                  <a:lnTo>
                    <a:pt x="495" y="346"/>
                  </a:lnTo>
                  <a:lnTo>
                    <a:pt x="488" y="352"/>
                  </a:lnTo>
                  <a:lnTo>
                    <a:pt x="482" y="359"/>
                  </a:lnTo>
                  <a:lnTo>
                    <a:pt x="476" y="365"/>
                  </a:lnTo>
                  <a:lnTo>
                    <a:pt x="471" y="372"/>
                  </a:lnTo>
                  <a:lnTo>
                    <a:pt x="467" y="380"/>
                  </a:lnTo>
                  <a:lnTo>
                    <a:pt x="463" y="387"/>
                  </a:lnTo>
                  <a:lnTo>
                    <a:pt x="459" y="395"/>
                  </a:lnTo>
                  <a:lnTo>
                    <a:pt x="455" y="403"/>
                  </a:lnTo>
                  <a:lnTo>
                    <a:pt x="453" y="411"/>
                  </a:lnTo>
                  <a:lnTo>
                    <a:pt x="451" y="420"/>
                  </a:lnTo>
                  <a:lnTo>
                    <a:pt x="449" y="430"/>
                  </a:lnTo>
                  <a:lnTo>
                    <a:pt x="448" y="439"/>
                  </a:lnTo>
                  <a:lnTo>
                    <a:pt x="448" y="449"/>
                  </a:lnTo>
                  <a:lnTo>
                    <a:pt x="449" y="463"/>
                  </a:lnTo>
                  <a:lnTo>
                    <a:pt x="452" y="477"/>
                  </a:lnTo>
                  <a:lnTo>
                    <a:pt x="456" y="490"/>
                  </a:lnTo>
                  <a:lnTo>
                    <a:pt x="463" y="502"/>
                  </a:lnTo>
                  <a:lnTo>
                    <a:pt x="471" y="514"/>
                  </a:lnTo>
                  <a:lnTo>
                    <a:pt x="481" y="524"/>
                  </a:lnTo>
                  <a:lnTo>
                    <a:pt x="492" y="536"/>
                  </a:lnTo>
                  <a:lnTo>
                    <a:pt x="506" y="545"/>
                  </a:lnTo>
                  <a:lnTo>
                    <a:pt x="521" y="553"/>
                  </a:lnTo>
                  <a:lnTo>
                    <a:pt x="540" y="564"/>
                  </a:lnTo>
                  <a:lnTo>
                    <a:pt x="565" y="577"/>
                  </a:lnTo>
                  <a:lnTo>
                    <a:pt x="595" y="592"/>
                  </a:lnTo>
                  <a:lnTo>
                    <a:pt x="632" y="608"/>
                  </a:lnTo>
                  <a:lnTo>
                    <a:pt x="673" y="628"/>
                  </a:lnTo>
                  <a:lnTo>
                    <a:pt x="720" y="649"/>
                  </a:lnTo>
                  <a:lnTo>
                    <a:pt x="773" y="672"/>
                  </a:lnTo>
                  <a:lnTo>
                    <a:pt x="846" y="707"/>
                  </a:lnTo>
                  <a:lnTo>
                    <a:pt x="914" y="740"/>
                  </a:lnTo>
                  <a:lnTo>
                    <a:pt x="976" y="771"/>
                  </a:lnTo>
                  <a:lnTo>
                    <a:pt x="1031" y="802"/>
                  </a:lnTo>
                  <a:lnTo>
                    <a:pt x="1056" y="817"/>
                  </a:lnTo>
                  <a:lnTo>
                    <a:pt x="1080" y="832"/>
                  </a:lnTo>
                  <a:lnTo>
                    <a:pt x="1101" y="846"/>
                  </a:lnTo>
                  <a:lnTo>
                    <a:pt x="1122" y="860"/>
                  </a:lnTo>
                  <a:lnTo>
                    <a:pt x="1140" y="875"/>
                  </a:lnTo>
                  <a:lnTo>
                    <a:pt x="1157" y="888"/>
                  </a:lnTo>
                  <a:lnTo>
                    <a:pt x="1173" y="901"/>
                  </a:lnTo>
                  <a:lnTo>
                    <a:pt x="1187" y="913"/>
                  </a:lnTo>
                  <a:lnTo>
                    <a:pt x="1201" y="930"/>
                  </a:lnTo>
                  <a:lnTo>
                    <a:pt x="1215" y="945"/>
                  </a:lnTo>
                  <a:lnTo>
                    <a:pt x="1229" y="962"/>
                  </a:lnTo>
                  <a:lnTo>
                    <a:pt x="1241" y="979"/>
                  </a:lnTo>
                  <a:lnTo>
                    <a:pt x="1251" y="997"/>
                  </a:lnTo>
                  <a:lnTo>
                    <a:pt x="1261" y="1015"/>
                  </a:lnTo>
                  <a:lnTo>
                    <a:pt x="1270" y="1034"/>
                  </a:lnTo>
                  <a:lnTo>
                    <a:pt x="1279" y="1053"/>
                  </a:lnTo>
                  <a:lnTo>
                    <a:pt x="1286" y="1074"/>
                  </a:lnTo>
                  <a:lnTo>
                    <a:pt x="1292" y="1094"/>
                  </a:lnTo>
                  <a:lnTo>
                    <a:pt x="1298" y="1114"/>
                  </a:lnTo>
                  <a:lnTo>
                    <a:pt x="1302" y="1137"/>
                  </a:lnTo>
                  <a:lnTo>
                    <a:pt x="1305" y="1158"/>
                  </a:lnTo>
                  <a:lnTo>
                    <a:pt x="1307" y="1182"/>
                  </a:lnTo>
                  <a:lnTo>
                    <a:pt x="1309" y="1204"/>
                  </a:lnTo>
                  <a:lnTo>
                    <a:pt x="1309" y="1229"/>
                  </a:lnTo>
                  <a:lnTo>
                    <a:pt x="1308" y="1262"/>
                  </a:lnTo>
                  <a:lnTo>
                    <a:pt x="1306" y="1296"/>
                  </a:lnTo>
                  <a:lnTo>
                    <a:pt x="1301" y="1328"/>
                  </a:lnTo>
                  <a:lnTo>
                    <a:pt x="1295" y="1358"/>
                  </a:lnTo>
                  <a:lnTo>
                    <a:pt x="1291" y="1374"/>
                  </a:lnTo>
                  <a:lnTo>
                    <a:pt x="1286" y="1389"/>
                  </a:lnTo>
                  <a:lnTo>
                    <a:pt x="1282" y="1403"/>
                  </a:lnTo>
                  <a:lnTo>
                    <a:pt x="1276" y="1418"/>
                  </a:lnTo>
                  <a:lnTo>
                    <a:pt x="1270" y="1432"/>
                  </a:lnTo>
                  <a:lnTo>
                    <a:pt x="1263" y="1446"/>
                  </a:lnTo>
                  <a:lnTo>
                    <a:pt x="1257" y="1459"/>
                  </a:lnTo>
                  <a:lnTo>
                    <a:pt x="1250" y="1473"/>
                  </a:lnTo>
                  <a:lnTo>
                    <a:pt x="1242" y="1486"/>
                  </a:lnTo>
                  <a:lnTo>
                    <a:pt x="1234" y="1499"/>
                  </a:lnTo>
                  <a:lnTo>
                    <a:pt x="1225" y="1511"/>
                  </a:lnTo>
                  <a:lnTo>
                    <a:pt x="1216" y="1524"/>
                  </a:lnTo>
                  <a:lnTo>
                    <a:pt x="1206" y="1536"/>
                  </a:lnTo>
                  <a:lnTo>
                    <a:pt x="1196" y="1547"/>
                  </a:lnTo>
                  <a:lnTo>
                    <a:pt x="1186" y="1559"/>
                  </a:lnTo>
                  <a:lnTo>
                    <a:pt x="1175" y="1571"/>
                  </a:lnTo>
                  <a:lnTo>
                    <a:pt x="1151" y="1592"/>
                  </a:lnTo>
                  <a:lnTo>
                    <a:pt x="1126" y="1613"/>
                  </a:lnTo>
                  <a:lnTo>
                    <a:pt x="1099" y="1633"/>
                  </a:lnTo>
                  <a:lnTo>
                    <a:pt x="1069" y="1651"/>
                  </a:lnTo>
                  <a:lnTo>
                    <a:pt x="1045" y="1666"/>
                  </a:lnTo>
                  <a:lnTo>
                    <a:pt x="1018" y="1679"/>
                  </a:lnTo>
                  <a:lnTo>
                    <a:pt x="992" y="1691"/>
                  </a:lnTo>
                  <a:lnTo>
                    <a:pt x="964" y="1703"/>
                  </a:lnTo>
                  <a:lnTo>
                    <a:pt x="936" y="1714"/>
                  </a:lnTo>
                  <a:lnTo>
                    <a:pt x="906" y="1724"/>
                  </a:lnTo>
                  <a:lnTo>
                    <a:pt x="876" y="1732"/>
                  </a:lnTo>
                  <a:lnTo>
                    <a:pt x="845" y="1740"/>
                  </a:lnTo>
                  <a:lnTo>
                    <a:pt x="812" y="1747"/>
                  </a:lnTo>
                  <a:lnTo>
                    <a:pt x="780" y="1752"/>
                  </a:lnTo>
                  <a:lnTo>
                    <a:pt x="746" y="1757"/>
                  </a:lnTo>
                  <a:lnTo>
                    <a:pt x="710" y="1762"/>
                  </a:lnTo>
                  <a:lnTo>
                    <a:pt x="675" y="1766"/>
                  </a:lnTo>
                  <a:lnTo>
                    <a:pt x="639" y="1768"/>
                  </a:lnTo>
                  <a:lnTo>
                    <a:pt x="601" y="1769"/>
                  </a:lnTo>
                  <a:lnTo>
                    <a:pt x="563" y="1770"/>
                  </a:lnTo>
                  <a:lnTo>
                    <a:pt x="497" y="1769"/>
                  </a:lnTo>
                  <a:lnTo>
                    <a:pt x="431" y="1766"/>
                  </a:lnTo>
                  <a:lnTo>
                    <a:pt x="365" y="1761"/>
                  </a:lnTo>
                  <a:lnTo>
                    <a:pt x="299" y="1754"/>
                  </a:lnTo>
                  <a:lnTo>
                    <a:pt x="233" y="1745"/>
                  </a:lnTo>
                  <a:lnTo>
                    <a:pt x="167" y="1735"/>
                  </a:lnTo>
                  <a:lnTo>
                    <a:pt x="100" y="1722"/>
                  </a:lnTo>
                  <a:lnTo>
                    <a:pt x="34" y="1707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3655481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Inde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DE93B9D-0AC8-4597-9538-912AEAC126F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1093510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28" name="think-cell Slide" r:id="rId6" imgW="622" imgH="623" progId="TCLayout.ActiveDocument.1">
                  <p:embed/>
                </p:oleObj>
              </mc:Choice>
              <mc:Fallback>
                <p:oleObj name="think-cell Slide" r:id="rId6" imgW="622" imgH="62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169EA582-62FE-4F21-9589-44E75A0986C1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charset="0"/>
              <a:buNone/>
            </a:pPr>
            <a:endParaRPr lang="en-US" sz="2200" b="1" i="0" baseline="0" dirty="0">
              <a:solidFill>
                <a:schemeClr val="tx1"/>
              </a:solidFill>
              <a:latin typeface="Arial" panose="020B0604020202020204" pitchFamily="34" charset="0"/>
              <a:ea typeface="Siemens Sans Global" pitchFamily="2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4" name="cdtText Placeholder 12 Id13"/>
          <p:cNvSpPr>
            <a:spLocks noGrp="1"/>
          </p:cNvSpPr>
          <p:nvPr>
            <p:ph type="body" sz="quarter" idx="14" hasCustomPrompt="1"/>
            <p:custDataLst>
              <p:tags r:id="rId4"/>
            </p:custDataLst>
          </p:nvPr>
        </p:nvSpPr>
        <p:spPr bwMode="auto">
          <a:xfrm>
            <a:off x="4658996" y="1439999"/>
            <a:ext cx="7539354" cy="4752000"/>
          </a:xfrm>
          <a:solidFill>
            <a:srgbClr val="D7D7CD"/>
          </a:solidFill>
        </p:spPr>
        <p:txBody>
          <a:bodyPr lIns="288000" tIns="252000" rIns="576000" bIns="252000"/>
          <a:lstStyle>
            <a:lvl1pPr marL="0" indent="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itchFamily="34" charset="0"/>
              <a:buNone/>
              <a:tabLst>
                <a:tab pos="5359400" algn="r"/>
              </a:tabLst>
              <a:defRPr>
                <a:solidFill>
                  <a:srgbClr val="000000"/>
                </a:solidFill>
              </a:defRPr>
            </a:lvl1pPr>
            <a:lvl2pPr marL="180000" indent="-18000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9400" algn="r"/>
              </a:tabLst>
              <a:defRPr b="0">
                <a:solidFill>
                  <a:srgbClr val="000000"/>
                </a:solidFill>
              </a:defRPr>
            </a:lvl2pPr>
            <a:lvl3pPr marL="180000" indent="-18000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9400" algn="r"/>
              </a:tabLst>
              <a:defRPr b="1">
                <a:solidFill>
                  <a:srgbClr val="000000"/>
                </a:solidFill>
              </a:defRPr>
            </a:lvl3pPr>
            <a:lvl4pPr marL="360000" indent="-18000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9400" algn="r"/>
              </a:tabLst>
              <a:defRPr b="0">
                <a:solidFill>
                  <a:srgbClr val="000000"/>
                </a:solidFill>
              </a:defRPr>
            </a:lvl4pPr>
            <a:lvl5pPr marL="360000" indent="-18000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9400" algn="r"/>
              </a:tabLst>
              <a:defRPr b="1" baseline="0">
                <a:solidFill>
                  <a:srgbClr val="000000"/>
                </a:solidFill>
              </a:defRPr>
            </a:lvl5pPr>
            <a:lvl6pPr marL="360363" indent="-18097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9400" algn="r"/>
              </a:tabLst>
              <a:defRPr b="1"/>
            </a:lvl6pPr>
          </a:lstStyle>
          <a:p>
            <a:pPr lvl="0"/>
            <a:r>
              <a:rPr lang="en-US" noProof="0" dirty="0"/>
              <a:t>Click to edit the toc / contact</a:t>
            </a:r>
          </a:p>
          <a:p>
            <a:pPr lvl="1"/>
            <a:r>
              <a:rPr lang="en-US" noProof="0" dirty="0"/>
              <a:t>chapter</a:t>
            </a:r>
          </a:p>
          <a:p>
            <a:pPr lvl="2"/>
            <a:r>
              <a:rPr lang="en-US" noProof="0" dirty="0"/>
              <a:t>active chapter</a:t>
            </a:r>
          </a:p>
          <a:p>
            <a:pPr lvl="3"/>
            <a:r>
              <a:rPr lang="en-US" noProof="0" dirty="0"/>
              <a:t>subchapter</a:t>
            </a:r>
          </a:p>
          <a:p>
            <a:pPr lvl="4"/>
            <a:r>
              <a:rPr lang="en-US" noProof="0" dirty="0"/>
              <a:t>active subchapter</a:t>
            </a:r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5"/>
          </p:nvPr>
        </p:nvSpPr>
        <p:spPr>
          <a:xfrm>
            <a:off x="0" y="1439999"/>
            <a:ext cx="4514400" cy="4752000"/>
          </a:xfrm>
        </p:spPr>
        <p:txBody>
          <a:bodyPr tIns="1800000"/>
          <a:lstStyle>
            <a:lvl1pPr algn="ctr"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0215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+ Index" preserve="1" userDrawn="1">
  <p:cSld name="Text + Inde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5FEFF1E9-32A3-42EC-AAB2-796C62D24A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5696350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52" name="think-cell Slide" r:id="rId9" imgW="622" imgH="623" progId="TCLayout.ActiveDocument.1">
                  <p:embed/>
                </p:oleObj>
              </mc:Choice>
              <mc:Fallback>
                <p:oleObj name="think-cell Slide" r:id="rId9" imgW="622" imgH="62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BF2B0D6B-F88A-4B15-A44A-7B4CB0679841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charset="0"/>
              <a:buNone/>
            </a:pPr>
            <a:endParaRPr lang="en-US" sz="2200" b="1" i="0" baseline="0" dirty="0">
              <a:solidFill>
                <a:schemeClr val="tx1"/>
              </a:solidFill>
              <a:latin typeface="Arial" panose="020B0604020202020204" pitchFamily="34" charset="0"/>
              <a:ea typeface="Siemens Sans Global" pitchFamily="2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cdtTitle 1 Id2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0" y="-1"/>
            <a:ext cx="12198350" cy="1440000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13" name="cdtText Placeholder 12 Id13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627063" y="1443038"/>
            <a:ext cx="3887914" cy="4748962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cdtTextplatzhalter 12 Id5"/>
          <p:cNvSpPr>
            <a:spLocks noGrp="1"/>
          </p:cNvSpPr>
          <p:nvPr>
            <p:ph type="body" sz="quarter" idx="14" hasCustomPrompt="1"/>
            <p:custDataLst>
              <p:tags r:id="rId7"/>
            </p:custDataLst>
          </p:nvPr>
        </p:nvSpPr>
        <p:spPr bwMode="auto">
          <a:xfrm>
            <a:off x="4658995" y="1440000"/>
            <a:ext cx="7539355" cy="4752000"/>
          </a:xfrm>
          <a:solidFill>
            <a:srgbClr val="D7D7CD"/>
          </a:solidFill>
        </p:spPr>
        <p:txBody>
          <a:bodyPr lIns="288000" tIns="252000" rIns="576000" bIns="252000"/>
          <a:lstStyle>
            <a:lvl1pPr marL="0" indent="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itchFamily="34" charset="0"/>
              <a:buNone/>
              <a:tabLst>
                <a:tab pos="5359400" algn="r"/>
              </a:tabLst>
              <a:defRPr>
                <a:solidFill>
                  <a:srgbClr val="000000"/>
                </a:solidFill>
              </a:defRPr>
            </a:lvl1pPr>
            <a:lvl2pPr marL="180000" indent="-18000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9400" algn="r"/>
              </a:tabLst>
              <a:defRPr b="0">
                <a:solidFill>
                  <a:srgbClr val="000000"/>
                </a:solidFill>
              </a:defRPr>
            </a:lvl2pPr>
            <a:lvl3pPr marL="180000" indent="-18000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9400" algn="r"/>
              </a:tabLst>
              <a:defRPr b="1">
                <a:solidFill>
                  <a:srgbClr val="000000"/>
                </a:solidFill>
              </a:defRPr>
            </a:lvl3pPr>
            <a:lvl4pPr marL="360000" indent="-18000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9400" algn="r"/>
              </a:tabLst>
              <a:defRPr b="0">
                <a:solidFill>
                  <a:srgbClr val="000000"/>
                </a:solidFill>
              </a:defRPr>
            </a:lvl4pPr>
            <a:lvl5pPr marL="360000" indent="-18000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9400" algn="r"/>
              </a:tabLst>
              <a:defRPr b="1" baseline="0">
                <a:solidFill>
                  <a:srgbClr val="000000"/>
                </a:solidFill>
              </a:defRPr>
            </a:lvl5pPr>
            <a:lvl6pPr marL="360363" indent="-18097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9400" algn="r"/>
              </a:tabLst>
              <a:defRPr b="1"/>
            </a:lvl6pPr>
          </a:lstStyle>
          <a:p>
            <a:pPr lvl="0"/>
            <a:r>
              <a:rPr lang="en-US" noProof="0" dirty="0"/>
              <a:t>Click to edit the toc / contact</a:t>
            </a:r>
          </a:p>
          <a:p>
            <a:pPr lvl="1"/>
            <a:r>
              <a:rPr lang="en-US" noProof="0" dirty="0"/>
              <a:t>chapter</a:t>
            </a:r>
          </a:p>
          <a:p>
            <a:pPr lvl="2"/>
            <a:r>
              <a:rPr lang="en-US" noProof="0" dirty="0"/>
              <a:t>active chapter</a:t>
            </a:r>
          </a:p>
          <a:p>
            <a:pPr lvl="3"/>
            <a:r>
              <a:rPr lang="en-US" noProof="0" dirty="0"/>
              <a:t>subchapter</a:t>
            </a:r>
          </a:p>
          <a:p>
            <a:pPr lvl="4"/>
            <a:r>
              <a:rPr lang="en-US" noProof="0" dirty="0"/>
              <a:t>active subchapter</a:t>
            </a:r>
          </a:p>
        </p:txBody>
      </p:sp>
    </p:spTree>
    <p:custDataLst>
      <p:custData r:id="rId2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ree Content" preserve="1" userDrawn="1">
  <p:cSld name="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C941FC10-A7C1-4D71-803C-9509392A94C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572504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76" name="think-cell Slide" r:id="rId6" imgW="622" imgH="623" progId="TCLayout.ActiveDocument.1">
                  <p:embed/>
                </p:oleObj>
              </mc:Choice>
              <mc:Fallback>
                <p:oleObj name="think-cell Slide" r:id="rId6" imgW="622" imgH="62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4FA2B0FB-06C5-4E9D-8744-57CE89397B76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charset="0"/>
              <a:buNone/>
            </a:pPr>
            <a:endParaRPr lang="en-US" sz="2200" b="1" i="0" baseline="0" dirty="0">
              <a:solidFill>
                <a:schemeClr val="tx1"/>
              </a:solidFill>
              <a:latin typeface="Arial" panose="020B0604020202020204" pitchFamily="34" charset="0"/>
              <a:ea typeface="Siemens Sans Global" pitchFamily="2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" name="Titel 2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de-DE" dirty="0"/>
          </a:p>
        </p:txBody>
      </p:sp>
    </p:spTree>
    <p:custDataLst>
      <p:custData r:id="rId2"/>
    </p:custDataLst>
    <p:extLst>
      <p:ext uri="{BB962C8B-B14F-4D97-AF65-F5344CB8AC3E}">
        <p14:creationId xmlns:p14="http://schemas.microsoft.com/office/powerpoint/2010/main" val="3366034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346247C-93BA-4463-B000-3E01B00DB78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8288061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00" name="think-cell Slide" r:id="rId5" imgW="622" imgH="623" progId="TCLayout.ActiveDocument.1">
                  <p:embed/>
                </p:oleObj>
              </mc:Choice>
              <mc:Fallback>
                <p:oleObj name="think-cell Slide" r:id="rId5" imgW="622" imgH="62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20CAE7B4-785F-4E27-83BA-33420544305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charset="0"/>
              <a:buNone/>
            </a:pPr>
            <a:endParaRPr lang="en-US" sz="2200" b="1" i="0" baseline="0" dirty="0">
              <a:solidFill>
                <a:schemeClr val="tx1"/>
              </a:solidFill>
              <a:latin typeface="Arial" panose="020B0604020202020204" pitchFamily="34" charset="0"/>
              <a:ea typeface="Siemens Sans Global" pitchFamily="2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4" name="Bildplatzhalter 3"/>
          <p:cNvSpPr>
            <a:spLocks noGrp="1"/>
          </p:cNvSpPr>
          <p:nvPr>
            <p:ph type="pic" sz="quarter" idx="10"/>
          </p:nvPr>
        </p:nvSpPr>
        <p:spPr>
          <a:xfrm>
            <a:off x="0" y="1440000"/>
            <a:ext cx="12204000" cy="4752000"/>
          </a:xfrm>
        </p:spPr>
        <p:txBody>
          <a:bodyPr tIns="1800000"/>
          <a:lstStyle>
            <a:lvl1pPr algn="ctr"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1440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Object 28" hidden="1">
            <a:extLst>
              <a:ext uri="{FF2B5EF4-FFF2-40B4-BE49-F238E27FC236}">
                <a16:creationId xmlns:a16="http://schemas.microsoft.com/office/drawing/2014/main" id="{E0601747-DACE-4DE5-A6B5-0238D88760E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670747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24" name="think-cell Slide" r:id="rId5" imgW="622" imgH="623" progId="TCLayout.ActiveDocument.1">
                  <p:embed/>
                </p:oleObj>
              </mc:Choice>
              <mc:Fallback>
                <p:oleObj name="think-cell Slide" r:id="rId5" imgW="622" imgH="62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918B3C4B-D743-4FAA-9399-A924E2A138C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charset="0"/>
              <a:buNone/>
            </a:pPr>
            <a:endParaRPr lang="en-US" sz="2200" b="1" i="0" baseline="0" dirty="0">
              <a:solidFill>
                <a:schemeClr val="tx1"/>
              </a:solidFill>
              <a:latin typeface="Arial" panose="020B0604020202020204" pitchFamily="34" charset="0"/>
              <a:ea typeface="Siemens Sans Global" pitchFamily="2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Rechteck 4"/>
          <p:cNvSpPr/>
          <p:nvPr userDrawn="1"/>
        </p:nvSpPr>
        <p:spPr bwMode="auto">
          <a:xfrm>
            <a:off x="0" y="0"/>
            <a:ext cx="12198350" cy="1439999"/>
          </a:xfrm>
          <a:prstGeom prst="rect">
            <a:avLst/>
          </a:prstGeom>
          <a:solidFill>
            <a:srgbClr val="FFFFFF"/>
          </a:solidFill>
          <a:ln w="127">
            <a:solidFill>
              <a:srgbClr val="FFFFFF"/>
            </a:solidFill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de-DE" sz="1800" noProof="0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" name="Bildplatzhalter 3"/>
          <p:cNvSpPr>
            <a:spLocks noGrp="1"/>
          </p:cNvSpPr>
          <p:nvPr>
            <p:ph type="pic" sz="quarter" idx="10"/>
          </p:nvPr>
        </p:nvSpPr>
        <p:spPr>
          <a:xfrm>
            <a:off x="0" y="-2784"/>
            <a:ext cx="12196800" cy="6858000"/>
          </a:xfrm>
          <a:noFill/>
        </p:spPr>
        <p:txBody>
          <a:bodyPr tIns="1800000"/>
          <a:lstStyle>
            <a:lvl1pPr algn="ctr"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grpSp>
        <p:nvGrpSpPr>
          <p:cNvPr id="6" name="Gruppieren 5"/>
          <p:cNvGrpSpPr/>
          <p:nvPr userDrawn="1"/>
        </p:nvGrpSpPr>
        <p:grpSpPr>
          <a:xfrm>
            <a:off x="-216000" y="-216000"/>
            <a:ext cx="12628800" cy="7290000"/>
            <a:chOff x="-216000" y="-216000"/>
            <a:chExt cx="12628800" cy="7290000"/>
          </a:xfrm>
        </p:grpSpPr>
        <p:cxnSp>
          <p:nvCxnSpPr>
            <p:cNvPr id="7" name="Gerade Verbindung 6"/>
            <p:cNvCxnSpPr/>
            <p:nvPr userDrawn="1"/>
          </p:nvCxnSpPr>
          <p:spPr bwMode="auto">
            <a:xfrm>
              <a:off x="627063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" name="Gerade Verbindung 7"/>
            <p:cNvCxnSpPr/>
            <p:nvPr userDrawn="1"/>
          </p:nvCxnSpPr>
          <p:spPr bwMode="auto">
            <a:xfrm>
              <a:off x="6099175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" name="Gerade Verbindung 8"/>
            <p:cNvCxnSpPr/>
            <p:nvPr userDrawn="1"/>
          </p:nvCxnSpPr>
          <p:spPr bwMode="auto">
            <a:xfrm>
              <a:off x="62420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" name="Gerade Verbindung 9"/>
            <p:cNvCxnSpPr/>
            <p:nvPr userDrawn="1"/>
          </p:nvCxnSpPr>
          <p:spPr bwMode="auto">
            <a:xfrm>
              <a:off x="8835479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" name="Gerade Verbindung 10"/>
            <p:cNvCxnSpPr/>
            <p:nvPr userDrawn="1"/>
          </p:nvCxnSpPr>
          <p:spPr bwMode="auto">
            <a:xfrm>
              <a:off x="117157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2" name="Gerade Verbindung 11"/>
            <p:cNvCxnSpPr/>
            <p:nvPr userDrawn="1"/>
          </p:nvCxnSpPr>
          <p:spPr bwMode="auto">
            <a:xfrm rot="5400000">
              <a:off x="123228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" name="Gerade Verbindung 12"/>
            <p:cNvCxnSpPr/>
            <p:nvPr userDrawn="1"/>
          </p:nvCxnSpPr>
          <p:spPr bwMode="auto">
            <a:xfrm rot="5400000">
              <a:off x="12322800" y="945844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" name="Gerade Verbindung 13"/>
            <p:cNvCxnSpPr/>
            <p:nvPr userDrawn="1"/>
          </p:nvCxnSpPr>
          <p:spPr bwMode="auto">
            <a:xfrm rot="5400000">
              <a:off x="12322800" y="135145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" name="Gerade Verbindung 14"/>
            <p:cNvCxnSpPr/>
            <p:nvPr userDrawn="1"/>
          </p:nvCxnSpPr>
          <p:spPr bwMode="auto">
            <a:xfrm rot="5400000">
              <a:off x="12322800" y="3653512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6" name="Gerade Verbindung 15"/>
            <p:cNvCxnSpPr/>
            <p:nvPr userDrawn="1"/>
          </p:nvCxnSpPr>
          <p:spPr bwMode="auto">
            <a:xfrm rot="5400000">
              <a:off x="12322800" y="3801055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" name="Gerade Verbindung 16"/>
            <p:cNvCxnSpPr/>
            <p:nvPr userDrawn="1"/>
          </p:nvCxnSpPr>
          <p:spPr bwMode="auto">
            <a:xfrm rot="5400000">
              <a:off x="12322800" y="6101999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" name="Gerade Verbindung 17"/>
            <p:cNvCxnSpPr/>
            <p:nvPr userDrawn="1"/>
          </p:nvCxnSpPr>
          <p:spPr bwMode="auto">
            <a:xfrm>
              <a:off x="627063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" name="Gerade Verbindung 18"/>
            <p:cNvCxnSpPr/>
            <p:nvPr userDrawn="1"/>
          </p:nvCxnSpPr>
          <p:spPr bwMode="auto">
            <a:xfrm>
              <a:off x="6099175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0" name="Gerade Verbindung 19"/>
            <p:cNvCxnSpPr/>
            <p:nvPr userDrawn="1"/>
          </p:nvCxnSpPr>
          <p:spPr bwMode="auto">
            <a:xfrm>
              <a:off x="62420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1" name="Gerade Verbindung 20"/>
            <p:cNvCxnSpPr/>
            <p:nvPr userDrawn="1"/>
          </p:nvCxnSpPr>
          <p:spPr bwMode="auto">
            <a:xfrm>
              <a:off x="8835479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" name="Gerade Verbindung 21"/>
            <p:cNvCxnSpPr/>
            <p:nvPr userDrawn="1"/>
          </p:nvCxnSpPr>
          <p:spPr bwMode="auto">
            <a:xfrm>
              <a:off x="117157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3" name="Gerade Verbindung 22"/>
            <p:cNvCxnSpPr/>
            <p:nvPr userDrawn="1"/>
          </p:nvCxnSpPr>
          <p:spPr bwMode="auto">
            <a:xfrm rot="5400000">
              <a:off x="-1260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" name="Gerade Verbindung 23"/>
            <p:cNvCxnSpPr/>
            <p:nvPr userDrawn="1"/>
          </p:nvCxnSpPr>
          <p:spPr bwMode="auto">
            <a:xfrm rot="5400000">
              <a:off x="-126000" y="946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5" name="Gerade Verbindung 24"/>
            <p:cNvCxnSpPr/>
            <p:nvPr userDrawn="1"/>
          </p:nvCxnSpPr>
          <p:spPr bwMode="auto">
            <a:xfrm rot="5400000">
              <a:off x="-126000" y="135145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" name="Gerade Verbindung 25"/>
            <p:cNvCxnSpPr/>
            <p:nvPr userDrawn="1"/>
          </p:nvCxnSpPr>
          <p:spPr bwMode="auto">
            <a:xfrm rot="5400000">
              <a:off x="-126000" y="3653512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7" name="Gerade Verbindung 26"/>
            <p:cNvCxnSpPr/>
            <p:nvPr userDrawn="1"/>
          </p:nvCxnSpPr>
          <p:spPr bwMode="auto">
            <a:xfrm rot="5400000">
              <a:off x="-126000" y="3801055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" name="Gerade Verbindung 27"/>
            <p:cNvCxnSpPr/>
            <p:nvPr userDrawn="1"/>
          </p:nvCxnSpPr>
          <p:spPr bwMode="auto">
            <a:xfrm rot="5400000">
              <a:off x="-126000" y="6101999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2931594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area Dynamic Petro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6279408-7FAC-4963-AC11-13105934E20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0879255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48" name="think-cell Slide" r:id="rId5" imgW="622" imgH="623" progId="TCLayout.ActiveDocument.1">
                  <p:embed/>
                </p:oleObj>
              </mc:Choice>
              <mc:Fallback>
                <p:oleObj name="think-cell Slide" r:id="rId5" imgW="622" imgH="62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65C5E623-B0AC-4594-87B1-7C0A13927BFF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charset="0"/>
              <a:buNone/>
            </a:pPr>
            <a:endParaRPr lang="en-US" sz="2200" b="1" i="0" baseline="0" dirty="0">
              <a:solidFill>
                <a:schemeClr val="tx1"/>
              </a:solidFill>
              <a:latin typeface="Arial" panose="020B0604020202020204" pitchFamily="34" charset="0"/>
              <a:ea typeface="Siemens Sans Global" pitchFamily="2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grpSp>
        <p:nvGrpSpPr>
          <p:cNvPr id="7" name="Gruppieren 6"/>
          <p:cNvGrpSpPr/>
          <p:nvPr userDrawn="1"/>
        </p:nvGrpSpPr>
        <p:grpSpPr>
          <a:xfrm>
            <a:off x="0" y="0"/>
            <a:ext cx="12198350" cy="6861907"/>
            <a:chOff x="0" y="0"/>
            <a:chExt cx="12198350" cy="6861907"/>
          </a:xfrm>
        </p:grpSpPr>
        <p:sp>
          <p:nvSpPr>
            <p:cNvPr id="4" name="Rechteck 3"/>
            <p:cNvSpPr/>
            <p:nvPr userDrawn="1"/>
          </p:nvSpPr>
          <p:spPr bwMode="auto">
            <a:xfrm>
              <a:off x="0" y="0"/>
              <a:ext cx="12198350" cy="686190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  <a:buFont typeface="Wingdings" charset="0"/>
                <a:buNone/>
              </a:pPr>
              <a:endParaRPr lang="en-US" sz="1800" noProof="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6" name="Rechteck 5"/>
            <p:cNvSpPr/>
            <p:nvPr userDrawn="1"/>
          </p:nvSpPr>
          <p:spPr bwMode="auto">
            <a:xfrm>
              <a:off x="0" y="0"/>
              <a:ext cx="12198350" cy="6861907"/>
            </a:xfrm>
            <a:prstGeom prst="rect">
              <a:avLst/>
            </a:prstGeom>
            <a:gradFill>
              <a:gsLst>
                <a:gs pos="83000">
                  <a:srgbClr val="0099B0">
                    <a:alpha val="85000"/>
                  </a:srgbClr>
                </a:gs>
                <a:gs pos="50000">
                  <a:srgbClr val="009999">
                    <a:alpha val="85000"/>
                  </a:srgbClr>
                </a:gs>
                <a:gs pos="0">
                  <a:srgbClr val="50BEBE">
                    <a:alpha val="85000"/>
                  </a:srgbClr>
                </a:gs>
                <a:gs pos="100000">
                  <a:srgbClr val="0099CB">
                    <a:alpha val="85000"/>
                  </a:srgbClr>
                </a:gs>
              </a:gsLst>
              <a:lin ang="0" scaled="0"/>
            </a:gradFill>
            <a:ln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  <a:buFont typeface="Wingdings" charset="0"/>
                <a:buNone/>
              </a:pPr>
              <a:endParaRPr lang="en-US" sz="1800" noProof="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grpSp>
        <p:nvGrpSpPr>
          <p:cNvPr id="8" name="Gruppieren 7"/>
          <p:cNvGrpSpPr/>
          <p:nvPr userDrawn="1"/>
        </p:nvGrpSpPr>
        <p:grpSpPr>
          <a:xfrm>
            <a:off x="-216000" y="-216000"/>
            <a:ext cx="12628800" cy="7290000"/>
            <a:chOff x="-216000" y="-216000"/>
            <a:chExt cx="12628800" cy="7290000"/>
          </a:xfrm>
        </p:grpSpPr>
        <p:cxnSp>
          <p:nvCxnSpPr>
            <p:cNvPr id="9" name="Gerade Verbindung 8"/>
            <p:cNvCxnSpPr/>
            <p:nvPr userDrawn="1"/>
          </p:nvCxnSpPr>
          <p:spPr bwMode="auto">
            <a:xfrm>
              <a:off x="627063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" name="Gerade Verbindung 9"/>
            <p:cNvCxnSpPr/>
            <p:nvPr userDrawn="1"/>
          </p:nvCxnSpPr>
          <p:spPr bwMode="auto">
            <a:xfrm>
              <a:off x="6099175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" name="Gerade Verbindung 10"/>
            <p:cNvCxnSpPr/>
            <p:nvPr userDrawn="1"/>
          </p:nvCxnSpPr>
          <p:spPr bwMode="auto">
            <a:xfrm>
              <a:off x="62420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2" name="Gerade Verbindung 11"/>
            <p:cNvCxnSpPr/>
            <p:nvPr userDrawn="1"/>
          </p:nvCxnSpPr>
          <p:spPr bwMode="auto">
            <a:xfrm>
              <a:off x="8835479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" name="Gerade Verbindung 12"/>
            <p:cNvCxnSpPr/>
            <p:nvPr userDrawn="1"/>
          </p:nvCxnSpPr>
          <p:spPr bwMode="auto">
            <a:xfrm>
              <a:off x="117157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" name="Gerade Verbindung 13"/>
            <p:cNvCxnSpPr/>
            <p:nvPr userDrawn="1"/>
          </p:nvCxnSpPr>
          <p:spPr bwMode="auto">
            <a:xfrm rot="5400000">
              <a:off x="123228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" name="Gerade Verbindung 14"/>
            <p:cNvCxnSpPr/>
            <p:nvPr userDrawn="1"/>
          </p:nvCxnSpPr>
          <p:spPr bwMode="auto">
            <a:xfrm rot="5400000">
              <a:off x="12322800" y="945844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6" name="Gerade Verbindung 15"/>
            <p:cNvCxnSpPr/>
            <p:nvPr userDrawn="1"/>
          </p:nvCxnSpPr>
          <p:spPr bwMode="auto">
            <a:xfrm rot="5400000">
              <a:off x="12322800" y="135145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" name="Gerade Verbindung 16"/>
            <p:cNvCxnSpPr/>
            <p:nvPr userDrawn="1"/>
          </p:nvCxnSpPr>
          <p:spPr bwMode="auto">
            <a:xfrm rot="5400000">
              <a:off x="12322800" y="3653512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" name="Gerade Verbindung 17"/>
            <p:cNvCxnSpPr/>
            <p:nvPr userDrawn="1"/>
          </p:nvCxnSpPr>
          <p:spPr bwMode="auto">
            <a:xfrm rot="5400000">
              <a:off x="12322800" y="3801055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" name="Gerade Verbindung 18"/>
            <p:cNvCxnSpPr/>
            <p:nvPr userDrawn="1"/>
          </p:nvCxnSpPr>
          <p:spPr bwMode="auto">
            <a:xfrm rot="5400000">
              <a:off x="12322800" y="6101999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0" name="Gerade Verbindung 19"/>
            <p:cNvCxnSpPr/>
            <p:nvPr userDrawn="1"/>
          </p:nvCxnSpPr>
          <p:spPr bwMode="auto">
            <a:xfrm>
              <a:off x="627063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1" name="Gerade Verbindung 20"/>
            <p:cNvCxnSpPr/>
            <p:nvPr userDrawn="1"/>
          </p:nvCxnSpPr>
          <p:spPr bwMode="auto">
            <a:xfrm>
              <a:off x="6099175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" name="Gerade Verbindung 21"/>
            <p:cNvCxnSpPr/>
            <p:nvPr userDrawn="1"/>
          </p:nvCxnSpPr>
          <p:spPr bwMode="auto">
            <a:xfrm>
              <a:off x="62420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3" name="Gerade Verbindung 22"/>
            <p:cNvCxnSpPr/>
            <p:nvPr userDrawn="1"/>
          </p:nvCxnSpPr>
          <p:spPr bwMode="auto">
            <a:xfrm>
              <a:off x="8835479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" name="Gerade Verbindung 23"/>
            <p:cNvCxnSpPr/>
            <p:nvPr userDrawn="1"/>
          </p:nvCxnSpPr>
          <p:spPr bwMode="auto">
            <a:xfrm>
              <a:off x="117157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5" name="Gerade Verbindung 24"/>
            <p:cNvCxnSpPr/>
            <p:nvPr userDrawn="1"/>
          </p:nvCxnSpPr>
          <p:spPr bwMode="auto">
            <a:xfrm rot="5400000">
              <a:off x="-1260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" name="Gerade Verbindung 25"/>
            <p:cNvCxnSpPr/>
            <p:nvPr userDrawn="1"/>
          </p:nvCxnSpPr>
          <p:spPr bwMode="auto">
            <a:xfrm rot="5400000">
              <a:off x="-126000" y="946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7" name="Gerade Verbindung 26"/>
            <p:cNvCxnSpPr/>
            <p:nvPr userDrawn="1"/>
          </p:nvCxnSpPr>
          <p:spPr bwMode="auto">
            <a:xfrm rot="5400000">
              <a:off x="-126000" y="135145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" name="Gerade Verbindung 27"/>
            <p:cNvCxnSpPr/>
            <p:nvPr userDrawn="1"/>
          </p:nvCxnSpPr>
          <p:spPr bwMode="auto">
            <a:xfrm rot="5400000">
              <a:off x="-126000" y="3653512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9" name="Gerade Verbindung 28"/>
            <p:cNvCxnSpPr/>
            <p:nvPr userDrawn="1"/>
          </p:nvCxnSpPr>
          <p:spPr bwMode="auto">
            <a:xfrm rot="5400000">
              <a:off x="-126000" y="3801055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0" name="Gerade Verbindung 29"/>
            <p:cNvCxnSpPr/>
            <p:nvPr userDrawn="1"/>
          </p:nvCxnSpPr>
          <p:spPr bwMode="auto">
            <a:xfrm rot="5400000">
              <a:off x="-126000" y="6101999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7537660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area Blue 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Object 27" hidden="1">
            <a:extLst>
              <a:ext uri="{FF2B5EF4-FFF2-40B4-BE49-F238E27FC236}">
                <a16:creationId xmlns:a16="http://schemas.microsoft.com/office/drawing/2014/main" id="{82A18FBC-32A9-4530-A230-218982C6995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899750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72" name="think-cell Slide" r:id="rId5" imgW="622" imgH="623" progId="TCLayout.ActiveDocument.1">
                  <p:embed/>
                </p:oleObj>
              </mc:Choice>
              <mc:Fallback>
                <p:oleObj name="think-cell Slide" r:id="rId5" imgW="622" imgH="62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Rectangle 26" hidden="1">
            <a:extLst>
              <a:ext uri="{FF2B5EF4-FFF2-40B4-BE49-F238E27FC236}">
                <a16:creationId xmlns:a16="http://schemas.microsoft.com/office/drawing/2014/main" id="{7753F1E9-6A04-4B7B-B735-5FF0DA075A5D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charset="0"/>
              <a:buNone/>
            </a:pPr>
            <a:endParaRPr lang="en-US" sz="2200" b="1" i="0" baseline="0" dirty="0">
              <a:solidFill>
                <a:schemeClr val="tx1"/>
              </a:solidFill>
              <a:latin typeface="Arial" panose="020B0604020202020204" pitchFamily="34" charset="0"/>
              <a:ea typeface="Siemens Sans Global" pitchFamily="2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" name="Rechteck 2"/>
          <p:cNvSpPr/>
          <p:nvPr userDrawn="1"/>
        </p:nvSpPr>
        <p:spPr bwMode="auto">
          <a:xfrm>
            <a:off x="0" y="0"/>
            <a:ext cx="12198350" cy="6861907"/>
          </a:xfrm>
          <a:prstGeom prst="rect">
            <a:avLst/>
          </a:prstGeom>
          <a:solidFill>
            <a:srgbClr val="50BED7"/>
          </a:solidFill>
          <a:ln>
            <a:noFill/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sz="1800" noProof="0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grpSp>
        <p:nvGrpSpPr>
          <p:cNvPr id="4" name="Gruppieren 3"/>
          <p:cNvGrpSpPr/>
          <p:nvPr userDrawn="1"/>
        </p:nvGrpSpPr>
        <p:grpSpPr>
          <a:xfrm>
            <a:off x="-216000" y="-216000"/>
            <a:ext cx="12628800" cy="7290000"/>
            <a:chOff x="-216000" y="-216000"/>
            <a:chExt cx="12628800" cy="7290000"/>
          </a:xfrm>
        </p:grpSpPr>
        <p:cxnSp>
          <p:nvCxnSpPr>
            <p:cNvPr id="5" name="Gerade Verbindung 4"/>
            <p:cNvCxnSpPr/>
            <p:nvPr userDrawn="1"/>
          </p:nvCxnSpPr>
          <p:spPr bwMode="auto">
            <a:xfrm>
              <a:off x="627063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" name="Gerade Verbindung 5"/>
            <p:cNvCxnSpPr/>
            <p:nvPr userDrawn="1"/>
          </p:nvCxnSpPr>
          <p:spPr bwMode="auto">
            <a:xfrm>
              <a:off x="6099175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" name="Gerade Verbindung 6"/>
            <p:cNvCxnSpPr/>
            <p:nvPr userDrawn="1"/>
          </p:nvCxnSpPr>
          <p:spPr bwMode="auto">
            <a:xfrm>
              <a:off x="62420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" name="Gerade Verbindung 7"/>
            <p:cNvCxnSpPr/>
            <p:nvPr userDrawn="1"/>
          </p:nvCxnSpPr>
          <p:spPr bwMode="auto">
            <a:xfrm>
              <a:off x="8835479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" name="Gerade Verbindung 8"/>
            <p:cNvCxnSpPr/>
            <p:nvPr userDrawn="1"/>
          </p:nvCxnSpPr>
          <p:spPr bwMode="auto">
            <a:xfrm>
              <a:off x="117157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" name="Gerade Verbindung 9"/>
            <p:cNvCxnSpPr/>
            <p:nvPr userDrawn="1"/>
          </p:nvCxnSpPr>
          <p:spPr bwMode="auto">
            <a:xfrm rot="5400000">
              <a:off x="123228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" name="Gerade Verbindung 10"/>
            <p:cNvCxnSpPr/>
            <p:nvPr userDrawn="1"/>
          </p:nvCxnSpPr>
          <p:spPr bwMode="auto">
            <a:xfrm rot="5400000">
              <a:off x="12322800" y="945844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2" name="Gerade Verbindung 11"/>
            <p:cNvCxnSpPr/>
            <p:nvPr userDrawn="1"/>
          </p:nvCxnSpPr>
          <p:spPr bwMode="auto">
            <a:xfrm rot="5400000">
              <a:off x="12322800" y="135145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" name="Gerade Verbindung 12"/>
            <p:cNvCxnSpPr/>
            <p:nvPr userDrawn="1"/>
          </p:nvCxnSpPr>
          <p:spPr bwMode="auto">
            <a:xfrm rot="5400000">
              <a:off x="12322800" y="3653512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" name="Gerade Verbindung 13"/>
            <p:cNvCxnSpPr/>
            <p:nvPr userDrawn="1"/>
          </p:nvCxnSpPr>
          <p:spPr bwMode="auto">
            <a:xfrm rot="5400000">
              <a:off x="12322800" y="3801055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" name="Gerade Verbindung 14"/>
            <p:cNvCxnSpPr/>
            <p:nvPr userDrawn="1"/>
          </p:nvCxnSpPr>
          <p:spPr bwMode="auto">
            <a:xfrm rot="5400000">
              <a:off x="12322800" y="6101999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6" name="Gerade Verbindung 15"/>
            <p:cNvCxnSpPr/>
            <p:nvPr userDrawn="1"/>
          </p:nvCxnSpPr>
          <p:spPr bwMode="auto">
            <a:xfrm>
              <a:off x="627063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" name="Gerade Verbindung 16"/>
            <p:cNvCxnSpPr/>
            <p:nvPr userDrawn="1"/>
          </p:nvCxnSpPr>
          <p:spPr bwMode="auto">
            <a:xfrm>
              <a:off x="6099175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" name="Gerade Verbindung 17"/>
            <p:cNvCxnSpPr/>
            <p:nvPr userDrawn="1"/>
          </p:nvCxnSpPr>
          <p:spPr bwMode="auto">
            <a:xfrm>
              <a:off x="62420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" name="Gerade Verbindung 18"/>
            <p:cNvCxnSpPr/>
            <p:nvPr userDrawn="1"/>
          </p:nvCxnSpPr>
          <p:spPr bwMode="auto">
            <a:xfrm>
              <a:off x="8835479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0" name="Gerade Verbindung 19"/>
            <p:cNvCxnSpPr/>
            <p:nvPr userDrawn="1"/>
          </p:nvCxnSpPr>
          <p:spPr bwMode="auto">
            <a:xfrm>
              <a:off x="117157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1" name="Gerade Verbindung 20"/>
            <p:cNvCxnSpPr/>
            <p:nvPr userDrawn="1"/>
          </p:nvCxnSpPr>
          <p:spPr bwMode="auto">
            <a:xfrm rot="5400000">
              <a:off x="-1260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" name="Gerade Verbindung 21"/>
            <p:cNvCxnSpPr/>
            <p:nvPr userDrawn="1"/>
          </p:nvCxnSpPr>
          <p:spPr bwMode="auto">
            <a:xfrm rot="5400000">
              <a:off x="-126000" y="946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3" name="Gerade Verbindung 22"/>
            <p:cNvCxnSpPr/>
            <p:nvPr userDrawn="1"/>
          </p:nvCxnSpPr>
          <p:spPr bwMode="auto">
            <a:xfrm rot="5400000">
              <a:off x="-126000" y="135145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" name="Gerade Verbindung 23"/>
            <p:cNvCxnSpPr/>
            <p:nvPr userDrawn="1"/>
          </p:nvCxnSpPr>
          <p:spPr bwMode="auto">
            <a:xfrm rot="5400000">
              <a:off x="-126000" y="3653512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5" name="Gerade Verbindung 24"/>
            <p:cNvCxnSpPr/>
            <p:nvPr userDrawn="1"/>
          </p:nvCxnSpPr>
          <p:spPr bwMode="auto">
            <a:xfrm rot="5400000">
              <a:off x="-126000" y="3801055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" name="Gerade Verbindung 25"/>
            <p:cNvCxnSpPr/>
            <p:nvPr userDrawn="1"/>
          </p:nvCxnSpPr>
          <p:spPr bwMode="auto">
            <a:xfrm rot="5400000">
              <a:off x="-126000" y="6101999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19799314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object (large)" type="obj" preserve="1">
  <p:cSld name="One object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57B63D9E-0AA0-4207-B314-59CA783B19F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6293633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96" name="think-cell Slide" r:id="rId8" imgW="622" imgH="623" progId="TCLayout.ActiveDocument.1">
                  <p:embed/>
                </p:oleObj>
              </mc:Choice>
              <mc:Fallback>
                <p:oleObj name="think-cell Slide" r:id="rId8" imgW="622" imgH="62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1A5DD8A6-6D75-40AE-AB88-78BEC519B999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charset="0"/>
              <a:buNone/>
            </a:pPr>
            <a:endParaRPr lang="en-US" sz="2200" b="1" i="0" baseline="0" dirty="0">
              <a:solidFill>
                <a:schemeClr val="tx1"/>
              </a:solidFill>
              <a:latin typeface="Arial" panose="020B0604020202020204" pitchFamily="34" charset="0"/>
              <a:ea typeface="Siemens Sans Global" pitchFamily="2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cdtTitle 1 Id2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0" y="-1"/>
            <a:ext cx="12198350" cy="1440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dtContent Placeholder 2 Id3"/>
          <p:cNvSpPr>
            <a:spLocks noGrp="1"/>
          </p:cNvSpPr>
          <p:nvPr>
            <p:ph idx="1"/>
            <p:custDataLst>
              <p:tags r:id="rId6"/>
            </p:custDataLst>
          </p:nvPr>
        </p:nvSpPr>
        <p:spPr>
          <a:xfrm>
            <a:off x="627063" y="1443038"/>
            <a:ext cx="8208962" cy="4748962"/>
          </a:xfrm>
        </p:spPr>
        <p:txBody>
          <a:bodyPr/>
          <a:lstStyle>
            <a:lvl1pPr>
              <a:buFont typeface="Arial" pitchFamily="34" charset="0"/>
              <a:buNone/>
              <a:defRPr/>
            </a:lvl1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</p:spTree>
    <p:custDataLst>
      <p:custData r:id="rId2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object (small)" type="obj" preserve="1">
  <p:cSld name="One object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66C788C1-2D8A-4ACF-9A29-A404F81FD1F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7396934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20" name="think-cell Slide" r:id="rId8" imgW="622" imgH="623" progId="TCLayout.ActiveDocument.1">
                  <p:embed/>
                </p:oleObj>
              </mc:Choice>
              <mc:Fallback>
                <p:oleObj name="think-cell Slide" r:id="rId8" imgW="622" imgH="62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05740AAF-7D0F-4B7E-BEE4-0A257110E6C2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charset="0"/>
              <a:buNone/>
            </a:pPr>
            <a:endParaRPr lang="en-US" sz="2200" b="1" i="0" baseline="0" dirty="0">
              <a:solidFill>
                <a:schemeClr val="tx1"/>
              </a:solidFill>
              <a:latin typeface="Arial" panose="020B0604020202020204" pitchFamily="34" charset="0"/>
              <a:ea typeface="Siemens Sans Global" pitchFamily="2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cdtTitle 1 Id2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0" y="-1"/>
            <a:ext cx="12198350" cy="1440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dtContent Placeholder 2 Id3"/>
          <p:cNvSpPr>
            <a:spLocks noGrp="1"/>
          </p:cNvSpPr>
          <p:nvPr>
            <p:ph idx="1"/>
            <p:custDataLst>
              <p:tags r:id="rId6"/>
            </p:custDataLst>
          </p:nvPr>
        </p:nvSpPr>
        <p:spPr>
          <a:xfrm>
            <a:off x="627063" y="1443038"/>
            <a:ext cx="6768000" cy="4748962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</p:spTree>
    <p:custDataLst>
      <p:custData r:id="rId2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C78B9BC4-BF95-4208-9624-A0EA61907BB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9283397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44" name="think-cell Slide" r:id="rId8" imgW="622" imgH="623" progId="TCLayout.ActiveDocument.1">
                  <p:embed/>
                </p:oleObj>
              </mc:Choice>
              <mc:Fallback>
                <p:oleObj name="think-cell Slide" r:id="rId8" imgW="622" imgH="62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365C727-CDD9-40CA-9A5C-7664237820EE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charset="0"/>
              <a:buNone/>
            </a:pPr>
            <a:endParaRPr lang="en-US" sz="2200" b="1" i="0" baseline="0" dirty="0">
              <a:solidFill>
                <a:schemeClr val="tx1"/>
              </a:solidFill>
              <a:latin typeface="Arial" panose="020B0604020202020204" pitchFamily="34" charset="0"/>
              <a:ea typeface="Siemens Sans Global" pitchFamily="2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" name="cdtContent Placeholder 2 Id3"/>
          <p:cNvSpPr>
            <a:spLocks noGrp="1"/>
          </p:cNvSpPr>
          <p:nvPr>
            <p:ph sz="half" idx="1" hasCustomPrompt="1"/>
            <p:custDataLst>
              <p:tags r:id="rId5"/>
            </p:custDataLst>
          </p:nvPr>
        </p:nvSpPr>
        <p:spPr>
          <a:xfrm>
            <a:off x="627063" y="1443038"/>
            <a:ext cx="5472112" cy="4748962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marR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 typeface="Arial" pitchFamily="34" charset="0"/>
              <a:buNone/>
              <a:tabLst/>
              <a:defRPr lang="de-DE"/>
            </a:lvl1pPr>
            <a:lvl2pPr marL="179388" marR="0" indent="-1800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tabLst/>
              <a:defRPr lang="de-DE" smtClean="0"/>
            </a:lvl2pPr>
            <a:lvl3pPr marL="358775" marR="0" indent="-1800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tabLst/>
              <a:defRPr lang="de-DE" smtClean="0"/>
            </a:lvl3pPr>
            <a:lvl4pPr marL="538163" marR="0" indent="-1800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tabLst/>
              <a:defRPr lang="de-DE" smtClean="0"/>
            </a:lvl4pPr>
            <a:lvl5pPr marL="720000" marR="0" indent="-1800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tabLst/>
              <a:defRPr lang="de-DE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cdtContent Placeholder 3 Id4"/>
          <p:cNvSpPr>
            <a:spLocks noGrp="1"/>
          </p:cNvSpPr>
          <p:nvPr>
            <p:ph sz="half" idx="2" hasCustomPrompt="1"/>
            <p:custDataLst>
              <p:tags r:id="rId6"/>
            </p:custDataLst>
          </p:nvPr>
        </p:nvSpPr>
        <p:spPr>
          <a:xfrm>
            <a:off x="6243638" y="1443038"/>
            <a:ext cx="5472112" cy="4748962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marR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 typeface="Arial" pitchFamily="34" charset="0"/>
              <a:buNone/>
              <a:tabLst/>
              <a:defRPr lang="de-DE"/>
            </a:lvl1pPr>
            <a:lvl2pPr marL="179388" marR="0" indent="-1800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tabLst/>
              <a:defRPr lang="de-DE" smtClean="0"/>
            </a:lvl2pPr>
            <a:lvl3pPr marL="358775" marR="0" indent="-1800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tabLst/>
              <a:defRPr lang="de-DE" smtClean="0"/>
            </a:lvl3pPr>
            <a:lvl4pPr marL="538163" marR="0" indent="-1800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tabLst/>
              <a:defRPr lang="de-DE" smtClean="0"/>
            </a:lvl4pPr>
            <a:lvl5pPr marL="720000" marR="0" indent="-1800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tabLst/>
              <a:defRPr lang="de-DE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de-DE" dirty="0"/>
          </a:p>
        </p:txBody>
      </p:sp>
    </p:spTree>
    <p:custDataLst>
      <p:custData r:id="rId2"/>
    </p:custDataLst>
    <p:extLst>
      <p:ext uri="{BB962C8B-B14F-4D97-AF65-F5344CB8AC3E}">
        <p14:creationId xmlns:p14="http://schemas.microsoft.com/office/powerpoint/2010/main" val="1607085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, 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CFB466B1-4F37-42DA-86F0-B2474CE2EC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8323984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68" name="think-cell Slide" r:id="rId6" imgW="622" imgH="623" progId="TCLayout.ActiveDocument.1">
                  <p:embed/>
                </p:oleObj>
              </mc:Choice>
              <mc:Fallback>
                <p:oleObj name="think-cell Slide" r:id="rId6" imgW="622" imgH="62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A924C9B8-4AF6-4694-9FFD-B451960FA54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charset="0"/>
              <a:buNone/>
            </a:pPr>
            <a:endParaRPr lang="en-US" sz="2200" b="1" i="0" baseline="0" dirty="0">
              <a:solidFill>
                <a:schemeClr val="tx1"/>
              </a:solidFill>
              <a:latin typeface="Arial" panose="020B0604020202020204" pitchFamily="34" charset="0"/>
              <a:ea typeface="Siemens Sans Global" pitchFamily="2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dtContent Placeholder 2 Id3"/>
          <p:cNvSpPr>
            <a:spLocks noGrp="1"/>
          </p:cNvSpPr>
          <p:nvPr>
            <p:ph sz="half" idx="1" hasCustomPrompt="1"/>
            <p:custDataLst>
              <p:tags r:id="rId4"/>
            </p:custDataLst>
          </p:nvPr>
        </p:nvSpPr>
        <p:spPr>
          <a:xfrm>
            <a:off x="627063" y="1443038"/>
            <a:ext cx="5472112" cy="4748962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marR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 typeface="Arial" pitchFamily="34" charset="0"/>
              <a:buNone/>
              <a:tabLst/>
              <a:defRPr lang="de-DE"/>
            </a:lvl1pPr>
            <a:lvl2pPr marL="179388" marR="0" indent="-1800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tabLst/>
              <a:defRPr lang="de-DE" smtClean="0"/>
            </a:lvl2pPr>
            <a:lvl3pPr marL="358775" marR="0" indent="-1800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tabLst/>
              <a:defRPr lang="de-DE" smtClean="0"/>
            </a:lvl3pPr>
            <a:lvl4pPr marL="538163" marR="0" indent="-1800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tabLst/>
              <a:defRPr lang="de-DE" smtClean="0"/>
            </a:lvl4pPr>
            <a:lvl5pPr marL="720000" marR="0" indent="-1800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tabLst/>
              <a:defRPr lang="de-DE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Bildplatzhalter 4"/>
          <p:cNvSpPr>
            <a:spLocks noGrp="1"/>
          </p:cNvSpPr>
          <p:nvPr>
            <p:ph type="pic" sz="quarter" idx="10"/>
          </p:nvPr>
        </p:nvSpPr>
        <p:spPr>
          <a:xfrm>
            <a:off x="6243637" y="1440000"/>
            <a:ext cx="5472000" cy="2304000"/>
          </a:xfrm>
        </p:spPr>
        <p:txBody>
          <a:bodyPr tIns="648000"/>
          <a:lstStyle>
            <a:lvl1pPr algn="ctr"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6" name="Bildplatzhalter 4"/>
          <p:cNvSpPr>
            <a:spLocks noGrp="1"/>
          </p:cNvSpPr>
          <p:nvPr>
            <p:ph type="pic" sz="quarter" idx="11"/>
          </p:nvPr>
        </p:nvSpPr>
        <p:spPr>
          <a:xfrm>
            <a:off x="6243637" y="3888000"/>
            <a:ext cx="5472000" cy="2304000"/>
          </a:xfrm>
        </p:spPr>
        <p:txBody>
          <a:bodyPr tIns="648000"/>
          <a:lstStyle>
            <a:lvl1pPr algn="ctr"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34765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, two imag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D03712CD-479A-472F-99F5-3A8D64148B4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0311419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192" name="think-cell Slide" r:id="rId6" imgW="622" imgH="623" progId="TCLayout.ActiveDocument.1">
                  <p:embed/>
                </p:oleObj>
              </mc:Choice>
              <mc:Fallback>
                <p:oleObj name="think-cell Slide" r:id="rId6" imgW="622" imgH="62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CC0B40A0-EE35-4694-A2D3-EB422CCE881F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charset="0"/>
              <a:buNone/>
            </a:pPr>
            <a:endParaRPr lang="en-US" sz="2200" b="1" i="0" baseline="0" dirty="0">
              <a:solidFill>
                <a:schemeClr val="tx1"/>
              </a:solidFill>
              <a:latin typeface="Arial" panose="020B0604020202020204" pitchFamily="34" charset="0"/>
              <a:ea typeface="Siemens Sans Global" pitchFamily="2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dtContent Placeholder 2 Id3"/>
          <p:cNvSpPr>
            <a:spLocks noGrp="1"/>
          </p:cNvSpPr>
          <p:nvPr>
            <p:ph sz="half" idx="1" hasCustomPrompt="1"/>
            <p:custDataLst>
              <p:tags r:id="rId4"/>
            </p:custDataLst>
          </p:nvPr>
        </p:nvSpPr>
        <p:spPr>
          <a:xfrm>
            <a:off x="627063" y="1440000"/>
            <a:ext cx="5904000" cy="4752000"/>
          </a:xfr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288000" tIns="252000" rIns="576000" bIns="252000" numCol="1" anchor="t" anchorCtr="0" compatLnSpc="1">
            <a:prstTxWarp prst="textNoShape">
              <a:avLst/>
            </a:prstTxWarp>
          </a:bodyPr>
          <a:lstStyle>
            <a:lvl1pPr marL="0" marR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 typeface="Arial" pitchFamily="34" charset="0"/>
              <a:buNone/>
              <a:tabLst/>
              <a:defRPr lang="de-DE"/>
            </a:lvl1pPr>
            <a:lvl2pPr marL="179388" marR="0" indent="-1800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tabLst/>
              <a:defRPr lang="de-DE" smtClean="0"/>
            </a:lvl2pPr>
            <a:lvl3pPr marL="358775" marR="0" indent="-1800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tabLst/>
              <a:defRPr lang="de-DE" smtClean="0"/>
            </a:lvl3pPr>
            <a:lvl4pPr marL="538163" marR="0" indent="-1800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tabLst/>
              <a:defRPr lang="de-DE" smtClean="0"/>
            </a:lvl4pPr>
            <a:lvl5pPr marL="720000" marR="0" indent="-1800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tabLst/>
              <a:defRPr lang="de-DE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Bildplatzhalter 4"/>
          <p:cNvSpPr>
            <a:spLocks noGrp="1"/>
          </p:cNvSpPr>
          <p:nvPr>
            <p:ph type="pic" sz="quarter" idx="10"/>
          </p:nvPr>
        </p:nvSpPr>
        <p:spPr>
          <a:xfrm>
            <a:off x="6243637" y="1746000"/>
            <a:ext cx="5472000" cy="1998000"/>
          </a:xfrm>
        </p:spPr>
        <p:txBody>
          <a:bodyPr tIns="648000"/>
          <a:lstStyle>
            <a:lvl1pPr algn="ctr"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6" name="Bildplatzhalter 4"/>
          <p:cNvSpPr>
            <a:spLocks noGrp="1"/>
          </p:cNvSpPr>
          <p:nvPr>
            <p:ph type="pic" sz="quarter" idx="11"/>
          </p:nvPr>
        </p:nvSpPr>
        <p:spPr>
          <a:xfrm>
            <a:off x="6243637" y="3888000"/>
            <a:ext cx="5472000" cy="1998000"/>
          </a:xfrm>
        </p:spPr>
        <p:txBody>
          <a:bodyPr tIns="648000"/>
          <a:lstStyle>
            <a:lvl1pPr algn="ctr"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83715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rows" preserve="1" userDrawn="1">
  <p:cSld name="Two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14569DB1-1AEA-4607-A632-C3FC3F9F0A9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2982135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16" name="think-cell Slide" r:id="rId9" imgW="622" imgH="623" progId="TCLayout.ActiveDocument.1">
                  <p:embed/>
                </p:oleObj>
              </mc:Choice>
              <mc:Fallback>
                <p:oleObj name="think-cell Slide" r:id="rId9" imgW="622" imgH="62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BA1AC516-7227-451E-9446-F21CE1DDBA9D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charset="0"/>
              <a:buNone/>
            </a:pPr>
            <a:endParaRPr lang="en-US" sz="2200" b="1" i="0" baseline="0" dirty="0">
              <a:solidFill>
                <a:schemeClr val="tx1"/>
              </a:solidFill>
              <a:latin typeface="Arial" panose="020B0604020202020204" pitchFamily="34" charset="0"/>
              <a:ea typeface="Siemens Sans Global" pitchFamily="2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cdtTitle 1 Id2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0" y="-1"/>
            <a:ext cx="12198350" cy="1440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dtContent Placeholder 2 Id3"/>
          <p:cNvSpPr>
            <a:spLocks noGrp="1"/>
          </p:cNvSpPr>
          <p:nvPr>
            <p:ph idx="1"/>
            <p:custDataLst>
              <p:tags r:id="rId6"/>
            </p:custDataLst>
          </p:nvPr>
        </p:nvSpPr>
        <p:spPr>
          <a:xfrm>
            <a:off x="627063" y="1443038"/>
            <a:ext cx="8208962" cy="2300962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3" name="cdtContent Placeholder 12 Id13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627063" y="3888000"/>
            <a:ext cx="8208962" cy="2304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</p:spTree>
    <p:custDataLst>
      <p:custData r:id="rId2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5F21716-C9E5-45EC-ABC4-25BDDABCF43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7815310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40" name="think-cell Slide" r:id="rId10" imgW="622" imgH="623" progId="TCLayout.ActiveDocument.1">
                  <p:embed/>
                </p:oleObj>
              </mc:Choice>
              <mc:Fallback>
                <p:oleObj name="think-cell Slide" r:id="rId10" imgW="622" imgH="62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32A52570-B62A-4B57-A221-B1D5FCB281CA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charset="0"/>
              <a:buNone/>
            </a:pPr>
            <a:endParaRPr lang="en-US" sz="2200" b="1" i="0" baseline="0" dirty="0">
              <a:solidFill>
                <a:schemeClr val="tx1"/>
              </a:solidFill>
              <a:latin typeface="Arial" panose="020B0604020202020204" pitchFamily="34" charset="0"/>
              <a:ea typeface="Siemens Sans Global" pitchFamily="2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cdtTitle 1 Id2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0" y="-1"/>
            <a:ext cx="12198350" cy="1440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dtContent Placeholder 2 Id3"/>
          <p:cNvSpPr>
            <a:spLocks noGrp="1"/>
          </p:cNvSpPr>
          <p:nvPr>
            <p:ph idx="1"/>
            <p:custDataLst>
              <p:tags r:id="rId6"/>
            </p:custDataLst>
          </p:nvPr>
        </p:nvSpPr>
        <p:spPr>
          <a:xfrm>
            <a:off x="627063" y="1443038"/>
            <a:ext cx="3600450" cy="4748962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3" name="cdtContent Placeholder 12 Id13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4370388" y="1443038"/>
            <a:ext cx="3600000" cy="4748962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2" name="cdtContent Placeholder 11 Id12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8115750" y="1443038"/>
            <a:ext cx="3600000" cy="4748962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</p:spTree>
    <p:custDataLst>
      <p:custData r:id="rId2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objects" preserve="1" userDrawn="1">
  <p:cSld name="Four 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72023A2C-14A2-40E4-A6F3-11BB98EE74A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6907047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264" name="think-cell Slide" r:id="rId10" imgW="622" imgH="623" progId="TCLayout.ActiveDocument.1">
                  <p:embed/>
                </p:oleObj>
              </mc:Choice>
              <mc:Fallback>
                <p:oleObj name="think-cell Slide" r:id="rId10" imgW="622" imgH="62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B209E53E-473A-454B-9710-D0F3B2CC9654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charset="0"/>
              <a:buNone/>
            </a:pPr>
            <a:endParaRPr lang="en-US" sz="2200" b="1" i="0" baseline="0" dirty="0">
              <a:solidFill>
                <a:schemeClr val="tx1"/>
              </a:solidFill>
              <a:latin typeface="Arial" panose="020B0604020202020204" pitchFamily="34" charset="0"/>
              <a:ea typeface="Siemens Sans Global" pitchFamily="2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" name="cdtContent Placeholder 2 Id3"/>
          <p:cNvSpPr>
            <a:spLocks noGrp="1"/>
          </p:cNvSpPr>
          <p:nvPr>
            <p:ph sz="quarter" idx="1" hasCustomPrompt="1"/>
            <p:custDataLst>
              <p:tags r:id="rId5"/>
            </p:custDataLst>
          </p:nvPr>
        </p:nvSpPr>
        <p:spPr>
          <a:xfrm>
            <a:off x="627063" y="1443038"/>
            <a:ext cx="5472112" cy="2300962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marR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 typeface="Arial" pitchFamily="34" charset="0"/>
              <a:buNone/>
              <a:tabLst/>
              <a:defRPr lang="de-DE"/>
            </a:lvl1pPr>
            <a:lvl2pPr marL="179388" marR="0" indent="-1800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tabLst/>
              <a:defRPr lang="de-DE" smtClean="0"/>
            </a:lvl2pPr>
            <a:lvl3pPr marL="358775" marR="0" indent="-1800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tabLst/>
              <a:defRPr lang="de-DE" smtClean="0"/>
            </a:lvl3pPr>
            <a:lvl4pPr marL="538163" marR="0" indent="-1800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tabLst/>
              <a:defRPr lang="de-DE" smtClean="0"/>
            </a:lvl4pPr>
            <a:lvl5pPr marL="720000" marR="0" indent="-1800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tabLst/>
              <a:defRPr lang="de-DE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cdtContent Placeholder 3 Id4"/>
          <p:cNvSpPr>
            <a:spLocks noGrp="1"/>
          </p:cNvSpPr>
          <p:nvPr>
            <p:ph sz="quarter" idx="2" hasCustomPrompt="1"/>
            <p:custDataLst>
              <p:tags r:id="rId6"/>
            </p:custDataLst>
          </p:nvPr>
        </p:nvSpPr>
        <p:spPr>
          <a:xfrm>
            <a:off x="6243638" y="1443038"/>
            <a:ext cx="5472112" cy="2300962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marR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 typeface="Arial" pitchFamily="34" charset="0"/>
              <a:buNone/>
              <a:tabLst/>
              <a:defRPr lang="de-DE"/>
            </a:lvl1pPr>
            <a:lvl2pPr marL="179388" marR="0" indent="-1800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tabLst/>
              <a:defRPr lang="de-DE" smtClean="0"/>
            </a:lvl2pPr>
            <a:lvl3pPr marL="358775" marR="0" indent="-1800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tabLst/>
              <a:defRPr lang="de-DE" smtClean="0"/>
            </a:lvl3pPr>
            <a:lvl4pPr marL="538163" marR="0" indent="-1800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tabLst/>
              <a:defRPr lang="de-DE" smtClean="0"/>
            </a:lvl4pPr>
            <a:lvl5pPr marL="720000" marR="0" indent="-1800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tabLst/>
              <a:defRPr lang="de-DE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cdtContent Placeholder 4 Id5"/>
          <p:cNvSpPr>
            <a:spLocks noGrp="1"/>
          </p:cNvSpPr>
          <p:nvPr>
            <p:ph sz="quarter" idx="3" hasCustomPrompt="1"/>
            <p:custDataLst>
              <p:tags r:id="rId7"/>
            </p:custDataLst>
          </p:nvPr>
        </p:nvSpPr>
        <p:spPr>
          <a:xfrm>
            <a:off x="627063" y="3888000"/>
            <a:ext cx="5472112" cy="23040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marR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 typeface="Arial" pitchFamily="34" charset="0"/>
              <a:buNone/>
              <a:tabLst/>
              <a:defRPr lang="de-DE"/>
            </a:lvl1pPr>
            <a:lvl2pPr marL="179388" marR="0" indent="-1800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tabLst/>
              <a:defRPr lang="de-DE" smtClean="0"/>
            </a:lvl2pPr>
            <a:lvl3pPr marL="358775" marR="0" indent="-1800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tabLst/>
              <a:defRPr lang="de-DE" smtClean="0"/>
            </a:lvl3pPr>
            <a:lvl4pPr marL="538163" marR="0" indent="-1800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tabLst/>
              <a:defRPr lang="de-DE" smtClean="0"/>
            </a:lvl4pPr>
            <a:lvl5pPr marL="720000" marR="0" indent="-1800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tabLst/>
              <a:defRPr lang="de-DE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cdtContent Placeholder 5 Id6"/>
          <p:cNvSpPr>
            <a:spLocks noGrp="1"/>
          </p:cNvSpPr>
          <p:nvPr>
            <p:ph sz="quarter" idx="4" hasCustomPrompt="1"/>
            <p:custDataLst>
              <p:tags r:id="rId8"/>
            </p:custDataLst>
          </p:nvPr>
        </p:nvSpPr>
        <p:spPr>
          <a:xfrm>
            <a:off x="6243638" y="3888000"/>
            <a:ext cx="5472112" cy="23040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marR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 typeface="Arial" pitchFamily="34" charset="0"/>
              <a:buNone/>
              <a:tabLst/>
              <a:defRPr lang="de-DE"/>
            </a:lvl1pPr>
            <a:lvl2pPr marL="179388" marR="0" indent="-1800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tabLst/>
              <a:defRPr lang="de-DE" smtClean="0"/>
            </a:lvl2pPr>
            <a:lvl3pPr marL="358775" marR="0" indent="-1800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tabLst/>
              <a:defRPr lang="de-DE" smtClean="0"/>
            </a:lvl3pPr>
            <a:lvl4pPr marL="538163" marR="0" indent="-1800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tabLst/>
              <a:defRPr lang="de-DE" smtClean="0"/>
            </a:lvl4pPr>
            <a:lvl5pPr marL="720000" marR="0" indent="-1800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tabLst/>
              <a:defRPr lang="de-DE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de-DE" dirty="0"/>
          </a:p>
        </p:txBody>
      </p:sp>
    </p:spTree>
    <p:custDataLst>
      <p:custData r:id="rId2"/>
    </p:custDataLst>
    <p:extLst>
      <p:ext uri="{BB962C8B-B14F-4D97-AF65-F5344CB8AC3E}">
        <p14:creationId xmlns:p14="http://schemas.microsoft.com/office/powerpoint/2010/main" val="2557672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ree Content + Navigation" preserve="1" userDrawn="1">
  <p:cSld name="Free Content + Navig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56FB50E-A5D8-4E3A-A4CA-7991049A213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5340303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288" name="think-cell Slide" r:id="rId8" imgW="622" imgH="623" progId="TCLayout.ActiveDocument.1">
                  <p:embed/>
                </p:oleObj>
              </mc:Choice>
              <mc:Fallback>
                <p:oleObj name="think-cell Slide" r:id="rId8" imgW="622" imgH="62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0C1E32B7-34B5-49AA-988B-C67F54F336D8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charset="0"/>
              <a:buNone/>
            </a:pPr>
            <a:endParaRPr lang="en-US" sz="2200" b="1" i="0" baseline="0" dirty="0">
              <a:solidFill>
                <a:schemeClr val="tx1"/>
              </a:solidFill>
              <a:latin typeface="Arial" panose="020B0604020202020204" pitchFamily="34" charset="0"/>
              <a:ea typeface="Siemens Sans Global" pitchFamily="2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cdtTitle 1 Id2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0" y="-1"/>
            <a:ext cx="12198350" cy="1440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5" name="cdtTextplatzhalter 13 Id5"/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10419751" y="1443038"/>
            <a:ext cx="1295999" cy="4748962"/>
          </a:xfrm>
        </p:spPr>
        <p:txBody>
          <a:bodyPr/>
          <a:lstStyle>
            <a:lvl1pPr marL="144000" indent="-1440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ct val="70000"/>
              <a:buFont typeface="Arial" pitchFamily="34" charset="0"/>
              <a:buChar char="►"/>
              <a:defRPr sz="1200">
                <a:solidFill>
                  <a:srgbClr val="879BAA"/>
                </a:solidFill>
              </a:defRPr>
            </a:lvl1pPr>
            <a:lvl2pPr marL="144000" indent="-1440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Pct val="70000"/>
              <a:buFont typeface="Arial" pitchFamily="34" charset="0"/>
              <a:buChar char="►"/>
              <a:defRPr sz="1200">
                <a:solidFill>
                  <a:srgbClr val="641946"/>
                </a:solidFill>
              </a:defRPr>
            </a:lvl2pPr>
            <a:lvl3pPr marL="288000" indent="-144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70000"/>
              <a:buFont typeface="Arial" pitchFamily="34" charset="0"/>
              <a:buChar char="►"/>
              <a:defRPr sz="1000">
                <a:solidFill>
                  <a:srgbClr val="879BAA"/>
                </a:solidFill>
              </a:defRPr>
            </a:lvl3pPr>
            <a:lvl4pPr marL="288000" indent="-144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Pct val="70000"/>
              <a:buFont typeface="Arial" pitchFamily="34" charset="0"/>
              <a:buChar char="►"/>
              <a:defRPr sz="1000">
                <a:solidFill>
                  <a:srgbClr val="641946"/>
                </a:solidFill>
              </a:defRPr>
            </a:lvl4pPr>
            <a:lvl5pPr marL="432000" indent="-144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70000"/>
              <a:buFont typeface="Arial" pitchFamily="34" charset="0"/>
              <a:buChar char="►"/>
              <a:defRPr sz="1000">
                <a:solidFill>
                  <a:schemeClr val="accent1"/>
                </a:solidFill>
              </a:defRPr>
            </a:lvl5pPr>
            <a:lvl6pPr marL="432000" indent="-144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Pct val="70000"/>
              <a:buFont typeface="Arial" pitchFamily="34" charset="0"/>
              <a:buChar char="►"/>
              <a:defRPr sz="1000">
                <a:solidFill>
                  <a:schemeClr val="accent4"/>
                </a:solidFill>
              </a:defRPr>
            </a:lvl6pPr>
          </a:lstStyle>
          <a:p>
            <a:pPr lvl="0"/>
            <a:r>
              <a:rPr lang="en-US" noProof="0" dirty="0"/>
              <a:t>Click to edit the navigation text</a:t>
            </a:r>
          </a:p>
          <a:p>
            <a:pPr lvl="1"/>
            <a:r>
              <a:rPr lang="en-US" noProof="0" dirty="0"/>
              <a:t>active chapter</a:t>
            </a:r>
          </a:p>
          <a:p>
            <a:pPr lvl="2"/>
            <a:r>
              <a:rPr lang="en-US" noProof="0" dirty="0"/>
              <a:t>subchapter</a:t>
            </a:r>
          </a:p>
          <a:p>
            <a:pPr lvl="3"/>
            <a:r>
              <a:rPr lang="en-US" noProof="0" dirty="0"/>
              <a:t>active subchapter</a:t>
            </a:r>
          </a:p>
          <a:p>
            <a:pPr lvl="4"/>
            <a:r>
              <a:rPr lang="en-US" noProof="0" dirty="0"/>
              <a:t>subchapter</a:t>
            </a:r>
          </a:p>
          <a:p>
            <a:pPr lvl="5"/>
            <a:r>
              <a:rPr lang="en-US" noProof="0" dirty="0"/>
              <a:t>active subchapter</a:t>
            </a:r>
          </a:p>
        </p:txBody>
      </p:sp>
    </p:spTree>
    <p:custDataLst>
      <p:custData r:id="rId2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object (large) + Navigation" preserve="1" userDrawn="1">
  <p:cSld name="One object (large) + Navig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E2027611-0B15-44F2-A54D-ABE30A099C3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2146870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12" name="think-cell Slide" r:id="rId9" imgW="622" imgH="623" progId="TCLayout.ActiveDocument.1">
                  <p:embed/>
                </p:oleObj>
              </mc:Choice>
              <mc:Fallback>
                <p:oleObj name="think-cell Slide" r:id="rId9" imgW="622" imgH="62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DEB1E879-73C2-42E8-9D6B-148550868CEE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charset="0"/>
              <a:buNone/>
            </a:pPr>
            <a:endParaRPr lang="en-US" sz="2200" b="1" i="0" baseline="0" dirty="0">
              <a:solidFill>
                <a:schemeClr val="tx1"/>
              </a:solidFill>
              <a:latin typeface="Arial" panose="020B0604020202020204" pitchFamily="34" charset="0"/>
              <a:ea typeface="Siemens Sans Global" pitchFamily="2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cdtTitle 1 Id2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0" y="-1"/>
            <a:ext cx="12198350" cy="1440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dtContent Placeholder 2 Id3"/>
          <p:cNvSpPr>
            <a:spLocks noGrp="1"/>
          </p:cNvSpPr>
          <p:nvPr>
            <p:ph idx="1"/>
            <p:custDataLst>
              <p:tags r:id="rId6"/>
            </p:custDataLst>
          </p:nvPr>
        </p:nvSpPr>
        <p:spPr>
          <a:xfrm>
            <a:off x="627063" y="1443038"/>
            <a:ext cx="8208962" cy="4748962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cdtTextplatzhalter 13 Id5"/>
          <p:cNvSpPr>
            <a:spLocks noGrp="1"/>
          </p:cNvSpPr>
          <p:nvPr>
            <p:ph type="body" sz="quarter" idx="13" hasCustomPrompt="1"/>
            <p:custDataLst>
              <p:tags r:id="rId7"/>
            </p:custDataLst>
          </p:nvPr>
        </p:nvSpPr>
        <p:spPr>
          <a:xfrm>
            <a:off x="10419751" y="1443038"/>
            <a:ext cx="1295999" cy="4748962"/>
          </a:xfrm>
        </p:spPr>
        <p:txBody>
          <a:bodyPr/>
          <a:lstStyle>
            <a:lvl1pPr marL="144000" indent="-1440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ct val="70000"/>
              <a:buFont typeface="Arial" pitchFamily="34" charset="0"/>
              <a:buChar char="►"/>
              <a:defRPr sz="1200">
                <a:solidFill>
                  <a:srgbClr val="879BAA"/>
                </a:solidFill>
              </a:defRPr>
            </a:lvl1pPr>
            <a:lvl2pPr marL="144000" indent="-1440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Pct val="70000"/>
              <a:buFont typeface="Arial" pitchFamily="34" charset="0"/>
              <a:buChar char="►"/>
              <a:defRPr sz="1200">
                <a:solidFill>
                  <a:srgbClr val="641946"/>
                </a:solidFill>
              </a:defRPr>
            </a:lvl2pPr>
            <a:lvl3pPr marL="288000" indent="-144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70000"/>
              <a:buFont typeface="Arial" pitchFamily="34" charset="0"/>
              <a:buChar char="►"/>
              <a:defRPr sz="1000">
                <a:solidFill>
                  <a:srgbClr val="879BAA"/>
                </a:solidFill>
              </a:defRPr>
            </a:lvl3pPr>
            <a:lvl4pPr marL="288000" indent="-144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Pct val="70000"/>
              <a:buFont typeface="Arial" pitchFamily="34" charset="0"/>
              <a:buChar char="►"/>
              <a:defRPr sz="1000">
                <a:solidFill>
                  <a:srgbClr val="641946"/>
                </a:solidFill>
              </a:defRPr>
            </a:lvl4pPr>
            <a:lvl5pPr marL="432000" indent="-144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70000"/>
              <a:buFont typeface="Arial" pitchFamily="34" charset="0"/>
              <a:buChar char="►"/>
              <a:defRPr sz="1000">
                <a:solidFill>
                  <a:schemeClr val="accent1"/>
                </a:solidFill>
              </a:defRPr>
            </a:lvl5pPr>
            <a:lvl6pPr marL="432000" indent="-144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Pct val="70000"/>
              <a:buFont typeface="Arial" pitchFamily="34" charset="0"/>
              <a:buChar char="►"/>
              <a:defRPr sz="1000">
                <a:solidFill>
                  <a:schemeClr val="accent4"/>
                </a:solidFill>
              </a:defRPr>
            </a:lvl6pPr>
          </a:lstStyle>
          <a:p>
            <a:pPr lvl="0"/>
            <a:r>
              <a:rPr lang="en-US" noProof="0" dirty="0"/>
              <a:t>Click to edit the navigation text</a:t>
            </a:r>
          </a:p>
          <a:p>
            <a:pPr lvl="1"/>
            <a:r>
              <a:rPr lang="en-US" noProof="0" dirty="0"/>
              <a:t>active chapter</a:t>
            </a:r>
          </a:p>
          <a:p>
            <a:pPr lvl="2"/>
            <a:r>
              <a:rPr lang="en-US" noProof="0" dirty="0"/>
              <a:t>subchapter</a:t>
            </a:r>
          </a:p>
          <a:p>
            <a:pPr lvl="3"/>
            <a:r>
              <a:rPr lang="en-US" noProof="0" dirty="0"/>
              <a:t>active subchapter</a:t>
            </a:r>
          </a:p>
          <a:p>
            <a:pPr lvl="4"/>
            <a:r>
              <a:rPr lang="en-US" noProof="0" dirty="0"/>
              <a:t>subchapter</a:t>
            </a:r>
          </a:p>
          <a:p>
            <a:pPr lvl="5"/>
            <a:r>
              <a:rPr lang="en-US" noProof="0" dirty="0"/>
              <a:t>active subchapter</a:t>
            </a:r>
          </a:p>
        </p:txBody>
      </p:sp>
    </p:spTree>
    <p:custDataLst>
      <p:custData r:id="rId2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object (small) + Navigation" preserve="1" userDrawn="1">
  <p:cSld name="One object (small) + Navig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A4F4F9DA-FDD7-4260-B321-63902B63157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5697112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36" name="think-cell Slide" r:id="rId9" imgW="622" imgH="623" progId="TCLayout.ActiveDocument.1">
                  <p:embed/>
                </p:oleObj>
              </mc:Choice>
              <mc:Fallback>
                <p:oleObj name="think-cell Slide" r:id="rId9" imgW="622" imgH="62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6F8E0AE6-0F13-4744-822F-A02D258EEE51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charset="0"/>
              <a:buNone/>
            </a:pPr>
            <a:endParaRPr lang="en-US" sz="2200" b="1" i="0" baseline="0" dirty="0">
              <a:solidFill>
                <a:schemeClr val="tx1"/>
              </a:solidFill>
              <a:latin typeface="Arial" panose="020B0604020202020204" pitchFamily="34" charset="0"/>
              <a:ea typeface="Siemens Sans Global" pitchFamily="2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cdtTitle 1 Id2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0" y="-1"/>
            <a:ext cx="12198350" cy="1440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dtContent Placeholder 2 Id3"/>
          <p:cNvSpPr>
            <a:spLocks noGrp="1"/>
          </p:cNvSpPr>
          <p:nvPr>
            <p:ph idx="1"/>
            <p:custDataLst>
              <p:tags r:id="rId6"/>
            </p:custDataLst>
          </p:nvPr>
        </p:nvSpPr>
        <p:spPr>
          <a:xfrm>
            <a:off x="627063" y="1443038"/>
            <a:ext cx="6768000" cy="4748962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6" name="cdtTextplatzhalter 13 Id6"/>
          <p:cNvSpPr>
            <a:spLocks noGrp="1"/>
          </p:cNvSpPr>
          <p:nvPr>
            <p:ph type="body" sz="quarter" idx="13" hasCustomPrompt="1"/>
            <p:custDataLst>
              <p:tags r:id="rId7"/>
            </p:custDataLst>
          </p:nvPr>
        </p:nvSpPr>
        <p:spPr>
          <a:xfrm>
            <a:off x="10419751" y="1443038"/>
            <a:ext cx="1295999" cy="4748962"/>
          </a:xfrm>
        </p:spPr>
        <p:txBody>
          <a:bodyPr/>
          <a:lstStyle>
            <a:lvl1pPr marL="144000" indent="-1440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ct val="70000"/>
              <a:buFont typeface="Arial" pitchFamily="34" charset="0"/>
              <a:buChar char="►"/>
              <a:defRPr sz="1200">
                <a:solidFill>
                  <a:srgbClr val="879BAA"/>
                </a:solidFill>
              </a:defRPr>
            </a:lvl1pPr>
            <a:lvl2pPr marL="144000" indent="-1440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Pct val="70000"/>
              <a:buFont typeface="Arial" pitchFamily="34" charset="0"/>
              <a:buChar char="►"/>
              <a:defRPr sz="1200">
                <a:solidFill>
                  <a:srgbClr val="641946"/>
                </a:solidFill>
              </a:defRPr>
            </a:lvl2pPr>
            <a:lvl3pPr marL="288000" indent="-144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70000"/>
              <a:buFont typeface="Arial" pitchFamily="34" charset="0"/>
              <a:buChar char="►"/>
              <a:defRPr sz="1000">
                <a:solidFill>
                  <a:srgbClr val="879BAA"/>
                </a:solidFill>
              </a:defRPr>
            </a:lvl3pPr>
            <a:lvl4pPr marL="288000" indent="-144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Pct val="70000"/>
              <a:buFont typeface="Arial" pitchFamily="34" charset="0"/>
              <a:buChar char="►"/>
              <a:defRPr sz="1000">
                <a:solidFill>
                  <a:srgbClr val="641946"/>
                </a:solidFill>
              </a:defRPr>
            </a:lvl4pPr>
            <a:lvl5pPr marL="432000" indent="-144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70000"/>
              <a:buFont typeface="Arial" pitchFamily="34" charset="0"/>
              <a:buChar char="►"/>
              <a:defRPr sz="1000">
                <a:solidFill>
                  <a:schemeClr val="accent1"/>
                </a:solidFill>
              </a:defRPr>
            </a:lvl5pPr>
            <a:lvl6pPr marL="432000" indent="-144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Pct val="70000"/>
              <a:buFont typeface="Arial" pitchFamily="34" charset="0"/>
              <a:buChar char="►"/>
              <a:defRPr sz="1000">
                <a:solidFill>
                  <a:schemeClr val="accent4"/>
                </a:solidFill>
              </a:defRPr>
            </a:lvl6pPr>
          </a:lstStyle>
          <a:p>
            <a:pPr lvl="0"/>
            <a:r>
              <a:rPr lang="en-US" noProof="0" dirty="0"/>
              <a:t>Click to edit the navigation text</a:t>
            </a:r>
          </a:p>
          <a:p>
            <a:pPr lvl="1"/>
            <a:r>
              <a:rPr lang="en-US" noProof="0" dirty="0"/>
              <a:t>active chapter</a:t>
            </a:r>
          </a:p>
          <a:p>
            <a:pPr lvl="2"/>
            <a:r>
              <a:rPr lang="en-US" noProof="0" dirty="0"/>
              <a:t>subchapter</a:t>
            </a:r>
          </a:p>
          <a:p>
            <a:pPr lvl="3"/>
            <a:r>
              <a:rPr lang="en-US" noProof="0" dirty="0"/>
              <a:t>active subchapter</a:t>
            </a:r>
          </a:p>
          <a:p>
            <a:pPr lvl="4"/>
            <a:r>
              <a:rPr lang="en-US" noProof="0" dirty="0"/>
              <a:t>subchapter</a:t>
            </a:r>
          </a:p>
          <a:p>
            <a:pPr lvl="5"/>
            <a:r>
              <a:rPr lang="en-US" noProof="0" dirty="0"/>
              <a:t>active subchapter</a:t>
            </a:r>
          </a:p>
        </p:txBody>
      </p:sp>
    </p:spTree>
    <p:custDataLst>
      <p:custData r:id="rId2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 + Navigation" preserve="1" userDrawn="1">
  <p:cSld name="Two columns + Navig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8884B1B8-9ABC-4445-BC89-B8162135995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40840751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60" name="think-cell Slide" r:id="rId10" imgW="622" imgH="623" progId="TCLayout.ActiveDocument.1">
                  <p:embed/>
                </p:oleObj>
              </mc:Choice>
              <mc:Fallback>
                <p:oleObj name="think-cell Slide" r:id="rId10" imgW="622" imgH="62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5647A621-75B3-4EA2-81AF-2DD3D16A3A6F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charset="0"/>
              <a:buNone/>
            </a:pPr>
            <a:endParaRPr lang="en-US" sz="2200" b="1" i="0" baseline="0" dirty="0">
              <a:solidFill>
                <a:schemeClr val="tx1"/>
              </a:solidFill>
              <a:latin typeface="Arial" panose="020B0604020202020204" pitchFamily="34" charset="0"/>
              <a:ea typeface="Siemens Sans Global" pitchFamily="2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cdtTitle 1 Id2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0" y="-1"/>
            <a:ext cx="12198350" cy="1440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dtContent Placeholder 2 Id3"/>
          <p:cNvSpPr>
            <a:spLocks noGrp="1"/>
          </p:cNvSpPr>
          <p:nvPr>
            <p:ph idx="1"/>
            <p:custDataLst>
              <p:tags r:id="rId6"/>
            </p:custDataLst>
          </p:nvPr>
        </p:nvSpPr>
        <p:spPr>
          <a:xfrm>
            <a:off x="627063" y="1443038"/>
            <a:ext cx="4032000" cy="4748962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3" name="cdtContent Placeholder 12 Id13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4804025" y="1443038"/>
            <a:ext cx="4032000" cy="4748962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6" name="cdtTextplatzhalter 13 Id6"/>
          <p:cNvSpPr>
            <a:spLocks noGrp="1"/>
          </p:cNvSpPr>
          <p:nvPr>
            <p:ph type="body" sz="quarter" idx="14" hasCustomPrompt="1"/>
            <p:custDataLst>
              <p:tags r:id="rId8"/>
            </p:custDataLst>
          </p:nvPr>
        </p:nvSpPr>
        <p:spPr>
          <a:xfrm>
            <a:off x="10419751" y="1443038"/>
            <a:ext cx="1295999" cy="4748962"/>
          </a:xfrm>
        </p:spPr>
        <p:txBody>
          <a:bodyPr/>
          <a:lstStyle>
            <a:lvl1pPr marL="144000" indent="-1440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ct val="70000"/>
              <a:buFont typeface="Arial" pitchFamily="34" charset="0"/>
              <a:buChar char="►"/>
              <a:defRPr sz="1200">
                <a:solidFill>
                  <a:srgbClr val="879BAA"/>
                </a:solidFill>
              </a:defRPr>
            </a:lvl1pPr>
            <a:lvl2pPr marL="144000" indent="-1440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Pct val="70000"/>
              <a:buFont typeface="Arial" pitchFamily="34" charset="0"/>
              <a:buChar char="►"/>
              <a:defRPr sz="1200">
                <a:solidFill>
                  <a:srgbClr val="641946"/>
                </a:solidFill>
              </a:defRPr>
            </a:lvl2pPr>
            <a:lvl3pPr marL="288000" indent="-144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70000"/>
              <a:buFont typeface="Arial" pitchFamily="34" charset="0"/>
              <a:buChar char="►"/>
              <a:defRPr sz="1000">
                <a:solidFill>
                  <a:srgbClr val="879BAA"/>
                </a:solidFill>
              </a:defRPr>
            </a:lvl3pPr>
            <a:lvl4pPr marL="288000" indent="-144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Pct val="70000"/>
              <a:buFont typeface="Arial" pitchFamily="34" charset="0"/>
              <a:buChar char="►"/>
              <a:defRPr sz="1000">
                <a:solidFill>
                  <a:srgbClr val="641946"/>
                </a:solidFill>
              </a:defRPr>
            </a:lvl4pPr>
            <a:lvl5pPr marL="432000" indent="-144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70000"/>
              <a:buFont typeface="Arial" pitchFamily="34" charset="0"/>
              <a:buChar char="►"/>
              <a:defRPr sz="1000">
                <a:solidFill>
                  <a:schemeClr val="accent1"/>
                </a:solidFill>
              </a:defRPr>
            </a:lvl5pPr>
            <a:lvl6pPr marL="432000" indent="-144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Pct val="70000"/>
              <a:buFont typeface="Arial" pitchFamily="34" charset="0"/>
              <a:buChar char="►"/>
              <a:defRPr sz="1000">
                <a:solidFill>
                  <a:schemeClr val="accent4"/>
                </a:solidFill>
              </a:defRPr>
            </a:lvl6pPr>
          </a:lstStyle>
          <a:p>
            <a:pPr lvl="0"/>
            <a:r>
              <a:rPr lang="en-US" noProof="0" dirty="0"/>
              <a:t>Click to edit the navigation text</a:t>
            </a:r>
          </a:p>
          <a:p>
            <a:pPr lvl="1"/>
            <a:r>
              <a:rPr lang="en-US" noProof="0" dirty="0"/>
              <a:t>active chapter</a:t>
            </a:r>
          </a:p>
          <a:p>
            <a:pPr lvl="2"/>
            <a:r>
              <a:rPr lang="en-US" noProof="0" dirty="0"/>
              <a:t>subchapter</a:t>
            </a:r>
          </a:p>
          <a:p>
            <a:pPr lvl="3"/>
            <a:r>
              <a:rPr lang="en-US" noProof="0" dirty="0"/>
              <a:t>active subchapter</a:t>
            </a:r>
          </a:p>
          <a:p>
            <a:pPr lvl="4"/>
            <a:r>
              <a:rPr lang="en-US" noProof="0" dirty="0"/>
              <a:t>subchapter</a:t>
            </a:r>
          </a:p>
          <a:p>
            <a:pPr lvl="5"/>
            <a:r>
              <a:rPr lang="en-US" noProof="0" dirty="0"/>
              <a:t>active subchapter</a:t>
            </a:r>
          </a:p>
        </p:txBody>
      </p:sp>
    </p:spTree>
    <p:custDataLst>
      <p:custData r:id="rId2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+ Navigation" preserve="1" userDrawn="1">
  <p:cSld name="Three columns + Navig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AE2A6EF-3FC0-49D4-B6AC-C4C96DECF72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573365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84" name="think-cell Slide" r:id="rId11" imgW="622" imgH="623" progId="TCLayout.ActiveDocument.1">
                  <p:embed/>
                </p:oleObj>
              </mc:Choice>
              <mc:Fallback>
                <p:oleObj name="think-cell Slide" r:id="rId11" imgW="622" imgH="62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E7B12909-2258-49EC-8677-90B442960C47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charset="0"/>
              <a:buNone/>
            </a:pPr>
            <a:endParaRPr lang="en-US" sz="2200" b="1" i="0" baseline="0" dirty="0">
              <a:solidFill>
                <a:schemeClr val="tx1"/>
              </a:solidFill>
              <a:latin typeface="Arial" panose="020B0604020202020204" pitchFamily="34" charset="0"/>
              <a:ea typeface="Siemens Sans Global" pitchFamily="2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cdtTitle 1 Id2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0" y="-1"/>
            <a:ext cx="12198350" cy="1440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dtContent Placeholder 2 Id3"/>
          <p:cNvSpPr>
            <a:spLocks noGrp="1"/>
          </p:cNvSpPr>
          <p:nvPr>
            <p:ph idx="1"/>
            <p:custDataLst>
              <p:tags r:id="rId6"/>
            </p:custDataLst>
          </p:nvPr>
        </p:nvSpPr>
        <p:spPr>
          <a:xfrm>
            <a:off x="627063" y="1443038"/>
            <a:ext cx="2592000" cy="4748962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3" name="cdtContent Placeholder 12 Id13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3362400" y="1443038"/>
            <a:ext cx="2736775" cy="4748962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2" name="cdtContent Placeholder 11 Id12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6243638" y="1443038"/>
            <a:ext cx="2592387" cy="4748962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7" name="cdtTextplatzhalter 13 Id7"/>
          <p:cNvSpPr>
            <a:spLocks noGrp="1"/>
          </p:cNvSpPr>
          <p:nvPr>
            <p:ph type="body" sz="quarter" idx="15" hasCustomPrompt="1"/>
            <p:custDataLst>
              <p:tags r:id="rId9"/>
            </p:custDataLst>
          </p:nvPr>
        </p:nvSpPr>
        <p:spPr>
          <a:xfrm>
            <a:off x="10419751" y="1443038"/>
            <a:ext cx="1295999" cy="4748962"/>
          </a:xfrm>
        </p:spPr>
        <p:txBody>
          <a:bodyPr/>
          <a:lstStyle>
            <a:lvl1pPr marL="144000" indent="-1440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ct val="70000"/>
              <a:buFont typeface="Arial" pitchFamily="34" charset="0"/>
              <a:buChar char="►"/>
              <a:defRPr sz="1200">
                <a:solidFill>
                  <a:srgbClr val="879BAA"/>
                </a:solidFill>
              </a:defRPr>
            </a:lvl1pPr>
            <a:lvl2pPr marL="144000" indent="-1440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Pct val="70000"/>
              <a:buFont typeface="Arial" pitchFamily="34" charset="0"/>
              <a:buChar char="►"/>
              <a:defRPr sz="1200">
                <a:solidFill>
                  <a:srgbClr val="641946"/>
                </a:solidFill>
              </a:defRPr>
            </a:lvl2pPr>
            <a:lvl3pPr marL="288000" indent="-144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70000"/>
              <a:buFont typeface="Arial" pitchFamily="34" charset="0"/>
              <a:buChar char="►"/>
              <a:defRPr sz="1000">
                <a:solidFill>
                  <a:srgbClr val="879BAA"/>
                </a:solidFill>
              </a:defRPr>
            </a:lvl3pPr>
            <a:lvl4pPr marL="288000" indent="-144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Pct val="70000"/>
              <a:buFont typeface="Arial" pitchFamily="34" charset="0"/>
              <a:buChar char="►"/>
              <a:defRPr sz="1000">
                <a:solidFill>
                  <a:srgbClr val="641946"/>
                </a:solidFill>
              </a:defRPr>
            </a:lvl4pPr>
            <a:lvl5pPr marL="432000" indent="-144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70000"/>
              <a:buFont typeface="Arial" pitchFamily="34" charset="0"/>
              <a:buChar char="►"/>
              <a:defRPr sz="1000">
                <a:solidFill>
                  <a:schemeClr val="accent1"/>
                </a:solidFill>
              </a:defRPr>
            </a:lvl5pPr>
            <a:lvl6pPr marL="432000" indent="-144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Pct val="70000"/>
              <a:buFont typeface="Arial" pitchFamily="34" charset="0"/>
              <a:buChar char="►"/>
              <a:defRPr sz="1000">
                <a:solidFill>
                  <a:schemeClr val="accent4"/>
                </a:solidFill>
              </a:defRPr>
            </a:lvl6pPr>
          </a:lstStyle>
          <a:p>
            <a:pPr lvl="0"/>
            <a:r>
              <a:rPr lang="en-US" noProof="0" dirty="0"/>
              <a:t>Click to edit the navigation text</a:t>
            </a:r>
          </a:p>
          <a:p>
            <a:pPr lvl="1"/>
            <a:r>
              <a:rPr lang="en-US" noProof="0" dirty="0"/>
              <a:t>active chapter</a:t>
            </a:r>
          </a:p>
          <a:p>
            <a:pPr lvl="2"/>
            <a:r>
              <a:rPr lang="en-US" noProof="0" dirty="0"/>
              <a:t>subchapter</a:t>
            </a:r>
          </a:p>
          <a:p>
            <a:pPr lvl="3"/>
            <a:r>
              <a:rPr lang="en-US" noProof="0" dirty="0"/>
              <a:t>active subchapter</a:t>
            </a:r>
          </a:p>
          <a:p>
            <a:pPr lvl="4"/>
            <a:r>
              <a:rPr lang="en-US" noProof="0" dirty="0"/>
              <a:t>subchapter</a:t>
            </a:r>
          </a:p>
          <a:p>
            <a:pPr lvl="5"/>
            <a:r>
              <a:rPr lang="en-US" noProof="0" dirty="0"/>
              <a:t>active subchapter</a:t>
            </a:r>
          </a:p>
        </p:txBody>
      </p:sp>
    </p:spTree>
    <p:custDataLst>
      <p:custData r:id="rId2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rows + Navigation" preserve="1" userDrawn="1">
  <p:cSld name="Two rows + Navig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EBDFE358-2989-45E8-B7E6-0D869FBF0B8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4930646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408" name="think-cell Slide" r:id="rId10" imgW="622" imgH="623" progId="TCLayout.ActiveDocument.1">
                  <p:embed/>
                </p:oleObj>
              </mc:Choice>
              <mc:Fallback>
                <p:oleObj name="think-cell Slide" r:id="rId10" imgW="622" imgH="62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BC7A05BB-E0B3-44EB-82F3-6673981CBA66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charset="0"/>
              <a:buNone/>
            </a:pPr>
            <a:endParaRPr lang="en-US" sz="2200" b="1" i="0" baseline="0" dirty="0">
              <a:solidFill>
                <a:schemeClr val="tx1"/>
              </a:solidFill>
              <a:latin typeface="Arial" panose="020B0604020202020204" pitchFamily="34" charset="0"/>
              <a:ea typeface="Siemens Sans Global" pitchFamily="2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cdtTitle 1 Id2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0" y="-1"/>
            <a:ext cx="12198350" cy="1440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dtContent Placeholder 2 Id3"/>
          <p:cNvSpPr>
            <a:spLocks noGrp="1"/>
          </p:cNvSpPr>
          <p:nvPr>
            <p:ph idx="1"/>
            <p:custDataLst>
              <p:tags r:id="rId6"/>
            </p:custDataLst>
          </p:nvPr>
        </p:nvSpPr>
        <p:spPr>
          <a:xfrm>
            <a:off x="627063" y="1443038"/>
            <a:ext cx="8208962" cy="2300962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3" name="cdtContent Placeholder 12 Id13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627063" y="3888000"/>
            <a:ext cx="8208962" cy="2304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6" name="cdtTextplatzhalter 13 Id6"/>
          <p:cNvSpPr>
            <a:spLocks noGrp="1"/>
          </p:cNvSpPr>
          <p:nvPr>
            <p:ph type="body" sz="quarter" idx="14" hasCustomPrompt="1"/>
            <p:custDataLst>
              <p:tags r:id="rId8"/>
            </p:custDataLst>
          </p:nvPr>
        </p:nvSpPr>
        <p:spPr>
          <a:xfrm>
            <a:off x="10419751" y="1443038"/>
            <a:ext cx="1295999" cy="4748962"/>
          </a:xfrm>
        </p:spPr>
        <p:txBody>
          <a:bodyPr/>
          <a:lstStyle>
            <a:lvl1pPr marL="144000" indent="-1440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ct val="70000"/>
              <a:buFont typeface="Arial" pitchFamily="34" charset="0"/>
              <a:buChar char="►"/>
              <a:defRPr sz="1200">
                <a:solidFill>
                  <a:srgbClr val="879BAA"/>
                </a:solidFill>
              </a:defRPr>
            </a:lvl1pPr>
            <a:lvl2pPr marL="144000" indent="-1440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Pct val="70000"/>
              <a:buFont typeface="Arial" pitchFamily="34" charset="0"/>
              <a:buChar char="►"/>
              <a:defRPr sz="1200">
                <a:solidFill>
                  <a:srgbClr val="641946"/>
                </a:solidFill>
              </a:defRPr>
            </a:lvl2pPr>
            <a:lvl3pPr marL="288000" indent="-144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70000"/>
              <a:buFont typeface="Arial" pitchFamily="34" charset="0"/>
              <a:buChar char="►"/>
              <a:defRPr sz="1000">
                <a:solidFill>
                  <a:srgbClr val="879BAA"/>
                </a:solidFill>
              </a:defRPr>
            </a:lvl3pPr>
            <a:lvl4pPr marL="288000" indent="-144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Pct val="70000"/>
              <a:buFont typeface="Arial" pitchFamily="34" charset="0"/>
              <a:buChar char="►"/>
              <a:defRPr sz="1000">
                <a:solidFill>
                  <a:srgbClr val="641946"/>
                </a:solidFill>
              </a:defRPr>
            </a:lvl4pPr>
            <a:lvl5pPr marL="432000" indent="-144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70000"/>
              <a:buFont typeface="Arial" pitchFamily="34" charset="0"/>
              <a:buChar char="►"/>
              <a:defRPr sz="1000">
                <a:solidFill>
                  <a:schemeClr val="accent1"/>
                </a:solidFill>
              </a:defRPr>
            </a:lvl5pPr>
            <a:lvl6pPr marL="432000" indent="-144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Pct val="70000"/>
              <a:buFont typeface="Arial" pitchFamily="34" charset="0"/>
              <a:buChar char="►"/>
              <a:defRPr sz="1000">
                <a:solidFill>
                  <a:schemeClr val="accent4"/>
                </a:solidFill>
              </a:defRPr>
            </a:lvl6pPr>
          </a:lstStyle>
          <a:p>
            <a:pPr lvl="0"/>
            <a:r>
              <a:rPr lang="en-US" noProof="0" dirty="0"/>
              <a:t>Click to edit the navigation text</a:t>
            </a:r>
          </a:p>
          <a:p>
            <a:pPr lvl="1"/>
            <a:r>
              <a:rPr lang="en-US" noProof="0" dirty="0"/>
              <a:t>active chapter</a:t>
            </a:r>
          </a:p>
          <a:p>
            <a:pPr lvl="2"/>
            <a:r>
              <a:rPr lang="en-US" noProof="0" dirty="0"/>
              <a:t>subchapter</a:t>
            </a:r>
          </a:p>
          <a:p>
            <a:pPr lvl="3"/>
            <a:r>
              <a:rPr lang="en-US" noProof="0" dirty="0"/>
              <a:t>active subchapter</a:t>
            </a:r>
          </a:p>
          <a:p>
            <a:pPr lvl="4"/>
            <a:r>
              <a:rPr lang="en-US" noProof="0" dirty="0"/>
              <a:t>subchapter</a:t>
            </a:r>
          </a:p>
          <a:p>
            <a:pPr lvl="5"/>
            <a:r>
              <a:rPr lang="en-US" noProof="0" dirty="0"/>
              <a:t>active subchapter</a:t>
            </a:r>
          </a:p>
        </p:txBody>
      </p:sp>
    </p:spTree>
    <p:custDataLst>
      <p:custData r:id="rId2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objects + Navigation" preserve="1" userDrawn="1">
  <p:cSld name="Four objects + Navig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F8345DBF-C5BF-4D63-8386-277ED46F476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4811460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432" name="think-cell Slide" r:id="rId12" imgW="622" imgH="623" progId="TCLayout.ActiveDocument.1">
                  <p:embed/>
                </p:oleObj>
              </mc:Choice>
              <mc:Fallback>
                <p:oleObj name="think-cell Slide" r:id="rId12" imgW="622" imgH="62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8E1EFABD-0038-4EC0-B70E-C7B583571E77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charset="0"/>
              <a:buNone/>
            </a:pPr>
            <a:endParaRPr lang="en-US" sz="2200" b="1" i="0" baseline="0" dirty="0">
              <a:solidFill>
                <a:schemeClr val="tx1"/>
              </a:solidFill>
              <a:latin typeface="Arial" panose="020B0604020202020204" pitchFamily="34" charset="0"/>
              <a:ea typeface="Siemens Sans Global" pitchFamily="2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cdtTitle 1 Id2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0" y="-1"/>
            <a:ext cx="12198350" cy="1440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dtContent Placeholder 2 Id3"/>
          <p:cNvSpPr>
            <a:spLocks noGrp="1"/>
          </p:cNvSpPr>
          <p:nvPr>
            <p:ph idx="1"/>
            <p:custDataLst>
              <p:tags r:id="rId6"/>
            </p:custDataLst>
          </p:nvPr>
        </p:nvSpPr>
        <p:spPr>
          <a:xfrm>
            <a:off x="627063" y="1443038"/>
            <a:ext cx="4032000" cy="2300962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3" name="cdtContent Placeholder 12 Id13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4804024" y="1443038"/>
            <a:ext cx="4032000" cy="2300962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2" name="cdtContent Placeholder 11 Id12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627063" y="3888000"/>
            <a:ext cx="4032000" cy="2304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5" name="cdtContent Placeholder 14 Id15"/>
          <p:cNvSpPr>
            <a:spLocks noGrp="1"/>
          </p:cNvSpPr>
          <p:nvPr>
            <p:ph sz="quarter" idx="15"/>
            <p:custDataLst>
              <p:tags r:id="rId9"/>
            </p:custDataLst>
          </p:nvPr>
        </p:nvSpPr>
        <p:spPr>
          <a:xfrm>
            <a:off x="4804025" y="3888000"/>
            <a:ext cx="4032000" cy="2304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0" name="cdtTextplatzhalter 13 Id10"/>
          <p:cNvSpPr>
            <a:spLocks noGrp="1"/>
          </p:cNvSpPr>
          <p:nvPr>
            <p:ph type="body" sz="quarter" idx="16" hasCustomPrompt="1"/>
            <p:custDataLst>
              <p:tags r:id="rId10"/>
            </p:custDataLst>
          </p:nvPr>
        </p:nvSpPr>
        <p:spPr>
          <a:xfrm>
            <a:off x="10419751" y="1443038"/>
            <a:ext cx="1295999" cy="4748962"/>
          </a:xfrm>
        </p:spPr>
        <p:txBody>
          <a:bodyPr/>
          <a:lstStyle>
            <a:lvl1pPr marL="144000" indent="-1440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ct val="70000"/>
              <a:buFont typeface="Arial" pitchFamily="34" charset="0"/>
              <a:buChar char="►"/>
              <a:defRPr sz="1200">
                <a:solidFill>
                  <a:srgbClr val="879BAA"/>
                </a:solidFill>
              </a:defRPr>
            </a:lvl1pPr>
            <a:lvl2pPr marL="144000" indent="-1440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Pct val="70000"/>
              <a:buFont typeface="Arial" pitchFamily="34" charset="0"/>
              <a:buChar char="►"/>
              <a:defRPr sz="1200">
                <a:solidFill>
                  <a:srgbClr val="641946"/>
                </a:solidFill>
              </a:defRPr>
            </a:lvl2pPr>
            <a:lvl3pPr marL="288000" indent="-144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70000"/>
              <a:buFont typeface="Arial" pitchFamily="34" charset="0"/>
              <a:buChar char="►"/>
              <a:defRPr sz="1000">
                <a:solidFill>
                  <a:srgbClr val="879BAA"/>
                </a:solidFill>
              </a:defRPr>
            </a:lvl3pPr>
            <a:lvl4pPr marL="288000" indent="-144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Pct val="70000"/>
              <a:buFont typeface="Arial" pitchFamily="34" charset="0"/>
              <a:buChar char="►"/>
              <a:defRPr sz="1000">
                <a:solidFill>
                  <a:srgbClr val="641946"/>
                </a:solidFill>
              </a:defRPr>
            </a:lvl4pPr>
            <a:lvl5pPr marL="432000" indent="-144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70000"/>
              <a:buFont typeface="Arial" pitchFamily="34" charset="0"/>
              <a:buChar char="►"/>
              <a:defRPr sz="1000">
                <a:solidFill>
                  <a:schemeClr val="accent1"/>
                </a:solidFill>
              </a:defRPr>
            </a:lvl5pPr>
            <a:lvl6pPr marL="432000" indent="-144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Pct val="70000"/>
              <a:buFont typeface="Arial" pitchFamily="34" charset="0"/>
              <a:buChar char="►"/>
              <a:defRPr sz="1000">
                <a:solidFill>
                  <a:schemeClr val="accent4"/>
                </a:solidFill>
              </a:defRPr>
            </a:lvl6pPr>
          </a:lstStyle>
          <a:p>
            <a:pPr lvl="0"/>
            <a:r>
              <a:rPr lang="en-US" noProof="0" dirty="0"/>
              <a:t>Click to edit the navigation text</a:t>
            </a:r>
          </a:p>
          <a:p>
            <a:pPr lvl="1"/>
            <a:r>
              <a:rPr lang="en-US" noProof="0" dirty="0"/>
              <a:t>active chapter</a:t>
            </a:r>
          </a:p>
          <a:p>
            <a:pPr lvl="2"/>
            <a:r>
              <a:rPr lang="en-US" noProof="0" dirty="0"/>
              <a:t>subchapter</a:t>
            </a:r>
          </a:p>
          <a:p>
            <a:pPr lvl="3"/>
            <a:r>
              <a:rPr lang="en-US" noProof="0" dirty="0"/>
              <a:t>active subchapter</a:t>
            </a:r>
          </a:p>
          <a:p>
            <a:pPr lvl="4"/>
            <a:r>
              <a:rPr lang="en-US" noProof="0" dirty="0"/>
              <a:t>subchapter</a:t>
            </a:r>
          </a:p>
          <a:p>
            <a:pPr lvl="5"/>
            <a:r>
              <a:rPr lang="en-US" noProof="0" dirty="0"/>
              <a:t>active subchapter</a:t>
            </a:r>
          </a:p>
        </p:txBody>
      </p:sp>
    </p:spTree>
    <p:custDataLst>
      <p:custData r:id="rId2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A4F58D62-C526-4591-942B-651C14CA00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2379229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56" name="think-cell Slide" r:id="rId6" imgW="622" imgH="623" progId="TCLayout.ActiveDocument.1">
                  <p:embed/>
                </p:oleObj>
              </mc:Choice>
              <mc:Fallback>
                <p:oleObj name="think-cell Slide" r:id="rId6" imgW="622" imgH="62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2EF32308-DD13-4CB4-AA2F-00057D41FA04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charset="0"/>
              <a:buNone/>
            </a:pPr>
            <a:endParaRPr lang="en-US" sz="2200" b="1" i="0" baseline="0" dirty="0">
              <a:solidFill>
                <a:schemeClr val="tx1"/>
              </a:solidFill>
              <a:latin typeface="Arial" panose="020B0604020202020204" pitchFamily="34" charset="0"/>
              <a:ea typeface="Siemens Sans Global" pitchFamily="2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4" name="cdtText Placeholder 12 Id13"/>
          <p:cNvSpPr>
            <a:spLocks noGrp="1"/>
          </p:cNvSpPr>
          <p:nvPr>
            <p:ph type="body" sz="quarter" idx="14" hasCustomPrompt="1"/>
            <p:custDataLst>
              <p:tags r:id="rId4"/>
            </p:custDataLst>
          </p:nvPr>
        </p:nvSpPr>
        <p:spPr bwMode="auto">
          <a:xfrm>
            <a:off x="4658996" y="1440000"/>
            <a:ext cx="7539354" cy="4752000"/>
          </a:xfrm>
          <a:solidFill>
            <a:srgbClr val="D7D7CD"/>
          </a:solidFill>
        </p:spPr>
        <p:txBody>
          <a:bodyPr lIns="288000" tIns="252000" rIns="576000" bIns="252000"/>
          <a:lstStyle>
            <a:lvl1pPr marL="0" indent="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itchFamily="34" charset="0"/>
              <a:buNone/>
              <a:tabLst>
                <a:tab pos="5359400" algn="r"/>
              </a:tabLst>
              <a:defRPr>
                <a:solidFill>
                  <a:srgbClr val="000000"/>
                </a:solidFill>
              </a:defRPr>
            </a:lvl1pPr>
            <a:lvl2pPr marL="180000" indent="-18000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9400" algn="r"/>
              </a:tabLst>
              <a:defRPr b="0">
                <a:solidFill>
                  <a:srgbClr val="000000"/>
                </a:solidFill>
              </a:defRPr>
            </a:lvl2pPr>
            <a:lvl3pPr marL="180000" indent="-18000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9400" algn="r"/>
              </a:tabLst>
              <a:defRPr b="1">
                <a:solidFill>
                  <a:srgbClr val="000000"/>
                </a:solidFill>
              </a:defRPr>
            </a:lvl3pPr>
            <a:lvl4pPr marL="360000" indent="-18000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9400" algn="r"/>
              </a:tabLst>
              <a:defRPr b="0">
                <a:solidFill>
                  <a:srgbClr val="000000"/>
                </a:solidFill>
              </a:defRPr>
            </a:lvl4pPr>
            <a:lvl5pPr marL="360000" indent="-18000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9400" algn="r"/>
              </a:tabLst>
              <a:defRPr b="1" baseline="0">
                <a:solidFill>
                  <a:srgbClr val="000000"/>
                </a:solidFill>
              </a:defRPr>
            </a:lvl5pPr>
            <a:lvl6pPr marL="360363" indent="-18097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9400" algn="r"/>
              </a:tabLst>
              <a:defRPr b="1"/>
            </a:lvl6pPr>
          </a:lstStyle>
          <a:p>
            <a:pPr lvl="0"/>
            <a:r>
              <a:rPr lang="en-US" noProof="0" dirty="0"/>
              <a:t>Click to edit the toc / contact</a:t>
            </a:r>
          </a:p>
          <a:p>
            <a:pPr lvl="1"/>
            <a:r>
              <a:rPr lang="en-US" noProof="0" dirty="0"/>
              <a:t>chapter</a:t>
            </a:r>
          </a:p>
          <a:p>
            <a:pPr lvl="2"/>
            <a:r>
              <a:rPr lang="en-US" noProof="0" dirty="0"/>
              <a:t>active chapter</a:t>
            </a:r>
          </a:p>
          <a:p>
            <a:pPr lvl="3"/>
            <a:r>
              <a:rPr lang="en-US" noProof="0" dirty="0"/>
              <a:t>subchapter</a:t>
            </a:r>
          </a:p>
          <a:p>
            <a:pPr lvl="4"/>
            <a:r>
              <a:rPr lang="en-US" noProof="0" dirty="0"/>
              <a:t>active subchapter</a:t>
            </a:r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5"/>
          </p:nvPr>
        </p:nvSpPr>
        <p:spPr>
          <a:xfrm>
            <a:off x="0" y="1440000"/>
            <a:ext cx="4514400" cy="4752000"/>
          </a:xfrm>
        </p:spPr>
        <p:txBody>
          <a:bodyPr tIns="1800000"/>
          <a:lstStyle>
            <a:lvl1pPr algn="ctr"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90332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+ 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2228062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1" name="think-cell Slide" r:id="rId6" imgW="400" imgH="393" progId="TCLayout.ActiveDocument.1">
                  <p:embed/>
                </p:oleObj>
              </mc:Choice>
              <mc:Fallback>
                <p:oleObj name="think-cell Slide" r:id="rId6" imgW="400" imgH="39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 userDrawn="1">
            <p:custDataLst>
              <p:tags r:id="rId3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charset="0"/>
              <a:buNone/>
            </a:pPr>
            <a:endParaRPr lang="en-US" sz="2200" b="1" i="0" baseline="0" dirty="0">
              <a:solidFill>
                <a:schemeClr val="tx1"/>
              </a:solidFill>
              <a:latin typeface="Arial" panose="020B0604020202020204" pitchFamily="34" charset="0"/>
              <a:ea typeface="Siemens Sans Global" pitchFamily="2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5" name="Picture 19" descr="C:\Users\josef.hofmeister\Desktop\friedrich\2016-04-15-PPT\1920px Breite Webkomprimiert\12887_Weiterentwicklung_CT-Visual_PPT_A_web.jpg">
            <a:extLst>
              <a:ext uri="{FF2B5EF4-FFF2-40B4-BE49-F238E27FC236}">
                <a16:creationId xmlns:a16="http://schemas.microsoft.com/office/drawing/2014/main" id="{507E1ABF-5AD6-43FF-9A89-96472E3E52D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gray">
          <a:xfrm>
            <a:off x="0" y="1440000"/>
            <a:ext cx="4514400" cy="47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4" name="cdtText Placeholder 12 Id13"/>
          <p:cNvSpPr>
            <a:spLocks noGrp="1"/>
          </p:cNvSpPr>
          <p:nvPr>
            <p:ph type="body" sz="quarter" idx="14" hasCustomPrompt="1"/>
            <p:custDataLst>
              <p:tags r:id="rId4"/>
            </p:custDataLst>
          </p:nvPr>
        </p:nvSpPr>
        <p:spPr bwMode="auto">
          <a:xfrm>
            <a:off x="4658996" y="1440000"/>
            <a:ext cx="7539354" cy="4752000"/>
          </a:xfrm>
          <a:solidFill>
            <a:srgbClr val="D7D7CD"/>
          </a:solidFill>
        </p:spPr>
        <p:txBody>
          <a:bodyPr lIns="288000" tIns="252000" rIns="576000" bIns="252000"/>
          <a:lstStyle>
            <a:lvl1pPr marL="0" indent="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itchFamily="34" charset="0"/>
              <a:buNone/>
              <a:tabLst>
                <a:tab pos="5359400" algn="r"/>
              </a:tabLst>
              <a:defRPr>
                <a:solidFill>
                  <a:srgbClr val="000000"/>
                </a:solidFill>
              </a:defRPr>
            </a:lvl1pPr>
            <a:lvl2pPr marL="180000" indent="-18000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9400" algn="r"/>
              </a:tabLst>
              <a:defRPr b="0">
                <a:solidFill>
                  <a:srgbClr val="000000"/>
                </a:solidFill>
              </a:defRPr>
            </a:lvl2pPr>
            <a:lvl3pPr marL="180000" indent="-18000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9400" algn="r"/>
              </a:tabLst>
              <a:defRPr b="1">
                <a:solidFill>
                  <a:srgbClr val="000000"/>
                </a:solidFill>
              </a:defRPr>
            </a:lvl3pPr>
            <a:lvl4pPr marL="360000" indent="-18000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9400" algn="r"/>
              </a:tabLst>
              <a:defRPr b="0">
                <a:solidFill>
                  <a:srgbClr val="000000"/>
                </a:solidFill>
              </a:defRPr>
            </a:lvl4pPr>
            <a:lvl5pPr marL="360000" indent="-18000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9400" algn="r"/>
              </a:tabLst>
              <a:defRPr b="1" baseline="0">
                <a:solidFill>
                  <a:srgbClr val="000000"/>
                </a:solidFill>
              </a:defRPr>
            </a:lvl5pPr>
            <a:lvl6pPr marL="360363" indent="-18097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9400" algn="r"/>
              </a:tabLst>
              <a:defRPr b="1"/>
            </a:lvl6pPr>
          </a:lstStyle>
          <a:p>
            <a:pPr lvl="0"/>
            <a:r>
              <a:rPr lang="en-US" noProof="0" dirty="0"/>
              <a:t>Click to edit the toc / contact</a:t>
            </a:r>
          </a:p>
          <a:p>
            <a:pPr lvl="1"/>
            <a:r>
              <a:rPr lang="en-US" noProof="0" dirty="0"/>
              <a:t>chapter</a:t>
            </a:r>
          </a:p>
          <a:p>
            <a:pPr lvl="2"/>
            <a:r>
              <a:rPr lang="en-US" noProof="0" dirty="0"/>
              <a:t>active chapter</a:t>
            </a:r>
          </a:p>
          <a:p>
            <a:pPr lvl="3"/>
            <a:r>
              <a:rPr lang="en-US" noProof="0" dirty="0"/>
              <a:t>subchapter</a:t>
            </a:r>
          </a:p>
          <a:p>
            <a:pPr lvl="4"/>
            <a:r>
              <a:rPr lang="en-US" noProof="0" dirty="0"/>
              <a:t>active subchapter</a:t>
            </a:r>
          </a:p>
        </p:txBody>
      </p:sp>
    </p:spTree>
    <p:extLst>
      <p:ext uri="{BB962C8B-B14F-4D97-AF65-F5344CB8AC3E}">
        <p14:creationId xmlns:p14="http://schemas.microsoft.com/office/powerpoint/2010/main" val="900019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ags" Target="../tags/tag8.xml"/><Relationship Id="rId21" Type="http://schemas.openxmlformats.org/officeDocument/2006/relationships/slideLayout" Target="../slideLayouts/slideLayout21.xml"/><Relationship Id="rId34" Type="http://schemas.openxmlformats.org/officeDocument/2006/relationships/tags" Target="../tags/tag3.xml"/><Relationship Id="rId42" Type="http://schemas.openxmlformats.org/officeDocument/2006/relationships/tags" Target="../tags/tag11.xml"/><Relationship Id="rId47" Type="http://schemas.openxmlformats.org/officeDocument/2006/relationships/tags" Target="../tags/tag16.xml"/><Relationship Id="rId50" Type="http://schemas.openxmlformats.org/officeDocument/2006/relationships/tags" Target="../tags/tag19.xml"/><Relationship Id="rId55" Type="http://schemas.openxmlformats.org/officeDocument/2006/relationships/tags" Target="../tags/tag24.xml"/><Relationship Id="rId63" Type="http://schemas.openxmlformats.org/officeDocument/2006/relationships/oleObject" Target="../embeddings/oleObject1.bin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vmlDrawing" Target="../drawings/vmlDrawing1.vml"/><Relationship Id="rId37" Type="http://schemas.openxmlformats.org/officeDocument/2006/relationships/tags" Target="../tags/tag6.xml"/><Relationship Id="rId40" Type="http://schemas.openxmlformats.org/officeDocument/2006/relationships/tags" Target="../tags/tag9.xml"/><Relationship Id="rId45" Type="http://schemas.openxmlformats.org/officeDocument/2006/relationships/tags" Target="../tags/tag14.xml"/><Relationship Id="rId53" Type="http://schemas.openxmlformats.org/officeDocument/2006/relationships/tags" Target="../tags/tag22.xml"/><Relationship Id="rId58" Type="http://schemas.openxmlformats.org/officeDocument/2006/relationships/tags" Target="../tags/tag27.xml"/><Relationship Id="rId5" Type="http://schemas.openxmlformats.org/officeDocument/2006/relationships/slideLayout" Target="../slideLayouts/slideLayout5.xml"/><Relationship Id="rId61" Type="http://schemas.openxmlformats.org/officeDocument/2006/relationships/tags" Target="../tags/tag30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ags" Target="../tags/tag4.xml"/><Relationship Id="rId43" Type="http://schemas.openxmlformats.org/officeDocument/2006/relationships/tags" Target="../tags/tag12.xml"/><Relationship Id="rId48" Type="http://schemas.openxmlformats.org/officeDocument/2006/relationships/tags" Target="../tags/tag17.xml"/><Relationship Id="rId56" Type="http://schemas.openxmlformats.org/officeDocument/2006/relationships/tags" Target="../tags/tag25.xml"/><Relationship Id="rId64" Type="http://schemas.openxmlformats.org/officeDocument/2006/relationships/image" Target="../media/image1.emf"/><Relationship Id="rId8" Type="http://schemas.openxmlformats.org/officeDocument/2006/relationships/slideLayout" Target="../slideLayouts/slideLayout8.xml"/><Relationship Id="rId51" Type="http://schemas.openxmlformats.org/officeDocument/2006/relationships/tags" Target="../tags/tag20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ags" Target="../tags/tag2.xml"/><Relationship Id="rId38" Type="http://schemas.openxmlformats.org/officeDocument/2006/relationships/tags" Target="../tags/tag7.xml"/><Relationship Id="rId46" Type="http://schemas.openxmlformats.org/officeDocument/2006/relationships/tags" Target="../tags/tag15.xml"/><Relationship Id="rId59" Type="http://schemas.openxmlformats.org/officeDocument/2006/relationships/tags" Target="../tags/tag28.xml"/><Relationship Id="rId20" Type="http://schemas.openxmlformats.org/officeDocument/2006/relationships/slideLayout" Target="../slideLayouts/slideLayout20.xml"/><Relationship Id="rId41" Type="http://schemas.openxmlformats.org/officeDocument/2006/relationships/tags" Target="../tags/tag10.xml"/><Relationship Id="rId54" Type="http://schemas.openxmlformats.org/officeDocument/2006/relationships/tags" Target="../tags/tag23.xml"/><Relationship Id="rId62" Type="http://schemas.openxmlformats.org/officeDocument/2006/relationships/tags" Target="../tags/tag3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ags" Target="../tags/tag5.xml"/><Relationship Id="rId49" Type="http://schemas.openxmlformats.org/officeDocument/2006/relationships/tags" Target="../tags/tag18.xml"/><Relationship Id="rId57" Type="http://schemas.openxmlformats.org/officeDocument/2006/relationships/tags" Target="../tags/tag26.xml"/><Relationship Id="rId10" Type="http://schemas.openxmlformats.org/officeDocument/2006/relationships/slideLayout" Target="../slideLayouts/slideLayout10.xml"/><Relationship Id="rId31" Type="http://schemas.openxmlformats.org/officeDocument/2006/relationships/theme" Target="../theme/theme1.xml"/><Relationship Id="rId44" Type="http://schemas.openxmlformats.org/officeDocument/2006/relationships/tags" Target="../tags/tag13.xml"/><Relationship Id="rId52" Type="http://schemas.openxmlformats.org/officeDocument/2006/relationships/tags" Target="../tags/tag21.xml"/><Relationship Id="rId60" Type="http://schemas.openxmlformats.org/officeDocument/2006/relationships/tags" Target="../tags/tag2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742D5CB-E5E7-459C-ABA6-0895250570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3"/>
            </p:custDataLst>
            <p:extLst>
              <p:ext uri="{D42A27DB-BD31-4B8C-83A1-F6EECF244321}">
                <p14:modId xmlns:p14="http://schemas.microsoft.com/office/powerpoint/2010/main" val="1977871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9" name="think-cell Slide" r:id="rId63" imgW="622" imgH="623" progId="TCLayout.ActiveDocument.1">
                  <p:embed/>
                </p:oleObj>
              </mc:Choice>
              <mc:Fallback>
                <p:oleObj name="think-cell Slide" r:id="rId63" imgW="622" imgH="62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4E830F31-8696-44EC-BD8C-640ECA892382}"/>
              </a:ext>
            </a:extLst>
          </p:cNvPr>
          <p:cNvSpPr/>
          <p:nvPr userDrawn="1">
            <p:custDataLst>
              <p:tags r:id="rId34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charset="0"/>
              <a:buNone/>
            </a:pPr>
            <a:endParaRPr lang="en-US" sz="2200" b="1" i="0" baseline="0" dirty="0">
              <a:solidFill>
                <a:schemeClr val="tx1"/>
              </a:solidFill>
              <a:latin typeface="Siemens Sans" pitchFamily="2" charset="0"/>
              <a:ea typeface="Siemens Sans Global" pitchFamily="2" charset="-122"/>
              <a:cs typeface="Arial" panose="020B0604020202020204" pitchFamily="34" charset="0"/>
              <a:sym typeface="Siemens Sans" pitchFamily="2" charset="0"/>
            </a:endParaRPr>
          </a:p>
        </p:txBody>
      </p:sp>
      <p:sp>
        <p:nvSpPr>
          <p:cNvPr id="3078" name="cdtRectangle 115 Id3078"/>
          <p:cNvSpPr>
            <a:spLocks noGrp="1" noChangeArrowheads="1"/>
          </p:cNvSpPr>
          <p:nvPr>
            <p:ph type="title"/>
            <p:custDataLst>
              <p:tags r:id="rId35"/>
            </p:custDataLst>
          </p:nvPr>
        </p:nvSpPr>
        <p:spPr bwMode="auto">
          <a:xfrm>
            <a:off x="0" y="-1"/>
            <a:ext cx="12198350" cy="14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626400" tIns="432000" rIns="3384000" bIns="234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079" name="cdtRectangle 116 Id3079"/>
          <p:cNvSpPr>
            <a:spLocks noGrp="1" noChangeArrowheads="1"/>
          </p:cNvSpPr>
          <p:nvPr>
            <p:ph type="body" idx="1"/>
            <p:custDataLst>
              <p:tags r:id="rId36"/>
            </p:custDataLst>
          </p:nvPr>
        </p:nvSpPr>
        <p:spPr bwMode="auto">
          <a:xfrm>
            <a:off x="627063" y="1443037"/>
            <a:ext cx="8208962" cy="4750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cxnSp>
        <p:nvCxnSpPr>
          <p:cNvPr id="3072" name="cdtMasterTags_CL1 Id3072"/>
          <p:cNvCxnSpPr/>
          <p:nvPr>
            <p:custDataLst>
              <p:tags r:id="rId37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3" name="cdtMasterTags_CL2 Id3073"/>
          <p:cNvCxnSpPr/>
          <p:nvPr>
            <p:custDataLst>
              <p:tags r:id="rId38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4" name="cdtMasterTags_CL3 Id3074"/>
          <p:cNvCxnSpPr/>
          <p:nvPr>
            <p:custDataLst>
              <p:tags r:id="rId39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5" name="cdtMasterTags_CL4 Id3075"/>
          <p:cNvCxnSpPr/>
          <p:nvPr>
            <p:custDataLst>
              <p:tags r:id="rId40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6" name="cdtMasterTags_CL5 Id3076"/>
          <p:cNvCxnSpPr/>
          <p:nvPr>
            <p:custDataLst>
              <p:tags r:id="rId41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7" name="cdtMasterTags_CL6 Id3077"/>
          <p:cNvCxnSpPr/>
          <p:nvPr>
            <p:custDataLst>
              <p:tags r:id="rId42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80" name="cdtMasterTags_CL7 Id3080"/>
          <p:cNvCxnSpPr/>
          <p:nvPr>
            <p:custDataLst>
              <p:tags r:id="rId43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81" name="cdtMasterTags_CL8 Id3081"/>
          <p:cNvCxnSpPr/>
          <p:nvPr>
            <p:custDataLst>
              <p:tags r:id="rId44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82" name="cdtMasterTags_CL9 Id3082"/>
          <p:cNvCxnSpPr/>
          <p:nvPr>
            <p:custDataLst>
              <p:tags r:id="rId45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83" name="cdtMasterTags_CL10 Id3083"/>
          <p:cNvCxnSpPr/>
          <p:nvPr>
            <p:custDataLst>
              <p:tags r:id="rId46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84" name="cdtMasterTags_CL11 Id3084"/>
          <p:cNvCxnSpPr/>
          <p:nvPr>
            <p:custDataLst>
              <p:tags r:id="rId47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85" name="cdtMasterTags_CL12 Id3085"/>
          <p:cNvCxnSpPr/>
          <p:nvPr>
            <p:custDataLst>
              <p:tags r:id="rId48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86" name="cdtMasterTags_CL13 Id3086"/>
          <p:cNvCxnSpPr/>
          <p:nvPr>
            <p:custDataLst>
              <p:tags r:id="rId49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87" name="cdtMasterTags_CL14 Id3087"/>
          <p:cNvCxnSpPr/>
          <p:nvPr>
            <p:custDataLst>
              <p:tags r:id="rId50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88" name="cdtMasterTags_CL15 Id3088"/>
          <p:cNvCxnSpPr/>
          <p:nvPr>
            <p:custDataLst>
              <p:tags r:id="rId51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89" name="cdtMasterTags_CL16 Id3089"/>
          <p:cNvCxnSpPr/>
          <p:nvPr>
            <p:custDataLst>
              <p:tags r:id="rId52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90" name="cdtMasterTags_CL17 Id3090"/>
          <p:cNvCxnSpPr/>
          <p:nvPr>
            <p:custDataLst>
              <p:tags r:id="rId53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91" name="cdtMasterTags_CL18 Id3091"/>
          <p:cNvCxnSpPr/>
          <p:nvPr>
            <p:custDataLst>
              <p:tags r:id="rId54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92" name="cdtMasterTags_CL19 Id3092"/>
          <p:cNvCxnSpPr/>
          <p:nvPr>
            <p:custDataLst>
              <p:tags r:id="rId55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93" name="cdtMasterTags_CL20 Id3093"/>
          <p:cNvCxnSpPr/>
          <p:nvPr>
            <p:custDataLst>
              <p:tags r:id="rId56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94" name="cdtMasterTags_CL21 Id3094"/>
          <p:cNvCxnSpPr/>
          <p:nvPr>
            <p:custDataLst>
              <p:tags r:id="rId57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95" name="cdtMasterTags_CL22 Id3095"/>
          <p:cNvCxnSpPr/>
          <p:nvPr>
            <p:custDataLst>
              <p:tags r:id="rId58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96" name="cdtMasterTags"/>
          <p:cNvCxnSpPr/>
          <p:nvPr>
            <p:custDataLst>
              <p:tags r:id="rId59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3" name="cdtText Box 133 Id16"/>
          <p:cNvSpPr txBox="1">
            <a:spLocks noChangeArrowheads="1"/>
          </p:cNvSpPr>
          <p:nvPr>
            <p:custDataLst>
              <p:tags r:id="rId60"/>
            </p:custDataLst>
          </p:nvPr>
        </p:nvSpPr>
        <p:spPr bwMode="auto">
          <a:xfrm>
            <a:off x="0" y="6200774"/>
            <a:ext cx="121983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26400" tIns="144000" rIns="3211200" bIns="0" anchor="ctr"/>
          <a:lstStyle/>
          <a:p>
            <a:r>
              <a:rPr lang="en-US" sz="1000" b="1" noProof="0" dirty="0">
                <a:solidFill>
                  <a:srgbClr val="879BAA"/>
                </a:solidFill>
                <a:latin typeface="+mn-lt"/>
              </a:rPr>
              <a:t>Restricted © Siemens 2020</a:t>
            </a:r>
          </a:p>
        </p:txBody>
      </p:sp>
      <p:sp>
        <p:nvSpPr>
          <p:cNvPr id="65" name="cdtTextBox 11 Id18"/>
          <p:cNvSpPr txBox="1"/>
          <p:nvPr>
            <p:custDataLst>
              <p:tags r:id="rId61"/>
            </p:custDataLst>
          </p:nvPr>
        </p:nvSpPr>
        <p:spPr>
          <a:xfrm>
            <a:off x="0" y="6597650"/>
            <a:ext cx="1765285" cy="260350"/>
          </a:xfrm>
          <a:prstGeom prst="rect">
            <a:avLst/>
          </a:prstGeom>
          <a:noFill/>
        </p:spPr>
        <p:txBody>
          <a:bodyPr wrap="square" lIns="626400" tIns="0" rIns="0" bIns="115200" rtlCol="0" anchor="t" anchorCtr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1000" noProof="0" dirty="0">
                <a:solidFill>
                  <a:srgbClr val="000000"/>
                </a:solidFill>
                <a:latin typeface="+mn-lt"/>
              </a:rPr>
              <a:t>Page </a:t>
            </a:r>
            <a:fld id="{91E7552C-A157-4A4F-8E99-698C0325FC94}" type="slidenum">
              <a:rPr lang="en-US" sz="1000" noProof="0" smtClean="0">
                <a:solidFill>
                  <a:srgbClr val="000000"/>
                </a:solidFill>
                <a:latin typeface="+mn-lt"/>
              </a:rPr>
              <a:pPr>
                <a:lnSpc>
                  <a:spcPct val="110000"/>
                </a:lnSpc>
                <a:spcBef>
                  <a:spcPts val="0"/>
                </a:spcBef>
              </a:pPr>
              <a:t>‹#›</a:t>
            </a:fld>
            <a:endParaRPr lang="en-US" sz="1000" noProof="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66" name="cdtTextBox 13 Id19"/>
          <p:cNvSpPr txBox="1"/>
          <p:nvPr>
            <p:custDataLst>
              <p:tags r:id="rId62"/>
            </p:custDataLst>
          </p:nvPr>
        </p:nvSpPr>
        <p:spPr>
          <a:xfrm>
            <a:off x="3787765" y="6597650"/>
            <a:ext cx="8410584" cy="260350"/>
          </a:xfrm>
          <a:prstGeom prst="rect">
            <a:avLst/>
          </a:prstGeom>
          <a:noFill/>
        </p:spPr>
        <p:txBody>
          <a:bodyPr wrap="square" lIns="0" tIns="0" rIns="482400" bIns="115200" rtlCol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US" sz="1000" noProof="0" dirty="0">
                <a:solidFill>
                  <a:srgbClr val="000000"/>
                </a:solidFill>
                <a:latin typeface="+mn-lt"/>
              </a:rPr>
              <a:t>T RDA IOT INW-CN</a:t>
            </a:r>
          </a:p>
        </p:txBody>
      </p:sp>
      <p:grpSp>
        <p:nvGrpSpPr>
          <p:cNvPr id="67" name="Gruppieren 66"/>
          <p:cNvGrpSpPr/>
          <p:nvPr/>
        </p:nvGrpSpPr>
        <p:grpSpPr>
          <a:xfrm>
            <a:off x="-216000" y="-216000"/>
            <a:ext cx="12628800" cy="7290000"/>
            <a:chOff x="-216000" y="-216000"/>
            <a:chExt cx="12628800" cy="7290000"/>
          </a:xfrm>
        </p:grpSpPr>
        <p:cxnSp>
          <p:nvCxnSpPr>
            <p:cNvPr id="68" name="Gerade Verbindung 67"/>
            <p:cNvCxnSpPr/>
            <p:nvPr userDrawn="1"/>
          </p:nvCxnSpPr>
          <p:spPr bwMode="auto">
            <a:xfrm>
              <a:off x="627063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9" name="Gerade Verbindung 68"/>
            <p:cNvCxnSpPr/>
            <p:nvPr userDrawn="1"/>
          </p:nvCxnSpPr>
          <p:spPr bwMode="auto">
            <a:xfrm>
              <a:off x="6099175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0" name="Gerade Verbindung 69"/>
            <p:cNvCxnSpPr/>
            <p:nvPr userDrawn="1"/>
          </p:nvCxnSpPr>
          <p:spPr bwMode="auto">
            <a:xfrm>
              <a:off x="62420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1" name="Gerade Verbindung 70"/>
            <p:cNvCxnSpPr/>
            <p:nvPr userDrawn="1"/>
          </p:nvCxnSpPr>
          <p:spPr bwMode="auto">
            <a:xfrm>
              <a:off x="8835479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2" name="Gerade Verbindung 71"/>
            <p:cNvCxnSpPr/>
            <p:nvPr userDrawn="1"/>
          </p:nvCxnSpPr>
          <p:spPr bwMode="auto">
            <a:xfrm>
              <a:off x="117157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3" name="Gerade Verbindung 72"/>
            <p:cNvCxnSpPr/>
            <p:nvPr userDrawn="1"/>
          </p:nvCxnSpPr>
          <p:spPr bwMode="auto">
            <a:xfrm rot="5400000">
              <a:off x="123228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4" name="Gerade Verbindung 73"/>
            <p:cNvCxnSpPr/>
            <p:nvPr userDrawn="1"/>
          </p:nvCxnSpPr>
          <p:spPr bwMode="auto">
            <a:xfrm rot="5400000">
              <a:off x="12322800" y="945844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5" name="Gerade Verbindung 74"/>
            <p:cNvCxnSpPr/>
            <p:nvPr userDrawn="1"/>
          </p:nvCxnSpPr>
          <p:spPr bwMode="auto">
            <a:xfrm rot="5400000">
              <a:off x="12322800" y="135145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6" name="Gerade Verbindung 75"/>
            <p:cNvCxnSpPr/>
            <p:nvPr userDrawn="1"/>
          </p:nvCxnSpPr>
          <p:spPr bwMode="auto">
            <a:xfrm rot="5400000">
              <a:off x="12322800" y="3653512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7" name="Gerade Verbindung 76"/>
            <p:cNvCxnSpPr/>
            <p:nvPr userDrawn="1"/>
          </p:nvCxnSpPr>
          <p:spPr bwMode="auto">
            <a:xfrm rot="5400000">
              <a:off x="12322800" y="3801055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8" name="Gerade Verbindung 77"/>
            <p:cNvCxnSpPr/>
            <p:nvPr userDrawn="1"/>
          </p:nvCxnSpPr>
          <p:spPr bwMode="auto">
            <a:xfrm rot="5400000">
              <a:off x="12322800" y="6101999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9" name="Gerade Verbindung 78"/>
            <p:cNvCxnSpPr/>
            <p:nvPr userDrawn="1"/>
          </p:nvCxnSpPr>
          <p:spPr bwMode="auto">
            <a:xfrm>
              <a:off x="627063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0" name="Gerade Verbindung 79"/>
            <p:cNvCxnSpPr/>
            <p:nvPr userDrawn="1"/>
          </p:nvCxnSpPr>
          <p:spPr bwMode="auto">
            <a:xfrm>
              <a:off x="6099175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1" name="Gerade Verbindung 80"/>
            <p:cNvCxnSpPr/>
            <p:nvPr userDrawn="1"/>
          </p:nvCxnSpPr>
          <p:spPr bwMode="auto">
            <a:xfrm>
              <a:off x="62420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2" name="Gerade Verbindung 81"/>
            <p:cNvCxnSpPr/>
            <p:nvPr userDrawn="1"/>
          </p:nvCxnSpPr>
          <p:spPr bwMode="auto">
            <a:xfrm>
              <a:off x="8835479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3" name="Gerade Verbindung 82"/>
            <p:cNvCxnSpPr/>
            <p:nvPr userDrawn="1"/>
          </p:nvCxnSpPr>
          <p:spPr bwMode="auto">
            <a:xfrm>
              <a:off x="117157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4" name="Gerade Verbindung 83"/>
            <p:cNvCxnSpPr/>
            <p:nvPr userDrawn="1"/>
          </p:nvCxnSpPr>
          <p:spPr bwMode="auto">
            <a:xfrm rot="5400000">
              <a:off x="-1260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5" name="Gerade Verbindung 84"/>
            <p:cNvCxnSpPr/>
            <p:nvPr userDrawn="1"/>
          </p:nvCxnSpPr>
          <p:spPr bwMode="auto">
            <a:xfrm rot="5400000">
              <a:off x="-126000" y="946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6" name="Gerade Verbindung 85"/>
            <p:cNvCxnSpPr/>
            <p:nvPr userDrawn="1"/>
          </p:nvCxnSpPr>
          <p:spPr bwMode="auto">
            <a:xfrm rot="5400000">
              <a:off x="-126000" y="135145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7" name="Gerade Verbindung 86"/>
            <p:cNvCxnSpPr/>
            <p:nvPr userDrawn="1"/>
          </p:nvCxnSpPr>
          <p:spPr bwMode="auto">
            <a:xfrm rot="5400000">
              <a:off x="-126000" y="3653512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8" name="Gerade Verbindung 87"/>
            <p:cNvCxnSpPr/>
            <p:nvPr userDrawn="1"/>
          </p:nvCxnSpPr>
          <p:spPr bwMode="auto">
            <a:xfrm rot="5400000">
              <a:off x="-126000" y="3801055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9" name="Gerade Verbindung 88"/>
            <p:cNvCxnSpPr/>
            <p:nvPr userDrawn="1"/>
          </p:nvCxnSpPr>
          <p:spPr bwMode="auto">
            <a:xfrm rot="5400000">
              <a:off x="-126000" y="6101999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5" name="Group 33"/>
          <p:cNvGrpSpPr>
            <a:grpSpLocks noChangeAspect="1"/>
          </p:cNvGrpSpPr>
          <p:nvPr userDrawn="1"/>
        </p:nvGrpSpPr>
        <p:grpSpPr bwMode="gray">
          <a:xfrm>
            <a:off x="9555163" y="323850"/>
            <a:ext cx="2159000" cy="914400"/>
            <a:chOff x="6019" y="204"/>
            <a:chExt cx="1360" cy="576"/>
          </a:xfrm>
        </p:grpSpPr>
        <p:sp>
          <p:nvSpPr>
            <p:cNvPr id="56" name="AutoShape 32"/>
            <p:cNvSpPr>
              <a:spLocks noChangeAspect="1" noChangeArrowheads="1" noTextEdit="1"/>
            </p:cNvSpPr>
            <p:nvPr userDrawn="1"/>
          </p:nvSpPr>
          <p:spPr bwMode="gray">
            <a:xfrm>
              <a:off x="6019" y="204"/>
              <a:ext cx="1360" cy="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57" name="Rectangle 34"/>
            <p:cNvSpPr>
              <a:spLocks noChangeArrowheads="1"/>
            </p:cNvSpPr>
            <p:nvPr userDrawn="1"/>
          </p:nvSpPr>
          <p:spPr bwMode="gray">
            <a:xfrm>
              <a:off x="6019" y="204"/>
              <a:ext cx="1360" cy="57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58" name="Freeform 35"/>
            <p:cNvSpPr>
              <a:spLocks/>
            </p:cNvSpPr>
            <p:nvPr userDrawn="1"/>
          </p:nvSpPr>
          <p:spPr bwMode="gray">
            <a:xfrm>
              <a:off x="6765" y="562"/>
              <a:ext cx="98" cy="156"/>
            </a:xfrm>
            <a:custGeom>
              <a:avLst/>
              <a:gdLst>
                <a:gd name="T0" fmla="*/ 705 w 1179"/>
                <a:gd name="T1" fmla="*/ 998 h 1866"/>
                <a:gd name="T2" fmla="*/ 588 w 1179"/>
                <a:gd name="T3" fmla="*/ 1280 h 1866"/>
                <a:gd name="T4" fmla="*/ 458 w 1179"/>
                <a:gd name="T5" fmla="*/ 1547 h 1866"/>
                <a:gd name="T6" fmla="*/ 277 w 1179"/>
                <a:gd name="T7" fmla="*/ 1824 h 1866"/>
                <a:gd name="T8" fmla="*/ 270 w 1179"/>
                <a:gd name="T9" fmla="*/ 1854 h 1866"/>
                <a:gd name="T10" fmla="*/ 295 w 1179"/>
                <a:gd name="T11" fmla="*/ 1866 h 1866"/>
                <a:gd name="T12" fmla="*/ 363 w 1179"/>
                <a:gd name="T13" fmla="*/ 1834 h 1866"/>
                <a:gd name="T14" fmla="*/ 442 w 1179"/>
                <a:gd name="T15" fmla="*/ 1757 h 1866"/>
                <a:gd name="T16" fmla="*/ 627 w 1179"/>
                <a:gd name="T17" fmla="*/ 1494 h 1866"/>
                <a:gd name="T18" fmla="*/ 832 w 1179"/>
                <a:gd name="T19" fmla="*/ 1110 h 1866"/>
                <a:gd name="T20" fmla="*/ 972 w 1179"/>
                <a:gd name="T21" fmla="*/ 852 h 1866"/>
                <a:gd name="T22" fmla="*/ 1080 w 1179"/>
                <a:gd name="T23" fmla="*/ 704 h 1866"/>
                <a:gd name="T24" fmla="*/ 1172 w 1179"/>
                <a:gd name="T25" fmla="*/ 601 h 1866"/>
                <a:gd name="T26" fmla="*/ 1178 w 1179"/>
                <a:gd name="T27" fmla="*/ 575 h 1866"/>
                <a:gd name="T28" fmla="*/ 1137 w 1179"/>
                <a:gd name="T29" fmla="*/ 537 h 1866"/>
                <a:gd name="T30" fmla="*/ 1056 w 1179"/>
                <a:gd name="T31" fmla="*/ 517 h 1866"/>
                <a:gd name="T32" fmla="*/ 1012 w 1179"/>
                <a:gd name="T33" fmla="*/ 528 h 1866"/>
                <a:gd name="T34" fmla="*/ 948 w 1179"/>
                <a:gd name="T35" fmla="*/ 593 h 1866"/>
                <a:gd name="T36" fmla="*/ 778 w 1179"/>
                <a:gd name="T37" fmla="*/ 756 h 1866"/>
                <a:gd name="T38" fmla="*/ 713 w 1179"/>
                <a:gd name="T39" fmla="*/ 790 h 1866"/>
                <a:gd name="T40" fmla="*/ 676 w 1179"/>
                <a:gd name="T41" fmla="*/ 779 h 1866"/>
                <a:gd name="T42" fmla="*/ 653 w 1179"/>
                <a:gd name="T43" fmla="*/ 730 h 1866"/>
                <a:gd name="T44" fmla="*/ 655 w 1179"/>
                <a:gd name="T45" fmla="*/ 622 h 1866"/>
                <a:gd name="T46" fmla="*/ 650 w 1179"/>
                <a:gd name="T47" fmla="*/ 579 h 1866"/>
                <a:gd name="T48" fmla="*/ 622 w 1179"/>
                <a:gd name="T49" fmla="*/ 552 h 1866"/>
                <a:gd name="T50" fmla="*/ 493 w 1179"/>
                <a:gd name="T51" fmla="*/ 530 h 1866"/>
                <a:gd name="T52" fmla="*/ 272 w 1179"/>
                <a:gd name="T53" fmla="*/ 517 h 1866"/>
                <a:gd name="T54" fmla="*/ 340 w 1179"/>
                <a:gd name="T55" fmla="*/ 248 h 1866"/>
                <a:gd name="T56" fmla="*/ 393 w 1179"/>
                <a:gd name="T57" fmla="*/ 122 h 1866"/>
                <a:gd name="T58" fmla="*/ 426 w 1179"/>
                <a:gd name="T59" fmla="*/ 45 h 1866"/>
                <a:gd name="T60" fmla="*/ 397 w 1179"/>
                <a:gd name="T61" fmla="*/ 16 h 1866"/>
                <a:gd name="T62" fmla="*/ 333 w 1179"/>
                <a:gd name="T63" fmla="*/ 0 h 1866"/>
                <a:gd name="T64" fmla="*/ 279 w 1179"/>
                <a:gd name="T65" fmla="*/ 11 h 1866"/>
                <a:gd name="T66" fmla="*/ 240 w 1179"/>
                <a:gd name="T67" fmla="*/ 61 h 1866"/>
                <a:gd name="T68" fmla="*/ 150 w 1179"/>
                <a:gd name="T69" fmla="*/ 340 h 1866"/>
                <a:gd name="T70" fmla="*/ 89 w 1179"/>
                <a:gd name="T71" fmla="*/ 509 h 1866"/>
                <a:gd name="T72" fmla="*/ 11 w 1179"/>
                <a:gd name="T73" fmla="*/ 514 h 1866"/>
                <a:gd name="T74" fmla="*/ 0 w 1179"/>
                <a:gd name="T75" fmla="*/ 531 h 1866"/>
                <a:gd name="T76" fmla="*/ 25 w 1179"/>
                <a:gd name="T77" fmla="*/ 588 h 1866"/>
                <a:gd name="T78" fmla="*/ 69 w 1179"/>
                <a:gd name="T79" fmla="*/ 627 h 1866"/>
                <a:gd name="T80" fmla="*/ 100 w 1179"/>
                <a:gd name="T81" fmla="*/ 669 h 1866"/>
                <a:gd name="T82" fmla="*/ 102 w 1179"/>
                <a:gd name="T83" fmla="*/ 825 h 1866"/>
                <a:gd name="T84" fmla="*/ 141 w 1179"/>
                <a:gd name="T85" fmla="*/ 948 h 1866"/>
                <a:gd name="T86" fmla="*/ 220 w 1179"/>
                <a:gd name="T87" fmla="*/ 1011 h 1866"/>
                <a:gd name="T88" fmla="*/ 273 w 1179"/>
                <a:gd name="T89" fmla="*/ 1012 h 1866"/>
                <a:gd name="T90" fmla="*/ 282 w 1179"/>
                <a:gd name="T91" fmla="*/ 989 h 1866"/>
                <a:gd name="T92" fmla="*/ 251 w 1179"/>
                <a:gd name="T93" fmla="*/ 888 h 1866"/>
                <a:gd name="T94" fmla="*/ 244 w 1179"/>
                <a:gd name="T95" fmla="*/ 748 h 1866"/>
                <a:gd name="T96" fmla="*/ 282 w 1179"/>
                <a:gd name="T97" fmla="*/ 625 h 1866"/>
                <a:gd name="T98" fmla="*/ 428 w 1179"/>
                <a:gd name="T99" fmla="*/ 608 h 1866"/>
                <a:gd name="T100" fmla="*/ 477 w 1179"/>
                <a:gd name="T101" fmla="*/ 617 h 1866"/>
                <a:gd name="T102" fmla="*/ 483 w 1179"/>
                <a:gd name="T103" fmla="*/ 645 h 1866"/>
                <a:gd name="T104" fmla="*/ 495 w 1179"/>
                <a:gd name="T105" fmla="*/ 741 h 1866"/>
                <a:gd name="T106" fmla="*/ 539 w 1179"/>
                <a:gd name="T107" fmla="*/ 816 h 1866"/>
                <a:gd name="T108" fmla="*/ 600 w 1179"/>
                <a:gd name="T109" fmla="*/ 858 h 1866"/>
                <a:gd name="T110" fmla="*/ 682 w 1179"/>
                <a:gd name="T111" fmla="*/ 882 h 18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179" h="1866">
                  <a:moveTo>
                    <a:pt x="756" y="885"/>
                  </a:moveTo>
                  <a:lnTo>
                    <a:pt x="752" y="893"/>
                  </a:lnTo>
                  <a:lnTo>
                    <a:pt x="741" y="919"/>
                  </a:lnTo>
                  <a:lnTo>
                    <a:pt x="729" y="944"/>
                  </a:lnTo>
                  <a:lnTo>
                    <a:pt x="718" y="971"/>
                  </a:lnTo>
                  <a:lnTo>
                    <a:pt x="705" y="998"/>
                  </a:lnTo>
                  <a:lnTo>
                    <a:pt x="694" y="1026"/>
                  </a:lnTo>
                  <a:lnTo>
                    <a:pt x="682" y="1054"/>
                  </a:lnTo>
                  <a:lnTo>
                    <a:pt x="671" y="1083"/>
                  </a:lnTo>
                  <a:lnTo>
                    <a:pt x="659" y="1112"/>
                  </a:lnTo>
                  <a:lnTo>
                    <a:pt x="624" y="1194"/>
                  </a:lnTo>
                  <a:lnTo>
                    <a:pt x="588" y="1280"/>
                  </a:lnTo>
                  <a:lnTo>
                    <a:pt x="569" y="1324"/>
                  </a:lnTo>
                  <a:lnTo>
                    <a:pt x="548" y="1368"/>
                  </a:lnTo>
                  <a:lnTo>
                    <a:pt x="527" y="1412"/>
                  </a:lnTo>
                  <a:lnTo>
                    <a:pt x="506" y="1457"/>
                  </a:lnTo>
                  <a:lnTo>
                    <a:pt x="482" y="1501"/>
                  </a:lnTo>
                  <a:lnTo>
                    <a:pt x="458" y="1547"/>
                  </a:lnTo>
                  <a:lnTo>
                    <a:pt x="432" y="1593"/>
                  </a:lnTo>
                  <a:lnTo>
                    <a:pt x="405" y="1639"/>
                  </a:lnTo>
                  <a:lnTo>
                    <a:pt x="375" y="1685"/>
                  </a:lnTo>
                  <a:lnTo>
                    <a:pt x="344" y="1731"/>
                  </a:lnTo>
                  <a:lnTo>
                    <a:pt x="312" y="1778"/>
                  </a:lnTo>
                  <a:lnTo>
                    <a:pt x="277" y="1824"/>
                  </a:lnTo>
                  <a:lnTo>
                    <a:pt x="272" y="1832"/>
                  </a:lnTo>
                  <a:lnTo>
                    <a:pt x="269" y="1840"/>
                  </a:lnTo>
                  <a:lnTo>
                    <a:pt x="269" y="1844"/>
                  </a:lnTo>
                  <a:lnTo>
                    <a:pt x="268" y="1847"/>
                  </a:lnTo>
                  <a:lnTo>
                    <a:pt x="269" y="1851"/>
                  </a:lnTo>
                  <a:lnTo>
                    <a:pt x="270" y="1854"/>
                  </a:lnTo>
                  <a:lnTo>
                    <a:pt x="272" y="1857"/>
                  </a:lnTo>
                  <a:lnTo>
                    <a:pt x="274" y="1859"/>
                  </a:lnTo>
                  <a:lnTo>
                    <a:pt x="276" y="1861"/>
                  </a:lnTo>
                  <a:lnTo>
                    <a:pt x="279" y="1863"/>
                  </a:lnTo>
                  <a:lnTo>
                    <a:pt x="287" y="1865"/>
                  </a:lnTo>
                  <a:lnTo>
                    <a:pt x="295" y="1866"/>
                  </a:lnTo>
                  <a:lnTo>
                    <a:pt x="306" y="1865"/>
                  </a:lnTo>
                  <a:lnTo>
                    <a:pt x="317" y="1862"/>
                  </a:lnTo>
                  <a:lnTo>
                    <a:pt x="327" y="1858"/>
                  </a:lnTo>
                  <a:lnTo>
                    <a:pt x="338" y="1852"/>
                  </a:lnTo>
                  <a:lnTo>
                    <a:pt x="350" y="1843"/>
                  </a:lnTo>
                  <a:lnTo>
                    <a:pt x="363" y="1834"/>
                  </a:lnTo>
                  <a:lnTo>
                    <a:pt x="375" y="1824"/>
                  </a:lnTo>
                  <a:lnTo>
                    <a:pt x="388" y="1813"/>
                  </a:lnTo>
                  <a:lnTo>
                    <a:pt x="401" y="1801"/>
                  </a:lnTo>
                  <a:lnTo>
                    <a:pt x="415" y="1786"/>
                  </a:lnTo>
                  <a:lnTo>
                    <a:pt x="429" y="1772"/>
                  </a:lnTo>
                  <a:lnTo>
                    <a:pt x="442" y="1757"/>
                  </a:lnTo>
                  <a:lnTo>
                    <a:pt x="471" y="1722"/>
                  </a:lnTo>
                  <a:lnTo>
                    <a:pt x="500" y="1684"/>
                  </a:lnTo>
                  <a:lnTo>
                    <a:pt x="531" y="1642"/>
                  </a:lnTo>
                  <a:lnTo>
                    <a:pt x="563" y="1596"/>
                  </a:lnTo>
                  <a:lnTo>
                    <a:pt x="594" y="1547"/>
                  </a:lnTo>
                  <a:lnTo>
                    <a:pt x="627" y="1494"/>
                  </a:lnTo>
                  <a:lnTo>
                    <a:pt x="661" y="1438"/>
                  </a:lnTo>
                  <a:lnTo>
                    <a:pt x="694" y="1379"/>
                  </a:lnTo>
                  <a:lnTo>
                    <a:pt x="728" y="1317"/>
                  </a:lnTo>
                  <a:lnTo>
                    <a:pt x="763" y="1250"/>
                  </a:lnTo>
                  <a:lnTo>
                    <a:pt x="797" y="1181"/>
                  </a:lnTo>
                  <a:lnTo>
                    <a:pt x="832" y="1110"/>
                  </a:lnTo>
                  <a:lnTo>
                    <a:pt x="858" y="1056"/>
                  </a:lnTo>
                  <a:lnTo>
                    <a:pt x="883" y="1008"/>
                  </a:lnTo>
                  <a:lnTo>
                    <a:pt x="906" y="964"/>
                  </a:lnTo>
                  <a:lnTo>
                    <a:pt x="930" y="923"/>
                  </a:lnTo>
                  <a:lnTo>
                    <a:pt x="951" y="886"/>
                  </a:lnTo>
                  <a:lnTo>
                    <a:pt x="972" y="852"/>
                  </a:lnTo>
                  <a:lnTo>
                    <a:pt x="992" y="822"/>
                  </a:lnTo>
                  <a:lnTo>
                    <a:pt x="1010" y="793"/>
                  </a:lnTo>
                  <a:lnTo>
                    <a:pt x="1029" y="768"/>
                  </a:lnTo>
                  <a:lnTo>
                    <a:pt x="1047" y="745"/>
                  </a:lnTo>
                  <a:lnTo>
                    <a:pt x="1063" y="724"/>
                  </a:lnTo>
                  <a:lnTo>
                    <a:pt x="1080" y="704"/>
                  </a:lnTo>
                  <a:lnTo>
                    <a:pt x="1110" y="670"/>
                  </a:lnTo>
                  <a:lnTo>
                    <a:pt x="1139" y="639"/>
                  </a:lnTo>
                  <a:lnTo>
                    <a:pt x="1152" y="625"/>
                  </a:lnTo>
                  <a:lnTo>
                    <a:pt x="1164" y="610"/>
                  </a:lnTo>
                  <a:lnTo>
                    <a:pt x="1169" y="606"/>
                  </a:lnTo>
                  <a:lnTo>
                    <a:pt x="1172" y="601"/>
                  </a:lnTo>
                  <a:lnTo>
                    <a:pt x="1175" y="597"/>
                  </a:lnTo>
                  <a:lnTo>
                    <a:pt x="1177" y="592"/>
                  </a:lnTo>
                  <a:lnTo>
                    <a:pt x="1178" y="588"/>
                  </a:lnTo>
                  <a:lnTo>
                    <a:pt x="1179" y="584"/>
                  </a:lnTo>
                  <a:lnTo>
                    <a:pt x="1179" y="580"/>
                  </a:lnTo>
                  <a:lnTo>
                    <a:pt x="1178" y="575"/>
                  </a:lnTo>
                  <a:lnTo>
                    <a:pt x="1175" y="569"/>
                  </a:lnTo>
                  <a:lnTo>
                    <a:pt x="1171" y="561"/>
                  </a:lnTo>
                  <a:lnTo>
                    <a:pt x="1164" y="555"/>
                  </a:lnTo>
                  <a:lnTo>
                    <a:pt x="1157" y="549"/>
                  </a:lnTo>
                  <a:lnTo>
                    <a:pt x="1148" y="543"/>
                  </a:lnTo>
                  <a:lnTo>
                    <a:pt x="1137" y="537"/>
                  </a:lnTo>
                  <a:lnTo>
                    <a:pt x="1125" y="532"/>
                  </a:lnTo>
                  <a:lnTo>
                    <a:pt x="1111" y="527"/>
                  </a:lnTo>
                  <a:lnTo>
                    <a:pt x="1092" y="521"/>
                  </a:lnTo>
                  <a:lnTo>
                    <a:pt x="1074" y="518"/>
                  </a:lnTo>
                  <a:lnTo>
                    <a:pt x="1065" y="517"/>
                  </a:lnTo>
                  <a:lnTo>
                    <a:pt x="1056" y="517"/>
                  </a:lnTo>
                  <a:lnTo>
                    <a:pt x="1049" y="517"/>
                  </a:lnTo>
                  <a:lnTo>
                    <a:pt x="1041" y="518"/>
                  </a:lnTo>
                  <a:lnTo>
                    <a:pt x="1034" y="520"/>
                  </a:lnTo>
                  <a:lnTo>
                    <a:pt x="1027" y="522"/>
                  </a:lnTo>
                  <a:lnTo>
                    <a:pt x="1020" y="525"/>
                  </a:lnTo>
                  <a:lnTo>
                    <a:pt x="1012" y="528"/>
                  </a:lnTo>
                  <a:lnTo>
                    <a:pt x="1006" y="532"/>
                  </a:lnTo>
                  <a:lnTo>
                    <a:pt x="1000" y="537"/>
                  </a:lnTo>
                  <a:lnTo>
                    <a:pt x="994" y="542"/>
                  </a:lnTo>
                  <a:lnTo>
                    <a:pt x="989" y="548"/>
                  </a:lnTo>
                  <a:lnTo>
                    <a:pt x="985" y="551"/>
                  </a:lnTo>
                  <a:lnTo>
                    <a:pt x="948" y="593"/>
                  </a:lnTo>
                  <a:lnTo>
                    <a:pt x="909" y="635"/>
                  </a:lnTo>
                  <a:lnTo>
                    <a:pt x="870" y="675"/>
                  </a:lnTo>
                  <a:lnTo>
                    <a:pt x="832" y="711"/>
                  </a:lnTo>
                  <a:lnTo>
                    <a:pt x="813" y="728"/>
                  </a:lnTo>
                  <a:lnTo>
                    <a:pt x="795" y="743"/>
                  </a:lnTo>
                  <a:lnTo>
                    <a:pt x="778" y="756"/>
                  </a:lnTo>
                  <a:lnTo>
                    <a:pt x="762" y="769"/>
                  </a:lnTo>
                  <a:lnTo>
                    <a:pt x="746" y="778"/>
                  </a:lnTo>
                  <a:lnTo>
                    <a:pt x="732" y="784"/>
                  </a:lnTo>
                  <a:lnTo>
                    <a:pt x="725" y="787"/>
                  </a:lnTo>
                  <a:lnTo>
                    <a:pt x="719" y="789"/>
                  </a:lnTo>
                  <a:lnTo>
                    <a:pt x="713" y="790"/>
                  </a:lnTo>
                  <a:lnTo>
                    <a:pt x="707" y="790"/>
                  </a:lnTo>
                  <a:lnTo>
                    <a:pt x="697" y="789"/>
                  </a:lnTo>
                  <a:lnTo>
                    <a:pt x="688" y="786"/>
                  </a:lnTo>
                  <a:lnTo>
                    <a:pt x="684" y="784"/>
                  </a:lnTo>
                  <a:lnTo>
                    <a:pt x="680" y="782"/>
                  </a:lnTo>
                  <a:lnTo>
                    <a:pt x="676" y="779"/>
                  </a:lnTo>
                  <a:lnTo>
                    <a:pt x="673" y="776"/>
                  </a:lnTo>
                  <a:lnTo>
                    <a:pt x="668" y="770"/>
                  </a:lnTo>
                  <a:lnTo>
                    <a:pt x="664" y="762"/>
                  </a:lnTo>
                  <a:lnTo>
                    <a:pt x="661" y="755"/>
                  </a:lnTo>
                  <a:lnTo>
                    <a:pt x="657" y="747"/>
                  </a:lnTo>
                  <a:lnTo>
                    <a:pt x="653" y="730"/>
                  </a:lnTo>
                  <a:lnTo>
                    <a:pt x="651" y="711"/>
                  </a:lnTo>
                  <a:lnTo>
                    <a:pt x="651" y="692"/>
                  </a:lnTo>
                  <a:lnTo>
                    <a:pt x="651" y="672"/>
                  </a:lnTo>
                  <a:lnTo>
                    <a:pt x="653" y="652"/>
                  </a:lnTo>
                  <a:lnTo>
                    <a:pt x="654" y="634"/>
                  </a:lnTo>
                  <a:lnTo>
                    <a:pt x="655" y="622"/>
                  </a:lnTo>
                  <a:lnTo>
                    <a:pt x="656" y="611"/>
                  </a:lnTo>
                  <a:lnTo>
                    <a:pt x="656" y="604"/>
                  </a:lnTo>
                  <a:lnTo>
                    <a:pt x="655" y="597"/>
                  </a:lnTo>
                  <a:lnTo>
                    <a:pt x="654" y="591"/>
                  </a:lnTo>
                  <a:lnTo>
                    <a:pt x="652" y="585"/>
                  </a:lnTo>
                  <a:lnTo>
                    <a:pt x="650" y="579"/>
                  </a:lnTo>
                  <a:lnTo>
                    <a:pt x="647" y="574"/>
                  </a:lnTo>
                  <a:lnTo>
                    <a:pt x="644" y="569"/>
                  </a:lnTo>
                  <a:lnTo>
                    <a:pt x="639" y="564"/>
                  </a:lnTo>
                  <a:lnTo>
                    <a:pt x="634" y="560"/>
                  </a:lnTo>
                  <a:lnTo>
                    <a:pt x="629" y="556"/>
                  </a:lnTo>
                  <a:lnTo>
                    <a:pt x="622" y="552"/>
                  </a:lnTo>
                  <a:lnTo>
                    <a:pt x="615" y="549"/>
                  </a:lnTo>
                  <a:lnTo>
                    <a:pt x="598" y="544"/>
                  </a:lnTo>
                  <a:lnTo>
                    <a:pt x="578" y="539"/>
                  </a:lnTo>
                  <a:lnTo>
                    <a:pt x="558" y="537"/>
                  </a:lnTo>
                  <a:lnTo>
                    <a:pt x="529" y="533"/>
                  </a:lnTo>
                  <a:lnTo>
                    <a:pt x="493" y="530"/>
                  </a:lnTo>
                  <a:lnTo>
                    <a:pt x="453" y="527"/>
                  </a:lnTo>
                  <a:lnTo>
                    <a:pt x="411" y="525"/>
                  </a:lnTo>
                  <a:lnTo>
                    <a:pt x="366" y="522"/>
                  </a:lnTo>
                  <a:lnTo>
                    <a:pt x="322" y="520"/>
                  </a:lnTo>
                  <a:lnTo>
                    <a:pt x="279" y="517"/>
                  </a:lnTo>
                  <a:lnTo>
                    <a:pt x="272" y="517"/>
                  </a:lnTo>
                  <a:lnTo>
                    <a:pt x="273" y="510"/>
                  </a:lnTo>
                  <a:lnTo>
                    <a:pt x="286" y="448"/>
                  </a:lnTo>
                  <a:lnTo>
                    <a:pt x="300" y="387"/>
                  </a:lnTo>
                  <a:lnTo>
                    <a:pt x="316" y="329"/>
                  </a:lnTo>
                  <a:lnTo>
                    <a:pt x="332" y="274"/>
                  </a:lnTo>
                  <a:lnTo>
                    <a:pt x="340" y="248"/>
                  </a:lnTo>
                  <a:lnTo>
                    <a:pt x="349" y="223"/>
                  </a:lnTo>
                  <a:lnTo>
                    <a:pt x="358" y="199"/>
                  </a:lnTo>
                  <a:lnTo>
                    <a:pt x="367" y="178"/>
                  </a:lnTo>
                  <a:lnTo>
                    <a:pt x="376" y="157"/>
                  </a:lnTo>
                  <a:lnTo>
                    <a:pt x="384" y="138"/>
                  </a:lnTo>
                  <a:lnTo>
                    <a:pt x="393" y="122"/>
                  </a:lnTo>
                  <a:lnTo>
                    <a:pt x="401" y="106"/>
                  </a:lnTo>
                  <a:lnTo>
                    <a:pt x="413" y="86"/>
                  </a:lnTo>
                  <a:lnTo>
                    <a:pt x="422" y="67"/>
                  </a:lnTo>
                  <a:lnTo>
                    <a:pt x="425" y="59"/>
                  </a:lnTo>
                  <a:lnTo>
                    <a:pt x="426" y="52"/>
                  </a:lnTo>
                  <a:lnTo>
                    <a:pt x="426" y="45"/>
                  </a:lnTo>
                  <a:lnTo>
                    <a:pt x="424" y="39"/>
                  </a:lnTo>
                  <a:lnTo>
                    <a:pt x="422" y="34"/>
                  </a:lnTo>
                  <a:lnTo>
                    <a:pt x="418" y="30"/>
                  </a:lnTo>
                  <a:lnTo>
                    <a:pt x="413" y="25"/>
                  </a:lnTo>
                  <a:lnTo>
                    <a:pt x="406" y="20"/>
                  </a:lnTo>
                  <a:lnTo>
                    <a:pt x="397" y="16"/>
                  </a:lnTo>
                  <a:lnTo>
                    <a:pt x="387" y="13"/>
                  </a:lnTo>
                  <a:lnTo>
                    <a:pt x="376" y="9"/>
                  </a:lnTo>
                  <a:lnTo>
                    <a:pt x="364" y="6"/>
                  </a:lnTo>
                  <a:lnTo>
                    <a:pt x="353" y="3"/>
                  </a:lnTo>
                  <a:lnTo>
                    <a:pt x="342" y="1"/>
                  </a:lnTo>
                  <a:lnTo>
                    <a:pt x="333" y="0"/>
                  </a:lnTo>
                  <a:lnTo>
                    <a:pt x="323" y="0"/>
                  </a:lnTo>
                  <a:lnTo>
                    <a:pt x="313" y="1"/>
                  </a:lnTo>
                  <a:lnTo>
                    <a:pt x="304" y="2"/>
                  </a:lnTo>
                  <a:lnTo>
                    <a:pt x="294" y="4"/>
                  </a:lnTo>
                  <a:lnTo>
                    <a:pt x="286" y="7"/>
                  </a:lnTo>
                  <a:lnTo>
                    <a:pt x="279" y="11"/>
                  </a:lnTo>
                  <a:lnTo>
                    <a:pt x="273" y="15"/>
                  </a:lnTo>
                  <a:lnTo>
                    <a:pt x="267" y="20"/>
                  </a:lnTo>
                  <a:lnTo>
                    <a:pt x="262" y="26"/>
                  </a:lnTo>
                  <a:lnTo>
                    <a:pt x="253" y="37"/>
                  </a:lnTo>
                  <a:lnTo>
                    <a:pt x="245" y="49"/>
                  </a:lnTo>
                  <a:lnTo>
                    <a:pt x="240" y="61"/>
                  </a:lnTo>
                  <a:lnTo>
                    <a:pt x="235" y="73"/>
                  </a:lnTo>
                  <a:lnTo>
                    <a:pt x="216" y="124"/>
                  </a:lnTo>
                  <a:lnTo>
                    <a:pt x="197" y="177"/>
                  </a:lnTo>
                  <a:lnTo>
                    <a:pt x="180" y="230"/>
                  </a:lnTo>
                  <a:lnTo>
                    <a:pt x="164" y="285"/>
                  </a:lnTo>
                  <a:lnTo>
                    <a:pt x="150" y="340"/>
                  </a:lnTo>
                  <a:lnTo>
                    <a:pt x="137" y="395"/>
                  </a:lnTo>
                  <a:lnTo>
                    <a:pt x="126" y="450"/>
                  </a:lnTo>
                  <a:lnTo>
                    <a:pt x="117" y="505"/>
                  </a:lnTo>
                  <a:lnTo>
                    <a:pt x="116" y="510"/>
                  </a:lnTo>
                  <a:lnTo>
                    <a:pt x="111" y="510"/>
                  </a:lnTo>
                  <a:lnTo>
                    <a:pt x="89" y="509"/>
                  </a:lnTo>
                  <a:lnTo>
                    <a:pt x="71" y="509"/>
                  </a:lnTo>
                  <a:lnTo>
                    <a:pt x="54" y="509"/>
                  </a:lnTo>
                  <a:lnTo>
                    <a:pt x="39" y="509"/>
                  </a:lnTo>
                  <a:lnTo>
                    <a:pt x="26" y="510"/>
                  </a:lnTo>
                  <a:lnTo>
                    <a:pt x="16" y="512"/>
                  </a:lnTo>
                  <a:lnTo>
                    <a:pt x="11" y="514"/>
                  </a:lnTo>
                  <a:lnTo>
                    <a:pt x="8" y="517"/>
                  </a:lnTo>
                  <a:lnTo>
                    <a:pt x="5" y="519"/>
                  </a:lnTo>
                  <a:lnTo>
                    <a:pt x="3" y="522"/>
                  </a:lnTo>
                  <a:lnTo>
                    <a:pt x="2" y="524"/>
                  </a:lnTo>
                  <a:lnTo>
                    <a:pt x="1" y="528"/>
                  </a:lnTo>
                  <a:lnTo>
                    <a:pt x="0" y="531"/>
                  </a:lnTo>
                  <a:lnTo>
                    <a:pt x="0" y="535"/>
                  </a:lnTo>
                  <a:lnTo>
                    <a:pt x="2" y="545"/>
                  </a:lnTo>
                  <a:lnTo>
                    <a:pt x="6" y="555"/>
                  </a:lnTo>
                  <a:lnTo>
                    <a:pt x="11" y="566"/>
                  </a:lnTo>
                  <a:lnTo>
                    <a:pt x="17" y="577"/>
                  </a:lnTo>
                  <a:lnTo>
                    <a:pt x="25" y="588"/>
                  </a:lnTo>
                  <a:lnTo>
                    <a:pt x="34" y="600"/>
                  </a:lnTo>
                  <a:lnTo>
                    <a:pt x="40" y="606"/>
                  </a:lnTo>
                  <a:lnTo>
                    <a:pt x="47" y="611"/>
                  </a:lnTo>
                  <a:lnTo>
                    <a:pt x="54" y="618"/>
                  </a:lnTo>
                  <a:lnTo>
                    <a:pt x="61" y="623"/>
                  </a:lnTo>
                  <a:lnTo>
                    <a:pt x="69" y="627"/>
                  </a:lnTo>
                  <a:lnTo>
                    <a:pt x="77" y="631"/>
                  </a:lnTo>
                  <a:lnTo>
                    <a:pt x="86" y="635"/>
                  </a:lnTo>
                  <a:lnTo>
                    <a:pt x="96" y="638"/>
                  </a:lnTo>
                  <a:lnTo>
                    <a:pt x="102" y="640"/>
                  </a:lnTo>
                  <a:lnTo>
                    <a:pt x="101" y="644"/>
                  </a:lnTo>
                  <a:lnTo>
                    <a:pt x="100" y="669"/>
                  </a:lnTo>
                  <a:lnTo>
                    <a:pt x="99" y="693"/>
                  </a:lnTo>
                  <a:lnTo>
                    <a:pt x="98" y="718"/>
                  </a:lnTo>
                  <a:lnTo>
                    <a:pt x="98" y="741"/>
                  </a:lnTo>
                  <a:lnTo>
                    <a:pt x="98" y="771"/>
                  </a:lnTo>
                  <a:lnTo>
                    <a:pt x="99" y="798"/>
                  </a:lnTo>
                  <a:lnTo>
                    <a:pt x="102" y="825"/>
                  </a:lnTo>
                  <a:lnTo>
                    <a:pt x="106" y="849"/>
                  </a:lnTo>
                  <a:lnTo>
                    <a:pt x="110" y="873"/>
                  </a:lnTo>
                  <a:lnTo>
                    <a:pt x="116" y="894"/>
                  </a:lnTo>
                  <a:lnTo>
                    <a:pt x="123" y="914"/>
                  </a:lnTo>
                  <a:lnTo>
                    <a:pt x="131" y="932"/>
                  </a:lnTo>
                  <a:lnTo>
                    <a:pt x="141" y="948"/>
                  </a:lnTo>
                  <a:lnTo>
                    <a:pt x="152" y="963"/>
                  </a:lnTo>
                  <a:lnTo>
                    <a:pt x="163" y="976"/>
                  </a:lnTo>
                  <a:lnTo>
                    <a:pt x="176" y="987"/>
                  </a:lnTo>
                  <a:lnTo>
                    <a:pt x="189" y="997"/>
                  </a:lnTo>
                  <a:lnTo>
                    <a:pt x="204" y="1004"/>
                  </a:lnTo>
                  <a:lnTo>
                    <a:pt x="220" y="1011"/>
                  </a:lnTo>
                  <a:lnTo>
                    <a:pt x="236" y="1016"/>
                  </a:lnTo>
                  <a:lnTo>
                    <a:pt x="242" y="1017"/>
                  </a:lnTo>
                  <a:lnTo>
                    <a:pt x="248" y="1017"/>
                  </a:lnTo>
                  <a:lnTo>
                    <a:pt x="259" y="1016"/>
                  </a:lnTo>
                  <a:lnTo>
                    <a:pt x="268" y="1014"/>
                  </a:lnTo>
                  <a:lnTo>
                    <a:pt x="273" y="1012"/>
                  </a:lnTo>
                  <a:lnTo>
                    <a:pt x="277" y="1010"/>
                  </a:lnTo>
                  <a:lnTo>
                    <a:pt x="280" y="1007"/>
                  </a:lnTo>
                  <a:lnTo>
                    <a:pt x="282" y="1004"/>
                  </a:lnTo>
                  <a:lnTo>
                    <a:pt x="284" y="999"/>
                  </a:lnTo>
                  <a:lnTo>
                    <a:pt x="284" y="994"/>
                  </a:lnTo>
                  <a:lnTo>
                    <a:pt x="282" y="989"/>
                  </a:lnTo>
                  <a:lnTo>
                    <a:pt x="279" y="982"/>
                  </a:lnTo>
                  <a:lnTo>
                    <a:pt x="271" y="966"/>
                  </a:lnTo>
                  <a:lnTo>
                    <a:pt x="265" y="948"/>
                  </a:lnTo>
                  <a:lnTo>
                    <a:pt x="259" y="929"/>
                  </a:lnTo>
                  <a:lnTo>
                    <a:pt x="254" y="909"/>
                  </a:lnTo>
                  <a:lnTo>
                    <a:pt x="251" y="888"/>
                  </a:lnTo>
                  <a:lnTo>
                    <a:pt x="247" y="866"/>
                  </a:lnTo>
                  <a:lnTo>
                    <a:pt x="245" y="843"/>
                  </a:lnTo>
                  <a:lnTo>
                    <a:pt x="244" y="820"/>
                  </a:lnTo>
                  <a:lnTo>
                    <a:pt x="243" y="796"/>
                  </a:lnTo>
                  <a:lnTo>
                    <a:pt x="243" y="773"/>
                  </a:lnTo>
                  <a:lnTo>
                    <a:pt x="244" y="748"/>
                  </a:lnTo>
                  <a:lnTo>
                    <a:pt x="245" y="725"/>
                  </a:lnTo>
                  <a:lnTo>
                    <a:pt x="249" y="678"/>
                  </a:lnTo>
                  <a:lnTo>
                    <a:pt x="254" y="633"/>
                  </a:lnTo>
                  <a:lnTo>
                    <a:pt x="255" y="629"/>
                  </a:lnTo>
                  <a:lnTo>
                    <a:pt x="259" y="628"/>
                  </a:lnTo>
                  <a:lnTo>
                    <a:pt x="282" y="625"/>
                  </a:lnTo>
                  <a:lnTo>
                    <a:pt x="307" y="622"/>
                  </a:lnTo>
                  <a:lnTo>
                    <a:pt x="332" y="618"/>
                  </a:lnTo>
                  <a:lnTo>
                    <a:pt x="357" y="615"/>
                  </a:lnTo>
                  <a:lnTo>
                    <a:pt x="381" y="612"/>
                  </a:lnTo>
                  <a:lnTo>
                    <a:pt x="406" y="610"/>
                  </a:lnTo>
                  <a:lnTo>
                    <a:pt x="428" y="608"/>
                  </a:lnTo>
                  <a:lnTo>
                    <a:pt x="448" y="607"/>
                  </a:lnTo>
                  <a:lnTo>
                    <a:pt x="450" y="607"/>
                  </a:lnTo>
                  <a:lnTo>
                    <a:pt x="459" y="608"/>
                  </a:lnTo>
                  <a:lnTo>
                    <a:pt x="466" y="610"/>
                  </a:lnTo>
                  <a:lnTo>
                    <a:pt x="472" y="612"/>
                  </a:lnTo>
                  <a:lnTo>
                    <a:pt x="477" y="617"/>
                  </a:lnTo>
                  <a:lnTo>
                    <a:pt x="479" y="620"/>
                  </a:lnTo>
                  <a:lnTo>
                    <a:pt x="481" y="623"/>
                  </a:lnTo>
                  <a:lnTo>
                    <a:pt x="482" y="626"/>
                  </a:lnTo>
                  <a:lnTo>
                    <a:pt x="483" y="630"/>
                  </a:lnTo>
                  <a:lnTo>
                    <a:pt x="483" y="637"/>
                  </a:lnTo>
                  <a:lnTo>
                    <a:pt x="483" y="645"/>
                  </a:lnTo>
                  <a:lnTo>
                    <a:pt x="483" y="657"/>
                  </a:lnTo>
                  <a:lnTo>
                    <a:pt x="483" y="674"/>
                  </a:lnTo>
                  <a:lnTo>
                    <a:pt x="485" y="693"/>
                  </a:lnTo>
                  <a:lnTo>
                    <a:pt x="489" y="717"/>
                  </a:lnTo>
                  <a:lnTo>
                    <a:pt x="492" y="728"/>
                  </a:lnTo>
                  <a:lnTo>
                    <a:pt x="495" y="741"/>
                  </a:lnTo>
                  <a:lnTo>
                    <a:pt x="500" y="753"/>
                  </a:lnTo>
                  <a:lnTo>
                    <a:pt x="506" y="766"/>
                  </a:lnTo>
                  <a:lnTo>
                    <a:pt x="513" y="779"/>
                  </a:lnTo>
                  <a:lnTo>
                    <a:pt x="520" y="791"/>
                  </a:lnTo>
                  <a:lnTo>
                    <a:pt x="529" y="803"/>
                  </a:lnTo>
                  <a:lnTo>
                    <a:pt x="539" y="816"/>
                  </a:lnTo>
                  <a:lnTo>
                    <a:pt x="548" y="824"/>
                  </a:lnTo>
                  <a:lnTo>
                    <a:pt x="558" y="832"/>
                  </a:lnTo>
                  <a:lnTo>
                    <a:pt x="568" y="840"/>
                  </a:lnTo>
                  <a:lnTo>
                    <a:pt x="578" y="846"/>
                  </a:lnTo>
                  <a:lnTo>
                    <a:pt x="589" y="853"/>
                  </a:lnTo>
                  <a:lnTo>
                    <a:pt x="600" y="858"/>
                  </a:lnTo>
                  <a:lnTo>
                    <a:pt x="613" y="865"/>
                  </a:lnTo>
                  <a:lnTo>
                    <a:pt x="626" y="869"/>
                  </a:lnTo>
                  <a:lnTo>
                    <a:pt x="639" y="873"/>
                  </a:lnTo>
                  <a:lnTo>
                    <a:pt x="652" y="877"/>
                  </a:lnTo>
                  <a:lnTo>
                    <a:pt x="668" y="879"/>
                  </a:lnTo>
                  <a:lnTo>
                    <a:pt x="682" y="882"/>
                  </a:lnTo>
                  <a:lnTo>
                    <a:pt x="697" y="883"/>
                  </a:lnTo>
                  <a:lnTo>
                    <a:pt x="714" y="884"/>
                  </a:lnTo>
                  <a:lnTo>
                    <a:pt x="730" y="885"/>
                  </a:lnTo>
                  <a:lnTo>
                    <a:pt x="747" y="885"/>
                  </a:lnTo>
                  <a:lnTo>
                    <a:pt x="756" y="8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59" name="Freeform 36"/>
            <p:cNvSpPr>
              <a:spLocks/>
            </p:cNvSpPr>
            <p:nvPr userDrawn="1"/>
          </p:nvSpPr>
          <p:spPr bwMode="gray">
            <a:xfrm>
              <a:off x="6460" y="648"/>
              <a:ext cx="42" cy="70"/>
            </a:xfrm>
            <a:custGeom>
              <a:avLst/>
              <a:gdLst>
                <a:gd name="T0" fmla="*/ 395 w 504"/>
                <a:gd name="T1" fmla="*/ 126 h 840"/>
                <a:gd name="T2" fmla="*/ 353 w 504"/>
                <a:gd name="T3" fmla="*/ 165 h 840"/>
                <a:gd name="T4" fmla="*/ 314 w 504"/>
                <a:gd name="T5" fmla="*/ 203 h 840"/>
                <a:gd name="T6" fmla="*/ 279 w 504"/>
                <a:gd name="T7" fmla="*/ 243 h 840"/>
                <a:gd name="T8" fmla="*/ 248 w 504"/>
                <a:gd name="T9" fmla="*/ 283 h 840"/>
                <a:gd name="T10" fmla="*/ 219 w 504"/>
                <a:gd name="T11" fmla="*/ 323 h 840"/>
                <a:gd name="T12" fmla="*/ 195 w 504"/>
                <a:gd name="T13" fmla="*/ 365 h 840"/>
                <a:gd name="T14" fmla="*/ 174 w 504"/>
                <a:gd name="T15" fmla="*/ 407 h 840"/>
                <a:gd name="T16" fmla="*/ 156 w 504"/>
                <a:gd name="T17" fmla="*/ 451 h 840"/>
                <a:gd name="T18" fmla="*/ 135 w 504"/>
                <a:gd name="T19" fmla="*/ 514 h 840"/>
                <a:gd name="T20" fmla="*/ 122 w 504"/>
                <a:gd name="T21" fmla="*/ 567 h 840"/>
                <a:gd name="T22" fmla="*/ 115 w 504"/>
                <a:gd name="T23" fmla="*/ 613 h 840"/>
                <a:gd name="T24" fmla="*/ 114 w 504"/>
                <a:gd name="T25" fmla="*/ 650 h 840"/>
                <a:gd name="T26" fmla="*/ 116 w 504"/>
                <a:gd name="T27" fmla="*/ 681 h 840"/>
                <a:gd name="T28" fmla="*/ 121 w 504"/>
                <a:gd name="T29" fmla="*/ 704 h 840"/>
                <a:gd name="T30" fmla="*/ 127 w 504"/>
                <a:gd name="T31" fmla="*/ 723 h 840"/>
                <a:gd name="T32" fmla="*/ 135 w 504"/>
                <a:gd name="T33" fmla="*/ 736 h 840"/>
                <a:gd name="T34" fmla="*/ 146 w 504"/>
                <a:gd name="T35" fmla="*/ 748 h 840"/>
                <a:gd name="T36" fmla="*/ 159 w 504"/>
                <a:gd name="T37" fmla="*/ 757 h 840"/>
                <a:gd name="T38" fmla="*/ 173 w 504"/>
                <a:gd name="T39" fmla="*/ 762 h 840"/>
                <a:gd name="T40" fmla="*/ 188 w 504"/>
                <a:gd name="T41" fmla="*/ 764 h 840"/>
                <a:gd name="T42" fmla="*/ 208 w 504"/>
                <a:gd name="T43" fmla="*/ 840 h 840"/>
                <a:gd name="T44" fmla="*/ 182 w 504"/>
                <a:gd name="T45" fmla="*/ 839 h 840"/>
                <a:gd name="T46" fmla="*/ 159 w 504"/>
                <a:gd name="T47" fmla="*/ 835 h 840"/>
                <a:gd name="T48" fmla="*/ 136 w 504"/>
                <a:gd name="T49" fmla="*/ 829 h 840"/>
                <a:gd name="T50" fmla="*/ 115 w 504"/>
                <a:gd name="T51" fmla="*/ 821 h 840"/>
                <a:gd name="T52" fmla="*/ 96 w 504"/>
                <a:gd name="T53" fmla="*/ 809 h 840"/>
                <a:gd name="T54" fmla="*/ 77 w 504"/>
                <a:gd name="T55" fmla="*/ 795 h 840"/>
                <a:gd name="T56" fmla="*/ 61 w 504"/>
                <a:gd name="T57" fmla="*/ 780 h 840"/>
                <a:gd name="T58" fmla="*/ 47 w 504"/>
                <a:gd name="T59" fmla="*/ 761 h 840"/>
                <a:gd name="T60" fmla="*/ 28 w 504"/>
                <a:gd name="T61" fmla="*/ 731 h 840"/>
                <a:gd name="T62" fmla="*/ 14 w 504"/>
                <a:gd name="T63" fmla="*/ 696 h 840"/>
                <a:gd name="T64" fmla="*/ 5 w 504"/>
                <a:gd name="T65" fmla="*/ 658 h 840"/>
                <a:gd name="T66" fmla="*/ 1 w 504"/>
                <a:gd name="T67" fmla="*/ 618 h 840"/>
                <a:gd name="T68" fmla="*/ 1 w 504"/>
                <a:gd name="T69" fmla="*/ 576 h 840"/>
                <a:gd name="T70" fmla="*/ 5 w 504"/>
                <a:gd name="T71" fmla="*/ 532 h 840"/>
                <a:gd name="T72" fmla="*/ 14 w 504"/>
                <a:gd name="T73" fmla="*/ 486 h 840"/>
                <a:gd name="T74" fmla="*/ 27 w 504"/>
                <a:gd name="T75" fmla="*/ 439 h 840"/>
                <a:gd name="T76" fmla="*/ 51 w 504"/>
                <a:gd name="T77" fmla="*/ 380 h 840"/>
                <a:gd name="T78" fmla="*/ 81 w 504"/>
                <a:gd name="T79" fmla="*/ 321 h 840"/>
                <a:gd name="T80" fmla="*/ 118 w 504"/>
                <a:gd name="T81" fmla="*/ 264 h 840"/>
                <a:gd name="T82" fmla="*/ 162 w 504"/>
                <a:gd name="T83" fmla="*/ 209 h 840"/>
                <a:gd name="T84" fmla="*/ 212 w 504"/>
                <a:gd name="T85" fmla="*/ 156 h 840"/>
                <a:gd name="T86" fmla="*/ 269 w 504"/>
                <a:gd name="T87" fmla="*/ 103 h 840"/>
                <a:gd name="T88" fmla="*/ 332 w 504"/>
                <a:gd name="T89" fmla="*/ 52 h 840"/>
                <a:gd name="T90" fmla="*/ 403 w 504"/>
                <a:gd name="T91" fmla="*/ 2 h 840"/>
                <a:gd name="T92" fmla="*/ 504 w 504"/>
                <a:gd name="T93" fmla="*/ 26 h 8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04" h="840">
                  <a:moveTo>
                    <a:pt x="406" y="118"/>
                  </a:moveTo>
                  <a:lnTo>
                    <a:pt x="395" y="126"/>
                  </a:lnTo>
                  <a:lnTo>
                    <a:pt x="374" y="146"/>
                  </a:lnTo>
                  <a:lnTo>
                    <a:pt x="353" y="165"/>
                  </a:lnTo>
                  <a:lnTo>
                    <a:pt x="333" y="184"/>
                  </a:lnTo>
                  <a:lnTo>
                    <a:pt x="314" y="203"/>
                  </a:lnTo>
                  <a:lnTo>
                    <a:pt x="295" y="223"/>
                  </a:lnTo>
                  <a:lnTo>
                    <a:pt x="279" y="243"/>
                  </a:lnTo>
                  <a:lnTo>
                    <a:pt x="263" y="262"/>
                  </a:lnTo>
                  <a:lnTo>
                    <a:pt x="248" y="283"/>
                  </a:lnTo>
                  <a:lnTo>
                    <a:pt x="233" y="303"/>
                  </a:lnTo>
                  <a:lnTo>
                    <a:pt x="219" y="323"/>
                  </a:lnTo>
                  <a:lnTo>
                    <a:pt x="207" y="344"/>
                  </a:lnTo>
                  <a:lnTo>
                    <a:pt x="195" y="365"/>
                  </a:lnTo>
                  <a:lnTo>
                    <a:pt x="184" y="386"/>
                  </a:lnTo>
                  <a:lnTo>
                    <a:pt x="174" y="407"/>
                  </a:lnTo>
                  <a:lnTo>
                    <a:pt x="165" y="430"/>
                  </a:lnTo>
                  <a:lnTo>
                    <a:pt x="156" y="451"/>
                  </a:lnTo>
                  <a:lnTo>
                    <a:pt x="145" y="484"/>
                  </a:lnTo>
                  <a:lnTo>
                    <a:pt x="135" y="514"/>
                  </a:lnTo>
                  <a:lnTo>
                    <a:pt x="128" y="542"/>
                  </a:lnTo>
                  <a:lnTo>
                    <a:pt x="122" y="567"/>
                  </a:lnTo>
                  <a:lnTo>
                    <a:pt x="118" y="591"/>
                  </a:lnTo>
                  <a:lnTo>
                    <a:pt x="115" y="613"/>
                  </a:lnTo>
                  <a:lnTo>
                    <a:pt x="114" y="633"/>
                  </a:lnTo>
                  <a:lnTo>
                    <a:pt x="114" y="650"/>
                  </a:lnTo>
                  <a:lnTo>
                    <a:pt x="114" y="666"/>
                  </a:lnTo>
                  <a:lnTo>
                    <a:pt x="116" y="681"/>
                  </a:lnTo>
                  <a:lnTo>
                    <a:pt x="118" y="693"/>
                  </a:lnTo>
                  <a:lnTo>
                    <a:pt x="121" y="704"/>
                  </a:lnTo>
                  <a:lnTo>
                    <a:pt x="124" y="714"/>
                  </a:lnTo>
                  <a:lnTo>
                    <a:pt x="127" y="723"/>
                  </a:lnTo>
                  <a:lnTo>
                    <a:pt x="131" y="730"/>
                  </a:lnTo>
                  <a:lnTo>
                    <a:pt x="135" y="736"/>
                  </a:lnTo>
                  <a:lnTo>
                    <a:pt x="140" y="742"/>
                  </a:lnTo>
                  <a:lnTo>
                    <a:pt x="146" y="748"/>
                  </a:lnTo>
                  <a:lnTo>
                    <a:pt x="152" y="753"/>
                  </a:lnTo>
                  <a:lnTo>
                    <a:pt x="159" y="757"/>
                  </a:lnTo>
                  <a:lnTo>
                    <a:pt x="166" y="760"/>
                  </a:lnTo>
                  <a:lnTo>
                    <a:pt x="173" y="762"/>
                  </a:lnTo>
                  <a:lnTo>
                    <a:pt x="180" y="763"/>
                  </a:lnTo>
                  <a:lnTo>
                    <a:pt x="188" y="764"/>
                  </a:lnTo>
                  <a:lnTo>
                    <a:pt x="230" y="801"/>
                  </a:lnTo>
                  <a:lnTo>
                    <a:pt x="208" y="840"/>
                  </a:lnTo>
                  <a:lnTo>
                    <a:pt x="195" y="840"/>
                  </a:lnTo>
                  <a:lnTo>
                    <a:pt x="182" y="839"/>
                  </a:lnTo>
                  <a:lnTo>
                    <a:pt x="170" y="838"/>
                  </a:lnTo>
                  <a:lnTo>
                    <a:pt x="159" y="835"/>
                  </a:lnTo>
                  <a:lnTo>
                    <a:pt x="148" y="833"/>
                  </a:lnTo>
                  <a:lnTo>
                    <a:pt x="136" y="829"/>
                  </a:lnTo>
                  <a:lnTo>
                    <a:pt x="125" y="825"/>
                  </a:lnTo>
                  <a:lnTo>
                    <a:pt x="115" y="821"/>
                  </a:lnTo>
                  <a:lnTo>
                    <a:pt x="105" y="814"/>
                  </a:lnTo>
                  <a:lnTo>
                    <a:pt x="96" y="809"/>
                  </a:lnTo>
                  <a:lnTo>
                    <a:pt x="86" y="802"/>
                  </a:lnTo>
                  <a:lnTo>
                    <a:pt x="77" y="795"/>
                  </a:lnTo>
                  <a:lnTo>
                    <a:pt x="69" y="788"/>
                  </a:lnTo>
                  <a:lnTo>
                    <a:pt x="61" y="780"/>
                  </a:lnTo>
                  <a:lnTo>
                    <a:pt x="54" y="771"/>
                  </a:lnTo>
                  <a:lnTo>
                    <a:pt x="47" y="761"/>
                  </a:lnTo>
                  <a:lnTo>
                    <a:pt x="36" y="746"/>
                  </a:lnTo>
                  <a:lnTo>
                    <a:pt x="28" y="731"/>
                  </a:lnTo>
                  <a:lnTo>
                    <a:pt x="21" y="713"/>
                  </a:lnTo>
                  <a:lnTo>
                    <a:pt x="14" y="696"/>
                  </a:lnTo>
                  <a:lnTo>
                    <a:pt x="9" y="678"/>
                  </a:lnTo>
                  <a:lnTo>
                    <a:pt x="5" y="658"/>
                  </a:lnTo>
                  <a:lnTo>
                    <a:pt x="2" y="639"/>
                  </a:lnTo>
                  <a:lnTo>
                    <a:pt x="1" y="618"/>
                  </a:lnTo>
                  <a:lnTo>
                    <a:pt x="0" y="597"/>
                  </a:lnTo>
                  <a:lnTo>
                    <a:pt x="1" y="576"/>
                  </a:lnTo>
                  <a:lnTo>
                    <a:pt x="2" y="554"/>
                  </a:lnTo>
                  <a:lnTo>
                    <a:pt x="5" y="532"/>
                  </a:lnTo>
                  <a:lnTo>
                    <a:pt x="9" y="509"/>
                  </a:lnTo>
                  <a:lnTo>
                    <a:pt x="14" y="486"/>
                  </a:lnTo>
                  <a:lnTo>
                    <a:pt x="20" y="462"/>
                  </a:lnTo>
                  <a:lnTo>
                    <a:pt x="27" y="439"/>
                  </a:lnTo>
                  <a:lnTo>
                    <a:pt x="38" y="409"/>
                  </a:lnTo>
                  <a:lnTo>
                    <a:pt x="51" y="380"/>
                  </a:lnTo>
                  <a:lnTo>
                    <a:pt x="66" y="350"/>
                  </a:lnTo>
                  <a:lnTo>
                    <a:pt x="81" y="321"/>
                  </a:lnTo>
                  <a:lnTo>
                    <a:pt x="99" y="293"/>
                  </a:lnTo>
                  <a:lnTo>
                    <a:pt x="118" y="264"/>
                  </a:lnTo>
                  <a:lnTo>
                    <a:pt x="139" y="237"/>
                  </a:lnTo>
                  <a:lnTo>
                    <a:pt x="162" y="209"/>
                  </a:lnTo>
                  <a:lnTo>
                    <a:pt x="185" y="183"/>
                  </a:lnTo>
                  <a:lnTo>
                    <a:pt x="212" y="156"/>
                  </a:lnTo>
                  <a:lnTo>
                    <a:pt x="239" y="130"/>
                  </a:lnTo>
                  <a:lnTo>
                    <a:pt x="269" y="103"/>
                  </a:lnTo>
                  <a:lnTo>
                    <a:pt x="300" y="77"/>
                  </a:lnTo>
                  <a:lnTo>
                    <a:pt x="332" y="52"/>
                  </a:lnTo>
                  <a:lnTo>
                    <a:pt x="367" y="26"/>
                  </a:lnTo>
                  <a:lnTo>
                    <a:pt x="403" y="2"/>
                  </a:lnTo>
                  <a:lnTo>
                    <a:pt x="406" y="0"/>
                  </a:lnTo>
                  <a:lnTo>
                    <a:pt x="504" y="26"/>
                  </a:lnTo>
                  <a:lnTo>
                    <a:pt x="406" y="11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60" name="Freeform 37"/>
            <p:cNvSpPr>
              <a:spLocks/>
            </p:cNvSpPr>
            <p:nvPr userDrawn="1"/>
          </p:nvSpPr>
          <p:spPr bwMode="gray">
            <a:xfrm>
              <a:off x="7081" y="570"/>
              <a:ext cx="66" cy="83"/>
            </a:xfrm>
            <a:custGeom>
              <a:avLst/>
              <a:gdLst>
                <a:gd name="T0" fmla="*/ 575 w 783"/>
                <a:gd name="T1" fmla="*/ 794 h 1004"/>
                <a:gd name="T2" fmla="*/ 584 w 783"/>
                <a:gd name="T3" fmla="*/ 863 h 1004"/>
                <a:gd name="T4" fmla="*/ 607 w 783"/>
                <a:gd name="T5" fmla="*/ 922 h 1004"/>
                <a:gd name="T6" fmla="*/ 643 w 783"/>
                <a:gd name="T7" fmla="*/ 967 h 1004"/>
                <a:gd name="T8" fmla="*/ 692 w 783"/>
                <a:gd name="T9" fmla="*/ 1000 h 1004"/>
                <a:gd name="T10" fmla="*/ 718 w 783"/>
                <a:gd name="T11" fmla="*/ 1004 h 1004"/>
                <a:gd name="T12" fmla="*/ 738 w 783"/>
                <a:gd name="T13" fmla="*/ 997 h 1004"/>
                <a:gd name="T14" fmla="*/ 741 w 783"/>
                <a:gd name="T15" fmla="*/ 978 h 1004"/>
                <a:gd name="T16" fmla="*/ 727 w 783"/>
                <a:gd name="T17" fmla="*/ 902 h 1004"/>
                <a:gd name="T18" fmla="*/ 728 w 783"/>
                <a:gd name="T19" fmla="*/ 819 h 1004"/>
                <a:gd name="T20" fmla="*/ 742 w 783"/>
                <a:gd name="T21" fmla="*/ 732 h 1004"/>
                <a:gd name="T22" fmla="*/ 767 w 783"/>
                <a:gd name="T23" fmla="*/ 642 h 1004"/>
                <a:gd name="T24" fmla="*/ 783 w 783"/>
                <a:gd name="T25" fmla="*/ 583 h 1004"/>
                <a:gd name="T26" fmla="*/ 779 w 783"/>
                <a:gd name="T27" fmla="*/ 550 h 1004"/>
                <a:gd name="T28" fmla="*/ 756 w 783"/>
                <a:gd name="T29" fmla="*/ 522 h 1004"/>
                <a:gd name="T30" fmla="*/ 702 w 783"/>
                <a:gd name="T31" fmla="*/ 494 h 1004"/>
                <a:gd name="T32" fmla="*/ 674 w 783"/>
                <a:gd name="T33" fmla="*/ 489 h 1004"/>
                <a:gd name="T34" fmla="*/ 651 w 783"/>
                <a:gd name="T35" fmla="*/ 493 h 1004"/>
                <a:gd name="T36" fmla="*/ 633 w 783"/>
                <a:gd name="T37" fmla="*/ 508 h 1004"/>
                <a:gd name="T38" fmla="*/ 603 w 783"/>
                <a:gd name="T39" fmla="*/ 553 h 1004"/>
                <a:gd name="T40" fmla="*/ 506 w 783"/>
                <a:gd name="T41" fmla="*/ 676 h 1004"/>
                <a:gd name="T42" fmla="*/ 401 w 783"/>
                <a:gd name="T43" fmla="*/ 783 h 1004"/>
                <a:gd name="T44" fmla="*/ 336 w 783"/>
                <a:gd name="T45" fmla="*/ 834 h 1004"/>
                <a:gd name="T46" fmla="*/ 286 w 783"/>
                <a:gd name="T47" fmla="*/ 860 h 1004"/>
                <a:gd name="T48" fmla="*/ 240 w 783"/>
                <a:gd name="T49" fmla="*/ 873 h 1004"/>
                <a:gd name="T50" fmla="*/ 209 w 783"/>
                <a:gd name="T51" fmla="*/ 871 h 1004"/>
                <a:gd name="T52" fmla="*/ 188 w 783"/>
                <a:gd name="T53" fmla="*/ 858 h 1004"/>
                <a:gd name="T54" fmla="*/ 170 w 783"/>
                <a:gd name="T55" fmla="*/ 836 h 1004"/>
                <a:gd name="T56" fmla="*/ 155 w 783"/>
                <a:gd name="T57" fmla="*/ 776 h 1004"/>
                <a:gd name="T58" fmla="*/ 159 w 783"/>
                <a:gd name="T59" fmla="*/ 665 h 1004"/>
                <a:gd name="T60" fmla="*/ 188 w 783"/>
                <a:gd name="T61" fmla="*/ 507 h 1004"/>
                <a:gd name="T62" fmla="*/ 234 w 783"/>
                <a:gd name="T63" fmla="*/ 341 h 1004"/>
                <a:gd name="T64" fmla="*/ 291 w 783"/>
                <a:gd name="T65" fmla="*/ 188 h 1004"/>
                <a:gd name="T66" fmla="*/ 345 w 783"/>
                <a:gd name="T67" fmla="*/ 81 h 1004"/>
                <a:gd name="T68" fmla="*/ 360 w 783"/>
                <a:gd name="T69" fmla="*/ 40 h 1004"/>
                <a:gd name="T70" fmla="*/ 354 w 783"/>
                <a:gd name="T71" fmla="*/ 15 h 1004"/>
                <a:gd name="T72" fmla="*/ 327 w 783"/>
                <a:gd name="T73" fmla="*/ 3 h 1004"/>
                <a:gd name="T74" fmla="*/ 291 w 783"/>
                <a:gd name="T75" fmla="*/ 0 h 1004"/>
                <a:gd name="T76" fmla="*/ 240 w 783"/>
                <a:gd name="T77" fmla="*/ 7 h 1004"/>
                <a:gd name="T78" fmla="*/ 203 w 783"/>
                <a:gd name="T79" fmla="*/ 25 h 1004"/>
                <a:gd name="T80" fmla="*/ 178 w 783"/>
                <a:gd name="T81" fmla="*/ 52 h 1004"/>
                <a:gd name="T82" fmla="*/ 135 w 783"/>
                <a:gd name="T83" fmla="*/ 146 h 1004"/>
                <a:gd name="T84" fmla="*/ 81 w 783"/>
                <a:gd name="T85" fmla="*/ 292 h 1004"/>
                <a:gd name="T86" fmla="*/ 34 w 783"/>
                <a:gd name="T87" fmla="*/ 458 h 1004"/>
                <a:gd name="T88" fmla="*/ 5 w 783"/>
                <a:gd name="T89" fmla="*/ 639 h 1004"/>
                <a:gd name="T90" fmla="*/ 1 w 783"/>
                <a:gd name="T91" fmla="*/ 756 h 1004"/>
                <a:gd name="T92" fmla="*/ 8 w 783"/>
                <a:gd name="T93" fmla="*/ 802 h 1004"/>
                <a:gd name="T94" fmla="*/ 25 w 783"/>
                <a:gd name="T95" fmla="*/ 845 h 1004"/>
                <a:gd name="T96" fmla="*/ 51 w 783"/>
                <a:gd name="T97" fmla="*/ 884 h 1004"/>
                <a:gd name="T98" fmla="*/ 91 w 783"/>
                <a:gd name="T99" fmla="*/ 923 h 1004"/>
                <a:gd name="T100" fmla="*/ 141 w 783"/>
                <a:gd name="T101" fmla="*/ 955 h 1004"/>
                <a:gd name="T102" fmla="*/ 189 w 783"/>
                <a:gd name="T103" fmla="*/ 975 h 1004"/>
                <a:gd name="T104" fmla="*/ 248 w 783"/>
                <a:gd name="T105" fmla="*/ 986 h 1004"/>
                <a:gd name="T106" fmla="*/ 294 w 783"/>
                <a:gd name="T107" fmla="*/ 979 h 1004"/>
                <a:gd name="T108" fmla="*/ 339 w 783"/>
                <a:gd name="T109" fmla="*/ 961 h 1004"/>
                <a:gd name="T110" fmla="*/ 426 w 783"/>
                <a:gd name="T111" fmla="*/ 901 h 1004"/>
                <a:gd name="T112" fmla="*/ 504 w 783"/>
                <a:gd name="T113" fmla="*/ 825 h 10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83" h="1004">
                  <a:moveTo>
                    <a:pt x="576" y="737"/>
                  </a:moveTo>
                  <a:lnTo>
                    <a:pt x="575" y="755"/>
                  </a:lnTo>
                  <a:lnTo>
                    <a:pt x="575" y="775"/>
                  </a:lnTo>
                  <a:lnTo>
                    <a:pt x="575" y="794"/>
                  </a:lnTo>
                  <a:lnTo>
                    <a:pt x="576" y="812"/>
                  </a:lnTo>
                  <a:lnTo>
                    <a:pt x="578" y="831"/>
                  </a:lnTo>
                  <a:lnTo>
                    <a:pt x="581" y="847"/>
                  </a:lnTo>
                  <a:lnTo>
                    <a:pt x="584" y="863"/>
                  </a:lnTo>
                  <a:lnTo>
                    <a:pt x="590" y="879"/>
                  </a:lnTo>
                  <a:lnTo>
                    <a:pt x="595" y="894"/>
                  </a:lnTo>
                  <a:lnTo>
                    <a:pt x="601" y="908"/>
                  </a:lnTo>
                  <a:lnTo>
                    <a:pt x="607" y="922"/>
                  </a:lnTo>
                  <a:lnTo>
                    <a:pt x="615" y="934"/>
                  </a:lnTo>
                  <a:lnTo>
                    <a:pt x="623" y="946"/>
                  </a:lnTo>
                  <a:lnTo>
                    <a:pt x="632" y="956"/>
                  </a:lnTo>
                  <a:lnTo>
                    <a:pt x="643" y="967"/>
                  </a:lnTo>
                  <a:lnTo>
                    <a:pt x="654" y="977"/>
                  </a:lnTo>
                  <a:lnTo>
                    <a:pt x="666" y="986"/>
                  </a:lnTo>
                  <a:lnTo>
                    <a:pt x="678" y="994"/>
                  </a:lnTo>
                  <a:lnTo>
                    <a:pt x="692" y="1000"/>
                  </a:lnTo>
                  <a:lnTo>
                    <a:pt x="699" y="1002"/>
                  </a:lnTo>
                  <a:lnTo>
                    <a:pt x="705" y="1003"/>
                  </a:lnTo>
                  <a:lnTo>
                    <a:pt x="712" y="1004"/>
                  </a:lnTo>
                  <a:lnTo>
                    <a:pt x="718" y="1004"/>
                  </a:lnTo>
                  <a:lnTo>
                    <a:pt x="724" y="1004"/>
                  </a:lnTo>
                  <a:lnTo>
                    <a:pt x="730" y="1003"/>
                  </a:lnTo>
                  <a:lnTo>
                    <a:pt x="735" y="1000"/>
                  </a:lnTo>
                  <a:lnTo>
                    <a:pt x="738" y="997"/>
                  </a:lnTo>
                  <a:lnTo>
                    <a:pt x="741" y="993"/>
                  </a:lnTo>
                  <a:lnTo>
                    <a:pt x="742" y="989"/>
                  </a:lnTo>
                  <a:lnTo>
                    <a:pt x="742" y="984"/>
                  </a:lnTo>
                  <a:lnTo>
                    <a:pt x="741" y="978"/>
                  </a:lnTo>
                  <a:lnTo>
                    <a:pt x="735" y="959"/>
                  </a:lnTo>
                  <a:lnTo>
                    <a:pt x="732" y="941"/>
                  </a:lnTo>
                  <a:lnTo>
                    <a:pt x="729" y="922"/>
                  </a:lnTo>
                  <a:lnTo>
                    <a:pt x="727" y="902"/>
                  </a:lnTo>
                  <a:lnTo>
                    <a:pt x="726" y="883"/>
                  </a:lnTo>
                  <a:lnTo>
                    <a:pt x="726" y="861"/>
                  </a:lnTo>
                  <a:lnTo>
                    <a:pt x="726" y="841"/>
                  </a:lnTo>
                  <a:lnTo>
                    <a:pt x="728" y="819"/>
                  </a:lnTo>
                  <a:lnTo>
                    <a:pt x="730" y="798"/>
                  </a:lnTo>
                  <a:lnTo>
                    <a:pt x="733" y="776"/>
                  </a:lnTo>
                  <a:lnTo>
                    <a:pt x="736" y="754"/>
                  </a:lnTo>
                  <a:lnTo>
                    <a:pt x="742" y="732"/>
                  </a:lnTo>
                  <a:lnTo>
                    <a:pt x="747" y="709"/>
                  </a:lnTo>
                  <a:lnTo>
                    <a:pt x="753" y="687"/>
                  </a:lnTo>
                  <a:lnTo>
                    <a:pt x="760" y="664"/>
                  </a:lnTo>
                  <a:lnTo>
                    <a:pt x="767" y="642"/>
                  </a:lnTo>
                  <a:lnTo>
                    <a:pt x="775" y="620"/>
                  </a:lnTo>
                  <a:lnTo>
                    <a:pt x="780" y="600"/>
                  </a:lnTo>
                  <a:lnTo>
                    <a:pt x="782" y="591"/>
                  </a:lnTo>
                  <a:lnTo>
                    <a:pt x="783" y="583"/>
                  </a:lnTo>
                  <a:lnTo>
                    <a:pt x="783" y="573"/>
                  </a:lnTo>
                  <a:lnTo>
                    <a:pt x="783" y="565"/>
                  </a:lnTo>
                  <a:lnTo>
                    <a:pt x="781" y="558"/>
                  </a:lnTo>
                  <a:lnTo>
                    <a:pt x="779" y="550"/>
                  </a:lnTo>
                  <a:lnTo>
                    <a:pt x="775" y="543"/>
                  </a:lnTo>
                  <a:lnTo>
                    <a:pt x="770" y="536"/>
                  </a:lnTo>
                  <a:lnTo>
                    <a:pt x="764" y="530"/>
                  </a:lnTo>
                  <a:lnTo>
                    <a:pt x="756" y="522"/>
                  </a:lnTo>
                  <a:lnTo>
                    <a:pt x="747" y="515"/>
                  </a:lnTo>
                  <a:lnTo>
                    <a:pt x="735" y="509"/>
                  </a:lnTo>
                  <a:lnTo>
                    <a:pt x="718" y="500"/>
                  </a:lnTo>
                  <a:lnTo>
                    <a:pt x="702" y="494"/>
                  </a:lnTo>
                  <a:lnTo>
                    <a:pt x="695" y="492"/>
                  </a:lnTo>
                  <a:lnTo>
                    <a:pt x="687" y="490"/>
                  </a:lnTo>
                  <a:lnTo>
                    <a:pt x="680" y="489"/>
                  </a:lnTo>
                  <a:lnTo>
                    <a:pt x="674" y="489"/>
                  </a:lnTo>
                  <a:lnTo>
                    <a:pt x="667" y="489"/>
                  </a:lnTo>
                  <a:lnTo>
                    <a:pt x="662" y="490"/>
                  </a:lnTo>
                  <a:lnTo>
                    <a:pt x="656" y="491"/>
                  </a:lnTo>
                  <a:lnTo>
                    <a:pt x="651" y="493"/>
                  </a:lnTo>
                  <a:lnTo>
                    <a:pt x="646" y="496"/>
                  </a:lnTo>
                  <a:lnTo>
                    <a:pt x="642" y="499"/>
                  </a:lnTo>
                  <a:lnTo>
                    <a:pt x="637" y="503"/>
                  </a:lnTo>
                  <a:lnTo>
                    <a:pt x="633" y="508"/>
                  </a:lnTo>
                  <a:lnTo>
                    <a:pt x="630" y="512"/>
                  </a:lnTo>
                  <a:lnTo>
                    <a:pt x="627" y="516"/>
                  </a:lnTo>
                  <a:lnTo>
                    <a:pt x="624" y="522"/>
                  </a:lnTo>
                  <a:lnTo>
                    <a:pt x="603" y="553"/>
                  </a:lnTo>
                  <a:lnTo>
                    <a:pt x="579" y="584"/>
                  </a:lnTo>
                  <a:lnTo>
                    <a:pt x="556" y="615"/>
                  </a:lnTo>
                  <a:lnTo>
                    <a:pt x="531" y="646"/>
                  </a:lnTo>
                  <a:lnTo>
                    <a:pt x="506" y="676"/>
                  </a:lnTo>
                  <a:lnTo>
                    <a:pt x="480" y="704"/>
                  </a:lnTo>
                  <a:lnTo>
                    <a:pt x="454" y="733"/>
                  </a:lnTo>
                  <a:lnTo>
                    <a:pt x="427" y="758"/>
                  </a:lnTo>
                  <a:lnTo>
                    <a:pt x="401" y="783"/>
                  </a:lnTo>
                  <a:lnTo>
                    <a:pt x="374" y="805"/>
                  </a:lnTo>
                  <a:lnTo>
                    <a:pt x="362" y="815"/>
                  </a:lnTo>
                  <a:lnTo>
                    <a:pt x="349" y="825"/>
                  </a:lnTo>
                  <a:lnTo>
                    <a:pt x="336" y="834"/>
                  </a:lnTo>
                  <a:lnTo>
                    <a:pt x="323" y="841"/>
                  </a:lnTo>
                  <a:lnTo>
                    <a:pt x="310" y="848"/>
                  </a:lnTo>
                  <a:lnTo>
                    <a:pt x="298" y="855"/>
                  </a:lnTo>
                  <a:lnTo>
                    <a:pt x="286" y="860"/>
                  </a:lnTo>
                  <a:lnTo>
                    <a:pt x="273" y="865"/>
                  </a:lnTo>
                  <a:lnTo>
                    <a:pt x="262" y="868"/>
                  </a:lnTo>
                  <a:lnTo>
                    <a:pt x="251" y="872"/>
                  </a:lnTo>
                  <a:lnTo>
                    <a:pt x="240" y="873"/>
                  </a:lnTo>
                  <a:lnTo>
                    <a:pt x="228" y="874"/>
                  </a:lnTo>
                  <a:lnTo>
                    <a:pt x="221" y="874"/>
                  </a:lnTo>
                  <a:lnTo>
                    <a:pt x="215" y="873"/>
                  </a:lnTo>
                  <a:lnTo>
                    <a:pt x="209" y="871"/>
                  </a:lnTo>
                  <a:lnTo>
                    <a:pt x="203" y="868"/>
                  </a:lnTo>
                  <a:lnTo>
                    <a:pt x="198" y="865"/>
                  </a:lnTo>
                  <a:lnTo>
                    <a:pt x="193" y="862"/>
                  </a:lnTo>
                  <a:lnTo>
                    <a:pt x="188" y="858"/>
                  </a:lnTo>
                  <a:lnTo>
                    <a:pt x="183" y="853"/>
                  </a:lnTo>
                  <a:lnTo>
                    <a:pt x="178" y="848"/>
                  </a:lnTo>
                  <a:lnTo>
                    <a:pt x="174" y="843"/>
                  </a:lnTo>
                  <a:lnTo>
                    <a:pt x="170" y="836"/>
                  </a:lnTo>
                  <a:lnTo>
                    <a:pt x="167" y="830"/>
                  </a:lnTo>
                  <a:lnTo>
                    <a:pt x="162" y="813"/>
                  </a:lnTo>
                  <a:lnTo>
                    <a:pt x="158" y="796"/>
                  </a:lnTo>
                  <a:lnTo>
                    <a:pt x="155" y="776"/>
                  </a:lnTo>
                  <a:lnTo>
                    <a:pt x="154" y="753"/>
                  </a:lnTo>
                  <a:lnTo>
                    <a:pt x="154" y="729"/>
                  </a:lnTo>
                  <a:lnTo>
                    <a:pt x="155" y="702"/>
                  </a:lnTo>
                  <a:lnTo>
                    <a:pt x="159" y="665"/>
                  </a:lnTo>
                  <a:lnTo>
                    <a:pt x="164" y="628"/>
                  </a:lnTo>
                  <a:lnTo>
                    <a:pt x="170" y="589"/>
                  </a:lnTo>
                  <a:lnTo>
                    <a:pt x="178" y="548"/>
                  </a:lnTo>
                  <a:lnTo>
                    <a:pt x="188" y="507"/>
                  </a:lnTo>
                  <a:lnTo>
                    <a:pt x="197" y="465"/>
                  </a:lnTo>
                  <a:lnTo>
                    <a:pt x="208" y="423"/>
                  </a:lnTo>
                  <a:lnTo>
                    <a:pt x="220" y="382"/>
                  </a:lnTo>
                  <a:lnTo>
                    <a:pt x="234" y="341"/>
                  </a:lnTo>
                  <a:lnTo>
                    <a:pt x="247" y="301"/>
                  </a:lnTo>
                  <a:lnTo>
                    <a:pt x="261" y="261"/>
                  </a:lnTo>
                  <a:lnTo>
                    <a:pt x="275" y="223"/>
                  </a:lnTo>
                  <a:lnTo>
                    <a:pt x="291" y="188"/>
                  </a:lnTo>
                  <a:lnTo>
                    <a:pt x="306" y="154"/>
                  </a:lnTo>
                  <a:lnTo>
                    <a:pt x="322" y="122"/>
                  </a:lnTo>
                  <a:lnTo>
                    <a:pt x="338" y="94"/>
                  </a:lnTo>
                  <a:lnTo>
                    <a:pt x="345" y="81"/>
                  </a:lnTo>
                  <a:lnTo>
                    <a:pt x="351" y="68"/>
                  </a:lnTo>
                  <a:lnTo>
                    <a:pt x="356" y="58"/>
                  </a:lnTo>
                  <a:lnTo>
                    <a:pt x="359" y="48"/>
                  </a:lnTo>
                  <a:lnTo>
                    <a:pt x="360" y="40"/>
                  </a:lnTo>
                  <a:lnTo>
                    <a:pt x="361" y="33"/>
                  </a:lnTo>
                  <a:lnTo>
                    <a:pt x="360" y="25"/>
                  </a:lnTo>
                  <a:lnTo>
                    <a:pt x="357" y="20"/>
                  </a:lnTo>
                  <a:lnTo>
                    <a:pt x="354" y="15"/>
                  </a:lnTo>
                  <a:lnTo>
                    <a:pt x="350" y="11"/>
                  </a:lnTo>
                  <a:lnTo>
                    <a:pt x="344" y="8"/>
                  </a:lnTo>
                  <a:lnTo>
                    <a:pt x="337" y="5"/>
                  </a:lnTo>
                  <a:lnTo>
                    <a:pt x="327" y="3"/>
                  </a:lnTo>
                  <a:lnTo>
                    <a:pt x="318" y="1"/>
                  </a:lnTo>
                  <a:lnTo>
                    <a:pt x="307" y="0"/>
                  </a:lnTo>
                  <a:lnTo>
                    <a:pt x="295" y="0"/>
                  </a:lnTo>
                  <a:lnTo>
                    <a:pt x="291" y="0"/>
                  </a:lnTo>
                  <a:lnTo>
                    <a:pt x="276" y="0"/>
                  </a:lnTo>
                  <a:lnTo>
                    <a:pt x="263" y="2"/>
                  </a:lnTo>
                  <a:lnTo>
                    <a:pt x="251" y="4"/>
                  </a:lnTo>
                  <a:lnTo>
                    <a:pt x="240" y="7"/>
                  </a:lnTo>
                  <a:lnTo>
                    <a:pt x="229" y="11"/>
                  </a:lnTo>
                  <a:lnTo>
                    <a:pt x="219" y="15"/>
                  </a:lnTo>
                  <a:lnTo>
                    <a:pt x="211" y="20"/>
                  </a:lnTo>
                  <a:lnTo>
                    <a:pt x="203" y="25"/>
                  </a:lnTo>
                  <a:lnTo>
                    <a:pt x="196" y="32"/>
                  </a:lnTo>
                  <a:lnTo>
                    <a:pt x="190" y="39"/>
                  </a:lnTo>
                  <a:lnTo>
                    <a:pt x="184" y="45"/>
                  </a:lnTo>
                  <a:lnTo>
                    <a:pt x="178" y="52"/>
                  </a:lnTo>
                  <a:lnTo>
                    <a:pt x="169" y="67"/>
                  </a:lnTo>
                  <a:lnTo>
                    <a:pt x="162" y="83"/>
                  </a:lnTo>
                  <a:lnTo>
                    <a:pt x="148" y="113"/>
                  </a:lnTo>
                  <a:lnTo>
                    <a:pt x="135" y="146"/>
                  </a:lnTo>
                  <a:lnTo>
                    <a:pt x="120" y="180"/>
                  </a:lnTo>
                  <a:lnTo>
                    <a:pt x="107" y="215"/>
                  </a:lnTo>
                  <a:lnTo>
                    <a:pt x="94" y="253"/>
                  </a:lnTo>
                  <a:lnTo>
                    <a:pt x="81" y="292"/>
                  </a:lnTo>
                  <a:lnTo>
                    <a:pt x="67" y="332"/>
                  </a:lnTo>
                  <a:lnTo>
                    <a:pt x="56" y="372"/>
                  </a:lnTo>
                  <a:lnTo>
                    <a:pt x="45" y="414"/>
                  </a:lnTo>
                  <a:lnTo>
                    <a:pt x="34" y="458"/>
                  </a:lnTo>
                  <a:lnTo>
                    <a:pt x="24" y="502"/>
                  </a:lnTo>
                  <a:lnTo>
                    <a:pt x="17" y="547"/>
                  </a:lnTo>
                  <a:lnTo>
                    <a:pt x="10" y="593"/>
                  </a:lnTo>
                  <a:lnTo>
                    <a:pt x="5" y="639"/>
                  </a:lnTo>
                  <a:lnTo>
                    <a:pt x="2" y="685"/>
                  </a:lnTo>
                  <a:lnTo>
                    <a:pt x="0" y="732"/>
                  </a:lnTo>
                  <a:lnTo>
                    <a:pt x="0" y="744"/>
                  </a:lnTo>
                  <a:lnTo>
                    <a:pt x="1" y="756"/>
                  </a:lnTo>
                  <a:lnTo>
                    <a:pt x="2" y="768"/>
                  </a:lnTo>
                  <a:lnTo>
                    <a:pt x="3" y="780"/>
                  </a:lnTo>
                  <a:lnTo>
                    <a:pt x="6" y="791"/>
                  </a:lnTo>
                  <a:lnTo>
                    <a:pt x="8" y="802"/>
                  </a:lnTo>
                  <a:lnTo>
                    <a:pt x="12" y="813"/>
                  </a:lnTo>
                  <a:lnTo>
                    <a:pt x="16" y="825"/>
                  </a:lnTo>
                  <a:lnTo>
                    <a:pt x="20" y="835"/>
                  </a:lnTo>
                  <a:lnTo>
                    <a:pt x="25" y="845"/>
                  </a:lnTo>
                  <a:lnTo>
                    <a:pt x="31" y="855"/>
                  </a:lnTo>
                  <a:lnTo>
                    <a:pt x="37" y="864"/>
                  </a:lnTo>
                  <a:lnTo>
                    <a:pt x="44" y="875"/>
                  </a:lnTo>
                  <a:lnTo>
                    <a:pt x="51" y="884"/>
                  </a:lnTo>
                  <a:lnTo>
                    <a:pt x="58" y="893"/>
                  </a:lnTo>
                  <a:lnTo>
                    <a:pt x="66" y="901"/>
                  </a:lnTo>
                  <a:lnTo>
                    <a:pt x="79" y="912"/>
                  </a:lnTo>
                  <a:lnTo>
                    <a:pt x="91" y="923"/>
                  </a:lnTo>
                  <a:lnTo>
                    <a:pt x="103" y="932"/>
                  </a:lnTo>
                  <a:lnTo>
                    <a:pt x="115" y="941"/>
                  </a:lnTo>
                  <a:lnTo>
                    <a:pt x="127" y="948"/>
                  </a:lnTo>
                  <a:lnTo>
                    <a:pt x="141" y="955"/>
                  </a:lnTo>
                  <a:lnTo>
                    <a:pt x="153" y="961"/>
                  </a:lnTo>
                  <a:lnTo>
                    <a:pt x="165" y="966"/>
                  </a:lnTo>
                  <a:lnTo>
                    <a:pt x="177" y="972"/>
                  </a:lnTo>
                  <a:lnTo>
                    <a:pt x="189" y="975"/>
                  </a:lnTo>
                  <a:lnTo>
                    <a:pt x="201" y="979"/>
                  </a:lnTo>
                  <a:lnTo>
                    <a:pt x="211" y="981"/>
                  </a:lnTo>
                  <a:lnTo>
                    <a:pt x="232" y="985"/>
                  </a:lnTo>
                  <a:lnTo>
                    <a:pt x="248" y="986"/>
                  </a:lnTo>
                  <a:lnTo>
                    <a:pt x="259" y="985"/>
                  </a:lnTo>
                  <a:lnTo>
                    <a:pt x="270" y="984"/>
                  </a:lnTo>
                  <a:lnTo>
                    <a:pt x="282" y="982"/>
                  </a:lnTo>
                  <a:lnTo>
                    <a:pt x="294" y="979"/>
                  </a:lnTo>
                  <a:lnTo>
                    <a:pt x="305" y="976"/>
                  </a:lnTo>
                  <a:lnTo>
                    <a:pt x="316" y="972"/>
                  </a:lnTo>
                  <a:lnTo>
                    <a:pt x="327" y="966"/>
                  </a:lnTo>
                  <a:lnTo>
                    <a:pt x="339" y="961"/>
                  </a:lnTo>
                  <a:lnTo>
                    <a:pt x="361" y="949"/>
                  </a:lnTo>
                  <a:lnTo>
                    <a:pt x="384" y="935"/>
                  </a:lnTo>
                  <a:lnTo>
                    <a:pt x="405" y="918"/>
                  </a:lnTo>
                  <a:lnTo>
                    <a:pt x="426" y="901"/>
                  </a:lnTo>
                  <a:lnTo>
                    <a:pt x="448" y="883"/>
                  </a:lnTo>
                  <a:lnTo>
                    <a:pt x="467" y="863"/>
                  </a:lnTo>
                  <a:lnTo>
                    <a:pt x="487" y="844"/>
                  </a:lnTo>
                  <a:lnTo>
                    <a:pt x="504" y="825"/>
                  </a:lnTo>
                  <a:lnTo>
                    <a:pt x="538" y="786"/>
                  </a:lnTo>
                  <a:lnTo>
                    <a:pt x="565" y="751"/>
                  </a:lnTo>
                  <a:lnTo>
                    <a:pt x="576" y="73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61" name="Freeform 38"/>
            <p:cNvSpPr>
              <a:spLocks/>
            </p:cNvSpPr>
            <p:nvPr userDrawn="1"/>
          </p:nvSpPr>
          <p:spPr bwMode="gray">
            <a:xfrm>
              <a:off x="6357" y="558"/>
              <a:ext cx="28" cy="94"/>
            </a:xfrm>
            <a:custGeom>
              <a:avLst/>
              <a:gdLst>
                <a:gd name="T0" fmla="*/ 211 w 340"/>
                <a:gd name="T1" fmla="*/ 0 h 1127"/>
                <a:gd name="T2" fmla="*/ 198 w 340"/>
                <a:gd name="T3" fmla="*/ 2 h 1127"/>
                <a:gd name="T4" fmla="*/ 187 w 340"/>
                <a:gd name="T5" fmla="*/ 6 h 1127"/>
                <a:gd name="T6" fmla="*/ 178 w 340"/>
                <a:gd name="T7" fmla="*/ 12 h 1127"/>
                <a:gd name="T8" fmla="*/ 167 w 340"/>
                <a:gd name="T9" fmla="*/ 24 h 1127"/>
                <a:gd name="T10" fmla="*/ 158 w 340"/>
                <a:gd name="T11" fmla="*/ 41 h 1127"/>
                <a:gd name="T12" fmla="*/ 151 w 340"/>
                <a:gd name="T13" fmla="*/ 66 h 1127"/>
                <a:gd name="T14" fmla="*/ 144 w 340"/>
                <a:gd name="T15" fmla="*/ 103 h 1127"/>
                <a:gd name="T16" fmla="*/ 134 w 340"/>
                <a:gd name="T17" fmla="*/ 147 h 1127"/>
                <a:gd name="T18" fmla="*/ 123 w 340"/>
                <a:gd name="T19" fmla="*/ 195 h 1127"/>
                <a:gd name="T20" fmla="*/ 101 w 340"/>
                <a:gd name="T21" fmla="*/ 292 h 1127"/>
                <a:gd name="T22" fmla="*/ 67 w 340"/>
                <a:gd name="T23" fmla="*/ 447 h 1127"/>
                <a:gd name="T24" fmla="*/ 35 w 340"/>
                <a:gd name="T25" fmla="*/ 608 h 1127"/>
                <a:gd name="T26" fmla="*/ 16 w 340"/>
                <a:gd name="T27" fmla="*/ 725 h 1127"/>
                <a:gd name="T28" fmla="*/ 7 w 340"/>
                <a:gd name="T29" fmla="*/ 797 h 1127"/>
                <a:gd name="T30" fmla="*/ 1 w 340"/>
                <a:gd name="T31" fmla="*/ 872 h 1127"/>
                <a:gd name="T32" fmla="*/ 0 w 340"/>
                <a:gd name="T33" fmla="*/ 941 h 1127"/>
                <a:gd name="T34" fmla="*/ 5 w 340"/>
                <a:gd name="T35" fmla="*/ 996 h 1127"/>
                <a:gd name="T36" fmla="*/ 14 w 340"/>
                <a:gd name="T37" fmla="*/ 1039 h 1127"/>
                <a:gd name="T38" fmla="*/ 27 w 340"/>
                <a:gd name="T39" fmla="*/ 1071 h 1127"/>
                <a:gd name="T40" fmla="*/ 43 w 340"/>
                <a:gd name="T41" fmla="*/ 1094 h 1127"/>
                <a:gd name="T42" fmla="*/ 62 w 340"/>
                <a:gd name="T43" fmla="*/ 1111 h 1127"/>
                <a:gd name="T44" fmla="*/ 82 w 340"/>
                <a:gd name="T45" fmla="*/ 1121 h 1127"/>
                <a:gd name="T46" fmla="*/ 102 w 340"/>
                <a:gd name="T47" fmla="*/ 1127 h 1127"/>
                <a:gd name="T48" fmla="*/ 116 w 340"/>
                <a:gd name="T49" fmla="*/ 1127 h 1127"/>
                <a:gd name="T50" fmla="*/ 122 w 340"/>
                <a:gd name="T51" fmla="*/ 1124 h 1127"/>
                <a:gd name="T52" fmla="*/ 129 w 340"/>
                <a:gd name="T53" fmla="*/ 1116 h 1127"/>
                <a:gd name="T54" fmla="*/ 134 w 340"/>
                <a:gd name="T55" fmla="*/ 1099 h 1127"/>
                <a:gd name="T56" fmla="*/ 134 w 340"/>
                <a:gd name="T57" fmla="*/ 1070 h 1127"/>
                <a:gd name="T58" fmla="*/ 137 w 340"/>
                <a:gd name="T59" fmla="*/ 1026 h 1127"/>
                <a:gd name="T60" fmla="*/ 145 w 340"/>
                <a:gd name="T61" fmla="*/ 948 h 1127"/>
                <a:gd name="T62" fmla="*/ 165 w 340"/>
                <a:gd name="T63" fmla="*/ 829 h 1127"/>
                <a:gd name="T64" fmla="*/ 191 w 340"/>
                <a:gd name="T65" fmla="*/ 696 h 1127"/>
                <a:gd name="T66" fmla="*/ 222 w 340"/>
                <a:gd name="T67" fmla="*/ 559 h 1127"/>
                <a:gd name="T68" fmla="*/ 253 w 340"/>
                <a:gd name="T69" fmla="*/ 425 h 1127"/>
                <a:gd name="T70" fmla="*/ 286 w 340"/>
                <a:gd name="T71" fmla="*/ 301 h 1127"/>
                <a:gd name="T72" fmla="*/ 316 w 340"/>
                <a:gd name="T73" fmla="*/ 195 h 1127"/>
                <a:gd name="T74" fmla="*/ 333 w 340"/>
                <a:gd name="T75" fmla="*/ 136 h 1127"/>
                <a:gd name="T76" fmla="*/ 338 w 340"/>
                <a:gd name="T77" fmla="*/ 110 h 1127"/>
                <a:gd name="T78" fmla="*/ 340 w 340"/>
                <a:gd name="T79" fmla="*/ 88 h 1127"/>
                <a:gd name="T80" fmla="*/ 337 w 340"/>
                <a:gd name="T81" fmla="*/ 70 h 1127"/>
                <a:gd name="T82" fmla="*/ 331 w 340"/>
                <a:gd name="T83" fmla="*/ 55 h 1127"/>
                <a:gd name="T84" fmla="*/ 321 w 340"/>
                <a:gd name="T85" fmla="*/ 42 h 1127"/>
                <a:gd name="T86" fmla="*/ 307 w 340"/>
                <a:gd name="T87" fmla="*/ 31 h 1127"/>
                <a:gd name="T88" fmla="*/ 292 w 340"/>
                <a:gd name="T89" fmla="*/ 22 h 1127"/>
                <a:gd name="T90" fmla="*/ 266 w 340"/>
                <a:gd name="T91" fmla="*/ 9 h 1127"/>
                <a:gd name="T92" fmla="*/ 233 w 340"/>
                <a:gd name="T93" fmla="*/ 1 h 1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40" h="1127">
                  <a:moveTo>
                    <a:pt x="218" y="0"/>
                  </a:moveTo>
                  <a:lnTo>
                    <a:pt x="211" y="0"/>
                  </a:lnTo>
                  <a:lnTo>
                    <a:pt x="204" y="1"/>
                  </a:lnTo>
                  <a:lnTo>
                    <a:pt x="198" y="2"/>
                  </a:lnTo>
                  <a:lnTo>
                    <a:pt x="192" y="4"/>
                  </a:lnTo>
                  <a:lnTo>
                    <a:pt x="187" y="6"/>
                  </a:lnTo>
                  <a:lnTo>
                    <a:pt x="182" y="9"/>
                  </a:lnTo>
                  <a:lnTo>
                    <a:pt x="178" y="12"/>
                  </a:lnTo>
                  <a:lnTo>
                    <a:pt x="174" y="16"/>
                  </a:lnTo>
                  <a:lnTo>
                    <a:pt x="167" y="24"/>
                  </a:lnTo>
                  <a:lnTo>
                    <a:pt x="162" y="33"/>
                  </a:lnTo>
                  <a:lnTo>
                    <a:pt x="158" y="41"/>
                  </a:lnTo>
                  <a:lnTo>
                    <a:pt x="154" y="51"/>
                  </a:lnTo>
                  <a:lnTo>
                    <a:pt x="151" y="66"/>
                  </a:lnTo>
                  <a:lnTo>
                    <a:pt x="148" y="84"/>
                  </a:lnTo>
                  <a:lnTo>
                    <a:pt x="144" y="103"/>
                  </a:lnTo>
                  <a:lnTo>
                    <a:pt x="139" y="125"/>
                  </a:lnTo>
                  <a:lnTo>
                    <a:pt x="134" y="147"/>
                  </a:lnTo>
                  <a:lnTo>
                    <a:pt x="129" y="171"/>
                  </a:lnTo>
                  <a:lnTo>
                    <a:pt x="123" y="195"/>
                  </a:lnTo>
                  <a:lnTo>
                    <a:pt x="118" y="222"/>
                  </a:lnTo>
                  <a:lnTo>
                    <a:pt x="101" y="292"/>
                  </a:lnTo>
                  <a:lnTo>
                    <a:pt x="84" y="369"/>
                  </a:lnTo>
                  <a:lnTo>
                    <a:pt x="67" y="447"/>
                  </a:lnTo>
                  <a:lnTo>
                    <a:pt x="50" y="528"/>
                  </a:lnTo>
                  <a:lnTo>
                    <a:pt x="35" y="608"/>
                  </a:lnTo>
                  <a:lnTo>
                    <a:pt x="22" y="687"/>
                  </a:lnTo>
                  <a:lnTo>
                    <a:pt x="16" y="725"/>
                  </a:lnTo>
                  <a:lnTo>
                    <a:pt x="11" y="762"/>
                  </a:lnTo>
                  <a:lnTo>
                    <a:pt x="7" y="797"/>
                  </a:lnTo>
                  <a:lnTo>
                    <a:pt x="3" y="832"/>
                  </a:lnTo>
                  <a:lnTo>
                    <a:pt x="1" y="872"/>
                  </a:lnTo>
                  <a:lnTo>
                    <a:pt x="0" y="909"/>
                  </a:lnTo>
                  <a:lnTo>
                    <a:pt x="0" y="941"/>
                  </a:lnTo>
                  <a:lnTo>
                    <a:pt x="1" y="971"/>
                  </a:lnTo>
                  <a:lnTo>
                    <a:pt x="5" y="996"/>
                  </a:lnTo>
                  <a:lnTo>
                    <a:pt x="9" y="1019"/>
                  </a:lnTo>
                  <a:lnTo>
                    <a:pt x="14" y="1039"/>
                  </a:lnTo>
                  <a:lnTo>
                    <a:pt x="20" y="1057"/>
                  </a:lnTo>
                  <a:lnTo>
                    <a:pt x="27" y="1071"/>
                  </a:lnTo>
                  <a:lnTo>
                    <a:pt x="35" y="1084"/>
                  </a:lnTo>
                  <a:lnTo>
                    <a:pt x="43" y="1094"/>
                  </a:lnTo>
                  <a:lnTo>
                    <a:pt x="52" y="1103"/>
                  </a:lnTo>
                  <a:lnTo>
                    <a:pt x="62" y="1111"/>
                  </a:lnTo>
                  <a:lnTo>
                    <a:pt x="72" y="1117"/>
                  </a:lnTo>
                  <a:lnTo>
                    <a:pt x="82" y="1121"/>
                  </a:lnTo>
                  <a:lnTo>
                    <a:pt x="93" y="1125"/>
                  </a:lnTo>
                  <a:lnTo>
                    <a:pt x="102" y="1127"/>
                  </a:lnTo>
                  <a:lnTo>
                    <a:pt x="112" y="1127"/>
                  </a:lnTo>
                  <a:lnTo>
                    <a:pt x="116" y="1127"/>
                  </a:lnTo>
                  <a:lnTo>
                    <a:pt x="119" y="1125"/>
                  </a:lnTo>
                  <a:lnTo>
                    <a:pt x="122" y="1124"/>
                  </a:lnTo>
                  <a:lnTo>
                    <a:pt x="125" y="1121"/>
                  </a:lnTo>
                  <a:lnTo>
                    <a:pt x="129" y="1116"/>
                  </a:lnTo>
                  <a:lnTo>
                    <a:pt x="132" y="1109"/>
                  </a:lnTo>
                  <a:lnTo>
                    <a:pt x="134" y="1099"/>
                  </a:lnTo>
                  <a:lnTo>
                    <a:pt x="134" y="1089"/>
                  </a:lnTo>
                  <a:lnTo>
                    <a:pt x="134" y="1070"/>
                  </a:lnTo>
                  <a:lnTo>
                    <a:pt x="135" y="1048"/>
                  </a:lnTo>
                  <a:lnTo>
                    <a:pt x="137" y="1026"/>
                  </a:lnTo>
                  <a:lnTo>
                    <a:pt x="139" y="1001"/>
                  </a:lnTo>
                  <a:lnTo>
                    <a:pt x="145" y="948"/>
                  </a:lnTo>
                  <a:lnTo>
                    <a:pt x="154" y="891"/>
                  </a:lnTo>
                  <a:lnTo>
                    <a:pt x="165" y="829"/>
                  </a:lnTo>
                  <a:lnTo>
                    <a:pt x="177" y="764"/>
                  </a:lnTo>
                  <a:lnTo>
                    <a:pt x="191" y="696"/>
                  </a:lnTo>
                  <a:lnTo>
                    <a:pt x="205" y="628"/>
                  </a:lnTo>
                  <a:lnTo>
                    <a:pt x="222" y="559"/>
                  </a:lnTo>
                  <a:lnTo>
                    <a:pt x="237" y="492"/>
                  </a:lnTo>
                  <a:lnTo>
                    <a:pt x="253" y="425"/>
                  </a:lnTo>
                  <a:lnTo>
                    <a:pt x="270" y="361"/>
                  </a:lnTo>
                  <a:lnTo>
                    <a:pt x="286" y="301"/>
                  </a:lnTo>
                  <a:lnTo>
                    <a:pt x="301" y="245"/>
                  </a:lnTo>
                  <a:lnTo>
                    <a:pt x="316" y="195"/>
                  </a:lnTo>
                  <a:lnTo>
                    <a:pt x="329" y="150"/>
                  </a:lnTo>
                  <a:lnTo>
                    <a:pt x="333" y="136"/>
                  </a:lnTo>
                  <a:lnTo>
                    <a:pt x="336" y="123"/>
                  </a:lnTo>
                  <a:lnTo>
                    <a:pt x="338" y="110"/>
                  </a:lnTo>
                  <a:lnTo>
                    <a:pt x="339" y="98"/>
                  </a:lnTo>
                  <a:lnTo>
                    <a:pt x="340" y="88"/>
                  </a:lnTo>
                  <a:lnTo>
                    <a:pt x="339" y="79"/>
                  </a:lnTo>
                  <a:lnTo>
                    <a:pt x="337" y="70"/>
                  </a:lnTo>
                  <a:lnTo>
                    <a:pt x="334" y="62"/>
                  </a:lnTo>
                  <a:lnTo>
                    <a:pt x="331" y="55"/>
                  </a:lnTo>
                  <a:lnTo>
                    <a:pt x="326" y="48"/>
                  </a:lnTo>
                  <a:lnTo>
                    <a:pt x="321" y="42"/>
                  </a:lnTo>
                  <a:lnTo>
                    <a:pt x="315" y="37"/>
                  </a:lnTo>
                  <a:lnTo>
                    <a:pt x="307" y="31"/>
                  </a:lnTo>
                  <a:lnTo>
                    <a:pt x="300" y="27"/>
                  </a:lnTo>
                  <a:lnTo>
                    <a:pt x="292" y="22"/>
                  </a:lnTo>
                  <a:lnTo>
                    <a:pt x="283" y="17"/>
                  </a:lnTo>
                  <a:lnTo>
                    <a:pt x="266" y="9"/>
                  </a:lnTo>
                  <a:lnTo>
                    <a:pt x="248" y="4"/>
                  </a:lnTo>
                  <a:lnTo>
                    <a:pt x="233" y="1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62" name="Freeform 39"/>
            <p:cNvSpPr>
              <a:spLocks/>
            </p:cNvSpPr>
            <p:nvPr userDrawn="1"/>
          </p:nvSpPr>
          <p:spPr bwMode="gray">
            <a:xfrm>
              <a:off x="7003" y="607"/>
              <a:ext cx="58" cy="42"/>
            </a:xfrm>
            <a:custGeom>
              <a:avLst/>
              <a:gdLst>
                <a:gd name="T0" fmla="*/ 50 w 695"/>
                <a:gd name="T1" fmla="*/ 38 h 503"/>
                <a:gd name="T2" fmla="*/ 37 w 695"/>
                <a:gd name="T3" fmla="*/ 44 h 503"/>
                <a:gd name="T4" fmla="*/ 31 w 695"/>
                <a:gd name="T5" fmla="*/ 54 h 503"/>
                <a:gd name="T6" fmla="*/ 30 w 695"/>
                <a:gd name="T7" fmla="*/ 70 h 503"/>
                <a:gd name="T8" fmla="*/ 37 w 695"/>
                <a:gd name="T9" fmla="*/ 108 h 503"/>
                <a:gd name="T10" fmla="*/ 39 w 695"/>
                <a:gd name="T11" fmla="*/ 159 h 503"/>
                <a:gd name="T12" fmla="*/ 35 w 695"/>
                <a:gd name="T13" fmla="*/ 214 h 503"/>
                <a:gd name="T14" fmla="*/ 17 w 695"/>
                <a:gd name="T15" fmla="*/ 323 h 503"/>
                <a:gd name="T16" fmla="*/ 4 w 695"/>
                <a:gd name="T17" fmla="*/ 384 h 503"/>
                <a:gd name="T18" fmla="*/ 0 w 695"/>
                <a:gd name="T19" fmla="*/ 414 h 503"/>
                <a:gd name="T20" fmla="*/ 6 w 695"/>
                <a:gd name="T21" fmla="*/ 438 h 503"/>
                <a:gd name="T22" fmla="*/ 17 w 695"/>
                <a:gd name="T23" fmla="*/ 455 h 503"/>
                <a:gd name="T24" fmla="*/ 32 w 695"/>
                <a:gd name="T25" fmla="*/ 470 h 503"/>
                <a:gd name="T26" fmla="*/ 74 w 695"/>
                <a:gd name="T27" fmla="*/ 494 h 503"/>
                <a:gd name="T28" fmla="*/ 114 w 695"/>
                <a:gd name="T29" fmla="*/ 503 h 503"/>
                <a:gd name="T30" fmla="*/ 134 w 695"/>
                <a:gd name="T31" fmla="*/ 500 h 503"/>
                <a:gd name="T32" fmla="*/ 152 w 695"/>
                <a:gd name="T33" fmla="*/ 486 h 503"/>
                <a:gd name="T34" fmla="*/ 171 w 695"/>
                <a:gd name="T35" fmla="*/ 441 h 503"/>
                <a:gd name="T36" fmla="*/ 212 w 695"/>
                <a:gd name="T37" fmla="*/ 349 h 503"/>
                <a:gd name="T38" fmla="*/ 241 w 695"/>
                <a:gd name="T39" fmla="*/ 301 h 503"/>
                <a:gd name="T40" fmla="*/ 278 w 695"/>
                <a:gd name="T41" fmla="*/ 253 h 503"/>
                <a:gd name="T42" fmla="*/ 322 w 695"/>
                <a:gd name="T43" fmla="*/ 208 h 503"/>
                <a:gd name="T44" fmla="*/ 374 w 695"/>
                <a:gd name="T45" fmla="*/ 167 h 503"/>
                <a:gd name="T46" fmla="*/ 435 w 695"/>
                <a:gd name="T47" fmla="*/ 131 h 503"/>
                <a:gd name="T48" fmla="*/ 505 w 695"/>
                <a:gd name="T49" fmla="*/ 102 h 503"/>
                <a:gd name="T50" fmla="*/ 585 w 695"/>
                <a:gd name="T51" fmla="*/ 82 h 503"/>
                <a:gd name="T52" fmla="*/ 677 w 695"/>
                <a:gd name="T53" fmla="*/ 72 h 503"/>
                <a:gd name="T54" fmla="*/ 686 w 695"/>
                <a:gd name="T55" fmla="*/ 69 h 503"/>
                <a:gd name="T56" fmla="*/ 692 w 695"/>
                <a:gd name="T57" fmla="*/ 62 h 503"/>
                <a:gd name="T58" fmla="*/ 695 w 695"/>
                <a:gd name="T59" fmla="*/ 51 h 503"/>
                <a:gd name="T60" fmla="*/ 690 w 695"/>
                <a:gd name="T61" fmla="*/ 34 h 503"/>
                <a:gd name="T62" fmla="*/ 674 w 695"/>
                <a:gd name="T63" fmla="*/ 18 h 503"/>
                <a:gd name="T64" fmla="*/ 648 w 695"/>
                <a:gd name="T65" fmla="*/ 8 h 503"/>
                <a:gd name="T66" fmla="*/ 604 w 695"/>
                <a:gd name="T67" fmla="*/ 1 h 503"/>
                <a:gd name="T68" fmla="*/ 536 w 695"/>
                <a:gd name="T69" fmla="*/ 2 h 503"/>
                <a:gd name="T70" fmla="*/ 469 w 695"/>
                <a:gd name="T71" fmla="*/ 13 h 503"/>
                <a:gd name="T72" fmla="*/ 397 w 695"/>
                <a:gd name="T73" fmla="*/ 33 h 503"/>
                <a:gd name="T74" fmla="*/ 328 w 695"/>
                <a:gd name="T75" fmla="*/ 60 h 503"/>
                <a:gd name="T76" fmla="*/ 262 w 695"/>
                <a:gd name="T77" fmla="*/ 94 h 503"/>
                <a:gd name="T78" fmla="*/ 214 w 695"/>
                <a:gd name="T79" fmla="*/ 124 h 503"/>
                <a:gd name="T80" fmla="*/ 200 w 695"/>
                <a:gd name="T81" fmla="*/ 101 h 503"/>
                <a:gd name="T82" fmla="*/ 160 w 695"/>
                <a:gd name="T83" fmla="*/ 66 h 503"/>
                <a:gd name="T84" fmla="*/ 124 w 695"/>
                <a:gd name="T85" fmla="*/ 46 h 503"/>
                <a:gd name="T86" fmla="*/ 96 w 695"/>
                <a:gd name="T87" fmla="*/ 38 h 503"/>
                <a:gd name="T88" fmla="*/ 71 w 695"/>
                <a:gd name="T89" fmla="*/ 35 h 5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695" h="503">
                  <a:moveTo>
                    <a:pt x="71" y="35"/>
                  </a:moveTo>
                  <a:lnTo>
                    <a:pt x="61" y="36"/>
                  </a:lnTo>
                  <a:lnTo>
                    <a:pt x="50" y="38"/>
                  </a:lnTo>
                  <a:lnTo>
                    <a:pt x="45" y="39"/>
                  </a:lnTo>
                  <a:lnTo>
                    <a:pt x="41" y="42"/>
                  </a:lnTo>
                  <a:lnTo>
                    <a:pt x="37" y="44"/>
                  </a:lnTo>
                  <a:lnTo>
                    <a:pt x="34" y="48"/>
                  </a:lnTo>
                  <a:lnTo>
                    <a:pt x="32" y="51"/>
                  </a:lnTo>
                  <a:lnTo>
                    <a:pt x="31" y="54"/>
                  </a:lnTo>
                  <a:lnTo>
                    <a:pt x="30" y="58"/>
                  </a:lnTo>
                  <a:lnTo>
                    <a:pt x="29" y="61"/>
                  </a:lnTo>
                  <a:lnTo>
                    <a:pt x="30" y="70"/>
                  </a:lnTo>
                  <a:lnTo>
                    <a:pt x="32" y="81"/>
                  </a:lnTo>
                  <a:lnTo>
                    <a:pt x="35" y="94"/>
                  </a:lnTo>
                  <a:lnTo>
                    <a:pt x="37" y="108"/>
                  </a:lnTo>
                  <a:lnTo>
                    <a:pt x="39" y="125"/>
                  </a:lnTo>
                  <a:lnTo>
                    <a:pt x="39" y="141"/>
                  </a:lnTo>
                  <a:lnTo>
                    <a:pt x="39" y="159"/>
                  </a:lnTo>
                  <a:lnTo>
                    <a:pt x="38" y="177"/>
                  </a:lnTo>
                  <a:lnTo>
                    <a:pt x="37" y="195"/>
                  </a:lnTo>
                  <a:lnTo>
                    <a:pt x="35" y="214"/>
                  </a:lnTo>
                  <a:lnTo>
                    <a:pt x="29" y="252"/>
                  </a:lnTo>
                  <a:lnTo>
                    <a:pt x="23" y="288"/>
                  </a:lnTo>
                  <a:lnTo>
                    <a:pt x="17" y="323"/>
                  </a:lnTo>
                  <a:lnTo>
                    <a:pt x="10" y="353"/>
                  </a:lnTo>
                  <a:lnTo>
                    <a:pt x="7" y="370"/>
                  </a:lnTo>
                  <a:lnTo>
                    <a:pt x="4" y="384"/>
                  </a:lnTo>
                  <a:lnTo>
                    <a:pt x="1" y="395"/>
                  </a:lnTo>
                  <a:lnTo>
                    <a:pt x="0" y="405"/>
                  </a:lnTo>
                  <a:lnTo>
                    <a:pt x="0" y="414"/>
                  </a:lnTo>
                  <a:lnTo>
                    <a:pt x="1" y="424"/>
                  </a:lnTo>
                  <a:lnTo>
                    <a:pt x="4" y="431"/>
                  </a:lnTo>
                  <a:lnTo>
                    <a:pt x="6" y="438"/>
                  </a:lnTo>
                  <a:lnTo>
                    <a:pt x="9" y="444"/>
                  </a:lnTo>
                  <a:lnTo>
                    <a:pt x="13" y="450"/>
                  </a:lnTo>
                  <a:lnTo>
                    <a:pt x="17" y="455"/>
                  </a:lnTo>
                  <a:lnTo>
                    <a:pt x="22" y="460"/>
                  </a:lnTo>
                  <a:lnTo>
                    <a:pt x="27" y="464"/>
                  </a:lnTo>
                  <a:lnTo>
                    <a:pt x="32" y="470"/>
                  </a:lnTo>
                  <a:lnTo>
                    <a:pt x="45" y="478"/>
                  </a:lnTo>
                  <a:lnTo>
                    <a:pt x="60" y="486"/>
                  </a:lnTo>
                  <a:lnTo>
                    <a:pt x="74" y="494"/>
                  </a:lnTo>
                  <a:lnTo>
                    <a:pt x="87" y="499"/>
                  </a:lnTo>
                  <a:lnTo>
                    <a:pt x="101" y="502"/>
                  </a:lnTo>
                  <a:lnTo>
                    <a:pt x="114" y="503"/>
                  </a:lnTo>
                  <a:lnTo>
                    <a:pt x="121" y="503"/>
                  </a:lnTo>
                  <a:lnTo>
                    <a:pt x="127" y="502"/>
                  </a:lnTo>
                  <a:lnTo>
                    <a:pt x="134" y="500"/>
                  </a:lnTo>
                  <a:lnTo>
                    <a:pt x="140" y="496"/>
                  </a:lnTo>
                  <a:lnTo>
                    <a:pt x="146" y="492"/>
                  </a:lnTo>
                  <a:lnTo>
                    <a:pt x="152" y="486"/>
                  </a:lnTo>
                  <a:lnTo>
                    <a:pt x="158" y="478"/>
                  </a:lnTo>
                  <a:lnTo>
                    <a:pt x="161" y="469"/>
                  </a:lnTo>
                  <a:lnTo>
                    <a:pt x="171" y="441"/>
                  </a:lnTo>
                  <a:lnTo>
                    <a:pt x="182" y="411"/>
                  </a:lnTo>
                  <a:lnTo>
                    <a:pt x="195" y="381"/>
                  </a:lnTo>
                  <a:lnTo>
                    <a:pt x="212" y="349"/>
                  </a:lnTo>
                  <a:lnTo>
                    <a:pt x="221" y="333"/>
                  </a:lnTo>
                  <a:lnTo>
                    <a:pt x="231" y="316"/>
                  </a:lnTo>
                  <a:lnTo>
                    <a:pt x="241" y="301"/>
                  </a:lnTo>
                  <a:lnTo>
                    <a:pt x="253" y="285"/>
                  </a:lnTo>
                  <a:lnTo>
                    <a:pt x="265" y="270"/>
                  </a:lnTo>
                  <a:lnTo>
                    <a:pt x="278" y="253"/>
                  </a:lnTo>
                  <a:lnTo>
                    <a:pt x="292" y="238"/>
                  </a:lnTo>
                  <a:lnTo>
                    <a:pt x="306" y="223"/>
                  </a:lnTo>
                  <a:lnTo>
                    <a:pt x="322" y="208"/>
                  </a:lnTo>
                  <a:lnTo>
                    <a:pt x="338" y="194"/>
                  </a:lnTo>
                  <a:lnTo>
                    <a:pt x="355" y="181"/>
                  </a:lnTo>
                  <a:lnTo>
                    <a:pt x="374" y="167"/>
                  </a:lnTo>
                  <a:lnTo>
                    <a:pt x="393" y="154"/>
                  </a:lnTo>
                  <a:lnTo>
                    <a:pt x="414" y="142"/>
                  </a:lnTo>
                  <a:lnTo>
                    <a:pt x="435" y="131"/>
                  </a:lnTo>
                  <a:lnTo>
                    <a:pt x="457" y="120"/>
                  </a:lnTo>
                  <a:lnTo>
                    <a:pt x="480" y="111"/>
                  </a:lnTo>
                  <a:lnTo>
                    <a:pt x="505" y="102"/>
                  </a:lnTo>
                  <a:lnTo>
                    <a:pt x="531" y="94"/>
                  </a:lnTo>
                  <a:lnTo>
                    <a:pt x="557" y="88"/>
                  </a:lnTo>
                  <a:lnTo>
                    <a:pt x="585" y="82"/>
                  </a:lnTo>
                  <a:lnTo>
                    <a:pt x="614" y="78"/>
                  </a:lnTo>
                  <a:lnTo>
                    <a:pt x="645" y="75"/>
                  </a:lnTo>
                  <a:lnTo>
                    <a:pt x="677" y="72"/>
                  </a:lnTo>
                  <a:lnTo>
                    <a:pt x="680" y="72"/>
                  </a:lnTo>
                  <a:lnTo>
                    <a:pt x="683" y="70"/>
                  </a:lnTo>
                  <a:lnTo>
                    <a:pt x="686" y="69"/>
                  </a:lnTo>
                  <a:lnTo>
                    <a:pt x="688" y="67"/>
                  </a:lnTo>
                  <a:lnTo>
                    <a:pt x="691" y="65"/>
                  </a:lnTo>
                  <a:lnTo>
                    <a:pt x="692" y="62"/>
                  </a:lnTo>
                  <a:lnTo>
                    <a:pt x="694" y="59"/>
                  </a:lnTo>
                  <a:lnTo>
                    <a:pt x="694" y="56"/>
                  </a:lnTo>
                  <a:lnTo>
                    <a:pt x="695" y="51"/>
                  </a:lnTo>
                  <a:lnTo>
                    <a:pt x="694" y="45"/>
                  </a:lnTo>
                  <a:lnTo>
                    <a:pt x="693" y="40"/>
                  </a:lnTo>
                  <a:lnTo>
                    <a:pt x="690" y="34"/>
                  </a:lnTo>
                  <a:lnTo>
                    <a:pt x="686" y="29"/>
                  </a:lnTo>
                  <a:lnTo>
                    <a:pt x="681" y="24"/>
                  </a:lnTo>
                  <a:lnTo>
                    <a:pt x="674" y="18"/>
                  </a:lnTo>
                  <a:lnTo>
                    <a:pt x="667" y="14"/>
                  </a:lnTo>
                  <a:lnTo>
                    <a:pt x="657" y="11"/>
                  </a:lnTo>
                  <a:lnTo>
                    <a:pt x="648" y="8"/>
                  </a:lnTo>
                  <a:lnTo>
                    <a:pt x="638" y="6"/>
                  </a:lnTo>
                  <a:lnTo>
                    <a:pt x="628" y="4"/>
                  </a:lnTo>
                  <a:lnTo>
                    <a:pt x="604" y="1"/>
                  </a:lnTo>
                  <a:lnTo>
                    <a:pt x="579" y="0"/>
                  </a:lnTo>
                  <a:lnTo>
                    <a:pt x="558" y="0"/>
                  </a:lnTo>
                  <a:lnTo>
                    <a:pt x="536" y="2"/>
                  </a:lnTo>
                  <a:lnTo>
                    <a:pt x="515" y="5"/>
                  </a:lnTo>
                  <a:lnTo>
                    <a:pt x="491" y="8"/>
                  </a:lnTo>
                  <a:lnTo>
                    <a:pt x="469" y="13"/>
                  </a:lnTo>
                  <a:lnTo>
                    <a:pt x="445" y="19"/>
                  </a:lnTo>
                  <a:lnTo>
                    <a:pt x="422" y="26"/>
                  </a:lnTo>
                  <a:lnTo>
                    <a:pt x="397" y="33"/>
                  </a:lnTo>
                  <a:lnTo>
                    <a:pt x="374" y="41"/>
                  </a:lnTo>
                  <a:lnTo>
                    <a:pt x="350" y="50"/>
                  </a:lnTo>
                  <a:lnTo>
                    <a:pt x="328" y="60"/>
                  </a:lnTo>
                  <a:lnTo>
                    <a:pt x="305" y="70"/>
                  </a:lnTo>
                  <a:lnTo>
                    <a:pt x="283" y="82"/>
                  </a:lnTo>
                  <a:lnTo>
                    <a:pt x="262" y="94"/>
                  </a:lnTo>
                  <a:lnTo>
                    <a:pt x="240" y="106"/>
                  </a:lnTo>
                  <a:lnTo>
                    <a:pt x="221" y="119"/>
                  </a:lnTo>
                  <a:lnTo>
                    <a:pt x="214" y="124"/>
                  </a:lnTo>
                  <a:lnTo>
                    <a:pt x="212" y="116"/>
                  </a:lnTo>
                  <a:lnTo>
                    <a:pt x="209" y="110"/>
                  </a:lnTo>
                  <a:lnTo>
                    <a:pt x="200" y="101"/>
                  </a:lnTo>
                  <a:lnTo>
                    <a:pt x="190" y="91"/>
                  </a:lnTo>
                  <a:lnTo>
                    <a:pt x="176" y="79"/>
                  </a:lnTo>
                  <a:lnTo>
                    <a:pt x="160" y="66"/>
                  </a:lnTo>
                  <a:lnTo>
                    <a:pt x="142" y="55"/>
                  </a:lnTo>
                  <a:lnTo>
                    <a:pt x="133" y="50"/>
                  </a:lnTo>
                  <a:lnTo>
                    <a:pt x="124" y="46"/>
                  </a:lnTo>
                  <a:lnTo>
                    <a:pt x="114" y="42"/>
                  </a:lnTo>
                  <a:lnTo>
                    <a:pt x="104" y="40"/>
                  </a:lnTo>
                  <a:lnTo>
                    <a:pt x="96" y="38"/>
                  </a:lnTo>
                  <a:lnTo>
                    <a:pt x="87" y="36"/>
                  </a:lnTo>
                  <a:lnTo>
                    <a:pt x="79" y="36"/>
                  </a:lnTo>
                  <a:lnTo>
                    <a:pt x="71" y="3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90" name="Freeform 40"/>
            <p:cNvSpPr>
              <a:spLocks/>
            </p:cNvSpPr>
            <p:nvPr userDrawn="1"/>
          </p:nvSpPr>
          <p:spPr bwMode="gray">
            <a:xfrm>
              <a:off x="6388" y="599"/>
              <a:ext cx="74" cy="49"/>
            </a:xfrm>
            <a:custGeom>
              <a:avLst/>
              <a:gdLst>
                <a:gd name="T0" fmla="*/ 144 w 883"/>
                <a:gd name="T1" fmla="*/ 3 h 595"/>
                <a:gd name="T2" fmla="*/ 125 w 883"/>
                <a:gd name="T3" fmla="*/ 13 h 595"/>
                <a:gd name="T4" fmla="*/ 100 w 883"/>
                <a:gd name="T5" fmla="*/ 49 h 595"/>
                <a:gd name="T6" fmla="*/ 55 w 883"/>
                <a:gd name="T7" fmla="*/ 183 h 595"/>
                <a:gd name="T8" fmla="*/ 10 w 883"/>
                <a:gd name="T9" fmla="*/ 382 h 595"/>
                <a:gd name="T10" fmla="*/ 0 w 883"/>
                <a:gd name="T11" fmla="*/ 465 h 595"/>
                <a:gd name="T12" fmla="*/ 7 w 883"/>
                <a:gd name="T13" fmla="*/ 503 h 595"/>
                <a:gd name="T14" fmla="*/ 25 w 883"/>
                <a:gd name="T15" fmla="*/ 532 h 595"/>
                <a:gd name="T16" fmla="*/ 77 w 883"/>
                <a:gd name="T17" fmla="*/ 571 h 595"/>
                <a:gd name="T18" fmla="*/ 122 w 883"/>
                <a:gd name="T19" fmla="*/ 590 h 595"/>
                <a:gd name="T20" fmla="*/ 164 w 883"/>
                <a:gd name="T21" fmla="*/ 595 h 595"/>
                <a:gd name="T22" fmla="*/ 201 w 883"/>
                <a:gd name="T23" fmla="*/ 585 h 595"/>
                <a:gd name="T24" fmla="*/ 234 w 883"/>
                <a:gd name="T25" fmla="*/ 555 h 595"/>
                <a:gd name="T26" fmla="*/ 295 w 883"/>
                <a:gd name="T27" fmla="*/ 487 h 595"/>
                <a:gd name="T28" fmla="*/ 404 w 883"/>
                <a:gd name="T29" fmla="*/ 369 h 595"/>
                <a:gd name="T30" fmla="*/ 491 w 883"/>
                <a:gd name="T31" fmla="*/ 296 h 595"/>
                <a:gd name="T32" fmla="*/ 514 w 883"/>
                <a:gd name="T33" fmla="*/ 299 h 595"/>
                <a:gd name="T34" fmla="*/ 534 w 883"/>
                <a:gd name="T35" fmla="*/ 336 h 595"/>
                <a:gd name="T36" fmla="*/ 568 w 883"/>
                <a:gd name="T37" fmla="*/ 405 h 595"/>
                <a:gd name="T38" fmla="*/ 605 w 883"/>
                <a:gd name="T39" fmla="*/ 459 h 595"/>
                <a:gd name="T40" fmla="*/ 644 w 883"/>
                <a:gd name="T41" fmla="*/ 500 h 595"/>
                <a:gd name="T42" fmla="*/ 693 w 883"/>
                <a:gd name="T43" fmla="*/ 535 h 595"/>
                <a:gd name="T44" fmla="*/ 767 w 883"/>
                <a:gd name="T45" fmla="*/ 561 h 595"/>
                <a:gd name="T46" fmla="*/ 828 w 883"/>
                <a:gd name="T47" fmla="*/ 565 h 595"/>
                <a:gd name="T48" fmla="*/ 868 w 883"/>
                <a:gd name="T49" fmla="*/ 555 h 595"/>
                <a:gd name="T50" fmla="*/ 883 w 883"/>
                <a:gd name="T51" fmla="*/ 533 h 595"/>
                <a:gd name="T52" fmla="*/ 880 w 883"/>
                <a:gd name="T53" fmla="*/ 518 h 595"/>
                <a:gd name="T54" fmla="*/ 868 w 883"/>
                <a:gd name="T55" fmla="*/ 512 h 595"/>
                <a:gd name="T56" fmla="*/ 840 w 883"/>
                <a:gd name="T57" fmla="*/ 510 h 595"/>
                <a:gd name="T58" fmla="*/ 808 w 883"/>
                <a:gd name="T59" fmla="*/ 501 h 595"/>
                <a:gd name="T60" fmla="*/ 781 w 883"/>
                <a:gd name="T61" fmla="*/ 483 h 595"/>
                <a:gd name="T62" fmla="*/ 751 w 883"/>
                <a:gd name="T63" fmla="*/ 440 h 595"/>
                <a:gd name="T64" fmla="*/ 722 w 883"/>
                <a:gd name="T65" fmla="*/ 358 h 595"/>
                <a:gd name="T66" fmla="*/ 694 w 883"/>
                <a:gd name="T67" fmla="*/ 231 h 595"/>
                <a:gd name="T68" fmla="*/ 679 w 883"/>
                <a:gd name="T69" fmla="*/ 197 h 595"/>
                <a:gd name="T70" fmla="*/ 655 w 883"/>
                <a:gd name="T71" fmla="*/ 168 h 595"/>
                <a:gd name="T72" fmla="*/ 622 w 883"/>
                <a:gd name="T73" fmla="*/ 145 h 595"/>
                <a:gd name="T74" fmla="*/ 580 w 883"/>
                <a:gd name="T75" fmla="*/ 127 h 595"/>
                <a:gd name="T76" fmla="*/ 537 w 883"/>
                <a:gd name="T77" fmla="*/ 122 h 595"/>
                <a:gd name="T78" fmla="*/ 494 w 883"/>
                <a:gd name="T79" fmla="*/ 140 h 595"/>
                <a:gd name="T80" fmla="*/ 409 w 883"/>
                <a:gd name="T81" fmla="*/ 209 h 595"/>
                <a:gd name="T82" fmla="*/ 308 w 883"/>
                <a:gd name="T83" fmla="*/ 309 h 595"/>
                <a:gd name="T84" fmla="*/ 207 w 883"/>
                <a:gd name="T85" fmla="*/ 410 h 595"/>
                <a:gd name="T86" fmla="*/ 179 w 883"/>
                <a:gd name="T87" fmla="*/ 427 h 595"/>
                <a:gd name="T88" fmla="*/ 201 w 883"/>
                <a:gd name="T89" fmla="*/ 322 h 595"/>
                <a:gd name="T90" fmla="*/ 255 w 883"/>
                <a:gd name="T91" fmla="*/ 149 h 595"/>
                <a:gd name="T92" fmla="*/ 277 w 883"/>
                <a:gd name="T93" fmla="*/ 89 h 595"/>
                <a:gd name="T94" fmla="*/ 276 w 883"/>
                <a:gd name="T95" fmla="*/ 67 h 595"/>
                <a:gd name="T96" fmla="*/ 261 w 883"/>
                <a:gd name="T97" fmla="*/ 42 h 595"/>
                <a:gd name="T98" fmla="*/ 226 w 883"/>
                <a:gd name="T99" fmla="*/ 18 h 595"/>
                <a:gd name="T100" fmla="*/ 174 w 883"/>
                <a:gd name="T101" fmla="*/ 1 h 5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83" h="595">
                  <a:moveTo>
                    <a:pt x="162" y="0"/>
                  </a:moveTo>
                  <a:lnTo>
                    <a:pt x="156" y="0"/>
                  </a:lnTo>
                  <a:lnTo>
                    <a:pt x="150" y="1"/>
                  </a:lnTo>
                  <a:lnTo>
                    <a:pt x="144" y="3"/>
                  </a:lnTo>
                  <a:lnTo>
                    <a:pt x="139" y="4"/>
                  </a:lnTo>
                  <a:lnTo>
                    <a:pt x="134" y="7"/>
                  </a:lnTo>
                  <a:lnTo>
                    <a:pt x="129" y="10"/>
                  </a:lnTo>
                  <a:lnTo>
                    <a:pt x="125" y="13"/>
                  </a:lnTo>
                  <a:lnTo>
                    <a:pt x="121" y="17"/>
                  </a:lnTo>
                  <a:lnTo>
                    <a:pt x="113" y="26"/>
                  </a:lnTo>
                  <a:lnTo>
                    <a:pt x="106" y="37"/>
                  </a:lnTo>
                  <a:lnTo>
                    <a:pt x="100" y="49"/>
                  </a:lnTo>
                  <a:lnTo>
                    <a:pt x="94" y="63"/>
                  </a:lnTo>
                  <a:lnTo>
                    <a:pt x="82" y="97"/>
                  </a:lnTo>
                  <a:lnTo>
                    <a:pt x="68" y="137"/>
                  </a:lnTo>
                  <a:lnTo>
                    <a:pt x="55" y="183"/>
                  </a:lnTo>
                  <a:lnTo>
                    <a:pt x="43" y="232"/>
                  </a:lnTo>
                  <a:lnTo>
                    <a:pt x="31" y="282"/>
                  </a:lnTo>
                  <a:lnTo>
                    <a:pt x="19" y="333"/>
                  </a:lnTo>
                  <a:lnTo>
                    <a:pt x="10" y="382"/>
                  </a:lnTo>
                  <a:lnTo>
                    <a:pt x="3" y="429"/>
                  </a:lnTo>
                  <a:lnTo>
                    <a:pt x="1" y="442"/>
                  </a:lnTo>
                  <a:lnTo>
                    <a:pt x="0" y="454"/>
                  </a:lnTo>
                  <a:lnTo>
                    <a:pt x="0" y="465"/>
                  </a:lnTo>
                  <a:lnTo>
                    <a:pt x="1" y="477"/>
                  </a:lnTo>
                  <a:lnTo>
                    <a:pt x="2" y="486"/>
                  </a:lnTo>
                  <a:lnTo>
                    <a:pt x="4" y="495"/>
                  </a:lnTo>
                  <a:lnTo>
                    <a:pt x="7" y="503"/>
                  </a:lnTo>
                  <a:lnTo>
                    <a:pt x="10" y="511"/>
                  </a:lnTo>
                  <a:lnTo>
                    <a:pt x="14" y="518"/>
                  </a:lnTo>
                  <a:lnTo>
                    <a:pt x="19" y="526"/>
                  </a:lnTo>
                  <a:lnTo>
                    <a:pt x="25" y="532"/>
                  </a:lnTo>
                  <a:lnTo>
                    <a:pt x="32" y="539"/>
                  </a:lnTo>
                  <a:lnTo>
                    <a:pt x="47" y="551"/>
                  </a:lnTo>
                  <a:lnTo>
                    <a:pt x="65" y="564"/>
                  </a:lnTo>
                  <a:lnTo>
                    <a:pt x="77" y="571"/>
                  </a:lnTo>
                  <a:lnTo>
                    <a:pt x="89" y="577"/>
                  </a:lnTo>
                  <a:lnTo>
                    <a:pt x="100" y="582"/>
                  </a:lnTo>
                  <a:lnTo>
                    <a:pt x="111" y="587"/>
                  </a:lnTo>
                  <a:lnTo>
                    <a:pt x="122" y="590"/>
                  </a:lnTo>
                  <a:lnTo>
                    <a:pt x="133" y="592"/>
                  </a:lnTo>
                  <a:lnTo>
                    <a:pt x="144" y="594"/>
                  </a:lnTo>
                  <a:lnTo>
                    <a:pt x="154" y="595"/>
                  </a:lnTo>
                  <a:lnTo>
                    <a:pt x="164" y="595"/>
                  </a:lnTo>
                  <a:lnTo>
                    <a:pt x="174" y="593"/>
                  </a:lnTo>
                  <a:lnTo>
                    <a:pt x="184" y="591"/>
                  </a:lnTo>
                  <a:lnTo>
                    <a:pt x="192" y="589"/>
                  </a:lnTo>
                  <a:lnTo>
                    <a:pt x="201" y="585"/>
                  </a:lnTo>
                  <a:lnTo>
                    <a:pt x="208" y="580"/>
                  </a:lnTo>
                  <a:lnTo>
                    <a:pt x="216" y="575"/>
                  </a:lnTo>
                  <a:lnTo>
                    <a:pt x="222" y="567"/>
                  </a:lnTo>
                  <a:lnTo>
                    <a:pt x="234" y="555"/>
                  </a:lnTo>
                  <a:lnTo>
                    <a:pt x="245" y="542"/>
                  </a:lnTo>
                  <a:lnTo>
                    <a:pt x="257" y="530"/>
                  </a:lnTo>
                  <a:lnTo>
                    <a:pt x="268" y="516"/>
                  </a:lnTo>
                  <a:lnTo>
                    <a:pt x="295" y="487"/>
                  </a:lnTo>
                  <a:lnTo>
                    <a:pt x="321" y="456"/>
                  </a:lnTo>
                  <a:lnTo>
                    <a:pt x="349" y="427"/>
                  </a:lnTo>
                  <a:lnTo>
                    <a:pt x="376" y="397"/>
                  </a:lnTo>
                  <a:lnTo>
                    <a:pt x="404" y="369"/>
                  </a:lnTo>
                  <a:lnTo>
                    <a:pt x="431" y="343"/>
                  </a:lnTo>
                  <a:lnTo>
                    <a:pt x="458" y="320"/>
                  </a:lnTo>
                  <a:lnTo>
                    <a:pt x="484" y="300"/>
                  </a:lnTo>
                  <a:lnTo>
                    <a:pt x="491" y="296"/>
                  </a:lnTo>
                  <a:lnTo>
                    <a:pt x="497" y="295"/>
                  </a:lnTo>
                  <a:lnTo>
                    <a:pt x="503" y="295"/>
                  </a:lnTo>
                  <a:lnTo>
                    <a:pt x="509" y="296"/>
                  </a:lnTo>
                  <a:lnTo>
                    <a:pt x="514" y="299"/>
                  </a:lnTo>
                  <a:lnTo>
                    <a:pt x="519" y="303"/>
                  </a:lnTo>
                  <a:lnTo>
                    <a:pt x="523" y="309"/>
                  </a:lnTo>
                  <a:lnTo>
                    <a:pt x="527" y="316"/>
                  </a:lnTo>
                  <a:lnTo>
                    <a:pt x="534" y="336"/>
                  </a:lnTo>
                  <a:lnTo>
                    <a:pt x="543" y="355"/>
                  </a:lnTo>
                  <a:lnTo>
                    <a:pt x="551" y="372"/>
                  </a:lnTo>
                  <a:lnTo>
                    <a:pt x="560" y="390"/>
                  </a:lnTo>
                  <a:lnTo>
                    <a:pt x="568" y="405"/>
                  </a:lnTo>
                  <a:lnTo>
                    <a:pt x="577" y="420"/>
                  </a:lnTo>
                  <a:lnTo>
                    <a:pt x="586" y="434"/>
                  </a:lnTo>
                  <a:lnTo>
                    <a:pt x="596" y="447"/>
                  </a:lnTo>
                  <a:lnTo>
                    <a:pt x="605" y="459"/>
                  </a:lnTo>
                  <a:lnTo>
                    <a:pt x="615" y="470"/>
                  </a:lnTo>
                  <a:lnTo>
                    <a:pt x="624" y="481"/>
                  </a:lnTo>
                  <a:lnTo>
                    <a:pt x="634" y="491"/>
                  </a:lnTo>
                  <a:lnTo>
                    <a:pt x="644" y="500"/>
                  </a:lnTo>
                  <a:lnTo>
                    <a:pt x="654" y="508"/>
                  </a:lnTo>
                  <a:lnTo>
                    <a:pt x="663" y="515"/>
                  </a:lnTo>
                  <a:lnTo>
                    <a:pt x="673" y="523"/>
                  </a:lnTo>
                  <a:lnTo>
                    <a:pt x="693" y="535"/>
                  </a:lnTo>
                  <a:lnTo>
                    <a:pt x="712" y="545"/>
                  </a:lnTo>
                  <a:lnTo>
                    <a:pt x="731" y="552"/>
                  </a:lnTo>
                  <a:lnTo>
                    <a:pt x="749" y="558"/>
                  </a:lnTo>
                  <a:lnTo>
                    <a:pt x="767" y="561"/>
                  </a:lnTo>
                  <a:lnTo>
                    <a:pt x="783" y="564"/>
                  </a:lnTo>
                  <a:lnTo>
                    <a:pt x="799" y="565"/>
                  </a:lnTo>
                  <a:lnTo>
                    <a:pt x="813" y="566"/>
                  </a:lnTo>
                  <a:lnTo>
                    <a:pt x="828" y="565"/>
                  </a:lnTo>
                  <a:lnTo>
                    <a:pt x="843" y="564"/>
                  </a:lnTo>
                  <a:lnTo>
                    <a:pt x="853" y="562"/>
                  </a:lnTo>
                  <a:lnTo>
                    <a:pt x="861" y="559"/>
                  </a:lnTo>
                  <a:lnTo>
                    <a:pt x="868" y="555"/>
                  </a:lnTo>
                  <a:lnTo>
                    <a:pt x="874" y="550"/>
                  </a:lnTo>
                  <a:lnTo>
                    <a:pt x="878" y="545"/>
                  </a:lnTo>
                  <a:lnTo>
                    <a:pt x="881" y="539"/>
                  </a:lnTo>
                  <a:lnTo>
                    <a:pt x="883" y="533"/>
                  </a:lnTo>
                  <a:lnTo>
                    <a:pt x="883" y="528"/>
                  </a:lnTo>
                  <a:lnTo>
                    <a:pt x="883" y="524"/>
                  </a:lnTo>
                  <a:lnTo>
                    <a:pt x="882" y="520"/>
                  </a:lnTo>
                  <a:lnTo>
                    <a:pt x="880" y="518"/>
                  </a:lnTo>
                  <a:lnTo>
                    <a:pt x="878" y="515"/>
                  </a:lnTo>
                  <a:lnTo>
                    <a:pt x="875" y="514"/>
                  </a:lnTo>
                  <a:lnTo>
                    <a:pt x="872" y="512"/>
                  </a:lnTo>
                  <a:lnTo>
                    <a:pt x="868" y="512"/>
                  </a:lnTo>
                  <a:lnTo>
                    <a:pt x="864" y="511"/>
                  </a:lnTo>
                  <a:lnTo>
                    <a:pt x="860" y="511"/>
                  </a:lnTo>
                  <a:lnTo>
                    <a:pt x="851" y="511"/>
                  </a:lnTo>
                  <a:lnTo>
                    <a:pt x="840" y="510"/>
                  </a:lnTo>
                  <a:lnTo>
                    <a:pt x="832" y="509"/>
                  </a:lnTo>
                  <a:lnTo>
                    <a:pt x="823" y="507"/>
                  </a:lnTo>
                  <a:lnTo>
                    <a:pt x="815" y="504"/>
                  </a:lnTo>
                  <a:lnTo>
                    <a:pt x="808" y="501"/>
                  </a:lnTo>
                  <a:lnTo>
                    <a:pt x="801" y="497"/>
                  </a:lnTo>
                  <a:lnTo>
                    <a:pt x="794" y="493"/>
                  </a:lnTo>
                  <a:lnTo>
                    <a:pt x="787" y="488"/>
                  </a:lnTo>
                  <a:lnTo>
                    <a:pt x="781" y="483"/>
                  </a:lnTo>
                  <a:lnTo>
                    <a:pt x="775" y="477"/>
                  </a:lnTo>
                  <a:lnTo>
                    <a:pt x="770" y="469"/>
                  </a:lnTo>
                  <a:lnTo>
                    <a:pt x="760" y="455"/>
                  </a:lnTo>
                  <a:lnTo>
                    <a:pt x="751" y="440"/>
                  </a:lnTo>
                  <a:lnTo>
                    <a:pt x="743" y="421"/>
                  </a:lnTo>
                  <a:lnTo>
                    <a:pt x="735" y="402"/>
                  </a:lnTo>
                  <a:lnTo>
                    <a:pt x="728" y="381"/>
                  </a:lnTo>
                  <a:lnTo>
                    <a:pt x="722" y="358"/>
                  </a:lnTo>
                  <a:lnTo>
                    <a:pt x="711" y="309"/>
                  </a:lnTo>
                  <a:lnTo>
                    <a:pt x="700" y="255"/>
                  </a:lnTo>
                  <a:lnTo>
                    <a:pt x="697" y="240"/>
                  </a:lnTo>
                  <a:lnTo>
                    <a:pt x="694" y="231"/>
                  </a:lnTo>
                  <a:lnTo>
                    <a:pt x="692" y="222"/>
                  </a:lnTo>
                  <a:lnTo>
                    <a:pt x="687" y="213"/>
                  </a:lnTo>
                  <a:lnTo>
                    <a:pt x="683" y="205"/>
                  </a:lnTo>
                  <a:lnTo>
                    <a:pt x="679" y="197"/>
                  </a:lnTo>
                  <a:lnTo>
                    <a:pt x="674" y="189"/>
                  </a:lnTo>
                  <a:lnTo>
                    <a:pt x="668" y="182"/>
                  </a:lnTo>
                  <a:lnTo>
                    <a:pt x="662" y="174"/>
                  </a:lnTo>
                  <a:lnTo>
                    <a:pt x="655" y="168"/>
                  </a:lnTo>
                  <a:lnTo>
                    <a:pt x="648" y="161"/>
                  </a:lnTo>
                  <a:lnTo>
                    <a:pt x="639" y="155"/>
                  </a:lnTo>
                  <a:lnTo>
                    <a:pt x="631" y="150"/>
                  </a:lnTo>
                  <a:lnTo>
                    <a:pt x="622" y="145"/>
                  </a:lnTo>
                  <a:lnTo>
                    <a:pt x="613" y="140"/>
                  </a:lnTo>
                  <a:lnTo>
                    <a:pt x="603" y="135"/>
                  </a:lnTo>
                  <a:lnTo>
                    <a:pt x="592" y="131"/>
                  </a:lnTo>
                  <a:lnTo>
                    <a:pt x="580" y="127"/>
                  </a:lnTo>
                  <a:lnTo>
                    <a:pt x="569" y="124"/>
                  </a:lnTo>
                  <a:lnTo>
                    <a:pt x="559" y="122"/>
                  </a:lnTo>
                  <a:lnTo>
                    <a:pt x="549" y="121"/>
                  </a:lnTo>
                  <a:lnTo>
                    <a:pt x="537" y="122"/>
                  </a:lnTo>
                  <a:lnTo>
                    <a:pt x="527" y="124"/>
                  </a:lnTo>
                  <a:lnTo>
                    <a:pt x="518" y="128"/>
                  </a:lnTo>
                  <a:lnTo>
                    <a:pt x="510" y="131"/>
                  </a:lnTo>
                  <a:lnTo>
                    <a:pt x="494" y="140"/>
                  </a:lnTo>
                  <a:lnTo>
                    <a:pt x="478" y="150"/>
                  </a:lnTo>
                  <a:lnTo>
                    <a:pt x="457" y="167"/>
                  </a:lnTo>
                  <a:lnTo>
                    <a:pt x="433" y="187"/>
                  </a:lnTo>
                  <a:lnTo>
                    <a:pt x="409" y="209"/>
                  </a:lnTo>
                  <a:lnTo>
                    <a:pt x="383" y="233"/>
                  </a:lnTo>
                  <a:lnTo>
                    <a:pt x="358" y="258"/>
                  </a:lnTo>
                  <a:lnTo>
                    <a:pt x="332" y="284"/>
                  </a:lnTo>
                  <a:lnTo>
                    <a:pt x="308" y="309"/>
                  </a:lnTo>
                  <a:lnTo>
                    <a:pt x="284" y="334"/>
                  </a:lnTo>
                  <a:lnTo>
                    <a:pt x="246" y="372"/>
                  </a:lnTo>
                  <a:lnTo>
                    <a:pt x="218" y="400"/>
                  </a:lnTo>
                  <a:lnTo>
                    <a:pt x="207" y="410"/>
                  </a:lnTo>
                  <a:lnTo>
                    <a:pt x="199" y="417"/>
                  </a:lnTo>
                  <a:lnTo>
                    <a:pt x="192" y="423"/>
                  </a:lnTo>
                  <a:lnTo>
                    <a:pt x="188" y="425"/>
                  </a:lnTo>
                  <a:lnTo>
                    <a:pt x="179" y="427"/>
                  </a:lnTo>
                  <a:lnTo>
                    <a:pt x="180" y="417"/>
                  </a:lnTo>
                  <a:lnTo>
                    <a:pt x="185" y="392"/>
                  </a:lnTo>
                  <a:lnTo>
                    <a:pt x="192" y="360"/>
                  </a:lnTo>
                  <a:lnTo>
                    <a:pt x="201" y="322"/>
                  </a:lnTo>
                  <a:lnTo>
                    <a:pt x="211" y="283"/>
                  </a:lnTo>
                  <a:lnTo>
                    <a:pt x="224" y="239"/>
                  </a:lnTo>
                  <a:lnTo>
                    <a:pt x="239" y="194"/>
                  </a:lnTo>
                  <a:lnTo>
                    <a:pt x="255" y="149"/>
                  </a:lnTo>
                  <a:lnTo>
                    <a:pt x="272" y="105"/>
                  </a:lnTo>
                  <a:lnTo>
                    <a:pt x="275" y="100"/>
                  </a:lnTo>
                  <a:lnTo>
                    <a:pt x="276" y="94"/>
                  </a:lnTo>
                  <a:lnTo>
                    <a:pt x="277" y="89"/>
                  </a:lnTo>
                  <a:lnTo>
                    <a:pt x="278" y="84"/>
                  </a:lnTo>
                  <a:lnTo>
                    <a:pt x="278" y="78"/>
                  </a:lnTo>
                  <a:lnTo>
                    <a:pt x="277" y="72"/>
                  </a:lnTo>
                  <a:lnTo>
                    <a:pt x="276" y="67"/>
                  </a:lnTo>
                  <a:lnTo>
                    <a:pt x="274" y="62"/>
                  </a:lnTo>
                  <a:lnTo>
                    <a:pt x="271" y="55"/>
                  </a:lnTo>
                  <a:lnTo>
                    <a:pt x="266" y="48"/>
                  </a:lnTo>
                  <a:lnTo>
                    <a:pt x="261" y="42"/>
                  </a:lnTo>
                  <a:lnTo>
                    <a:pt x="254" y="36"/>
                  </a:lnTo>
                  <a:lnTo>
                    <a:pt x="246" y="30"/>
                  </a:lnTo>
                  <a:lnTo>
                    <a:pt x="237" y="23"/>
                  </a:lnTo>
                  <a:lnTo>
                    <a:pt x="226" y="18"/>
                  </a:lnTo>
                  <a:lnTo>
                    <a:pt x="215" y="13"/>
                  </a:lnTo>
                  <a:lnTo>
                    <a:pt x="201" y="7"/>
                  </a:lnTo>
                  <a:lnTo>
                    <a:pt x="187" y="3"/>
                  </a:lnTo>
                  <a:lnTo>
                    <a:pt x="174" y="1"/>
                  </a:lnTo>
                  <a:lnTo>
                    <a:pt x="16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91" name="Freeform 41"/>
            <p:cNvSpPr>
              <a:spLocks/>
            </p:cNvSpPr>
            <p:nvPr userDrawn="1"/>
          </p:nvSpPr>
          <p:spPr bwMode="gray">
            <a:xfrm>
              <a:off x="6666" y="603"/>
              <a:ext cx="60" cy="44"/>
            </a:xfrm>
            <a:custGeom>
              <a:avLst/>
              <a:gdLst>
                <a:gd name="T0" fmla="*/ 518 w 721"/>
                <a:gd name="T1" fmla="*/ 321 h 522"/>
                <a:gd name="T2" fmla="*/ 536 w 721"/>
                <a:gd name="T3" fmla="*/ 387 h 522"/>
                <a:gd name="T4" fmla="*/ 575 w 721"/>
                <a:gd name="T5" fmla="*/ 455 h 522"/>
                <a:gd name="T6" fmla="*/ 622 w 721"/>
                <a:gd name="T7" fmla="*/ 498 h 522"/>
                <a:gd name="T8" fmla="*/ 664 w 721"/>
                <a:gd name="T9" fmla="*/ 519 h 522"/>
                <a:gd name="T10" fmla="*/ 699 w 721"/>
                <a:gd name="T11" fmla="*/ 522 h 522"/>
                <a:gd name="T12" fmla="*/ 719 w 721"/>
                <a:gd name="T13" fmla="*/ 510 h 522"/>
                <a:gd name="T14" fmla="*/ 717 w 721"/>
                <a:gd name="T15" fmla="*/ 488 h 522"/>
                <a:gd name="T16" fmla="*/ 698 w 721"/>
                <a:gd name="T17" fmla="*/ 444 h 522"/>
                <a:gd name="T18" fmla="*/ 682 w 721"/>
                <a:gd name="T19" fmla="*/ 342 h 522"/>
                <a:gd name="T20" fmla="*/ 685 w 721"/>
                <a:gd name="T21" fmla="*/ 242 h 522"/>
                <a:gd name="T22" fmla="*/ 697 w 721"/>
                <a:gd name="T23" fmla="*/ 155 h 522"/>
                <a:gd name="T24" fmla="*/ 699 w 721"/>
                <a:gd name="T25" fmla="*/ 112 h 522"/>
                <a:gd name="T26" fmla="*/ 687 w 721"/>
                <a:gd name="T27" fmla="*/ 82 h 522"/>
                <a:gd name="T28" fmla="*/ 664 w 721"/>
                <a:gd name="T29" fmla="*/ 59 h 522"/>
                <a:gd name="T30" fmla="*/ 622 w 721"/>
                <a:gd name="T31" fmla="*/ 34 h 522"/>
                <a:gd name="T32" fmla="*/ 574 w 721"/>
                <a:gd name="T33" fmla="*/ 25 h 522"/>
                <a:gd name="T34" fmla="*/ 553 w 721"/>
                <a:gd name="T35" fmla="*/ 38 h 522"/>
                <a:gd name="T36" fmla="*/ 510 w 721"/>
                <a:gd name="T37" fmla="*/ 116 h 522"/>
                <a:gd name="T38" fmla="*/ 432 w 721"/>
                <a:gd name="T39" fmla="*/ 216 h 522"/>
                <a:gd name="T40" fmla="*/ 343 w 721"/>
                <a:gd name="T41" fmla="*/ 300 h 522"/>
                <a:gd name="T42" fmla="*/ 291 w 721"/>
                <a:gd name="T43" fmla="*/ 334 h 522"/>
                <a:gd name="T44" fmla="*/ 254 w 721"/>
                <a:gd name="T45" fmla="*/ 345 h 522"/>
                <a:gd name="T46" fmla="*/ 222 w 721"/>
                <a:gd name="T47" fmla="*/ 342 h 522"/>
                <a:gd name="T48" fmla="*/ 197 w 721"/>
                <a:gd name="T49" fmla="*/ 326 h 522"/>
                <a:gd name="T50" fmla="*/ 183 w 721"/>
                <a:gd name="T51" fmla="*/ 290 h 522"/>
                <a:gd name="T52" fmla="*/ 183 w 721"/>
                <a:gd name="T53" fmla="*/ 242 h 522"/>
                <a:gd name="T54" fmla="*/ 195 w 721"/>
                <a:gd name="T55" fmla="*/ 187 h 522"/>
                <a:gd name="T56" fmla="*/ 225 w 721"/>
                <a:gd name="T57" fmla="*/ 111 h 522"/>
                <a:gd name="T58" fmla="*/ 231 w 721"/>
                <a:gd name="T59" fmla="*/ 83 h 522"/>
                <a:gd name="T60" fmla="*/ 225 w 721"/>
                <a:gd name="T61" fmla="*/ 58 h 522"/>
                <a:gd name="T62" fmla="*/ 205 w 721"/>
                <a:gd name="T63" fmla="*/ 36 h 522"/>
                <a:gd name="T64" fmla="*/ 163 w 721"/>
                <a:gd name="T65" fmla="*/ 12 h 522"/>
                <a:gd name="T66" fmla="*/ 123 w 721"/>
                <a:gd name="T67" fmla="*/ 1 h 522"/>
                <a:gd name="T68" fmla="*/ 91 w 721"/>
                <a:gd name="T69" fmla="*/ 5 h 522"/>
                <a:gd name="T70" fmla="*/ 68 w 721"/>
                <a:gd name="T71" fmla="*/ 26 h 522"/>
                <a:gd name="T72" fmla="*/ 42 w 721"/>
                <a:gd name="T73" fmla="*/ 90 h 522"/>
                <a:gd name="T74" fmla="*/ 9 w 721"/>
                <a:gd name="T75" fmla="*/ 214 h 522"/>
                <a:gd name="T76" fmla="*/ 0 w 721"/>
                <a:gd name="T77" fmla="*/ 279 h 522"/>
                <a:gd name="T78" fmla="*/ 5 w 721"/>
                <a:gd name="T79" fmla="*/ 313 h 522"/>
                <a:gd name="T80" fmla="*/ 34 w 721"/>
                <a:gd name="T81" fmla="*/ 375 h 522"/>
                <a:gd name="T82" fmla="*/ 73 w 721"/>
                <a:gd name="T83" fmla="*/ 418 h 522"/>
                <a:gd name="T84" fmla="*/ 112 w 721"/>
                <a:gd name="T85" fmla="*/ 446 h 522"/>
                <a:gd name="T86" fmla="*/ 155 w 721"/>
                <a:gd name="T87" fmla="*/ 466 h 522"/>
                <a:gd name="T88" fmla="*/ 198 w 721"/>
                <a:gd name="T89" fmla="*/ 475 h 522"/>
                <a:gd name="T90" fmla="*/ 251 w 721"/>
                <a:gd name="T91" fmla="*/ 469 h 522"/>
                <a:gd name="T92" fmla="*/ 316 w 721"/>
                <a:gd name="T93" fmla="*/ 440 h 522"/>
                <a:gd name="T94" fmla="*/ 394 w 721"/>
                <a:gd name="T95" fmla="*/ 388 h 522"/>
                <a:gd name="T96" fmla="*/ 483 w 721"/>
                <a:gd name="T97" fmla="*/ 313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721" h="522">
                  <a:moveTo>
                    <a:pt x="515" y="282"/>
                  </a:moveTo>
                  <a:lnTo>
                    <a:pt x="516" y="294"/>
                  </a:lnTo>
                  <a:lnTo>
                    <a:pt x="516" y="307"/>
                  </a:lnTo>
                  <a:lnTo>
                    <a:pt x="518" y="321"/>
                  </a:lnTo>
                  <a:lnTo>
                    <a:pt x="520" y="332"/>
                  </a:lnTo>
                  <a:lnTo>
                    <a:pt x="522" y="344"/>
                  </a:lnTo>
                  <a:lnTo>
                    <a:pt x="528" y="367"/>
                  </a:lnTo>
                  <a:lnTo>
                    <a:pt x="536" y="387"/>
                  </a:lnTo>
                  <a:lnTo>
                    <a:pt x="544" y="406"/>
                  </a:lnTo>
                  <a:lnTo>
                    <a:pt x="553" y="424"/>
                  </a:lnTo>
                  <a:lnTo>
                    <a:pt x="564" y="440"/>
                  </a:lnTo>
                  <a:lnTo>
                    <a:pt x="575" y="455"/>
                  </a:lnTo>
                  <a:lnTo>
                    <a:pt x="587" y="468"/>
                  </a:lnTo>
                  <a:lnTo>
                    <a:pt x="599" y="480"/>
                  </a:lnTo>
                  <a:lnTo>
                    <a:pt x="610" y="490"/>
                  </a:lnTo>
                  <a:lnTo>
                    <a:pt x="622" y="498"/>
                  </a:lnTo>
                  <a:lnTo>
                    <a:pt x="634" y="505"/>
                  </a:lnTo>
                  <a:lnTo>
                    <a:pt x="645" y="511"/>
                  </a:lnTo>
                  <a:lnTo>
                    <a:pt x="655" y="516"/>
                  </a:lnTo>
                  <a:lnTo>
                    <a:pt x="664" y="519"/>
                  </a:lnTo>
                  <a:lnTo>
                    <a:pt x="673" y="521"/>
                  </a:lnTo>
                  <a:lnTo>
                    <a:pt x="683" y="522"/>
                  </a:lnTo>
                  <a:lnTo>
                    <a:pt x="692" y="522"/>
                  </a:lnTo>
                  <a:lnTo>
                    <a:pt x="699" y="522"/>
                  </a:lnTo>
                  <a:lnTo>
                    <a:pt x="706" y="520"/>
                  </a:lnTo>
                  <a:lnTo>
                    <a:pt x="712" y="518"/>
                  </a:lnTo>
                  <a:lnTo>
                    <a:pt x="716" y="515"/>
                  </a:lnTo>
                  <a:lnTo>
                    <a:pt x="719" y="510"/>
                  </a:lnTo>
                  <a:lnTo>
                    <a:pt x="721" y="505"/>
                  </a:lnTo>
                  <a:lnTo>
                    <a:pt x="721" y="500"/>
                  </a:lnTo>
                  <a:lnTo>
                    <a:pt x="720" y="494"/>
                  </a:lnTo>
                  <a:lnTo>
                    <a:pt x="717" y="488"/>
                  </a:lnTo>
                  <a:lnTo>
                    <a:pt x="711" y="478"/>
                  </a:lnTo>
                  <a:lnTo>
                    <a:pt x="706" y="467"/>
                  </a:lnTo>
                  <a:lnTo>
                    <a:pt x="702" y="455"/>
                  </a:lnTo>
                  <a:lnTo>
                    <a:pt x="698" y="444"/>
                  </a:lnTo>
                  <a:lnTo>
                    <a:pt x="692" y="420"/>
                  </a:lnTo>
                  <a:lnTo>
                    <a:pt x="687" y="394"/>
                  </a:lnTo>
                  <a:lnTo>
                    <a:pt x="684" y="368"/>
                  </a:lnTo>
                  <a:lnTo>
                    <a:pt x="682" y="342"/>
                  </a:lnTo>
                  <a:lnTo>
                    <a:pt x="682" y="315"/>
                  </a:lnTo>
                  <a:lnTo>
                    <a:pt x="682" y="290"/>
                  </a:lnTo>
                  <a:lnTo>
                    <a:pt x="683" y="265"/>
                  </a:lnTo>
                  <a:lnTo>
                    <a:pt x="685" y="242"/>
                  </a:lnTo>
                  <a:lnTo>
                    <a:pt x="687" y="221"/>
                  </a:lnTo>
                  <a:lnTo>
                    <a:pt x="690" y="202"/>
                  </a:lnTo>
                  <a:lnTo>
                    <a:pt x="694" y="172"/>
                  </a:lnTo>
                  <a:lnTo>
                    <a:pt x="697" y="155"/>
                  </a:lnTo>
                  <a:lnTo>
                    <a:pt x="699" y="143"/>
                  </a:lnTo>
                  <a:lnTo>
                    <a:pt x="700" y="132"/>
                  </a:lnTo>
                  <a:lnTo>
                    <a:pt x="700" y="122"/>
                  </a:lnTo>
                  <a:lnTo>
                    <a:pt x="699" y="112"/>
                  </a:lnTo>
                  <a:lnTo>
                    <a:pt x="697" y="103"/>
                  </a:lnTo>
                  <a:lnTo>
                    <a:pt x="695" y="96"/>
                  </a:lnTo>
                  <a:lnTo>
                    <a:pt x="691" y="89"/>
                  </a:lnTo>
                  <a:lnTo>
                    <a:pt x="687" y="82"/>
                  </a:lnTo>
                  <a:lnTo>
                    <a:pt x="682" y="76"/>
                  </a:lnTo>
                  <a:lnTo>
                    <a:pt x="676" y="69"/>
                  </a:lnTo>
                  <a:lnTo>
                    <a:pt x="671" y="64"/>
                  </a:lnTo>
                  <a:lnTo>
                    <a:pt x="664" y="59"/>
                  </a:lnTo>
                  <a:lnTo>
                    <a:pt x="651" y="50"/>
                  </a:lnTo>
                  <a:lnTo>
                    <a:pt x="638" y="42"/>
                  </a:lnTo>
                  <a:lnTo>
                    <a:pt x="636" y="41"/>
                  </a:lnTo>
                  <a:lnTo>
                    <a:pt x="622" y="34"/>
                  </a:lnTo>
                  <a:lnTo>
                    <a:pt x="609" y="29"/>
                  </a:lnTo>
                  <a:lnTo>
                    <a:pt x="596" y="26"/>
                  </a:lnTo>
                  <a:lnTo>
                    <a:pt x="584" y="24"/>
                  </a:lnTo>
                  <a:lnTo>
                    <a:pt x="574" y="25"/>
                  </a:lnTo>
                  <a:lnTo>
                    <a:pt x="565" y="28"/>
                  </a:lnTo>
                  <a:lnTo>
                    <a:pt x="561" y="30"/>
                  </a:lnTo>
                  <a:lnTo>
                    <a:pt x="557" y="34"/>
                  </a:lnTo>
                  <a:lnTo>
                    <a:pt x="553" y="38"/>
                  </a:lnTo>
                  <a:lnTo>
                    <a:pt x="551" y="43"/>
                  </a:lnTo>
                  <a:lnTo>
                    <a:pt x="540" y="66"/>
                  </a:lnTo>
                  <a:lnTo>
                    <a:pt x="526" y="91"/>
                  </a:lnTo>
                  <a:lnTo>
                    <a:pt x="510" y="116"/>
                  </a:lnTo>
                  <a:lnTo>
                    <a:pt x="493" y="142"/>
                  </a:lnTo>
                  <a:lnTo>
                    <a:pt x="473" y="167"/>
                  </a:lnTo>
                  <a:lnTo>
                    <a:pt x="453" y="192"/>
                  </a:lnTo>
                  <a:lnTo>
                    <a:pt x="432" y="216"/>
                  </a:lnTo>
                  <a:lnTo>
                    <a:pt x="409" y="240"/>
                  </a:lnTo>
                  <a:lnTo>
                    <a:pt x="388" y="262"/>
                  </a:lnTo>
                  <a:lnTo>
                    <a:pt x="365" y="282"/>
                  </a:lnTo>
                  <a:lnTo>
                    <a:pt x="343" y="300"/>
                  </a:lnTo>
                  <a:lnTo>
                    <a:pt x="322" y="315"/>
                  </a:lnTo>
                  <a:lnTo>
                    <a:pt x="310" y="323"/>
                  </a:lnTo>
                  <a:lnTo>
                    <a:pt x="300" y="329"/>
                  </a:lnTo>
                  <a:lnTo>
                    <a:pt x="291" y="334"/>
                  </a:lnTo>
                  <a:lnTo>
                    <a:pt x="281" y="338"/>
                  </a:lnTo>
                  <a:lnTo>
                    <a:pt x="272" y="341"/>
                  </a:lnTo>
                  <a:lnTo>
                    <a:pt x="262" y="344"/>
                  </a:lnTo>
                  <a:lnTo>
                    <a:pt x="254" y="345"/>
                  </a:lnTo>
                  <a:lnTo>
                    <a:pt x="246" y="346"/>
                  </a:lnTo>
                  <a:lnTo>
                    <a:pt x="238" y="345"/>
                  </a:lnTo>
                  <a:lnTo>
                    <a:pt x="230" y="344"/>
                  </a:lnTo>
                  <a:lnTo>
                    <a:pt x="222" y="342"/>
                  </a:lnTo>
                  <a:lnTo>
                    <a:pt x="214" y="339"/>
                  </a:lnTo>
                  <a:lnTo>
                    <a:pt x="208" y="336"/>
                  </a:lnTo>
                  <a:lnTo>
                    <a:pt x="202" y="331"/>
                  </a:lnTo>
                  <a:lnTo>
                    <a:pt x="197" y="326"/>
                  </a:lnTo>
                  <a:lnTo>
                    <a:pt x="193" y="320"/>
                  </a:lnTo>
                  <a:lnTo>
                    <a:pt x="188" y="310"/>
                  </a:lnTo>
                  <a:lnTo>
                    <a:pt x="185" y="301"/>
                  </a:lnTo>
                  <a:lnTo>
                    <a:pt x="183" y="290"/>
                  </a:lnTo>
                  <a:lnTo>
                    <a:pt x="181" y="279"/>
                  </a:lnTo>
                  <a:lnTo>
                    <a:pt x="181" y="267"/>
                  </a:lnTo>
                  <a:lnTo>
                    <a:pt x="181" y="255"/>
                  </a:lnTo>
                  <a:lnTo>
                    <a:pt x="183" y="242"/>
                  </a:lnTo>
                  <a:lnTo>
                    <a:pt x="185" y="229"/>
                  </a:lnTo>
                  <a:lnTo>
                    <a:pt x="187" y="214"/>
                  </a:lnTo>
                  <a:lnTo>
                    <a:pt x="191" y="201"/>
                  </a:lnTo>
                  <a:lnTo>
                    <a:pt x="195" y="187"/>
                  </a:lnTo>
                  <a:lnTo>
                    <a:pt x="199" y="174"/>
                  </a:lnTo>
                  <a:lnTo>
                    <a:pt x="209" y="146"/>
                  </a:lnTo>
                  <a:lnTo>
                    <a:pt x="221" y="120"/>
                  </a:lnTo>
                  <a:lnTo>
                    <a:pt x="225" y="111"/>
                  </a:lnTo>
                  <a:lnTo>
                    <a:pt x="227" y="104"/>
                  </a:lnTo>
                  <a:lnTo>
                    <a:pt x="229" y="97"/>
                  </a:lnTo>
                  <a:lnTo>
                    <a:pt x="231" y="90"/>
                  </a:lnTo>
                  <a:lnTo>
                    <a:pt x="231" y="83"/>
                  </a:lnTo>
                  <a:lnTo>
                    <a:pt x="231" y="77"/>
                  </a:lnTo>
                  <a:lnTo>
                    <a:pt x="229" y="71"/>
                  </a:lnTo>
                  <a:lnTo>
                    <a:pt x="228" y="64"/>
                  </a:lnTo>
                  <a:lnTo>
                    <a:pt x="225" y="58"/>
                  </a:lnTo>
                  <a:lnTo>
                    <a:pt x="221" y="52"/>
                  </a:lnTo>
                  <a:lnTo>
                    <a:pt x="216" y="47"/>
                  </a:lnTo>
                  <a:lnTo>
                    <a:pt x="211" y="42"/>
                  </a:lnTo>
                  <a:lnTo>
                    <a:pt x="205" y="36"/>
                  </a:lnTo>
                  <a:lnTo>
                    <a:pt x="198" y="31"/>
                  </a:lnTo>
                  <a:lnTo>
                    <a:pt x="190" y="26"/>
                  </a:lnTo>
                  <a:lnTo>
                    <a:pt x="181" y="20"/>
                  </a:lnTo>
                  <a:lnTo>
                    <a:pt x="163" y="12"/>
                  </a:lnTo>
                  <a:lnTo>
                    <a:pt x="146" y="5"/>
                  </a:lnTo>
                  <a:lnTo>
                    <a:pt x="138" y="3"/>
                  </a:lnTo>
                  <a:lnTo>
                    <a:pt x="130" y="2"/>
                  </a:lnTo>
                  <a:lnTo>
                    <a:pt x="123" y="1"/>
                  </a:lnTo>
                  <a:lnTo>
                    <a:pt x="115" y="0"/>
                  </a:lnTo>
                  <a:lnTo>
                    <a:pt x="106" y="1"/>
                  </a:lnTo>
                  <a:lnTo>
                    <a:pt x="98" y="2"/>
                  </a:lnTo>
                  <a:lnTo>
                    <a:pt x="91" y="5"/>
                  </a:lnTo>
                  <a:lnTo>
                    <a:pt x="84" y="8"/>
                  </a:lnTo>
                  <a:lnTo>
                    <a:pt x="78" y="13"/>
                  </a:lnTo>
                  <a:lnTo>
                    <a:pt x="73" y="18"/>
                  </a:lnTo>
                  <a:lnTo>
                    <a:pt x="68" y="26"/>
                  </a:lnTo>
                  <a:lnTo>
                    <a:pt x="63" y="33"/>
                  </a:lnTo>
                  <a:lnTo>
                    <a:pt x="57" y="48"/>
                  </a:lnTo>
                  <a:lnTo>
                    <a:pt x="50" y="66"/>
                  </a:lnTo>
                  <a:lnTo>
                    <a:pt x="42" y="90"/>
                  </a:lnTo>
                  <a:lnTo>
                    <a:pt x="34" y="116"/>
                  </a:lnTo>
                  <a:lnTo>
                    <a:pt x="25" y="146"/>
                  </a:lnTo>
                  <a:lnTo>
                    <a:pt x="17" y="179"/>
                  </a:lnTo>
                  <a:lnTo>
                    <a:pt x="9" y="214"/>
                  </a:lnTo>
                  <a:lnTo>
                    <a:pt x="2" y="252"/>
                  </a:lnTo>
                  <a:lnTo>
                    <a:pt x="1" y="260"/>
                  </a:lnTo>
                  <a:lnTo>
                    <a:pt x="0" y="270"/>
                  </a:lnTo>
                  <a:lnTo>
                    <a:pt x="0" y="279"/>
                  </a:lnTo>
                  <a:lnTo>
                    <a:pt x="1" y="287"/>
                  </a:lnTo>
                  <a:lnTo>
                    <a:pt x="2" y="296"/>
                  </a:lnTo>
                  <a:lnTo>
                    <a:pt x="3" y="305"/>
                  </a:lnTo>
                  <a:lnTo>
                    <a:pt x="5" y="313"/>
                  </a:lnTo>
                  <a:lnTo>
                    <a:pt x="8" y="323"/>
                  </a:lnTo>
                  <a:lnTo>
                    <a:pt x="14" y="340"/>
                  </a:lnTo>
                  <a:lnTo>
                    <a:pt x="24" y="357"/>
                  </a:lnTo>
                  <a:lnTo>
                    <a:pt x="34" y="375"/>
                  </a:lnTo>
                  <a:lnTo>
                    <a:pt x="46" y="391"/>
                  </a:lnTo>
                  <a:lnTo>
                    <a:pt x="55" y="400"/>
                  </a:lnTo>
                  <a:lnTo>
                    <a:pt x="63" y="408"/>
                  </a:lnTo>
                  <a:lnTo>
                    <a:pt x="73" y="418"/>
                  </a:lnTo>
                  <a:lnTo>
                    <a:pt x="83" y="425"/>
                  </a:lnTo>
                  <a:lnTo>
                    <a:pt x="92" y="433"/>
                  </a:lnTo>
                  <a:lnTo>
                    <a:pt x="102" y="440"/>
                  </a:lnTo>
                  <a:lnTo>
                    <a:pt x="112" y="446"/>
                  </a:lnTo>
                  <a:lnTo>
                    <a:pt x="124" y="452"/>
                  </a:lnTo>
                  <a:lnTo>
                    <a:pt x="134" y="457"/>
                  </a:lnTo>
                  <a:lnTo>
                    <a:pt x="145" y="461"/>
                  </a:lnTo>
                  <a:lnTo>
                    <a:pt x="155" y="466"/>
                  </a:lnTo>
                  <a:lnTo>
                    <a:pt x="166" y="469"/>
                  </a:lnTo>
                  <a:lnTo>
                    <a:pt x="177" y="472"/>
                  </a:lnTo>
                  <a:lnTo>
                    <a:pt x="188" y="474"/>
                  </a:lnTo>
                  <a:lnTo>
                    <a:pt x="198" y="475"/>
                  </a:lnTo>
                  <a:lnTo>
                    <a:pt x="208" y="475"/>
                  </a:lnTo>
                  <a:lnTo>
                    <a:pt x="222" y="475"/>
                  </a:lnTo>
                  <a:lnTo>
                    <a:pt x="236" y="473"/>
                  </a:lnTo>
                  <a:lnTo>
                    <a:pt x="251" y="469"/>
                  </a:lnTo>
                  <a:lnTo>
                    <a:pt x="266" y="463"/>
                  </a:lnTo>
                  <a:lnTo>
                    <a:pt x="283" y="457"/>
                  </a:lnTo>
                  <a:lnTo>
                    <a:pt x="299" y="449"/>
                  </a:lnTo>
                  <a:lnTo>
                    <a:pt x="316" y="440"/>
                  </a:lnTo>
                  <a:lnTo>
                    <a:pt x="335" y="430"/>
                  </a:lnTo>
                  <a:lnTo>
                    <a:pt x="354" y="418"/>
                  </a:lnTo>
                  <a:lnTo>
                    <a:pt x="374" y="403"/>
                  </a:lnTo>
                  <a:lnTo>
                    <a:pt x="394" y="388"/>
                  </a:lnTo>
                  <a:lnTo>
                    <a:pt x="414" y="372"/>
                  </a:lnTo>
                  <a:lnTo>
                    <a:pt x="437" y="353"/>
                  </a:lnTo>
                  <a:lnTo>
                    <a:pt x="459" y="334"/>
                  </a:lnTo>
                  <a:lnTo>
                    <a:pt x="483" y="313"/>
                  </a:lnTo>
                  <a:lnTo>
                    <a:pt x="506" y="291"/>
                  </a:lnTo>
                  <a:lnTo>
                    <a:pt x="515" y="28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92" name="Freeform 42"/>
            <p:cNvSpPr>
              <a:spLocks/>
            </p:cNvSpPr>
            <p:nvPr userDrawn="1"/>
          </p:nvSpPr>
          <p:spPr bwMode="gray">
            <a:xfrm>
              <a:off x="6739" y="604"/>
              <a:ext cx="18" cy="42"/>
            </a:xfrm>
            <a:custGeom>
              <a:avLst/>
              <a:gdLst>
                <a:gd name="T0" fmla="*/ 85 w 214"/>
                <a:gd name="T1" fmla="*/ 0 h 504"/>
                <a:gd name="T2" fmla="*/ 74 w 214"/>
                <a:gd name="T3" fmla="*/ 2 h 504"/>
                <a:gd name="T4" fmla="*/ 65 w 214"/>
                <a:gd name="T5" fmla="*/ 6 h 504"/>
                <a:gd name="T6" fmla="*/ 56 w 214"/>
                <a:gd name="T7" fmla="*/ 13 h 504"/>
                <a:gd name="T8" fmla="*/ 44 w 214"/>
                <a:gd name="T9" fmla="*/ 29 h 504"/>
                <a:gd name="T10" fmla="*/ 31 w 214"/>
                <a:gd name="T11" fmla="*/ 57 h 504"/>
                <a:gd name="T12" fmla="*/ 19 w 214"/>
                <a:gd name="T13" fmla="*/ 102 h 504"/>
                <a:gd name="T14" fmla="*/ 9 w 214"/>
                <a:gd name="T15" fmla="*/ 155 h 504"/>
                <a:gd name="T16" fmla="*/ 2 w 214"/>
                <a:gd name="T17" fmla="*/ 206 h 504"/>
                <a:gd name="T18" fmla="*/ 0 w 214"/>
                <a:gd name="T19" fmla="*/ 254 h 504"/>
                <a:gd name="T20" fmla="*/ 2 w 214"/>
                <a:gd name="T21" fmla="*/ 299 h 504"/>
                <a:gd name="T22" fmla="*/ 9 w 214"/>
                <a:gd name="T23" fmla="*/ 341 h 504"/>
                <a:gd name="T24" fmla="*/ 19 w 214"/>
                <a:gd name="T25" fmla="*/ 380 h 504"/>
                <a:gd name="T26" fmla="*/ 33 w 214"/>
                <a:gd name="T27" fmla="*/ 413 h 504"/>
                <a:gd name="T28" fmla="*/ 51 w 214"/>
                <a:gd name="T29" fmla="*/ 443 h 504"/>
                <a:gd name="T30" fmla="*/ 74 w 214"/>
                <a:gd name="T31" fmla="*/ 468 h 504"/>
                <a:gd name="T32" fmla="*/ 100 w 214"/>
                <a:gd name="T33" fmla="*/ 486 h 504"/>
                <a:gd name="T34" fmla="*/ 130 w 214"/>
                <a:gd name="T35" fmla="*/ 498 h 504"/>
                <a:gd name="T36" fmla="*/ 154 w 214"/>
                <a:gd name="T37" fmla="*/ 504 h 504"/>
                <a:gd name="T38" fmla="*/ 171 w 214"/>
                <a:gd name="T39" fmla="*/ 504 h 504"/>
                <a:gd name="T40" fmla="*/ 184 w 214"/>
                <a:gd name="T41" fmla="*/ 502 h 504"/>
                <a:gd name="T42" fmla="*/ 194 w 214"/>
                <a:gd name="T43" fmla="*/ 497 h 504"/>
                <a:gd name="T44" fmla="*/ 199 w 214"/>
                <a:gd name="T45" fmla="*/ 488 h 504"/>
                <a:gd name="T46" fmla="*/ 199 w 214"/>
                <a:gd name="T47" fmla="*/ 479 h 504"/>
                <a:gd name="T48" fmla="*/ 191 w 214"/>
                <a:gd name="T49" fmla="*/ 459 h 504"/>
                <a:gd name="T50" fmla="*/ 180 w 214"/>
                <a:gd name="T51" fmla="*/ 424 h 504"/>
                <a:gd name="T52" fmla="*/ 172 w 214"/>
                <a:gd name="T53" fmla="*/ 384 h 504"/>
                <a:gd name="T54" fmla="*/ 167 w 214"/>
                <a:gd name="T55" fmla="*/ 341 h 504"/>
                <a:gd name="T56" fmla="*/ 167 w 214"/>
                <a:gd name="T57" fmla="*/ 295 h 504"/>
                <a:gd name="T58" fmla="*/ 170 w 214"/>
                <a:gd name="T59" fmla="*/ 249 h 504"/>
                <a:gd name="T60" fmla="*/ 179 w 214"/>
                <a:gd name="T61" fmla="*/ 202 h 504"/>
                <a:gd name="T62" fmla="*/ 192 w 214"/>
                <a:gd name="T63" fmla="*/ 157 h 504"/>
                <a:gd name="T64" fmla="*/ 205 w 214"/>
                <a:gd name="T65" fmla="*/ 125 h 504"/>
                <a:gd name="T66" fmla="*/ 212 w 214"/>
                <a:gd name="T67" fmla="*/ 104 h 504"/>
                <a:gd name="T68" fmla="*/ 214 w 214"/>
                <a:gd name="T69" fmla="*/ 87 h 504"/>
                <a:gd name="T70" fmla="*/ 212 w 214"/>
                <a:gd name="T71" fmla="*/ 72 h 504"/>
                <a:gd name="T72" fmla="*/ 206 w 214"/>
                <a:gd name="T73" fmla="*/ 57 h 504"/>
                <a:gd name="T74" fmla="*/ 196 w 214"/>
                <a:gd name="T75" fmla="*/ 45 h 504"/>
                <a:gd name="T76" fmla="*/ 183 w 214"/>
                <a:gd name="T77" fmla="*/ 34 h 504"/>
                <a:gd name="T78" fmla="*/ 165 w 214"/>
                <a:gd name="T79" fmla="*/ 23 h 504"/>
                <a:gd name="T80" fmla="*/ 136 w 214"/>
                <a:gd name="T81" fmla="*/ 9 h 504"/>
                <a:gd name="T82" fmla="*/ 104 w 214"/>
                <a:gd name="T83" fmla="*/ 1 h 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14" h="504">
                  <a:moveTo>
                    <a:pt x="91" y="0"/>
                  </a:moveTo>
                  <a:lnTo>
                    <a:pt x="85" y="0"/>
                  </a:lnTo>
                  <a:lnTo>
                    <a:pt x="80" y="1"/>
                  </a:lnTo>
                  <a:lnTo>
                    <a:pt x="74" y="2"/>
                  </a:lnTo>
                  <a:lnTo>
                    <a:pt x="69" y="4"/>
                  </a:lnTo>
                  <a:lnTo>
                    <a:pt x="65" y="6"/>
                  </a:lnTo>
                  <a:lnTo>
                    <a:pt x="60" y="9"/>
                  </a:lnTo>
                  <a:lnTo>
                    <a:pt x="56" y="13"/>
                  </a:lnTo>
                  <a:lnTo>
                    <a:pt x="51" y="17"/>
                  </a:lnTo>
                  <a:lnTo>
                    <a:pt x="44" y="29"/>
                  </a:lnTo>
                  <a:lnTo>
                    <a:pt x="37" y="41"/>
                  </a:lnTo>
                  <a:lnTo>
                    <a:pt x="31" y="57"/>
                  </a:lnTo>
                  <a:lnTo>
                    <a:pt x="26" y="76"/>
                  </a:lnTo>
                  <a:lnTo>
                    <a:pt x="19" y="102"/>
                  </a:lnTo>
                  <a:lnTo>
                    <a:pt x="13" y="130"/>
                  </a:lnTo>
                  <a:lnTo>
                    <a:pt x="9" y="155"/>
                  </a:lnTo>
                  <a:lnTo>
                    <a:pt x="5" y="181"/>
                  </a:lnTo>
                  <a:lnTo>
                    <a:pt x="2" y="206"/>
                  </a:lnTo>
                  <a:lnTo>
                    <a:pt x="0" y="231"/>
                  </a:lnTo>
                  <a:lnTo>
                    <a:pt x="0" y="254"/>
                  </a:lnTo>
                  <a:lnTo>
                    <a:pt x="0" y="278"/>
                  </a:lnTo>
                  <a:lnTo>
                    <a:pt x="2" y="299"/>
                  </a:lnTo>
                  <a:lnTo>
                    <a:pt x="5" y="321"/>
                  </a:lnTo>
                  <a:lnTo>
                    <a:pt x="9" y="341"/>
                  </a:lnTo>
                  <a:lnTo>
                    <a:pt x="14" y="360"/>
                  </a:lnTo>
                  <a:lnTo>
                    <a:pt x="19" y="380"/>
                  </a:lnTo>
                  <a:lnTo>
                    <a:pt x="26" y="397"/>
                  </a:lnTo>
                  <a:lnTo>
                    <a:pt x="33" y="413"/>
                  </a:lnTo>
                  <a:lnTo>
                    <a:pt x="42" y="429"/>
                  </a:lnTo>
                  <a:lnTo>
                    <a:pt x="51" y="443"/>
                  </a:lnTo>
                  <a:lnTo>
                    <a:pt x="63" y="456"/>
                  </a:lnTo>
                  <a:lnTo>
                    <a:pt x="74" y="468"/>
                  </a:lnTo>
                  <a:lnTo>
                    <a:pt x="87" y="478"/>
                  </a:lnTo>
                  <a:lnTo>
                    <a:pt x="100" y="486"/>
                  </a:lnTo>
                  <a:lnTo>
                    <a:pt x="115" y="493"/>
                  </a:lnTo>
                  <a:lnTo>
                    <a:pt x="130" y="498"/>
                  </a:lnTo>
                  <a:lnTo>
                    <a:pt x="145" y="502"/>
                  </a:lnTo>
                  <a:lnTo>
                    <a:pt x="154" y="504"/>
                  </a:lnTo>
                  <a:lnTo>
                    <a:pt x="164" y="504"/>
                  </a:lnTo>
                  <a:lnTo>
                    <a:pt x="171" y="504"/>
                  </a:lnTo>
                  <a:lnTo>
                    <a:pt x="178" y="503"/>
                  </a:lnTo>
                  <a:lnTo>
                    <a:pt x="184" y="502"/>
                  </a:lnTo>
                  <a:lnTo>
                    <a:pt x="190" y="500"/>
                  </a:lnTo>
                  <a:lnTo>
                    <a:pt x="194" y="497"/>
                  </a:lnTo>
                  <a:lnTo>
                    <a:pt x="197" y="493"/>
                  </a:lnTo>
                  <a:lnTo>
                    <a:pt x="199" y="488"/>
                  </a:lnTo>
                  <a:lnTo>
                    <a:pt x="199" y="484"/>
                  </a:lnTo>
                  <a:lnTo>
                    <a:pt x="199" y="479"/>
                  </a:lnTo>
                  <a:lnTo>
                    <a:pt x="197" y="475"/>
                  </a:lnTo>
                  <a:lnTo>
                    <a:pt x="191" y="459"/>
                  </a:lnTo>
                  <a:lnTo>
                    <a:pt x="185" y="442"/>
                  </a:lnTo>
                  <a:lnTo>
                    <a:pt x="180" y="424"/>
                  </a:lnTo>
                  <a:lnTo>
                    <a:pt x="175" y="404"/>
                  </a:lnTo>
                  <a:lnTo>
                    <a:pt x="172" y="384"/>
                  </a:lnTo>
                  <a:lnTo>
                    <a:pt x="169" y="362"/>
                  </a:lnTo>
                  <a:lnTo>
                    <a:pt x="167" y="341"/>
                  </a:lnTo>
                  <a:lnTo>
                    <a:pt x="167" y="319"/>
                  </a:lnTo>
                  <a:lnTo>
                    <a:pt x="167" y="295"/>
                  </a:lnTo>
                  <a:lnTo>
                    <a:pt x="168" y="273"/>
                  </a:lnTo>
                  <a:lnTo>
                    <a:pt x="170" y="249"/>
                  </a:lnTo>
                  <a:lnTo>
                    <a:pt x="174" y="226"/>
                  </a:lnTo>
                  <a:lnTo>
                    <a:pt x="179" y="202"/>
                  </a:lnTo>
                  <a:lnTo>
                    <a:pt x="185" y="180"/>
                  </a:lnTo>
                  <a:lnTo>
                    <a:pt x="192" y="157"/>
                  </a:lnTo>
                  <a:lnTo>
                    <a:pt x="200" y="135"/>
                  </a:lnTo>
                  <a:lnTo>
                    <a:pt x="205" y="125"/>
                  </a:lnTo>
                  <a:lnTo>
                    <a:pt x="209" y="114"/>
                  </a:lnTo>
                  <a:lnTo>
                    <a:pt x="212" y="104"/>
                  </a:lnTo>
                  <a:lnTo>
                    <a:pt x="213" y="96"/>
                  </a:lnTo>
                  <a:lnTo>
                    <a:pt x="214" y="87"/>
                  </a:lnTo>
                  <a:lnTo>
                    <a:pt x="214" y="79"/>
                  </a:lnTo>
                  <a:lnTo>
                    <a:pt x="212" y="72"/>
                  </a:lnTo>
                  <a:lnTo>
                    <a:pt x="210" y="64"/>
                  </a:lnTo>
                  <a:lnTo>
                    <a:pt x="206" y="57"/>
                  </a:lnTo>
                  <a:lnTo>
                    <a:pt x="202" y="51"/>
                  </a:lnTo>
                  <a:lnTo>
                    <a:pt x="196" y="45"/>
                  </a:lnTo>
                  <a:lnTo>
                    <a:pt x="190" y="39"/>
                  </a:lnTo>
                  <a:lnTo>
                    <a:pt x="183" y="34"/>
                  </a:lnTo>
                  <a:lnTo>
                    <a:pt x="175" y="28"/>
                  </a:lnTo>
                  <a:lnTo>
                    <a:pt x="165" y="23"/>
                  </a:lnTo>
                  <a:lnTo>
                    <a:pt x="154" y="17"/>
                  </a:lnTo>
                  <a:lnTo>
                    <a:pt x="136" y="9"/>
                  </a:lnTo>
                  <a:lnTo>
                    <a:pt x="119" y="4"/>
                  </a:lnTo>
                  <a:lnTo>
                    <a:pt x="104" y="1"/>
                  </a:lnTo>
                  <a:lnTo>
                    <a:pt x="9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93" name="Freeform 43"/>
            <p:cNvSpPr>
              <a:spLocks/>
            </p:cNvSpPr>
            <p:nvPr userDrawn="1"/>
          </p:nvSpPr>
          <p:spPr bwMode="gray">
            <a:xfrm>
              <a:off x="6966" y="608"/>
              <a:ext cx="26" cy="41"/>
            </a:xfrm>
            <a:custGeom>
              <a:avLst/>
              <a:gdLst>
                <a:gd name="T0" fmla="*/ 91 w 315"/>
                <a:gd name="T1" fmla="*/ 120 h 486"/>
                <a:gd name="T2" fmla="*/ 110 w 315"/>
                <a:gd name="T3" fmla="*/ 124 h 486"/>
                <a:gd name="T4" fmla="*/ 128 w 315"/>
                <a:gd name="T5" fmla="*/ 132 h 486"/>
                <a:gd name="T6" fmla="*/ 144 w 315"/>
                <a:gd name="T7" fmla="*/ 143 h 486"/>
                <a:gd name="T8" fmla="*/ 160 w 315"/>
                <a:gd name="T9" fmla="*/ 161 h 486"/>
                <a:gd name="T10" fmla="*/ 172 w 315"/>
                <a:gd name="T11" fmla="*/ 183 h 486"/>
                <a:gd name="T12" fmla="*/ 180 w 315"/>
                <a:gd name="T13" fmla="*/ 206 h 486"/>
                <a:gd name="T14" fmla="*/ 183 w 315"/>
                <a:gd name="T15" fmla="*/ 228 h 486"/>
                <a:gd name="T16" fmla="*/ 181 w 315"/>
                <a:gd name="T17" fmla="*/ 251 h 486"/>
                <a:gd name="T18" fmla="*/ 174 w 315"/>
                <a:gd name="T19" fmla="*/ 279 h 486"/>
                <a:gd name="T20" fmla="*/ 161 w 315"/>
                <a:gd name="T21" fmla="*/ 304 h 486"/>
                <a:gd name="T22" fmla="*/ 144 w 315"/>
                <a:gd name="T23" fmla="*/ 327 h 486"/>
                <a:gd name="T24" fmla="*/ 123 w 315"/>
                <a:gd name="T25" fmla="*/ 347 h 486"/>
                <a:gd name="T26" fmla="*/ 100 w 315"/>
                <a:gd name="T27" fmla="*/ 363 h 486"/>
                <a:gd name="T28" fmla="*/ 74 w 315"/>
                <a:gd name="T29" fmla="*/ 374 h 486"/>
                <a:gd name="T30" fmla="*/ 47 w 315"/>
                <a:gd name="T31" fmla="*/ 380 h 486"/>
                <a:gd name="T32" fmla="*/ 0 w 315"/>
                <a:gd name="T33" fmla="*/ 434 h 486"/>
                <a:gd name="T34" fmla="*/ 74 w 315"/>
                <a:gd name="T35" fmla="*/ 486 h 486"/>
                <a:gd name="T36" fmla="*/ 97 w 315"/>
                <a:gd name="T37" fmla="*/ 484 h 486"/>
                <a:gd name="T38" fmla="*/ 129 w 315"/>
                <a:gd name="T39" fmla="*/ 476 h 486"/>
                <a:gd name="T40" fmla="*/ 172 w 315"/>
                <a:gd name="T41" fmla="*/ 460 h 486"/>
                <a:gd name="T42" fmla="*/ 213 w 315"/>
                <a:gd name="T43" fmla="*/ 435 h 486"/>
                <a:gd name="T44" fmla="*/ 250 w 315"/>
                <a:gd name="T45" fmla="*/ 406 h 486"/>
                <a:gd name="T46" fmla="*/ 273 w 315"/>
                <a:gd name="T47" fmla="*/ 379 h 486"/>
                <a:gd name="T48" fmla="*/ 286 w 315"/>
                <a:gd name="T49" fmla="*/ 361 h 486"/>
                <a:gd name="T50" fmla="*/ 297 w 315"/>
                <a:gd name="T51" fmla="*/ 340 h 486"/>
                <a:gd name="T52" fmla="*/ 306 w 315"/>
                <a:gd name="T53" fmla="*/ 320 h 486"/>
                <a:gd name="T54" fmla="*/ 312 w 315"/>
                <a:gd name="T55" fmla="*/ 297 h 486"/>
                <a:gd name="T56" fmla="*/ 315 w 315"/>
                <a:gd name="T57" fmla="*/ 275 h 486"/>
                <a:gd name="T58" fmla="*/ 315 w 315"/>
                <a:gd name="T59" fmla="*/ 249 h 486"/>
                <a:gd name="T60" fmla="*/ 312 w 315"/>
                <a:gd name="T61" fmla="*/ 221 h 486"/>
                <a:gd name="T62" fmla="*/ 306 w 315"/>
                <a:gd name="T63" fmla="*/ 194 h 486"/>
                <a:gd name="T64" fmla="*/ 298 w 315"/>
                <a:gd name="T65" fmla="*/ 169 h 486"/>
                <a:gd name="T66" fmla="*/ 287 w 315"/>
                <a:gd name="T67" fmla="*/ 144 h 486"/>
                <a:gd name="T68" fmla="*/ 274 w 315"/>
                <a:gd name="T69" fmla="*/ 122 h 486"/>
                <a:gd name="T70" fmla="*/ 259 w 315"/>
                <a:gd name="T71" fmla="*/ 101 h 486"/>
                <a:gd name="T72" fmla="*/ 243 w 315"/>
                <a:gd name="T73" fmla="*/ 82 h 486"/>
                <a:gd name="T74" fmla="*/ 224 w 315"/>
                <a:gd name="T75" fmla="*/ 65 h 486"/>
                <a:gd name="T76" fmla="*/ 205 w 315"/>
                <a:gd name="T77" fmla="*/ 49 h 486"/>
                <a:gd name="T78" fmla="*/ 184 w 315"/>
                <a:gd name="T79" fmla="*/ 36 h 486"/>
                <a:gd name="T80" fmla="*/ 163 w 315"/>
                <a:gd name="T81" fmla="*/ 25 h 486"/>
                <a:gd name="T82" fmla="*/ 141 w 315"/>
                <a:gd name="T83" fmla="*/ 15 h 486"/>
                <a:gd name="T84" fmla="*/ 118 w 315"/>
                <a:gd name="T85" fmla="*/ 7 h 486"/>
                <a:gd name="T86" fmla="*/ 95 w 315"/>
                <a:gd name="T87" fmla="*/ 3 h 486"/>
                <a:gd name="T88" fmla="*/ 72 w 315"/>
                <a:gd name="T89" fmla="*/ 0 h 486"/>
                <a:gd name="T90" fmla="*/ 21 w 315"/>
                <a:gd name="T91" fmla="*/ 68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15" h="486">
                  <a:moveTo>
                    <a:pt x="80" y="120"/>
                  </a:moveTo>
                  <a:lnTo>
                    <a:pt x="91" y="120"/>
                  </a:lnTo>
                  <a:lnTo>
                    <a:pt x="101" y="122"/>
                  </a:lnTo>
                  <a:lnTo>
                    <a:pt x="110" y="124"/>
                  </a:lnTo>
                  <a:lnTo>
                    <a:pt x="119" y="128"/>
                  </a:lnTo>
                  <a:lnTo>
                    <a:pt x="128" y="132"/>
                  </a:lnTo>
                  <a:lnTo>
                    <a:pt x="136" y="137"/>
                  </a:lnTo>
                  <a:lnTo>
                    <a:pt x="144" y="143"/>
                  </a:lnTo>
                  <a:lnTo>
                    <a:pt x="151" y="150"/>
                  </a:lnTo>
                  <a:lnTo>
                    <a:pt x="160" y="161"/>
                  </a:lnTo>
                  <a:lnTo>
                    <a:pt x="167" y="172"/>
                  </a:lnTo>
                  <a:lnTo>
                    <a:pt x="172" y="183"/>
                  </a:lnTo>
                  <a:lnTo>
                    <a:pt x="177" y="194"/>
                  </a:lnTo>
                  <a:lnTo>
                    <a:pt x="180" y="206"/>
                  </a:lnTo>
                  <a:lnTo>
                    <a:pt x="182" y="218"/>
                  </a:lnTo>
                  <a:lnTo>
                    <a:pt x="183" y="228"/>
                  </a:lnTo>
                  <a:lnTo>
                    <a:pt x="183" y="237"/>
                  </a:lnTo>
                  <a:lnTo>
                    <a:pt x="181" y="251"/>
                  </a:lnTo>
                  <a:lnTo>
                    <a:pt x="178" y="266"/>
                  </a:lnTo>
                  <a:lnTo>
                    <a:pt x="174" y="279"/>
                  </a:lnTo>
                  <a:lnTo>
                    <a:pt x="168" y="292"/>
                  </a:lnTo>
                  <a:lnTo>
                    <a:pt x="161" y="304"/>
                  </a:lnTo>
                  <a:lnTo>
                    <a:pt x="153" y="317"/>
                  </a:lnTo>
                  <a:lnTo>
                    <a:pt x="144" y="327"/>
                  </a:lnTo>
                  <a:lnTo>
                    <a:pt x="134" y="338"/>
                  </a:lnTo>
                  <a:lnTo>
                    <a:pt x="123" y="347"/>
                  </a:lnTo>
                  <a:lnTo>
                    <a:pt x="112" y="355"/>
                  </a:lnTo>
                  <a:lnTo>
                    <a:pt x="100" y="363"/>
                  </a:lnTo>
                  <a:lnTo>
                    <a:pt x="87" y="369"/>
                  </a:lnTo>
                  <a:lnTo>
                    <a:pt x="74" y="374"/>
                  </a:lnTo>
                  <a:lnTo>
                    <a:pt x="61" y="378"/>
                  </a:lnTo>
                  <a:lnTo>
                    <a:pt x="47" y="380"/>
                  </a:lnTo>
                  <a:lnTo>
                    <a:pt x="33" y="381"/>
                  </a:lnTo>
                  <a:lnTo>
                    <a:pt x="0" y="434"/>
                  </a:lnTo>
                  <a:lnTo>
                    <a:pt x="64" y="486"/>
                  </a:lnTo>
                  <a:lnTo>
                    <a:pt x="74" y="486"/>
                  </a:lnTo>
                  <a:lnTo>
                    <a:pt x="85" y="485"/>
                  </a:lnTo>
                  <a:lnTo>
                    <a:pt x="97" y="484"/>
                  </a:lnTo>
                  <a:lnTo>
                    <a:pt x="107" y="482"/>
                  </a:lnTo>
                  <a:lnTo>
                    <a:pt x="129" y="476"/>
                  </a:lnTo>
                  <a:lnTo>
                    <a:pt x="151" y="469"/>
                  </a:lnTo>
                  <a:lnTo>
                    <a:pt x="172" y="460"/>
                  </a:lnTo>
                  <a:lnTo>
                    <a:pt x="194" y="448"/>
                  </a:lnTo>
                  <a:lnTo>
                    <a:pt x="213" y="435"/>
                  </a:lnTo>
                  <a:lnTo>
                    <a:pt x="232" y="421"/>
                  </a:lnTo>
                  <a:lnTo>
                    <a:pt x="250" y="406"/>
                  </a:lnTo>
                  <a:lnTo>
                    <a:pt x="266" y="388"/>
                  </a:lnTo>
                  <a:lnTo>
                    <a:pt x="273" y="379"/>
                  </a:lnTo>
                  <a:lnTo>
                    <a:pt x="279" y="370"/>
                  </a:lnTo>
                  <a:lnTo>
                    <a:pt x="286" y="361"/>
                  </a:lnTo>
                  <a:lnTo>
                    <a:pt x="291" y="350"/>
                  </a:lnTo>
                  <a:lnTo>
                    <a:pt x="297" y="340"/>
                  </a:lnTo>
                  <a:lnTo>
                    <a:pt x="302" y="330"/>
                  </a:lnTo>
                  <a:lnTo>
                    <a:pt x="306" y="320"/>
                  </a:lnTo>
                  <a:lnTo>
                    <a:pt x="309" y="309"/>
                  </a:lnTo>
                  <a:lnTo>
                    <a:pt x="312" y="297"/>
                  </a:lnTo>
                  <a:lnTo>
                    <a:pt x="314" y="287"/>
                  </a:lnTo>
                  <a:lnTo>
                    <a:pt x="315" y="275"/>
                  </a:lnTo>
                  <a:lnTo>
                    <a:pt x="315" y="264"/>
                  </a:lnTo>
                  <a:lnTo>
                    <a:pt x="315" y="249"/>
                  </a:lnTo>
                  <a:lnTo>
                    <a:pt x="314" y="235"/>
                  </a:lnTo>
                  <a:lnTo>
                    <a:pt x="312" y="221"/>
                  </a:lnTo>
                  <a:lnTo>
                    <a:pt x="309" y="207"/>
                  </a:lnTo>
                  <a:lnTo>
                    <a:pt x="306" y="194"/>
                  </a:lnTo>
                  <a:lnTo>
                    <a:pt x="302" y="181"/>
                  </a:lnTo>
                  <a:lnTo>
                    <a:pt x="298" y="169"/>
                  </a:lnTo>
                  <a:lnTo>
                    <a:pt x="293" y="156"/>
                  </a:lnTo>
                  <a:lnTo>
                    <a:pt x="287" y="144"/>
                  </a:lnTo>
                  <a:lnTo>
                    <a:pt x="280" y="133"/>
                  </a:lnTo>
                  <a:lnTo>
                    <a:pt x="274" y="122"/>
                  </a:lnTo>
                  <a:lnTo>
                    <a:pt x="267" y="112"/>
                  </a:lnTo>
                  <a:lnTo>
                    <a:pt x="259" y="101"/>
                  </a:lnTo>
                  <a:lnTo>
                    <a:pt x="251" y="91"/>
                  </a:lnTo>
                  <a:lnTo>
                    <a:pt x="243" y="82"/>
                  </a:lnTo>
                  <a:lnTo>
                    <a:pt x="233" y="73"/>
                  </a:lnTo>
                  <a:lnTo>
                    <a:pt x="224" y="65"/>
                  </a:lnTo>
                  <a:lnTo>
                    <a:pt x="215" y="56"/>
                  </a:lnTo>
                  <a:lnTo>
                    <a:pt x="205" y="49"/>
                  </a:lnTo>
                  <a:lnTo>
                    <a:pt x="195" y="42"/>
                  </a:lnTo>
                  <a:lnTo>
                    <a:pt x="184" y="36"/>
                  </a:lnTo>
                  <a:lnTo>
                    <a:pt x="174" y="30"/>
                  </a:lnTo>
                  <a:lnTo>
                    <a:pt x="163" y="25"/>
                  </a:lnTo>
                  <a:lnTo>
                    <a:pt x="152" y="20"/>
                  </a:lnTo>
                  <a:lnTo>
                    <a:pt x="141" y="15"/>
                  </a:lnTo>
                  <a:lnTo>
                    <a:pt x="129" y="12"/>
                  </a:lnTo>
                  <a:lnTo>
                    <a:pt x="118" y="7"/>
                  </a:lnTo>
                  <a:lnTo>
                    <a:pt x="107" y="5"/>
                  </a:lnTo>
                  <a:lnTo>
                    <a:pt x="95" y="3"/>
                  </a:lnTo>
                  <a:lnTo>
                    <a:pt x="83" y="1"/>
                  </a:lnTo>
                  <a:lnTo>
                    <a:pt x="72" y="0"/>
                  </a:lnTo>
                  <a:lnTo>
                    <a:pt x="60" y="0"/>
                  </a:lnTo>
                  <a:lnTo>
                    <a:pt x="21" y="68"/>
                  </a:lnTo>
                  <a:lnTo>
                    <a:pt x="80" y="12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94" name="Freeform 44"/>
            <p:cNvSpPr>
              <a:spLocks/>
            </p:cNvSpPr>
            <p:nvPr userDrawn="1"/>
          </p:nvSpPr>
          <p:spPr bwMode="gray">
            <a:xfrm>
              <a:off x="6884" y="562"/>
              <a:ext cx="92" cy="118"/>
            </a:xfrm>
            <a:custGeom>
              <a:avLst/>
              <a:gdLst>
                <a:gd name="T0" fmla="*/ 1007 w 1095"/>
                <a:gd name="T1" fmla="*/ 693 h 1421"/>
                <a:gd name="T2" fmla="*/ 952 w 1095"/>
                <a:gd name="T3" fmla="*/ 735 h 1421"/>
                <a:gd name="T4" fmla="*/ 915 w 1095"/>
                <a:gd name="T5" fmla="*/ 791 h 1421"/>
                <a:gd name="T6" fmla="*/ 906 w 1095"/>
                <a:gd name="T7" fmla="*/ 852 h 1421"/>
                <a:gd name="T8" fmla="*/ 929 w 1095"/>
                <a:gd name="T9" fmla="*/ 906 h 1421"/>
                <a:gd name="T10" fmla="*/ 974 w 1095"/>
                <a:gd name="T11" fmla="*/ 937 h 1421"/>
                <a:gd name="T12" fmla="*/ 1040 w 1095"/>
                <a:gd name="T13" fmla="*/ 1047 h 1421"/>
                <a:gd name="T14" fmla="*/ 955 w 1095"/>
                <a:gd name="T15" fmla="*/ 1038 h 1421"/>
                <a:gd name="T16" fmla="*/ 881 w 1095"/>
                <a:gd name="T17" fmla="*/ 1012 h 1421"/>
                <a:gd name="T18" fmla="*/ 821 w 1095"/>
                <a:gd name="T19" fmla="*/ 976 h 1421"/>
                <a:gd name="T20" fmla="*/ 774 w 1095"/>
                <a:gd name="T21" fmla="*/ 931 h 1421"/>
                <a:gd name="T22" fmla="*/ 741 w 1095"/>
                <a:gd name="T23" fmla="*/ 883 h 1421"/>
                <a:gd name="T24" fmla="*/ 726 w 1095"/>
                <a:gd name="T25" fmla="*/ 835 h 1421"/>
                <a:gd name="T26" fmla="*/ 728 w 1095"/>
                <a:gd name="T27" fmla="*/ 774 h 1421"/>
                <a:gd name="T28" fmla="*/ 749 w 1095"/>
                <a:gd name="T29" fmla="*/ 723 h 1421"/>
                <a:gd name="T30" fmla="*/ 650 w 1095"/>
                <a:gd name="T31" fmla="*/ 723 h 1421"/>
                <a:gd name="T32" fmla="*/ 491 w 1095"/>
                <a:gd name="T33" fmla="*/ 745 h 1421"/>
                <a:gd name="T34" fmla="*/ 462 w 1095"/>
                <a:gd name="T35" fmla="*/ 886 h 1421"/>
                <a:gd name="T36" fmla="*/ 435 w 1095"/>
                <a:gd name="T37" fmla="*/ 1103 h 1421"/>
                <a:gd name="T38" fmla="*/ 427 w 1095"/>
                <a:gd name="T39" fmla="*/ 1291 h 1421"/>
                <a:gd name="T40" fmla="*/ 431 w 1095"/>
                <a:gd name="T41" fmla="*/ 1398 h 1421"/>
                <a:gd name="T42" fmla="*/ 416 w 1095"/>
                <a:gd name="T43" fmla="*/ 1418 h 1421"/>
                <a:gd name="T44" fmla="*/ 378 w 1095"/>
                <a:gd name="T45" fmla="*/ 1418 h 1421"/>
                <a:gd name="T46" fmla="*/ 337 w 1095"/>
                <a:gd name="T47" fmla="*/ 1390 h 1421"/>
                <a:gd name="T48" fmla="*/ 310 w 1095"/>
                <a:gd name="T49" fmla="*/ 1337 h 1421"/>
                <a:gd name="T50" fmla="*/ 293 w 1095"/>
                <a:gd name="T51" fmla="*/ 1256 h 1421"/>
                <a:gd name="T52" fmla="*/ 288 w 1095"/>
                <a:gd name="T53" fmla="*/ 1109 h 1421"/>
                <a:gd name="T54" fmla="*/ 313 w 1095"/>
                <a:gd name="T55" fmla="*/ 843 h 1421"/>
                <a:gd name="T56" fmla="*/ 226 w 1095"/>
                <a:gd name="T57" fmla="*/ 803 h 1421"/>
                <a:gd name="T58" fmla="*/ 161 w 1095"/>
                <a:gd name="T59" fmla="*/ 831 h 1421"/>
                <a:gd name="T60" fmla="*/ 125 w 1095"/>
                <a:gd name="T61" fmla="*/ 840 h 1421"/>
                <a:gd name="T62" fmla="*/ 86 w 1095"/>
                <a:gd name="T63" fmla="*/ 834 h 1421"/>
                <a:gd name="T64" fmla="*/ 24 w 1095"/>
                <a:gd name="T65" fmla="*/ 796 h 1421"/>
                <a:gd name="T66" fmla="*/ 0 w 1095"/>
                <a:gd name="T67" fmla="*/ 762 h 1421"/>
                <a:gd name="T68" fmla="*/ 8 w 1095"/>
                <a:gd name="T69" fmla="*/ 740 h 1421"/>
                <a:gd name="T70" fmla="*/ 62 w 1095"/>
                <a:gd name="T71" fmla="*/ 713 h 1421"/>
                <a:gd name="T72" fmla="*/ 251 w 1095"/>
                <a:gd name="T73" fmla="*/ 663 h 1421"/>
                <a:gd name="T74" fmla="*/ 364 w 1095"/>
                <a:gd name="T75" fmla="*/ 577 h 1421"/>
                <a:gd name="T76" fmla="*/ 431 w 1095"/>
                <a:gd name="T77" fmla="*/ 350 h 1421"/>
                <a:gd name="T78" fmla="*/ 514 w 1095"/>
                <a:gd name="T79" fmla="*/ 162 h 1421"/>
                <a:gd name="T80" fmla="*/ 599 w 1095"/>
                <a:gd name="T81" fmla="*/ 34 h 1421"/>
                <a:gd name="T82" fmla="*/ 669 w 1095"/>
                <a:gd name="T83" fmla="*/ 1 h 1421"/>
                <a:gd name="T84" fmla="*/ 732 w 1095"/>
                <a:gd name="T85" fmla="*/ 7 h 1421"/>
                <a:gd name="T86" fmla="*/ 799 w 1095"/>
                <a:gd name="T87" fmla="*/ 37 h 1421"/>
                <a:gd name="T88" fmla="*/ 852 w 1095"/>
                <a:gd name="T89" fmla="*/ 97 h 1421"/>
                <a:gd name="T90" fmla="*/ 866 w 1095"/>
                <a:gd name="T91" fmla="*/ 159 h 1421"/>
                <a:gd name="T92" fmla="*/ 852 w 1095"/>
                <a:gd name="T93" fmla="*/ 204 h 1421"/>
                <a:gd name="T94" fmla="*/ 824 w 1095"/>
                <a:gd name="T95" fmla="*/ 224 h 1421"/>
                <a:gd name="T96" fmla="*/ 807 w 1095"/>
                <a:gd name="T97" fmla="*/ 220 h 1421"/>
                <a:gd name="T98" fmla="*/ 778 w 1095"/>
                <a:gd name="T99" fmla="*/ 172 h 1421"/>
                <a:gd name="T100" fmla="*/ 731 w 1095"/>
                <a:gd name="T101" fmla="*/ 149 h 1421"/>
                <a:gd name="T102" fmla="*/ 697 w 1095"/>
                <a:gd name="T103" fmla="*/ 160 h 1421"/>
                <a:gd name="T104" fmla="*/ 660 w 1095"/>
                <a:gd name="T105" fmla="*/ 210 h 1421"/>
                <a:gd name="T106" fmla="*/ 601 w 1095"/>
                <a:gd name="T107" fmla="*/ 339 h 1421"/>
                <a:gd name="T108" fmla="*/ 514 w 1095"/>
                <a:gd name="T109" fmla="*/ 627 h 1421"/>
                <a:gd name="T110" fmla="*/ 618 w 1095"/>
                <a:gd name="T111" fmla="*/ 629 h 1421"/>
                <a:gd name="T112" fmla="*/ 798 w 1095"/>
                <a:gd name="T113" fmla="*/ 626 h 1421"/>
                <a:gd name="T114" fmla="*/ 892 w 1095"/>
                <a:gd name="T115" fmla="*/ 627 h 1421"/>
                <a:gd name="T116" fmla="*/ 961 w 1095"/>
                <a:gd name="T117" fmla="*/ 578 h 1421"/>
                <a:gd name="T118" fmla="*/ 1027 w 1095"/>
                <a:gd name="T119" fmla="*/ 561 h 1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095" h="1421">
                  <a:moveTo>
                    <a:pt x="1056" y="681"/>
                  </a:moveTo>
                  <a:lnTo>
                    <a:pt x="1044" y="682"/>
                  </a:lnTo>
                  <a:lnTo>
                    <a:pt x="1032" y="684"/>
                  </a:lnTo>
                  <a:lnTo>
                    <a:pt x="1020" y="688"/>
                  </a:lnTo>
                  <a:lnTo>
                    <a:pt x="1007" y="693"/>
                  </a:lnTo>
                  <a:lnTo>
                    <a:pt x="995" y="699"/>
                  </a:lnTo>
                  <a:lnTo>
                    <a:pt x="984" y="707"/>
                  </a:lnTo>
                  <a:lnTo>
                    <a:pt x="973" y="715"/>
                  </a:lnTo>
                  <a:lnTo>
                    <a:pt x="961" y="725"/>
                  </a:lnTo>
                  <a:lnTo>
                    <a:pt x="952" y="735"/>
                  </a:lnTo>
                  <a:lnTo>
                    <a:pt x="943" y="745"/>
                  </a:lnTo>
                  <a:lnTo>
                    <a:pt x="934" y="756"/>
                  </a:lnTo>
                  <a:lnTo>
                    <a:pt x="927" y="767"/>
                  </a:lnTo>
                  <a:lnTo>
                    <a:pt x="921" y="779"/>
                  </a:lnTo>
                  <a:lnTo>
                    <a:pt x="915" y="791"/>
                  </a:lnTo>
                  <a:lnTo>
                    <a:pt x="910" y="802"/>
                  </a:lnTo>
                  <a:lnTo>
                    <a:pt x="908" y="813"/>
                  </a:lnTo>
                  <a:lnTo>
                    <a:pt x="906" y="827"/>
                  </a:lnTo>
                  <a:lnTo>
                    <a:pt x="905" y="839"/>
                  </a:lnTo>
                  <a:lnTo>
                    <a:pt x="906" y="852"/>
                  </a:lnTo>
                  <a:lnTo>
                    <a:pt x="908" y="863"/>
                  </a:lnTo>
                  <a:lnTo>
                    <a:pt x="912" y="876"/>
                  </a:lnTo>
                  <a:lnTo>
                    <a:pt x="917" y="886"/>
                  </a:lnTo>
                  <a:lnTo>
                    <a:pt x="922" y="897"/>
                  </a:lnTo>
                  <a:lnTo>
                    <a:pt x="929" y="906"/>
                  </a:lnTo>
                  <a:lnTo>
                    <a:pt x="936" y="914"/>
                  </a:lnTo>
                  <a:lnTo>
                    <a:pt x="945" y="922"/>
                  </a:lnTo>
                  <a:lnTo>
                    <a:pt x="953" y="928"/>
                  </a:lnTo>
                  <a:lnTo>
                    <a:pt x="964" y="933"/>
                  </a:lnTo>
                  <a:lnTo>
                    <a:pt x="974" y="937"/>
                  </a:lnTo>
                  <a:lnTo>
                    <a:pt x="985" y="940"/>
                  </a:lnTo>
                  <a:lnTo>
                    <a:pt x="997" y="941"/>
                  </a:lnTo>
                  <a:lnTo>
                    <a:pt x="1009" y="942"/>
                  </a:lnTo>
                  <a:lnTo>
                    <a:pt x="1073" y="984"/>
                  </a:lnTo>
                  <a:lnTo>
                    <a:pt x="1040" y="1047"/>
                  </a:lnTo>
                  <a:lnTo>
                    <a:pt x="1022" y="1047"/>
                  </a:lnTo>
                  <a:lnTo>
                    <a:pt x="1004" y="1046"/>
                  </a:lnTo>
                  <a:lnTo>
                    <a:pt x="988" y="1044"/>
                  </a:lnTo>
                  <a:lnTo>
                    <a:pt x="971" y="1041"/>
                  </a:lnTo>
                  <a:lnTo>
                    <a:pt x="955" y="1038"/>
                  </a:lnTo>
                  <a:lnTo>
                    <a:pt x="939" y="1034"/>
                  </a:lnTo>
                  <a:lnTo>
                    <a:pt x="924" y="1030"/>
                  </a:lnTo>
                  <a:lnTo>
                    <a:pt x="909" y="1025"/>
                  </a:lnTo>
                  <a:lnTo>
                    <a:pt x="895" y="1019"/>
                  </a:lnTo>
                  <a:lnTo>
                    <a:pt x="881" y="1012"/>
                  </a:lnTo>
                  <a:lnTo>
                    <a:pt x="869" y="1006"/>
                  </a:lnTo>
                  <a:lnTo>
                    <a:pt x="855" y="999"/>
                  </a:lnTo>
                  <a:lnTo>
                    <a:pt x="843" y="992"/>
                  </a:lnTo>
                  <a:lnTo>
                    <a:pt x="832" y="984"/>
                  </a:lnTo>
                  <a:lnTo>
                    <a:pt x="821" y="976"/>
                  </a:lnTo>
                  <a:lnTo>
                    <a:pt x="810" y="968"/>
                  </a:lnTo>
                  <a:lnTo>
                    <a:pt x="800" y="958"/>
                  </a:lnTo>
                  <a:lnTo>
                    <a:pt x="790" y="949"/>
                  </a:lnTo>
                  <a:lnTo>
                    <a:pt x="782" y="940"/>
                  </a:lnTo>
                  <a:lnTo>
                    <a:pt x="774" y="931"/>
                  </a:lnTo>
                  <a:lnTo>
                    <a:pt x="766" y="922"/>
                  </a:lnTo>
                  <a:lnTo>
                    <a:pt x="759" y="911"/>
                  </a:lnTo>
                  <a:lnTo>
                    <a:pt x="752" y="902"/>
                  </a:lnTo>
                  <a:lnTo>
                    <a:pt x="746" y="892"/>
                  </a:lnTo>
                  <a:lnTo>
                    <a:pt x="741" y="883"/>
                  </a:lnTo>
                  <a:lnTo>
                    <a:pt x="737" y="873"/>
                  </a:lnTo>
                  <a:lnTo>
                    <a:pt x="733" y="863"/>
                  </a:lnTo>
                  <a:lnTo>
                    <a:pt x="730" y="853"/>
                  </a:lnTo>
                  <a:lnTo>
                    <a:pt x="728" y="844"/>
                  </a:lnTo>
                  <a:lnTo>
                    <a:pt x="726" y="835"/>
                  </a:lnTo>
                  <a:lnTo>
                    <a:pt x="725" y="826"/>
                  </a:lnTo>
                  <a:lnTo>
                    <a:pt x="725" y="816"/>
                  </a:lnTo>
                  <a:lnTo>
                    <a:pt x="725" y="801"/>
                  </a:lnTo>
                  <a:lnTo>
                    <a:pt x="726" y="787"/>
                  </a:lnTo>
                  <a:lnTo>
                    <a:pt x="728" y="774"/>
                  </a:lnTo>
                  <a:lnTo>
                    <a:pt x="731" y="761"/>
                  </a:lnTo>
                  <a:lnTo>
                    <a:pt x="734" y="750"/>
                  </a:lnTo>
                  <a:lnTo>
                    <a:pt x="739" y="740"/>
                  </a:lnTo>
                  <a:lnTo>
                    <a:pt x="744" y="731"/>
                  </a:lnTo>
                  <a:lnTo>
                    <a:pt x="749" y="723"/>
                  </a:lnTo>
                  <a:lnTo>
                    <a:pt x="759" y="712"/>
                  </a:lnTo>
                  <a:lnTo>
                    <a:pt x="745" y="713"/>
                  </a:lnTo>
                  <a:lnTo>
                    <a:pt x="714" y="716"/>
                  </a:lnTo>
                  <a:lnTo>
                    <a:pt x="682" y="720"/>
                  </a:lnTo>
                  <a:lnTo>
                    <a:pt x="650" y="723"/>
                  </a:lnTo>
                  <a:lnTo>
                    <a:pt x="619" y="727"/>
                  </a:lnTo>
                  <a:lnTo>
                    <a:pt x="586" y="731"/>
                  </a:lnTo>
                  <a:lnTo>
                    <a:pt x="555" y="735"/>
                  </a:lnTo>
                  <a:lnTo>
                    <a:pt x="523" y="740"/>
                  </a:lnTo>
                  <a:lnTo>
                    <a:pt x="491" y="745"/>
                  </a:lnTo>
                  <a:lnTo>
                    <a:pt x="487" y="745"/>
                  </a:lnTo>
                  <a:lnTo>
                    <a:pt x="487" y="749"/>
                  </a:lnTo>
                  <a:lnTo>
                    <a:pt x="478" y="795"/>
                  </a:lnTo>
                  <a:lnTo>
                    <a:pt x="470" y="841"/>
                  </a:lnTo>
                  <a:lnTo>
                    <a:pt x="462" y="886"/>
                  </a:lnTo>
                  <a:lnTo>
                    <a:pt x="455" y="931"/>
                  </a:lnTo>
                  <a:lnTo>
                    <a:pt x="448" y="976"/>
                  </a:lnTo>
                  <a:lnTo>
                    <a:pt x="443" y="1019"/>
                  </a:lnTo>
                  <a:lnTo>
                    <a:pt x="439" y="1061"/>
                  </a:lnTo>
                  <a:lnTo>
                    <a:pt x="435" y="1103"/>
                  </a:lnTo>
                  <a:lnTo>
                    <a:pt x="432" y="1143"/>
                  </a:lnTo>
                  <a:lnTo>
                    <a:pt x="429" y="1183"/>
                  </a:lnTo>
                  <a:lnTo>
                    <a:pt x="428" y="1221"/>
                  </a:lnTo>
                  <a:lnTo>
                    <a:pt x="427" y="1256"/>
                  </a:lnTo>
                  <a:lnTo>
                    <a:pt x="427" y="1291"/>
                  </a:lnTo>
                  <a:lnTo>
                    <a:pt x="428" y="1323"/>
                  </a:lnTo>
                  <a:lnTo>
                    <a:pt x="429" y="1353"/>
                  </a:lnTo>
                  <a:lnTo>
                    <a:pt x="432" y="1382"/>
                  </a:lnTo>
                  <a:lnTo>
                    <a:pt x="432" y="1391"/>
                  </a:lnTo>
                  <a:lnTo>
                    <a:pt x="431" y="1398"/>
                  </a:lnTo>
                  <a:lnTo>
                    <a:pt x="429" y="1405"/>
                  </a:lnTo>
                  <a:lnTo>
                    <a:pt x="426" y="1411"/>
                  </a:lnTo>
                  <a:lnTo>
                    <a:pt x="423" y="1414"/>
                  </a:lnTo>
                  <a:lnTo>
                    <a:pt x="420" y="1416"/>
                  </a:lnTo>
                  <a:lnTo>
                    <a:pt x="416" y="1418"/>
                  </a:lnTo>
                  <a:lnTo>
                    <a:pt x="413" y="1419"/>
                  </a:lnTo>
                  <a:lnTo>
                    <a:pt x="406" y="1420"/>
                  </a:lnTo>
                  <a:lnTo>
                    <a:pt x="398" y="1421"/>
                  </a:lnTo>
                  <a:lnTo>
                    <a:pt x="388" y="1420"/>
                  </a:lnTo>
                  <a:lnTo>
                    <a:pt x="378" y="1418"/>
                  </a:lnTo>
                  <a:lnTo>
                    <a:pt x="368" y="1414"/>
                  </a:lnTo>
                  <a:lnTo>
                    <a:pt x="359" y="1409"/>
                  </a:lnTo>
                  <a:lnTo>
                    <a:pt x="352" y="1403"/>
                  </a:lnTo>
                  <a:lnTo>
                    <a:pt x="344" y="1397"/>
                  </a:lnTo>
                  <a:lnTo>
                    <a:pt x="337" y="1390"/>
                  </a:lnTo>
                  <a:lnTo>
                    <a:pt x="331" y="1381"/>
                  </a:lnTo>
                  <a:lnTo>
                    <a:pt x="325" y="1372"/>
                  </a:lnTo>
                  <a:lnTo>
                    <a:pt x="319" y="1362"/>
                  </a:lnTo>
                  <a:lnTo>
                    <a:pt x="314" y="1349"/>
                  </a:lnTo>
                  <a:lnTo>
                    <a:pt x="310" y="1337"/>
                  </a:lnTo>
                  <a:lnTo>
                    <a:pt x="306" y="1323"/>
                  </a:lnTo>
                  <a:lnTo>
                    <a:pt x="302" y="1307"/>
                  </a:lnTo>
                  <a:lnTo>
                    <a:pt x="298" y="1292"/>
                  </a:lnTo>
                  <a:lnTo>
                    <a:pt x="295" y="1275"/>
                  </a:lnTo>
                  <a:lnTo>
                    <a:pt x="293" y="1256"/>
                  </a:lnTo>
                  <a:lnTo>
                    <a:pt x="291" y="1237"/>
                  </a:lnTo>
                  <a:lnTo>
                    <a:pt x="289" y="1217"/>
                  </a:lnTo>
                  <a:lnTo>
                    <a:pt x="288" y="1195"/>
                  </a:lnTo>
                  <a:lnTo>
                    <a:pt x="287" y="1154"/>
                  </a:lnTo>
                  <a:lnTo>
                    <a:pt x="288" y="1109"/>
                  </a:lnTo>
                  <a:lnTo>
                    <a:pt x="290" y="1060"/>
                  </a:lnTo>
                  <a:lnTo>
                    <a:pt x="294" y="1009"/>
                  </a:lnTo>
                  <a:lnTo>
                    <a:pt x="298" y="955"/>
                  </a:lnTo>
                  <a:lnTo>
                    <a:pt x="306" y="900"/>
                  </a:lnTo>
                  <a:lnTo>
                    <a:pt x="313" y="843"/>
                  </a:lnTo>
                  <a:lnTo>
                    <a:pt x="322" y="786"/>
                  </a:lnTo>
                  <a:lnTo>
                    <a:pt x="323" y="777"/>
                  </a:lnTo>
                  <a:lnTo>
                    <a:pt x="315" y="779"/>
                  </a:lnTo>
                  <a:lnTo>
                    <a:pt x="267" y="791"/>
                  </a:lnTo>
                  <a:lnTo>
                    <a:pt x="226" y="803"/>
                  </a:lnTo>
                  <a:lnTo>
                    <a:pt x="209" y="809"/>
                  </a:lnTo>
                  <a:lnTo>
                    <a:pt x="193" y="815"/>
                  </a:lnTo>
                  <a:lnTo>
                    <a:pt x="180" y="822"/>
                  </a:lnTo>
                  <a:lnTo>
                    <a:pt x="168" y="827"/>
                  </a:lnTo>
                  <a:lnTo>
                    <a:pt x="161" y="831"/>
                  </a:lnTo>
                  <a:lnTo>
                    <a:pt x="154" y="834"/>
                  </a:lnTo>
                  <a:lnTo>
                    <a:pt x="147" y="836"/>
                  </a:lnTo>
                  <a:lnTo>
                    <a:pt x="139" y="838"/>
                  </a:lnTo>
                  <a:lnTo>
                    <a:pt x="132" y="839"/>
                  </a:lnTo>
                  <a:lnTo>
                    <a:pt x="125" y="840"/>
                  </a:lnTo>
                  <a:lnTo>
                    <a:pt x="117" y="840"/>
                  </a:lnTo>
                  <a:lnTo>
                    <a:pt x="110" y="839"/>
                  </a:lnTo>
                  <a:lnTo>
                    <a:pt x="102" y="838"/>
                  </a:lnTo>
                  <a:lnTo>
                    <a:pt x="94" y="836"/>
                  </a:lnTo>
                  <a:lnTo>
                    <a:pt x="86" y="834"/>
                  </a:lnTo>
                  <a:lnTo>
                    <a:pt x="78" y="830"/>
                  </a:lnTo>
                  <a:lnTo>
                    <a:pt x="62" y="822"/>
                  </a:lnTo>
                  <a:lnTo>
                    <a:pt x="45" y="811"/>
                  </a:lnTo>
                  <a:lnTo>
                    <a:pt x="33" y="803"/>
                  </a:lnTo>
                  <a:lnTo>
                    <a:pt x="24" y="796"/>
                  </a:lnTo>
                  <a:lnTo>
                    <a:pt x="16" y="789"/>
                  </a:lnTo>
                  <a:lnTo>
                    <a:pt x="10" y="782"/>
                  </a:lnTo>
                  <a:lnTo>
                    <a:pt x="5" y="775"/>
                  </a:lnTo>
                  <a:lnTo>
                    <a:pt x="2" y="768"/>
                  </a:lnTo>
                  <a:lnTo>
                    <a:pt x="0" y="762"/>
                  </a:lnTo>
                  <a:lnTo>
                    <a:pt x="0" y="756"/>
                  </a:lnTo>
                  <a:lnTo>
                    <a:pt x="0" y="752"/>
                  </a:lnTo>
                  <a:lnTo>
                    <a:pt x="2" y="748"/>
                  </a:lnTo>
                  <a:lnTo>
                    <a:pt x="5" y="744"/>
                  </a:lnTo>
                  <a:lnTo>
                    <a:pt x="8" y="740"/>
                  </a:lnTo>
                  <a:lnTo>
                    <a:pt x="13" y="736"/>
                  </a:lnTo>
                  <a:lnTo>
                    <a:pt x="18" y="733"/>
                  </a:lnTo>
                  <a:lnTo>
                    <a:pt x="24" y="729"/>
                  </a:lnTo>
                  <a:lnTo>
                    <a:pt x="31" y="726"/>
                  </a:lnTo>
                  <a:lnTo>
                    <a:pt x="62" y="713"/>
                  </a:lnTo>
                  <a:lnTo>
                    <a:pt x="94" y="701"/>
                  </a:lnTo>
                  <a:lnTo>
                    <a:pt x="129" y="691"/>
                  </a:lnTo>
                  <a:lnTo>
                    <a:pt x="167" y="681"/>
                  </a:lnTo>
                  <a:lnTo>
                    <a:pt x="208" y="672"/>
                  </a:lnTo>
                  <a:lnTo>
                    <a:pt x="251" y="663"/>
                  </a:lnTo>
                  <a:lnTo>
                    <a:pt x="295" y="656"/>
                  </a:lnTo>
                  <a:lnTo>
                    <a:pt x="343" y="649"/>
                  </a:lnTo>
                  <a:lnTo>
                    <a:pt x="347" y="649"/>
                  </a:lnTo>
                  <a:lnTo>
                    <a:pt x="348" y="645"/>
                  </a:lnTo>
                  <a:lnTo>
                    <a:pt x="364" y="577"/>
                  </a:lnTo>
                  <a:lnTo>
                    <a:pt x="383" y="503"/>
                  </a:lnTo>
                  <a:lnTo>
                    <a:pt x="393" y="465"/>
                  </a:lnTo>
                  <a:lnTo>
                    <a:pt x="406" y="428"/>
                  </a:lnTo>
                  <a:lnTo>
                    <a:pt x="418" y="389"/>
                  </a:lnTo>
                  <a:lnTo>
                    <a:pt x="431" y="350"/>
                  </a:lnTo>
                  <a:lnTo>
                    <a:pt x="445" y="311"/>
                  </a:lnTo>
                  <a:lnTo>
                    <a:pt x="462" y="272"/>
                  </a:lnTo>
                  <a:lnTo>
                    <a:pt x="478" y="235"/>
                  </a:lnTo>
                  <a:lnTo>
                    <a:pt x="495" y="198"/>
                  </a:lnTo>
                  <a:lnTo>
                    <a:pt x="514" y="162"/>
                  </a:lnTo>
                  <a:lnTo>
                    <a:pt x="533" y="126"/>
                  </a:lnTo>
                  <a:lnTo>
                    <a:pt x="555" y="93"/>
                  </a:lnTo>
                  <a:lnTo>
                    <a:pt x="576" y="61"/>
                  </a:lnTo>
                  <a:lnTo>
                    <a:pt x="588" y="47"/>
                  </a:lnTo>
                  <a:lnTo>
                    <a:pt x="599" y="34"/>
                  </a:lnTo>
                  <a:lnTo>
                    <a:pt x="613" y="23"/>
                  </a:lnTo>
                  <a:lnTo>
                    <a:pt x="626" y="15"/>
                  </a:lnTo>
                  <a:lnTo>
                    <a:pt x="639" y="8"/>
                  </a:lnTo>
                  <a:lnTo>
                    <a:pt x="653" y="3"/>
                  </a:lnTo>
                  <a:lnTo>
                    <a:pt x="669" y="1"/>
                  </a:lnTo>
                  <a:lnTo>
                    <a:pt x="684" y="0"/>
                  </a:lnTo>
                  <a:lnTo>
                    <a:pt x="695" y="0"/>
                  </a:lnTo>
                  <a:lnTo>
                    <a:pt x="708" y="2"/>
                  </a:lnTo>
                  <a:lnTo>
                    <a:pt x="719" y="4"/>
                  </a:lnTo>
                  <a:lnTo>
                    <a:pt x="732" y="7"/>
                  </a:lnTo>
                  <a:lnTo>
                    <a:pt x="744" y="11"/>
                  </a:lnTo>
                  <a:lnTo>
                    <a:pt x="757" y="16"/>
                  </a:lnTo>
                  <a:lnTo>
                    <a:pt x="771" y="22"/>
                  </a:lnTo>
                  <a:lnTo>
                    <a:pt x="785" y="29"/>
                  </a:lnTo>
                  <a:lnTo>
                    <a:pt x="799" y="37"/>
                  </a:lnTo>
                  <a:lnTo>
                    <a:pt x="813" y="47"/>
                  </a:lnTo>
                  <a:lnTo>
                    <a:pt x="825" y="58"/>
                  </a:lnTo>
                  <a:lnTo>
                    <a:pt x="835" y="70"/>
                  </a:lnTo>
                  <a:lnTo>
                    <a:pt x="844" y="83"/>
                  </a:lnTo>
                  <a:lnTo>
                    <a:pt x="852" y="97"/>
                  </a:lnTo>
                  <a:lnTo>
                    <a:pt x="858" y="111"/>
                  </a:lnTo>
                  <a:lnTo>
                    <a:pt x="863" y="126"/>
                  </a:lnTo>
                  <a:lnTo>
                    <a:pt x="865" y="138"/>
                  </a:lnTo>
                  <a:lnTo>
                    <a:pt x="866" y="149"/>
                  </a:lnTo>
                  <a:lnTo>
                    <a:pt x="866" y="159"/>
                  </a:lnTo>
                  <a:lnTo>
                    <a:pt x="865" y="169"/>
                  </a:lnTo>
                  <a:lnTo>
                    <a:pt x="864" y="180"/>
                  </a:lnTo>
                  <a:lnTo>
                    <a:pt x="861" y="188"/>
                  </a:lnTo>
                  <a:lnTo>
                    <a:pt x="856" y="196"/>
                  </a:lnTo>
                  <a:lnTo>
                    <a:pt x="852" y="204"/>
                  </a:lnTo>
                  <a:lnTo>
                    <a:pt x="844" y="213"/>
                  </a:lnTo>
                  <a:lnTo>
                    <a:pt x="836" y="219"/>
                  </a:lnTo>
                  <a:lnTo>
                    <a:pt x="832" y="222"/>
                  </a:lnTo>
                  <a:lnTo>
                    <a:pt x="828" y="223"/>
                  </a:lnTo>
                  <a:lnTo>
                    <a:pt x="824" y="224"/>
                  </a:lnTo>
                  <a:lnTo>
                    <a:pt x="820" y="226"/>
                  </a:lnTo>
                  <a:lnTo>
                    <a:pt x="817" y="224"/>
                  </a:lnTo>
                  <a:lnTo>
                    <a:pt x="813" y="223"/>
                  </a:lnTo>
                  <a:lnTo>
                    <a:pt x="810" y="222"/>
                  </a:lnTo>
                  <a:lnTo>
                    <a:pt x="807" y="220"/>
                  </a:lnTo>
                  <a:lnTo>
                    <a:pt x="802" y="215"/>
                  </a:lnTo>
                  <a:lnTo>
                    <a:pt x="799" y="209"/>
                  </a:lnTo>
                  <a:lnTo>
                    <a:pt x="792" y="195"/>
                  </a:lnTo>
                  <a:lnTo>
                    <a:pt x="785" y="184"/>
                  </a:lnTo>
                  <a:lnTo>
                    <a:pt x="778" y="172"/>
                  </a:lnTo>
                  <a:lnTo>
                    <a:pt x="770" y="164"/>
                  </a:lnTo>
                  <a:lnTo>
                    <a:pt x="761" y="158"/>
                  </a:lnTo>
                  <a:lnTo>
                    <a:pt x="751" y="153"/>
                  </a:lnTo>
                  <a:lnTo>
                    <a:pt x="741" y="150"/>
                  </a:lnTo>
                  <a:lnTo>
                    <a:pt x="731" y="149"/>
                  </a:lnTo>
                  <a:lnTo>
                    <a:pt x="728" y="149"/>
                  </a:lnTo>
                  <a:lnTo>
                    <a:pt x="725" y="150"/>
                  </a:lnTo>
                  <a:lnTo>
                    <a:pt x="715" y="152"/>
                  </a:lnTo>
                  <a:lnTo>
                    <a:pt x="705" y="155"/>
                  </a:lnTo>
                  <a:lnTo>
                    <a:pt x="697" y="160"/>
                  </a:lnTo>
                  <a:lnTo>
                    <a:pt x="689" y="166"/>
                  </a:lnTo>
                  <a:lnTo>
                    <a:pt x="682" y="174"/>
                  </a:lnTo>
                  <a:lnTo>
                    <a:pt x="675" y="185"/>
                  </a:lnTo>
                  <a:lnTo>
                    <a:pt x="668" y="196"/>
                  </a:lnTo>
                  <a:lnTo>
                    <a:pt x="660" y="210"/>
                  </a:lnTo>
                  <a:lnTo>
                    <a:pt x="650" y="229"/>
                  </a:lnTo>
                  <a:lnTo>
                    <a:pt x="640" y="249"/>
                  </a:lnTo>
                  <a:lnTo>
                    <a:pt x="630" y="270"/>
                  </a:lnTo>
                  <a:lnTo>
                    <a:pt x="621" y="292"/>
                  </a:lnTo>
                  <a:lnTo>
                    <a:pt x="601" y="339"/>
                  </a:lnTo>
                  <a:lnTo>
                    <a:pt x="583" y="390"/>
                  </a:lnTo>
                  <a:lnTo>
                    <a:pt x="565" y="444"/>
                  </a:lnTo>
                  <a:lnTo>
                    <a:pt x="547" y="502"/>
                  </a:lnTo>
                  <a:lnTo>
                    <a:pt x="530" y="562"/>
                  </a:lnTo>
                  <a:lnTo>
                    <a:pt x="514" y="627"/>
                  </a:lnTo>
                  <a:lnTo>
                    <a:pt x="512" y="634"/>
                  </a:lnTo>
                  <a:lnTo>
                    <a:pt x="520" y="634"/>
                  </a:lnTo>
                  <a:lnTo>
                    <a:pt x="551" y="632"/>
                  </a:lnTo>
                  <a:lnTo>
                    <a:pt x="584" y="630"/>
                  </a:lnTo>
                  <a:lnTo>
                    <a:pt x="618" y="629"/>
                  </a:lnTo>
                  <a:lnTo>
                    <a:pt x="652" y="628"/>
                  </a:lnTo>
                  <a:lnTo>
                    <a:pt x="688" y="627"/>
                  </a:lnTo>
                  <a:lnTo>
                    <a:pt x="724" y="627"/>
                  </a:lnTo>
                  <a:lnTo>
                    <a:pt x="761" y="626"/>
                  </a:lnTo>
                  <a:lnTo>
                    <a:pt x="798" y="626"/>
                  </a:lnTo>
                  <a:lnTo>
                    <a:pt x="821" y="626"/>
                  </a:lnTo>
                  <a:lnTo>
                    <a:pt x="843" y="626"/>
                  </a:lnTo>
                  <a:lnTo>
                    <a:pt x="867" y="627"/>
                  </a:lnTo>
                  <a:lnTo>
                    <a:pt x="889" y="627"/>
                  </a:lnTo>
                  <a:lnTo>
                    <a:pt x="892" y="627"/>
                  </a:lnTo>
                  <a:lnTo>
                    <a:pt x="893" y="625"/>
                  </a:lnTo>
                  <a:lnTo>
                    <a:pt x="909" y="610"/>
                  </a:lnTo>
                  <a:lnTo>
                    <a:pt x="926" y="598"/>
                  </a:lnTo>
                  <a:lnTo>
                    <a:pt x="943" y="587"/>
                  </a:lnTo>
                  <a:lnTo>
                    <a:pt x="961" y="578"/>
                  </a:lnTo>
                  <a:lnTo>
                    <a:pt x="980" y="570"/>
                  </a:lnTo>
                  <a:lnTo>
                    <a:pt x="998" y="565"/>
                  </a:lnTo>
                  <a:lnTo>
                    <a:pt x="1007" y="563"/>
                  </a:lnTo>
                  <a:lnTo>
                    <a:pt x="1018" y="562"/>
                  </a:lnTo>
                  <a:lnTo>
                    <a:pt x="1027" y="561"/>
                  </a:lnTo>
                  <a:lnTo>
                    <a:pt x="1036" y="561"/>
                  </a:lnTo>
                  <a:lnTo>
                    <a:pt x="1095" y="622"/>
                  </a:lnTo>
                  <a:lnTo>
                    <a:pt x="1056" y="68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95" name="Freeform 45"/>
            <p:cNvSpPr>
              <a:spLocks/>
            </p:cNvSpPr>
            <p:nvPr userDrawn="1"/>
          </p:nvSpPr>
          <p:spPr bwMode="gray">
            <a:xfrm>
              <a:off x="6462" y="602"/>
              <a:ext cx="36" cy="42"/>
            </a:xfrm>
            <a:custGeom>
              <a:avLst/>
              <a:gdLst>
                <a:gd name="T0" fmla="*/ 212 w 427"/>
                <a:gd name="T1" fmla="*/ 377 h 496"/>
                <a:gd name="T2" fmla="*/ 201 w 427"/>
                <a:gd name="T3" fmla="*/ 371 h 496"/>
                <a:gd name="T4" fmla="*/ 196 w 427"/>
                <a:gd name="T5" fmla="*/ 364 h 496"/>
                <a:gd name="T6" fmla="*/ 193 w 427"/>
                <a:gd name="T7" fmla="*/ 355 h 496"/>
                <a:gd name="T8" fmla="*/ 192 w 427"/>
                <a:gd name="T9" fmla="*/ 345 h 496"/>
                <a:gd name="T10" fmla="*/ 193 w 427"/>
                <a:gd name="T11" fmla="*/ 333 h 496"/>
                <a:gd name="T12" fmla="*/ 199 w 427"/>
                <a:gd name="T13" fmla="*/ 315 h 496"/>
                <a:gd name="T14" fmla="*/ 213 w 427"/>
                <a:gd name="T15" fmla="*/ 286 h 496"/>
                <a:gd name="T16" fmla="*/ 235 w 427"/>
                <a:gd name="T17" fmla="*/ 250 h 496"/>
                <a:gd name="T18" fmla="*/ 260 w 427"/>
                <a:gd name="T19" fmla="*/ 212 h 496"/>
                <a:gd name="T20" fmla="*/ 289 w 427"/>
                <a:gd name="T21" fmla="*/ 174 h 496"/>
                <a:gd name="T22" fmla="*/ 318 w 427"/>
                <a:gd name="T23" fmla="*/ 142 h 496"/>
                <a:gd name="T24" fmla="*/ 346 w 427"/>
                <a:gd name="T25" fmla="*/ 116 h 496"/>
                <a:gd name="T26" fmla="*/ 365 w 427"/>
                <a:gd name="T27" fmla="*/ 104 h 496"/>
                <a:gd name="T28" fmla="*/ 377 w 427"/>
                <a:gd name="T29" fmla="*/ 101 h 496"/>
                <a:gd name="T30" fmla="*/ 427 w 427"/>
                <a:gd name="T31" fmla="*/ 50 h 496"/>
                <a:gd name="T32" fmla="*/ 359 w 427"/>
                <a:gd name="T33" fmla="*/ 1 h 496"/>
                <a:gd name="T34" fmla="*/ 331 w 427"/>
                <a:gd name="T35" fmla="*/ 6 h 496"/>
                <a:gd name="T36" fmla="*/ 301 w 427"/>
                <a:gd name="T37" fmla="*/ 17 h 496"/>
                <a:gd name="T38" fmla="*/ 272 w 427"/>
                <a:gd name="T39" fmla="*/ 31 h 496"/>
                <a:gd name="T40" fmla="*/ 241 w 427"/>
                <a:gd name="T41" fmla="*/ 50 h 496"/>
                <a:gd name="T42" fmla="*/ 210 w 427"/>
                <a:gd name="T43" fmla="*/ 72 h 496"/>
                <a:gd name="T44" fmla="*/ 167 w 427"/>
                <a:gd name="T45" fmla="*/ 109 h 496"/>
                <a:gd name="T46" fmla="*/ 112 w 427"/>
                <a:gd name="T47" fmla="*/ 165 h 496"/>
                <a:gd name="T48" fmla="*/ 66 w 427"/>
                <a:gd name="T49" fmla="*/ 222 h 496"/>
                <a:gd name="T50" fmla="*/ 37 w 427"/>
                <a:gd name="T51" fmla="*/ 264 h 496"/>
                <a:gd name="T52" fmla="*/ 22 w 427"/>
                <a:gd name="T53" fmla="*/ 291 h 496"/>
                <a:gd name="T54" fmla="*/ 10 w 427"/>
                <a:gd name="T55" fmla="*/ 315 h 496"/>
                <a:gd name="T56" fmla="*/ 3 w 427"/>
                <a:gd name="T57" fmla="*/ 337 h 496"/>
                <a:gd name="T58" fmla="*/ 0 w 427"/>
                <a:gd name="T59" fmla="*/ 356 h 496"/>
                <a:gd name="T60" fmla="*/ 1 w 427"/>
                <a:gd name="T61" fmla="*/ 374 h 496"/>
                <a:gd name="T62" fmla="*/ 7 w 427"/>
                <a:gd name="T63" fmla="*/ 394 h 496"/>
                <a:gd name="T64" fmla="*/ 19 w 427"/>
                <a:gd name="T65" fmla="*/ 412 h 496"/>
                <a:gd name="T66" fmla="*/ 33 w 427"/>
                <a:gd name="T67" fmla="*/ 429 h 496"/>
                <a:gd name="T68" fmla="*/ 51 w 427"/>
                <a:gd name="T69" fmla="*/ 445 h 496"/>
                <a:gd name="T70" fmla="*/ 72 w 427"/>
                <a:gd name="T71" fmla="*/ 459 h 496"/>
                <a:gd name="T72" fmla="*/ 94 w 427"/>
                <a:gd name="T73" fmla="*/ 471 h 496"/>
                <a:gd name="T74" fmla="*/ 119 w 427"/>
                <a:gd name="T75" fmla="*/ 482 h 496"/>
                <a:gd name="T76" fmla="*/ 144 w 427"/>
                <a:gd name="T77" fmla="*/ 490 h 496"/>
                <a:gd name="T78" fmla="*/ 169 w 427"/>
                <a:gd name="T79" fmla="*/ 494 h 496"/>
                <a:gd name="T80" fmla="*/ 193 w 427"/>
                <a:gd name="T81" fmla="*/ 496 h 496"/>
                <a:gd name="T82" fmla="*/ 262 w 427"/>
                <a:gd name="T83" fmla="*/ 437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427" h="496">
                  <a:moveTo>
                    <a:pt x="222" y="377"/>
                  </a:moveTo>
                  <a:lnTo>
                    <a:pt x="212" y="377"/>
                  </a:lnTo>
                  <a:lnTo>
                    <a:pt x="206" y="374"/>
                  </a:lnTo>
                  <a:lnTo>
                    <a:pt x="201" y="371"/>
                  </a:lnTo>
                  <a:lnTo>
                    <a:pt x="198" y="367"/>
                  </a:lnTo>
                  <a:lnTo>
                    <a:pt x="196" y="364"/>
                  </a:lnTo>
                  <a:lnTo>
                    <a:pt x="194" y="359"/>
                  </a:lnTo>
                  <a:lnTo>
                    <a:pt x="193" y="355"/>
                  </a:lnTo>
                  <a:lnTo>
                    <a:pt x="192" y="350"/>
                  </a:lnTo>
                  <a:lnTo>
                    <a:pt x="192" y="345"/>
                  </a:lnTo>
                  <a:lnTo>
                    <a:pt x="192" y="339"/>
                  </a:lnTo>
                  <a:lnTo>
                    <a:pt x="193" y="333"/>
                  </a:lnTo>
                  <a:lnTo>
                    <a:pt x="195" y="326"/>
                  </a:lnTo>
                  <a:lnTo>
                    <a:pt x="199" y="315"/>
                  </a:lnTo>
                  <a:lnTo>
                    <a:pt x="205" y="302"/>
                  </a:lnTo>
                  <a:lnTo>
                    <a:pt x="213" y="286"/>
                  </a:lnTo>
                  <a:lnTo>
                    <a:pt x="224" y="268"/>
                  </a:lnTo>
                  <a:lnTo>
                    <a:pt x="235" y="250"/>
                  </a:lnTo>
                  <a:lnTo>
                    <a:pt x="247" y="231"/>
                  </a:lnTo>
                  <a:lnTo>
                    <a:pt x="260" y="212"/>
                  </a:lnTo>
                  <a:lnTo>
                    <a:pt x="275" y="193"/>
                  </a:lnTo>
                  <a:lnTo>
                    <a:pt x="289" y="174"/>
                  </a:lnTo>
                  <a:lnTo>
                    <a:pt x="303" y="157"/>
                  </a:lnTo>
                  <a:lnTo>
                    <a:pt x="318" y="142"/>
                  </a:lnTo>
                  <a:lnTo>
                    <a:pt x="333" y="127"/>
                  </a:lnTo>
                  <a:lnTo>
                    <a:pt x="346" y="116"/>
                  </a:lnTo>
                  <a:lnTo>
                    <a:pt x="359" y="107"/>
                  </a:lnTo>
                  <a:lnTo>
                    <a:pt x="365" y="104"/>
                  </a:lnTo>
                  <a:lnTo>
                    <a:pt x="372" y="102"/>
                  </a:lnTo>
                  <a:lnTo>
                    <a:pt x="377" y="101"/>
                  </a:lnTo>
                  <a:lnTo>
                    <a:pt x="383" y="100"/>
                  </a:lnTo>
                  <a:lnTo>
                    <a:pt x="427" y="50"/>
                  </a:lnTo>
                  <a:lnTo>
                    <a:pt x="373" y="0"/>
                  </a:lnTo>
                  <a:lnTo>
                    <a:pt x="359" y="1"/>
                  </a:lnTo>
                  <a:lnTo>
                    <a:pt x="345" y="3"/>
                  </a:lnTo>
                  <a:lnTo>
                    <a:pt x="331" y="6"/>
                  </a:lnTo>
                  <a:lnTo>
                    <a:pt x="316" y="11"/>
                  </a:lnTo>
                  <a:lnTo>
                    <a:pt x="301" y="17"/>
                  </a:lnTo>
                  <a:lnTo>
                    <a:pt x="286" y="23"/>
                  </a:lnTo>
                  <a:lnTo>
                    <a:pt x="272" y="31"/>
                  </a:lnTo>
                  <a:lnTo>
                    <a:pt x="256" y="41"/>
                  </a:lnTo>
                  <a:lnTo>
                    <a:pt x="241" y="50"/>
                  </a:lnTo>
                  <a:lnTo>
                    <a:pt x="226" y="61"/>
                  </a:lnTo>
                  <a:lnTo>
                    <a:pt x="210" y="72"/>
                  </a:lnTo>
                  <a:lnTo>
                    <a:pt x="196" y="83"/>
                  </a:lnTo>
                  <a:lnTo>
                    <a:pt x="167" y="109"/>
                  </a:lnTo>
                  <a:lnTo>
                    <a:pt x="139" y="137"/>
                  </a:lnTo>
                  <a:lnTo>
                    <a:pt x="112" y="165"/>
                  </a:lnTo>
                  <a:lnTo>
                    <a:pt x="88" y="194"/>
                  </a:lnTo>
                  <a:lnTo>
                    <a:pt x="66" y="222"/>
                  </a:lnTo>
                  <a:lnTo>
                    <a:pt x="45" y="251"/>
                  </a:lnTo>
                  <a:lnTo>
                    <a:pt x="37" y="264"/>
                  </a:lnTo>
                  <a:lnTo>
                    <a:pt x="29" y="278"/>
                  </a:lnTo>
                  <a:lnTo>
                    <a:pt x="22" y="291"/>
                  </a:lnTo>
                  <a:lnTo>
                    <a:pt x="16" y="303"/>
                  </a:lnTo>
                  <a:lnTo>
                    <a:pt x="10" y="315"/>
                  </a:lnTo>
                  <a:lnTo>
                    <a:pt x="6" y="326"/>
                  </a:lnTo>
                  <a:lnTo>
                    <a:pt x="3" y="337"/>
                  </a:lnTo>
                  <a:lnTo>
                    <a:pt x="1" y="346"/>
                  </a:lnTo>
                  <a:lnTo>
                    <a:pt x="0" y="356"/>
                  </a:lnTo>
                  <a:lnTo>
                    <a:pt x="0" y="365"/>
                  </a:lnTo>
                  <a:lnTo>
                    <a:pt x="1" y="374"/>
                  </a:lnTo>
                  <a:lnTo>
                    <a:pt x="4" y="385"/>
                  </a:lnTo>
                  <a:lnTo>
                    <a:pt x="7" y="394"/>
                  </a:lnTo>
                  <a:lnTo>
                    <a:pt x="13" y="403"/>
                  </a:lnTo>
                  <a:lnTo>
                    <a:pt x="19" y="412"/>
                  </a:lnTo>
                  <a:lnTo>
                    <a:pt x="26" y="420"/>
                  </a:lnTo>
                  <a:lnTo>
                    <a:pt x="33" y="429"/>
                  </a:lnTo>
                  <a:lnTo>
                    <a:pt x="42" y="437"/>
                  </a:lnTo>
                  <a:lnTo>
                    <a:pt x="51" y="445"/>
                  </a:lnTo>
                  <a:lnTo>
                    <a:pt x="61" y="452"/>
                  </a:lnTo>
                  <a:lnTo>
                    <a:pt x="72" y="459"/>
                  </a:lnTo>
                  <a:lnTo>
                    <a:pt x="83" y="465"/>
                  </a:lnTo>
                  <a:lnTo>
                    <a:pt x="94" y="471"/>
                  </a:lnTo>
                  <a:lnTo>
                    <a:pt x="106" y="476"/>
                  </a:lnTo>
                  <a:lnTo>
                    <a:pt x="119" y="482"/>
                  </a:lnTo>
                  <a:lnTo>
                    <a:pt x="131" y="486"/>
                  </a:lnTo>
                  <a:lnTo>
                    <a:pt x="144" y="490"/>
                  </a:lnTo>
                  <a:lnTo>
                    <a:pt x="156" y="492"/>
                  </a:lnTo>
                  <a:lnTo>
                    <a:pt x="169" y="494"/>
                  </a:lnTo>
                  <a:lnTo>
                    <a:pt x="181" y="496"/>
                  </a:lnTo>
                  <a:lnTo>
                    <a:pt x="193" y="496"/>
                  </a:lnTo>
                  <a:lnTo>
                    <a:pt x="204" y="496"/>
                  </a:lnTo>
                  <a:lnTo>
                    <a:pt x="262" y="437"/>
                  </a:lnTo>
                  <a:lnTo>
                    <a:pt x="222" y="37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96" name="Freeform 46"/>
            <p:cNvSpPr>
              <a:spLocks/>
            </p:cNvSpPr>
            <p:nvPr userDrawn="1"/>
          </p:nvSpPr>
          <p:spPr bwMode="gray">
            <a:xfrm>
              <a:off x="7208" y="606"/>
              <a:ext cx="34" cy="28"/>
            </a:xfrm>
            <a:custGeom>
              <a:avLst/>
              <a:gdLst>
                <a:gd name="T0" fmla="*/ 217 w 410"/>
                <a:gd name="T1" fmla="*/ 96 h 335"/>
                <a:gd name="T2" fmla="*/ 233 w 410"/>
                <a:gd name="T3" fmla="*/ 100 h 335"/>
                <a:gd name="T4" fmla="*/ 248 w 410"/>
                <a:gd name="T5" fmla="*/ 107 h 335"/>
                <a:gd name="T6" fmla="*/ 258 w 410"/>
                <a:gd name="T7" fmla="*/ 117 h 335"/>
                <a:gd name="T8" fmla="*/ 264 w 410"/>
                <a:gd name="T9" fmla="*/ 129 h 335"/>
                <a:gd name="T10" fmla="*/ 265 w 410"/>
                <a:gd name="T11" fmla="*/ 141 h 335"/>
                <a:gd name="T12" fmla="*/ 263 w 410"/>
                <a:gd name="T13" fmla="*/ 155 h 335"/>
                <a:gd name="T14" fmla="*/ 256 w 410"/>
                <a:gd name="T15" fmla="*/ 169 h 335"/>
                <a:gd name="T16" fmla="*/ 245 w 410"/>
                <a:gd name="T17" fmla="*/ 183 h 335"/>
                <a:gd name="T18" fmla="*/ 227 w 410"/>
                <a:gd name="T19" fmla="*/ 199 h 335"/>
                <a:gd name="T20" fmla="*/ 208 w 410"/>
                <a:gd name="T21" fmla="*/ 211 h 335"/>
                <a:gd name="T22" fmla="*/ 185 w 410"/>
                <a:gd name="T23" fmla="*/ 221 h 335"/>
                <a:gd name="T24" fmla="*/ 151 w 410"/>
                <a:gd name="T25" fmla="*/ 233 h 335"/>
                <a:gd name="T26" fmla="*/ 107 w 410"/>
                <a:gd name="T27" fmla="*/ 245 h 335"/>
                <a:gd name="T28" fmla="*/ 81 w 410"/>
                <a:gd name="T29" fmla="*/ 249 h 335"/>
                <a:gd name="T30" fmla="*/ 112 w 410"/>
                <a:gd name="T31" fmla="*/ 335 h 335"/>
                <a:gd name="T32" fmla="*/ 144 w 410"/>
                <a:gd name="T33" fmla="*/ 331 h 335"/>
                <a:gd name="T34" fmla="*/ 189 w 410"/>
                <a:gd name="T35" fmla="*/ 321 h 335"/>
                <a:gd name="T36" fmla="*/ 232 w 410"/>
                <a:gd name="T37" fmla="*/ 308 h 335"/>
                <a:gd name="T38" fmla="*/ 275 w 410"/>
                <a:gd name="T39" fmla="*/ 292 h 335"/>
                <a:gd name="T40" fmla="*/ 315 w 410"/>
                <a:gd name="T41" fmla="*/ 273 h 335"/>
                <a:gd name="T42" fmla="*/ 349 w 410"/>
                <a:gd name="T43" fmla="*/ 253 h 335"/>
                <a:gd name="T44" fmla="*/ 376 w 410"/>
                <a:gd name="T45" fmla="*/ 232 h 335"/>
                <a:gd name="T46" fmla="*/ 395 w 410"/>
                <a:gd name="T47" fmla="*/ 212 h 335"/>
                <a:gd name="T48" fmla="*/ 404 w 410"/>
                <a:gd name="T49" fmla="*/ 194 h 335"/>
                <a:gd name="T50" fmla="*/ 408 w 410"/>
                <a:gd name="T51" fmla="*/ 177 h 335"/>
                <a:gd name="T52" fmla="*/ 410 w 410"/>
                <a:gd name="T53" fmla="*/ 162 h 335"/>
                <a:gd name="T54" fmla="*/ 409 w 410"/>
                <a:gd name="T55" fmla="*/ 147 h 335"/>
                <a:gd name="T56" fmla="*/ 405 w 410"/>
                <a:gd name="T57" fmla="*/ 126 h 335"/>
                <a:gd name="T58" fmla="*/ 395 w 410"/>
                <a:gd name="T59" fmla="*/ 103 h 335"/>
                <a:gd name="T60" fmla="*/ 381 w 410"/>
                <a:gd name="T61" fmla="*/ 83 h 335"/>
                <a:gd name="T62" fmla="*/ 365 w 410"/>
                <a:gd name="T63" fmla="*/ 64 h 335"/>
                <a:gd name="T64" fmla="*/ 346 w 410"/>
                <a:gd name="T65" fmla="*/ 48 h 335"/>
                <a:gd name="T66" fmla="*/ 323 w 410"/>
                <a:gd name="T67" fmla="*/ 32 h 335"/>
                <a:gd name="T68" fmla="*/ 301 w 410"/>
                <a:gd name="T69" fmla="*/ 20 h 335"/>
                <a:gd name="T70" fmla="*/ 276 w 410"/>
                <a:gd name="T71" fmla="*/ 11 h 335"/>
                <a:gd name="T72" fmla="*/ 251 w 410"/>
                <a:gd name="T73" fmla="*/ 4 h 335"/>
                <a:gd name="T74" fmla="*/ 225 w 410"/>
                <a:gd name="T75" fmla="*/ 1 h 335"/>
                <a:gd name="T76" fmla="*/ 162 w 410"/>
                <a:gd name="T77" fmla="*/ 56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410" h="335">
                  <a:moveTo>
                    <a:pt x="209" y="96"/>
                  </a:moveTo>
                  <a:lnTo>
                    <a:pt x="217" y="96"/>
                  </a:lnTo>
                  <a:lnTo>
                    <a:pt x="226" y="98"/>
                  </a:lnTo>
                  <a:lnTo>
                    <a:pt x="233" y="100"/>
                  </a:lnTo>
                  <a:lnTo>
                    <a:pt x="241" y="103"/>
                  </a:lnTo>
                  <a:lnTo>
                    <a:pt x="248" y="107"/>
                  </a:lnTo>
                  <a:lnTo>
                    <a:pt x="253" y="111"/>
                  </a:lnTo>
                  <a:lnTo>
                    <a:pt x="258" y="117"/>
                  </a:lnTo>
                  <a:lnTo>
                    <a:pt x="261" y="123"/>
                  </a:lnTo>
                  <a:lnTo>
                    <a:pt x="264" y="129"/>
                  </a:lnTo>
                  <a:lnTo>
                    <a:pt x="265" y="135"/>
                  </a:lnTo>
                  <a:lnTo>
                    <a:pt x="265" y="141"/>
                  </a:lnTo>
                  <a:lnTo>
                    <a:pt x="264" y="148"/>
                  </a:lnTo>
                  <a:lnTo>
                    <a:pt x="263" y="155"/>
                  </a:lnTo>
                  <a:lnTo>
                    <a:pt x="260" y="162"/>
                  </a:lnTo>
                  <a:lnTo>
                    <a:pt x="256" y="169"/>
                  </a:lnTo>
                  <a:lnTo>
                    <a:pt x="252" y="175"/>
                  </a:lnTo>
                  <a:lnTo>
                    <a:pt x="245" y="183"/>
                  </a:lnTo>
                  <a:lnTo>
                    <a:pt x="236" y="192"/>
                  </a:lnTo>
                  <a:lnTo>
                    <a:pt x="227" y="199"/>
                  </a:lnTo>
                  <a:lnTo>
                    <a:pt x="218" y="205"/>
                  </a:lnTo>
                  <a:lnTo>
                    <a:pt x="208" y="211"/>
                  </a:lnTo>
                  <a:lnTo>
                    <a:pt x="197" y="216"/>
                  </a:lnTo>
                  <a:lnTo>
                    <a:pt x="185" y="221"/>
                  </a:lnTo>
                  <a:lnTo>
                    <a:pt x="174" y="226"/>
                  </a:lnTo>
                  <a:lnTo>
                    <a:pt x="151" y="233"/>
                  </a:lnTo>
                  <a:lnTo>
                    <a:pt x="128" y="239"/>
                  </a:lnTo>
                  <a:lnTo>
                    <a:pt x="107" y="245"/>
                  </a:lnTo>
                  <a:lnTo>
                    <a:pt x="88" y="248"/>
                  </a:lnTo>
                  <a:lnTo>
                    <a:pt x="81" y="249"/>
                  </a:lnTo>
                  <a:lnTo>
                    <a:pt x="0" y="328"/>
                  </a:lnTo>
                  <a:lnTo>
                    <a:pt x="112" y="335"/>
                  </a:lnTo>
                  <a:lnTo>
                    <a:pt x="121" y="334"/>
                  </a:lnTo>
                  <a:lnTo>
                    <a:pt x="144" y="331"/>
                  </a:lnTo>
                  <a:lnTo>
                    <a:pt x="165" y="326"/>
                  </a:lnTo>
                  <a:lnTo>
                    <a:pt x="189" y="321"/>
                  </a:lnTo>
                  <a:lnTo>
                    <a:pt x="211" y="315"/>
                  </a:lnTo>
                  <a:lnTo>
                    <a:pt x="232" y="308"/>
                  </a:lnTo>
                  <a:lnTo>
                    <a:pt x="255" y="300"/>
                  </a:lnTo>
                  <a:lnTo>
                    <a:pt x="275" y="292"/>
                  </a:lnTo>
                  <a:lnTo>
                    <a:pt x="296" y="282"/>
                  </a:lnTo>
                  <a:lnTo>
                    <a:pt x="315" y="273"/>
                  </a:lnTo>
                  <a:lnTo>
                    <a:pt x="332" y="263"/>
                  </a:lnTo>
                  <a:lnTo>
                    <a:pt x="349" y="253"/>
                  </a:lnTo>
                  <a:lnTo>
                    <a:pt x="363" y="243"/>
                  </a:lnTo>
                  <a:lnTo>
                    <a:pt x="376" y="232"/>
                  </a:lnTo>
                  <a:lnTo>
                    <a:pt x="386" y="222"/>
                  </a:lnTo>
                  <a:lnTo>
                    <a:pt x="395" y="212"/>
                  </a:lnTo>
                  <a:lnTo>
                    <a:pt x="400" y="203"/>
                  </a:lnTo>
                  <a:lnTo>
                    <a:pt x="404" y="194"/>
                  </a:lnTo>
                  <a:lnTo>
                    <a:pt x="406" y="185"/>
                  </a:lnTo>
                  <a:lnTo>
                    <a:pt x="408" y="177"/>
                  </a:lnTo>
                  <a:lnTo>
                    <a:pt x="409" y="169"/>
                  </a:lnTo>
                  <a:lnTo>
                    <a:pt x="410" y="162"/>
                  </a:lnTo>
                  <a:lnTo>
                    <a:pt x="409" y="154"/>
                  </a:lnTo>
                  <a:lnTo>
                    <a:pt x="409" y="147"/>
                  </a:lnTo>
                  <a:lnTo>
                    <a:pt x="408" y="139"/>
                  </a:lnTo>
                  <a:lnTo>
                    <a:pt x="405" y="126"/>
                  </a:lnTo>
                  <a:lnTo>
                    <a:pt x="400" y="114"/>
                  </a:lnTo>
                  <a:lnTo>
                    <a:pt x="395" y="103"/>
                  </a:lnTo>
                  <a:lnTo>
                    <a:pt x="388" y="93"/>
                  </a:lnTo>
                  <a:lnTo>
                    <a:pt x="381" y="83"/>
                  </a:lnTo>
                  <a:lnTo>
                    <a:pt x="373" y="73"/>
                  </a:lnTo>
                  <a:lnTo>
                    <a:pt x="365" y="64"/>
                  </a:lnTo>
                  <a:lnTo>
                    <a:pt x="355" y="56"/>
                  </a:lnTo>
                  <a:lnTo>
                    <a:pt x="346" y="48"/>
                  </a:lnTo>
                  <a:lnTo>
                    <a:pt x="334" y="39"/>
                  </a:lnTo>
                  <a:lnTo>
                    <a:pt x="323" y="32"/>
                  </a:lnTo>
                  <a:lnTo>
                    <a:pt x="312" y="26"/>
                  </a:lnTo>
                  <a:lnTo>
                    <a:pt x="301" y="20"/>
                  </a:lnTo>
                  <a:lnTo>
                    <a:pt x="288" y="15"/>
                  </a:lnTo>
                  <a:lnTo>
                    <a:pt x="276" y="11"/>
                  </a:lnTo>
                  <a:lnTo>
                    <a:pt x="263" y="7"/>
                  </a:lnTo>
                  <a:lnTo>
                    <a:pt x="251" y="4"/>
                  </a:lnTo>
                  <a:lnTo>
                    <a:pt x="239" y="2"/>
                  </a:lnTo>
                  <a:lnTo>
                    <a:pt x="225" y="1"/>
                  </a:lnTo>
                  <a:lnTo>
                    <a:pt x="213" y="0"/>
                  </a:lnTo>
                  <a:lnTo>
                    <a:pt x="162" y="56"/>
                  </a:lnTo>
                  <a:lnTo>
                    <a:pt x="209" y="9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97" name="Freeform 47"/>
            <p:cNvSpPr>
              <a:spLocks/>
            </p:cNvSpPr>
            <p:nvPr userDrawn="1"/>
          </p:nvSpPr>
          <p:spPr bwMode="gray">
            <a:xfrm>
              <a:off x="7156" y="565"/>
              <a:ext cx="109" cy="121"/>
            </a:xfrm>
            <a:custGeom>
              <a:avLst/>
              <a:gdLst>
                <a:gd name="T0" fmla="*/ 802 w 1307"/>
                <a:gd name="T1" fmla="*/ 593 h 1456"/>
                <a:gd name="T2" fmla="*/ 746 w 1307"/>
                <a:gd name="T3" fmla="*/ 629 h 1456"/>
                <a:gd name="T4" fmla="*/ 713 w 1307"/>
                <a:gd name="T5" fmla="*/ 692 h 1456"/>
                <a:gd name="T6" fmla="*/ 748 w 1307"/>
                <a:gd name="T7" fmla="*/ 832 h 1456"/>
                <a:gd name="T8" fmla="*/ 838 w 1307"/>
                <a:gd name="T9" fmla="*/ 916 h 1456"/>
                <a:gd name="T10" fmla="*/ 970 w 1307"/>
                <a:gd name="T11" fmla="*/ 963 h 1456"/>
                <a:gd name="T12" fmla="*/ 1127 w 1307"/>
                <a:gd name="T13" fmla="*/ 971 h 1456"/>
                <a:gd name="T14" fmla="*/ 1282 w 1307"/>
                <a:gd name="T15" fmla="*/ 944 h 1456"/>
                <a:gd name="T16" fmla="*/ 1306 w 1307"/>
                <a:gd name="T17" fmla="*/ 948 h 1456"/>
                <a:gd name="T18" fmla="*/ 1299 w 1307"/>
                <a:gd name="T19" fmla="*/ 972 h 1456"/>
                <a:gd name="T20" fmla="*/ 1255 w 1307"/>
                <a:gd name="T21" fmla="*/ 1007 h 1456"/>
                <a:gd name="T22" fmla="*/ 1166 w 1307"/>
                <a:gd name="T23" fmla="*/ 1042 h 1456"/>
                <a:gd name="T24" fmla="*/ 1051 w 1307"/>
                <a:gd name="T25" fmla="*/ 1057 h 1456"/>
                <a:gd name="T26" fmla="*/ 851 w 1307"/>
                <a:gd name="T27" fmla="*/ 1032 h 1456"/>
                <a:gd name="T28" fmla="*/ 687 w 1307"/>
                <a:gd name="T29" fmla="*/ 959 h 1456"/>
                <a:gd name="T30" fmla="*/ 585 w 1307"/>
                <a:gd name="T31" fmla="*/ 864 h 1456"/>
                <a:gd name="T32" fmla="*/ 547 w 1307"/>
                <a:gd name="T33" fmla="*/ 796 h 1456"/>
                <a:gd name="T34" fmla="*/ 533 w 1307"/>
                <a:gd name="T35" fmla="*/ 728 h 1456"/>
                <a:gd name="T36" fmla="*/ 471 w 1307"/>
                <a:gd name="T37" fmla="*/ 717 h 1456"/>
                <a:gd name="T38" fmla="*/ 295 w 1307"/>
                <a:gd name="T39" fmla="*/ 760 h 1456"/>
                <a:gd name="T40" fmla="*/ 263 w 1307"/>
                <a:gd name="T41" fmla="*/ 950 h 1456"/>
                <a:gd name="T42" fmla="*/ 242 w 1307"/>
                <a:gd name="T43" fmla="*/ 1207 h 1456"/>
                <a:gd name="T44" fmla="*/ 249 w 1307"/>
                <a:gd name="T45" fmla="*/ 1425 h 1456"/>
                <a:gd name="T46" fmla="*/ 235 w 1307"/>
                <a:gd name="T47" fmla="*/ 1455 h 1456"/>
                <a:gd name="T48" fmla="*/ 183 w 1307"/>
                <a:gd name="T49" fmla="*/ 1441 h 1456"/>
                <a:gd name="T50" fmla="*/ 132 w 1307"/>
                <a:gd name="T51" fmla="*/ 1388 h 1456"/>
                <a:gd name="T52" fmla="*/ 101 w 1307"/>
                <a:gd name="T53" fmla="*/ 1291 h 1456"/>
                <a:gd name="T54" fmla="*/ 98 w 1307"/>
                <a:gd name="T55" fmla="*/ 1045 h 1456"/>
                <a:gd name="T56" fmla="*/ 123 w 1307"/>
                <a:gd name="T57" fmla="*/ 785 h 1456"/>
                <a:gd name="T58" fmla="*/ 59 w 1307"/>
                <a:gd name="T59" fmla="*/ 774 h 1456"/>
                <a:gd name="T60" fmla="*/ 29 w 1307"/>
                <a:gd name="T61" fmla="*/ 747 h 1456"/>
                <a:gd name="T62" fmla="*/ 0 w 1307"/>
                <a:gd name="T63" fmla="*/ 679 h 1456"/>
                <a:gd name="T64" fmla="*/ 21 w 1307"/>
                <a:gd name="T65" fmla="*/ 654 h 1456"/>
                <a:gd name="T66" fmla="*/ 95 w 1307"/>
                <a:gd name="T67" fmla="*/ 659 h 1456"/>
                <a:gd name="T68" fmla="*/ 174 w 1307"/>
                <a:gd name="T69" fmla="*/ 563 h 1456"/>
                <a:gd name="T70" fmla="*/ 246 w 1307"/>
                <a:gd name="T71" fmla="*/ 312 h 1456"/>
                <a:gd name="T72" fmla="*/ 332 w 1307"/>
                <a:gd name="T73" fmla="*/ 113 h 1456"/>
                <a:gd name="T74" fmla="*/ 407 w 1307"/>
                <a:gd name="T75" fmla="*/ 15 h 1456"/>
                <a:gd name="T76" fmla="*/ 488 w 1307"/>
                <a:gd name="T77" fmla="*/ 3 h 1456"/>
                <a:gd name="T78" fmla="*/ 569 w 1307"/>
                <a:gd name="T79" fmla="*/ 39 h 1456"/>
                <a:gd name="T80" fmla="*/ 619 w 1307"/>
                <a:gd name="T81" fmla="*/ 95 h 1456"/>
                <a:gd name="T82" fmla="*/ 634 w 1307"/>
                <a:gd name="T83" fmla="*/ 156 h 1456"/>
                <a:gd name="T84" fmla="*/ 621 w 1307"/>
                <a:gd name="T85" fmla="*/ 200 h 1456"/>
                <a:gd name="T86" fmla="*/ 598 w 1307"/>
                <a:gd name="T87" fmla="*/ 214 h 1456"/>
                <a:gd name="T88" fmla="*/ 578 w 1307"/>
                <a:gd name="T89" fmla="*/ 195 h 1456"/>
                <a:gd name="T90" fmla="*/ 535 w 1307"/>
                <a:gd name="T91" fmla="*/ 146 h 1456"/>
                <a:gd name="T92" fmla="*/ 494 w 1307"/>
                <a:gd name="T93" fmla="*/ 149 h 1456"/>
                <a:gd name="T94" fmla="*/ 451 w 1307"/>
                <a:gd name="T95" fmla="*/ 206 h 1456"/>
                <a:gd name="T96" fmla="*/ 345 w 1307"/>
                <a:gd name="T97" fmla="*/ 519 h 1456"/>
                <a:gd name="T98" fmla="*/ 388 w 1307"/>
                <a:gd name="T99" fmla="*/ 638 h 1456"/>
                <a:gd name="T100" fmla="*/ 594 w 1307"/>
                <a:gd name="T101" fmla="*/ 595 h 1456"/>
                <a:gd name="T102" fmla="*/ 650 w 1307"/>
                <a:gd name="T103" fmla="*/ 551 h 1456"/>
                <a:gd name="T104" fmla="*/ 746 w 1307"/>
                <a:gd name="T105" fmla="*/ 506 h 1456"/>
                <a:gd name="T106" fmla="*/ 844 w 1307"/>
                <a:gd name="T107" fmla="*/ 489 h 1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307" h="1456">
                  <a:moveTo>
                    <a:pt x="840" y="585"/>
                  </a:moveTo>
                  <a:lnTo>
                    <a:pt x="833" y="585"/>
                  </a:lnTo>
                  <a:lnTo>
                    <a:pt x="826" y="586"/>
                  </a:lnTo>
                  <a:lnTo>
                    <a:pt x="820" y="587"/>
                  </a:lnTo>
                  <a:lnTo>
                    <a:pt x="812" y="589"/>
                  </a:lnTo>
                  <a:lnTo>
                    <a:pt x="802" y="593"/>
                  </a:lnTo>
                  <a:lnTo>
                    <a:pt x="792" y="597"/>
                  </a:lnTo>
                  <a:lnTo>
                    <a:pt x="783" y="602"/>
                  </a:lnTo>
                  <a:lnTo>
                    <a:pt x="773" y="608"/>
                  </a:lnTo>
                  <a:lnTo>
                    <a:pt x="763" y="615"/>
                  </a:lnTo>
                  <a:lnTo>
                    <a:pt x="755" y="622"/>
                  </a:lnTo>
                  <a:lnTo>
                    <a:pt x="746" y="629"/>
                  </a:lnTo>
                  <a:lnTo>
                    <a:pt x="739" y="639"/>
                  </a:lnTo>
                  <a:lnTo>
                    <a:pt x="732" y="648"/>
                  </a:lnTo>
                  <a:lnTo>
                    <a:pt x="726" y="658"/>
                  </a:lnTo>
                  <a:lnTo>
                    <a:pt x="721" y="668"/>
                  </a:lnTo>
                  <a:lnTo>
                    <a:pt x="717" y="679"/>
                  </a:lnTo>
                  <a:lnTo>
                    <a:pt x="713" y="692"/>
                  </a:lnTo>
                  <a:lnTo>
                    <a:pt x="711" y="704"/>
                  </a:lnTo>
                  <a:lnTo>
                    <a:pt x="711" y="717"/>
                  </a:lnTo>
                  <a:lnTo>
                    <a:pt x="711" y="732"/>
                  </a:lnTo>
                  <a:lnTo>
                    <a:pt x="712" y="738"/>
                  </a:lnTo>
                  <a:lnTo>
                    <a:pt x="743" y="824"/>
                  </a:lnTo>
                  <a:lnTo>
                    <a:pt x="748" y="832"/>
                  </a:lnTo>
                  <a:lnTo>
                    <a:pt x="759" y="848"/>
                  </a:lnTo>
                  <a:lnTo>
                    <a:pt x="773" y="863"/>
                  </a:lnTo>
                  <a:lnTo>
                    <a:pt x="787" y="879"/>
                  </a:lnTo>
                  <a:lnTo>
                    <a:pt x="803" y="892"/>
                  </a:lnTo>
                  <a:lnTo>
                    <a:pt x="820" y="904"/>
                  </a:lnTo>
                  <a:lnTo>
                    <a:pt x="838" y="916"/>
                  </a:lnTo>
                  <a:lnTo>
                    <a:pt x="857" y="926"/>
                  </a:lnTo>
                  <a:lnTo>
                    <a:pt x="878" y="936"/>
                  </a:lnTo>
                  <a:lnTo>
                    <a:pt x="899" y="945"/>
                  </a:lnTo>
                  <a:lnTo>
                    <a:pt x="922" y="952"/>
                  </a:lnTo>
                  <a:lnTo>
                    <a:pt x="946" y="958"/>
                  </a:lnTo>
                  <a:lnTo>
                    <a:pt x="970" y="963"/>
                  </a:lnTo>
                  <a:lnTo>
                    <a:pt x="996" y="967"/>
                  </a:lnTo>
                  <a:lnTo>
                    <a:pt x="1021" y="970"/>
                  </a:lnTo>
                  <a:lnTo>
                    <a:pt x="1049" y="972"/>
                  </a:lnTo>
                  <a:lnTo>
                    <a:pt x="1077" y="973"/>
                  </a:lnTo>
                  <a:lnTo>
                    <a:pt x="1102" y="972"/>
                  </a:lnTo>
                  <a:lnTo>
                    <a:pt x="1127" y="971"/>
                  </a:lnTo>
                  <a:lnTo>
                    <a:pt x="1152" y="968"/>
                  </a:lnTo>
                  <a:lnTo>
                    <a:pt x="1178" y="965"/>
                  </a:lnTo>
                  <a:lnTo>
                    <a:pt x="1204" y="961"/>
                  </a:lnTo>
                  <a:lnTo>
                    <a:pt x="1230" y="956"/>
                  </a:lnTo>
                  <a:lnTo>
                    <a:pt x="1255" y="950"/>
                  </a:lnTo>
                  <a:lnTo>
                    <a:pt x="1282" y="944"/>
                  </a:lnTo>
                  <a:lnTo>
                    <a:pt x="1291" y="942"/>
                  </a:lnTo>
                  <a:lnTo>
                    <a:pt x="1298" y="942"/>
                  </a:lnTo>
                  <a:lnTo>
                    <a:pt x="1301" y="943"/>
                  </a:lnTo>
                  <a:lnTo>
                    <a:pt x="1303" y="944"/>
                  </a:lnTo>
                  <a:lnTo>
                    <a:pt x="1305" y="945"/>
                  </a:lnTo>
                  <a:lnTo>
                    <a:pt x="1306" y="948"/>
                  </a:lnTo>
                  <a:lnTo>
                    <a:pt x="1307" y="951"/>
                  </a:lnTo>
                  <a:lnTo>
                    <a:pt x="1307" y="954"/>
                  </a:lnTo>
                  <a:lnTo>
                    <a:pt x="1306" y="958"/>
                  </a:lnTo>
                  <a:lnTo>
                    <a:pt x="1305" y="963"/>
                  </a:lnTo>
                  <a:lnTo>
                    <a:pt x="1302" y="967"/>
                  </a:lnTo>
                  <a:lnTo>
                    <a:pt x="1299" y="972"/>
                  </a:lnTo>
                  <a:lnTo>
                    <a:pt x="1295" y="978"/>
                  </a:lnTo>
                  <a:lnTo>
                    <a:pt x="1291" y="983"/>
                  </a:lnTo>
                  <a:lnTo>
                    <a:pt x="1284" y="989"/>
                  </a:lnTo>
                  <a:lnTo>
                    <a:pt x="1275" y="995"/>
                  </a:lnTo>
                  <a:lnTo>
                    <a:pt x="1265" y="1001"/>
                  </a:lnTo>
                  <a:lnTo>
                    <a:pt x="1255" y="1007"/>
                  </a:lnTo>
                  <a:lnTo>
                    <a:pt x="1243" y="1013"/>
                  </a:lnTo>
                  <a:lnTo>
                    <a:pt x="1230" y="1019"/>
                  </a:lnTo>
                  <a:lnTo>
                    <a:pt x="1215" y="1025"/>
                  </a:lnTo>
                  <a:lnTo>
                    <a:pt x="1200" y="1032"/>
                  </a:lnTo>
                  <a:lnTo>
                    <a:pt x="1184" y="1037"/>
                  </a:lnTo>
                  <a:lnTo>
                    <a:pt x="1166" y="1042"/>
                  </a:lnTo>
                  <a:lnTo>
                    <a:pt x="1149" y="1046"/>
                  </a:lnTo>
                  <a:lnTo>
                    <a:pt x="1131" y="1050"/>
                  </a:lnTo>
                  <a:lnTo>
                    <a:pt x="1111" y="1053"/>
                  </a:lnTo>
                  <a:lnTo>
                    <a:pt x="1092" y="1055"/>
                  </a:lnTo>
                  <a:lnTo>
                    <a:pt x="1071" y="1056"/>
                  </a:lnTo>
                  <a:lnTo>
                    <a:pt x="1051" y="1057"/>
                  </a:lnTo>
                  <a:lnTo>
                    <a:pt x="1015" y="1056"/>
                  </a:lnTo>
                  <a:lnTo>
                    <a:pt x="981" y="1054"/>
                  </a:lnTo>
                  <a:lnTo>
                    <a:pt x="947" y="1050"/>
                  </a:lnTo>
                  <a:lnTo>
                    <a:pt x="914" y="1046"/>
                  </a:lnTo>
                  <a:lnTo>
                    <a:pt x="882" y="1039"/>
                  </a:lnTo>
                  <a:lnTo>
                    <a:pt x="851" y="1032"/>
                  </a:lnTo>
                  <a:lnTo>
                    <a:pt x="821" y="1022"/>
                  </a:lnTo>
                  <a:lnTo>
                    <a:pt x="792" y="1012"/>
                  </a:lnTo>
                  <a:lnTo>
                    <a:pt x="763" y="1001"/>
                  </a:lnTo>
                  <a:lnTo>
                    <a:pt x="737" y="988"/>
                  </a:lnTo>
                  <a:lnTo>
                    <a:pt x="710" y="974"/>
                  </a:lnTo>
                  <a:lnTo>
                    <a:pt x="687" y="959"/>
                  </a:lnTo>
                  <a:lnTo>
                    <a:pt x="663" y="943"/>
                  </a:lnTo>
                  <a:lnTo>
                    <a:pt x="642" y="925"/>
                  </a:lnTo>
                  <a:lnTo>
                    <a:pt x="622" y="906"/>
                  </a:lnTo>
                  <a:lnTo>
                    <a:pt x="603" y="887"/>
                  </a:lnTo>
                  <a:lnTo>
                    <a:pt x="594" y="875"/>
                  </a:lnTo>
                  <a:lnTo>
                    <a:pt x="585" y="864"/>
                  </a:lnTo>
                  <a:lnTo>
                    <a:pt x="577" y="853"/>
                  </a:lnTo>
                  <a:lnTo>
                    <a:pt x="570" y="842"/>
                  </a:lnTo>
                  <a:lnTo>
                    <a:pt x="562" y="831"/>
                  </a:lnTo>
                  <a:lnTo>
                    <a:pt x="557" y="819"/>
                  </a:lnTo>
                  <a:lnTo>
                    <a:pt x="551" y="808"/>
                  </a:lnTo>
                  <a:lnTo>
                    <a:pt x="547" y="796"/>
                  </a:lnTo>
                  <a:lnTo>
                    <a:pt x="543" y="785"/>
                  </a:lnTo>
                  <a:lnTo>
                    <a:pt x="539" y="773"/>
                  </a:lnTo>
                  <a:lnTo>
                    <a:pt x="537" y="762"/>
                  </a:lnTo>
                  <a:lnTo>
                    <a:pt x="535" y="751"/>
                  </a:lnTo>
                  <a:lnTo>
                    <a:pt x="534" y="740"/>
                  </a:lnTo>
                  <a:lnTo>
                    <a:pt x="533" y="728"/>
                  </a:lnTo>
                  <a:lnTo>
                    <a:pt x="533" y="718"/>
                  </a:lnTo>
                  <a:lnTo>
                    <a:pt x="534" y="707"/>
                  </a:lnTo>
                  <a:lnTo>
                    <a:pt x="535" y="699"/>
                  </a:lnTo>
                  <a:lnTo>
                    <a:pt x="527" y="701"/>
                  </a:lnTo>
                  <a:lnTo>
                    <a:pt x="499" y="709"/>
                  </a:lnTo>
                  <a:lnTo>
                    <a:pt x="471" y="717"/>
                  </a:lnTo>
                  <a:lnTo>
                    <a:pt x="442" y="725"/>
                  </a:lnTo>
                  <a:lnTo>
                    <a:pt x="413" y="733"/>
                  </a:lnTo>
                  <a:lnTo>
                    <a:pt x="383" y="740"/>
                  </a:lnTo>
                  <a:lnTo>
                    <a:pt x="353" y="747"/>
                  </a:lnTo>
                  <a:lnTo>
                    <a:pt x="325" y="754"/>
                  </a:lnTo>
                  <a:lnTo>
                    <a:pt x="295" y="760"/>
                  </a:lnTo>
                  <a:lnTo>
                    <a:pt x="292" y="761"/>
                  </a:lnTo>
                  <a:lnTo>
                    <a:pt x="291" y="764"/>
                  </a:lnTo>
                  <a:lnTo>
                    <a:pt x="283" y="811"/>
                  </a:lnTo>
                  <a:lnTo>
                    <a:pt x="275" y="858"/>
                  </a:lnTo>
                  <a:lnTo>
                    <a:pt x="269" y="904"/>
                  </a:lnTo>
                  <a:lnTo>
                    <a:pt x="263" y="950"/>
                  </a:lnTo>
                  <a:lnTo>
                    <a:pt x="258" y="995"/>
                  </a:lnTo>
                  <a:lnTo>
                    <a:pt x="252" y="1039"/>
                  </a:lnTo>
                  <a:lnTo>
                    <a:pt x="248" y="1083"/>
                  </a:lnTo>
                  <a:lnTo>
                    <a:pt x="245" y="1126"/>
                  </a:lnTo>
                  <a:lnTo>
                    <a:pt x="243" y="1167"/>
                  </a:lnTo>
                  <a:lnTo>
                    <a:pt x="242" y="1207"/>
                  </a:lnTo>
                  <a:lnTo>
                    <a:pt x="241" y="1247"/>
                  </a:lnTo>
                  <a:lnTo>
                    <a:pt x="241" y="1286"/>
                  </a:lnTo>
                  <a:lnTo>
                    <a:pt x="242" y="1323"/>
                  </a:lnTo>
                  <a:lnTo>
                    <a:pt x="243" y="1358"/>
                  </a:lnTo>
                  <a:lnTo>
                    <a:pt x="246" y="1392"/>
                  </a:lnTo>
                  <a:lnTo>
                    <a:pt x="249" y="1425"/>
                  </a:lnTo>
                  <a:lnTo>
                    <a:pt x="250" y="1433"/>
                  </a:lnTo>
                  <a:lnTo>
                    <a:pt x="249" y="1440"/>
                  </a:lnTo>
                  <a:lnTo>
                    <a:pt x="247" y="1446"/>
                  </a:lnTo>
                  <a:lnTo>
                    <a:pt x="245" y="1450"/>
                  </a:lnTo>
                  <a:lnTo>
                    <a:pt x="240" y="1454"/>
                  </a:lnTo>
                  <a:lnTo>
                    <a:pt x="235" y="1455"/>
                  </a:lnTo>
                  <a:lnTo>
                    <a:pt x="228" y="1456"/>
                  </a:lnTo>
                  <a:lnTo>
                    <a:pt x="221" y="1455"/>
                  </a:lnTo>
                  <a:lnTo>
                    <a:pt x="212" y="1453"/>
                  </a:lnTo>
                  <a:lnTo>
                    <a:pt x="202" y="1450"/>
                  </a:lnTo>
                  <a:lnTo>
                    <a:pt x="193" y="1446"/>
                  </a:lnTo>
                  <a:lnTo>
                    <a:pt x="183" y="1441"/>
                  </a:lnTo>
                  <a:lnTo>
                    <a:pt x="171" y="1434"/>
                  </a:lnTo>
                  <a:lnTo>
                    <a:pt x="158" y="1423"/>
                  </a:lnTo>
                  <a:lnTo>
                    <a:pt x="150" y="1415"/>
                  </a:lnTo>
                  <a:lnTo>
                    <a:pt x="144" y="1407"/>
                  </a:lnTo>
                  <a:lnTo>
                    <a:pt x="138" y="1398"/>
                  </a:lnTo>
                  <a:lnTo>
                    <a:pt x="132" y="1388"/>
                  </a:lnTo>
                  <a:lnTo>
                    <a:pt x="126" y="1376"/>
                  </a:lnTo>
                  <a:lnTo>
                    <a:pt x="120" y="1362"/>
                  </a:lnTo>
                  <a:lnTo>
                    <a:pt x="115" y="1347"/>
                  </a:lnTo>
                  <a:lnTo>
                    <a:pt x="110" y="1331"/>
                  </a:lnTo>
                  <a:lnTo>
                    <a:pt x="106" y="1311"/>
                  </a:lnTo>
                  <a:lnTo>
                    <a:pt x="101" y="1291"/>
                  </a:lnTo>
                  <a:lnTo>
                    <a:pt x="98" y="1268"/>
                  </a:lnTo>
                  <a:lnTo>
                    <a:pt x="96" y="1243"/>
                  </a:lnTo>
                  <a:lnTo>
                    <a:pt x="94" y="1201"/>
                  </a:lnTo>
                  <a:lnTo>
                    <a:pt x="94" y="1154"/>
                  </a:lnTo>
                  <a:lnTo>
                    <a:pt x="95" y="1101"/>
                  </a:lnTo>
                  <a:lnTo>
                    <a:pt x="98" y="1045"/>
                  </a:lnTo>
                  <a:lnTo>
                    <a:pt x="103" y="985"/>
                  </a:lnTo>
                  <a:lnTo>
                    <a:pt x="111" y="922"/>
                  </a:lnTo>
                  <a:lnTo>
                    <a:pt x="119" y="858"/>
                  </a:lnTo>
                  <a:lnTo>
                    <a:pt x="129" y="791"/>
                  </a:lnTo>
                  <a:lnTo>
                    <a:pt x="130" y="785"/>
                  </a:lnTo>
                  <a:lnTo>
                    <a:pt x="123" y="785"/>
                  </a:lnTo>
                  <a:lnTo>
                    <a:pt x="109" y="785"/>
                  </a:lnTo>
                  <a:lnTo>
                    <a:pt x="95" y="784"/>
                  </a:lnTo>
                  <a:lnTo>
                    <a:pt x="82" y="782"/>
                  </a:lnTo>
                  <a:lnTo>
                    <a:pt x="70" y="778"/>
                  </a:lnTo>
                  <a:lnTo>
                    <a:pt x="64" y="776"/>
                  </a:lnTo>
                  <a:lnTo>
                    <a:pt x="59" y="774"/>
                  </a:lnTo>
                  <a:lnTo>
                    <a:pt x="52" y="771"/>
                  </a:lnTo>
                  <a:lnTo>
                    <a:pt x="47" y="767"/>
                  </a:lnTo>
                  <a:lnTo>
                    <a:pt x="42" y="763"/>
                  </a:lnTo>
                  <a:lnTo>
                    <a:pt x="38" y="758"/>
                  </a:lnTo>
                  <a:lnTo>
                    <a:pt x="33" y="753"/>
                  </a:lnTo>
                  <a:lnTo>
                    <a:pt x="29" y="747"/>
                  </a:lnTo>
                  <a:lnTo>
                    <a:pt x="21" y="734"/>
                  </a:lnTo>
                  <a:lnTo>
                    <a:pt x="14" y="721"/>
                  </a:lnTo>
                  <a:lnTo>
                    <a:pt x="8" y="709"/>
                  </a:lnTo>
                  <a:lnTo>
                    <a:pt x="4" y="698"/>
                  </a:lnTo>
                  <a:lnTo>
                    <a:pt x="1" y="689"/>
                  </a:lnTo>
                  <a:lnTo>
                    <a:pt x="0" y="679"/>
                  </a:lnTo>
                  <a:lnTo>
                    <a:pt x="1" y="672"/>
                  </a:lnTo>
                  <a:lnTo>
                    <a:pt x="4" y="665"/>
                  </a:lnTo>
                  <a:lnTo>
                    <a:pt x="7" y="662"/>
                  </a:lnTo>
                  <a:lnTo>
                    <a:pt x="10" y="658"/>
                  </a:lnTo>
                  <a:lnTo>
                    <a:pt x="15" y="656"/>
                  </a:lnTo>
                  <a:lnTo>
                    <a:pt x="21" y="654"/>
                  </a:lnTo>
                  <a:lnTo>
                    <a:pt x="27" y="653"/>
                  </a:lnTo>
                  <a:lnTo>
                    <a:pt x="35" y="653"/>
                  </a:lnTo>
                  <a:lnTo>
                    <a:pt x="43" y="653"/>
                  </a:lnTo>
                  <a:lnTo>
                    <a:pt x="52" y="655"/>
                  </a:lnTo>
                  <a:lnTo>
                    <a:pt x="73" y="657"/>
                  </a:lnTo>
                  <a:lnTo>
                    <a:pt x="95" y="659"/>
                  </a:lnTo>
                  <a:lnTo>
                    <a:pt x="119" y="661"/>
                  </a:lnTo>
                  <a:lnTo>
                    <a:pt x="145" y="661"/>
                  </a:lnTo>
                  <a:lnTo>
                    <a:pt x="152" y="661"/>
                  </a:lnTo>
                  <a:lnTo>
                    <a:pt x="153" y="656"/>
                  </a:lnTo>
                  <a:lnTo>
                    <a:pt x="164" y="609"/>
                  </a:lnTo>
                  <a:lnTo>
                    <a:pt x="174" y="563"/>
                  </a:lnTo>
                  <a:lnTo>
                    <a:pt x="184" y="518"/>
                  </a:lnTo>
                  <a:lnTo>
                    <a:pt x="196" y="474"/>
                  </a:lnTo>
                  <a:lnTo>
                    <a:pt x="208" y="431"/>
                  </a:lnTo>
                  <a:lnTo>
                    <a:pt x="220" y="391"/>
                  </a:lnTo>
                  <a:lnTo>
                    <a:pt x="233" y="351"/>
                  </a:lnTo>
                  <a:lnTo>
                    <a:pt x="246" y="312"/>
                  </a:lnTo>
                  <a:lnTo>
                    <a:pt x="260" y="275"/>
                  </a:lnTo>
                  <a:lnTo>
                    <a:pt x="273" y="240"/>
                  </a:lnTo>
                  <a:lnTo>
                    <a:pt x="287" y="205"/>
                  </a:lnTo>
                  <a:lnTo>
                    <a:pt x="301" y="172"/>
                  </a:lnTo>
                  <a:lnTo>
                    <a:pt x="317" y="142"/>
                  </a:lnTo>
                  <a:lnTo>
                    <a:pt x="332" y="113"/>
                  </a:lnTo>
                  <a:lnTo>
                    <a:pt x="347" y="85"/>
                  </a:lnTo>
                  <a:lnTo>
                    <a:pt x="363" y="60"/>
                  </a:lnTo>
                  <a:lnTo>
                    <a:pt x="373" y="46"/>
                  </a:lnTo>
                  <a:lnTo>
                    <a:pt x="383" y="34"/>
                  </a:lnTo>
                  <a:lnTo>
                    <a:pt x="395" y="23"/>
                  </a:lnTo>
                  <a:lnTo>
                    <a:pt x="407" y="15"/>
                  </a:lnTo>
                  <a:lnTo>
                    <a:pt x="420" y="9"/>
                  </a:lnTo>
                  <a:lnTo>
                    <a:pt x="434" y="4"/>
                  </a:lnTo>
                  <a:lnTo>
                    <a:pt x="448" y="1"/>
                  </a:lnTo>
                  <a:lnTo>
                    <a:pt x="463" y="0"/>
                  </a:lnTo>
                  <a:lnTo>
                    <a:pt x="475" y="1"/>
                  </a:lnTo>
                  <a:lnTo>
                    <a:pt x="488" y="3"/>
                  </a:lnTo>
                  <a:lnTo>
                    <a:pt x="500" y="5"/>
                  </a:lnTo>
                  <a:lnTo>
                    <a:pt x="514" y="10"/>
                  </a:lnTo>
                  <a:lnTo>
                    <a:pt x="527" y="15"/>
                  </a:lnTo>
                  <a:lnTo>
                    <a:pt x="541" y="21"/>
                  </a:lnTo>
                  <a:lnTo>
                    <a:pt x="554" y="29"/>
                  </a:lnTo>
                  <a:lnTo>
                    <a:pt x="569" y="39"/>
                  </a:lnTo>
                  <a:lnTo>
                    <a:pt x="580" y="47"/>
                  </a:lnTo>
                  <a:lnTo>
                    <a:pt x="589" y="55"/>
                  </a:lnTo>
                  <a:lnTo>
                    <a:pt x="598" y="64"/>
                  </a:lnTo>
                  <a:lnTo>
                    <a:pt x="606" y="74"/>
                  </a:lnTo>
                  <a:lnTo>
                    <a:pt x="612" y="84"/>
                  </a:lnTo>
                  <a:lnTo>
                    <a:pt x="619" y="95"/>
                  </a:lnTo>
                  <a:lnTo>
                    <a:pt x="624" y="105"/>
                  </a:lnTo>
                  <a:lnTo>
                    <a:pt x="627" y="115"/>
                  </a:lnTo>
                  <a:lnTo>
                    <a:pt x="630" y="126"/>
                  </a:lnTo>
                  <a:lnTo>
                    <a:pt x="632" y="136"/>
                  </a:lnTo>
                  <a:lnTo>
                    <a:pt x="633" y="146"/>
                  </a:lnTo>
                  <a:lnTo>
                    <a:pt x="634" y="156"/>
                  </a:lnTo>
                  <a:lnTo>
                    <a:pt x="633" y="165"/>
                  </a:lnTo>
                  <a:lnTo>
                    <a:pt x="632" y="173"/>
                  </a:lnTo>
                  <a:lnTo>
                    <a:pt x="630" y="181"/>
                  </a:lnTo>
                  <a:lnTo>
                    <a:pt x="627" y="188"/>
                  </a:lnTo>
                  <a:lnTo>
                    <a:pt x="624" y="194"/>
                  </a:lnTo>
                  <a:lnTo>
                    <a:pt x="621" y="200"/>
                  </a:lnTo>
                  <a:lnTo>
                    <a:pt x="617" y="204"/>
                  </a:lnTo>
                  <a:lnTo>
                    <a:pt x="613" y="208"/>
                  </a:lnTo>
                  <a:lnTo>
                    <a:pt x="609" y="210"/>
                  </a:lnTo>
                  <a:lnTo>
                    <a:pt x="606" y="213"/>
                  </a:lnTo>
                  <a:lnTo>
                    <a:pt x="602" y="214"/>
                  </a:lnTo>
                  <a:lnTo>
                    <a:pt x="598" y="214"/>
                  </a:lnTo>
                  <a:lnTo>
                    <a:pt x="595" y="214"/>
                  </a:lnTo>
                  <a:lnTo>
                    <a:pt x="592" y="213"/>
                  </a:lnTo>
                  <a:lnTo>
                    <a:pt x="589" y="211"/>
                  </a:lnTo>
                  <a:lnTo>
                    <a:pt x="587" y="209"/>
                  </a:lnTo>
                  <a:lnTo>
                    <a:pt x="582" y="203"/>
                  </a:lnTo>
                  <a:lnTo>
                    <a:pt x="578" y="195"/>
                  </a:lnTo>
                  <a:lnTo>
                    <a:pt x="573" y="182"/>
                  </a:lnTo>
                  <a:lnTo>
                    <a:pt x="567" y="172"/>
                  </a:lnTo>
                  <a:lnTo>
                    <a:pt x="559" y="163"/>
                  </a:lnTo>
                  <a:lnTo>
                    <a:pt x="552" y="155"/>
                  </a:lnTo>
                  <a:lnTo>
                    <a:pt x="544" y="150"/>
                  </a:lnTo>
                  <a:lnTo>
                    <a:pt x="535" y="146"/>
                  </a:lnTo>
                  <a:lnTo>
                    <a:pt x="525" y="144"/>
                  </a:lnTo>
                  <a:lnTo>
                    <a:pt x="515" y="144"/>
                  </a:lnTo>
                  <a:lnTo>
                    <a:pt x="509" y="144"/>
                  </a:lnTo>
                  <a:lnTo>
                    <a:pt x="503" y="145"/>
                  </a:lnTo>
                  <a:lnTo>
                    <a:pt x="499" y="147"/>
                  </a:lnTo>
                  <a:lnTo>
                    <a:pt x="494" y="149"/>
                  </a:lnTo>
                  <a:lnTo>
                    <a:pt x="486" y="154"/>
                  </a:lnTo>
                  <a:lnTo>
                    <a:pt x="478" y="161"/>
                  </a:lnTo>
                  <a:lnTo>
                    <a:pt x="471" y="170"/>
                  </a:lnTo>
                  <a:lnTo>
                    <a:pt x="464" y="180"/>
                  </a:lnTo>
                  <a:lnTo>
                    <a:pt x="457" y="193"/>
                  </a:lnTo>
                  <a:lnTo>
                    <a:pt x="451" y="206"/>
                  </a:lnTo>
                  <a:lnTo>
                    <a:pt x="432" y="252"/>
                  </a:lnTo>
                  <a:lnTo>
                    <a:pt x="414" y="300"/>
                  </a:lnTo>
                  <a:lnTo>
                    <a:pt x="396" y="351"/>
                  </a:lnTo>
                  <a:lnTo>
                    <a:pt x="378" y="405"/>
                  </a:lnTo>
                  <a:lnTo>
                    <a:pt x="362" y="461"/>
                  </a:lnTo>
                  <a:lnTo>
                    <a:pt x="345" y="519"/>
                  </a:lnTo>
                  <a:lnTo>
                    <a:pt x="331" y="579"/>
                  </a:lnTo>
                  <a:lnTo>
                    <a:pt x="316" y="641"/>
                  </a:lnTo>
                  <a:lnTo>
                    <a:pt x="315" y="649"/>
                  </a:lnTo>
                  <a:lnTo>
                    <a:pt x="323" y="648"/>
                  </a:lnTo>
                  <a:lnTo>
                    <a:pt x="354" y="643"/>
                  </a:lnTo>
                  <a:lnTo>
                    <a:pt x="388" y="638"/>
                  </a:lnTo>
                  <a:lnTo>
                    <a:pt x="422" y="633"/>
                  </a:lnTo>
                  <a:lnTo>
                    <a:pt x="455" y="625"/>
                  </a:lnTo>
                  <a:lnTo>
                    <a:pt x="490" y="619"/>
                  </a:lnTo>
                  <a:lnTo>
                    <a:pt x="525" y="611"/>
                  </a:lnTo>
                  <a:lnTo>
                    <a:pt x="559" y="604"/>
                  </a:lnTo>
                  <a:lnTo>
                    <a:pt x="594" y="595"/>
                  </a:lnTo>
                  <a:lnTo>
                    <a:pt x="595" y="595"/>
                  </a:lnTo>
                  <a:lnTo>
                    <a:pt x="596" y="594"/>
                  </a:lnTo>
                  <a:lnTo>
                    <a:pt x="608" y="583"/>
                  </a:lnTo>
                  <a:lnTo>
                    <a:pt x="622" y="571"/>
                  </a:lnTo>
                  <a:lnTo>
                    <a:pt x="636" y="561"/>
                  </a:lnTo>
                  <a:lnTo>
                    <a:pt x="650" y="551"/>
                  </a:lnTo>
                  <a:lnTo>
                    <a:pt x="666" y="542"/>
                  </a:lnTo>
                  <a:lnTo>
                    <a:pt x="681" y="534"/>
                  </a:lnTo>
                  <a:lnTo>
                    <a:pt x="696" y="525"/>
                  </a:lnTo>
                  <a:lnTo>
                    <a:pt x="712" y="518"/>
                  </a:lnTo>
                  <a:lnTo>
                    <a:pt x="730" y="511"/>
                  </a:lnTo>
                  <a:lnTo>
                    <a:pt x="746" y="506"/>
                  </a:lnTo>
                  <a:lnTo>
                    <a:pt x="762" y="501"/>
                  </a:lnTo>
                  <a:lnTo>
                    <a:pt x="780" y="497"/>
                  </a:lnTo>
                  <a:lnTo>
                    <a:pt x="796" y="493"/>
                  </a:lnTo>
                  <a:lnTo>
                    <a:pt x="812" y="491"/>
                  </a:lnTo>
                  <a:lnTo>
                    <a:pt x="829" y="490"/>
                  </a:lnTo>
                  <a:lnTo>
                    <a:pt x="844" y="489"/>
                  </a:lnTo>
                  <a:lnTo>
                    <a:pt x="891" y="544"/>
                  </a:lnTo>
                  <a:lnTo>
                    <a:pt x="840" y="5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98" name="Freeform 48"/>
            <p:cNvSpPr>
              <a:spLocks/>
            </p:cNvSpPr>
            <p:nvPr userDrawn="1"/>
          </p:nvSpPr>
          <p:spPr bwMode="gray">
            <a:xfrm>
              <a:off x="6540" y="596"/>
              <a:ext cx="34" cy="32"/>
            </a:xfrm>
            <a:custGeom>
              <a:avLst/>
              <a:gdLst>
                <a:gd name="T0" fmla="*/ 255 w 405"/>
                <a:gd name="T1" fmla="*/ 101 h 383"/>
                <a:gd name="T2" fmla="*/ 269 w 405"/>
                <a:gd name="T3" fmla="*/ 105 h 383"/>
                <a:gd name="T4" fmla="*/ 281 w 405"/>
                <a:gd name="T5" fmla="*/ 113 h 383"/>
                <a:gd name="T6" fmla="*/ 289 w 405"/>
                <a:gd name="T7" fmla="*/ 122 h 383"/>
                <a:gd name="T8" fmla="*/ 293 w 405"/>
                <a:gd name="T9" fmla="*/ 132 h 383"/>
                <a:gd name="T10" fmla="*/ 294 w 405"/>
                <a:gd name="T11" fmla="*/ 143 h 383"/>
                <a:gd name="T12" fmla="*/ 290 w 405"/>
                <a:gd name="T13" fmla="*/ 159 h 383"/>
                <a:gd name="T14" fmla="*/ 277 w 405"/>
                <a:gd name="T15" fmla="*/ 177 h 383"/>
                <a:gd name="T16" fmla="*/ 254 w 405"/>
                <a:gd name="T17" fmla="*/ 199 h 383"/>
                <a:gd name="T18" fmla="*/ 221 w 405"/>
                <a:gd name="T19" fmla="*/ 224 h 383"/>
                <a:gd name="T20" fmla="*/ 182 w 405"/>
                <a:gd name="T21" fmla="*/ 249 h 383"/>
                <a:gd name="T22" fmla="*/ 136 w 405"/>
                <a:gd name="T23" fmla="*/ 275 h 383"/>
                <a:gd name="T24" fmla="*/ 99 w 405"/>
                <a:gd name="T25" fmla="*/ 294 h 383"/>
                <a:gd name="T26" fmla="*/ 95 w 405"/>
                <a:gd name="T27" fmla="*/ 383 h 383"/>
                <a:gd name="T28" fmla="*/ 141 w 405"/>
                <a:gd name="T29" fmla="*/ 362 h 383"/>
                <a:gd name="T30" fmla="*/ 223 w 405"/>
                <a:gd name="T31" fmla="*/ 322 h 383"/>
                <a:gd name="T32" fmla="*/ 279 w 405"/>
                <a:gd name="T33" fmla="*/ 289 h 383"/>
                <a:gd name="T34" fmla="*/ 312 w 405"/>
                <a:gd name="T35" fmla="*/ 268 h 383"/>
                <a:gd name="T36" fmla="*/ 341 w 405"/>
                <a:gd name="T37" fmla="*/ 244 h 383"/>
                <a:gd name="T38" fmla="*/ 367 w 405"/>
                <a:gd name="T39" fmla="*/ 221 h 383"/>
                <a:gd name="T40" fmla="*/ 384 w 405"/>
                <a:gd name="T41" fmla="*/ 200 h 383"/>
                <a:gd name="T42" fmla="*/ 394 w 405"/>
                <a:gd name="T43" fmla="*/ 183 h 383"/>
                <a:gd name="T44" fmla="*/ 401 w 405"/>
                <a:gd name="T45" fmla="*/ 167 h 383"/>
                <a:gd name="T46" fmla="*/ 404 w 405"/>
                <a:gd name="T47" fmla="*/ 150 h 383"/>
                <a:gd name="T48" fmla="*/ 405 w 405"/>
                <a:gd name="T49" fmla="*/ 129 h 383"/>
                <a:gd name="T50" fmla="*/ 400 w 405"/>
                <a:gd name="T51" fmla="*/ 103 h 383"/>
                <a:gd name="T52" fmla="*/ 390 w 405"/>
                <a:gd name="T53" fmla="*/ 83 h 383"/>
                <a:gd name="T54" fmla="*/ 378 w 405"/>
                <a:gd name="T55" fmla="*/ 65 h 383"/>
                <a:gd name="T56" fmla="*/ 363 w 405"/>
                <a:gd name="T57" fmla="*/ 48 h 383"/>
                <a:gd name="T58" fmla="*/ 344 w 405"/>
                <a:gd name="T59" fmla="*/ 34 h 383"/>
                <a:gd name="T60" fmla="*/ 324 w 405"/>
                <a:gd name="T61" fmla="*/ 22 h 383"/>
                <a:gd name="T62" fmla="*/ 302 w 405"/>
                <a:gd name="T63" fmla="*/ 12 h 383"/>
                <a:gd name="T64" fmla="*/ 281 w 405"/>
                <a:gd name="T65" fmla="*/ 4 h 383"/>
                <a:gd name="T66" fmla="*/ 259 w 405"/>
                <a:gd name="T67" fmla="*/ 1 h 383"/>
                <a:gd name="T68" fmla="*/ 198 w 405"/>
                <a:gd name="T69" fmla="*/ 59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05" h="383">
                  <a:moveTo>
                    <a:pt x="247" y="101"/>
                  </a:moveTo>
                  <a:lnTo>
                    <a:pt x="255" y="101"/>
                  </a:lnTo>
                  <a:lnTo>
                    <a:pt x="262" y="103"/>
                  </a:lnTo>
                  <a:lnTo>
                    <a:pt x="269" y="105"/>
                  </a:lnTo>
                  <a:lnTo>
                    <a:pt x="275" y="109"/>
                  </a:lnTo>
                  <a:lnTo>
                    <a:pt x="281" y="113"/>
                  </a:lnTo>
                  <a:lnTo>
                    <a:pt x="285" y="117"/>
                  </a:lnTo>
                  <a:lnTo>
                    <a:pt x="289" y="122"/>
                  </a:lnTo>
                  <a:lnTo>
                    <a:pt x="292" y="127"/>
                  </a:lnTo>
                  <a:lnTo>
                    <a:pt x="293" y="132"/>
                  </a:lnTo>
                  <a:lnTo>
                    <a:pt x="294" y="137"/>
                  </a:lnTo>
                  <a:lnTo>
                    <a:pt x="294" y="143"/>
                  </a:lnTo>
                  <a:lnTo>
                    <a:pt x="292" y="150"/>
                  </a:lnTo>
                  <a:lnTo>
                    <a:pt x="290" y="159"/>
                  </a:lnTo>
                  <a:lnTo>
                    <a:pt x="285" y="168"/>
                  </a:lnTo>
                  <a:lnTo>
                    <a:pt x="277" y="177"/>
                  </a:lnTo>
                  <a:lnTo>
                    <a:pt x="268" y="187"/>
                  </a:lnTo>
                  <a:lnTo>
                    <a:pt x="254" y="199"/>
                  </a:lnTo>
                  <a:lnTo>
                    <a:pt x="238" y="212"/>
                  </a:lnTo>
                  <a:lnTo>
                    <a:pt x="221" y="224"/>
                  </a:lnTo>
                  <a:lnTo>
                    <a:pt x="203" y="237"/>
                  </a:lnTo>
                  <a:lnTo>
                    <a:pt x="182" y="249"/>
                  </a:lnTo>
                  <a:lnTo>
                    <a:pt x="160" y="263"/>
                  </a:lnTo>
                  <a:lnTo>
                    <a:pt x="136" y="275"/>
                  </a:lnTo>
                  <a:lnTo>
                    <a:pt x="111" y="288"/>
                  </a:lnTo>
                  <a:lnTo>
                    <a:pt x="99" y="294"/>
                  </a:lnTo>
                  <a:lnTo>
                    <a:pt x="0" y="370"/>
                  </a:lnTo>
                  <a:lnTo>
                    <a:pt x="95" y="383"/>
                  </a:lnTo>
                  <a:lnTo>
                    <a:pt x="99" y="381"/>
                  </a:lnTo>
                  <a:lnTo>
                    <a:pt x="141" y="362"/>
                  </a:lnTo>
                  <a:lnTo>
                    <a:pt x="183" y="342"/>
                  </a:lnTo>
                  <a:lnTo>
                    <a:pt x="223" y="322"/>
                  </a:lnTo>
                  <a:lnTo>
                    <a:pt x="261" y="300"/>
                  </a:lnTo>
                  <a:lnTo>
                    <a:pt x="279" y="289"/>
                  </a:lnTo>
                  <a:lnTo>
                    <a:pt x="295" y="279"/>
                  </a:lnTo>
                  <a:lnTo>
                    <a:pt x="312" y="268"/>
                  </a:lnTo>
                  <a:lnTo>
                    <a:pt x="327" y="257"/>
                  </a:lnTo>
                  <a:lnTo>
                    <a:pt x="341" y="244"/>
                  </a:lnTo>
                  <a:lnTo>
                    <a:pt x="354" y="233"/>
                  </a:lnTo>
                  <a:lnTo>
                    <a:pt x="367" y="221"/>
                  </a:lnTo>
                  <a:lnTo>
                    <a:pt x="377" y="210"/>
                  </a:lnTo>
                  <a:lnTo>
                    <a:pt x="384" y="200"/>
                  </a:lnTo>
                  <a:lnTo>
                    <a:pt x="389" y="192"/>
                  </a:lnTo>
                  <a:lnTo>
                    <a:pt x="394" y="183"/>
                  </a:lnTo>
                  <a:lnTo>
                    <a:pt x="398" y="175"/>
                  </a:lnTo>
                  <a:lnTo>
                    <a:pt x="401" y="167"/>
                  </a:lnTo>
                  <a:lnTo>
                    <a:pt x="403" y="159"/>
                  </a:lnTo>
                  <a:lnTo>
                    <a:pt x="404" y="150"/>
                  </a:lnTo>
                  <a:lnTo>
                    <a:pt x="405" y="143"/>
                  </a:lnTo>
                  <a:lnTo>
                    <a:pt x="405" y="129"/>
                  </a:lnTo>
                  <a:lnTo>
                    <a:pt x="403" y="116"/>
                  </a:lnTo>
                  <a:lnTo>
                    <a:pt x="400" y="103"/>
                  </a:lnTo>
                  <a:lnTo>
                    <a:pt x="395" y="92"/>
                  </a:lnTo>
                  <a:lnTo>
                    <a:pt x="390" y="83"/>
                  </a:lnTo>
                  <a:lnTo>
                    <a:pt x="385" y="74"/>
                  </a:lnTo>
                  <a:lnTo>
                    <a:pt x="378" y="65"/>
                  </a:lnTo>
                  <a:lnTo>
                    <a:pt x="371" y="56"/>
                  </a:lnTo>
                  <a:lnTo>
                    <a:pt x="363" y="48"/>
                  </a:lnTo>
                  <a:lnTo>
                    <a:pt x="353" y="40"/>
                  </a:lnTo>
                  <a:lnTo>
                    <a:pt x="344" y="34"/>
                  </a:lnTo>
                  <a:lnTo>
                    <a:pt x="334" y="27"/>
                  </a:lnTo>
                  <a:lnTo>
                    <a:pt x="324" y="22"/>
                  </a:lnTo>
                  <a:lnTo>
                    <a:pt x="314" y="16"/>
                  </a:lnTo>
                  <a:lnTo>
                    <a:pt x="302" y="12"/>
                  </a:lnTo>
                  <a:lnTo>
                    <a:pt x="292" y="7"/>
                  </a:lnTo>
                  <a:lnTo>
                    <a:pt x="281" y="4"/>
                  </a:lnTo>
                  <a:lnTo>
                    <a:pt x="270" y="2"/>
                  </a:lnTo>
                  <a:lnTo>
                    <a:pt x="259" y="1"/>
                  </a:lnTo>
                  <a:lnTo>
                    <a:pt x="247" y="0"/>
                  </a:lnTo>
                  <a:lnTo>
                    <a:pt x="198" y="59"/>
                  </a:lnTo>
                  <a:lnTo>
                    <a:pt x="247" y="10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99" name="Freeform 49"/>
            <p:cNvSpPr>
              <a:spLocks/>
            </p:cNvSpPr>
            <p:nvPr userDrawn="1"/>
          </p:nvSpPr>
          <p:spPr bwMode="gray">
            <a:xfrm>
              <a:off x="6473" y="596"/>
              <a:ext cx="191" cy="122"/>
            </a:xfrm>
            <a:custGeom>
              <a:avLst/>
              <a:gdLst>
                <a:gd name="T0" fmla="*/ 982 w 2289"/>
                <a:gd name="T1" fmla="*/ 130 h 1460"/>
                <a:gd name="T2" fmla="*/ 920 w 2289"/>
                <a:gd name="T3" fmla="*/ 214 h 1460"/>
                <a:gd name="T4" fmla="*/ 891 w 2289"/>
                <a:gd name="T5" fmla="*/ 387 h 1460"/>
                <a:gd name="T6" fmla="*/ 936 w 2289"/>
                <a:gd name="T7" fmla="*/ 481 h 1460"/>
                <a:gd name="T8" fmla="*/ 1034 w 2289"/>
                <a:gd name="T9" fmla="*/ 514 h 1460"/>
                <a:gd name="T10" fmla="*/ 1200 w 2289"/>
                <a:gd name="T11" fmla="*/ 464 h 1460"/>
                <a:gd name="T12" fmla="*/ 1394 w 2289"/>
                <a:gd name="T13" fmla="*/ 312 h 1460"/>
                <a:gd name="T14" fmla="*/ 1433 w 2289"/>
                <a:gd name="T15" fmla="*/ 157 h 1460"/>
                <a:gd name="T16" fmla="*/ 1486 w 2289"/>
                <a:gd name="T17" fmla="*/ 59 h 1460"/>
                <a:gd name="T18" fmla="*/ 1544 w 2289"/>
                <a:gd name="T19" fmla="*/ 51 h 1460"/>
                <a:gd name="T20" fmla="*/ 1625 w 2289"/>
                <a:gd name="T21" fmla="*/ 91 h 1460"/>
                <a:gd name="T22" fmla="*/ 1634 w 2289"/>
                <a:gd name="T23" fmla="*/ 139 h 1460"/>
                <a:gd name="T24" fmla="*/ 1565 w 2289"/>
                <a:gd name="T25" fmla="*/ 346 h 1460"/>
                <a:gd name="T26" fmla="*/ 1568 w 2289"/>
                <a:gd name="T27" fmla="*/ 436 h 1460"/>
                <a:gd name="T28" fmla="*/ 1616 w 2289"/>
                <a:gd name="T29" fmla="*/ 424 h 1460"/>
                <a:gd name="T30" fmla="*/ 1755 w 2289"/>
                <a:gd name="T31" fmla="*/ 283 h 1460"/>
                <a:gd name="T32" fmla="*/ 1888 w 2289"/>
                <a:gd name="T33" fmla="*/ 183 h 1460"/>
                <a:gd name="T34" fmla="*/ 1988 w 2289"/>
                <a:gd name="T35" fmla="*/ 199 h 1460"/>
                <a:gd name="T36" fmla="*/ 2063 w 2289"/>
                <a:gd name="T37" fmla="*/ 256 h 1460"/>
                <a:gd name="T38" fmla="*/ 2136 w 2289"/>
                <a:gd name="T39" fmla="*/ 408 h 1460"/>
                <a:gd name="T40" fmla="*/ 2229 w 2289"/>
                <a:gd name="T41" fmla="*/ 531 h 1460"/>
                <a:gd name="T42" fmla="*/ 2287 w 2289"/>
                <a:gd name="T43" fmla="*/ 580 h 1460"/>
                <a:gd name="T44" fmla="*/ 2259 w 2289"/>
                <a:gd name="T45" fmla="*/ 612 h 1460"/>
                <a:gd name="T46" fmla="*/ 2126 w 2289"/>
                <a:gd name="T47" fmla="*/ 583 h 1460"/>
                <a:gd name="T48" fmla="*/ 1973 w 2289"/>
                <a:gd name="T49" fmla="*/ 441 h 1460"/>
                <a:gd name="T50" fmla="*/ 1884 w 2289"/>
                <a:gd name="T51" fmla="*/ 335 h 1460"/>
                <a:gd name="T52" fmla="*/ 1759 w 2289"/>
                <a:gd name="T53" fmla="*/ 434 h 1460"/>
                <a:gd name="T54" fmla="*/ 1620 w 2289"/>
                <a:gd name="T55" fmla="*/ 580 h 1460"/>
                <a:gd name="T56" fmla="*/ 1534 w 2289"/>
                <a:gd name="T57" fmla="*/ 588 h 1460"/>
                <a:gd name="T58" fmla="*/ 1425 w 2289"/>
                <a:gd name="T59" fmla="*/ 523 h 1460"/>
                <a:gd name="T60" fmla="*/ 1351 w 2289"/>
                <a:gd name="T61" fmla="*/ 466 h 1460"/>
                <a:gd name="T62" fmla="*/ 1157 w 2289"/>
                <a:gd name="T63" fmla="*/ 584 h 1460"/>
                <a:gd name="T64" fmla="*/ 993 w 2289"/>
                <a:gd name="T65" fmla="*/ 613 h 1460"/>
                <a:gd name="T66" fmla="*/ 823 w 2289"/>
                <a:gd name="T67" fmla="*/ 555 h 1460"/>
                <a:gd name="T68" fmla="*/ 720 w 2289"/>
                <a:gd name="T69" fmla="*/ 457 h 1460"/>
                <a:gd name="T70" fmla="*/ 448 w 2289"/>
                <a:gd name="T71" fmla="*/ 594 h 1460"/>
                <a:gd name="T72" fmla="*/ 392 w 2289"/>
                <a:gd name="T73" fmla="*/ 862 h 1460"/>
                <a:gd name="T74" fmla="*/ 328 w 2289"/>
                <a:gd name="T75" fmla="*/ 1161 h 1460"/>
                <a:gd name="T76" fmla="*/ 215 w 2289"/>
                <a:gd name="T77" fmla="*/ 1376 h 1460"/>
                <a:gd name="T78" fmla="*/ 114 w 2289"/>
                <a:gd name="T79" fmla="*/ 1448 h 1460"/>
                <a:gd name="T80" fmla="*/ 0 w 2289"/>
                <a:gd name="T81" fmla="*/ 1423 h 1460"/>
                <a:gd name="T82" fmla="*/ 95 w 2289"/>
                <a:gd name="T83" fmla="*/ 1349 h 1460"/>
                <a:gd name="T84" fmla="*/ 163 w 2289"/>
                <a:gd name="T85" fmla="*/ 1228 h 1460"/>
                <a:gd name="T86" fmla="*/ 213 w 2289"/>
                <a:gd name="T87" fmla="*/ 1035 h 1460"/>
                <a:gd name="T88" fmla="*/ 240 w 2289"/>
                <a:gd name="T89" fmla="*/ 617 h 1460"/>
                <a:gd name="T90" fmla="*/ 195 w 2289"/>
                <a:gd name="T91" fmla="*/ 511 h 1460"/>
                <a:gd name="T92" fmla="*/ 92 w 2289"/>
                <a:gd name="T93" fmla="*/ 565 h 1460"/>
                <a:gd name="T94" fmla="*/ 143 w 2289"/>
                <a:gd name="T95" fmla="*/ 433 h 1460"/>
                <a:gd name="T96" fmla="*/ 254 w 2289"/>
                <a:gd name="T97" fmla="*/ 332 h 1460"/>
                <a:gd name="T98" fmla="*/ 297 w 2289"/>
                <a:gd name="T99" fmla="*/ 230 h 1460"/>
                <a:gd name="T100" fmla="*/ 267 w 2289"/>
                <a:gd name="T101" fmla="*/ 178 h 1460"/>
                <a:gd name="T102" fmla="*/ 261 w 2289"/>
                <a:gd name="T103" fmla="*/ 74 h 1460"/>
                <a:gd name="T104" fmla="*/ 335 w 2289"/>
                <a:gd name="T105" fmla="*/ 118 h 1460"/>
                <a:gd name="T106" fmla="*/ 398 w 2289"/>
                <a:gd name="T107" fmla="*/ 108 h 1460"/>
                <a:gd name="T108" fmla="*/ 489 w 2289"/>
                <a:gd name="T109" fmla="*/ 137 h 1460"/>
                <a:gd name="T110" fmla="*/ 505 w 2289"/>
                <a:gd name="T111" fmla="*/ 181 h 1460"/>
                <a:gd name="T112" fmla="*/ 456 w 2289"/>
                <a:gd name="T113" fmla="*/ 322 h 1460"/>
                <a:gd name="T114" fmla="*/ 427 w 2289"/>
                <a:gd name="T115" fmla="*/ 510 h 1460"/>
                <a:gd name="T116" fmla="*/ 690 w 2289"/>
                <a:gd name="T117" fmla="*/ 385 h 1460"/>
                <a:gd name="T118" fmla="*/ 720 w 2289"/>
                <a:gd name="T119" fmla="*/ 256 h 1460"/>
                <a:gd name="T120" fmla="*/ 812 w 2289"/>
                <a:gd name="T121" fmla="*/ 126 h 1460"/>
                <a:gd name="T122" fmla="*/ 957 w 2289"/>
                <a:gd name="T123" fmla="*/ 26 h 1460"/>
                <a:gd name="T124" fmla="*/ 1042 w 2289"/>
                <a:gd name="T125" fmla="*/ 101 h 14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289" h="1460">
                  <a:moveTo>
                    <a:pt x="1042" y="101"/>
                  </a:moveTo>
                  <a:lnTo>
                    <a:pt x="1034" y="101"/>
                  </a:lnTo>
                  <a:lnTo>
                    <a:pt x="1027" y="103"/>
                  </a:lnTo>
                  <a:lnTo>
                    <a:pt x="1020" y="105"/>
                  </a:lnTo>
                  <a:lnTo>
                    <a:pt x="1013" y="109"/>
                  </a:lnTo>
                  <a:lnTo>
                    <a:pt x="1003" y="116"/>
                  </a:lnTo>
                  <a:lnTo>
                    <a:pt x="992" y="122"/>
                  </a:lnTo>
                  <a:lnTo>
                    <a:pt x="982" y="130"/>
                  </a:lnTo>
                  <a:lnTo>
                    <a:pt x="973" y="138"/>
                  </a:lnTo>
                  <a:lnTo>
                    <a:pt x="964" y="147"/>
                  </a:lnTo>
                  <a:lnTo>
                    <a:pt x="956" y="158"/>
                  </a:lnTo>
                  <a:lnTo>
                    <a:pt x="948" y="168"/>
                  </a:lnTo>
                  <a:lnTo>
                    <a:pt x="939" y="178"/>
                  </a:lnTo>
                  <a:lnTo>
                    <a:pt x="932" y="189"/>
                  </a:lnTo>
                  <a:lnTo>
                    <a:pt x="926" y="201"/>
                  </a:lnTo>
                  <a:lnTo>
                    <a:pt x="920" y="214"/>
                  </a:lnTo>
                  <a:lnTo>
                    <a:pt x="914" y="226"/>
                  </a:lnTo>
                  <a:lnTo>
                    <a:pt x="909" y="239"/>
                  </a:lnTo>
                  <a:lnTo>
                    <a:pt x="905" y="253"/>
                  </a:lnTo>
                  <a:lnTo>
                    <a:pt x="901" y="268"/>
                  </a:lnTo>
                  <a:lnTo>
                    <a:pt x="898" y="282"/>
                  </a:lnTo>
                  <a:lnTo>
                    <a:pt x="894" y="294"/>
                  </a:lnTo>
                  <a:lnTo>
                    <a:pt x="890" y="383"/>
                  </a:lnTo>
                  <a:lnTo>
                    <a:pt x="891" y="387"/>
                  </a:lnTo>
                  <a:lnTo>
                    <a:pt x="893" y="401"/>
                  </a:lnTo>
                  <a:lnTo>
                    <a:pt x="898" y="416"/>
                  </a:lnTo>
                  <a:lnTo>
                    <a:pt x="902" y="429"/>
                  </a:lnTo>
                  <a:lnTo>
                    <a:pt x="907" y="441"/>
                  </a:lnTo>
                  <a:lnTo>
                    <a:pt x="913" y="453"/>
                  </a:lnTo>
                  <a:lnTo>
                    <a:pt x="920" y="463"/>
                  </a:lnTo>
                  <a:lnTo>
                    <a:pt x="928" y="472"/>
                  </a:lnTo>
                  <a:lnTo>
                    <a:pt x="936" y="481"/>
                  </a:lnTo>
                  <a:lnTo>
                    <a:pt x="947" y="488"/>
                  </a:lnTo>
                  <a:lnTo>
                    <a:pt x="957" y="495"/>
                  </a:lnTo>
                  <a:lnTo>
                    <a:pt x="968" y="500"/>
                  </a:lnTo>
                  <a:lnTo>
                    <a:pt x="979" y="506"/>
                  </a:lnTo>
                  <a:lnTo>
                    <a:pt x="992" y="510"/>
                  </a:lnTo>
                  <a:lnTo>
                    <a:pt x="1006" y="512"/>
                  </a:lnTo>
                  <a:lnTo>
                    <a:pt x="1019" y="514"/>
                  </a:lnTo>
                  <a:lnTo>
                    <a:pt x="1034" y="514"/>
                  </a:lnTo>
                  <a:lnTo>
                    <a:pt x="1054" y="513"/>
                  </a:lnTo>
                  <a:lnTo>
                    <a:pt x="1073" y="511"/>
                  </a:lnTo>
                  <a:lnTo>
                    <a:pt x="1093" y="507"/>
                  </a:lnTo>
                  <a:lnTo>
                    <a:pt x="1114" y="501"/>
                  </a:lnTo>
                  <a:lnTo>
                    <a:pt x="1135" y="494"/>
                  </a:lnTo>
                  <a:lnTo>
                    <a:pt x="1157" y="485"/>
                  </a:lnTo>
                  <a:lnTo>
                    <a:pt x="1178" y="475"/>
                  </a:lnTo>
                  <a:lnTo>
                    <a:pt x="1200" y="464"/>
                  </a:lnTo>
                  <a:lnTo>
                    <a:pt x="1224" y="449"/>
                  </a:lnTo>
                  <a:lnTo>
                    <a:pt x="1246" y="435"/>
                  </a:lnTo>
                  <a:lnTo>
                    <a:pt x="1271" y="418"/>
                  </a:lnTo>
                  <a:lnTo>
                    <a:pt x="1294" y="400"/>
                  </a:lnTo>
                  <a:lnTo>
                    <a:pt x="1319" y="380"/>
                  </a:lnTo>
                  <a:lnTo>
                    <a:pt x="1343" y="359"/>
                  </a:lnTo>
                  <a:lnTo>
                    <a:pt x="1369" y="336"/>
                  </a:lnTo>
                  <a:lnTo>
                    <a:pt x="1394" y="312"/>
                  </a:lnTo>
                  <a:lnTo>
                    <a:pt x="1395" y="311"/>
                  </a:lnTo>
                  <a:lnTo>
                    <a:pt x="1396" y="309"/>
                  </a:lnTo>
                  <a:lnTo>
                    <a:pt x="1401" y="279"/>
                  </a:lnTo>
                  <a:lnTo>
                    <a:pt x="1407" y="252"/>
                  </a:lnTo>
                  <a:lnTo>
                    <a:pt x="1413" y="227"/>
                  </a:lnTo>
                  <a:lnTo>
                    <a:pt x="1419" y="203"/>
                  </a:lnTo>
                  <a:lnTo>
                    <a:pt x="1425" y="180"/>
                  </a:lnTo>
                  <a:lnTo>
                    <a:pt x="1433" y="157"/>
                  </a:lnTo>
                  <a:lnTo>
                    <a:pt x="1441" y="133"/>
                  </a:lnTo>
                  <a:lnTo>
                    <a:pt x="1450" y="110"/>
                  </a:lnTo>
                  <a:lnTo>
                    <a:pt x="1457" y="96"/>
                  </a:lnTo>
                  <a:lnTo>
                    <a:pt x="1463" y="84"/>
                  </a:lnTo>
                  <a:lnTo>
                    <a:pt x="1470" y="74"/>
                  </a:lnTo>
                  <a:lnTo>
                    <a:pt x="1477" y="65"/>
                  </a:lnTo>
                  <a:lnTo>
                    <a:pt x="1482" y="62"/>
                  </a:lnTo>
                  <a:lnTo>
                    <a:pt x="1486" y="59"/>
                  </a:lnTo>
                  <a:lnTo>
                    <a:pt x="1491" y="55"/>
                  </a:lnTo>
                  <a:lnTo>
                    <a:pt x="1496" y="52"/>
                  </a:lnTo>
                  <a:lnTo>
                    <a:pt x="1501" y="51"/>
                  </a:lnTo>
                  <a:lnTo>
                    <a:pt x="1508" y="49"/>
                  </a:lnTo>
                  <a:lnTo>
                    <a:pt x="1515" y="48"/>
                  </a:lnTo>
                  <a:lnTo>
                    <a:pt x="1521" y="48"/>
                  </a:lnTo>
                  <a:lnTo>
                    <a:pt x="1532" y="49"/>
                  </a:lnTo>
                  <a:lnTo>
                    <a:pt x="1544" y="51"/>
                  </a:lnTo>
                  <a:lnTo>
                    <a:pt x="1557" y="54"/>
                  </a:lnTo>
                  <a:lnTo>
                    <a:pt x="1573" y="59"/>
                  </a:lnTo>
                  <a:lnTo>
                    <a:pt x="1584" y="64"/>
                  </a:lnTo>
                  <a:lnTo>
                    <a:pt x="1594" y="68"/>
                  </a:lnTo>
                  <a:lnTo>
                    <a:pt x="1603" y="73"/>
                  </a:lnTo>
                  <a:lnTo>
                    <a:pt x="1612" y="79"/>
                  </a:lnTo>
                  <a:lnTo>
                    <a:pt x="1619" y="85"/>
                  </a:lnTo>
                  <a:lnTo>
                    <a:pt x="1625" y="91"/>
                  </a:lnTo>
                  <a:lnTo>
                    <a:pt x="1629" y="97"/>
                  </a:lnTo>
                  <a:lnTo>
                    <a:pt x="1633" y="104"/>
                  </a:lnTo>
                  <a:lnTo>
                    <a:pt x="1635" y="110"/>
                  </a:lnTo>
                  <a:lnTo>
                    <a:pt x="1636" y="116"/>
                  </a:lnTo>
                  <a:lnTo>
                    <a:pt x="1636" y="121"/>
                  </a:lnTo>
                  <a:lnTo>
                    <a:pt x="1636" y="127"/>
                  </a:lnTo>
                  <a:lnTo>
                    <a:pt x="1636" y="133"/>
                  </a:lnTo>
                  <a:lnTo>
                    <a:pt x="1634" y="139"/>
                  </a:lnTo>
                  <a:lnTo>
                    <a:pt x="1632" y="145"/>
                  </a:lnTo>
                  <a:lnTo>
                    <a:pt x="1630" y="151"/>
                  </a:lnTo>
                  <a:lnTo>
                    <a:pt x="1614" y="187"/>
                  </a:lnTo>
                  <a:lnTo>
                    <a:pt x="1599" y="222"/>
                  </a:lnTo>
                  <a:lnTo>
                    <a:pt x="1588" y="254"/>
                  </a:lnTo>
                  <a:lnTo>
                    <a:pt x="1579" y="286"/>
                  </a:lnTo>
                  <a:lnTo>
                    <a:pt x="1571" y="317"/>
                  </a:lnTo>
                  <a:lnTo>
                    <a:pt x="1565" y="346"/>
                  </a:lnTo>
                  <a:lnTo>
                    <a:pt x="1562" y="376"/>
                  </a:lnTo>
                  <a:lnTo>
                    <a:pt x="1560" y="406"/>
                  </a:lnTo>
                  <a:lnTo>
                    <a:pt x="1560" y="414"/>
                  </a:lnTo>
                  <a:lnTo>
                    <a:pt x="1561" y="422"/>
                  </a:lnTo>
                  <a:lnTo>
                    <a:pt x="1562" y="426"/>
                  </a:lnTo>
                  <a:lnTo>
                    <a:pt x="1563" y="430"/>
                  </a:lnTo>
                  <a:lnTo>
                    <a:pt x="1565" y="433"/>
                  </a:lnTo>
                  <a:lnTo>
                    <a:pt x="1568" y="436"/>
                  </a:lnTo>
                  <a:lnTo>
                    <a:pt x="1572" y="439"/>
                  </a:lnTo>
                  <a:lnTo>
                    <a:pt x="1576" y="441"/>
                  </a:lnTo>
                  <a:lnTo>
                    <a:pt x="1581" y="442"/>
                  </a:lnTo>
                  <a:lnTo>
                    <a:pt x="1587" y="441"/>
                  </a:lnTo>
                  <a:lnTo>
                    <a:pt x="1593" y="439"/>
                  </a:lnTo>
                  <a:lnTo>
                    <a:pt x="1600" y="435"/>
                  </a:lnTo>
                  <a:lnTo>
                    <a:pt x="1607" y="430"/>
                  </a:lnTo>
                  <a:lnTo>
                    <a:pt x="1616" y="424"/>
                  </a:lnTo>
                  <a:lnTo>
                    <a:pt x="1626" y="414"/>
                  </a:lnTo>
                  <a:lnTo>
                    <a:pt x="1639" y="401"/>
                  </a:lnTo>
                  <a:lnTo>
                    <a:pt x="1653" y="386"/>
                  </a:lnTo>
                  <a:lnTo>
                    <a:pt x="1670" y="369"/>
                  </a:lnTo>
                  <a:lnTo>
                    <a:pt x="1690" y="348"/>
                  </a:lnTo>
                  <a:lnTo>
                    <a:pt x="1710" y="327"/>
                  </a:lnTo>
                  <a:lnTo>
                    <a:pt x="1733" y="306"/>
                  </a:lnTo>
                  <a:lnTo>
                    <a:pt x="1755" y="283"/>
                  </a:lnTo>
                  <a:lnTo>
                    <a:pt x="1778" y="262"/>
                  </a:lnTo>
                  <a:lnTo>
                    <a:pt x="1801" y="242"/>
                  </a:lnTo>
                  <a:lnTo>
                    <a:pt x="1824" y="224"/>
                  </a:lnTo>
                  <a:lnTo>
                    <a:pt x="1845" y="208"/>
                  </a:lnTo>
                  <a:lnTo>
                    <a:pt x="1850" y="204"/>
                  </a:lnTo>
                  <a:lnTo>
                    <a:pt x="1865" y="195"/>
                  </a:lnTo>
                  <a:lnTo>
                    <a:pt x="1880" y="187"/>
                  </a:lnTo>
                  <a:lnTo>
                    <a:pt x="1888" y="183"/>
                  </a:lnTo>
                  <a:lnTo>
                    <a:pt x="1897" y="181"/>
                  </a:lnTo>
                  <a:lnTo>
                    <a:pt x="1906" y="179"/>
                  </a:lnTo>
                  <a:lnTo>
                    <a:pt x="1917" y="178"/>
                  </a:lnTo>
                  <a:lnTo>
                    <a:pt x="1927" y="179"/>
                  </a:lnTo>
                  <a:lnTo>
                    <a:pt x="1937" y="181"/>
                  </a:lnTo>
                  <a:lnTo>
                    <a:pt x="1948" y="183"/>
                  </a:lnTo>
                  <a:lnTo>
                    <a:pt x="1959" y="187"/>
                  </a:lnTo>
                  <a:lnTo>
                    <a:pt x="1988" y="199"/>
                  </a:lnTo>
                  <a:lnTo>
                    <a:pt x="2011" y="212"/>
                  </a:lnTo>
                  <a:lnTo>
                    <a:pt x="2022" y="218"/>
                  </a:lnTo>
                  <a:lnTo>
                    <a:pt x="2030" y="224"/>
                  </a:lnTo>
                  <a:lnTo>
                    <a:pt x="2039" y="230"/>
                  </a:lnTo>
                  <a:lnTo>
                    <a:pt x="2046" y="236"/>
                  </a:lnTo>
                  <a:lnTo>
                    <a:pt x="2052" y="242"/>
                  </a:lnTo>
                  <a:lnTo>
                    <a:pt x="2058" y="249"/>
                  </a:lnTo>
                  <a:lnTo>
                    <a:pt x="2063" y="256"/>
                  </a:lnTo>
                  <a:lnTo>
                    <a:pt x="2069" y="263"/>
                  </a:lnTo>
                  <a:lnTo>
                    <a:pt x="2077" y="278"/>
                  </a:lnTo>
                  <a:lnTo>
                    <a:pt x="2084" y="294"/>
                  </a:lnTo>
                  <a:lnTo>
                    <a:pt x="2094" y="320"/>
                  </a:lnTo>
                  <a:lnTo>
                    <a:pt x="2104" y="343"/>
                  </a:lnTo>
                  <a:lnTo>
                    <a:pt x="2115" y="366"/>
                  </a:lnTo>
                  <a:lnTo>
                    <a:pt x="2126" y="387"/>
                  </a:lnTo>
                  <a:lnTo>
                    <a:pt x="2136" y="408"/>
                  </a:lnTo>
                  <a:lnTo>
                    <a:pt x="2147" y="427"/>
                  </a:lnTo>
                  <a:lnTo>
                    <a:pt x="2158" y="444"/>
                  </a:lnTo>
                  <a:lnTo>
                    <a:pt x="2169" y="462"/>
                  </a:lnTo>
                  <a:lnTo>
                    <a:pt x="2181" y="478"/>
                  </a:lnTo>
                  <a:lnTo>
                    <a:pt x="2192" y="492"/>
                  </a:lnTo>
                  <a:lnTo>
                    <a:pt x="2204" y="507"/>
                  </a:lnTo>
                  <a:lnTo>
                    <a:pt x="2216" y="519"/>
                  </a:lnTo>
                  <a:lnTo>
                    <a:pt x="2229" y="531"/>
                  </a:lnTo>
                  <a:lnTo>
                    <a:pt x="2241" y="541"/>
                  </a:lnTo>
                  <a:lnTo>
                    <a:pt x="2253" y="552"/>
                  </a:lnTo>
                  <a:lnTo>
                    <a:pt x="2266" y="560"/>
                  </a:lnTo>
                  <a:lnTo>
                    <a:pt x="2273" y="564"/>
                  </a:lnTo>
                  <a:lnTo>
                    <a:pt x="2278" y="568"/>
                  </a:lnTo>
                  <a:lnTo>
                    <a:pt x="2282" y="572"/>
                  </a:lnTo>
                  <a:lnTo>
                    <a:pt x="2285" y="576"/>
                  </a:lnTo>
                  <a:lnTo>
                    <a:pt x="2287" y="580"/>
                  </a:lnTo>
                  <a:lnTo>
                    <a:pt x="2289" y="584"/>
                  </a:lnTo>
                  <a:lnTo>
                    <a:pt x="2289" y="588"/>
                  </a:lnTo>
                  <a:lnTo>
                    <a:pt x="2289" y="592"/>
                  </a:lnTo>
                  <a:lnTo>
                    <a:pt x="2286" y="597"/>
                  </a:lnTo>
                  <a:lnTo>
                    <a:pt x="2282" y="602"/>
                  </a:lnTo>
                  <a:lnTo>
                    <a:pt x="2276" y="606"/>
                  </a:lnTo>
                  <a:lnTo>
                    <a:pt x="2267" y="609"/>
                  </a:lnTo>
                  <a:lnTo>
                    <a:pt x="2259" y="612"/>
                  </a:lnTo>
                  <a:lnTo>
                    <a:pt x="2249" y="613"/>
                  </a:lnTo>
                  <a:lnTo>
                    <a:pt x="2238" y="614"/>
                  </a:lnTo>
                  <a:lnTo>
                    <a:pt x="2226" y="614"/>
                  </a:lnTo>
                  <a:lnTo>
                    <a:pt x="2205" y="611"/>
                  </a:lnTo>
                  <a:lnTo>
                    <a:pt x="2186" y="607"/>
                  </a:lnTo>
                  <a:lnTo>
                    <a:pt x="2165" y="601"/>
                  </a:lnTo>
                  <a:lnTo>
                    <a:pt x="2145" y="592"/>
                  </a:lnTo>
                  <a:lnTo>
                    <a:pt x="2126" y="583"/>
                  </a:lnTo>
                  <a:lnTo>
                    <a:pt x="2106" y="571"/>
                  </a:lnTo>
                  <a:lnTo>
                    <a:pt x="2086" y="558"/>
                  </a:lnTo>
                  <a:lnTo>
                    <a:pt x="2066" y="543"/>
                  </a:lnTo>
                  <a:lnTo>
                    <a:pt x="2047" y="526"/>
                  </a:lnTo>
                  <a:lnTo>
                    <a:pt x="2029" y="508"/>
                  </a:lnTo>
                  <a:lnTo>
                    <a:pt x="2009" y="487"/>
                  </a:lnTo>
                  <a:lnTo>
                    <a:pt x="1991" y="465"/>
                  </a:lnTo>
                  <a:lnTo>
                    <a:pt x="1973" y="441"/>
                  </a:lnTo>
                  <a:lnTo>
                    <a:pt x="1954" y="416"/>
                  </a:lnTo>
                  <a:lnTo>
                    <a:pt x="1937" y="388"/>
                  </a:lnTo>
                  <a:lnTo>
                    <a:pt x="1920" y="360"/>
                  </a:lnTo>
                  <a:lnTo>
                    <a:pt x="1913" y="351"/>
                  </a:lnTo>
                  <a:lnTo>
                    <a:pt x="1906" y="344"/>
                  </a:lnTo>
                  <a:lnTo>
                    <a:pt x="1899" y="339"/>
                  </a:lnTo>
                  <a:lnTo>
                    <a:pt x="1892" y="336"/>
                  </a:lnTo>
                  <a:lnTo>
                    <a:pt x="1884" y="335"/>
                  </a:lnTo>
                  <a:lnTo>
                    <a:pt x="1875" y="335"/>
                  </a:lnTo>
                  <a:lnTo>
                    <a:pt x="1867" y="338"/>
                  </a:lnTo>
                  <a:lnTo>
                    <a:pt x="1857" y="343"/>
                  </a:lnTo>
                  <a:lnTo>
                    <a:pt x="1838" y="358"/>
                  </a:lnTo>
                  <a:lnTo>
                    <a:pt x="1821" y="372"/>
                  </a:lnTo>
                  <a:lnTo>
                    <a:pt x="1804" y="387"/>
                  </a:lnTo>
                  <a:lnTo>
                    <a:pt x="1789" y="402"/>
                  </a:lnTo>
                  <a:lnTo>
                    <a:pt x="1759" y="434"/>
                  </a:lnTo>
                  <a:lnTo>
                    <a:pt x="1730" y="468"/>
                  </a:lnTo>
                  <a:lnTo>
                    <a:pt x="1712" y="488"/>
                  </a:lnTo>
                  <a:lnTo>
                    <a:pt x="1692" y="511"/>
                  </a:lnTo>
                  <a:lnTo>
                    <a:pt x="1671" y="535"/>
                  </a:lnTo>
                  <a:lnTo>
                    <a:pt x="1647" y="560"/>
                  </a:lnTo>
                  <a:lnTo>
                    <a:pt x="1638" y="568"/>
                  </a:lnTo>
                  <a:lnTo>
                    <a:pt x="1629" y="574"/>
                  </a:lnTo>
                  <a:lnTo>
                    <a:pt x="1620" y="580"/>
                  </a:lnTo>
                  <a:lnTo>
                    <a:pt x="1611" y="585"/>
                  </a:lnTo>
                  <a:lnTo>
                    <a:pt x="1600" y="588"/>
                  </a:lnTo>
                  <a:lnTo>
                    <a:pt x="1590" y="591"/>
                  </a:lnTo>
                  <a:lnTo>
                    <a:pt x="1580" y="592"/>
                  </a:lnTo>
                  <a:lnTo>
                    <a:pt x="1569" y="593"/>
                  </a:lnTo>
                  <a:lnTo>
                    <a:pt x="1557" y="592"/>
                  </a:lnTo>
                  <a:lnTo>
                    <a:pt x="1545" y="590"/>
                  </a:lnTo>
                  <a:lnTo>
                    <a:pt x="1534" y="588"/>
                  </a:lnTo>
                  <a:lnTo>
                    <a:pt x="1522" y="584"/>
                  </a:lnTo>
                  <a:lnTo>
                    <a:pt x="1509" y="579"/>
                  </a:lnTo>
                  <a:lnTo>
                    <a:pt x="1495" y="573"/>
                  </a:lnTo>
                  <a:lnTo>
                    <a:pt x="1482" y="566"/>
                  </a:lnTo>
                  <a:lnTo>
                    <a:pt x="1469" y="558"/>
                  </a:lnTo>
                  <a:lnTo>
                    <a:pt x="1452" y="546"/>
                  </a:lnTo>
                  <a:lnTo>
                    <a:pt x="1438" y="535"/>
                  </a:lnTo>
                  <a:lnTo>
                    <a:pt x="1425" y="523"/>
                  </a:lnTo>
                  <a:lnTo>
                    <a:pt x="1414" y="510"/>
                  </a:lnTo>
                  <a:lnTo>
                    <a:pt x="1404" y="495"/>
                  </a:lnTo>
                  <a:lnTo>
                    <a:pt x="1397" y="480"/>
                  </a:lnTo>
                  <a:lnTo>
                    <a:pt x="1391" y="464"/>
                  </a:lnTo>
                  <a:lnTo>
                    <a:pt x="1387" y="446"/>
                  </a:lnTo>
                  <a:lnTo>
                    <a:pt x="1385" y="437"/>
                  </a:lnTo>
                  <a:lnTo>
                    <a:pt x="1378" y="443"/>
                  </a:lnTo>
                  <a:lnTo>
                    <a:pt x="1351" y="466"/>
                  </a:lnTo>
                  <a:lnTo>
                    <a:pt x="1319" y="491"/>
                  </a:lnTo>
                  <a:lnTo>
                    <a:pt x="1299" y="506"/>
                  </a:lnTo>
                  <a:lnTo>
                    <a:pt x="1279" y="520"/>
                  </a:lnTo>
                  <a:lnTo>
                    <a:pt x="1257" y="534"/>
                  </a:lnTo>
                  <a:lnTo>
                    <a:pt x="1233" y="547"/>
                  </a:lnTo>
                  <a:lnTo>
                    <a:pt x="1209" y="561"/>
                  </a:lnTo>
                  <a:lnTo>
                    <a:pt x="1183" y="573"/>
                  </a:lnTo>
                  <a:lnTo>
                    <a:pt x="1157" y="584"/>
                  </a:lnTo>
                  <a:lnTo>
                    <a:pt x="1130" y="594"/>
                  </a:lnTo>
                  <a:lnTo>
                    <a:pt x="1103" y="603"/>
                  </a:lnTo>
                  <a:lnTo>
                    <a:pt x="1074" y="609"/>
                  </a:lnTo>
                  <a:lnTo>
                    <a:pt x="1060" y="611"/>
                  </a:lnTo>
                  <a:lnTo>
                    <a:pt x="1045" y="613"/>
                  </a:lnTo>
                  <a:lnTo>
                    <a:pt x="1031" y="613"/>
                  </a:lnTo>
                  <a:lnTo>
                    <a:pt x="1017" y="614"/>
                  </a:lnTo>
                  <a:lnTo>
                    <a:pt x="993" y="613"/>
                  </a:lnTo>
                  <a:lnTo>
                    <a:pt x="970" y="610"/>
                  </a:lnTo>
                  <a:lnTo>
                    <a:pt x="948" y="606"/>
                  </a:lnTo>
                  <a:lnTo>
                    <a:pt x="925" y="601"/>
                  </a:lnTo>
                  <a:lnTo>
                    <a:pt x="904" y="593"/>
                  </a:lnTo>
                  <a:lnTo>
                    <a:pt x="882" y="585"/>
                  </a:lnTo>
                  <a:lnTo>
                    <a:pt x="862" y="576"/>
                  </a:lnTo>
                  <a:lnTo>
                    <a:pt x="842" y="566"/>
                  </a:lnTo>
                  <a:lnTo>
                    <a:pt x="823" y="555"/>
                  </a:lnTo>
                  <a:lnTo>
                    <a:pt x="806" y="542"/>
                  </a:lnTo>
                  <a:lnTo>
                    <a:pt x="788" y="530"/>
                  </a:lnTo>
                  <a:lnTo>
                    <a:pt x="773" y="517"/>
                  </a:lnTo>
                  <a:lnTo>
                    <a:pt x="759" y="503"/>
                  </a:lnTo>
                  <a:lnTo>
                    <a:pt x="746" y="489"/>
                  </a:lnTo>
                  <a:lnTo>
                    <a:pt x="733" y="475"/>
                  </a:lnTo>
                  <a:lnTo>
                    <a:pt x="723" y="461"/>
                  </a:lnTo>
                  <a:lnTo>
                    <a:pt x="720" y="457"/>
                  </a:lnTo>
                  <a:lnTo>
                    <a:pt x="716" y="459"/>
                  </a:lnTo>
                  <a:lnTo>
                    <a:pt x="673" y="477"/>
                  </a:lnTo>
                  <a:lnTo>
                    <a:pt x="632" y="496"/>
                  </a:lnTo>
                  <a:lnTo>
                    <a:pt x="593" y="516"/>
                  </a:lnTo>
                  <a:lnTo>
                    <a:pt x="555" y="535"/>
                  </a:lnTo>
                  <a:lnTo>
                    <a:pt x="517" y="556"/>
                  </a:lnTo>
                  <a:lnTo>
                    <a:pt x="481" y="575"/>
                  </a:lnTo>
                  <a:lnTo>
                    <a:pt x="448" y="594"/>
                  </a:lnTo>
                  <a:lnTo>
                    <a:pt x="414" y="615"/>
                  </a:lnTo>
                  <a:lnTo>
                    <a:pt x="412" y="616"/>
                  </a:lnTo>
                  <a:lnTo>
                    <a:pt x="412" y="619"/>
                  </a:lnTo>
                  <a:lnTo>
                    <a:pt x="408" y="683"/>
                  </a:lnTo>
                  <a:lnTo>
                    <a:pt x="404" y="752"/>
                  </a:lnTo>
                  <a:lnTo>
                    <a:pt x="401" y="787"/>
                  </a:lnTo>
                  <a:lnTo>
                    <a:pt x="397" y="824"/>
                  </a:lnTo>
                  <a:lnTo>
                    <a:pt x="392" y="862"/>
                  </a:lnTo>
                  <a:lnTo>
                    <a:pt x="387" y="900"/>
                  </a:lnTo>
                  <a:lnTo>
                    <a:pt x="381" y="937"/>
                  </a:lnTo>
                  <a:lnTo>
                    <a:pt x="374" y="975"/>
                  </a:lnTo>
                  <a:lnTo>
                    <a:pt x="367" y="1013"/>
                  </a:lnTo>
                  <a:lnTo>
                    <a:pt x="359" y="1051"/>
                  </a:lnTo>
                  <a:lnTo>
                    <a:pt x="350" y="1088"/>
                  </a:lnTo>
                  <a:lnTo>
                    <a:pt x="340" y="1125"/>
                  </a:lnTo>
                  <a:lnTo>
                    <a:pt x="328" y="1161"/>
                  </a:lnTo>
                  <a:lnTo>
                    <a:pt x="316" y="1196"/>
                  </a:lnTo>
                  <a:lnTo>
                    <a:pt x="304" y="1227"/>
                  </a:lnTo>
                  <a:lnTo>
                    <a:pt x="291" y="1257"/>
                  </a:lnTo>
                  <a:lnTo>
                    <a:pt x="276" y="1285"/>
                  </a:lnTo>
                  <a:lnTo>
                    <a:pt x="262" y="1311"/>
                  </a:lnTo>
                  <a:lnTo>
                    <a:pt x="247" y="1334"/>
                  </a:lnTo>
                  <a:lnTo>
                    <a:pt x="231" y="1357"/>
                  </a:lnTo>
                  <a:lnTo>
                    <a:pt x="215" y="1376"/>
                  </a:lnTo>
                  <a:lnTo>
                    <a:pt x="199" y="1394"/>
                  </a:lnTo>
                  <a:lnTo>
                    <a:pt x="180" y="1409"/>
                  </a:lnTo>
                  <a:lnTo>
                    <a:pt x="163" y="1423"/>
                  </a:lnTo>
                  <a:lnTo>
                    <a:pt x="153" y="1429"/>
                  </a:lnTo>
                  <a:lnTo>
                    <a:pt x="144" y="1434"/>
                  </a:lnTo>
                  <a:lnTo>
                    <a:pt x="135" y="1439"/>
                  </a:lnTo>
                  <a:lnTo>
                    <a:pt x="124" y="1444"/>
                  </a:lnTo>
                  <a:lnTo>
                    <a:pt x="114" y="1448"/>
                  </a:lnTo>
                  <a:lnTo>
                    <a:pt x="105" y="1451"/>
                  </a:lnTo>
                  <a:lnTo>
                    <a:pt x="95" y="1454"/>
                  </a:lnTo>
                  <a:lnTo>
                    <a:pt x="85" y="1456"/>
                  </a:lnTo>
                  <a:lnTo>
                    <a:pt x="73" y="1458"/>
                  </a:lnTo>
                  <a:lnTo>
                    <a:pt x="63" y="1459"/>
                  </a:lnTo>
                  <a:lnTo>
                    <a:pt x="52" y="1460"/>
                  </a:lnTo>
                  <a:lnTo>
                    <a:pt x="42" y="1460"/>
                  </a:lnTo>
                  <a:lnTo>
                    <a:pt x="0" y="1423"/>
                  </a:lnTo>
                  <a:lnTo>
                    <a:pt x="22" y="1384"/>
                  </a:lnTo>
                  <a:lnTo>
                    <a:pt x="34" y="1383"/>
                  </a:lnTo>
                  <a:lnTo>
                    <a:pt x="44" y="1381"/>
                  </a:lnTo>
                  <a:lnTo>
                    <a:pt x="55" y="1377"/>
                  </a:lnTo>
                  <a:lnTo>
                    <a:pt x="65" y="1372"/>
                  </a:lnTo>
                  <a:lnTo>
                    <a:pt x="75" y="1366"/>
                  </a:lnTo>
                  <a:lnTo>
                    <a:pt x="86" y="1358"/>
                  </a:lnTo>
                  <a:lnTo>
                    <a:pt x="95" y="1349"/>
                  </a:lnTo>
                  <a:lnTo>
                    <a:pt x="104" y="1337"/>
                  </a:lnTo>
                  <a:lnTo>
                    <a:pt x="113" y="1326"/>
                  </a:lnTo>
                  <a:lnTo>
                    <a:pt x="122" y="1313"/>
                  </a:lnTo>
                  <a:lnTo>
                    <a:pt x="132" y="1298"/>
                  </a:lnTo>
                  <a:lnTo>
                    <a:pt x="140" y="1282"/>
                  </a:lnTo>
                  <a:lnTo>
                    <a:pt x="148" y="1265"/>
                  </a:lnTo>
                  <a:lnTo>
                    <a:pt x="156" y="1248"/>
                  </a:lnTo>
                  <a:lnTo>
                    <a:pt x="163" y="1228"/>
                  </a:lnTo>
                  <a:lnTo>
                    <a:pt x="171" y="1208"/>
                  </a:lnTo>
                  <a:lnTo>
                    <a:pt x="177" y="1186"/>
                  </a:lnTo>
                  <a:lnTo>
                    <a:pt x="185" y="1164"/>
                  </a:lnTo>
                  <a:lnTo>
                    <a:pt x="191" y="1140"/>
                  </a:lnTo>
                  <a:lnTo>
                    <a:pt x="197" y="1115"/>
                  </a:lnTo>
                  <a:lnTo>
                    <a:pt x="203" y="1089"/>
                  </a:lnTo>
                  <a:lnTo>
                    <a:pt x="208" y="1063"/>
                  </a:lnTo>
                  <a:lnTo>
                    <a:pt x="213" y="1035"/>
                  </a:lnTo>
                  <a:lnTo>
                    <a:pt x="217" y="1008"/>
                  </a:lnTo>
                  <a:lnTo>
                    <a:pt x="225" y="949"/>
                  </a:lnTo>
                  <a:lnTo>
                    <a:pt x="231" y="885"/>
                  </a:lnTo>
                  <a:lnTo>
                    <a:pt x="237" y="820"/>
                  </a:lnTo>
                  <a:lnTo>
                    <a:pt x="239" y="752"/>
                  </a:lnTo>
                  <a:lnTo>
                    <a:pt x="240" y="738"/>
                  </a:lnTo>
                  <a:lnTo>
                    <a:pt x="240" y="620"/>
                  </a:lnTo>
                  <a:lnTo>
                    <a:pt x="240" y="617"/>
                  </a:lnTo>
                  <a:lnTo>
                    <a:pt x="239" y="585"/>
                  </a:lnTo>
                  <a:lnTo>
                    <a:pt x="238" y="553"/>
                  </a:lnTo>
                  <a:lnTo>
                    <a:pt x="236" y="519"/>
                  </a:lnTo>
                  <a:lnTo>
                    <a:pt x="235" y="485"/>
                  </a:lnTo>
                  <a:lnTo>
                    <a:pt x="234" y="470"/>
                  </a:lnTo>
                  <a:lnTo>
                    <a:pt x="224" y="481"/>
                  </a:lnTo>
                  <a:lnTo>
                    <a:pt x="210" y="496"/>
                  </a:lnTo>
                  <a:lnTo>
                    <a:pt x="195" y="511"/>
                  </a:lnTo>
                  <a:lnTo>
                    <a:pt x="176" y="525"/>
                  </a:lnTo>
                  <a:lnTo>
                    <a:pt x="157" y="538"/>
                  </a:lnTo>
                  <a:lnTo>
                    <a:pt x="147" y="544"/>
                  </a:lnTo>
                  <a:lnTo>
                    <a:pt x="136" y="549"/>
                  </a:lnTo>
                  <a:lnTo>
                    <a:pt x="125" y="555"/>
                  </a:lnTo>
                  <a:lnTo>
                    <a:pt x="114" y="559"/>
                  </a:lnTo>
                  <a:lnTo>
                    <a:pt x="103" y="562"/>
                  </a:lnTo>
                  <a:lnTo>
                    <a:pt x="92" y="565"/>
                  </a:lnTo>
                  <a:lnTo>
                    <a:pt x="80" y="567"/>
                  </a:lnTo>
                  <a:lnTo>
                    <a:pt x="68" y="568"/>
                  </a:lnTo>
                  <a:lnTo>
                    <a:pt x="27" y="514"/>
                  </a:lnTo>
                  <a:lnTo>
                    <a:pt x="86" y="449"/>
                  </a:lnTo>
                  <a:lnTo>
                    <a:pt x="99" y="448"/>
                  </a:lnTo>
                  <a:lnTo>
                    <a:pt x="113" y="445"/>
                  </a:lnTo>
                  <a:lnTo>
                    <a:pt x="128" y="440"/>
                  </a:lnTo>
                  <a:lnTo>
                    <a:pt x="143" y="433"/>
                  </a:lnTo>
                  <a:lnTo>
                    <a:pt x="158" y="425"/>
                  </a:lnTo>
                  <a:lnTo>
                    <a:pt x="172" y="415"/>
                  </a:lnTo>
                  <a:lnTo>
                    <a:pt x="188" y="402"/>
                  </a:lnTo>
                  <a:lnTo>
                    <a:pt x="202" y="390"/>
                  </a:lnTo>
                  <a:lnTo>
                    <a:pt x="216" y="377"/>
                  </a:lnTo>
                  <a:lnTo>
                    <a:pt x="229" y="363"/>
                  </a:lnTo>
                  <a:lnTo>
                    <a:pt x="242" y="347"/>
                  </a:lnTo>
                  <a:lnTo>
                    <a:pt x="254" y="332"/>
                  </a:lnTo>
                  <a:lnTo>
                    <a:pt x="265" y="316"/>
                  </a:lnTo>
                  <a:lnTo>
                    <a:pt x="274" y="300"/>
                  </a:lnTo>
                  <a:lnTo>
                    <a:pt x="284" y="285"/>
                  </a:lnTo>
                  <a:lnTo>
                    <a:pt x="291" y="269"/>
                  </a:lnTo>
                  <a:lnTo>
                    <a:pt x="294" y="260"/>
                  </a:lnTo>
                  <a:lnTo>
                    <a:pt x="296" y="249"/>
                  </a:lnTo>
                  <a:lnTo>
                    <a:pt x="297" y="240"/>
                  </a:lnTo>
                  <a:lnTo>
                    <a:pt x="297" y="230"/>
                  </a:lnTo>
                  <a:lnTo>
                    <a:pt x="296" y="221"/>
                  </a:lnTo>
                  <a:lnTo>
                    <a:pt x="293" y="212"/>
                  </a:lnTo>
                  <a:lnTo>
                    <a:pt x="290" y="202"/>
                  </a:lnTo>
                  <a:lnTo>
                    <a:pt x="285" y="194"/>
                  </a:lnTo>
                  <a:lnTo>
                    <a:pt x="281" y="189"/>
                  </a:lnTo>
                  <a:lnTo>
                    <a:pt x="277" y="185"/>
                  </a:lnTo>
                  <a:lnTo>
                    <a:pt x="272" y="181"/>
                  </a:lnTo>
                  <a:lnTo>
                    <a:pt x="267" y="178"/>
                  </a:lnTo>
                  <a:lnTo>
                    <a:pt x="263" y="175"/>
                  </a:lnTo>
                  <a:lnTo>
                    <a:pt x="257" y="174"/>
                  </a:lnTo>
                  <a:lnTo>
                    <a:pt x="252" y="172"/>
                  </a:lnTo>
                  <a:lnTo>
                    <a:pt x="247" y="172"/>
                  </a:lnTo>
                  <a:lnTo>
                    <a:pt x="193" y="124"/>
                  </a:lnTo>
                  <a:lnTo>
                    <a:pt x="237" y="72"/>
                  </a:lnTo>
                  <a:lnTo>
                    <a:pt x="250" y="73"/>
                  </a:lnTo>
                  <a:lnTo>
                    <a:pt x="261" y="74"/>
                  </a:lnTo>
                  <a:lnTo>
                    <a:pt x="272" y="77"/>
                  </a:lnTo>
                  <a:lnTo>
                    <a:pt x="282" y="80"/>
                  </a:lnTo>
                  <a:lnTo>
                    <a:pt x="292" y="84"/>
                  </a:lnTo>
                  <a:lnTo>
                    <a:pt x="301" y="89"/>
                  </a:lnTo>
                  <a:lnTo>
                    <a:pt x="308" y="94"/>
                  </a:lnTo>
                  <a:lnTo>
                    <a:pt x="315" y="99"/>
                  </a:lnTo>
                  <a:lnTo>
                    <a:pt x="326" y="109"/>
                  </a:lnTo>
                  <a:lnTo>
                    <a:pt x="335" y="118"/>
                  </a:lnTo>
                  <a:lnTo>
                    <a:pt x="340" y="124"/>
                  </a:lnTo>
                  <a:lnTo>
                    <a:pt x="342" y="127"/>
                  </a:lnTo>
                  <a:lnTo>
                    <a:pt x="345" y="132"/>
                  </a:lnTo>
                  <a:lnTo>
                    <a:pt x="350" y="128"/>
                  </a:lnTo>
                  <a:lnTo>
                    <a:pt x="361" y="120"/>
                  </a:lnTo>
                  <a:lnTo>
                    <a:pt x="372" y="114"/>
                  </a:lnTo>
                  <a:lnTo>
                    <a:pt x="386" y="110"/>
                  </a:lnTo>
                  <a:lnTo>
                    <a:pt x="398" y="108"/>
                  </a:lnTo>
                  <a:lnTo>
                    <a:pt x="412" y="106"/>
                  </a:lnTo>
                  <a:lnTo>
                    <a:pt x="425" y="109"/>
                  </a:lnTo>
                  <a:lnTo>
                    <a:pt x="440" y="112"/>
                  </a:lnTo>
                  <a:lnTo>
                    <a:pt x="454" y="118"/>
                  </a:lnTo>
                  <a:lnTo>
                    <a:pt x="464" y="123"/>
                  </a:lnTo>
                  <a:lnTo>
                    <a:pt x="473" y="127"/>
                  </a:lnTo>
                  <a:lnTo>
                    <a:pt x="481" y="132"/>
                  </a:lnTo>
                  <a:lnTo>
                    <a:pt x="489" y="137"/>
                  </a:lnTo>
                  <a:lnTo>
                    <a:pt x="494" y="141"/>
                  </a:lnTo>
                  <a:lnTo>
                    <a:pt x="498" y="146"/>
                  </a:lnTo>
                  <a:lnTo>
                    <a:pt x="502" y="151"/>
                  </a:lnTo>
                  <a:lnTo>
                    <a:pt x="504" y="157"/>
                  </a:lnTo>
                  <a:lnTo>
                    <a:pt x="505" y="162"/>
                  </a:lnTo>
                  <a:lnTo>
                    <a:pt x="506" y="168"/>
                  </a:lnTo>
                  <a:lnTo>
                    <a:pt x="506" y="174"/>
                  </a:lnTo>
                  <a:lnTo>
                    <a:pt x="505" y="181"/>
                  </a:lnTo>
                  <a:lnTo>
                    <a:pt x="504" y="188"/>
                  </a:lnTo>
                  <a:lnTo>
                    <a:pt x="501" y="196"/>
                  </a:lnTo>
                  <a:lnTo>
                    <a:pt x="498" y="206"/>
                  </a:lnTo>
                  <a:lnTo>
                    <a:pt x="494" y="215"/>
                  </a:lnTo>
                  <a:lnTo>
                    <a:pt x="485" y="233"/>
                  </a:lnTo>
                  <a:lnTo>
                    <a:pt x="476" y="258"/>
                  </a:lnTo>
                  <a:lnTo>
                    <a:pt x="466" y="287"/>
                  </a:lnTo>
                  <a:lnTo>
                    <a:pt x="456" y="322"/>
                  </a:lnTo>
                  <a:lnTo>
                    <a:pt x="445" y="362"/>
                  </a:lnTo>
                  <a:lnTo>
                    <a:pt x="435" y="406"/>
                  </a:lnTo>
                  <a:lnTo>
                    <a:pt x="430" y="429"/>
                  </a:lnTo>
                  <a:lnTo>
                    <a:pt x="426" y="454"/>
                  </a:lnTo>
                  <a:lnTo>
                    <a:pt x="422" y="478"/>
                  </a:lnTo>
                  <a:lnTo>
                    <a:pt x="419" y="504"/>
                  </a:lnTo>
                  <a:lnTo>
                    <a:pt x="418" y="515"/>
                  </a:lnTo>
                  <a:lnTo>
                    <a:pt x="427" y="510"/>
                  </a:lnTo>
                  <a:lnTo>
                    <a:pt x="464" y="490"/>
                  </a:lnTo>
                  <a:lnTo>
                    <a:pt x="501" y="472"/>
                  </a:lnTo>
                  <a:lnTo>
                    <a:pt x="536" y="455"/>
                  </a:lnTo>
                  <a:lnTo>
                    <a:pt x="571" y="438"/>
                  </a:lnTo>
                  <a:lnTo>
                    <a:pt x="604" y="423"/>
                  </a:lnTo>
                  <a:lnTo>
                    <a:pt x="635" y="410"/>
                  </a:lnTo>
                  <a:lnTo>
                    <a:pt x="664" y="396"/>
                  </a:lnTo>
                  <a:lnTo>
                    <a:pt x="690" y="385"/>
                  </a:lnTo>
                  <a:lnTo>
                    <a:pt x="694" y="383"/>
                  </a:lnTo>
                  <a:lnTo>
                    <a:pt x="694" y="380"/>
                  </a:lnTo>
                  <a:lnTo>
                    <a:pt x="695" y="358"/>
                  </a:lnTo>
                  <a:lnTo>
                    <a:pt x="697" y="335"/>
                  </a:lnTo>
                  <a:lnTo>
                    <a:pt x="701" y="315"/>
                  </a:lnTo>
                  <a:lnTo>
                    <a:pt x="706" y="294"/>
                  </a:lnTo>
                  <a:lnTo>
                    <a:pt x="712" y="274"/>
                  </a:lnTo>
                  <a:lnTo>
                    <a:pt x="720" y="256"/>
                  </a:lnTo>
                  <a:lnTo>
                    <a:pt x="728" y="236"/>
                  </a:lnTo>
                  <a:lnTo>
                    <a:pt x="737" y="219"/>
                  </a:lnTo>
                  <a:lnTo>
                    <a:pt x="749" y="201"/>
                  </a:lnTo>
                  <a:lnTo>
                    <a:pt x="760" y="185"/>
                  </a:lnTo>
                  <a:lnTo>
                    <a:pt x="772" y="169"/>
                  </a:lnTo>
                  <a:lnTo>
                    <a:pt x="784" y="153"/>
                  </a:lnTo>
                  <a:lnTo>
                    <a:pt x="798" y="139"/>
                  </a:lnTo>
                  <a:lnTo>
                    <a:pt x="812" y="126"/>
                  </a:lnTo>
                  <a:lnTo>
                    <a:pt x="826" y="113"/>
                  </a:lnTo>
                  <a:lnTo>
                    <a:pt x="840" y="99"/>
                  </a:lnTo>
                  <a:lnTo>
                    <a:pt x="855" y="88"/>
                  </a:lnTo>
                  <a:lnTo>
                    <a:pt x="870" y="77"/>
                  </a:lnTo>
                  <a:lnTo>
                    <a:pt x="884" y="67"/>
                  </a:lnTo>
                  <a:lnTo>
                    <a:pt x="900" y="58"/>
                  </a:lnTo>
                  <a:lnTo>
                    <a:pt x="928" y="40"/>
                  </a:lnTo>
                  <a:lnTo>
                    <a:pt x="957" y="26"/>
                  </a:lnTo>
                  <a:lnTo>
                    <a:pt x="982" y="15"/>
                  </a:lnTo>
                  <a:lnTo>
                    <a:pt x="1006" y="7"/>
                  </a:lnTo>
                  <a:lnTo>
                    <a:pt x="1017" y="4"/>
                  </a:lnTo>
                  <a:lnTo>
                    <a:pt x="1026" y="2"/>
                  </a:lnTo>
                  <a:lnTo>
                    <a:pt x="1035" y="1"/>
                  </a:lnTo>
                  <a:lnTo>
                    <a:pt x="1042" y="0"/>
                  </a:lnTo>
                  <a:lnTo>
                    <a:pt x="1091" y="53"/>
                  </a:lnTo>
                  <a:lnTo>
                    <a:pt x="1042" y="10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100" name="Freeform 50"/>
            <p:cNvSpPr>
              <a:spLocks/>
            </p:cNvSpPr>
            <p:nvPr userDrawn="1"/>
          </p:nvSpPr>
          <p:spPr bwMode="gray">
            <a:xfrm>
              <a:off x="7147" y="571"/>
              <a:ext cx="17" cy="15"/>
            </a:xfrm>
            <a:custGeom>
              <a:avLst/>
              <a:gdLst>
                <a:gd name="T0" fmla="*/ 44 w 202"/>
                <a:gd name="T1" fmla="*/ 0 h 178"/>
                <a:gd name="T2" fmla="*/ 32 w 202"/>
                <a:gd name="T3" fmla="*/ 1 h 178"/>
                <a:gd name="T4" fmla="*/ 21 w 202"/>
                <a:gd name="T5" fmla="*/ 3 h 178"/>
                <a:gd name="T6" fmla="*/ 17 w 202"/>
                <a:gd name="T7" fmla="*/ 5 h 178"/>
                <a:gd name="T8" fmla="*/ 13 w 202"/>
                <a:gd name="T9" fmla="*/ 7 h 178"/>
                <a:gd name="T10" fmla="*/ 10 w 202"/>
                <a:gd name="T11" fmla="*/ 9 h 178"/>
                <a:gd name="T12" fmla="*/ 8 w 202"/>
                <a:gd name="T13" fmla="*/ 12 h 178"/>
                <a:gd name="T14" fmla="*/ 4 w 202"/>
                <a:gd name="T15" fmla="*/ 19 h 178"/>
                <a:gd name="T16" fmla="*/ 1 w 202"/>
                <a:gd name="T17" fmla="*/ 25 h 178"/>
                <a:gd name="T18" fmla="*/ 0 w 202"/>
                <a:gd name="T19" fmla="*/ 32 h 178"/>
                <a:gd name="T20" fmla="*/ 1 w 202"/>
                <a:gd name="T21" fmla="*/ 38 h 178"/>
                <a:gd name="T22" fmla="*/ 2 w 202"/>
                <a:gd name="T23" fmla="*/ 45 h 178"/>
                <a:gd name="T24" fmla="*/ 5 w 202"/>
                <a:gd name="T25" fmla="*/ 51 h 178"/>
                <a:gd name="T26" fmla="*/ 7 w 202"/>
                <a:gd name="T27" fmla="*/ 57 h 178"/>
                <a:gd name="T28" fmla="*/ 10 w 202"/>
                <a:gd name="T29" fmla="*/ 63 h 178"/>
                <a:gd name="T30" fmla="*/ 15 w 202"/>
                <a:gd name="T31" fmla="*/ 74 h 178"/>
                <a:gd name="T32" fmla="*/ 22 w 202"/>
                <a:gd name="T33" fmla="*/ 84 h 178"/>
                <a:gd name="T34" fmla="*/ 30 w 202"/>
                <a:gd name="T35" fmla="*/ 95 h 178"/>
                <a:gd name="T36" fmla="*/ 38 w 202"/>
                <a:gd name="T37" fmla="*/ 104 h 178"/>
                <a:gd name="T38" fmla="*/ 48 w 202"/>
                <a:gd name="T39" fmla="*/ 114 h 178"/>
                <a:gd name="T40" fmla="*/ 59 w 202"/>
                <a:gd name="T41" fmla="*/ 124 h 178"/>
                <a:gd name="T42" fmla="*/ 69 w 202"/>
                <a:gd name="T43" fmla="*/ 133 h 178"/>
                <a:gd name="T44" fmla="*/ 80 w 202"/>
                <a:gd name="T45" fmla="*/ 141 h 178"/>
                <a:gd name="T46" fmla="*/ 91 w 202"/>
                <a:gd name="T47" fmla="*/ 149 h 178"/>
                <a:gd name="T48" fmla="*/ 102 w 202"/>
                <a:gd name="T49" fmla="*/ 156 h 178"/>
                <a:gd name="T50" fmla="*/ 114 w 202"/>
                <a:gd name="T51" fmla="*/ 162 h 178"/>
                <a:gd name="T52" fmla="*/ 125 w 202"/>
                <a:gd name="T53" fmla="*/ 168 h 178"/>
                <a:gd name="T54" fmla="*/ 136 w 202"/>
                <a:gd name="T55" fmla="*/ 172 h 178"/>
                <a:gd name="T56" fmla="*/ 146 w 202"/>
                <a:gd name="T57" fmla="*/ 175 h 178"/>
                <a:gd name="T58" fmla="*/ 157 w 202"/>
                <a:gd name="T59" fmla="*/ 177 h 178"/>
                <a:gd name="T60" fmla="*/ 166 w 202"/>
                <a:gd name="T61" fmla="*/ 178 h 178"/>
                <a:gd name="T62" fmla="*/ 171 w 202"/>
                <a:gd name="T63" fmla="*/ 178 h 178"/>
                <a:gd name="T64" fmla="*/ 176 w 202"/>
                <a:gd name="T65" fmla="*/ 177 h 178"/>
                <a:gd name="T66" fmla="*/ 181 w 202"/>
                <a:gd name="T67" fmla="*/ 176 h 178"/>
                <a:gd name="T68" fmla="*/ 185 w 202"/>
                <a:gd name="T69" fmla="*/ 174 h 178"/>
                <a:gd name="T70" fmla="*/ 188 w 202"/>
                <a:gd name="T71" fmla="*/ 172 h 178"/>
                <a:gd name="T72" fmla="*/ 192 w 202"/>
                <a:gd name="T73" fmla="*/ 170 h 178"/>
                <a:gd name="T74" fmla="*/ 195 w 202"/>
                <a:gd name="T75" fmla="*/ 167 h 178"/>
                <a:gd name="T76" fmla="*/ 197 w 202"/>
                <a:gd name="T77" fmla="*/ 163 h 178"/>
                <a:gd name="T78" fmla="*/ 200 w 202"/>
                <a:gd name="T79" fmla="*/ 158 h 178"/>
                <a:gd name="T80" fmla="*/ 201 w 202"/>
                <a:gd name="T81" fmla="*/ 153 h 178"/>
                <a:gd name="T82" fmla="*/ 202 w 202"/>
                <a:gd name="T83" fmla="*/ 147 h 178"/>
                <a:gd name="T84" fmla="*/ 202 w 202"/>
                <a:gd name="T85" fmla="*/ 141 h 178"/>
                <a:gd name="T86" fmla="*/ 202 w 202"/>
                <a:gd name="T87" fmla="*/ 134 h 178"/>
                <a:gd name="T88" fmla="*/ 201 w 202"/>
                <a:gd name="T89" fmla="*/ 126 h 178"/>
                <a:gd name="T90" fmla="*/ 199 w 202"/>
                <a:gd name="T91" fmla="*/ 118 h 178"/>
                <a:gd name="T92" fmla="*/ 196 w 202"/>
                <a:gd name="T93" fmla="*/ 109 h 178"/>
                <a:gd name="T94" fmla="*/ 193 w 202"/>
                <a:gd name="T95" fmla="*/ 100 h 178"/>
                <a:gd name="T96" fmla="*/ 189 w 202"/>
                <a:gd name="T97" fmla="*/ 91 h 178"/>
                <a:gd name="T98" fmla="*/ 185 w 202"/>
                <a:gd name="T99" fmla="*/ 83 h 178"/>
                <a:gd name="T100" fmla="*/ 179 w 202"/>
                <a:gd name="T101" fmla="*/ 75 h 178"/>
                <a:gd name="T102" fmla="*/ 173 w 202"/>
                <a:gd name="T103" fmla="*/ 65 h 178"/>
                <a:gd name="T104" fmla="*/ 167 w 202"/>
                <a:gd name="T105" fmla="*/ 57 h 178"/>
                <a:gd name="T106" fmla="*/ 160 w 202"/>
                <a:gd name="T107" fmla="*/ 50 h 178"/>
                <a:gd name="T108" fmla="*/ 151 w 202"/>
                <a:gd name="T109" fmla="*/ 43 h 178"/>
                <a:gd name="T110" fmla="*/ 138 w 202"/>
                <a:gd name="T111" fmla="*/ 34 h 178"/>
                <a:gd name="T112" fmla="*/ 125 w 202"/>
                <a:gd name="T113" fmla="*/ 25 h 178"/>
                <a:gd name="T114" fmla="*/ 111 w 202"/>
                <a:gd name="T115" fmla="*/ 18 h 178"/>
                <a:gd name="T116" fmla="*/ 97 w 202"/>
                <a:gd name="T117" fmla="*/ 11 h 178"/>
                <a:gd name="T118" fmla="*/ 83 w 202"/>
                <a:gd name="T119" fmla="*/ 6 h 178"/>
                <a:gd name="T120" fmla="*/ 70 w 202"/>
                <a:gd name="T121" fmla="*/ 3 h 178"/>
                <a:gd name="T122" fmla="*/ 57 w 202"/>
                <a:gd name="T123" fmla="*/ 1 h 178"/>
                <a:gd name="T124" fmla="*/ 44 w 202"/>
                <a:gd name="T125" fmla="*/ 0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02" h="178">
                  <a:moveTo>
                    <a:pt x="44" y="0"/>
                  </a:moveTo>
                  <a:lnTo>
                    <a:pt x="32" y="1"/>
                  </a:lnTo>
                  <a:lnTo>
                    <a:pt x="21" y="3"/>
                  </a:lnTo>
                  <a:lnTo>
                    <a:pt x="17" y="5"/>
                  </a:lnTo>
                  <a:lnTo>
                    <a:pt x="13" y="7"/>
                  </a:lnTo>
                  <a:lnTo>
                    <a:pt x="10" y="9"/>
                  </a:lnTo>
                  <a:lnTo>
                    <a:pt x="8" y="12"/>
                  </a:lnTo>
                  <a:lnTo>
                    <a:pt x="4" y="19"/>
                  </a:lnTo>
                  <a:lnTo>
                    <a:pt x="1" y="25"/>
                  </a:lnTo>
                  <a:lnTo>
                    <a:pt x="0" y="32"/>
                  </a:lnTo>
                  <a:lnTo>
                    <a:pt x="1" y="38"/>
                  </a:lnTo>
                  <a:lnTo>
                    <a:pt x="2" y="45"/>
                  </a:lnTo>
                  <a:lnTo>
                    <a:pt x="5" y="51"/>
                  </a:lnTo>
                  <a:lnTo>
                    <a:pt x="7" y="57"/>
                  </a:lnTo>
                  <a:lnTo>
                    <a:pt x="10" y="63"/>
                  </a:lnTo>
                  <a:lnTo>
                    <a:pt x="15" y="74"/>
                  </a:lnTo>
                  <a:lnTo>
                    <a:pt x="22" y="84"/>
                  </a:lnTo>
                  <a:lnTo>
                    <a:pt x="30" y="95"/>
                  </a:lnTo>
                  <a:lnTo>
                    <a:pt x="38" y="104"/>
                  </a:lnTo>
                  <a:lnTo>
                    <a:pt x="48" y="114"/>
                  </a:lnTo>
                  <a:lnTo>
                    <a:pt x="59" y="124"/>
                  </a:lnTo>
                  <a:lnTo>
                    <a:pt x="69" y="133"/>
                  </a:lnTo>
                  <a:lnTo>
                    <a:pt x="80" y="141"/>
                  </a:lnTo>
                  <a:lnTo>
                    <a:pt x="91" y="149"/>
                  </a:lnTo>
                  <a:lnTo>
                    <a:pt x="102" y="156"/>
                  </a:lnTo>
                  <a:lnTo>
                    <a:pt x="114" y="162"/>
                  </a:lnTo>
                  <a:lnTo>
                    <a:pt x="125" y="168"/>
                  </a:lnTo>
                  <a:lnTo>
                    <a:pt x="136" y="172"/>
                  </a:lnTo>
                  <a:lnTo>
                    <a:pt x="146" y="175"/>
                  </a:lnTo>
                  <a:lnTo>
                    <a:pt x="157" y="177"/>
                  </a:lnTo>
                  <a:lnTo>
                    <a:pt x="166" y="178"/>
                  </a:lnTo>
                  <a:lnTo>
                    <a:pt x="171" y="178"/>
                  </a:lnTo>
                  <a:lnTo>
                    <a:pt x="176" y="177"/>
                  </a:lnTo>
                  <a:lnTo>
                    <a:pt x="181" y="176"/>
                  </a:lnTo>
                  <a:lnTo>
                    <a:pt x="185" y="174"/>
                  </a:lnTo>
                  <a:lnTo>
                    <a:pt x="188" y="172"/>
                  </a:lnTo>
                  <a:lnTo>
                    <a:pt x="192" y="170"/>
                  </a:lnTo>
                  <a:lnTo>
                    <a:pt x="195" y="167"/>
                  </a:lnTo>
                  <a:lnTo>
                    <a:pt x="197" y="163"/>
                  </a:lnTo>
                  <a:lnTo>
                    <a:pt x="200" y="158"/>
                  </a:lnTo>
                  <a:lnTo>
                    <a:pt x="201" y="153"/>
                  </a:lnTo>
                  <a:lnTo>
                    <a:pt x="202" y="147"/>
                  </a:lnTo>
                  <a:lnTo>
                    <a:pt x="202" y="141"/>
                  </a:lnTo>
                  <a:lnTo>
                    <a:pt x="202" y="134"/>
                  </a:lnTo>
                  <a:lnTo>
                    <a:pt x="201" y="126"/>
                  </a:lnTo>
                  <a:lnTo>
                    <a:pt x="199" y="118"/>
                  </a:lnTo>
                  <a:lnTo>
                    <a:pt x="196" y="109"/>
                  </a:lnTo>
                  <a:lnTo>
                    <a:pt x="193" y="100"/>
                  </a:lnTo>
                  <a:lnTo>
                    <a:pt x="189" y="91"/>
                  </a:lnTo>
                  <a:lnTo>
                    <a:pt x="185" y="83"/>
                  </a:lnTo>
                  <a:lnTo>
                    <a:pt x="179" y="75"/>
                  </a:lnTo>
                  <a:lnTo>
                    <a:pt x="173" y="65"/>
                  </a:lnTo>
                  <a:lnTo>
                    <a:pt x="167" y="57"/>
                  </a:lnTo>
                  <a:lnTo>
                    <a:pt x="160" y="50"/>
                  </a:lnTo>
                  <a:lnTo>
                    <a:pt x="151" y="43"/>
                  </a:lnTo>
                  <a:lnTo>
                    <a:pt x="138" y="34"/>
                  </a:lnTo>
                  <a:lnTo>
                    <a:pt x="125" y="25"/>
                  </a:lnTo>
                  <a:lnTo>
                    <a:pt x="111" y="18"/>
                  </a:lnTo>
                  <a:lnTo>
                    <a:pt x="97" y="11"/>
                  </a:lnTo>
                  <a:lnTo>
                    <a:pt x="83" y="6"/>
                  </a:lnTo>
                  <a:lnTo>
                    <a:pt x="70" y="3"/>
                  </a:lnTo>
                  <a:lnTo>
                    <a:pt x="57" y="1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101" name="Freeform 51"/>
            <p:cNvSpPr>
              <a:spLocks/>
            </p:cNvSpPr>
            <p:nvPr userDrawn="1"/>
          </p:nvSpPr>
          <p:spPr bwMode="gray">
            <a:xfrm>
              <a:off x="6747" y="571"/>
              <a:ext cx="17" cy="13"/>
            </a:xfrm>
            <a:custGeom>
              <a:avLst/>
              <a:gdLst>
                <a:gd name="T0" fmla="*/ 39 w 203"/>
                <a:gd name="T1" fmla="*/ 0 h 161"/>
                <a:gd name="T2" fmla="*/ 31 w 203"/>
                <a:gd name="T3" fmla="*/ 1 h 161"/>
                <a:gd name="T4" fmla="*/ 23 w 203"/>
                <a:gd name="T5" fmla="*/ 3 h 161"/>
                <a:gd name="T6" fmla="*/ 17 w 203"/>
                <a:gd name="T7" fmla="*/ 7 h 161"/>
                <a:gd name="T8" fmla="*/ 11 w 203"/>
                <a:gd name="T9" fmla="*/ 12 h 161"/>
                <a:gd name="T10" fmla="*/ 6 w 203"/>
                <a:gd name="T11" fmla="*/ 18 h 161"/>
                <a:gd name="T12" fmla="*/ 3 w 203"/>
                <a:gd name="T13" fmla="*/ 26 h 161"/>
                <a:gd name="T14" fmla="*/ 1 w 203"/>
                <a:gd name="T15" fmla="*/ 32 h 161"/>
                <a:gd name="T16" fmla="*/ 0 w 203"/>
                <a:gd name="T17" fmla="*/ 39 h 161"/>
                <a:gd name="T18" fmla="*/ 1 w 203"/>
                <a:gd name="T19" fmla="*/ 46 h 161"/>
                <a:gd name="T20" fmla="*/ 2 w 203"/>
                <a:gd name="T21" fmla="*/ 53 h 161"/>
                <a:gd name="T22" fmla="*/ 4 w 203"/>
                <a:gd name="T23" fmla="*/ 60 h 161"/>
                <a:gd name="T24" fmla="*/ 8 w 203"/>
                <a:gd name="T25" fmla="*/ 68 h 161"/>
                <a:gd name="T26" fmla="*/ 13 w 203"/>
                <a:gd name="T27" fmla="*/ 78 h 161"/>
                <a:gd name="T28" fmla="*/ 19 w 203"/>
                <a:gd name="T29" fmla="*/ 86 h 161"/>
                <a:gd name="T30" fmla="*/ 26 w 203"/>
                <a:gd name="T31" fmla="*/ 94 h 161"/>
                <a:gd name="T32" fmla="*/ 34 w 203"/>
                <a:gd name="T33" fmla="*/ 103 h 161"/>
                <a:gd name="T34" fmla="*/ 42 w 203"/>
                <a:gd name="T35" fmla="*/ 111 h 161"/>
                <a:gd name="T36" fmla="*/ 52 w 203"/>
                <a:gd name="T37" fmla="*/ 118 h 161"/>
                <a:gd name="T38" fmla="*/ 62 w 203"/>
                <a:gd name="T39" fmla="*/ 126 h 161"/>
                <a:gd name="T40" fmla="*/ 73 w 203"/>
                <a:gd name="T41" fmla="*/ 133 h 161"/>
                <a:gd name="T42" fmla="*/ 83 w 203"/>
                <a:gd name="T43" fmla="*/ 139 h 161"/>
                <a:gd name="T44" fmla="*/ 94 w 203"/>
                <a:gd name="T45" fmla="*/ 144 h 161"/>
                <a:gd name="T46" fmla="*/ 105 w 203"/>
                <a:gd name="T47" fmla="*/ 149 h 161"/>
                <a:gd name="T48" fmla="*/ 117 w 203"/>
                <a:gd name="T49" fmla="*/ 153 h 161"/>
                <a:gd name="T50" fmla="*/ 128 w 203"/>
                <a:gd name="T51" fmla="*/ 157 h 161"/>
                <a:gd name="T52" fmla="*/ 139 w 203"/>
                <a:gd name="T53" fmla="*/ 159 h 161"/>
                <a:gd name="T54" fmla="*/ 149 w 203"/>
                <a:gd name="T55" fmla="*/ 161 h 161"/>
                <a:gd name="T56" fmla="*/ 159 w 203"/>
                <a:gd name="T57" fmla="*/ 161 h 161"/>
                <a:gd name="T58" fmla="*/ 167 w 203"/>
                <a:gd name="T59" fmla="*/ 161 h 161"/>
                <a:gd name="T60" fmla="*/ 173 w 203"/>
                <a:gd name="T61" fmla="*/ 160 h 161"/>
                <a:gd name="T62" fmla="*/ 179 w 203"/>
                <a:gd name="T63" fmla="*/ 159 h 161"/>
                <a:gd name="T64" fmla="*/ 184 w 203"/>
                <a:gd name="T65" fmla="*/ 157 h 161"/>
                <a:gd name="T66" fmla="*/ 189 w 203"/>
                <a:gd name="T67" fmla="*/ 155 h 161"/>
                <a:gd name="T68" fmla="*/ 193 w 203"/>
                <a:gd name="T69" fmla="*/ 152 h 161"/>
                <a:gd name="T70" fmla="*/ 197 w 203"/>
                <a:gd name="T71" fmla="*/ 149 h 161"/>
                <a:gd name="T72" fmla="*/ 201 w 203"/>
                <a:gd name="T73" fmla="*/ 145 h 161"/>
                <a:gd name="T74" fmla="*/ 202 w 203"/>
                <a:gd name="T75" fmla="*/ 142 h 161"/>
                <a:gd name="T76" fmla="*/ 203 w 203"/>
                <a:gd name="T77" fmla="*/ 139 h 161"/>
                <a:gd name="T78" fmla="*/ 203 w 203"/>
                <a:gd name="T79" fmla="*/ 135 h 161"/>
                <a:gd name="T80" fmla="*/ 203 w 203"/>
                <a:gd name="T81" fmla="*/ 131 h 161"/>
                <a:gd name="T82" fmla="*/ 201 w 203"/>
                <a:gd name="T83" fmla="*/ 124 h 161"/>
                <a:gd name="T84" fmla="*/ 198 w 203"/>
                <a:gd name="T85" fmla="*/ 117 h 161"/>
                <a:gd name="T86" fmla="*/ 193 w 203"/>
                <a:gd name="T87" fmla="*/ 107 h 161"/>
                <a:gd name="T88" fmla="*/ 187 w 203"/>
                <a:gd name="T89" fmla="*/ 98 h 161"/>
                <a:gd name="T90" fmla="*/ 179 w 203"/>
                <a:gd name="T91" fmla="*/ 88 h 161"/>
                <a:gd name="T92" fmla="*/ 171 w 203"/>
                <a:gd name="T93" fmla="*/ 78 h 161"/>
                <a:gd name="T94" fmla="*/ 162 w 203"/>
                <a:gd name="T95" fmla="*/ 68 h 161"/>
                <a:gd name="T96" fmla="*/ 151 w 203"/>
                <a:gd name="T97" fmla="*/ 58 h 161"/>
                <a:gd name="T98" fmla="*/ 140 w 203"/>
                <a:gd name="T99" fmla="*/ 49 h 161"/>
                <a:gd name="T100" fmla="*/ 129 w 203"/>
                <a:gd name="T101" fmla="*/ 40 h 161"/>
                <a:gd name="T102" fmla="*/ 118 w 203"/>
                <a:gd name="T103" fmla="*/ 32 h 161"/>
                <a:gd name="T104" fmla="*/ 105 w 203"/>
                <a:gd name="T105" fmla="*/ 24 h 161"/>
                <a:gd name="T106" fmla="*/ 94 w 203"/>
                <a:gd name="T107" fmla="*/ 17 h 161"/>
                <a:gd name="T108" fmla="*/ 82 w 203"/>
                <a:gd name="T109" fmla="*/ 11 h 161"/>
                <a:gd name="T110" fmla="*/ 71 w 203"/>
                <a:gd name="T111" fmla="*/ 6 h 161"/>
                <a:gd name="T112" fmla="*/ 60 w 203"/>
                <a:gd name="T113" fmla="*/ 3 h 161"/>
                <a:gd name="T114" fmla="*/ 49 w 203"/>
                <a:gd name="T115" fmla="*/ 1 h 161"/>
                <a:gd name="T116" fmla="*/ 39 w 203"/>
                <a:gd name="T117" fmla="*/ 0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03" h="161">
                  <a:moveTo>
                    <a:pt x="39" y="0"/>
                  </a:moveTo>
                  <a:lnTo>
                    <a:pt x="31" y="1"/>
                  </a:lnTo>
                  <a:lnTo>
                    <a:pt x="23" y="3"/>
                  </a:lnTo>
                  <a:lnTo>
                    <a:pt x="17" y="7"/>
                  </a:lnTo>
                  <a:lnTo>
                    <a:pt x="11" y="12"/>
                  </a:lnTo>
                  <a:lnTo>
                    <a:pt x="6" y="18"/>
                  </a:lnTo>
                  <a:lnTo>
                    <a:pt x="3" y="26"/>
                  </a:lnTo>
                  <a:lnTo>
                    <a:pt x="1" y="32"/>
                  </a:lnTo>
                  <a:lnTo>
                    <a:pt x="0" y="39"/>
                  </a:lnTo>
                  <a:lnTo>
                    <a:pt x="1" y="46"/>
                  </a:lnTo>
                  <a:lnTo>
                    <a:pt x="2" y="53"/>
                  </a:lnTo>
                  <a:lnTo>
                    <a:pt x="4" y="60"/>
                  </a:lnTo>
                  <a:lnTo>
                    <a:pt x="8" y="68"/>
                  </a:lnTo>
                  <a:lnTo>
                    <a:pt x="13" y="78"/>
                  </a:lnTo>
                  <a:lnTo>
                    <a:pt x="19" y="86"/>
                  </a:lnTo>
                  <a:lnTo>
                    <a:pt x="26" y="94"/>
                  </a:lnTo>
                  <a:lnTo>
                    <a:pt x="34" y="103"/>
                  </a:lnTo>
                  <a:lnTo>
                    <a:pt x="42" y="111"/>
                  </a:lnTo>
                  <a:lnTo>
                    <a:pt x="52" y="118"/>
                  </a:lnTo>
                  <a:lnTo>
                    <a:pt x="62" y="126"/>
                  </a:lnTo>
                  <a:lnTo>
                    <a:pt x="73" y="133"/>
                  </a:lnTo>
                  <a:lnTo>
                    <a:pt x="83" y="139"/>
                  </a:lnTo>
                  <a:lnTo>
                    <a:pt x="94" y="144"/>
                  </a:lnTo>
                  <a:lnTo>
                    <a:pt x="105" y="149"/>
                  </a:lnTo>
                  <a:lnTo>
                    <a:pt x="117" y="153"/>
                  </a:lnTo>
                  <a:lnTo>
                    <a:pt x="128" y="157"/>
                  </a:lnTo>
                  <a:lnTo>
                    <a:pt x="139" y="159"/>
                  </a:lnTo>
                  <a:lnTo>
                    <a:pt x="149" y="161"/>
                  </a:lnTo>
                  <a:lnTo>
                    <a:pt x="159" y="161"/>
                  </a:lnTo>
                  <a:lnTo>
                    <a:pt x="167" y="161"/>
                  </a:lnTo>
                  <a:lnTo>
                    <a:pt x="173" y="160"/>
                  </a:lnTo>
                  <a:lnTo>
                    <a:pt x="179" y="159"/>
                  </a:lnTo>
                  <a:lnTo>
                    <a:pt x="184" y="157"/>
                  </a:lnTo>
                  <a:lnTo>
                    <a:pt x="189" y="155"/>
                  </a:lnTo>
                  <a:lnTo>
                    <a:pt x="193" y="152"/>
                  </a:lnTo>
                  <a:lnTo>
                    <a:pt x="197" y="149"/>
                  </a:lnTo>
                  <a:lnTo>
                    <a:pt x="201" y="145"/>
                  </a:lnTo>
                  <a:lnTo>
                    <a:pt x="202" y="142"/>
                  </a:lnTo>
                  <a:lnTo>
                    <a:pt x="203" y="139"/>
                  </a:lnTo>
                  <a:lnTo>
                    <a:pt x="203" y="135"/>
                  </a:lnTo>
                  <a:lnTo>
                    <a:pt x="203" y="131"/>
                  </a:lnTo>
                  <a:lnTo>
                    <a:pt x="201" y="124"/>
                  </a:lnTo>
                  <a:lnTo>
                    <a:pt x="198" y="117"/>
                  </a:lnTo>
                  <a:lnTo>
                    <a:pt x="193" y="107"/>
                  </a:lnTo>
                  <a:lnTo>
                    <a:pt x="187" y="98"/>
                  </a:lnTo>
                  <a:lnTo>
                    <a:pt x="179" y="88"/>
                  </a:lnTo>
                  <a:lnTo>
                    <a:pt x="171" y="78"/>
                  </a:lnTo>
                  <a:lnTo>
                    <a:pt x="162" y="68"/>
                  </a:lnTo>
                  <a:lnTo>
                    <a:pt x="151" y="58"/>
                  </a:lnTo>
                  <a:lnTo>
                    <a:pt x="140" y="49"/>
                  </a:lnTo>
                  <a:lnTo>
                    <a:pt x="129" y="40"/>
                  </a:lnTo>
                  <a:lnTo>
                    <a:pt x="118" y="32"/>
                  </a:lnTo>
                  <a:lnTo>
                    <a:pt x="105" y="24"/>
                  </a:lnTo>
                  <a:lnTo>
                    <a:pt x="94" y="17"/>
                  </a:lnTo>
                  <a:lnTo>
                    <a:pt x="82" y="11"/>
                  </a:lnTo>
                  <a:lnTo>
                    <a:pt x="71" y="6"/>
                  </a:lnTo>
                  <a:lnTo>
                    <a:pt x="60" y="3"/>
                  </a:lnTo>
                  <a:lnTo>
                    <a:pt x="49" y="1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102" name="Freeform 52"/>
            <p:cNvSpPr>
              <a:spLocks/>
            </p:cNvSpPr>
            <p:nvPr userDrawn="1"/>
          </p:nvSpPr>
          <p:spPr bwMode="gray">
            <a:xfrm>
              <a:off x="6162" y="347"/>
              <a:ext cx="109" cy="148"/>
            </a:xfrm>
            <a:custGeom>
              <a:avLst/>
              <a:gdLst>
                <a:gd name="T0" fmla="*/ 139 w 1310"/>
                <a:gd name="T1" fmla="*/ 1401 h 1770"/>
                <a:gd name="T2" fmla="*/ 306 w 1310"/>
                <a:gd name="T3" fmla="*/ 1438 h 1770"/>
                <a:gd name="T4" fmla="*/ 458 w 1310"/>
                <a:gd name="T5" fmla="*/ 1457 h 1770"/>
                <a:gd name="T6" fmla="*/ 615 w 1310"/>
                <a:gd name="T7" fmla="*/ 1458 h 1770"/>
                <a:gd name="T8" fmla="*/ 741 w 1310"/>
                <a:gd name="T9" fmla="*/ 1434 h 1770"/>
                <a:gd name="T10" fmla="*/ 790 w 1310"/>
                <a:gd name="T11" fmla="*/ 1409 h 1770"/>
                <a:gd name="T12" fmla="*/ 825 w 1310"/>
                <a:gd name="T13" fmla="*/ 1378 h 1770"/>
                <a:gd name="T14" fmla="*/ 844 w 1310"/>
                <a:gd name="T15" fmla="*/ 1337 h 1770"/>
                <a:gd name="T16" fmla="*/ 848 w 1310"/>
                <a:gd name="T17" fmla="*/ 1285 h 1770"/>
                <a:gd name="T18" fmla="*/ 824 w 1310"/>
                <a:gd name="T19" fmla="*/ 1220 h 1770"/>
                <a:gd name="T20" fmla="*/ 749 w 1310"/>
                <a:gd name="T21" fmla="*/ 1161 h 1770"/>
                <a:gd name="T22" fmla="*/ 571 w 1310"/>
                <a:gd name="T23" fmla="*/ 1078 h 1770"/>
                <a:gd name="T24" fmla="*/ 321 w 1310"/>
                <a:gd name="T25" fmla="*/ 964 h 1770"/>
                <a:gd name="T26" fmla="*/ 198 w 1310"/>
                <a:gd name="T27" fmla="*/ 893 h 1770"/>
                <a:gd name="T28" fmla="*/ 116 w 1310"/>
                <a:gd name="T29" fmla="*/ 826 h 1770"/>
                <a:gd name="T30" fmla="*/ 52 w 1310"/>
                <a:gd name="T31" fmla="*/ 736 h 1770"/>
                <a:gd name="T32" fmla="*/ 13 w 1310"/>
                <a:gd name="T33" fmla="*/ 633 h 1770"/>
                <a:gd name="T34" fmla="*/ 0 w 1310"/>
                <a:gd name="T35" fmla="*/ 516 h 1770"/>
                <a:gd name="T36" fmla="*/ 19 w 1310"/>
                <a:gd name="T37" fmla="*/ 370 h 1770"/>
                <a:gd name="T38" fmla="*/ 75 w 1310"/>
                <a:gd name="T39" fmla="*/ 247 h 1770"/>
                <a:gd name="T40" fmla="*/ 169 w 1310"/>
                <a:gd name="T41" fmla="*/ 148 h 1770"/>
                <a:gd name="T42" fmla="*/ 294 w 1310"/>
                <a:gd name="T43" fmla="*/ 73 h 1770"/>
                <a:gd name="T44" fmla="*/ 443 w 1310"/>
                <a:gd name="T45" fmla="*/ 24 h 1770"/>
                <a:gd name="T46" fmla="*/ 614 w 1310"/>
                <a:gd name="T47" fmla="*/ 2 h 1770"/>
                <a:gd name="T48" fmla="*/ 836 w 1310"/>
                <a:gd name="T49" fmla="*/ 8 h 1770"/>
                <a:gd name="T50" fmla="*/ 1177 w 1310"/>
                <a:gd name="T51" fmla="*/ 61 h 1770"/>
                <a:gd name="T52" fmla="*/ 1060 w 1310"/>
                <a:gd name="T53" fmla="*/ 344 h 1770"/>
                <a:gd name="T54" fmla="*/ 921 w 1310"/>
                <a:gd name="T55" fmla="*/ 309 h 1770"/>
                <a:gd name="T56" fmla="*/ 787 w 1310"/>
                <a:gd name="T57" fmla="*/ 292 h 1770"/>
                <a:gd name="T58" fmla="*/ 638 w 1310"/>
                <a:gd name="T59" fmla="*/ 296 h 1770"/>
                <a:gd name="T60" fmla="*/ 521 w 1310"/>
                <a:gd name="T61" fmla="*/ 331 h 1770"/>
                <a:gd name="T62" fmla="*/ 483 w 1310"/>
                <a:gd name="T63" fmla="*/ 359 h 1770"/>
                <a:gd name="T64" fmla="*/ 459 w 1310"/>
                <a:gd name="T65" fmla="*/ 395 h 1770"/>
                <a:gd name="T66" fmla="*/ 450 w 1310"/>
                <a:gd name="T67" fmla="*/ 439 h 1770"/>
                <a:gd name="T68" fmla="*/ 463 w 1310"/>
                <a:gd name="T69" fmla="*/ 502 h 1770"/>
                <a:gd name="T70" fmla="*/ 521 w 1310"/>
                <a:gd name="T71" fmla="*/ 553 h 1770"/>
                <a:gd name="T72" fmla="*/ 674 w 1310"/>
                <a:gd name="T73" fmla="*/ 629 h 1770"/>
                <a:gd name="T74" fmla="*/ 946 w 1310"/>
                <a:gd name="T75" fmla="*/ 756 h 1770"/>
                <a:gd name="T76" fmla="*/ 1080 w 1310"/>
                <a:gd name="T77" fmla="*/ 832 h 1770"/>
                <a:gd name="T78" fmla="*/ 1174 w 1310"/>
                <a:gd name="T79" fmla="*/ 901 h 1770"/>
                <a:gd name="T80" fmla="*/ 1241 w 1310"/>
                <a:gd name="T81" fmla="*/ 979 h 1770"/>
                <a:gd name="T82" fmla="*/ 1287 w 1310"/>
                <a:gd name="T83" fmla="*/ 1074 h 1770"/>
                <a:gd name="T84" fmla="*/ 1308 w 1310"/>
                <a:gd name="T85" fmla="*/ 1182 h 1770"/>
                <a:gd name="T86" fmla="*/ 1301 w 1310"/>
                <a:gd name="T87" fmla="*/ 1328 h 1770"/>
                <a:gd name="T88" fmla="*/ 1276 w 1310"/>
                <a:gd name="T89" fmla="*/ 1418 h 1770"/>
                <a:gd name="T90" fmla="*/ 1242 w 1310"/>
                <a:gd name="T91" fmla="*/ 1486 h 1770"/>
                <a:gd name="T92" fmla="*/ 1196 w 1310"/>
                <a:gd name="T93" fmla="*/ 1547 h 1770"/>
                <a:gd name="T94" fmla="*/ 1098 w 1310"/>
                <a:gd name="T95" fmla="*/ 1633 h 1770"/>
                <a:gd name="T96" fmla="*/ 965 w 1310"/>
                <a:gd name="T97" fmla="*/ 1703 h 1770"/>
                <a:gd name="T98" fmla="*/ 813 w 1310"/>
                <a:gd name="T99" fmla="*/ 1747 h 1770"/>
                <a:gd name="T100" fmla="*/ 639 w 1310"/>
                <a:gd name="T101" fmla="*/ 1768 h 1770"/>
                <a:gd name="T102" fmla="*/ 366 w 1310"/>
                <a:gd name="T103" fmla="*/ 1761 h 1770"/>
                <a:gd name="T104" fmla="*/ 34 w 1310"/>
                <a:gd name="T105" fmla="*/ 1707 h 17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310" h="1770">
                  <a:moveTo>
                    <a:pt x="34" y="1707"/>
                  </a:moveTo>
                  <a:lnTo>
                    <a:pt x="34" y="1371"/>
                  </a:lnTo>
                  <a:lnTo>
                    <a:pt x="70" y="1382"/>
                  </a:lnTo>
                  <a:lnTo>
                    <a:pt x="105" y="1392"/>
                  </a:lnTo>
                  <a:lnTo>
                    <a:pt x="139" y="1401"/>
                  </a:lnTo>
                  <a:lnTo>
                    <a:pt x="174" y="1410"/>
                  </a:lnTo>
                  <a:lnTo>
                    <a:pt x="208" y="1419"/>
                  </a:lnTo>
                  <a:lnTo>
                    <a:pt x="240" y="1426"/>
                  </a:lnTo>
                  <a:lnTo>
                    <a:pt x="273" y="1432"/>
                  </a:lnTo>
                  <a:lnTo>
                    <a:pt x="306" y="1438"/>
                  </a:lnTo>
                  <a:lnTo>
                    <a:pt x="336" y="1444"/>
                  </a:lnTo>
                  <a:lnTo>
                    <a:pt x="368" y="1448"/>
                  </a:lnTo>
                  <a:lnTo>
                    <a:pt x="399" y="1452"/>
                  </a:lnTo>
                  <a:lnTo>
                    <a:pt x="428" y="1455"/>
                  </a:lnTo>
                  <a:lnTo>
                    <a:pt x="458" y="1457"/>
                  </a:lnTo>
                  <a:lnTo>
                    <a:pt x="486" y="1459"/>
                  </a:lnTo>
                  <a:lnTo>
                    <a:pt x="515" y="1460"/>
                  </a:lnTo>
                  <a:lnTo>
                    <a:pt x="543" y="1461"/>
                  </a:lnTo>
                  <a:lnTo>
                    <a:pt x="580" y="1460"/>
                  </a:lnTo>
                  <a:lnTo>
                    <a:pt x="615" y="1458"/>
                  </a:lnTo>
                  <a:lnTo>
                    <a:pt x="646" y="1455"/>
                  </a:lnTo>
                  <a:lnTo>
                    <a:pt x="677" y="1451"/>
                  </a:lnTo>
                  <a:lnTo>
                    <a:pt x="705" y="1445"/>
                  </a:lnTo>
                  <a:lnTo>
                    <a:pt x="729" y="1438"/>
                  </a:lnTo>
                  <a:lnTo>
                    <a:pt x="741" y="1434"/>
                  </a:lnTo>
                  <a:lnTo>
                    <a:pt x="751" y="1430"/>
                  </a:lnTo>
                  <a:lnTo>
                    <a:pt x="763" y="1426"/>
                  </a:lnTo>
                  <a:lnTo>
                    <a:pt x="772" y="1421"/>
                  </a:lnTo>
                  <a:lnTo>
                    <a:pt x="781" y="1416"/>
                  </a:lnTo>
                  <a:lnTo>
                    <a:pt x="790" y="1409"/>
                  </a:lnTo>
                  <a:lnTo>
                    <a:pt x="798" y="1404"/>
                  </a:lnTo>
                  <a:lnTo>
                    <a:pt x="805" y="1398"/>
                  </a:lnTo>
                  <a:lnTo>
                    <a:pt x="813" y="1391"/>
                  </a:lnTo>
                  <a:lnTo>
                    <a:pt x="819" y="1385"/>
                  </a:lnTo>
                  <a:lnTo>
                    <a:pt x="825" y="1378"/>
                  </a:lnTo>
                  <a:lnTo>
                    <a:pt x="829" y="1370"/>
                  </a:lnTo>
                  <a:lnTo>
                    <a:pt x="834" y="1362"/>
                  </a:lnTo>
                  <a:lnTo>
                    <a:pt x="838" y="1354"/>
                  </a:lnTo>
                  <a:lnTo>
                    <a:pt x="841" y="1346"/>
                  </a:lnTo>
                  <a:lnTo>
                    <a:pt x="844" y="1337"/>
                  </a:lnTo>
                  <a:lnTo>
                    <a:pt x="846" y="1329"/>
                  </a:lnTo>
                  <a:lnTo>
                    <a:pt x="847" y="1319"/>
                  </a:lnTo>
                  <a:lnTo>
                    <a:pt x="848" y="1309"/>
                  </a:lnTo>
                  <a:lnTo>
                    <a:pt x="848" y="1299"/>
                  </a:lnTo>
                  <a:lnTo>
                    <a:pt x="848" y="1285"/>
                  </a:lnTo>
                  <a:lnTo>
                    <a:pt x="845" y="1271"/>
                  </a:lnTo>
                  <a:lnTo>
                    <a:pt x="842" y="1257"/>
                  </a:lnTo>
                  <a:lnTo>
                    <a:pt x="837" y="1244"/>
                  </a:lnTo>
                  <a:lnTo>
                    <a:pt x="831" y="1232"/>
                  </a:lnTo>
                  <a:lnTo>
                    <a:pt x="824" y="1220"/>
                  </a:lnTo>
                  <a:lnTo>
                    <a:pt x="815" y="1208"/>
                  </a:lnTo>
                  <a:lnTo>
                    <a:pt x="804" y="1198"/>
                  </a:lnTo>
                  <a:lnTo>
                    <a:pt x="790" y="1187"/>
                  </a:lnTo>
                  <a:lnTo>
                    <a:pt x="773" y="1175"/>
                  </a:lnTo>
                  <a:lnTo>
                    <a:pt x="749" y="1161"/>
                  </a:lnTo>
                  <a:lnTo>
                    <a:pt x="723" y="1146"/>
                  </a:lnTo>
                  <a:lnTo>
                    <a:pt x="691" y="1131"/>
                  </a:lnTo>
                  <a:lnTo>
                    <a:pt x="656" y="1114"/>
                  </a:lnTo>
                  <a:lnTo>
                    <a:pt x="616" y="1096"/>
                  </a:lnTo>
                  <a:lnTo>
                    <a:pt x="571" y="1078"/>
                  </a:lnTo>
                  <a:lnTo>
                    <a:pt x="490" y="1044"/>
                  </a:lnTo>
                  <a:lnTo>
                    <a:pt x="417" y="1011"/>
                  </a:lnTo>
                  <a:lnTo>
                    <a:pt x="383" y="995"/>
                  </a:lnTo>
                  <a:lnTo>
                    <a:pt x="352" y="980"/>
                  </a:lnTo>
                  <a:lnTo>
                    <a:pt x="321" y="964"/>
                  </a:lnTo>
                  <a:lnTo>
                    <a:pt x="292" y="949"/>
                  </a:lnTo>
                  <a:lnTo>
                    <a:pt x="266" y="935"/>
                  </a:lnTo>
                  <a:lnTo>
                    <a:pt x="241" y="921"/>
                  </a:lnTo>
                  <a:lnTo>
                    <a:pt x="219" y="906"/>
                  </a:lnTo>
                  <a:lnTo>
                    <a:pt x="198" y="893"/>
                  </a:lnTo>
                  <a:lnTo>
                    <a:pt x="178" y="880"/>
                  </a:lnTo>
                  <a:lnTo>
                    <a:pt x="161" y="866"/>
                  </a:lnTo>
                  <a:lnTo>
                    <a:pt x="146" y="854"/>
                  </a:lnTo>
                  <a:lnTo>
                    <a:pt x="132" y="842"/>
                  </a:lnTo>
                  <a:lnTo>
                    <a:pt x="116" y="826"/>
                  </a:lnTo>
                  <a:lnTo>
                    <a:pt x="101" y="808"/>
                  </a:lnTo>
                  <a:lnTo>
                    <a:pt x="87" y="791"/>
                  </a:lnTo>
                  <a:lnTo>
                    <a:pt x="74" y="773"/>
                  </a:lnTo>
                  <a:lnTo>
                    <a:pt x="62" y="754"/>
                  </a:lnTo>
                  <a:lnTo>
                    <a:pt x="52" y="736"/>
                  </a:lnTo>
                  <a:lnTo>
                    <a:pt x="42" y="715"/>
                  </a:lnTo>
                  <a:lnTo>
                    <a:pt x="32" y="696"/>
                  </a:lnTo>
                  <a:lnTo>
                    <a:pt x="25" y="676"/>
                  </a:lnTo>
                  <a:lnTo>
                    <a:pt x="18" y="654"/>
                  </a:lnTo>
                  <a:lnTo>
                    <a:pt x="13" y="633"/>
                  </a:lnTo>
                  <a:lnTo>
                    <a:pt x="8" y="610"/>
                  </a:lnTo>
                  <a:lnTo>
                    <a:pt x="5" y="588"/>
                  </a:lnTo>
                  <a:lnTo>
                    <a:pt x="2" y="564"/>
                  </a:lnTo>
                  <a:lnTo>
                    <a:pt x="1" y="541"/>
                  </a:lnTo>
                  <a:lnTo>
                    <a:pt x="0" y="516"/>
                  </a:lnTo>
                  <a:lnTo>
                    <a:pt x="1" y="485"/>
                  </a:lnTo>
                  <a:lnTo>
                    <a:pt x="3" y="455"/>
                  </a:lnTo>
                  <a:lnTo>
                    <a:pt x="7" y="425"/>
                  </a:lnTo>
                  <a:lnTo>
                    <a:pt x="12" y="397"/>
                  </a:lnTo>
                  <a:lnTo>
                    <a:pt x="19" y="370"/>
                  </a:lnTo>
                  <a:lnTo>
                    <a:pt x="27" y="344"/>
                  </a:lnTo>
                  <a:lnTo>
                    <a:pt x="36" y="318"/>
                  </a:lnTo>
                  <a:lnTo>
                    <a:pt x="48" y="294"/>
                  </a:lnTo>
                  <a:lnTo>
                    <a:pt x="61" y="269"/>
                  </a:lnTo>
                  <a:lnTo>
                    <a:pt x="75" y="247"/>
                  </a:lnTo>
                  <a:lnTo>
                    <a:pt x="90" y="225"/>
                  </a:lnTo>
                  <a:lnTo>
                    <a:pt x="108" y="204"/>
                  </a:lnTo>
                  <a:lnTo>
                    <a:pt x="127" y="185"/>
                  </a:lnTo>
                  <a:lnTo>
                    <a:pt x="148" y="165"/>
                  </a:lnTo>
                  <a:lnTo>
                    <a:pt x="169" y="148"/>
                  </a:lnTo>
                  <a:lnTo>
                    <a:pt x="192" y="131"/>
                  </a:lnTo>
                  <a:lnTo>
                    <a:pt x="217" y="115"/>
                  </a:lnTo>
                  <a:lnTo>
                    <a:pt x="241" y="100"/>
                  </a:lnTo>
                  <a:lnTo>
                    <a:pt x="268" y="86"/>
                  </a:lnTo>
                  <a:lnTo>
                    <a:pt x="294" y="73"/>
                  </a:lnTo>
                  <a:lnTo>
                    <a:pt x="323" y="61"/>
                  </a:lnTo>
                  <a:lnTo>
                    <a:pt x="352" y="51"/>
                  </a:lnTo>
                  <a:lnTo>
                    <a:pt x="381" y="41"/>
                  </a:lnTo>
                  <a:lnTo>
                    <a:pt x="412" y="33"/>
                  </a:lnTo>
                  <a:lnTo>
                    <a:pt x="443" y="24"/>
                  </a:lnTo>
                  <a:lnTo>
                    <a:pt x="476" y="18"/>
                  </a:lnTo>
                  <a:lnTo>
                    <a:pt x="509" y="12"/>
                  </a:lnTo>
                  <a:lnTo>
                    <a:pt x="543" y="8"/>
                  </a:lnTo>
                  <a:lnTo>
                    <a:pt x="578" y="4"/>
                  </a:lnTo>
                  <a:lnTo>
                    <a:pt x="614" y="2"/>
                  </a:lnTo>
                  <a:lnTo>
                    <a:pt x="651" y="0"/>
                  </a:lnTo>
                  <a:lnTo>
                    <a:pt x="689" y="0"/>
                  </a:lnTo>
                  <a:lnTo>
                    <a:pt x="733" y="0"/>
                  </a:lnTo>
                  <a:lnTo>
                    <a:pt x="783" y="3"/>
                  </a:lnTo>
                  <a:lnTo>
                    <a:pt x="836" y="8"/>
                  </a:lnTo>
                  <a:lnTo>
                    <a:pt x="895" y="15"/>
                  </a:lnTo>
                  <a:lnTo>
                    <a:pt x="958" y="23"/>
                  </a:lnTo>
                  <a:lnTo>
                    <a:pt x="1027" y="35"/>
                  </a:lnTo>
                  <a:lnTo>
                    <a:pt x="1099" y="47"/>
                  </a:lnTo>
                  <a:lnTo>
                    <a:pt x="1177" y="61"/>
                  </a:lnTo>
                  <a:lnTo>
                    <a:pt x="1177" y="386"/>
                  </a:lnTo>
                  <a:lnTo>
                    <a:pt x="1147" y="374"/>
                  </a:lnTo>
                  <a:lnTo>
                    <a:pt x="1118" y="363"/>
                  </a:lnTo>
                  <a:lnTo>
                    <a:pt x="1089" y="353"/>
                  </a:lnTo>
                  <a:lnTo>
                    <a:pt x="1060" y="344"/>
                  </a:lnTo>
                  <a:lnTo>
                    <a:pt x="1032" y="336"/>
                  </a:lnTo>
                  <a:lnTo>
                    <a:pt x="1003" y="327"/>
                  </a:lnTo>
                  <a:lnTo>
                    <a:pt x="976" y="320"/>
                  </a:lnTo>
                  <a:lnTo>
                    <a:pt x="947" y="314"/>
                  </a:lnTo>
                  <a:lnTo>
                    <a:pt x="921" y="309"/>
                  </a:lnTo>
                  <a:lnTo>
                    <a:pt x="893" y="304"/>
                  </a:lnTo>
                  <a:lnTo>
                    <a:pt x="867" y="300"/>
                  </a:lnTo>
                  <a:lnTo>
                    <a:pt x="839" y="297"/>
                  </a:lnTo>
                  <a:lnTo>
                    <a:pt x="814" y="294"/>
                  </a:lnTo>
                  <a:lnTo>
                    <a:pt x="787" y="292"/>
                  </a:lnTo>
                  <a:lnTo>
                    <a:pt x="762" y="291"/>
                  </a:lnTo>
                  <a:lnTo>
                    <a:pt x="736" y="291"/>
                  </a:lnTo>
                  <a:lnTo>
                    <a:pt x="700" y="292"/>
                  </a:lnTo>
                  <a:lnTo>
                    <a:pt x="669" y="293"/>
                  </a:lnTo>
                  <a:lnTo>
                    <a:pt x="638" y="296"/>
                  </a:lnTo>
                  <a:lnTo>
                    <a:pt x="610" y="301"/>
                  </a:lnTo>
                  <a:lnTo>
                    <a:pt x="584" y="306"/>
                  </a:lnTo>
                  <a:lnTo>
                    <a:pt x="561" y="313"/>
                  </a:lnTo>
                  <a:lnTo>
                    <a:pt x="539" y="321"/>
                  </a:lnTo>
                  <a:lnTo>
                    <a:pt x="521" y="331"/>
                  </a:lnTo>
                  <a:lnTo>
                    <a:pt x="512" y="336"/>
                  </a:lnTo>
                  <a:lnTo>
                    <a:pt x="504" y="341"/>
                  </a:lnTo>
                  <a:lnTo>
                    <a:pt x="496" y="346"/>
                  </a:lnTo>
                  <a:lnTo>
                    <a:pt x="489" y="352"/>
                  </a:lnTo>
                  <a:lnTo>
                    <a:pt x="483" y="359"/>
                  </a:lnTo>
                  <a:lnTo>
                    <a:pt x="477" y="365"/>
                  </a:lnTo>
                  <a:lnTo>
                    <a:pt x="472" y="372"/>
                  </a:lnTo>
                  <a:lnTo>
                    <a:pt x="467" y="380"/>
                  </a:lnTo>
                  <a:lnTo>
                    <a:pt x="463" y="387"/>
                  </a:lnTo>
                  <a:lnTo>
                    <a:pt x="459" y="395"/>
                  </a:lnTo>
                  <a:lnTo>
                    <a:pt x="456" y="403"/>
                  </a:lnTo>
                  <a:lnTo>
                    <a:pt x="454" y="411"/>
                  </a:lnTo>
                  <a:lnTo>
                    <a:pt x="452" y="420"/>
                  </a:lnTo>
                  <a:lnTo>
                    <a:pt x="450" y="430"/>
                  </a:lnTo>
                  <a:lnTo>
                    <a:pt x="450" y="439"/>
                  </a:lnTo>
                  <a:lnTo>
                    <a:pt x="448" y="449"/>
                  </a:lnTo>
                  <a:lnTo>
                    <a:pt x="450" y="463"/>
                  </a:lnTo>
                  <a:lnTo>
                    <a:pt x="453" y="477"/>
                  </a:lnTo>
                  <a:lnTo>
                    <a:pt x="457" y="490"/>
                  </a:lnTo>
                  <a:lnTo>
                    <a:pt x="463" y="502"/>
                  </a:lnTo>
                  <a:lnTo>
                    <a:pt x="471" y="514"/>
                  </a:lnTo>
                  <a:lnTo>
                    <a:pt x="481" y="524"/>
                  </a:lnTo>
                  <a:lnTo>
                    <a:pt x="493" y="536"/>
                  </a:lnTo>
                  <a:lnTo>
                    <a:pt x="507" y="545"/>
                  </a:lnTo>
                  <a:lnTo>
                    <a:pt x="521" y="553"/>
                  </a:lnTo>
                  <a:lnTo>
                    <a:pt x="541" y="564"/>
                  </a:lnTo>
                  <a:lnTo>
                    <a:pt x="567" y="577"/>
                  </a:lnTo>
                  <a:lnTo>
                    <a:pt x="597" y="592"/>
                  </a:lnTo>
                  <a:lnTo>
                    <a:pt x="633" y="609"/>
                  </a:lnTo>
                  <a:lnTo>
                    <a:pt x="674" y="629"/>
                  </a:lnTo>
                  <a:lnTo>
                    <a:pt x="720" y="649"/>
                  </a:lnTo>
                  <a:lnTo>
                    <a:pt x="772" y="672"/>
                  </a:lnTo>
                  <a:lnTo>
                    <a:pt x="846" y="707"/>
                  </a:lnTo>
                  <a:lnTo>
                    <a:pt x="915" y="740"/>
                  </a:lnTo>
                  <a:lnTo>
                    <a:pt x="946" y="756"/>
                  </a:lnTo>
                  <a:lnTo>
                    <a:pt x="976" y="771"/>
                  </a:lnTo>
                  <a:lnTo>
                    <a:pt x="1004" y="787"/>
                  </a:lnTo>
                  <a:lnTo>
                    <a:pt x="1032" y="802"/>
                  </a:lnTo>
                  <a:lnTo>
                    <a:pt x="1056" y="817"/>
                  </a:lnTo>
                  <a:lnTo>
                    <a:pt x="1080" y="832"/>
                  </a:lnTo>
                  <a:lnTo>
                    <a:pt x="1102" y="846"/>
                  </a:lnTo>
                  <a:lnTo>
                    <a:pt x="1123" y="860"/>
                  </a:lnTo>
                  <a:lnTo>
                    <a:pt x="1141" y="875"/>
                  </a:lnTo>
                  <a:lnTo>
                    <a:pt x="1158" y="888"/>
                  </a:lnTo>
                  <a:lnTo>
                    <a:pt x="1174" y="901"/>
                  </a:lnTo>
                  <a:lnTo>
                    <a:pt x="1187" y="913"/>
                  </a:lnTo>
                  <a:lnTo>
                    <a:pt x="1202" y="930"/>
                  </a:lnTo>
                  <a:lnTo>
                    <a:pt x="1216" y="945"/>
                  </a:lnTo>
                  <a:lnTo>
                    <a:pt x="1229" y="962"/>
                  </a:lnTo>
                  <a:lnTo>
                    <a:pt x="1241" y="979"/>
                  </a:lnTo>
                  <a:lnTo>
                    <a:pt x="1252" y="997"/>
                  </a:lnTo>
                  <a:lnTo>
                    <a:pt x="1262" y="1015"/>
                  </a:lnTo>
                  <a:lnTo>
                    <a:pt x="1271" y="1034"/>
                  </a:lnTo>
                  <a:lnTo>
                    <a:pt x="1279" y="1053"/>
                  </a:lnTo>
                  <a:lnTo>
                    <a:pt x="1287" y="1074"/>
                  </a:lnTo>
                  <a:lnTo>
                    <a:pt x="1293" y="1094"/>
                  </a:lnTo>
                  <a:lnTo>
                    <a:pt x="1298" y="1114"/>
                  </a:lnTo>
                  <a:lnTo>
                    <a:pt x="1302" y="1137"/>
                  </a:lnTo>
                  <a:lnTo>
                    <a:pt x="1305" y="1158"/>
                  </a:lnTo>
                  <a:lnTo>
                    <a:pt x="1308" y="1182"/>
                  </a:lnTo>
                  <a:lnTo>
                    <a:pt x="1309" y="1204"/>
                  </a:lnTo>
                  <a:lnTo>
                    <a:pt x="1310" y="1229"/>
                  </a:lnTo>
                  <a:lnTo>
                    <a:pt x="1309" y="1262"/>
                  </a:lnTo>
                  <a:lnTo>
                    <a:pt x="1306" y="1296"/>
                  </a:lnTo>
                  <a:lnTo>
                    <a:pt x="1301" y="1328"/>
                  </a:lnTo>
                  <a:lnTo>
                    <a:pt x="1295" y="1358"/>
                  </a:lnTo>
                  <a:lnTo>
                    <a:pt x="1291" y="1374"/>
                  </a:lnTo>
                  <a:lnTo>
                    <a:pt x="1287" y="1389"/>
                  </a:lnTo>
                  <a:lnTo>
                    <a:pt x="1282" y="1403"/>
                  </a:lnTo>
                  <a:lnTo>
                    <a:pt x="1276" y="1418"/>
                  </a:lnTo>
                  <a:lnTo>
                    <a:pt x="1271" y="1432"/>
                  </a:lnTo>
                  <a:lnTo>
                    <a:pt x="1263" y="1446"/>
                  </a:lnTo>
                  <a:lnTo>
                    <a:pt x="1257" y="1459"/>
                  </a:lnTo>
                  <a:lnTo>
                    <a:pt x="1250" y="1473"/>
                  </a:lnTo>
                  <a:lnTo>
                    <a:pt x="1242" y="1486"/>
                  </a:lnTo>
                  <a:lnTo>
                    <a:pt x="1234" y="1499"/>
                  </a:lnTo>
                  <a:lnTo>
                    <a:pt x="1225" y="1511"/>
                  </a:lnTo>
                  <a:lnTo>
                    <a:pt x="1216" y="1524"/>
                  </a:lnTo>
                  <a:lnTo>
                    <a:pt x="1206" y="1536"/>
                  </a:lnTo>
                  <a:lnTo>
                    <a:pt x="1196" y="1547"/>
                  </a:lnTo>
                  <a:lnTo>
                    <a:pt x="1186" y="1559"/>
                  </a:lnTo>
                  <a:lnTo>
                    <a:pt x="1175" y="1571"/>
                  </a:lnTo>
                  <a:lnTo>
                    <a:pt x="1151" y="1592"/>
                  </a:lnTo>
                  <a:lnTo>
                    <a:pt x="1126" y="1613"/>
                  </a:lnTo>
                  <a:lnTo>
                    <a:pt x="1098" y="1633"/>
                  </a:lnTo>
                  <a:lnTo>
                    <a:pt x="1069" y="1651"/>
                  </a:lnTo>
                  <a:lnTo>
                    <a:pt x="1044" y="1666"/>
                  </a:lnTo>
                  <a:lnTo>
                    <a:pt x="1019" y="1679"/>
                  </a:lnTo>
                  <a:lnTo>
                    <a:pt x="992" y="1691"/>
                  </a:lnTo>
                  <a:lnTo>
                    <a:pt x="965" y="1703"/>
                  </a:lnTo>
                  <a:lnTo>
                    <a:pt x="936" y="1714"/>
                  </a:lnTo>
                  <a:lnTo>
                    <a:pt x="906" y="1724"/>
                  </a:lnTo>
                  <a:lnTo>
                    <a:pt x="876" y="1732"/>
                  </a:lnTo>
                  <a:lnTo>
                    <a:pt x="845" y="1740"/>
                  </a:lnTo>
                  <a:lnTo>
                    <a:pt x="813" y="1747"/>
                  </a:lnTo>
                  <a:lnTo>
                    <a:pt x="780" y="1752"/>
                  </a:lnTo>
                  <a:lnTo>
                    <a:pt x="746" y="1757"/>
                  </a:lnTo>
                  <a:lnTo>
                    <a:pt x="712" y="1762"/>
                  </a:lnTo>
                  <a:lnTo>
                    <a:pt x="676" y="1766"/>
                  </a:lnTo>
                  <a:lnTo>
                    <a:pt x="639" y="1768"/>
                  </a:lnTo>
                  <a:lnTo>
                    <a:pt x="601" y="1769"/>
                  </a:lnTo>
                  <a:lnTo>
                    <a:pt x="563" y="1770"/>
                  </a:lnTo>
                  <a:lnTo>
                    <a:pt x="497" y="1769"/>
                  </a:lnTo>
                  <a:lnTo>
                    <a:pt x="431" y="1766"/>
                  </a:lnTo>
                  <a:lnTo>
                    <a:pt x="366" y="1761"/>
                  </a:lnTo>
                  <a:lnTo>
                    <a:pt x="300" y="1754"/>
                  </a:lnTo>
                  <a:lnTo>
                    <a:pt x="233" y="1745"/>
                  </a:lnTo>
                  <a:lnTo>
                    <a:pt x="167" y="1735"/>
                  </a:lnTo>
                  <a:lnTo>
                    <a:pt x="101" y="1722"/>
                  </a:lnTo>
                  <a:lnTo>
                    <a:pt x="34" y="1707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103" name="Freeform 53"/>
            <p:cNvSpPr>
              <a:spLocks/>
            </p:cNvSpPr>
            <p:nvPr userDrawn="1"/>
          </p:nvSpPr>
          <p:spPr bwMode="gray">
            <a:xfrm>
              <a:off x="6294" y="350"/>
              <a:ext cx="39" cy="142"/>
            </a:xfrm>
            <a:custGeom>
              <a:avLst/>
              <a:gdLst>
                <a:gd name="T0" fmla="*/ 476 w 476"/>
                <a:gd name="T1" fmla="*/ 0 h 1706"/>
                <a:gd name="T2" fmla="*/ 476 w 476"/>
                <a:gd name="T3" fmla="*/ 1706 h 1706"/>
                <a:gd name="T4" fmla="*/ 0 w 476"/>
                <a:gd name="T5" fmla="*/ 1706 h 1706"/>
                <a:gd name="T6" fmla="*/ 0 w 476"/>
                <a:gd name="T7" fmla="*/ 0 h 1706"/>
                <a:gd name="T8" fmla="*/ 238 w 476"/>
                <a:gd name="T9" fmla="*/ 285 h 1706"/>
                <a:gd name="T10" fmla="*/ 476 w 476"/>
                <a:gd name="T11" fmla="*/ 0 h 1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6" h="1706">
                  <a:moveTo>
                    <a:pt x="476" y="0"/>
                  </a:moveTo>
                  <a:lnTo>
                    <a:pt x="476" y="1706"/>
                  </a:lnTo>
                  <a:lnTo>
                    <a:pt x="0" y="1706"/>
                  </a:lnTo>
                  <a:lnTo>
                    <a:pt x="0" y="0"/>
                  </a:lnTo>
                  <a:lnTo>
                    <a:pt x="238" y="285"/>
                  </a:lnTo>
                  <a:lnTo>
                    <a:pt x="476" y="0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104" name="Freeform 54"/>
            <p:cNvSpPr>
              <a:spLocks/>
            </p:cNvSpPr>
            <p:nvPr userDrawn="1"/>
          </p:nvSpPr>
          <p:spPr bwMode="gray">
            <a:xfrm>
              <a:off x="6294" y="350"/>
              <a:ext cx="39" cy="44"/>
            </a:xfrm>
            <a:custGeom>
              <a:avLst/>
              <a:gdLst>
                <a:gd name="T0" fmla="*/ 476 w 476"/>
                <a:gd name="T1" fmla="*/ 0 h 530"/>
                <a:gd name="T2" fmla="*/ 0 w 476"/>
                <a:gd name="T3" fmla="*/ 0 h 530"/>
                <a:gd name="T4" fmla="*/ 238 w 476"/>
                <a:gd name="T5" fmla="*/ 530 h 530"/>
                <a:gd name="T6" fmla="*/ 476 w 476"/>
                <a:gd name="T7" fmla="*/ 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76" h="530">
                  <a:moveTo>
                    <a:pt x="476" y="0"/>
                  </a:moveTo>
                  <a:lnTo>
                    <a:pt x="0" y="0"/>
                  </a:lnTo>
                  <a:lnTo>
                    <a:pt x="238" y="530"/>
                  </a:lnTo>
                  <a:lnTo>
                    <a:pt x="476" y="0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105" name="Freeform 55"/>
            <p:cNvSpPr>
              <a:spLocks/>
            </p:cNvSpPr>
            <p:nvPr userDrawn="1"/>
          </p:nvSpPr>
          <p:spPr bwMode="gray">
            <a:xfrm>
              <a:off x="6370" y="350"/>
              <a:ext cx="103" cy="142"/>
            </a:xfrm>
            <a:custGeom>
              <a:avLst/>
              <a:gdLst>
                <a:gd name="T0" fmla="*/ 0 w 1241"/>
                <a:gd name="T1" fmla="*/ 1706 h 1706"/>
                <a:gd name="T2" fmla="*/ 0 w 1241"/>
                <a:gd name="T3" fmla="*/ 0 h 1706"/>
                <a:gd name="T4" fmla="*/ 1222 w 1241"/>
                <a:gd name="T5" fmla="*/ 0 h 1706"/>
                <a:gd name="T6" fmla="*/ 1222 w 1241"/>
                <a:gd name="T7" fmla="*/ 309 h 1706"/>
                <a:gd name="T8" fmla="*/ 459 w 1241"/>
                <a:gd name="T9" fmla="*/ 309 h 1706"/>
                <a:gd name="T10" fmla="*/ 459 w 1241"/>
                <a:gd name="T11" fmla="*/ 693 h 1706"/>
                <a:gd name="T12" fmla="*/ 1123 w 1241"/>
                <a:gd name="T13" fmla="*/ 693 h 1706"/>
                <a:gd name="T14" fmla="*/ 1123 w 1241"/>
                <a:gd name="T15" fmla="*/ 975 h 1706"/>
                <a:gd name="T16" fmla="*/ 459 w 1241"/>
                <a:gd name="T17" fmla="*/ 975 h 1706"/>
                <a:gd name="T18" fmla="*/ 459 w 1241"/>
                <a:gd name="T19" fmla="*/ 1380 h 1706"/>
                <a:gd name="T20" fmla="*/ 1241 w 1241"/>
                <a:gd name="T21" fmla="*/ 1380 h 1706"/>
                <a:gd name="T22" fmla="*/ 1241 w 1241"/>
                <a:gd name="T23" fmla="*/ 1706 h 1706"/>
                <a:gd name="T24" fmla="*/ 0 w 1241"/>
                <a:gd name="T25" fmla="*/ 1706 h 1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41" h="1706">
                  <a:moveTo>
                    <a:pt x="0" y="1706"/>
                  </a:moveTo>
                  <a:lnTo>
                    <a:pt x="0" y="0"/>
                  </a:lnTo>
                  <a:lnTo>
                    <a:pt x="1222" y="0"/>
                  </a:lnTo>
                  <a:lnTo>
                    <a:pt x="1222" y="309"/>
                  </a:lnTo>
                  <a:lnTo>
                    <a:pt x="459" y="309"/>
                  </a:lnTo>
                  <a:lnTo>
                    <a:pt x="459" y="693"/>
                  </a:lnTo>
                  <a:lnTo>
                    <a:pt x="1123" y="693"/>
                  </a:lnTo>
                  <a:lnTo>
                    <a:pt x="1123" y="975"/>
                  </a:lnTo>
                  <a:lnTo>
                    <a:pt x="459" y="975"/>
                  </a:lnTo>
                  <a:lnTo>
                    <a:pt x="459" y="1380"/>
                  </a:lnTo>
                  <a:lnTo>
                    <a:pt x="1241" y="1380"/>
                  </a:lnTo>
                  <a:lnTo>
                    <a:pt x="1241" y="1706"/>
                  </a:lnTo>
                  <a:lnTo>
                    <a:pt x="0" y="1706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106" name="Freeform 56"/>
            <p:cNvSpPr>
              <a:spLocks/>
            </p:cNvSpPr>
            <p:nvPr userDrawn="1"/>
          </p:nvSpPr>
          <p:spPr bwMode="gray">
            <a:xfrm>
              <a:off x="6499" y="350"/>
              <a:ext cx="173" cy="143"/>
            </a:xfrm>
            <a:custGeom>
              <a:avLst/>
              <a:gdLst>
                <a:gd name="T0" fmla="*/ 0 w 2073"/>
                <a:gd name="T1" fmla="*/ 1706 h 1723"/>
                <a:gd name="T2" fmla="*/ 0 w 2073"/>
                <a:gd name="T3" fmla="*/ 0 h 1723"/>
                <a:gd name="T4" fmla="*/ 617 w 2073"/>
                <a:gd name="T5" fmla="*/ 0 h 1723"/>
                <a:gd name="T6" fmla="*/ 1047 w 2073"/>
                <a:gd name="T7" fmla="*/ 1090 h 1723"/>
                <a:gd name="T8" fmla="*/ 1486 w 2073"/>
                <a:gd name="T9" fmla="*/ 0 h 1723"/>
                <a:gd name="T10" fmla="*/ 2073 w 2073"/>
                <a:gd name="T11" fmla="*/ 0 h 1723"/>
                <a:gd name="T12" fmla="*/ 2073 w 2073"/>
                <a:gd name="T13" fmla="*/ 1706 h 1723"/>
                <a:gd name="T14" fmla="*/ 1621 w 2073"/>
                <a:gd name="T15" fmla="*/ 1706 h 1723"/>
                <a:gd name="T16" fmla="*/ 1621 w 2073"/>
                <a:gd name="T17" fmla="*/ 499 h 1723"/>
                <a:gd name="T18" fmla="*/ 1121 w 2073"/>
                <a:gd name="T19" fmla="*/ 1723 h 1723"/>
                <a:gd name="T20" fmla="*/ 826 w 2073"/>
                <a:gd name="T21" fmla="*/ 1723 h 1723"/>
                <a:gd name="T22" fmla="*/ 336 w 2073"/>
                <a:gd name="T23" fmla="*/ 499 h 1723"/>
                <a:gd name="T24" fmla="*/ 336 w 2073"/>
                <a:gd name="T25" fmla="*/ 1706 h 1723"/>
                <a:gd name="T26" fmla="*/ 0 w 2073"/>
                <a:gd name="T27" fmla="*/ 1706 h 1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73" h="1723">
                  <a:moveTo>
                    <a:pt x="0" y="1706"/>
                  </a:moveTo>
                  <a:lnTo>
                    <a:pt x="0" y="0"/>
                  </a:lnTo>
                  <a:lnTo>
                    <a:pt x="617" y="0"/>
                  </a:lnTo>
                  <a:lnTo>
                    <a:pt x="1047" y="1090"/>
                  </a:lnTo>
                  <a:lnTo>
                    <a:pt x="1486" y="0"/>
                  </a:lnTo>
                  <a:lnTo>
                    <a:pt x="2073" y="0"/>
                  </a:lnTo>
                  <a:lnTo>
                    <a:pt x="2073" y="1706"/>
                  </a:lnTo>
                  <a:lnTo>
                    <a:pt x="1621" y="1706"/>
                  </a:lnTo>
                  <a:lnTo>
                    <a:pt x="1621" y="499"/>
                  </a:lnTo>
                  <a:lnTo>
                    <a:pt x="1121" y="1723"/>
                  </a:lnTo>
                  <a:lnTo>
                    <a:pt x="826" y="1723"/>
                  </a:lnTo>
                  <a:lnTo>
                    <a:pt x="336" y="499"/>
                  </a:lnTo>
                  <a:lnTo>
                    <a:pt x="336" y="1706"/>
                  </a:lnTo>
                  <a:lnTo>
                    <a:pt x="0" y="1706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107" name="Freeform 57"/>
            <p:cNvSpPr>
              <a:spLocks/>
            </p:cNvSpPr>
            <p:nvPr userDrawn="1"/>
          </p:nvSpPr>
          <p:spPr bwMode="gray">
            <a:xfrm>
              <a:off x="6708" y="350"/>
              <a:ext cx="104" cy="142"/>
            </a:xfrm>
            <a:custGeom>
              <a:avLst/>
              <a:gdLst>
                <a:gd name="T0" fmla="*/ 0 w 1242"/>
                <a:gd name="T1" fmla="*/ 1706 h 1706"/>
                <a:gd name="T2" fmla="*/ 0 w 1242"/>
                <a:gd name="T3" fmla="*/ 0 h 1706"/>
                <a:gd name="T4" fmla="*/ 1221 w 1242"/>
                <a:gd name="T5" fmla="*/ 0 h 1706"/>
                <a:gd name="T6" fmla="*/ 1221 w 1242"/>
                <a:gd name="T7" fmla="*/ 309 h 1706"/>
                <a:gd name="T8" fmla="*/ 459 w 1242"/>
                <a:gd name="T9" fmla="*/ 309 h 1706"/>
                <a:gd name="T10" fmla="*/ 459 w 1242"/>
                <a:gd name="T11" fmla="*/ 693 h 1706"/>
                <a:gd name="T12" fmla="*/ 1123 w 1242"/>
                <a:gd name="T13" fmla="*/ 693 h 1706"/>
                <a:gd name="T14" fmla="*/ 1123 w 1242"/>
                <a:gd name="T15" fmla="*/ 975 h 1706"/>
                <a:gd name="T16" fmla="*/ 459 w 1242"/>
                <a:gd name="T17" fmla="*/ 975 h 1706"/>
                <a:gd name="T18" fmla="*/ 459 w 1242"/>
                <a:gd name="T19" fmla="*/ 1380 h 1706"/>
                <a:gd name="T20" fmla="*/ 1242 w 1242"/>
                <a:gd name="T21" fmla="*/ 1380 h 1706"/>
                <a:gd name="T22" fmla="*/ 1242 w 1242"/>
                <a:gd name="T23" fmla="*/ 1706 h 1706"/>
                <a:gd name="T24" fmla="*/ 0 w 1242"/>
                <a:gd name="T25" fmla="*/ 1706 h 1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42" h="1706">
                  <a:moveTo>
                    <a:pt x="0" y="1706"/>
                  </a:moveTo>
                  <a:lnTo>
                    <a:pt x="0" y="0"/>
                  </a:lnTo>
                  <a:lnTo>
                    <a:pt x="1221" y="0"/>
                  </a:lnTo>
                  <a:lnTo>
                    <a:pt x="1221" y="309"/>
                  </a:lnTo>
                  <a:lnTo>
                    <a:pt x="459" y="309"/>
                  </a:lnTo>
                  <a:lnTo>
                    <a:pt x="459" y="693"/>
                  </a:lnTo>
                  <a:lnTo>
                    <a:pt x="1123" y="693"/>
                  </a:lnTo>
                  <a:lnTo>
                    <a:pt x="1123" y="975"/>
                  </a:lnTo>
                  <a:lnTo>
                    <a:pt x="459" y="975"/>
                  </a:lnTo>
                  <a:lnTo>
                    <a:pt x="459" y="1380"/>
                  </a:lnTo>
                  <a:lnTo>
                    <a:pt x="1242" y="1380"/>
                  </a:lnTo>
                  <a:lnTo>
                    <a:pt x="1242" y="1706"/>
                  </a:lnTo>
                  <a:lnTo>
                    <a:pt x="0" y="1706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108" name="Freeform 58"/>
            <p:cNvSpPr>
              <a:spLocks/>
            </p:cNvSpPr>
            <p:nvPr userDrawn="1"/>
          </p:nvSpPr>
          <p:spPr bwMode="gray">
            <a:xfrm>
              <a:off x="6838" y="350"/>
              <a:ext cx="123" cy="142"/>
            </a:xfrm>
            <a:custGeom>
              <a:avLst/>
              <a:gdLst>
                <a:gd name="T0" fmla="*/ 0 w 1473"/>
                <a:gd name="T1" fmla="*/ 1706 h 1706"/>
                <a:gd name="T2" fmla="*/ 0 w 1473"/>
                <a:gd name="T3" fmla="*/ 0 h 1706"/>
                <a:gd name="T4" fmla="*/ 551 w 1473"/>
                <a:gd name="T5" fmla="*/ 0 h 1706"/>
                <a:gd name="T6" fmla="*/ 1137 w 1473"/>
                <a:gd name="T7" fmla="*/ 1142 h 1706"/>
                <a:gd name="T8" fmla="*/ 1137 w 1473"/>
                <a:gd name="T9" fmla="*/ 0 h 1706"/>
                <a:gd name="T10" fmla="*/ 1473 w 1473"/>
                <a:gd name="T11" fmla="*/ 0 h 1706"/>
                <a:gd name="T12" fmla="*/ 1473 w 1473"/>
                <a:gd name="T13" fmla="*/ 1706 h 1706"/>
                <a:gd name="T14" fmla="*/ 936 w 1473"/>
                <a:gd name="T15" fmla="*/ 1706 h 1706"/>
                <a:gd name="T16" fmla="*/ 335 w 1473"/>
                <a:gd name="T17" fmla="*/ 549 h 1706"/>
                <a:gd name="T18" fmla="*/ 335 w 1473"/>
                <a:gd name="T19" fmla="*/ 1706 h 1706"/>
                <a:gd name="T20" fmla="*/ 0 w 1473"/>
                <a:gd name="T21" fmla="*/ 1706 h 1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73" h="1706">
                  <a:moveTo>
                    <a:pt x="0" y="1706"/>
                  </a:moveTo>
                  <a:lnTo>
                    <a:pt x="0" y="0"/>
                  </a:lnTo>
                  <a:lnTo>
                    <a:pt x="551" y="0"/>
                  </a:lnTo>
                  <a:lnTo>
                    <a:pt x="1137" y="1142"/>
                  </a:lnTo>
                  <a:lnTo>
                    <a:pt x="1137" y="0"/>
                  </a:lnTo>
                  <a:lnTo>
                    <a:pt x="1473" y="0"/>
                  </a:lnTo>
                  <a:lnTo>
                    <a:pt x="1473" y="1706"/>
                  </a:lnTo>
                  <a:lnTo>
                    <a:pt x="936" y="1706"/>
                  </a:lnTo>
                  <a:lnTo>
                    <a:pt x="335" y="549"/>
                  </a:lnTo>
                  <a:lnTo>
                    <a:pt x="335" y="1706"/>
                  </a:lnTo>
                  <a:lnTo>
                    <a:pt x="0" y="1706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109" name="Freeform 59"/>
            <p:cNvSpPr>
              <a:spLocks/>
            </p:cNvSpPr>
            <p:nvPr userDrawn="1"/>
          </p:nvSpPr>
          <p:spPr bwMode="gray">
            <a:xfrm>
              <a:off x="6986" y="347"/>
              <a:ext cx="109" cy="148"/>
            </a:xfrm>
            <a:custGeom>
              <a:avLst/>
              <a:gdLst>
                <a:gd name="T0" fmla="*/ 138 w 1309"/>
                <a:gd name="T1" fmla="*/ 1401 h 1770"/>
                <a:gd name="T2" fmla="*/ 303 w 1309"/>
                <a:gd name="T3" fmla="*/ 1438 h 1770"/>
                <a:gd name="T4" fmla="*/ 456 w 1309"/>
                <a:gd name="T5" fmla="*/ 1457 h 1770"/>
                <a:gd name="T6" fmla="*/ 615 w 1309"/>
                <a:gd name="T7" fmla="*/ 1458 h 1770"/>
                <a:gd name="T8" fmla="*/ 740 w 1309"/>
                <a:gd name="T9" fmla="*/ 1434 h 1770"/>
                <a:gd name="T10" fmla="*/ 790 w 1309"/>
                <a:gd name="T11" fmla="*/ 1409 h 1770"/>
                <a:gd name="T12" fmla="*/ 824 w 1309"/>
                <a:gd name="T13" fmla="*/ 1378 h 1770"/>
                <a:gd name="T14" fmla="*/ 843 w 1309"/>
                <a:gd name="T15" fmla="*/ 1337 h 1770"/>
                <a:gd name="T16" fmla="*/ 847 w 1309"/>
                <a:gd name="T17" fmla="*/ 1285 h 1770"/>
                <a:gd name="T18" fmla="*/ 824 w 1309"/>
                <a:gd name="T19" fmla="*/ 1220 h 1770"/>
                <a:gd name="T20" fmla="*/ 750 w 1309"/>
                <a:gd name="T21" fmla="*/ 1161 h 1770"/>
                <a:gd name="T22" fmla="*/ 571 w 1309"/>
                <a:gd name="T23" fmla="*/ 1078 h 1770"/>
                <a:gd name="T24" fmla="*/ 321 w 1309"/>
                <a:gd name="T25" fmla="*/ 965 h 1770"/>
                <a:gd name="T26" fmla="*/ 197 w 1309"/>
                <a:gd name="T27" fmla="*/ 893 h 1770"/>
                <a:gd name="T28" fmla="*/ 116 w 1309"/>
                <a:gd name="T29" fmla="*/ 826 h 1770"/>
                <a:gd name="T30" fmla="*/ 51 w 1309"/>
                <a:gd name="T31" fmla="*/ 736 h 1770"/>
                <a:gd name="T32" fmla="*/ 13 w 1309"/>
                <a:gd name="T33" fmla="*/ 633 h 1770"/>
                <a:gd name="T34" fmla="*/ 0 w 1309"/>
                <a:gd name="T35" fmla="*/ 515 h 1770"/>
                <a:gd name="T36" fmla="*/ 18 w 1309"/>
                <a:gd name="T37" fmla="*/ 369 h 1770"/>
                <a:gd name="T38" fmla="*/ 75 w 1309"/>
                <a:gd name="T39" fmla="*/ 247 h 1770"/>
                <a:gd name="T40" fmla="*/ 169 w 1309"/>
                <a:gd name="T41" fmla="*/ 148 h 1770"/>
                <a:gd name="T42" fmla="*/ 294 w 1309"/>
                <a:gd name="T43" fmla="*/ 73 h 1770"/>
                <a:gd name="T44" fmla="*/ 443 w 1309"/>
                <a:gd name="T45" fmla="*/ 24 h 1770"/>
                <a:gd name="T46" fmla="*/ 614 w 1309"/>
                <a:gd name="T47" fmla="*/ 2 h 1770"/>
                <a:gd name="T48" fmla="*/ 832 w 1309"/>
                <a:gd name="T49" fmla="*/ 7 h 1770"/>
                <a:gd name="T50" fmla="*/ 1134 w 1309"/>
                <a:gd name="T51" fmla="*/ 54 h 1770"/>
                <a:gd name="T52" fmla="*/ 1088 w 1309"/>
                <a:gd name="T53" fmla="*/ 353 h 1770"/>
                <a:gd name="T54" fmla="*/ 947 w 1309"/>
                <a:gd name="T55" fmla="*/ 314 h 1770"/>
                <a:gd name="T56" fmla="*/ 811 w 1309"/>
                <a:gd name="T57" fmla="*/ 294 h 1770"/>
                <a:gd name="T58" fmla="*/ 667 w 1309"/>
                <a:gd name="T59" fmla="*/ 293 h 1770"/>
                <a:gd name="T60" fmla="*/ 539 w 1309"/>
                <a:gd name="T61" fmla="*/ 321 h 1770"/>
                <a:gd name="T62" fmla="*/ 488 w 1309"/>
                <a:gd name="T63" fmla="*/ 352 h 1770"/>
                <a:gd name="T64" fmla="*/ 463 w 1309"/>
                <a:gd name="T65" fmla="*/ 387 h 1770"/>
                <a:gd name="T66" fmla="*/ 449 w 1309"/>
                <a:gd name="T67" fmla="*/ 430 h 1770"/>
                <a:gd name="T68" fmla="*/ 456 w 1309"/>
                <a:gd name="T69" fmla="*/ 490 h 1770"/>
                <a:gd name="T70" fmla="*/ 506 w 1309"/>
                <a:gd name="T71" fmla="*/ 545 h 1770"/>
                <a:gd name="T72" fmla="*/ 632 w 1309"/>
                <a:gd name="T73" fmla="*/ 608 h 1770"/>
                <a:gd name="T74" fmla="*/ 914 w 1309"/>
                <a:gd name="T75" fmla="*/ 740 h 1770"/>
                <a:gd name="T76" fmla="*/ 1101 w 1309"/>
                <a:gd name="T77" fmla="*/ 846 h 1770"/>
                <a:gd name="T78" fmla="*/ 1187 w 1309"/>
                <a:gd name="T79" fmla="*/ 913 h 1770"/>
                <a:gd name="T80" fmla="*/ 1251 w 1309"/>
                <a:gd name="T81" fmla="*/ 997 h 1770"/>
                <a:gd name="T82" fmla="*/ 1292 w 1309"/>
                <a:gd name="T83" fmla="*/ 1094 h 1770"/>
                <a:gd name="T84" fmla="*/ 1309 w 1309"/>
                <a:gd name="T85" fmla="*/ 1204 h 1770"/>
                <a:gd name="T86" fmla="*/ 1295 w 1309"/>
                <a:gd name="T87" fmla="*/ 1358 h 1770"/>
                <a:gd name="T88" fmla="*/ 1270 w 1309"/>
                <a:gd name="T89" fmla="*/ 1432 h 1770"/>
                <a:gd name="T90" fmla="*/ 1234 w 1309"/>
                <a:gd name="T91" fmla="*/ 1499 h 1770"/>
                <a:gd name="T92" fmla="*/ 1186 w 1309"/>
                <a:gd name="T93" fmla="*/ 1559 h 1770"/>
                <a:gd name="T94" fmla="*/ 1069 w 1309"/>
                <a:gd name="T95" fmla="*/ 1651 h 1770"/>
                <a:gd name="T96" fmla="*/ 936 w 1309"/>
                <a:gd name="T97" fmla="*/ 1714 h 1770"/>
                <a:gd name="T98" fmla="*/ 780 w 1309"/>
                <a:gd name="T99" fmla="*/ 1752 h 1770"/>
                <a:gd name="T100" fmla="*/ 601 w 1309"/>
                <a:gd name="T101" fmla="*/ 1769 h 1770"/>
                <a:gd name="T102" fmla="*/ 299 w 1309"/>
                <a:gd name="T103" fmla="*/ 1754 h 17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309" h="1770">
                  <a:moveTo>
                    <a:pt x="34" y="1707"/>
                  </a:moveTo>
                  <a:lnTo>
                    <a:pt x="34" y="1371"/>
                  </a:lnTo>
                  <a:lnTo>
                    <a:pt x="69" y="1382"/>
                  </a:lnTo>
                  <a:lnTo>
                    <a:pt x="105" y="1392"/>
                  </a:lnTo>
                  <a:lnTo>
                    <a:pt x="138" y="1401"/>
                  </a:lnTo>
                  <a:lnTo>
                    <a:pt x="173" y="1410"/>
                  </a:lnTo>
                  <a:lnTo>
                    <a:pt x="206" y="1419"/>
                  </a:lnTo>
                  <a:lnTo>
                    <a:pt x="239" y="1426"/>
                  </a:lnTo>
                  <a:lnTo>
                    <a:pt x="272" y="1432"/>
                  </a:lnTo>
                  <a:lnTo>
                    <a:pt x="303" y="1438"/>
                  </a:lnTo>
                  <a:lnTo>
                    <a:pt x="335" y="1444"/>
                  </a:lnTo>
                  <a:lnTo>
                    <a:pt x="366" y="1448"/>
                  </a:lnTo>
                  <a:lnTo>
                    <a:pt x="396" y="1452"/>
                  </a:lnTo>
                  <a:lnTo>
                    <a:pt x="427" y="1455"/>
                  </a:lnTo>
                  <a:lnTo>
                    <a:pt x="456" y="1457"/>
                  </a:lnTo>
                  <a:lnTo>
                    <a:pt x="486" y="1459"/>
                  </a:lnTo>
                  <a:lnTo>
                    <a:pt x="515" y="1460"/>
                  </a:lnTo>
                  <a:lnTo>
                    <a:pt x="542" y="1461"/>
                  </a:lnTo>
                  <a:lnTo>
                    <a:pt x="580" y="1460"/>
                  </a:lnTo>
                  <a:lnTo>
                    <a:pt x="615" y="1458"/>
                  </a:lnTo>
                  <a:lnTo>
                    <a:pt x="646" y="1455"/>
                  </a:lnTo>
                  <a:lnTo>
                    <a:pt x="676" y="1451"/>
                  </a:lnTo>
                  <a:lnTo>
                    <a:pt x="703" y="1445"/>
                  </a:lnTo>
                  <a:lnTo>
                    <a:pt x="729" y="1438"/>
                  </a:lnTo>
                  <a:lnTo>
                    <a:pt x="740" y="1434"/>
                  </a:lnTo>
                  <a:lnTo>
                    <a:pt x="751" y="1430"/>
                  </a:lnTo>
                  <a:lnTo>
                    <a:pt x="761" y="1426"/>
                  </a:lnTo>
                  <a:lnTo>
                    <a:pt x="772" y="1421"/>
                  </a:lnTo>
                  <a:lnTo>
                    <a:pt x="781" y="1416"/>
                  </a:lnTo>
                  <a:lnTo>
                    <a:pt x="790" y="1409"/>
                  </a:lnTo>
                  <a:lnTo>
                    <a:pt x="798" y="1404"/>
                  </a:lnTo>
                  <a:lnTo>
                    <a:pt x="805" y="1398"/>
                  </a:lnTo>
                  <a:lnTo>
                    <a:pt x="812" y="1391"/>
                  </a:lnTo>
                  <a:lnTo>
                    <a:pt x="819" y="1385"/>
                  </a:lnTo>
                  <a:lnTo>
                    <a:pt x="824" y="1378"/>
                  </a:lnTo>
                  <a:lnTo>
                    <a:pt x="829" y="1370"/>
                  </a:lnTo>
                  <a:lnTo>
                    <a:pt x="834" y="1362"/>
                  </a:lnTo>
                  <a:lnTo>
                    <a:pt x="837" y="1354"/>
                  </a:lnTo>
                  <a:lnTo>
                    <a:pt x="841" y="1346"/>
                  </a:lnTo>
                  <a:lnTo>
                    <a:pt x="843" y="1337"/>
                  </a:lnTo>
                  <a:lnTo>
                    <a:pt x="845" y="1329"/>
                  </a:lnTo>
                  <a:lnTo>
                    <a:pt x="847" y="1319"/>
                  </a:lnTo>
                  <a:lnTo>
                    <a:pt x="848" y="1309"/>
                  </a:lnTo>
                  <a:lnTo>
                    <a:pt x="848" y="1299"/>
                  </a:lnTo>
                  <a:lnTo>
                    <a:pt x="847" y="1285"/>
                  </a:lnTo>
                  <a:lnTo>
                    <a:pt x="845" y="1271"/>
                  </a:lnTo>
                  <a:lnTo>
                    <a:pt x="842" y="1257"/>
                  </a:lnTo>
                  <a:lnTo>
                    <a:pt x="837" y="1244"/>
                  </a:lnTo>
                  <a:lnTo>
                    <a:pt x="831" y="1232"/>
                  </a:lnTo>
                  <a:lnTo>
                    <a:pt x="824" y="1220"/>
                  </a:lnTo>
                  <a:lnTo>
                    <a:pt x="814" y="1208"/>
                  </a:lnTo>
                  <a:lnTo>
                    <a:pt x="805" y="1198"/>
                  </a:lnTo>
                  <a:lnTo>
                    <a:pt x="791" y="1187"/>
                  </a:lnTo>
                  <a:lnTo>
                    <a:pt x="773" y="1175"/>
                  </a:lnTo>
                  <a:lnTo>
                    <a:pt x="750" y="1161"/>
                  </a:lnTo>
                  <a:lnTo>
                    <a:pt x="724" y="1146"/>
                  </a:lnTo>
                  <a:lnTo>
                    <a:pt x="692" y="1131"/>
                  </a:lnTo>
                  <a:lnTo>
                    <a:pt x="655" y="1114"/>
                  </a:lnTo>
                  <a:lnTo>
                    <a:pt x="616" y="1096"/>
                  </a:lnTo>
                  <a:lnTo>
                    <a:pt x="571" y="1078"/>
                  </a:lnTo>
                  <a:lnTo>
                    <a:pt x="490" y="1044"/>
                  </a:lnTo>
                  <a:lnTo>
                    <a:pt x="417" y="1011"/>
                  </a:lnTo>
                  <a:lnTo>
                    <a:pt x="383" y="996"/>
                  </a:lnTo>
                  <a:lnTo>
                    <a:pt x="351" y="980"/>
                  </a:lnTo>
                  <a:lnTo>
                    <a:pt x="321" y="965"/>
                  </a:lnTo>
                  <a:lnTo>
                    <a:pt x="293" y="950"/>
                  </a:lnTo>
                  <a:lnTo>
                    <a:pt x="267" y="936"/>
                  </a:lnTo>
                  <a:lnTo>
                    <a:pt x="241" y="922"/>
                  </a:lnTo>
                  <a:lnTo>
                    <a:pt x="219" y="907"/>
                  </a:lnTo>
                  <a:lnTo>
                    <a:pt x="197" y="893"/>
                  </a:lnTo>
                  <a:lnTo>
                    <a:pt x="178" y="880"/>
                  </a:lnTo>
                  <a:lnTo>
                    <a:pt x="161" y="866"/>
                  </a:lnTo>
                  <a:lnTo>
                    <a:pt x="145" y="854"/>
                  </a:lnTo>
                  <a:lnTo>
                    <a:pt x="131" y="842"/>
                  </a:lnTo>
                  <a:lnTo>
                    <a:pt x="116" y="826"/>
                  </a:lnTo>
                  <a:lnTo>
                    <a:pt x="100" y="808"/>
                  </a:lnTo>
                  <a:lnTo>
                    <a:pt x="86" y="791"/>
                  </a:lnTo>
                  <a:lnTo>
                    <a:pt x="74" y="774"/>
                  </a:lnTo>
                  <a:lnTo>
                    <a:pt x="62" y="755"/>
                  </a:lnTo>
                  <a:lnTo>
                    <a:pt x="51" y="736"/>
                  </a:lnTo>
                  <a:lnTo>
                    <a:pt x="41" y="716"/>
                  </a:lnTo>
                  <a:lnTo>
                    <a:pt x="32" y="696"/>
                  </a:lnTo>
                  <a:lnTo>
                    <a:pt x="25" y="676"/>
                  </a:lnTo>
                  <a:lnTo>
                    <a:pt x="18" y="654"/>
                  </a:lnTo>
                  <a:lnTo>
                    <a:pt x="13" y="633"/>
                  </a:lnTo>
                  <a:lnTo>
                    <a:pt x="8" y="610"/>
                  </a:lnTo>
                  <a:lnTo>
                    <a:pt x="4" y="587"/>
                  </a:lnTo>
                  <a:lnTo>
                    <a:pt x="2" y="563"/>
                  </a:lnTo>
                  <a:lnTo>
                    <a:pt x="0" y="540"/>
                  </a:lnTo>
                  <a:lnTo>
                    <a:pt x="0" y="515"/>
                  </a:lnTo>
                  <a:lnTo>
                    <a:pt x="1" y="484"/>
                  </a:lnTo>
                  <a:lnTo>
                    <a:pt x="3" y="454"/>
                  </a:lnTo>
                  <a:lnTo>
                    <a:pt x="7" y="424"/>
                  </a:lnTo>
                  <a:lnTo>
                    <a:pt x="12" y="397"/>
                  </a:lnTo>
                  <a:lnTo>
                    <a:pt x="18" y="369"/>
                  </a:lnTo>
                  <a:lnTo>
                    <a:pt x="26" y="343"/>
                  </a:lnTo>
                  <a:lnTo>
                    <a:pt x="36" y="317"/>
                  </a:lnTo>
                  <a:lnTo>
                    <a:pt x="47" y="293"/>
                  </a:lnTo>
                  <a:lnTo>
                    <a:pt x="61" y="269"/>
                  </a:lnTo>
                  <a:lnTo>
                    <a:pt x="75" y="247"/>
                  </a:lnTo>
                  <a:lnTo>
                    <a:pt x="90" y="225"/>
                  </a:lnTo>
                  <a:lnTo>
                    <a:pt x="108" y="204"/>
                  </a:lnTo>
                  <a:lnTo>
                    <a:pt x="127" y="185"/>
                  </a:lnTo>
                  <a:lnTo>
                    <a:pt x="146" y="165"/>
                  </a:lnTo>
                  <a:lnTo>
                    <a:pt x="169" y="148"/>
                  </a:lnTo>
                  <a:lnTo>
                    <a:pt x="192" y="131"/>
                  </a:lnTo>
                  <a:lnTo>
                    <a:pt x="217" y="115"/>
                  </a:lnTo>
                  <a:lnTo>
                    <a:pt x="241" y="100"/>
                  </a:lnTo>
                  <a:lnTo>
                    <a:pt x="268" y="86"/>
                  </a:lnTo>
                  <a:lnTo>
                    <a:pt x="294" y="73"/>
                  </a:lnTo>
                  <a:lnTo>
                    <a:pt x="322" y="61"/>
                  </a:lnTo>
                  <a:lnTo>
                    <a:pt x="351" y="51"/>
                  </a:lnTo>
                  <a:lnTo>
                    <a:pt x="381" y="41"/>
                  </a:lnTo>
                  <a:lnTo>
                    <a:pt x="412" y="33"/>
                  </a:lnTo>
                  <a:lnTo>
                    <a:pt x="443" y="24"/>
                  </a:lnTo>
                  <a:lnTo>
                    <a:pt x="475" y="18"/>
                  </a:lnTo>
                  <a:lnTo>
                    <a:pt x="508" y="12"/>
                  </a:lnTo>
                  <a:lnTo>
                    <a:pt x="543" y="8"/>
                  </a:lnTo>
                  <a:lnTo>
                    <a:pt x="578" y="4"/>
                  </a:lnTo>
                  <a:lnTo>
                    <a:pt x="614" y="2"/>
                  </a:lnTo>
                  <a:lnTo>
                    <a:pt x="650" y="0"/>
                  </a:lnTo>
                  <a:lnTo>
                    <a:pt x="688" y="0"/>
                  </a:lnTo>
                  <a:lnTo>
                    <a:pt x="733" y="0"/>
                  </a:lnTo>
                  <a:lnTo>
                    <a:pt x="781" y="3"/>
                  </a:lnTo>
                  <a:lnTo>
                    <a:pt x="832" y="7"/>
                  </a:lnTo>
                  <a:lnTo>
                    <a:pt x="886" y="13"/>
                  </a:lnTo>
                  <a:lnTo>
                    <a:pt x="943" y="20"/>
                  </a:lnTo>
                  <a:lnTo>
                    <a:pt x="1004" y="30"/>
                  </a:lnTo>
                  <a:lnTo>
                    <a:pt x="1067" y="42"/>
                  </a:lnTo>
                  <a:lnTo>
                    <a:pt x="1134" y="54"/>
                  </a:lnTo>
                  <a:lnTo>
                    <a:pt x="1177" y="61"/>
                  </a:lnTo>
                  <a:lnTo>
                    <a:pt x="1177" y="386"/>
                  </a:lnTo>
                  <a:lnTo>
                    <a:pt x="1147" y="374"/>
                  </a:lnTo>
                  <a:lnTo>
                    <a:pt x="1117" y="363"/>
                  </a:lnTo>
                  <a:lnTo>
                    <a:pt x="1088" y="353"/>
                  </a:lnTo>
                  <a:lnTo>
                    <a:pt x="1059" y="344"/>
                  </a:lnTo>
                  <a:lnTo>
                    <a:pt x="1031" y="336"/>
                  </a:lnTo>
                  <a:lnTo>
                    <a:pt x="1003" y="327"/>
                  </a:lnTo>
                  <a:lnTo>
                    <a:pt x="975" y="320"/>
                  </a:lnTo>
                  <a:lnTo>
                    <a:pt x="947" y="314"/>
                  </a:lnTo>
                  <a:lnTo>
                    <a:pt x="920" y="309"/>
                  </a:lnTo>
                  <a:lnTo>
                    <a:pt x="892" y="304"/>
                  </a:lnTo>
                  <a:lnTo>
                    <a:pt x="865" y="300"/>
                  </a:lnTo>
                  <a:lnTo>
                    <a:pt x="838" y="297"/>
                  </a:lnTo>
                  <a:lnTo>
                    <a:pt x="811" y="294"/>
                  </a:lnTo>
                  <a:lnTo>
                    <a:pt x="786" y="292"/>
                  </a:lnTo>
                  <a:lnTo>
                    <a:pt x="759" y="291"/>
                  </a:lnTo>
                  <a:lnTo>
                    <a:pt x="734" y="291"/>
                  </a:lnTo>
                  <a:lnTo>
                    <a:pt x="699" y="292"/>
                  </a:lnTo>
                  <a:lnTo>
                    <a:pt x="667" y="293"/>
                  </a:lnTo>
                  <a:lnTo>
                    <a:pt x="637" y="296"/>
                  </a:lnTo>
                  <a:lnTo>
                    <a:pt x="609" y="301"/>
                  </a:lnTo>
                  <a:lnTo>
                    <a:pt x="583" y="306"/>
                  </a:lnTo>
                  <a:lnTo>
                    <a:pt x="559" y="313"/>
                  </a:lnTo>
                  <a:lnTo>
                    <a:pt x="539" y="321"/>
                  </a:lnTo>
                  <a:lnTo>
                    <a:pt x="520" y="331"/>
                  </a:lnTo>
                  <a:lnTo>
                    <a:pt x="512" y="336"/>
                  </a:lnTo>
                  <a:lnTo>
                    <a:pt x="503" y="341"/>
                  </a:lnTo>
                  <a:lnTo>
                    <a:pt x="495" y="346"/>
                  </a:lnTo>
                  <a:lnTo>
                    <a:pt x="488" y="352"/>
                  </a:lnTo>
                  <a:lnTo>
                    <a:pt x="482" y="359"/>
                  </a:lnTo>
                  <a:lnTo>
                    <a:pt x="476" y="365"/>
                  </a:lnTo>
                  <a:lnTo>
                    <a:pt x="471" y="372"/>
                  </a:lnTo>
                  <a:lnTo>
                    <a:pt x="467" y="380"/>
                  </a:lnTo>
                  <a:lnTo>
                    <a:pt x="463" y="387"/>
                  </a:lnTo>
                  <a:lnTo>
                    <a:pt x="459" y="395"/>
                  </a:lnTo>
                  <a:lnTo>
                    <a:pt x="455" y="403"/>
                  </a:lnTo>
                  <a:lnTo>
                    <a:pt x="453" y="411"/>
                  </a:lnTo>
                  <a:lnTo>
                    <a:pt x="451" y="420"/>
                  </a:lnTo>
                  <a:lnTo>
                    <a:pt x="449" y="430"/>
                  </a:lnTo>
                  <a:lnTo>
                    <a:pt x="448" y="439"/>
                  </a:lnTo>
                  <a:lnTo>
                    <a:pt x="448" y="449"/>
                  </a:lnTo>
                  <a:lnTo>
                    <a:pt x="449" y="463"/>
                  </a:lnTo>
                  <a:lnTo>
                    <a:pt x="452" y="477"/>
                  </a:lnTo>
                  <a:lnTo>
                    <a:pt x="456" y="490"/>
                  </a:lnTo>
                  <a:lnTo>
                    <a:pt x="463" y="502"/>
                  </a:lnTo>
                  <a:lnTo>
                    <a:pt x="471" y="514"/>
                  </a:lnTo>
                  <a:lnTo>
                    <a:pt x="481" y="524"/>
                  </a:lnTo>
                  <a:lnTo>
                    <a:pt x="492" y="536"/>
                  </a:lnTo>
                  <a:lnTo>
                    <a:pt x="506" y="545"/>
                  </a:lnTo>
                  <a:lnTo>
                    <a:pt x="521" y="553"/>
                  </a:lnTo>
                  <a:lnTo>
                    <a:pt x="540" y="564"/>
                  </a:lnTo>
                  <a:lnTo>
                    <a:pt x="565" y="577"/>
                  </a:lnTo>
                  <a:lnTo>
                    <a:pt x="595" y="592"/>
                  </a:lnTo>
                  <a:lnTo>
                    <a:pt x="632" y="608"/>
                  </a:lnTo>
                  <a:lnTo>
                    <a:pt x="673" y="628"/>
                  </a:lnTo>
                  <a:lnTo>
                    <a:pt x="720" y="649"/>
                  </a:lnTo>
                  <a:lnTo>
                    <a:pt x="773" y="672"/>
                  </a:lnTo>
                  <a:lnTo>
                    <a:pt x="846" y="707"/>
                  </a:lnTo>
                  <a:lnTo>
                    <a:pt x="914" y="740"/>
                  </a:lnTo>
                  <a:lnTo>
                    <a:pt x="976" y="771"/>
                  </a:lnTo>
                  <a:lnTo>
                    <a:pt x="1031" y="802"/>
                  </a:lnTo>
                  <a:lnTo>
                    <a:pt x="1056" y="817"/>
                  </a:lnTo>
                  <a:lnTo>
                    <a:pt x="1080" y="832"/>
                  </a:lnTo>
                  <a:lnTo>
                    <a:pt x="1101" y="846"/>
                  </a:lnTo>
                  <a:lnTo>
                    <a:pt x="1122" y="860"/>
                  </a:lnTo>
                  <a:lnTo>
                    <a:pt x="1140" y="875"/>
                  </a:lnTo>
                  <a:lnTo>
                    <a:pt x="1157" y="888"/>
                  </a:lnTo>
                  <a:lnTo>
                    <a:pt x="1173" y="901"/>
                  </a:lnTo>
                  <a:lnTo>
                    <a:pt x="1187" y="913"/>
                  </a:lnTo>
                  <a:lnTo>
                    <a:pt x="1201" y="930"/>
                  </a:lnTo>
                  <a:lnTo>
                    <a:pt x="1215" y="945"/>
                  </a:lnTo>
                  <a:lnTo>
                    <a:pt x="1229" y="962"/>
                  </a:lnTo>
                  <a:lnTo>
                    <a:pt x="1241" y="979"/>
                  </a:lnTo>
                  <a:lnTo>
                    <a:pt x="1251" y="997"/>
                  </a:lnTo>
                  <a:lnTo>
                    <a:pt x="1261" y="1015"/>
                  </a:lnTo>
                  <a:lnTo>
                    <a:pt x="1270" y="1034"/>
                  </a:lnTo>
                  <a:lnTo>
                    <a:pt x="1279" y="1053"/>
                  </a:lnTo>
                  <a:lnTo>
                    <a:pt x="1286" y="1074"/>
                  </a:lnTo>
                  <a:lnTo>
                    <a:pt x="1292" y="1094"/>
                  </a:lnTo>
                  <a:lnTo>
                    <a:pt x="1298" y="1114"/>
                  </a:lnTo>
                  <a:lnTo>
                    <a:pt x="1302" y="1137"/>
                  </a:lnTo>
                  <a:lnTo>
                    <a:pt x="1305" y="1158"/>
                  </a:lnTo>
                  <a:lnTo>
                    <a:pt x="1307" y="1182"/>
                  </a:lnTo>
                  <a:lnTo>
                    <a:pt x="1309" y="1204"/>
                  </a:lnTo>
                  <a:lnTo>
                    <a:pt x="1309" y="1229"/>
                  </a:lnTo>
                  <a:lnTo>
                    <a:pt x="1308" y="1262"/>
                  </a:lnTo>
                  <a:lnTo>
                    <a:pt x="1306" y="1296"/>
                  </a:lnTo>
                  <a:lnTo>
                    <a:pt x="1301" y="1328"/>
                  </a:lnTo>
                  <a:lnTo>
                    <a:pt x="1295" y="1358"/>
                  </a:lnTo>
                  <a:lnTo>
                    <a:pt x="1291" y="1374"/>
                  </a:lnTo>
                  <a:lnTo>
                    <a:pt x="1286" y="1389"/>
                  </a:lnTo>
                  <a:lnTo>
                    <a:pt x="1282" y="1403"/>
                  </a:lnTo>
                  <a:lnTo>
                    <a:pt x="1276" y="1418"/>
                  </a:lnTo>
                  <a:lnTo>
                    <a:pt x="1270" y="1432"/>
                  </a:lnTo>
                  <a:lnTo>
                    <a:pt x="1263" y="1446"/>
                  </a:lnTo>
                  <a:lnTo>
                    <a:pt x="1257" y="1459"/>
                  </a:lnTo>
                  <a:lnTo>
                    <a:pt x="1250" y="1473"/>
                  </a:lnTo>
                  <a:lnTo>
                    <a:pt x="1242" y="1486"/>
                  </a:lnTo>
                  <a:lnTo>
                    <a:pt x="1234" y="1499"/>
                  </a:lnTo>
                  <a:lnTo>
                    <a:pt x="1225" y="1511"/>
                  </a:lnTo>
                  <a:lnTo>
                    <a:pt x="1216" y="1524"/>
                  </a:lnTo>
                  <a:lnTo>
                    <a:pt x="1206" y="1536"/>
                  </a:lnTo>
                  <a:lnTo>
                    <a:pt x="1196" y="1547"/>
                  </a:lnTo>
                  <a:lnTo>
                    <a:pt x="1186" y="1559"/>
                  </a:lnTo>
                  <a:lnTo>
                    <a:pt x="1175" y="1571"/>
                  </a:lnTo>
                  <a:lnTo>
                    <a:pt x="1151" y="1592"/>
                  </a:lnTo>
                  <a:lnTo>
                    <a:pt x="1126" y="1613"/>
                  </a:lnTo>
                  <a:lnTo>
                    <a:pt x="1099" y="1633"/>
                  </a:lnTo>
                  <a:lnTo>
                    <a:pt x="1069" y="1651"/>
                  </a:lnTo>
                  <a:lnTo>
                    <a:pt x="1045" y="1666"/>
                  </a:lnTo>
                  <a:lnTo>
                    <a:pt x="1018" y="1679"/>
                  </a:lnTo>
                  <a:lnTo>
                    <a:pt x="992" y="1691"/>
                  </a:lnTo>
                  <a:lnTo>
                    <a:pt x="964" y="1703"/>
                  </a:lnTo>
                  <a:lnTo>
                    <a:pt x="936" y="1714"/>
                  </a:lnTo>
                  <a:lnTo>
                    <a:pt x="906" y="1724"/>
                  </a:lnTo>
                  <a:lnTo>
                    <a:pt x="876" y="1732"/>
                  </a:lnTo>
                  <a:lnTo>
                    <a:pt x="845" y="1740"/>
                  </a:lnTo>
                  <a:lnTo>
                    <a:pt x="812" y="1747"/>
                  </a:lnTo>
                  <a:lnTo>
                    <a:pt x="780" y="1752"/>
                  </a:lnTo>
                  <a:lnTo>
                    <a:pt x="746" y="1757"/>
                  </a:lnTo>
                  <a:lnTo>
                    <a:pt x="710" y="1762"/>
                  </a:lnTo>
                  <a:lnTo>
                    <a:pt x="675" y="1766"/>
                  </a:lnTo>
                  <a:lnTo>
                    <a:pt x="639" y="1768"/>
                  </a:lnTo>
                  <a:lnTo>
                    <a:pt x="601" y="1769"/>
                  </a:lnTo>
                  <a:lnTo>
                    <a:pt x="563" y="1770"/>
                  </a:lnTo>
                  <a:lnTo>
                    <a:pt x="497" y="1769"/>
                  </a:lnTo>
                  <a:lnTo>
                    <a:pt x="431" y="1766"/>
                  </a:lnTo>
                  <a:lnTo>
                    <a:pt x="365" y="1761"/>
                  </a:lnTo>
                  <a:lnTo>
                    <a:pt x="299" y="1754"/>
                  </a:lnTo>
                  <a:lnTo>
                    <a:pt x="233" y="1745"/>
                  </a:lnTo>
                  <a:lnTo>
                    <a:pt x="167" y="1735"/>
                  </a:lnTo>
                  <a:lnTo>
                    <a:pt x="100" y="1722"/>
                  </a:lnTo>
                  <a:lnTo>
                    <a:pt x="34" y="1707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2" r:id="rId2"/>
    <p:sldLayoutId id="2147483708" r:id="rId3"/>
    <p:sldLayoutId id="2147483709" r:id="rId4"/>
    <p:sldLayoutId id="2147483710" r:id="rId5"/>
    <p:sldLayoutId id="2147483711" r:id="rId6"/>
    <p:sldLayoutId id="2147483703" r:id="rId7"/>
    <p:sldLayoutId id="2147483679" r:id="rId8"/>
    <p:sldLayoutId id="2147483695" r:id="rId9"/>
    <p:sldLayoutId id="2147483705" r:id="rId10"/>
    <p:sldLayoutId id="2147483706" r:id="rId11"/>
    <p:sldLayoutId id="2147483713" r:id="rId12"/>
    <p:sldLayoutId id="2147483712" r:id="rId13"/>
    <p:sldLayoutId id="2147483670" r:id="rId14"/>
    <p:sldLayoutId id="2147483692" r:id="rId15"/>
    <p:sldLayoutId id="2147483696" r:id="rId16"/>
    <p:sldLayoutId id="2147483707" r:id="rId17"/>
    <p:sldLayoutId id="2147483715" r:id="rId18"/>
    <p:sldLayoutId id="2147483683" r:id="rId19"/>
    <p:sldLayoutId id="2147483681" r:id="rId20"/>
    <p:sldLayoutId id="2147483697" r:id="rId21"/>
    <p:sldLayoutId id="2147483691" r:id="rId22"/>
    <p:sldLayoutId id="2147483693" r:id="rId23"/>
    <p:sldLayoutId id="2147483684" r:id="rId24"/>
    <p:sldLayoutId id="2147483685" r:id="rId25"/>
    <p:sldLayoutId id="2147483694" r:id="rId26"/>
    <p:sldLayoutId id="2147483686" r:id="rId27"/>
    <p:sldLayoutId id="2147483688" r:id="rId28"/>
    <p:sldLayoutId id="2147483704" r:id="rId29"/>
    <p:sldLayoutId id="2147483716" r:id="rId3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200" b="1">
          <a:solidFill>
            <a:srgbClr val="00646E"/>
          </a:solidFill>
          <a:latin typeface="+mn-lt"/>
          <a:ea typeface="+mj-ea"/>
          <a:cs typeface="Arial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ＭＳ Ｐゴシック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ＭＳ Ｐゴシック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ＭＳ Ｐゴシック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ＭＳ Ｐゴシック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ヒラギノ角ゴ Pro W3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ヒラギノ角ゴ Pro W3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ヒラギノ角ゴ Pro W3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ヒラギノ角ゴ Pro W3" charset="0"/>
        </a:defRPr>
      </a:lvl9pPr>
    </p:titleStyle>
    <p:bodyStyle>
      <a:lvl1pPr marL="0" indent="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lr>
          <a:schemeClr val="accent1"/>
        </a:buClr>
        <a:buFont typeface="Arial" pitchFamily="34" charset="0"/>
        <a:buNone/>
        <a:tabLst/>
        <a:defRPr>
          <a:solidFill>
            <a:schemeClr val="tx1"/>
          </a:solidFill>
          <a:latin typeface="+mn-lt"/>
          <a:ea typeface="+mn-ea"/>
          <a:cs typeface="Arial" pitchFamily="34" charset="0"/>
        </a:defRPr>
      </a:lvl1pPr>
      <a:lvl2pPr marL="179388" indent="-18000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lr>
          <a:srgbClr val="879BAA"/>
        </a:buClr>
        <a:buChar char="•"/>
        <a:tabLst/>
        <a:defRPr>
          <a:solidFill>
            <a:schemeClr val="tx1"/>
          </a:solidFill>
          <a:latin typeface="+mn-lt"/>
          <a:ea typeface="+mn-ea"/>
          <a:cs typeface="Arial" pitchFamily="34" charset="0"/>
        </a:defRPr>
      </a:lvl2pPr>
      <a:lvl3pPr marL="358775" indent="-18000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lr>
          <a:srgbClr val="879BAA"/>
        </a:buClr>
        <a:buChar char="•"/>
        <a:tabLst/>
        <a:defRPr>
          <a:solidFill>
            <a:schemeClr val="tx1"/>
          </a:solidFill>
          <a:latin typeface="+mn-lt"/>
          <a:ea typeface="+mn-ea"/>
          <a:cs typeface="Arial" pitchFamily="34" charset="0"/>
        </a:defRPr>
      </a:lvl3pPr>
      <a:lvl4pPr marL="538163" indent="-18000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lr>
          <a:srgbClr val="879BAA"/>
        </a:buClr>
        <a:buChar char="•"/>
        <a:tabLst/>
        <a:defRPr>
          <a:solidFill>
            <a:schemeClr val="tx1"/>
          </a:solidFill>
          <a:latin typeface="+mn-lt"/>
          <a:ea typeface="+mn-ea"/>
          <a:cs typeface="Arial" pitchFamily="34" charset="0"/>
        </a:defRPr>
      </a:lvl4pPr>
      <a:lvl5pPr marL="720000" indent="-18000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lr>
          <a:srgbClr val="879BAA"/>
        </a:buClr>
        <a:buChar char="•"/>
        <a:tabLst/>
        <a:defRPr baseline="0">
          <a:solidFill>
            <a:schemeClr val="tx1"/>
          </a:solidFill>
          <a:latin typeface="+mn-lt"/>
          <a:ea typeface="+mn-ea"/>
          <a:cs typeface="Arial" pitchFamily="34" charset="0"/>
        </a:defRPr>
      </a:lvl5pPr>
      <a:lvl6pPr marL="720000" indent="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lr>
          <a:schemeClr val="accent1"/>
        </a:buClr>
        <a:buFont typeface="Wingdings" charset="0"/>
        <a:buNone/>
        <a:defRPr>
          <a:solidFill>
            <a:schemeClr val="tx1"/>
          </a:solidFill>
          <a:latin typeface="+mn-lt"/>
          <a:ea typeface="+mn-ea"/>
        </a:defRPr>
      </a:lvl6pPr>
      <a:lvl7pPr marL="720000" indent="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lr>
          <a:schemeClr val="accent1"/>
        </a:buClr>
        <a:buFont typeface="Wingdings" charset="0"/>
        <a:buNone/>
        <a:defRPr>
          <a:solidFill>
            <a:schemeClr val="tx1"/>
          </a:solidFill>
          <a:latin typeface="+mn-lt"/>
          <a:ea typeface="+mn-ea"/>
        </a:defRPr>
      </a:lvl7pPr>
      <a:lvl8pPr marL="720000" indent="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lr>
          <a:schemeClr val="accent1"/>
        </a:buClr>
        <a:buFont typeface="Wingdings" charset="0"/>
        <a:buNone/>
        <a:defRPr>
          <a:solidFill>
            <a:schemeClr val="tx1"/>
          </a:solidFill>
          <a:latin typeface="+mn-lt"/>
          <a:ea typeface="+mn-ea"/>
        </a:defRPr>
      </a:lvl8pPr>
      <a:lvl9pPr marL="720000" indent="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lr>
          <a:schemeClr val="accent1"/>
        </a:buClr>
        <a:buFont typeface="Wingdings" charset="0"/>
        <a:buNone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57.xml"/><Relationship Id="rId7" Type="http://schemas.openxmlformats.org/officeDocument/2006/relationships/image" Target="../media/image3.emf"/><Relationship Id="rId2" Type="http://schemas.openxmlformats.org/officeDocument/2006/relationships/tags" Target="../tags/tag156.xml"/><Relationship Id="rId1" Type="http://schemas.openxmlformats.org/officeDocument/2006/relationships/vmlDrawing" Target="../drawings/vmlDrawing32.vml"/><Relationship Id="rId6" Type="http://schemas.openxmlformats.org/officeDocument/2006/relationships/oleObject" Target="../embeddings/oleObject32.bin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3" Type="http://schemas.openxmlformats.org/officeDocument/2006/relationships/tags" Target="../tags/tag159.xml"/><Relationship Id="rId7" Type="http://schemas.openxmlformats.org/officeDocument/2006/relationships/image" Target="../media/image3.emf"/><Relationship Id="rId12" Type="http://schemas.openxmlformats.org/officeDocument/2006/relationships/image" Target="../media/image9.svg"/><Relationship Id="rId2" Type="http://schemas.openxmlformats.org/officeDocument/2006/relationships/tags" Target="../tags/tag158.xml"/><Relationship Id="rId1" Type="http://schemas.openxmlformats.org/officeDocument/2006/relationships/vmlDrawing" Target="../drawings/vmlDrawing33.vml"/><Relationship Id="rId6" Type="http://schemas.openxmlformats.org/officeDocument/2006/relationships/oleObject" Target="../embeddings/oleObject33.bin"/><Relationship Id="rId11" Type="http://schemas.openxmlformats.org/officeDocument/2006/relationships/image" Target="../media/image8.png"/><Relationship Id="rId5" Type="http://schemas.openxmlformats.org/officeDocument/2006/relationships/notesSlide" Target="../notesSlides/notesSlide2.xml"/><Relationship Id="rId10" Type="http://schemas.openxmlformats.org/officeDocument/2006/relationships/image" Target="../media/image7.png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6.svg"/><Relationship Id="rId14" Type="http://schemas.openxmlformats.org/officeDocument/2006/relationships/image" Target="../media/image11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3" Type="http://schemas.openxmlformats.org/officeDocument/2006/relationships/tags" Target="../tags/tag161.xml"/><Relationship Id="rId7" Type="http://schemas.openxmlformats.org/officeDocument/2006/relationships/image" Target="../media/image3.emf"/><Relationship Id="rId12" Type="http://schemas.openxmlformats.org/officeDocument/2006/relationships/image" Target="../media/image9.svg"/><Relationship Id="rId2" Type="http://schemas.openxmlformats.org/officeDocument/2006/relationships/tags" Target="../tags/tag160.xml"/><Relationship Id="rId1" Type="http://schemas.openxmlformats.org/officeDocument/2006/relationships/vmlDrawing" Target="../drawings/vmlDrawing34.vml"/><Relationship Id="rId6" Type="http://schemas.openxmlformats.org/officeDocument/2006/relationships/oleObject" Target="../embeddings/oleObject33.bin"/><Relationship Id="rId11" Type="http://schemas.openxmlformats.org/officeDocument/2006/relationships/image" Target="../media/image8.png"/><Relationship Id="rId5" Type="http://schemas.openxmlformats.org/officeDocument/2006/relationships/notesSlide" Target="../notesSlides/notesSlide3.xml"/><Relationship Id="rId10" Type="http://schemas.openxmlformats.org/officeDocument/2006/relationships/image" Target="../media/image7.png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6.svg"/><Relationship Id="rId14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tags" Target="../tags/tag163.xml"/><Relationship Id="rId7" Type="http://schemas.openxmlformats.org/officeDocument/2006/relationships/image" Target="../media/image3.emf"/><Relationship Id="rId2" Type="http://schemas.openxmlformats.org/officeDocument/2006/relationships/tags" Target="../tags/tag162.xml"/><Relationship Id="rId1" Type="http://schemas.openxmlformats.org/officeDocument/2006/relationships/vmlDrawing" Target="../drawings/vmlDrawing35.vml"/><Relationship Id="rId6" Type="http://schemas.openxmlformats.org/officeDocument/2006/relationships/oleObject" Target="../embeddings/oleObject33.bin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jpeg"/><Relationship Id="rId3" Type="http://schemas.openxmlformats.org/officeDocument/2006/relationships/tags" Target="../tags/tag165.xml"/><Relationship Id="rId7" Type="http://schemas.openxmlformats.org/officeDocument/2006/relationships/image" Target="../media/image3.emf"/><Relationship Id="rId12" Type="http://schemas.openxmlformats.org/officeDocument/2006/relationships/image" Target="../media/image17.jpeg"/><Relationship Id="rId2" Type="http://schemas.openxmlformats.org/officeDocument/2006/relationships/tags" Target="../tags/tag164.xml"/><Relationship Id="rId1" Type="http://schemas.openxmlformats.org/officeDocument/2006/relationships/vmlDrawing" Target="../drawings/vmlDrawing36.vml"/><Relationship Id="rId6" Type="http://schemas.openxmlformats.org/officeDocument/2006/relationships/oleObject" Target="../embeddings/oleObject33.bin"/><Relationship Id="rId11" Type="http://schemas.openxmlformats.org/officeDocument/2006/relationships/image" Target="../media/image16.jpeg"/><Relationship Id="rId5" Type="http://schemas.openxmlformats.org/officeDocument/2006/relationships/notesSlide" Target="../notesSlides/notesSlide5.xml"/><Relationship Id="rId10" Type="http://schemas.openxmlformats.org/officeDocument/2006/relationships/image" Target="../media/image15.jpeg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3" Type="http://schemas.openxmlformats.org/officeDocument/2006/relationships/tags" Target="../tags/tag167.xml"/><Relationship Id="rId7" Type="http://schemas.openxmlformats.org/officeDocument/2006/relationships/image" Target="../media/image3.emf"/><Relationship Id="rId12" Type="http://schemas.openxmlformats.org/officeDocument/2006/relationships/image" Target="../media/image9.svg"/><Relationship Id="rId2" Type="http://schemas.openxmlformats.org/officeDocument/2006/relationships/tags" Target="../tags/tag166.xml"/><Relationship Id="rId1" Type="http://schemas.openxmlformats.org/officeDocument/2006/relationships/vmlDrawing" Target="../drawings/vmlDrawing37.vml"/><Relationship Id="rId6" Type="http://schemas.openxmlformats.org/officeDocument/2006/relationships/oleObject" Target="../embeddings/oleObject33.bin"/><Relationship Id="rId11" Type="http://schemas.openxmlformats.org/officeDocument/2006/relationships/image" Target="../media/image8.png"/><Relationship Id="rId5" Type="http://schemas.openxmlformats.org/officeDocument/2006/relationships/notesSlide" Target="../notesSlides/notesSlide6.xml"/><Relationship Id="rId10" Type="http://schemas.openxmlformats.org/officeDocument/2006/relationships/image" Target="../media/image7.png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6.svg"/><Relationship Id="rId14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tags" Target="../tags/tag169.xml"/><Relationship Id="rId7" Type="http://schemas.openxmlformats.org/officeDocument/2006/relationships/image" Target="../media/image3.emf"/><Relationship Id="rId2" Type="http://schemas.openxmlformats.org/officeDocument/2006/relationships/tags" Target="../tags/tag168.xml"/><Relationship Id="rId1" Type="http://schemas.openxmlformats.org/officeDocument/2006/relationships/vmlDrawing" Target="../drawings/vmlDrawing38.vml"/><Relationship Id="rId6" Type="http://schemas.openxmlformats.org/officeDocument/2006/relationships/oleObject" Target="../embeddings/oleObject33.bin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tags" Target="../tags/tag171.xml"/><Relationship Id="rId7" Type="http://schemas.openxmlformats.org/officeDocument/2006/relationships/image" Target="../media/image3.emf"/><Relationship Id="rId2" Type="http://schemas.openxmlformats.org/officeDocument/2006/relationships/tags" Target="../tags/tag170.xml"/><Relationship Id="rId1" Type="http://schemas.openxmlformats.org/officeDocument/2006/relationships/vmlDrawing" Target="../drawings/vmlDrawing39.vml"/><Relationship Id="rId6" Type="http://schemas.openxmlformats.org/officeDocument/2006/relationships/oleObject" Target="../embeddings/oleObject33.bin"/><Relationship Id="rId11" Type="http://schemas.openxmlformats.org/officeDocument/2006/relationships/image" Target="../media/image23.png"/><Relationship Id="rId5" Type="http://schemas.openxmlformats.org/officeDocument/2006/relationships/notesSlide" Target="../notesSlides/notesSlide8.xml"/><Relationship Id="rId10" Type="http://schemas.openxmlformats.org/officeDocument/2006/relationships/image" Target="../media/image22.png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tags" Target="../tags/tag173.xml"/><Relationship Id="rId7" Type="http://schemas.openxmlformats.org/officeDocument/2006/relationships/image" Target="../media/image3.emf"/><Relationship Id="rId2" Type="http://schemas.openxmlformats.org/officeDocument/2006/relationships/tags" Target="../tags/tag172.xml"/><Relationship Id="rId1" Type="http://schemas.openxmlformats.org/officeDocument/2006/relationships/vmlDrawing" Target="../drawings/vmlDrawing40.vml"/><Relationship Id="rId6" Type="http://schemas.openxmlformats.org/officeDocument/2006/relationships/oleObject" Target="../embeddings/oleObject33.bin"/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18" Type="http://schemas.openxmlformats.org/officeDocument/2006/relationships/image" Target="../media/image35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image" Target="../media/image29.JPG"/><Relationship Id="rId17" Type="http://schemas.openxmlformats.org/officeDocument/2006/relationships/image" Target="../media/image34.jp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28.png"/><Relationship Id="rId5" Type="http://schemas.openxmlformats.org/officeDocument/2006/relationships/diagramQuickStyle" Target="../diagrams/quickStyle1.xml"/><Relationship Id="rId15" Type="http://schemas.openxmlformats.org/officeDocument/2006/relationships/image" Target="../media/image32.png"/><Relationship Id="rId10" Type="http://schemas.openxmlformats.org/officeDocument/2006/relationships/image" Target="../media/image27.png"/><Relationship Id="rId19" Type="http://schemas.openxmlformats.org/officeDocument/2006/relationships/image" Target="../media/image36.png"/><Relationship Id="rId4" Type="http://schemas.openxmlformats.org/officeDocument/2006/relationships/diagramLayout" Target="../diagrams/layout1.xml"/><Relationship Id="rId9" Type="http://schemas.openxmlformats.org/officeDocument/2006/relationships/image" Target="../media/image26.jpeg"/><Relationship Id="rId1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13" Type="http://schemas.openxmlformats.org/officeDocument/2006/relationships/image" Target="../media/image39.png"/><Relationship Id="rId3" Type="http://schemas.openxmlformats.org/officeDocument/2006/relationships/tags" Target="../tags/tag175.xml"/><Relationship Id="rId7" Type="http://schemas.openxmlformats.org/officeDocument/2006/relationships/slideLayout" Target="../slideLayouts/slideLayout9.xml"/><Relationship Id="rId12" Type="http://schemas.openxmlformats.org/officeDocument/2006/relationships/image" Target="../media/image38.png"/><Relationship Id="rId2" Type="http://schemas.openxmlformats.org/officeDocument/2006/relationships/tags" Target="../tags/tag174.xml"/><Relationship Id="rId1" Type="http://schemas.openxmlformats.org/officeDocument/2006/relationships/vmlDrawing" Target="../drawings/vmlDrawing41.vml"/><Relationship Id="rId6" Type="http://schemas.openxmlformats.org/officeDocument/2006/relationships/tags" Target="../tags/tag178.xml"/><Relationship Id="rId11" Type="http://schemas.openxmlformats.org/officeDocument/2006/relationships/image" Target="../media/image37.png"/><Relationship Id="rId5" Type="http://schemas.openxmlformats.org/officeDocument/2006/relationships/tags" Target="../tags/tag177.xml"/><Relationship Id="rId10" Type="http://schemas.openxmlformats.org/officeDocument/2006/relationships/image" Target="../media/image3.emf"/><Relationship Id="rId4" Type="http://schemas.openxmlformats.org/officeDocument/2006/relationships/tags" Target="../tags/tag176.xml"/><Relationship Id="rId9" Type="http://schemas.openxmlformats.org/officeDocument/2006/relationships/oleObject" Target="../embeddings/oleObject33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3" Type="http://schemas.openxmlformats.org/officeDocument/2006/relationships/tags" Target="../tags/tag180.xml"/><Relationship Id="rId7" Type="http://schemas.openxmlformats.org/officeDocument/2006/relationships/image" Target="../media/image3.emf"/><Relationship Id="rId12" Type="http://schemas.openxmlformats.org/officeDocument/2006/relationships/image" Target="../media/image9.svg"/><Relationship Id="rId2" Type="http://schemas.openxmlformats.org/officeDocument/2006/relationships/tags" Target="../tags/tag179.xml"/><Relationship Id="rId1" Type="http://schemas.openxmlformats.org/officeDocument/2006/relationships/vmlDrawing" Target="../drawings/vmlDrawing42.vml"/><Relationship Id="rId6" Type="http://schemas.openxmlformats.org/officeDocument/2006/relationships/oleObject" Target="../embeddings/oleObject33.bin"/><Relationship Id="rId11" Type="http://schemas.openxmlformats.org/officeDocument/2006/relationships/image" Target="../media/image8.png"/><Relationship Id="rId5" Type="http://schemas.openxmlformats.org/officeDocument/2006/relationships/notesSlide" Target="../notesSlides/notesSlide13.xml"/><Relationship Id="rId10" Type="http://schemas.openxmlformats.org/officeDocument/2006/relationships/image" Target="../media/image7.png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6.svg"/><Relationship Id="rId14" Type="http://schemas.openxmlformats.org/officeDocument/2006/relationships/image" Target="../media/image11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181.xml"/><Relationship Id="rId1" Type="http://schemas.openxmlformats.org/officeDocument/2006/relationships/vmlDrawing" Target="../drawings/vmlDrawing43.vml"/><Relationship Id="rId5" Type="http://schemas.openxmlformats.org/officeDocument/2006/relationships/image" Target="../media/image40.emf"/><Relationship Id="rId4" Type="http://schemas.openxmlformats.org/officeDocument/2006/relationships/oleObject" Target="../embeddings/oleObject34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mailto:yu-he@siemens.com" TargetMode="External"/><Relationship Id="rId3" Type="http://schemas.openxmlformats.org/officeDocument/2006/relationships/tags" Target="../tags/tag183.xml"/><Relationship Id="rId7" Type="http://schemas.openxmlformats.org/officeDocument/2006/relationships/image" Target="../media/image3.emf"/><Relationship Id="rId2" Type="http://schemas.openxmlformats.org/officeDocument/2006/relationships/tags" Target="../tags/tag182.xml"/><Relationship Id="rId1" Type="http://schemas.openxmlformats.org/officeDocument/2006/relationships/vmlDrawing" Target="../drawings/vmlDrawing44.vml"/><Relationship Id="rId6" Type="http://schemas.openxmlformats.org/officeDocument/2006/relationships/oleObject" Target="../embeddings/oleObject35.bin"/><Relationship Id="rId5" Type="http://schemas.openxmlformats.org/officeDocument/2006/relationships/slideLayout" Target="../slideLayouts/slideLayout30.xml"/><Relationship Id="rId4" Type="http://schemas.openxmlformats.org/officeDocument/2006/relationships/tags" Target="../tags/tag18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2020721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6" name="think-cell Slide" r:id="rId6" imgW="400" imgH="393" progId="TCLayout.ActiveDocument.1">
                  <p:embed/>
                </p:oleObj>
              </mc:Choice>
              <mc:Fallback>
                <p:oleObj name="think-cell Slide" r:id="rId6" imgW="400" imgH="39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</a:pPr>
            <a:endParaRPr lang="en-US" sz="2200" dirty="0">
              <a:solidFill>
                <a:schemeClr val="tx1"/>
              </a:solidFill>
              <a:latin typeface="Siemens Sans" pitchFamily="2" charset="0"/>
              <a:ea typeface="Siemens Sans Global" pitchFamily="2" charset="-122"/>
              <a:cs typeface="Siemens Sans Global" pitchFamily="2" charset="-122"/>
              <a:sym typeface="Siemens Sans" pitchFamily="2" charset="0"/>
            </a:endParaRPr>
          </a:p>
        </p:txBody>
      </p:sp>
      <p:sp>
        <p:nvSpPr>
          <p:cNvPr id="6" name="Titel 5"/>
          <p:cNvSpPr>
            <a:spLocks noGrp="1"/>
          </p:cNvSpPr>
          <p:nvPr>
            <p:ph type="ctrTitle"/>
          </p:nvPr>
        </p:nvSpPr>
        <p:spPr>
          <a:xfrm>
            <a:off x="338375" y="4304863"/>
            <a:ext cx="10278268" cy="1493928"/>
          </a:xfrm>
        </p:spPr>
        <p:txBody>
          <a:bodyPr/>
          <a:lstStyle/>
          <a:p>
            <a:r>
              <a:rPr lang="en-US" altLang="zh-CN" dirty="0">
                <a:latin typeface="+mj-lt"/>
                <a:ea typeface="+mn-ea"/>
                <a:cs typeface="+mn-ea"/>
                <a:sym typeface="+mn-lt"/>
              </a:rPr>
              <a:t>My Growth</a:t>
            </a:r>
            <a:br>
              <a:rPr lang="en-US" dirty="0">
                <a:latin typeface="+mj-lt"/>
                <a:ea typeface="+mn-ea"/>
                <a:cs typeface="+mn-ea"/>
                <a:sym typeface="+mn-lt"/>
              </a:rPr>
            </a:br>
            <a:br>
              <a:rPr lang="en-US" sz="1100" dirty="0">
                <a:latin typeface="+mn-lt"/>
                <a:ea typeface="+mn-ea"/>
                <a:cs typeface="+mn-ea"/>
                <a:sym typeface="+mn-lt"/>
              </a:rPr>
            </a:br>
            <a:r>
              <a:rPr lang="en-US" altLang="zh-CN" sz="2200" dirty="0">
                <a:latin typeface="+mn-lt"/>
                <a:ea typeface="+mn-ea"/>
                <a:cs typeface="+mn-ea"/>
                <a:sym typeface="+mn-lt"/>
              </a:rPr>
              <a:t>YU He, T RDA IOT INW-CN</a:t>
            </a:r>
            <a:endParaRPr lang="de-DE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2"/>
          </p:nvPr>
        </p:nvSpPr>
        <p:spPr>
          <a:xfrm>
            <a:off x="344064" y="5907600"/>
            <a:ext cx="10272579" cy="401800"/>
          </a:xfrm>
        </p:spPr>
        <p:txBody>
          <a:bodyPr/>
          <a:lstStyle/>
          <a:p>
            <a:r>
              <a:rPr lang="de-DE" dirty="0">
                <a:latin typeface="+mn-lt"/>
                <a:cs typeface="+mn-ea"/>
                <a:sym typeface="+mn-lt"/>
              </a:rPr>
              <a:t>siemens.com</a:t>
            </a:r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>
                <a:latin typeface="+mn-lt"/>
                <a:cs typeface="+mn-ea"/>
                <a:sym typeface="+mn-lt"/>
              </a:rPr>
              <a:t>Restricted © Siemens AG 2020</a:t>
            </a:r>
            <a:endParaRPr lang="de-DE" dirty="0">
              <a:latin typeface="+mn-lt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94977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2" name="Object 621" hidden="1">
            <a:extLst>
              <a:ext uri="{FF2B5EF4-FFF2-40B4-BE49-F238E27FC236}">
                <a16:creationId xmlns:a16="http://schemas.microsoft.com/office/drawing/2014/main" id="{B87B3CA8-15F3-4EB5-A9D1-D948709D5CD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030" name="think-cell Slide" r:id="rId6" imgW="400" imgH="393" progId="TCLayout.ActiveDocument.1">
                  <p:embed/>
                </p:oleObj>
              </mc:Choice>
              <mc:Fallback>
                <p:oleObj name="think-cell Slide" r:id="rId6" imgW="400" imgH="393" progId="TCLayout.ActiveDocument.1">
                  <p:embed/>
                  <p:pic>
                    <p:nvPicPr>
                      <p:cNvPr id="622" name="Object 621" hidden="1">
                        <a:extLst>
                          <a:ext uri="{FF2B5EF4-FFF2-40B4-BE49-F238E27FC236}">
                            <a16:creationId xmlns:a16="http://schemas.microsoft.com/office/drawing/2014/main" id="{B87B3CA8-15F3-4EB5-A9D1-D948709D5C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1" name="Rectangle 620" hidden="1">
            <a:extLst>
              <a:ext uri="{FF2B5EF4-FFF2-40B4-BE49-F238E27FC236}">
                <a16:creationId xmlns:a16="http://schemas.microsoft.com/office/drawing/2014/main" id="{053ED296-6FFE-4305-AE81-ABE4314C78EC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0" tIns="0" rIns="0" bIns="0" numCol="1" spcCol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sz="2200" b="1" dirty="0">
              <a:solidFill>
                <a:schemeClr val="tx1"/>
              </a:solidFill>
              <a:latin typeface="Siemens Sans" pitchFamily="2" charset="0"/>
              <a:ea typeface="Siemens Sans Global" pitchFamily="2" charset="-122"/>
              <a:cs typeface="Arial" panose="020B0604020202020204" pitchFamily="34" charset="0"/>
              <a:sym typeface="Siemens Sans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5FBC1E-0D5C-4273-B46C-134DA9146499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626400" tIns="432000" rIns="2124000" bIns="234000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 dirty="0">
                <a:latin typeface="Arial" pitchFamily="34" charset="0"/>
              </a:rPr>
              <a:t>Keep on growing</a:t>
            </a:r>
            <a:endParaRPr lang="en-US" dirty="0">
              <a:latin typeface="Arial" pitchFamily="34" charset="0"/>
            </a:endParaRPr>
          </a:p>
        </p:txBody>
      </p:sp>
      <p:sp>
        <p:nvSpPr>
          <p:cNvPr id="30" name="Rechteck 27">
            <a:extLst>
              <a:ext uri="{FF2B5EF4-FFF2-40B4-BE49-F238E27FC236}">
                <a16:creationId xmlns:a16="http://schemas.microsoft.com/office/drawing/2014/main" id="{BF4924F7-A29E-43ED-8EFC-3FA971814E35}"/>
              </a:ext>
            </a:extLst>
          </p:cNvPr>
          <p:cNvSpPr>
            <a:spLocks/>
          </p:cNvSpPr>
          <p:nvPr/>
        </p:nvSpPr>
        <p:spPr bwMode="gray">
          <a:xfrm>
            <a:off x="554404" y="1067131"/>
            <a:ext cx="2101903" cy="246221"/>
          </a:xfrm>
          <a:prstGeom prst="rect">
            <a:avLst/>
          </a:prstGeom>
          <a:noFill/>
        </p:spPr>
        <p:txBody>
          <a:bodyPr wrap="square" lIns="72000" tIns="0" rIns="0" bIns="0" anchor="t" anchorCtr="0">
            <a:noAutofit/>
          </a:bodyPr>
          <a:lstStyle/>
          <a:p>
            <a:pPr rtl="0"/>
            <a:r>
              <a:rPr lang="en-US" altLang="zh-CN" sz="1600" b="1" i="0" u="none" baseline="0" dirty="0">
                <a:solidFill>
                  <a:srgbClr val="41AAAA"/>
                </a:solidFill>
                <a:cs typeface="Arial" charset="0"/>
                <a:sym typeface="Arial" charset="0"/>
              </a:rPr>
              <a:t>Growth Path</a:t>
            </a:r>
            <a:r>
              <a:rPr lang="zh-CN" altLang="en-US" sz="1600" b="1" i="0" u="none" baseline="0" dirty="0">
                <a:solidFill>
                  <a:srgbClr val="41AAAA"/>
                </a:solidFill>
                <a:cs typeface="Arial" charset="0"/>
                <a:sym typeface="Arial" charset="0"/>
              </a:rPr>
              <a:t>：</a:t>
            </a:r>
            <a:endParaRPr lang="en-US" sz="1600" b="1" i="0" u="none" baseline="0" dirty="0">
              <a:solidFill>
                <a:srgbClr val="41AAAA"/>
              </a:solidFill>
              <a:cs typeface="Arial" charset="0"/>
              <a:sym typeface="Arial" charset="0"/>
            </a:endParaRPr>
          </a:p>
        </p:txBody>
      </p:sp>
      <p:sp>
        <p:nvSpPr>
          <p:cNvPr id="297" name="Gleichschenkliges Dreieck 7">
            <a:extLst>
              <a:ext uri="{FF2B5EF4-FFF2-40B4-BE49-F238E27FC236}">
                <a16:creationId xmlns:a16="http://schemas.microsoft.com/office/drawing/2014/main" id="{ADFCE392-F237-40CF-B86C-494263B8EB82}"/>
              </a:ext>
            </a:extLst>
          </p:cNvPr>
          <p:cNvSpPr/>
          <p:nvPr/>
        </p:nvSpPr>
        <p:spPr>
          <a:xfrm rot="10800000" flipH="1">
            <a:off x="1290638" y="2538552"/>
            <a:ext cx="151240" cy="82990"/>
          </a:xfrm>
          <a:prstGeom prst="triangle">
            <a:avLst>
              <a:gd name="adj" fmla="val 40000"/>
            </a:avLst>
          </a:prstGeom>
          <a:solidFill>
            <a:srgbClr val="A5E1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6D2418F-F9CB-47FD-A6E8-AD0AF8341CE8}"/>
              </a:ext>
            </a:extLst>
          </p:cNvPr>
          <p:cNvGrpSpPr/>
          <p:nvPr/>
        </p:nvGrpSpPr>
        <p:grpSpPr>
          <a:xfrm>
            <a:off x="626415" y="5719035"/>
            <a:ext cx="4294552" cy="599152"/>
            <a:chOff x="626415" y="5719035"/>
            <a:chExt cx="4294552" cy="59915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F81739C-9522-4692-A736-47C5E9DB68AA}"/>
                </a:ext>
              </a:extLst>
            </p:cNvPr>
            <p:cNvSpPr/>
            <p:nvPr/>
          </p:nvSpPr>
          <p:spPr bwMode="auto">
            <a:xfrm>
              <a:off x="626415" y="5719035"/>
              <a:ext cx="567747" cy="599152"/>
            </a:xfrm>
            <a:prstGeom prst="rect">
              <a:avLst/>
            </a:prstGeom>
            <a:solidFill>
              <a:srgbClr val="AAB414"/>
            </a:solidFill>
            <a:ln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  <a:buFont typeface="Wingdings" charset="0"/>
                <a:buNone/>
              </a:pPr>
              <a:endParaRPr lang="en-US" sz="18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grpSp>
          <p:nvGrpSpPr>
            <p:cNvPr id="309" name="Gruppieren 48">
              <a:extLst>
                <a:ext uri="{FF2B5EF4-FFF2-40B4-BE49-F238E27FC236}">
                  <a16:creationId xmlns:a16="http://schemas.microsoft.com/office/drawing/2014/main" id="{DE5BA368-105D-46E1-85E3-2A0D0EDA00B0}"/>
                </a:ext>
              </a:extLst>
            </p:cNvPr>
            <p:cNvGrpSpPr>
              <a:grpSpLocks/>
            </p:cNvGrpSpPr>
            <p:nvPr/>
          </p:nvGrpSpPr>
          <p:grpSpPr>
            <a:xfrm>
              <a:off x="1302655" y="5887555"/>
              <a:ext cx="3618312" cy="361798"/>
              <a:chOff x="2924175" y="5932294"/>
              <a:chExt cx="1996791" cy="262130"/>
            </a:xfrm>
          </p:grpSpPr>
          <p:sp>
            <p:nvSpPr>
              <p:cNvPr id="310" name="Textfeld 22">
                <a:extLst>
                  <a:ext uri="{FF2B5EF4-FFF2-40B4-BE49-F238E27FC236}">
                    <a16:creationId xmlns:a16="http://schemas.microsoft.com/office/drawing/2014/main" id="{75EC00BB-F7C0-4B82-8D58-7775513A251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07337" y="5932294"/>
                <a:ext cx="1813629" cy="215435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>
                <a:noAutofit/>
              </a:bodyPr>
              <a:lstStyle/>
              <a:p>
                <a:pPr algn="r">
                  <a:spcBef>
                    <a:spcPts val="0"/>
                  </a:spcBef>
                </a:pPr>
                <a:r>
                  <a:rPr lang="en-US" sz="1400" b="1" dirty="0">
                    <a:solidFill>
                      <a:srgbClr val="0F8287"/>
                    </a:solidFill>
                  </a:rPr>
                  <a:t>Support from colleagues and families</a:t>
                </a:r>
              </a:p>
            </p:txBody>
          </p:sp>
          <p:cxnSp>
            <p:nvCxnSpPr>
              <p:cNvPr id="311" name="Gerader Verbinder 23">
                <a:extLst>
                  <a:ext uri="{FF2B5EF4-FFF2-40B4-BE49-F238E27FC236}">
                    <a16:creationId xmlns:a16="http://schemas.microsoft.com/office/drawing/2014/main" id="{2B0EE30D-A9FE-4B9B-9FC3-440295B432DD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924175" y="6194424"/>
                <a:ext cx="1996790" cy="0"/>
              </a:xfrm>
              <a:prstGeom prst="line">
                <a:avLst/>
              </a:prstGeom>
              <a:solidFill>
                <a:schemeClr val="tx2"/>
              </a:solidFill>
              <a:ln w="952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01C78BA-7E54-4F4B-A614-56BF7B28F91A}"/>
              </a:ext>
            </a:extLst>
          </p:cNvPr>
          <p:cNvGrpSpPr/>
          <p:nvPr/>
        </p:nvGrpSpPr>
        <p:grpSpPr>
          <a:xfrm>
            <a:off x="623480" y="2070697"/>
            <a:ext cx="10972335" cy="2806875"/>
            <a:chOff x="623480" y="2070697"/>
            <a:chExt cx="10972335" cy="2806875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F9E15D0-70CC-4B3A-875C-C21A37A4F7F3}"/>
                </a:ext>
              </a:extLst>
            </p:cNvPr>
            <p:cNvGrpSpPr/>
            <p:nvPr/>
          </p:nvGrpSpPr>
          <p:grpSpPr>
            <a:xfrm>
              <a:off x="623480" y="2432994"/>
              <a:ext cx="4297485" cy="2192543"/>
              <a:chOff x="623480" y="2432994"/>
              <a:chExt cx="4297485" cy="2192543"/>
            </a:xfrm>
          </p:grpSpPr>
          <p:grpSp>
            <p:nvGrpSpPr>
              <p:cNvPr id="287" name="Gruppieren 42">
                <a:extLst>
                  <a:ext uri="{FF2B5EF4-FFF2-40B4-BE49-F238E27FC236}">
                    <a16:creationId xmlns:a16="http://schemas.microsoft.com/office/drawing/2014/main" id="{4686A88A-B250-4CA9-BB3C-520C01EC0955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2057400" y="3329942"/>
                <a:ext cx="2863565" cy="262131"/>
                <a:chOff x="2057400" y="4733084"/>
                <a:chExt cx="2863565" cy="262131"/>
              </a:xfrm>
            </p:grpSpPr>
            <p:sp>
              <p:nvSpPr>
                <p:cNvPr id="288" name="Textfeld 40">
                  <a:extLst>
                    <a:ext uri="{FF2B5EF4-FFF2-40B4-BE49-F238E27FC236}">
                      <a16:creationId xmlns:a16="http://schemas.microsoft.com/office/drawing/2014/main" id="{C66A0DA6-7EE1-4B33-99F2-D0A12FA28B8C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356338" y="4733084"/>
                  <a:ext cx="2564627" cy="215433"/>
                </a:xfrm>
                <a:prstGeom prst="rect">
                  <a:avLst/>
                </a:prstGeom>
                <a:noFill/>
              </p:spPr>
              <p:txBody>
                <a:bodyPr vert="horz" wrap="square" lIns="0" tIns="0" rIns="0" bIns="0" rtlCol="0">
                  <a:noAutofit/>
                </a:bodyPr>
                <a:lstStyle/>
                <a:p>
                  <a:pPr algn="r">
                    <a:spcBef>
                      <a:spcPts val="0"/>
                    </a:spcBef>
                  </a:pPr>
                  <a:r>
                    <a:rPr lang="en-US" altLang="zh-CN" sz="1400" b="1" dirty="0">
                      <a:solidFill>
                        <a:srgbClr val="32A0A0"/>
                      </a:solidFill>
                    </a:rPr>
                    <a:t>Innovation      Projects</a:t>
                  </a:r>
                  <a:endParaRPr lang="en-US" sz="1400" b="1" dirty="0">
                    <a:solidFill>
                      <a:srgbClr val="32A0A0"/>
                    </a:solidFill>
                  </a:endParaRPr>
                </a:p>
              </p:txBody>
            </p:sp>
            <p:cxnSp>
              <p:nvCxnSpPr>
                <p:cNvPr id="289" name="Gerader Verbinder 41">
                  <a:extLst>
                    <a:ext uri="{FF2B5EF4-FFF2-40B4-BE49-F238E27FC236}">
                      <a16:creationId xmlns:a16="http://schemas.microsoft.com/office/drawing/2014/main" id="{45231B32-E64E-41BC-8130-8F455D24A872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2057400" y="4995215"/>
                  <a:ext cx="2863565" cy="0"/>
                </a:xfrm>
                <a:prstGeom prst="line">
                  <a:avLst/>
                </a:prstGeom>
                <a:solidFill>
                  <a:schemeClr val="tx2"/>
                </a:solidFill>
                <a:ln w="9525" cap="flat" cmpd="sng" algn="ctr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grpSp>
            <p:nvGrpSpPr>
              <p:cNvPr id="293" name="Gruppieren 53">
                <a:extLst>
                  <a:ext uri="{FF2B5EF4-FFF2-40B4-BE49-F238E27FC236}">
                    <a16:creationId xmlns:a16="http://schemas.microsoft.com/office/drawing/2014/main" id="{6DD98AA8-A0AE-4B61-BEC7-37688133D7EE}"/>
                  </a:ext>
                </a:extLst>
              </p:cNvPr>
              <p:cNvGrpSpPr/>
              <p:nvPr/>
            </p:nvGrpSpPr>
            <p:grpSpPr>
              <a:xfrm>
                <a:off x="623480" y="2432994"/>
                <a:ext cx="1966766" cy="2192543"/>
                <a:chOff x="623480" y="2908383"/>
                <a:chExt cx="1966766" cy="2192543"/>
              </a:xfrm>
            </p:grpSpPr>
            <p:sp>
              <p:nvSpPr>
                <p:cNvPr id="294" name="Gleichschenkliges Dreieck 9">
                  <a:extLst>
                    <a:ext uri="{FF2B5EF4-FFF2-40B4-BE49-F238E27FC236}">
                      <a16:creationId xmlns:a16="http://schemas.microsoft.com/office/drawing/2014/main" id="{2CF21D40-7F64-452C-BAD0-FCBD6C947E33}"/>
                    </a:ext>
                  </a:extLst>
                </p:cNvPr>
                <p:cNvSpPr/>
                <p:nvPr/>
              </p:nvSpPr>
              <p:spPr>
                <a:xfrm rot="10800000" flipH="1">
                  <a:off x="2356339" y="4964401"/>
                  <a:ext cx="231526" cy="136525"/>
                </a:xfrm>
                <a:prstGeom prst="triangle">
                  <a:avLst>
                    <a:gd name="adj" fmla="val 42962"/>
                  </a:avLst>
                </a:prstGeom>
                <a:solidFill>
                  <a:srgbClr val="4BB9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5" name="Freihandform: Form 14">
                  <a:extLst>
                    <a:ext uri="{FF2B5EF4-FFF2-40B4-BE49-F238E27FC236}">
                      <a16:creationId xmlns:a16="http://schemas.microsoft.com/office/drawing/2014/main" id="{31A29005-7BBD-4393-8676-CC7D7D970C6E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623480" y="2908383"/>
                  <a:ext cx="1966766" cy="2056027"/>
                </a:xfrm>
                <a:custGeom>
                  <a:avLst/>
                  <a:gdLst>
                    <a:gd name="connsiteX0" fmla="*/ 0 w 1902586"/>
                    <a:gd name="connsiteY0" fmla="*/ 0 h 1988934"/>
                    <a:gd name="connsiteX1" fmla="*/ 580780 w 1902586"/>
                    <a:gd name="connsiteY1" fmla="*/ 0 h 1988934"/>
                    <a:gd name="connsiteX2" fmla="*/ 1902586 w 1902586"/>
                    <a:gd name="connsiteY2" fmla="*/ 1988934 h 1988934"/>
                    <a:gd name="connsiteX3" fmla="*/ 0 w 1902586"/>
                    <a:gd name="connsiteY3" fmla="*/ 1988934 h 19889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02586" h="1988934">
                      <a:moveTo>
                        <a:pt x="0" y="0"/>
                      </a:moveTo>
                      <a:lnTo>
                        <a:pt x="580780" y="0"/>
                      </a:lnTo>
                      <a:lnTo>
                        <a:pt x="1902586" y="1988934"/>
                      </a:lnTo>
                      <a:lnTo>
                        <a:pt x="0" y="1988934"/>
                      </a:lnTo>
                      <a:close/>
                    </a:path>
                  </a:pathLst>
                </a:custGeom>
                <a:solidFill>
                  <a:srgbClr val="32A0A0"/>
                </a:solidFill>
                <a:ln w="19050">
                  <a:noFill/>
                  <a:round/>
                  <a:headEnd/>
                  <a:tailEnd/>
                </a:ln>
              </p:spPr>
              <p:txBody>
                <a:bodyPr wrap="square">
                  <a:noAutofit/>
                </a:bodyPr>
                <a:lstStyle/>
                <a:p>
                  <a:endParaRPr lang="en-US">
                    <a:solidFill>
                      <a:schemeClr val="bg2"/>
                    </a:solidFill>
                    <a:latin typeface="Arial" pitchFamily="34" charset="0"/>
                    <a:ea typeface="ＭＳ Ｐゴシック" charset="-128"/>
                  </a:endParaRPr>
                </a:p>
              </p:txBody>
            </p:sp>
          </p:grpSp>
          <p:grpSp>
            <p:nvGrpSpPr>
              <p:cNvPr id="315" name="Grafik 15">
                <a:extLst>
                  <a:ext uri="{FF2B5EF4-FFF2-40B4-BE49-F238E27FC236}">
                    <a16:creationId xmlns:a16="http://schemas.microsoft.com/office/drawing/2014/main" id="{C4E7874C-26AE-4A2D-A5B1-1DDDEAFE8F71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524557" y="3936670"/>
                <a:ext cx="459596" cy="439320"/>
                <a:chOff x="837997" y="3985366"/>
                <a:chExt cx="1108800" cy="1288111"/>
              </a:xfrm>
              <a:solidFill>
                <a:schemeClr val="bg1"/>
              </a:solidFill>
            </p:grpSpPr>
            <p:sp>
              <p:nvSpPr>
                <p:cNvPr id="316" name="Freihandform 29">
                  <a:extLst>
                    <a:ext uri="{FF2B5EF4-FFF2-40B4-BE49-F238E27FC236}">
                      <a16:creationId xmlns:a16="http://schemas.microsoft.com/office/drawing/2014/main" id="{9B978988-1ABF-4F06-9298-87D8A6E34015}"/>
                    </a:ext>
                  </a:extLst>
                </p:cNvPr>
                <p:cNvSpPr/>
                <p:nvPr/>
              </p:nvSpPr>
              <p:spPr>
                <a:xfrm>
                  <a:off x="1388692" y="4504201"/>
                  <a:ext cx="172907" cy="679684"/>
                </a:xfrm>
                <a:custGeom>
                  <a:avLst/>
                  <a:gdLst>
                    <a:gd name="connsiteX0" fmla="*/ 2058 w 172906"/>
                    <a:gd name="connsiteY0" fmla="*/ 2055 h 679684"/>
                    <a:gd name="connsiteX1" fmla="*/ 171590 w 172906"/>
                    <a:gd name="connsiteY1" fmla="*/ 2055 h 679684"/>
                    <a:gd name="connsiteX2" fmla="*/ 171590 w 172906"/>
                    <a:gd name="connsiteY2" fmla="*/ 680123 h 679684"/>
                    <a:gd name="connsiteX3" fmla="*/ 2058 w 172906"/>
                    <a:gd name="connsiteY3" fmla="*/ 680123 h 6796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72906" h="679684">
                      <a:moveTo>
                        <a:pt x="2058" y="2055"/>
                      </a:moveTo>
                      <a:lnTo>
                        <a:pt x="171590" y="2055"/>
                      </a:lnTo>
                      <a:lnTo>
                        <a:pt x="171590" y="680123"/>
                      </a:lnTo>
                      <a:lnTo>
                        <a:pt x="2058" y="680123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de-DE"/>
                </a:p>
              </p:txBody>
            </p:sp>
            <p:sp>
              <p:nvSpPr>
                <p:cNvPr id="317" name="Freihandform 31">
                  <a:extLst>
                    <a:ext uri="{FF2B5EF4-FFF2-40B4-BE49-F238E27FC236}">
                      <a16:creationId xmlns:a16="http://schemas.microsoft.com/office/drawing/2014/main" id="{0BA8B682-55A2-482D-8106-2F31D18C881A}"/>
                    </a:ext>
                  </a:extLst>
                </p:cNvPr>
                <p:cNvSpPr/>
                <p:nvPr/>
              </p:nvSpPr>
              <p:spPr>
                <a:xfrm>
                  <a:off x="1599391" y="4504201"/>
                  <a:ext cx="178396" cy="679684"/>
                </a:xfrm>
                <a:custGeom>
                  <a:avLst/>
                  <a:gdLst>
                    <a:gd name="connsiteX0" fmla="*/ 2058 w 178396"/>
                    <a:gd name="connsiteY0" fmla="*/ 2055 h 679684"/>
                    <a:gd name="connsiteX1" fmla="*/ 177518 w 178396"/>
                    <a:gd name="connsiteY1" fmla="*/ 2055 h 679684"/>
                    <a:gd name="connsiteX2" fmla="*/ 177518 w 178396"/>
                    <a:gd name="connsiteY2" fmla="*/ 680123 h 679684"/>
                    <a:gd name="connsiteX3" fmla="*/ 2058 w 178396"/>
                    <a:gd name="connsiteY3" fmla="*/ 680123 h 6796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78396" h="679684">
                      <a:moveTo>
                        <a:pt x="2058" y="2055"/>
                      </a:moveTo>
                      <a:lnTo>
                        <a:pt x="177518" y="2055"/>
                      </a:lnTo>
                      <a:lnTo>
                        <a:pt x="177518" y="680123"/>
                      </a:lnTo>
                      <a:lnTo>
                        <a:pt x="2058" y="680123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de-DE"/>
                </a:p>
              </p:txBody>
            </p:sp>
            <p:sp>
              <p:nvSpPr>
                <p:cNvPr id="318" name="Freihandform 32">
                  <a:extLst>
                    <a:ext uri="{FF2B5EF4-FFF2-40B4-BE49-F238E27FC236}">
                      <a16:creationId xmlns:a16="http://schemas.microsoft.com/office/drawing/2014/main" id="{36F11E1A-C2A5-4A4B-A35D-210DC948BA81}"/>
                    </a:ext>
                  </a:extLst>
                </p:cNvPr>
                <p:cNvSpPr/>
                <p:nvPr/>
              </p:nvSpPr>
              <p:spPr>
                <a:xfrm>
                  <a:off x="1166355" y="5222035"/>
                  <a:ext cx="612036" cy="52073"/>
                </a:xfrm>
                <a:custGeom>
                  <a:avLst/>
                  <a:gdLst>
                    <a:gd name="connsiteX0" fmla="*/ 2058 w 612035"/>
                    <a:gd name="connsiteY0" fmla="*/ 51442 h 52072"/>
                    <a:gd name="connsiteX1" fmla="*/ 67049 w 612035"/>
                    <a:gd name="connsiteY1" fmla="*/ 9620 h 52072"/>
                    <a:gd name="connsiteX2" fmla="*/ 80059 w 612035"/>
                    <a:gd name="connsiteY2" fmla="*/ 3618 h 52072"/>
                    <a:gd name="connsiteX3" fmla="*/ 92327 w 612035"/>
                    <a:gd name="connsiteY3" fmla="*/ 2056 h 52072"/>
                    <a:gd name="connsiteX4" fmla="*/ 610554 w 612035"/>
                    <a:gd name="connsiteY4" fmla="*/ 2056 h 52072"/>
                    <a:gd name="connsiteX5" fmla="*/ 610554 w 612035"/>
                    <a:gd name="connsiteY5" fmla="*/ 51388 h 520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612035" h="52072">
                      <a:moveTo>
                        <a:pt x="2058" y="51442"/>
                      </a:moveTo>
                      <a:lnTo>
                        <a:pt x="67049" y="9620"/>
                      </a:lnTo>
                      <a:cubicBezTo>
                        <a:pt x="71045" y="6952"/>
                        <a:pt x="75435" y="4927"/>
                        <a:pt x="80059" y="3618"/>
                      </a:cubicBezTo>
                      <a:cubicBezTo>
                        <a:pt x="84063" y="2570"/>
                        <a:pt x="88187" y="2045"/>
                        <a:pt x="92327" y="2056"/>
                      </a:cubicBezTo>
                      <a:lnTo>
                        <a:pt x="610554" y="2056"/>
                      </a:lnTo>
                      <a:lnTo>
                        <a:pt x="610554" y="51388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de-DE"/>
                </a:p>
              </p:txBody>
            </p:sp>
            <p:sp>
              <p:nvSpPr>
                <p:cNvPr id="319" name="Freihandform 35">
                  <a:extLst>
                    <a:ext uri="{FF2B5EF4-FFF2-40B4-BE49-F238E27FC236}">
                      <a16:creationId xmlns:a16="http://schemas.microsoft.com/office/drawing/2014/main" id="{C1BFAB45-4761-4B91-AA08-020A017DCD18}"/>
                    </a:ext>
                  </a:extLst>
                </p:cNvPr>
                <p:cNvSpPr/>
                <p:nvPr/>
              </p:nvSpPr>
              <p:spPr>
                <a:xfrm>
                  <a:off x="1006540" y="4504201"/>
                  <a:ext cx="343069" cy="770126"/>
                </a:xfrm>
                <a:custGeom>
                  <a:avLst/>
                  <a:gdLst>
                    <a:gd name="connsiteX0" fmla="*/ 253926 w 343069"/>
                    <a:gd name="connsiteY0" fmla="*/ 680123 h 770125"/>
                    <a:gd name="connsiteX1" fmla="*/ 343042 w 343069"/>
                    <a:gd name="connsiteY1" fmla="*/ 680123 h 770125"/>
                    <a:gd name="connsiteX2" fmla="*/ 343042 w 343069"/>
                    <a:gd name="connsiteY2" fmla="*/ 2055 h 770125"/>
                    <a:gd name="connsiteX3" fmla="*/ 2058 w 343069"/>
                    <a:gd name="connsiteY3" fmla="*/ 2055 h 770125"/>
                    <a:gd name="connsiteX4" fmla="*/ 2058 w 343069"/>
                    <a:gd name="connsiteY4" fmla="*/ 769276 h 770125"/>
                    <a:gd name="connsiteX5" fmla="*/ 93754 w 343069"/>
                    <a:gd name="connsiteY5" fmla="*/ 769276 h 770125"/>
                    <a:gd name="connsiteX6" fmla="*/ 152570 w 343069"/>
                    <a:gd name="connsiteY6" fmla="*/ 730058 h 770125"/>
                    <a:gd name="connsiteX7" fmla="*/ 211331 w 343069"/>
                    <a:gd name="connsiteY7" fmla="*/ 690811 h 770125"/>
                    <a:gd name="connsiteX8" fmla="*/ 253926 w 343069"/>
                    <a:gd name="connsiteY8" fmla="*/ 680123 h 770125"/>
                    <a:gd name="connsiteX9" fmla="*/ 218439 w 343069"/>
                    <a:gd name="connsiteY9" fmla="*/ 571373 h 770125"/>
                    <a:gd name="connsiteX10" fmla="*/ 218439 w 343069"/>
                    <a:gd name="connsiteY10" fmla="*/ 500116 h 770125"/>
                    <a:gd name="connsiteX11" fmla="*/ 289660 w 343069"/>
                    <a:gd name="connsiteY11" fmla="*/ 500116 h 770125"/>
                    <a:gd name="connsiteX12" fmla="*/ 147218 w 343069"/>
                    <a:gd name="connsiteY12" fmla="*/ 500116 h 770125"/>
                    <a:gd name="connsiteX13" fmla="*/ 147218 w 343069"/>
                    <a:gd name="connsiteY13" fmla="*/ 428859 h 770125"/>
                    <a:gd name="connsiteX14" fmla="*/ 218576 w 343069"/>
                    <a:gd name="connsiteY14" fmla="*/ 428859 h 770125"/>
                    <a:gd name="connsiteX15" fmla="*/ 74185 w 343069"/>
                    <a:gd name="connsiteY15" fmla="*/ 90195 h 770125"/>
                    <a:gd name="connsiteX16" fmla="*/ 271793 w 343069"/>
                    <a:gd name="connsiteY16" fmla="*/ 90195 h 770125"/>
                    <a:gd name="connsiteX17" fmla="*/ 271793 w 343069"/>
                    <a:gd name="connsiteY17" fmla="*/ 358780 h 770125"/>
                    <a:gd name="connsiteX18" fmla="*/ 74185 w 343069"/>
                    <a:gd name="connsiteY18" fmla="*/ 358780 h 770125"/>
                    <a:gd name="connsiteX19" fmla="*/ 75969 w 343069"/>
                    <a:gd name="connsiteY19" fmla="*/ 589188 h 770125"/>
                    <a:gd name="connsiteX20" fmla="*/ 75969 w 343069"/>
                    <a:gd name="connsiteY20" fmla="*/ 517930 h 770125"/>
                    <a:gd name="connsiteX21" fmla="*/ 147328 w 343069"/>
                    <a:gd name="connsiteY21" fmla="*/ 517930 h 770125"/>
                    <a:gd name="connsiteX22" fmla="*/ 147328 w 343069"/>
                    <a:gd name="connsiteY22" fmla="*/ 660445 h 770125"/>
                    <a:gd name="connsiteX23" fmla="*/ 147328 w 343069"/>
                    <a:gd name="connsiteY23" fmla="*/ 589188 h 770125"/>
                    <a:gd name="connsiteX24" fmla="*/ 218686 w 343069"/>
                    <a:gd name="connsiteY24" fmla="*/ 589188 h 7701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343069" h="770125">
                      <a:moveTo>
                        <a:pt x="253926" y="680123"/>
                      </a:moveTo>
                      <a:lnTo>
                        <a:pt x="343042" y="680123"/>
                      </a:lnTo>
                      <a:lnTo>
                        <a:pt x="343042" y="2055"/>
                      </a:lnTo>
                      <a:lnTo>
                        <a:pt x="2058" y="2055"/>
                      </a:lnTo>
                      <a:lnTo>
                        <a:pt x="2058" y="769276"/>
                      </a:lnTo>
                      <a:lnTo>
                        <a:pt x="93754" y="769276"/>
                      </a:lnTo>
                      <a:lnTo>
                        <a:pt x="152570" y="730058"/>
                      </a:lnTo>
                      <a:lnTo>
                        <a:pt x="211331" y="690811"/>
                      </a:lnTo>
                      <a:cubicBezTo>
                        <a:pt x="224278" y="683413"/>
                        <a:pt x="239015" y="679715"/>
                        <a:pt x="253926" y="680123"/>
                      </a:cubicBezTo>
                      <a:close/>
                      <a:moveTo>
                        <a:pt x="218439" y="571373"/>
                      </a:moveTo>
                      <a:lnTo>
                        <a:pt x="218439" y="500116"/>
                      </a:lnTo>
                      <a:lnTo>
                        <a:pt x="289660" y="500116"/>
                      </a:lnTo>
                      <a:close/>
                      <a:moveTo>
                        <a:pt x="147218" y="500116"/>
                      </a:moveTo>
                      <a:lnTo>
                        <a:pt x="147218" y="428859"/>
                      </a:lnTo>
                      <a:lnTo>
                        <a:pt x="218576" y="428859"/>
                      </a:lnTo>
                      <a:close/>
                      <a:moveTo>
                        <a:pt x="74185" y="90195"/>
                      </a:moveTo>
                      <a:lnTo>
                        <a:pt x="271793" y="90195"/>
                      </a:lnTo>
                      <a:lnTo>
                        <a:pt x="271793" y="358780"/>
                      </a:lnTo>
                      <a:lnTo>
                        <a:pt x="74185" y="358780"/>
                      </a:lnTo>
                      <a:close/>
                      <a:moveTo>
                        <a:pt x="75969" y="589188"/>
                      </a:moveTo>
                      <a:lnTo>
                        <a:pt x="75969" y="517930"/>
                      </a:lnTo>
                      <a:lnTo>
                        <a:pt x="147328" y="517930"/>
                      </a:lnTo>
                      <a:close/>
                      <a:moveTo>
                        <a:pt x="147328" y="660445"/>
                      </a:moveTo>
                      <a:lnTo>
                        <a:pt x="147328" y="589188"/>
                      </a:lnTo>
                      <a:lnTo>
                        <a:pt x="218686" y="589188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de-DE"/>
                </a:p>
              </p:txBody>
            </p:sp>
            <p:sp>
              <p:nvSpPr>
                <p:cNvPr id="320" name="Freihandform 38">
                  <a:extLst>
                    <a:ext uri="{FF2B5EF4-FFF2-40B4-BE49-F238E27FC236}">
                      <a16:creationId xmlns:a16="http://schemas.microsoft.com/office/drawing/2014/main" id="{4F0705F7-FA14-45AC-9C27-65BA6BA820DE}"/>
                    </a:ext>
                  </a:extLst>
                </p:cNvPr>
                <p:cNvSpPr/>
                <p:nvPr/>
              </p:nvSpPr>
              <p:spPr>
                <a:xfrm>
                  <a:off x="835939" y="3983283"/>
                  <a:ext cx="1111545" cy="482356"/>
                </a:xfrm>
                <a:custGeom>
                  <a:avLst/>
                  <a:gdLst>
                    <a:gd name="connsiteX0" fmla="*/ 513561 w 1111544"/>
                    <a:gd name="connsiteY0" fmla="*/ 481699 h 482356"/>
                    <a:gd name="connsiteX1" fmla="*/ 513561 w 1111544"/>
                    <a:gd name="connsiteY1" fmla="*/ 333703 h 482356"/>
                    <a:gd name="connsiteX2" fmla="*/ 391785 w 1111544"/>
                    <a:gd name="connsiteY2" fmla="*/ 212867 h 482356"/>
                    <a:gd name="connsiteX3" fmla="*/ 2058 w 1111544"/>
                    <a:gd name="connsiteY3" fmla="*/ 212867 h 482356"/>
                    <a:gd name="connsiteX4" fmla="*/ 2058 w 1111544"/>
                    <a:gd name="connsiteY4" fmla="*/ 127742 h 482356"/>
                    <a:gd name="connsiteX5" fmla="*/ 391785 w 1111544"/>
                    <a:gd name="connsiteY5" fmla="*/ 127742 h 482356"/>
                    <a:gd name="connsiteX6" fmla="*/ 600990 w 1111544"/>
                    <a:gd name="connsiteY6" fmla="*/ 8045 h 482356"/>
                    <a:gd name="connsiteX7" fmla="*/ 720857 w 1111544"/>
                    <a:gd name="connsiteY7" fmla="*/ 127742 h 482356"/>
                    <a:gd name="connsiteX8" fmla="*/ 1110584 w 1111544"/>
                    <a:gd name="connsiteY8" fmla="*/ 127742 h 482356"/>
                    <a:gd name="connsiteX9" fmla="*/ 1110584 w 1111544"/>
                    <a:gd name="connsiteY9" fmla="*/ 212867 h 482356"/>
                    <a:gd name="connsiteX10" fmla="*/ 720720 w 1111544"/>
                    <a:gd name="connsiteY10" fmla="*/ 212867 h 482356"/>
                    <a:gd name="connsiteX11" fmla="*/ 598807 w 1111544"/>
                    <a:gd name="connsiteY11" fmla="*/ 334608 h 482356"/>
                    <a:gd name="connsiteX12" fmla="*/ 598807 w 1111544"/>
                    <a:gd name="connsiteY12" fmla="*/ 482083 h 482356"/>
                    <a:gd name="connsiteX13" fmla="*/ 641540 w 1111544"/>
                    <a:gd name="connsiteY13" fmla="*/ 170305 h 482356"/>
                    <a:gd name="connsiteX14" fmla="*/ 556294 w 1111544"/>
                    <a:gd name="connsiteY14" fmla="*/ 85180 h 482356"/>
                    <a:gd name="connsiteX15" fmla="*/ 471048 w 1111544"/>
                    <a:gd name="connsiteY15" fmla="*/ 170305 h 482356"/>
                    <a:gd name="connsiteX16" fmla="*/ 556184 w 1111544"/>
                    <a:gd name="connsiteY16" fmla="*/ 255430 h 482356"/>
                    <a:gd name="connsiteX17" fmla="*/ 641540 w 1111544"/>
                    <a:gd name="connsiteY17" fmla="*/ 170469 h 482356"/>
                    <a:gd name="connsiteX18" fmla="*/ 641540 w 1111544"/>
                    <a:gd name="connsiteY18" fmla="*/ 170305 h 482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1111544" h="482356">
                      <a:moveTo>
                        <a:pt x="513561" y="481699"/>
                      </a:moveTo>
                      <a:lnTo>
                        <a:pt x="513561" y="333703"/>
                      </a:lnTo>
                      <a:cubicBezTo>
                        <a:pt x="454153" y="318239"/>
                        <a:pt x="407647" y="272092"/>
                        <a:pt x="391785" y="212867"/>
                      </a:cubicBezTo>
                      <a:lnTo>
                        <a:pt x="2058" y="212867"/>
                      </a:lnTo>
                      <a:lnTo>
                        <a:pt x="2058" y="127742"/>
                      </a:lnTo>
                      <a:lnTo>
                        <a:pt x="391785" y="127742"/>
                      </a:lnTo>
                      <a:cubicBezTo>
                        <a:pt x="416455" y="37001"/>
                        <a:pt x="510119" y="-16590"/>
                        <a:pt x="600990" y="8045"/>
                      </a:cubicBezTo>
                      <a:cubicBezTo>
                        <a:pt x="659386" y="23876"/>
                        <a:pt x="705004" y="69429"/>
                        <a:pt x="720857" y="127742"/>
                      </a:cubicBezTo>
                      <a:lnTo>
                        <a:pt x="1110584" y="127742"/>
                      </a:lnTo>
                      <a:lnTo>
                        <a:pt x="1110584" y="212867"/>
                      </a:lnTo>
                      <a:lnTo>
                        <a:pt x="720720" y="212867"/>
                      </a:lnTo>
                      <a:cubicBezTo>
                        <a:pt x="705133" y="272485"/>
                        <a:pt x="658509" y="319042"/>
                        <a:pt x="598807" y="334608"/>
                      </a:cubicBezTo>
                      <a:lnTo>
                        <a:pt x="598807" y="482083"/>
                      </a:lnTo>
                      <a:close/>
                      <a:moveTo>
                        <a:pt x="641540" y="170305"/>
                      </a:moveTo>
                      <a:cubicBezTo>
                        <a:pt x="641540" y="123292"/>
                        <a:pt x="603374" y="85180"/>
                        <a:pt x="556294" y="85180"/>
                      </a:cubicBezTo>
                      <a:cubicBezTo>
                        <a:pt x="509214" y="85180"/>
                        <a:pt x="471048" y="123292"/>
                        <a:pt x="471048" y="170305"/>
                      </a:cubicBezTo>
                      <a:cubicBezTo>
                        <a:pt x="471048" y="217275"/>
                        <a:pt x="509147" y="255369"/>
                        <a:pt x="556184" y="255430"/>
                      </a:cubicBezTo>
                      <a:cubicBezTo>
                        <a:pt x="603249" y="255506"/>
                        <a:pt x="641464" y="217467"/>
                        <a:pt x="641540" y="170469"/>
                      </a:cubicBezTo>
                      <a:cubicBezTo>
                        <a:pt x="641540" y="170415"/>
                        <a:pt x="641540" y="170360"/>
                        <a:pt x="641540" y="170305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de-DE"/>
                </a:p>
              </p:txBody>
            </p:sp>
          </p:grpSp>
          <p:pic>
            <p:nvPicPr>
              <p:cNvPr id="321" name="Grafik 70">
                <a:extLst>
                  <a:ext uri="{FF2B5EF4-FFF2-40B4-BE49-F238E27FC236}">
                    <a16:creationId xmlns:a16="http://schemas.microsoft.com/office/drawing/2014/main" id="{3271E291-740F-4906-B2A8-42C7BF2763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 bwMode="gray">
              <a:xfrm>
                <a:off x="721221" y="4028127"/>
                <a:ext cx="457778" cy="374063"/>
              </a:xfrm>
              <a:prstGeom prst="rect">
                <a:avLst/>
              </a:prstGeom>
            </p:spPr>
          </p:pic>
          <p:sp>
            <p:nvSpPr>
              <p:cNvPr id="322" name="Freeform 37">
                <a:extLst>
                  <a:ext uri="{FF2B5EF4-FFF2-40B4-BE49-F238E27FC236}">
                    <a16:creationId xmlns:a16="http://schemas.microsoft.com/office/drawing/2014/main" id="{60C06FCC-B4CF-437B-B0F2-4593E40CC616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040069" y="3117514"/>
                <a:ext cx="461794" cy="524711"/>
              </a:xfrm>
              <a:custGeom>
                <a:avLst/>
                <a:gdLst>
                  <a:gd name="T0" fmla="*/ 170 w 587"/>
                  <a:gd name="T1" fmla="*/ 385 h 667"/>
                  <a:gd name="T2" fmla="*/ 207 w 587"/>
                  <a:gd name="T3" fmla="*/ 349 h 667"/>
                  <a:gd name="T4" fmla="*/ 244 w 587"/>
                  <a:gd name="T5" fmla="*/ 385 h 667"/>
                  <a:gd name="T6" fmla="*/ 207 w 587"/>
                  <a:gd name="T7" fmla="*/ 422 h 667"/>
                  <a:gd name="T8" fmla="*/ 170 w 587"/>
                  <a:gd name="T9" fmla="*/ 385 h 667"/>
                  <a:gd name="T10" fmla="*/ 357 w 587"/>
                  <a:gd name="T11" fmla="*/ 385 h 667"/>
                  <a:gd name="T12" fmla="*/ 394 w 587"/>
                  <a:gd name="T13" fmla="*/ 349 h 667"/>
                  <a:gd name="T14" fmla="*/ 431 w 587"/>
                  <a:gd name="T15" fmla="*/ 385 h 667"/>
                  <a:gd name="T16" fmla="*/ 394 w 587"/>
                  <a:gd name="T17" fmla="*/ 422 h 667"/>
                  <a:gd name="T18" fmla="*/ 357 w 587"/>
                  <a:gd name="T19" fmla="*/ 385 h 667"/>
                  <a:gd name="T20" fmla="*/ 194 w 587"/>
                  <a:gd name="T21" fmla="*/ 439 h 667"/>
                  <a:gd name="T22" fmla="*/ 194 w 587"/>
                  <a:gd name="T23" fmla="*/ 496 h 667"/>
                  <a:gd name="T24" fmla="*/ 90 w 587"/>
                  <a:gd name="T25" fmla="*/ 496 h 667"/>
                  <a:gd name="T26" fmla="*/ 90 w 587"/>
                  <a:gd name="T27" fmla="*/ 392 h 667"/>
                  <a:gd name="T28" fmla="*/ 147 w 587"/>
                  <a:gd name="T29" fmla="*/ 392 h 667"/>
                  <a:gd name="T30" fmla="*/ 194 w 587"/>
                  <a:gd name="T31" fmla="*/ 439 h 667"/>
                  <a:gd name="T32" fmla="*/ 381 w 587"/>
                  <a:gd name="T33" fmla="*/ 439 h 667"/>
                  <a:gd name="T34" fmla="*/ 381 w 587"/>
                  <a:gd name="T35" fmla="*/ 496 h 667"/>
                  <a:gd name="T36" fmla="*/ 277 w 587"/>
                  <a:gd name="T37" fmla="*/ 496 h 667"/>
                  <a:gd name="T38" fmla="*/ 277 w 587"/>
                  <a:gd name="T39" fmla="*/ 392 h 667"/>
                  <a:gd name="T40" fmla="*/ 334 w 587"/>
                  <a:gd name="T41" fmla="*/ 392 h 667"/>
                  <a:gd name="T42" fmla="*/ 381 w 587"/>
                  <a:gd name="T43" fmla="*/ 439 h 667"/>
                  <a:gd name="T44" fmla="*/ 497 w 587"/>
                  <a:gd name="T45" fmla="*/ 570 h 667"/>
                  <a:gd name="T46" fmla="*/ 497 w 587"/>
                  <a:gd name="T47" fmla="*/ 291 h 667"/>
                  <a:gd name="T48" fmla="*/ 472 w 587"/>
                  <a:gd name="T49" fmla="*/ 267 h 667"/>
                  <a:gd name="T50" fmla="*/ 25 w 587"/>
                  <a:gd name="T51" fmla="*/ 267 h 667"/>
                  <a:gd name="T52" fmla="*/ 0 w 587"/>
                  <a:gd name="T53" fmla="*/ 291 h 667"/>
                  <a:gd name="T54" fmla="*/ 0 w 587"/>
                  <a:gd name="T55" fmla="*/ 570 h 667"/>
                  <a:gd name="T56" fmla="*/ 25 w 587"/>
                  <a:gd name="T57" fmla="*/ 594 h 667"/>
                  <a:gd name="T58" fmla="*/ 206 w 587"/>
                  <a:gd name="T59" fmla="*/ 594 h 667"/>
                  <a:gd name="T60" fmla="*/ 206 w 587"/>
                  <a:gd name="T61" fmla="*/ 642 h 667"/>
                  <a:gd name="T62" fmla="*/ 146 w 587"/>
                  <a:gd name="T63" fmla="*/ 642 h 667"/>
                  <a:gd name="T64" fmla="*/ 146 w 587"/>
                  <a:gd name="T65" fmla="*/ 667 h 667"/>
                  <a:gd name="T66" fmla="*/ 351 w 587"/>
                  <a:gd name="T67" fmla="*/ 667 h 667"/>
                  <a:gd name="T68" fmla="*/ 351 w 587"/>
                  <a:gd name="T69" fmla="*/ 642 h 667"/>
                  <a:gd name="T70" fmla="*/ 291 w 587"/>
                  <a:gd name="T71" fmla="*/ 642 h 667"/>
                  <a:gd name="T72" fmla="*/ 291 w 587"/>
                  <a:gd name="T73" fmla="*/ 594 h 667"/>
                  <a:gd name="T74" fmla="*/ 472 w 587"/>
                  <a:gd name="T75" fmla="*/ 594 h 667"/>
                  <a:gd name="T76" fmla="*/ 497 w 587"/>
                  <a:gd name="T77" fmla="*/ 570 h 667"/>
                  <a:gd name="T78" fmla="*/ 25 w 587"/>
                  <a:gd name="T79" fmla="*/ 570 h 667"/>
                  <a:gd name="T80" fmla="*/ 25 w 587"/>
                  <a:gd name="T81" fmla="*/ 291 h 667"/>
                  <a:gd name="T82" fmla="*/ 472 w 587"/>
                  <a:gd name="T83" fmla="*/ 291 h 667"/>
                  <a:gd name="T84" fmla="*/ 472 w 587"/>
                  <a:gd name="T85" fmla="*/ 570 h 667"/>
                  <a:gd name="T86" fmla="*/ 25 w 587"/>
                  <a:gd name="T87" fmla="*/ 570 h 667"/>
                  <a:gd name="T88" fmla="*/ 587 w 587"/>
                  <a:gd name="T89" fmla="*/ 0 h 667"/>
                  <a:gd name="T90" fmla="*/ 587 w 587"/>
                  <a:gd name="T91" fmla="*/ 434 h 667"/>
                  <a:gd name="T92" fmla="*/ 517 w 587"/>
                  <a:gd name="T93" fmla="*/ 434 h 667"/>
                  <a:gd name="T94" fmla="*/ 517 w 587"/>
                  <a:gd name="T95" fmla="*/ 291 h 667"/>
                  <a:gd name="T96" fmla="*/ 472 w 587"/>
                  <a:gd name="T97" fmla="*/ 247 h 667"/>
                  <a:gd name="T98" fmla="*/ 153 w 587"/>
                  <a:gd name="T99" fmla="*/ 247 h 667"/>
                  <a:gd name="T100" fmla="*/ 153 w 587"/>
                  <a:gd name="T101" fmla="*/ 127 h 667"/>
                  <a:gd name="T102" fmla="*/ 274 w 587"/>
                  <a:gd name="T103" fmla="*/ 193 h 667"/>
                  <a:gd name="T104" fmla="*/ 274 w 587"/>
                  <a:gd name="T105" fmla="*/ 127 h 667"/>
                  <a:gd name="T106" fmla="*/ 394 w 587"/>
                  <a:gd name="T107" fmla="*/ 193 h 667"/>
                  <a:gd name="T108" fmla="*/ 394 w 587"/>
                  <a:gd name="T109" fmla="*/ 127 h 667"/>
                  <a:gd name="T110" fmla="*/ 515 w 587"/>
                  <a:gd name="T111" fmla="*/ 193 h 667"/>
                  <a:gd name="T112" fmla="*/ 515 w 587"/>
                  <a:gd name="T113" fmla="*/ 0 h 667"/>
                  <a:gd name="T114" fmla="*/ 587 w 587"/>
                  <a:gd name="T115" fmla="*/ 0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587" h="667">
                    <a:moveTo>
                      <a:pt x="170" y="385"/>
                    </a:moveTo>
                    <a:cubicBezTo>
                      <a:pt x="207" y="349"/>
                      <a:pt x="207" y="349"/>
                      <a:pt x="207" y="349"/>
                    </a:cubicBezTo>
                    <a:cubicBezTo>
                      <a:pt x="244" y="385"/>
                      <a:pt x="244" y="385"/>
                      <a:pt x="244" y="385"/>
                    </a:cubicBezTo>
                    <a:cubicBezTo>
                      <a:pt x="207" y="422"/>
                      <a:pt x="207" y="422"/>
                      <a:pt x="207" y="422"/>
                    </a:cubicBezTo>
                    <a:lnTo>
                      <a:pt x="170" y="385"/>
                    </a:lnTo>
                    <a:close/>
                    <a:moveTo>
                      <a:pt x="357" y="385"/>
                    </a:moveTo>
                    <a:cubicBezTo>
                      <a:pt x="394" y="349"/>
                      <a:pt x="394" y="349"/>
                      <a:pt x="394" y="349"/>
                    </a:cubicBezTo>
                    <a:cubicBezTo>
                      <a:pt x="431" y="385"/>
                      <a:pt x="431" y="385"/>
                      <a:pt x="431" y="385"/>
                    </a:cubicBezTo>
                    <a:cubicBezTo>
                      <a:pt x="394" y="422"/>
                      <a:pt x="394" y="422"/>
                      <a:pt x="394" y="422"/>
                    </a:cubicBezTo>
                    <a:lnTo>
                      <a:pt x="357" y="385"/>
                    </a:lnTo>
                    <a:close/>
                    <a:moveTo>
                      <a:pt x="194" y="439"/>
                    </a:moveTo>
                    <a:cubicBezTo>
                      <a:pt x="194" y="496"/>
                      <a:pt x="194" y="496"/>
                      <a:pt x="194" y="496"/>
                    </a:cubicBezTo>
                    <a:cubicBezTo>
                      <a:pt x="90" y="496"/>
                      <a:pt x="90" y="496"/>
                      <a:pt x="90" y="496"/>
                    </a:cubicBezTo>
                    <a:cubicBezTo>
                      <a:pt x="90" y="392"/>
                      <a:pt x="90" y="392"/>
                      <a:pt x="90" y="392"/>
                    </a:cubicBezTo>
                    <a:cubicBezTo>
                      <a:pt x="147" y="392"/>
                      <a:pt x="147" y="392"/>
                      <a:pt x="147" y="392"/>
                    </a:cubicBezTo>
                    <a:lnTo>
                      <a:pt x="194" y="439"/>
                    </a:lnTo>
                    <a:close/>
                    <a:moveTo>
                      <a:pt x="381" y="439"/>
                    </a:moveTo>
                    <a:cubicBezTo>
                      <a:pt x="381" y="496"/>
                      <a:pt x="381" y="496"/>
                      <a:pt x="381" y="496"/>
                    </a:cubicBezTo>
                    <a:cubicBezTo>
                      <a:pt x="277" y="496"/>
                      <a:pt x="277" y="496"/>
                      <a:pt x="277" y="496"/>
                    </a:cubicBezTo>
                    <a:cubicBezTo>
                      <a:pt x="277" y="392"/>
                      <a:pt x="277" y="392"/>
                      <a:pt x="277" y="392"/>
                    </a:cubicBezTo>
                    <a:cubicBezTo>
                      <a:pt x="334" y="392"/>
                      <a:pt x="334" y="392"/>
                      <a:pt x="334" y="392"/>
                    </a:cubicBezTo>
                    <a:lnTo>
                      <a:pt x="381" y="439"/>
                    </a:lnTo>
                    <a:close/>
                    <a:moveTo>
                      <a:pt x="497" y="570"/>
                    </a:moveTo>
                    <a:cubicBezTo>
                      <a:pt x="497" y="291"/>
                      <a:pt x="497" y="291"/>
                      <a:pt x="497" y="291"/>
                    </a:cubicBezTo>
                    <a:cubicBezTo>
                      <a:pt x="497" y="278"/>
                      <a:pt x="486" y="267"/>
                      <a:pt x="472" y="267"/>
                    </a:cubicBezTo>
                    <a:cubicBezTo>
                      <a:pt x="25" y="267"/>
                      <a:pt x="25" y="267"/>
                      <a:pt x="25" y="267"/>
                    </a:cubicBezTo>
                    <a:cubicBezTo>
                      <a:pt x="11" y="267"/>
                      <a:pt x="0" y="278"/>
                      <a:pt x="0" y="291"/>
                    </a:cubicBezTo>
                    <a:cubicBezTo>
                      <a:pt x="0" y="570"/>
                      <a:pt x="0" y="570"/>
                      <a:pt x="0" y="570"/>
                    </a:cubicBezTo>
                    <a:cubicBezTo>
                      <a:pt x="0" y="583"/>
                      <a:pt x="11" y="594"/>
                      <a:pt x="25" y="594"/>
                    </a:cubicBezTo>
                    <a:cubicBezTo>
                      <a:pt x="206" y="594"/>
                      <a:pt x="206" y="594"/>
                      <a:pt x="206" y="594"/>
                    </a:cubicBezTo>
                    <a:cubicBezTo>
                      <a:pt x="206" y="642"/>
                      <a:pt x="206" y="642"/>
                      <a:pt x="206" y="642"/>
                    </a:cubicBezTo>
                    <a:cubicBezTo>
                      <a:pt x="146" y="642"/>
                      <a:pt x="146" y="642"/>
                      <a:pt x="146" y="642"/>
                    </a:cubicBezTo>
                    <a:cubicBezTo>
                      <a:pt x="146" y="667"/>
                      <a:pt x="146" y="667"/>
                      <a:pt x="146" y="667"/>
                    </a:cubicBezTo>
                    <a:cubicBezTo>
                      <a:pt x="351" y="667"/>
                      <a:pt x="351" y="667"/>
                      <a:pt x="351" y="667"/>
                    </a:cubicBezTo>
                    <a:cubicBezTo>
                      <a:pt x="351" y="642"/>
                      <a:pt x="351" y="642"/>
                      <a:pt x="351" y="642"/>
                    </a:cubicBezTo>
                    <a:cubicBezTo>
                      <a:pt x="291" y="642"/>
                      <a:pt x="291" y="642"/>
                      <a:pt x="291" y="642"/>
                    </a:cubicBezTo>
                    <a:cubicBezTo>
                      <a:pt x="291" y="594"/>
                      <a:pt x="291" y="594"/>
                      <a:pt x="291" y="594"/>
                    </a:cubicBezTo>
                    <a:cubicBezTo>
                      <a:pt x="472" y="594"/>
                      <a:pt x="472" y="594"/>
                      <a:pt x="472" y="594"/>
                    </a:cubicBezTo>
                    <a:cubicBezTo>
                      <a:pt x="486" y="594"/>
                      <a:pt x="497" y="583"/>
                      <a:pt x="497" y="570"/>
                    </a:cubicBezTo>
                    <a:close/>
                    <a:moveTo>
                      <a:pt x="25" y="570"/>
                    </a:moveTo>
                    <a:cubicBezTo>
                      <a:pt x="25" y="291"/>
                      <a:pt x="25" y="291"/>
                      <a:pt x="25" y="291"/>
                    </a:cubicBezTo>
                    <a:cubicBezTo>
                      <a:pt x="472" y="291"/>
                      <a:pt x="472" y="291"/>
                      <a:pt x="472" y="291"/>
                    </a:cubicBezTo>
                    <a:cubicBezTo>
                      <a:pt x="472" y="570"/>
                      <a:pt x="472" y="570"/>
                      <a:pt x="472" y="570"/>
                    </a:cubicBezTo>
                    <a:lnTo>
                      <a:pt x="25" y="570"/>
                    </a:lnTo>
                    <a:close/>
                    <a:moveTo>
                      <a:pt x="587" y="0"/>
                    </a:moveTo>
                    <a:cubicBezTo>
                      <a:pt x="587" y="434"/>
                      <a:pt x="587" y="434"/>
                      <a:pt x="587" y="434"/>
                    </a:cubicBezTo>
                    <a:cubicBezTo>
                      <a:pt x="517" y="434"/>
                      <a:pt x="517" y="434"/>
                      <a:pt x="517" y="434"/>
                    </a:cubicBezTo>
                    <a:cubicBezTo>
                      <a:pt x="517" y="291"/>
                      <a:pt x="517" y="291"/>
                      <a:pt x="517" y="291"/>
                    </a:cubicBezTo>
                    <a:cubicBezTo>
                      <a:pt x="517" y="267"/>
                      <a:pt x="497" y="247"/>
                      <a:pt x="472" y="247"/>
                    </a:cubicBezTo>
                    <a:cubicBezTo>
                      <a:pt x="153" y="247"/>
                      <a:pt x="153" y="247"/>
                      <a:pt x="153" y="247"/>
                    </a:cubicBezTo>
                    <a:cubicBezTo>
                      <a:pt x="153" y="127"/>
                      <a:pt x="153" y="127"/>
                      <a:pt x="153" y="127"/>
                    </a:cubicBezTo>
                    <a:cubicBezTo>
                      <a:pt x="274" y="193"/>
                      <a:pt x="274" y="193"/>
                      <a:pt x="274" y="193"/>
                    </a:cubicBezTo>
                    <a:cubicBezTo>
                      <a:pt x="274" y="127"/>
                      <a:pt x="274" y="127"/>
                      <a:pt x="274" y="127"/>
                    </a:cubicBezTo>
                    <a:cubicBezTo>
                      <a:pt x="394" y="193"/>
                      <a:pt x="394" y="193"/>
                      <a:pt x="394" y="193"/>
                    </a:cubicBezTo>
                    <a:cubicBezTo>
                      <a:pt x="394" y="127"/>
                      <a:pt x="394" y="127"/>
                      <a:pt x="394" y="127"/>
                    </a:cubicBezTo>
                    <a:cubicBezTo>
                      <a:pt x="515" y="193"/>
                      <a:pt x="515" y="193"/>
                      <a:pt x="515" y="193"/>
                    </a:cubicBezTo>
                    <a:cubicBezTo>
                      <a:pt x="515" y="0"/>
                      <a:pt x="515" y="0"/>
                      <a:pt x="515" y="0"/>
                    </a:cubicBezTo>
                    <a:lnTo>
                      <a:pt x="587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cxnSp>
          <p:nvCxnSpPr>
            <p:cNvPr id="610" name="Gerade Verbindung 89">
              <a:extLst>
                <a:ext uri="{FF2B5EF4-FFF2-40B4-BE49-F238E27FC236}">
                  <a16:creationId xmlns:a16="http://schemas.microsoft.com/office/drawing/2014/main" id="{F63F880C-B102-4A91-BE18-378FD33AD4D3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6123704" y="2070697"/>
              <a:ext cx="5472111" cy="0"/>
            </a:xfrm>
            <a:prstGeom prst="line">
              <a:avLst/>
            </a:prstGeom>
            <a:solidFill>
              <a:schemeClr val="tx2"/>
            </a:solidFill>
            <a:ln w="9525" cap="flat" cmpd="sng" algn="ctr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11" name="Textfeld 22">
              <a:extLst>
                <a:ext uri="{FF2B5EF4-FFF2-40B4-BE49-F238E27FC236}">
                  <a16:creationId xmlns:a16="http://schemas.microsoft.com/office/drawing/2014/main" id="{3E465C56-0ADB-4F02-AF01-6C453A5FC6F6}"/>
                </a:ext>
              </a:extLst>
            </p:cNvPr>
            <p:cNvSpPr txBox="1">
              <a:spLocks/>
            </p:cNvSpPr>
            <p:nvPr/>
          </p:nvSpPr>
          <p:spPr>
            <a:xfrm>
              <a:off x="6256270" y="2181276"/>
              <a:ext cx="1484320" cy="230261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0"/>
                </a:spcBef>
              </a:pPr>
              <a:r>
                <a:rPr lang="en-US" altLang="zh-CN" sz="1400" b="1" dirty="0">
                  <a:solidFill>
                    <a:srgbClr val="0F8287"/>
                  </a:solidFill>
                </a:rPr>
                <a:t>2017--2020</a:t>
              </a:r>
              <a:endParaRPr lang="en-US" sz="1400" b="1" dirty="0">
                <a:solidFill>
                  <a:srgbClr val="0F8287"/>
                </a:solidFill>
              </a:endParaRPr>
            </a:p>
          </p:txBody>
        </p:sp>
        <p:sp>
          <p:nvSpPr>
            <p:cNvPr id="657" name="Rechteck 24">
              <a:extLst>
                <a:ext uri="{FF2B5EF4-FFF2-40B4-BE49-F238E27FC236}">
                  <a16:creationId xmlns:a16="http://schemas.microsoft.com/office/drawing/2014/main" id="{8C93972F-ACF4-416E-B534-22E523F54C3C}"/>
                </a:ext>
              </a:extLst>
            </p:cNvPr>
            <p:cNvSpPr/>
            <p:nvPr/>
          </p:nvSpPr>
          <p:spPr bwMode="gray">
            <a:xfrm>
              <a:off x="6194032" y="2592651"/>
              <a:ext cx="2261147" cy="228492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lvl="1">
                <a:lnSpc>
                  <a:spcPct val="110000"/>
                </a:lnSpc>
                <a:spcBef>
                  <a:spcPts val="300"/>
                </a:spcBef>
                <a:buClr>
                  <a:schemeClr val="accent1"/>
                </a:buClr>
              </a:pPr>
              <a:r>
                <a:rPr lang="en-US" altLang="zh-CN" sz="1200" u="sng" dirty="0">
                  <a:solidFill>
                    <a:schemeClr val="dk1"/>
                  </a:solidFill>
                </a:rPr>
                <a:t>Innovation Topics: </a:t>
              </a:r>
            </a:p>
            <a:p>
              <a:pPr marL="171450" lvl="1" indent="-171450">
                <a:lnSpc>
                  <a:spcPct val="110000"/>
                </a:lnSpc>
                <a:spcBef>
                  <a:spcPts val="3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en-US" altLang="zh-CN" sz="1200" b="1" dirty="0">
                  <a:solidFill>
                    <a:schemeClr val="dk1"/>
                  </a:solidFill>
                </a:rPr>
                <a:t>Low-effort Engineering</a:t>
              </a:r>
            </a:p>
            <a:p>
              <a:pPr marL="0" lvl="1">
                <a:lnSpc>
                  <a:spcPct val="110000"/>
                </a:lnSpc>
                <a:spcBef>
                  <a:spcPts val="300"/>
                </a:spcBef>
                <a:buClr>
                  <a:schemeClr val="accent1"/>
                </a:buClr>
              </a:pPr>
              <a:r>
                <a:rPr lang="en-US" altLang="zh-CN" sz="1200" dirty="0">
                  <a:solidFill>
                    <a:schemeClr val="dk1"/>
                  </a:solidFill>
                </a:rPr>
                <a:t>   - Data Feeding Module</a:t>
              </a:r>
            </a:p>
            <a:p>
              <a:pPr marL="0" lvl="1">
                <a:lnSpc>
                  <a:spcPct val="110000"/>
                </a:lnSpc>
                <a:spcBef>
                  <a:spcPts val="300"/>
                </a:spcBef>
                <a:buClr>
                  <a:schemeClr val="accent1"/>
                </a:buClr>
              </a:pPr>
              <a:r>
                <a:rPr lang="en-US" altLang="zh-CN" sz="1200" dirty="0">
                  <a:solidFill>
                    <a:schemeClr val="dk1"/>
                  </a:solidFill>
                </a:rPr>
                <a:t>   - </a:t>
              </a:r>
              <a:r>
                <a:rPr lang="en-US" altLang="zh-CN" sz="1200" dirty="0" err="1">
                  <a:solidFill>
                    <a:schemeClr val="dk1"/>
                  </a:solidFill>
                </a:rPr>
                <a:t>MindSphere</a:t>
              </a:r>
              <a:r>
                <a:rPr lang="en-US" altLang="zh-CN" sz="1200" dirty="0">
                  <a:solidFill>
                    <a:schemeClr val="dk1"/>
                  </a:solidFill>
                </a:rPr>
                <a:t> </a:t>
              </a:r>
              <a:r>
                <a:rPr lang="en-US" altLang="zh-CN" sz="1200" dirty="0" err="1">
                  <a:solidFill>
                    <a:schemeClr val="dk1"/>
                  </a:solidFill>
                </a:rPr>
                <a:t>VSCode</a:t>
              </a:r>
              <a:r>
                <a:rPr lang="en-US" altLang="zh-CN" sz="1200" dirty="0">
                  <a:solidFill>
                    <a:schemeClr val="dk1"/>
                  </a:solidFill>
                </a:rPr>
                <a:t> Plugin</a:t>
              </a:r>
            </a:p>
            <a:p>
              <a:pPr marL="171450" lvl="1" indent="-171450">
                <a:lnSpc>
                  <a:spcPct val="110000"/>
                </a:lnSpc>
                <a:spcBef>
                  <a:spcPts val="3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en-US" altLang="zh-CN" sz="1200" b="1" dirty="0">
                  <a:solidFill>
                    <a:schemeClr val="dk1"/>
                  </a:solidFill>
                </a:rPr>
                <a:t>Resource and performance optimization</a:t>
              </a:r>
            </a:p>
            <a:p>
              <a:pPr marL="0" lvl="1">
                <a:lnSpc>
                  <a:spcPct val="110000"/>
                </a:lnSpc>
                <a:spcBef>
                  <a:spcPts val="300"/>
                </a:spcBef>
                <a:buClr>
                  <a:schemeClr val="accent1"/>
                </a:buClr>
              </a:pPr>
              <a:r>
                <a:rPr lang="en-US" altLang="zh-CN" sz="1200" dirty="0">
                  <a:solidFill>
                    <a:schemeClr val="dk1"/>
                  </a:solidFill>
                </a:rPr>
                <a:t>   - </a:t>
              </a:r>
              <a:r>
                <a:rPr lang="en-US" altLang="zh-CN" sz="1200" dirty="0" err="1">
                  <a:solidFill>
                    <a:schemeClr val="dk1"/>
                  </a:solidFill>
                </a:rPr>
                <a:t>CloudSim</a:t>
              </a:r>
              <a:r>
                <a:rPr lang="en-US" altLang="zh-CN" sz="1200" dirty="0">
                  <a:solidFill>
                    <a:schemeClr val="dk1"/>
                  </a:solidFill>
                </a:rPr>
                <a:t> </a:t>
              </a:r>
            </a:p>
            <a:p>
              <a:pPr marL="0" lvl="1">
                <a:lnSpc>
                  <a:spcPct val="110000"/>
                </a:lnSpc>
                <a:spcBef>
                  <a:spcPts val="300"/>
                </a:spcBef>
                <a:buClr>
                  <a:schemeClr val="accent1"/>
                </a:buClr>
              </a:pPr>
              <a:r>
                <a:rPr lang="en-US" altLang="zh-CN" sz="1200" dirty="0">
                  <a:solidFill>
                    <a:schemeClr val="dk1"/>
                  </a:solidFill>
                </a:rPr>
                <a:t>   - Easy to use edge computing tools </a:t>
              </a:r>
            </a:p>
            <a:p>
              <a:pPr marL="171450" lvl="1" indent="-171450">
                <a:lnSpc>
                  <a:spcPct val="110000"/>
                </a:lnSpc>
                <a:spcBef>
                  <a:spcPts val="3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endParaRPr lang="en-US" altLang="zh-CN" sz="1200" u="sng" dirty="0">
                <a:solidFill>
                  <a:schemeClr val="dk1"/>
                </a:solidFill>
              </a:endParaRPr>
            </a:p>
          </p:txBody>
        </p:sp>
      </p:grpSp>
      <p:sp>
        <p:nvSpPr>
          <p:cNvPr id="658" name="Rechteck 24">
            <a:extLst>
              <a:ext uri="{FF2B5EF4-FFF2-40B4-BE49-F238E27FC236}">
                <a16:creationId xmlns:a16="http://schemas.microsoft.com/office/drawing/2014/main" id="{4BCC626E-D550-4EAA-8C43-C33DD0849F27}"/>
              </a:ext>
            </a:extLst>
          </p:cNvPr>
          <p:cNvSpPr/>
          <p:nvPr/>
        </p:nvSpPr>
        <p:spPr bwMode="gray">
          <a:xfrm>
            <a:off x="8606030" y="2296406"/>
            <a:ext cx="3644415" cy="28066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lvl="1">
              <a:lnSpc>
                <a:spcPct val="110000"/>
              </a:lnSpc>
              <a:spcBef>
                <a:spcPts val="300"/>
              </a:spcBef>
              <a:buClr>
                <a:schemeClr val="accent1"/>
              </a:buClr>
            </a:pPr>
            <a:r>
              <a:rPr lang="en-US" altLang="zh-CN" sz="1200" u="sng" dirty="0">
                <a:solidFill>
                  <a:schemeClr val="dk1"/>
                </a:solidFill>
              </a:rPr>
              <a:t>Projects: End-to-end IoT projects</a:t>
            </a:r>
          </a:p>
          <a:p>
            <a:pPr marL="171450" lvl="1" indent="-171450">
              <a:lnSpc>
                <a:spcPct val="110000"/>
              </a:lnSpc>
              <a:spcBef>
                <a:spcPts val="3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zh-CN" sz="1200" b="1" dirty="0">
                <a:solidFill>
                  <a:schemeClr val="dk1"/>
                </a:solidFill>
              </a:rPr>
              <a:t>Device condition monitoring </a:t>
            </a:r>
          </a:p>
          <a:p>
            <a:pPr marL="0" lvl="1">
              <a:lnSpc>
                <a:spcPct val="110000"/>
              </a:lnSpc>
              <a:spcBef>
                <a:spcPts val="300"/>
              </a:spcBef>
              <a:buClr>
                <a:schemeClr val="accent1"/>
              </a:buClr>
            </a:pPr>
            <a:r>
              <a:rPr lang="en-US" altLang="zh-CN" sz="1200" dirty="0">
                <a:solidFill>
                  <a:schemeClr val="dk1"/>
                </a:solidFill>
              </a:rPr>
              <a:t>    - Schaeffler (DF PL CAS)</a:t>
            </a:r>
          </a:p>
          <a:p>
            <a:pPr marL="0" lvl="1">
              <a:lnSpc>
                <a:spcPct val="110000"/>
              </a:lnSpc>
              <a:spcBef>
                <a:spcPts val="300"/>
              </a:spcBef>
              <a:buClr>
                <a:schemeClr val="accent1"/>
              </a:buClr>
            </a:pPr>
            <a:r>
              <a:rPr lang="en-US" altLang="zh-CN" sz="1200" dirty="0">
                <a:solidFill>
                  <a:schemeClr val="dk1"/>
                </a:solidFill>
              </a:rPr>
              <a:t>    - THVS (</a:t>
            </a:r>
            <a:r>
              <a:rPr lang="fr-FR" altLang="zh-CN" sz="1200" dirty="0">
                <a:solidFill>
                  <a:schemeClr val="dk1"/>
                </a:solidFill>
              </a:rPr>
              <a:t>SE GP T NP BIC THVS</a:t>
            </a:r>
            <a:r>
              <a:rPr lang="en-US" altLang="zh-CN" sz="1200" dirty="0">
                <a:solidFill>
                  <a:schemeClr val="dk1"/>
                </a:solidFill>
              </a:rPr>
              <a:t>)</a:t>
            </a:r>
          </a:p>
          <a:p>
            <a:pPr marL="171450" lvl="1" indent="-171450">
              <a:lnSpc>
                <a:spcPct val="110000"/>
              </a:lnSpc>
              <a:spcBef>
                <a:spcPts val="3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zh-CN" sz="1200" b="1" dirty="0" err="1">
                <a:solidFill>
                  <a:schemeClr val="dk1"/>
                </a:solidFill>
              </a:rPr>
              <a:t>DaaS</a:t>
            </a:r>
            <a:r>
              <a:rPr lang="en-US" altLang="zh-CN" sz="1200" b="1" dirty="0">
                <a:solidFill>
                  <a:schemeClr val="dk1"/>
                </a:solidFill>
              </a:rPr>
              <a:t> (Maintenance Service)</a:t>
            </a:r>
          </a:p>
          <a:p>
            <a:pPr marL="0" lvl="1">
              <a:lnSpc>
                <a:spcPct val="110000"/>
              </a:lnSpc>
              <a:spcBef>
                <a:spcPts val="300"/>
              </a:spcBef>
              <a:buClr>
                <a:schemeClr val="accent1"/>
              </a:buClr>
            </a:pPr>
            <a:r>
              <a:rPr lang="en-US" altLang="zh-CN" sz="1200" dirty="0">
                <a:solidFill>
                  <a:schemeClr val="dk1"/>
                </a:solidFill>
              </a:rPr>
              <a:t>    - SAIC VW, FAW-VW (DI CS SFAE FA-SO)</a:t>
            </a:r>
          </a:p>
          <a:p>
            <a:pPr marL="0" lvl="1">
              <a:lnSpc>
                <a:spcPct val="110000"/>
              </a:lnSpc>
              <a:spcBef>
                <a:spcPts val="300"/>
              </a:spcBef>
              <a:buClr>
                <a:schemeClr val="accent1"/>
              </a:buClr>
            </a:pPr>
            <a:r>
              <a:rPr lang="en-US" altLang="zh-CN" sz="1200" dirty="0">
                <a:solidFill>
                  <a:schemeClr val="dk1"/>
                </a:solidFill>
              </a:rPr>
              <a:t>    - </a:t>
            </a:r>
            <a:r>
              <a:rPr lang="en-US" altLang="zh-CN" sz="1200" dirty="0" err="1">
                <a:solidFill>
                  <a:schemeClr val="dk1"/>
                </a:solidFill>
              </a:rPr>
              <a:t>WaterWheelStation</a:t>
            </a:r>
            <a:r>
              <a:rPr lang="en-US" altLang="zh-CN" sz="1200" dirty="0">
                <a:solidFill>
                  <a:schemeClr val="dk1"/>
                </a:solidFill>
              </a:rPr>
              <a:t> Digital (</a:t>
            </a:r>
            <a:r>
              <a:rPr lang="it-IT" altLang="zh-CN" sz="1200" dirty="0">
                <a:solidFill>
                  <a:schemeClr val="dk1"/>
                </a:solidFill>
              </a:rPr>
              <a:t>RC-CN DI S-RE SE&amp;TSS</a:t>
            </a:r>
            <a:r>
              <a:rPr lang="en-US" altLang="zh-CN" sz="1200" dirty="0">
                <a:solidFill>
                  <a:schemeClr val="dk1"/>
                </a:solidFill>
              </a:rPr>
              <a:t>)</a:t>
            </a:r>
          </a:p>
          <a:p>
            <a:pPr marL="171450" lvl="1" indent="-171450">
              <a:lnSpc>
                <a:spcPct val="110000"/>
              </a:lnSpc>
              <a:spcBef>
                <a:spcPts val="3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zh-CN" sz="1200" b="1" dirty="0">
                <a:solidFill>
                  <a:schemeClr val="dk1"/>
                </a:solidFill>
              </a:rPr>
              <a:t>Device reverse control based on cloud</a:t>
            </a:r>
          </a:p>
          <a:p>
            <a:pPr marL="0" lvl="1">
              <a:lnSpc>
                <a:spcPct val="110000"/>
              </a:lnSpc>
              <a:spcBef>
                <a:spcPts val="300"/>
              </a:spcBef>
              <a:buClr>
                <a:schemeClr val="accent1"/>
              </a:buClr>
            </a:pPr>
            <a:r>
              <a:rPr lang="en-US" altLang="zh-CN" sz="1200" dirty="0">
                <a:solidFill>
                  <a:schemeClr val="dk1"/>
                </a:solidFill>
              </a:rPr>
              <a:t>    - </a:t>
            </a:r>
            <a:r>
              <a:rPr lang="en-US" altLang="zh-CN" sz="1200" dirty="0" err="1">
                <a:solidFill>
                  <a:schemeClr val="dk1"/>
                </a:solidFill>
              </a:rPr>
              <a:t>SmartWaterManagement</a:t>
            </a:r>
            <a:r>
              <a:rPr lang="en-US" altLang="zh-CN" sz="1200" dirty="0">
                <a:solidFill>
                  <a:schemeClr val="dk1"/>
                </a:solidFill>
              </a:rPr>
              <a:t> (</a:t>
            </a:r>
            <a:r>
              <a:rPr lang="fr-FR" altLang="zh-CN" sz="1200" dirty="0">
                <a:solidFill>
                  <a:schemeClr val="dk1"/>
                </a:solidFill>
              </a:rPr>
              <a:t>DI CS DE&amp;DS CAS</a:t>
            </a:r>
            <a:r>
              <a:rPr lang="en-US" altLang="zh-CN" sz="1200" dirty="0">
                <a:solidFill>
                  <a:schemeClr val="dk1"/>
                </a:solidFill>
              </a:rPr>
              <a:t>)</a:t>
            </a:r>
          </a:p>
          <a:p>
            <a:pPr marL="171450" lvl="1" indent="-171450">
              <a:lnSpc>
                <a:spcPct val="110000"/>
              </a:lnSpc>
              <a:spcBef>
                <a:spcPts val="3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altLang="zh-CN" sz="1200" dirty="0">
              <a:solidFill>
                <a:schemeClr val="dk1"/>
              </a:solidFill>
            </a:endParaRPr>
          </a:p>
          <a:p>
            <a:pPr marL="171450" lvl="1" indent="-171450">
              <a:lnSpc>
                <a:spcPct val="110000"/>
              </a:lnSpc>
              <a:spcBef>
                <a:spcPts val="3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altLang="zh-CN" sz="1200" u="sng" dirty="0">
              <a:solidFill>
                <a:schemeClr val="dk1"/>
              </a:solidFill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316829E-CCB0-4F84-ACEC-5D646B0692C5}"/>
              </a:ext>
            </a:extLst>
          </p:cNvPr>
          <p:cNvGrpSpPr/>
          <p:nvPr/>
        </p:nvGrpSpPr>
        <p:grpSpPr>
          <a:xfrm>
            <a:off x="623480" y="1309788"/>
            <a:ext cx="10160126" cy="1228765"/>
            <a:chOff x="623480" y="1309788"/>
            <a:chExt cx="10160126" cy="1228765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45E3C55-8D70-4381-B934-EF475687A7F5}"/>
                </a:ext>
              </a:extLst>
            </p:cNvPr>
            <p:cNvGrpSpPr/>
            <p:nvPr/>
          </p:nvGrpSpPr>
          <p:grpSpPr>
            <a:xfrm>
              <a:off x="623480" y="1340710"/>
              <a:ext cx="4297485" cy="1197843"/>
              <a:chOff x="623480" y="1340710"/>
              <a:chExt cx="4297485" cy="1197843"/>
            </a:xfrm>
          </p:grpSpPr>
          <p:grpSp>
            <p:nvGrpSpPr>
              <p:cNvPr id="290" name="Gruppieren 43">
                <a:extLst>
                  <a:ext uri="{FF2B5EF4-FFF2-40B4-BE49-F238E27FC236}">
                    <a16:creationId xmlns:a16="http://schemas.microsoft.com/office/drawing/2014/main" id="{3131286F-1BB6-46D3-A529-A2A341E9ED9A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1171575" y="1808566"/>
                <a:ext cx="3749390" cy="262131"/>
                <a:chOff x="1171575" y="4733084"/>
                <a:chExt cx="3749390" cy="262131"/>
              </a:xfrm>
            </p:grpSpPr>
            <p:sp>
              <p:nvSpPr>
                <p:cNvPr id="291" name="Textfeld 44">
                  <a:extLst>
                    <a:ext uri="{FF2B5EF4-FFF2-40B4-BE49-F238E27FC236}">
                      <a16:creationId xmlns:a16="http://schemas.microsoft.com/office/drawing/2014/main" id="{647F81E3-B256-469B-9F28-BF8879E8E269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329060" y="4733084"/>
                  <a:ext cx="1591905" cy="215444"/>
                </a:xfrm>
                <a:prstGeom prst="rect">
                  <a:avLst/>
                </a:prstGeom>
                <a:noFill/>
              </p:spPr>
              <p:txBody>
                <a:bodyPr vert="horz" wrap="square" lIns="0" tIns="0" rIns="0" bIns="0" rtlCol="0">
                  <a:noAutofit/>
                </a:bodyPr>
                <a:lstStyle/>
                <a:p>
                  <a:pPr algn="r">
                    <a:spcBef>
                      <a:spcPts val="0"/>
                    </a:spcBef>
                  </a:pPr>
                  <a:r>
                    <a:rPr lang="en-US" altLang="zh-CN" sz="1400" b="1" dirty="0">
                      <a:solidFill>
                        <a:srgbClr val="4BB9B9"/>
                      </a:solidFill>
                    </a:rPr>
                    <a:t>Outlook</a:t>
                  </a:r>
                  <a:endParaRPr lang="en-US" sz="1400" b="1" dirty="0">
                    <a:solidFill>
                      <a:srgbClr val="4BB9B9"/>
                    </a:solidFill>
                  </a:endParaRPr>
                </a:p>
              </p:txBody>
            </p:sp>
            <p:cxnSp>
              <p:nvCxnSpPr>
                <p:cNvPr id="292" name="Gerader Verbinder 45">
                  <a:extLst>
                    <a:ext uri="{FF2B5EF4-FFF2-40B4-BE49-F238E27FC236}">
                      <a16:creationId xmlns:a16="http://schemas.microsoft.com/office/drawing/2014/main" id="{119869B5-F4FC-4823-81DC-2352D1A93BB6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1171575" y="4995215"/>
                  <a:ext cx="3749390" cy="0"/>
                </a:xfrm>
                <a:prstGeom prst="line">
                  <a:avLst/>
                </a:prstGeom>
                <a:solidFill>
                  <a:schemeClr val="tx2"/>
                </a:solidFill>
                <a:ln w="9525" cap="flat" cmpd="sng" algn="ctr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sp>
            <p:nvSpPr>
              <p:cNvPr id="298" name="Gleichschenkliges Dreieck 45">
                <a:extLst>
                  <a:ext uri="{FF2B5EF4-FFF2-40B4-BE49-F238E27FC236}">
                    <a16:creationId xmlns:a16="http://schemas.microsoft.com/office/drawing/2014/main" id="{689FE344-94F6-4AAD-BC12-337B227033C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23480" y="1340710"/>
                <a:ext cx="818398" cy="1197843"/>
              </a:xfrm>
              <a:custGeom>
                <a:avLst/>
                <a:gdLst/>
                <a:ahLst/>
                <a:cxnLst/>
                <a:rect l="l" t="t" r="r" b="b"/>
                <a:pathLst>
                  <a:path w="1145926" h="1677226">
                    <a:moveTo>
                      <a:pt x="4833" y="0"/>
                    </a:moveTo>
                    <a:lnTo>
                      <a:pt x="1145926" y="1677226"/>
                    </a:lnTo>
                    <a:lnTo>
                      <a:pt x="0" y="1677226"/>
                    </a:lnTo>
                    <a:lnTo>
                      <a:pt x="0" y="7104"/>
                    </a:lnTo>
                    <a:close/>
                  </a:path>
                </a:pathLst>
              </a:custGeom>
              <a:solidFill>
                <a:srgbClr val="4BB9B9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solidFill>
                    <a:schemeClr val="bg2"/>
                  </a:solidFill>
                  <a:latin typeface="Arial" pitchFamily="34" charset="0"/>
                  <a:ea typeface="ＭＳ Ｐゴシック" charset="-128"/>
                </a:endParaRPr>
              </a:p>
            </p:txBody>
          </p:sp>
          <p:pic>
            <p:nvPicPr>
              <p:cNvPr id="335" name="Grafik 96">
                <a:extLst>
                  <a:ext uri="{FF2B5EF4-FFF2-40B4-BE49-F238E27FC236}">
                    <a16:creationId xmlns:a16="http://schemas.microsoft.com/office/drawing/2014/main" id="{A6355F05-075E-436F-9B8A-D7DDABA305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50000"/>
              </a:blip>
              <a:stretch>
                <a:fillRect/>
              </a:stretch>
            </p:blipFill>
            <p:spPr>
              <a:xfrm>
                <a:off x="637828" y="1947890"/>
                <a:ext cx="448186" cy="448186"/>
              </a:xfrm>
              <a:prstGeom prst="rect">
                <a:avLst/>
              </a:prstGeom>
            </p:spPr>
          </p:pic>
        </p:grpSp>
        <p:sp>
          <p:nvSpPr>
            <p:cNvPr id="612" name="Textfeld 22">
              <a:extLst>
                <a:ext uri="{FF2B5EF4-FFF2-40B4-BE49-F238E27FC236}">
                  <a16:creationId xmlns:a16="http://schemas.microsoft.com/office/drawing/2014/main" id="{56121FEC-9CED-47E6-A26F-5288FE573C15}"/>
                </a:ext>
              </a:extLst>
            </p:cNvPr>
            <p:cNvSpPr txBox="1">
              <a:spLocks/>
            </p:cNvSpPr>
            <p:nvPr/>
          </p:nvSpPr>
          <p:spPr>
            <a:xfrm>
              <a:off x="6277321" y="1309788"/>
              <a:ext cx="1484320" cy="230261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0"/>
                </a:spcBef>
              </a:pPr>
              <a:r>
                <a:rPr lang="en-US" altLang="zh-CN" sz="1400" b="1" dirty="0">
                  <a:solidFill>
                    <a:srgbClr val="0F8287"/>
                  </a:solidFill>
                </a:rPr>
                <a:t>2020 ~</a:t>
              </a:r>
              <a:endParaRPr lang="en-US" sz="1400" b="1" dirty="0">
                <a:solidFill>
                  <a:srgbClr val="0F8287"/>
                </a:solidFill>
              </a:endParaRPr>
            </a:p>
          </p:txBody>
        </p:sp>
        <p:sp>
          <p:nvSpPr>
            <p:cNvPr id="659" name="Rechteck 24">
              <a:extLst>
                <a:ext uri="{FF2B5EF4-FFF2-40B4-BE49-F238E27FC236}">
                  <a16:creationId xmlns:a16="http://schemas.microsoft.com/office/drawing/2014/main" id="{2C5BE35D-3A3E-4E66-878A-744C320FA7B2}"/>
                </a:ext>
              </a:extLst>
            </p:cNvPr>
            <p:cNvSpPr/>
            <p:nvPr/>
          </p:nvSpPr>
          <p:spPr bwMode="gray">
            <a:xfrm>
              <a:off x="6337637" y="1606207"/>
              <a:ext cx="4445969" cy="670633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lvl="1">
                <a:lnSpc>
                  <a:spcPct val="110000"/>
                </a:lnSpc>
                <a:spcBef>
                  <a:spcPts val="300"/>
                </a:spcBef>
                <a:buClr>
                  <a:schemeClr val="accent1"/>
                </a:buClr>
              </a:pPr>
              <a:r>
                <a:rPr lang="en-US" altLang="zh-CN" sz="1200" dirty="0">
                  <a:solidFill>
                    <a:schemeClr val="dk1"/>
                  </a:solidFill>
                </a:rPr>
                <a:t>Easy to use, easy to integrate industry Collaborative IoT solutions</a:t>
              </a:r>
            </a:p>
            <a:p>
              <a:pPr marL="0" lvl="1">
                <a:lnSpc>
                  <a:spcPct val="110000"/>
                </a:lnSpc>
                <a:spcBef>
                  <a:spcPts val="300"/>
                </a:spcBef>
                <a:buClr>
                  <a:schemeClr val="accent1"/>
                </a:buClr>
              </a:pPr>
              <a:r>
                <a:rPr lang="en-US" altLang="zh-CN" sz="1200" dirty="0">
                  <a:solidFill>
                    <a:schemeClr val="dk1"/>
                  </a:solidFill>
                </a:rPr>
                <a:t>Low effort and threshold building blocks for digital business</a:t>
              </a:r>
            </a:p>
            <a:p>
              <a:pPr marL="171450" lvl="1" indent="-171450">
                <a:lnSpc>
                  <a:spcPct val="110000"/>
                </a:lnSpc>
                <a:spcBef>
                  <a:spcPts val="3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endParaRPr lang="en-US" altLang="zh-CN" sz="1200" u="sng" dirty="0">
                <a:solidFill>
                  <a:schemeClr val="dk1"/>
                </a:solidFill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BEEA522-4398-41BA-9669-11050DB9820C}"/>
              </a:ext>
            </a:extLst>
          </p:cNvPr>
          <p:cNvGrpSpPr/>
          <p:nvPr/>
        </p:nvGrpSpPr>
        <p:grpSpPr>
          <a:xfrm>
            <a:off x="623480" y="4450708"/>
            <a:ext cx="11092281" cy="2268127"/>
            <a:chOff x="623480" y="4450708"/>
            <a:chExt cx="11092281" cy="2268127"/>
          </a:xfrm>
        </p:grpSpPr>
        <p:cxnSp>
          <p:nvCxnSpPr>
            <p:cNvPr id="337" name="Gerade Verbindung 89">
              <a:extLst>
                <a:ext uri="{FF2B5EF4-FFF2-40B4-BE49-F238E27FC236}">
                  <a16:creationId xmlns:a16="http://schemas.microsoft.com/office/drawing/2014/main" id="{8D84A736-80FE-4E3C-8E8C-214B0DDBF24A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6150163" y="4735549"/>
              <a:ext cx="5472111" cy="0"/>
            </a:xfrm>
            <a:prstGeom prst="line">
              <a:avLst/>
            </a:prstGeom>
            <a:solidFill>
              <a:schemeClr val="tx2"/>
            </a:solidFill>
            <a:ln w="9525" cap="flat" cmpd="sng" algn="ctr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338" name="Gruppieren 969">
              <a:extLst>
                <a:ext uri="{FF2B5EF4-FFF2-40B4-BE49-F238E27FC236}">
                  <a16:creationId xmlns:a16="http://schemas.microsoft.com/office/drawing/2014/main" id="{C410FEF3-D2D5-4498-A45E-34D7A6184A87}"/>
                </a:ext>
              </a:extLst>
            </p:cNvPr>
            <p:cNvGrpSpPr/>
            <p:nvPr/>
          </p:nvGrpSpPr>
          <p:grpSpPr bwMode="gray">
            <a:xfrm>
              <a:off x="6048516" y="5337498"/>
              <a:ext cx="1706889" cy="615806"/>
              <a:chOff x="6932060" y="1450853"/>
              <a:chExt cx="4007796" cy="1298247"/>
            </a:xfrm>
          </p:grpSpPr>
          <p:grpSp>
            <p:nvGrpSpPr>
              <p:cNvPr id="340" name="Gruppieren 971">
                <a:extLst>
                  <a:ext uri="{FF2B5EF4-FFF2-40B4-BE49-F238E27FC236}">
                    <a16:creationId xmlns:a16="http://schemas.microsoft.com/office/drawing/2014/main" id="{6A5266EB-30ED-4713-950C-29C67BA2C0A0}"/>
                  </a:ext>
                </a:extLst>
              </p:cNvPr>
              <p:cNvGrpSpPr/>
              <p:nvPr/>
            </p:nvGrpSpPr>
            <p:grpSpPr bwMode="gray">
              <a:xfrm>
                <a:off x="6940454" y="1509988"/>
                <a:ext cx="3981028" cy="1070062"/>
                <a:chOff x="5427516" y="2972295"/>
                <a:chExt cx="6230431" cy="1603267"/>
              </a:xfrm>
            </p:grpSpPr>
            <p:sp>
              <p:nvSpPr>
                <p:cNvPr id="592" name="Freihandform 1662">
                  <a:extLst>
                    <a:ext uri="{FF2B5EF4-FFF2-40B4-BE49-F238E27FC236}">
                      <a16:creationId xmlns:a16="http://schemas.microsoft.com/office/drawing/2014/main" id="{4E60F29A-0BEA-46E8-81F7-1908475F7E3F}"/>
                    </a:ext>
                  </a:extLst>
                </p:cNvPr>
                <p:cNvSpPr/>
                <p:nvPr/>
              </p:nvSpPr>
              <p:spPr bwMode="gray">
                <a:xfrm>
                  <a:off x="6224226" y="4079768"/>
                  <a:ext cx="1617707" cy="492263"/>
                </a:xfrm>
                <a:custGeom>
                  <a:avLst/>
                  <a:gdLst>
                    <a:gd name="connsiteX0" fmla="*/ 0 w 1362075"/>
                    <a:gd name="connsiteY0" fmla="*/ 414338 h 414338"/>
                    <a:gd name="connsiteX1" fmla="*/ 138113 w 1362075"/>
                    <a:gd name="connsiteY1" fmla="*/ 276225 h 414338"/>
                    <a:gd name="connsiteX2" fmla="*/ 538163 w 1362075"/>
                    <a:gd name="connsiteY2" fmla="*/ 276225 h 414338"/>
                    <a:gd name="connsiteX3" fmla="*/ 666751 w 1362075"/>
                    <a:gd name="connsiteY3" fmla="*/ 404813 h 414338"/>
                    <a:gd name="connsiteX4" fmla="*/ 790576 w 1362075"/>
                    <a:gd name="connsiteY4" fmla="*/ 280988 h 414338"/>
                    <a:gd name="connsiteX5" fmla="*/ 914401 w 1362075"/>
                    <a:gd name="connsiteY5" fmla="*/ 404813 h 414338"/>
                    <a:gd name="connsiteX6" fmla="*/ 1362075 w 1362075"/>
                    <a:gd name="connsiteY6" fmla="*/ 0 h 414338"/>
                    <a:gd name="connsiteX0" fmla="*/ 0 w 1362075"/>
                    <a:gd name="connsiteY0" fmla="*/ 414338 h 414338"/>
                    <a:gd name="connsiteX1" fmla="*/ 138113 w 1362075"/>
                    <a:gd name="connsiteY1" fmla="*/ 276225 h 414338"/>
                    <a:gd name="connsiteX2" fmla="*/ 538163 w 1362075"/>
                    <a:gd name="connsiteY2" fmla="*/ 276225 h 414338"/>
                    <a:gd name="connsiteX3" fmla="*/ 666751 w 1362075"/>
                    <a:gd name="connsiteY3" fmla="*/ 404813 h 414338"/>
                    <a:gd name="connsiteX4" fmla="*/ 790576 w 1362075"/>
                    <a:gd name="connsiteY4" fmla="*/ 280988 h 414338"/>
                    <a:gd name="connsiteX5" fmla="*/ 914401 w 1362075"/>
                    <a:gd name="connsiteY5" fmla="*/ 404813 h 414338"/>
                    <a:gd name="connsiteX6" fmla="*/ 950119 w 1362075"/>
                    <a:gd name="connsiteY6" fmla="*/ 407194 h 414338"/>
                    <a:gd name="connsiteX7" fmla="*/ 1362075 w 1362075"/>
                    <a:gd name="connsiteY7" fmla="*/ 0 h 414338"/>
                    <a:gd name="connsiteX0" fmla="*/ 0 w 1362075"/>
                    <a:gd name="connsiteY0" fmla="*/ 414338 h 414338"/>
                    <a:gd name="connsiteX1" fmla="*/ 138113 w 1362075"/>
                    <a:gd name="connsiteY1" fmla="*/ 276225 h 414338"/>
                    <a:gd name="connsiteX2" fmla="*/ 538163 w 1362075"/>
                    <a:gd name="connsiteY2" fmla="*/ 276225 h 414338"/>
                    <a:gd name="connsiteX3" fmla="*/ 666751 w 1362075"/>
                    <a:gd name="connsiteY3" fmla="*/ 404813 h 414338"/>
                    <a:gd name="connsiteX4" fmla="*/ 821532 w 1362075"/>
                    <a:gd name="connsiteY4" fmla="*/ 273844 h 414338"/>
                    <a:gd name="connsiteX5" fmla="*/ 914401 w 1362075"/>
                    <a:gd name="connsiteY5" fmla="*/ 404813 h 414338"/>
                    <a:gd name="connsiteX6" fmla="*/ 950119 w 1362075"/>
                    <a:gd name="connsiteY6" fmla="*/ 407194 h 414338"/>
                    <a:gd name="connsiteX7" fmla="*/ 1362075 w 1362075"/>
                    <a:gd name="connsiteY7" fmla="*/ 0 h 414338"/>
                    <a:gd name="connsiteX0" fmla="*/ 0 w 1362075"/>
                    <a:gd name="connsiteY0" fmla="*/ 414338 h 414338"/>
                    <a:gd name="connsiteX1" fmla="*/ 138113 w 1362075"/>
                    <a:gd name="connsiteY1" fmla="*/ 276225 h 414338"/>
                    <a:gd name="connsiteX2" fmla="*/ 538163 w 1362075"/>
                    <a:gd name="connsiteY2" fmla="*/ 276225 h 414338"/>
                    <a:gd name="connsiteX3" fmla="*/ 666751 w 1362075"/>
                    <a:gd name="connsiteY3" fmla="*/ 404813 h 414338"/>
                    <a:gd name="connsiteX4" fmla="*/ 821532 w 1362075"/>
                    <a:gd name="connsiteY4" fmla="*/ 273844 h 414338"/>
                    <a:gd name="connsiteX5" fmla="*/ 950119 w 1362075"/>
                    <a:gd name="connsiteY5" fmla="*/ 407194 h 414338"/>
                    <a:gd name="connsiteX6" fmla="*/ 1362075 w 1362075"/>
                    <a:gd name="connsiteY6" fmla="*/ 0 h 414338"/>
                    <a:gd name="connsiteX0" fmla="*/ 0 w 1362075"/>
                    <a:gd name="connsiteY0" fmla="*/ 414338 h 414338"/>
                    <a:gd name="connsiteX1" fmla="*/ 138113 w 1362075"/>
                    <a:gd name="connsiteY1" fmla="*/ 276225 h 414338"/>
                    <a:gd name="connsiteX2" fmla="*/ 538163 w 1362075"/>
                    <a:gd name="connsiteY2" fmla="*/ 276225 h 414338"/>
                    <a:gd name="connsiteX3" fmla="*/ 673895 w 1362075"/>
                    <a:gd name="connsiteY3" fmla="*/ 409575 h 414338"/>
                    <a:gd name="connsiteX4" fmla="*/ 821532 w 1362075"/>
                    <a:gd name="connsiteY4" fmla="*/ 273844 h 414338"/>
                    <a:gd name="connsiteX5" fmla="*/ 950119 w 1362075"/>
                    <a:gd name="connsiteY5" fmla="*/ 407194 h 414338"/>
                    <a:gd name="connsiteX6" fmla="*/ 1362075 w 1362075"/>
                    <a:gd name="connsiteY6" fmla="*/ 0 h 4143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362075" h="414338">
                      <a:moveTo>
                        <a:pt x="0" y="414338"/>
                      </a:moveTo>
                      <a:lnTo>
                        <a:pt x="138113" y="276225"/>
                      </a:lnTo>
                      <a:lnTo>
                        <a:pt x="538163" y="276225"/>
                      </a:lnTo>
                      <a:lnTo>
                        <a:pt x="673895" y="409575"/>
                      </a:lnTo>
                      <a:lnTo>
                        <a:pt x="821532" y="273844"/>
                      </a:lnTo>
                      <a:lnTo>
                        <a:pt x="950119" y="407194"/>
                      </a:lnTo>
                      <a:lnTo>
                        <a:pt x="1362075" y="0"/>
                      </a:lnTo>
                    </a:path>
                  </a:pathLst>
                </a:custGeom>
                <a:noFill/>
                <a:ln w="12700">
                  <a:solidFill>
                    <a:srgbClr val="41AAAA"/>
                  </a:solidFill>
                </a:ln>
                <a:effectLst/>
              </p:spPr>
              <p:txBody>
                <a:bodyPr wrap="square" lIns="108000" tIns="54000" rIns="108000" bIns="54000" numCol="1" spcCol="72000" rtlCol="0" anchor="ctr">
                  <a:noAutofit/>
                </a:bodyPr>
                <a:lstStyle/>
                <a:p>
                  <a:pPr algn="ctr" rtl="0">
                    <a:spcBef>
                      <a:spcPct val="0"/>
                    </a:spcBef>
                    <a:buFont typeface="Wingdings" charset="0"/>
                    <a:buNone/>
                  </a:pPr>
                  <a:endParaRPr lang="en-US" sz="1000" b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593" name="Freihandform 1663">
                  <a:extLst>
                    <a:ext uri="{FF2B5EF4-FFF2-40B4-BE49-F238E27FC236}">
                      <a16:creationId xmlns:a16="http://schemas.microsoft.com/office/drawing/2014/main" id="{CEAD9F53-43C0-4BA6-9FF5-E7BC8BB6C1F5}"/>
                    </a:ext>
                  </a:extLst>
                </p:cNvPr>
                <p:cNvSpPr/>
                <p:nvPr/>
              </p:nvSpPr>
              <p:spPr bwMode="gray">
                <a:xfrm>
                  <a:off x="5427516" y="3934888"/>
                  <a:ext cx="656133" cy="314030"/>
                </a:xfrm>
                <a:custGeom>
                  <a:avLst/>
                  <a:gdLst>
                    <a:gd name="connsiteX0" fmla="*/ 0 w 552450"/>
                    <a:gd name="connsiteY0" fmla="*/ 0 h 264319"/>
                    <a:gd name="connsiteX1" fmla="*/ 138113 w 552450"/>
                    <a:gd name="connsiteY1" fmla="*/ 135732 h 264319"/>
                    <a:gd name="connsiteX2" fmla="*/ 278607 w 552450"/>
                    <a:gd name="connsiteY2" fmla="*/ 135732 h 264319"/>
                    <a:gd name="connsiteX3" fmla="*/ 278607 w 552450"/>
                    <a:gd name="connsiteY3" fmla="*/ 264319 h 264319"/>
                    <a:gd name="connsiteX4" fmla="*/ 552450 w 552450"/>
                    <a:gd name="connsiteY4" fmla="*/ 264319 h 2643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52450" h="264319">
                      <a:moveTo>
                        <a:pt x="0" y="0"/>
                      </a:moveTo>
                      <a:lnTo>
                        <a:pt x="138113" y="135732"/>
                      </a:lnTo>
                      <a:lnTo>
                        <a:pt x="278607" y="135732"/>
                      </a:lnTo>
                      <a:lnTo>
                        <a:pt x="278607" y="264319"/>
                      </a:lnTo>
                      <a:lnTo>
                        <a:pt x="552450" y="264319"/>
                      </a:lnTo>
                    </a:path>
                  </a:pathLst>
                </a:custGeom>
                <a:noFill/>
                <a:ln w="12700">
                  <a:solidFill>
                    <a:srgbClr val="41AAAA"/>
                  </a:solidFill>
                </a:ln>
                <a:effectLst/>
              </p:spPr>
              <p:txBody>
                <a:bodyPr wrap="square" lIns="108000" tIns="54000" rIns="108000" bIns="54000" numCol="1" spcCol="72000" rtlCol="0" anchor="ctr">
                  <a:noAutofit/>
                </a:bodyPr>
                <a:lstStyle/>
                <a:p>
                  <a:pPr algn="ctr" rtl="0">
                    <a:spcBef>
                      <a:spcPct val="0"/>
                    </a:spcBef>
                    <a:buFont typeface="Wingdings" charset="0"/>
                    <a:buNone/>
                  </a:pPr>
                  <a:endParaRPr lang="en-US" sz="1000" b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594" name="Freihandform 1664">
                  <a:extLst>
                    <a:ext uri="{FF2B5EF4-FFF2-40B4-BE49-F238E27FC236}">
                      <a16:creationId xmlns:a16="http://schemas.microsoft.com/office/drawing/2014/main" id="{6D6C38C7-F44D-44B2-B7CC-2EE912863428}"/>
                    </a:ext>
                  </a:extLst>
                </p:cNvPr>
                <p:cNvSpPr/>
                <p:nvPr/>
              </p:nvSpPr>
              <p:spPr bwMode="gray">
                <a:xfrm>
                  <a:off x="5428938" y="3450412"/>
                  <a:ext cx="325239" cy="319687"/>
                </a:xfrm>
                <a:custGeom>
                  <a:avLst/>
                  <a:gdLst>
                    <a:gd name="connsiteX0" fmla="*/ 0 w 273844"/>
                    <a:gd name="connsiteY0" fmla="*/ 269081 h 269081"/>
                    <a:gd name="connsiteX1" fmla="*/ 142875 w 273844"/>
                    <a:gd name="connsiteY1" fmla="*/ 269081 h 269081"/>
                    <a:gd name="connsiteX2" fmla="*/ 142875 w 273844"/>
                    <a:gd name="connsiteY2" fmla="*/ 133350 h 269081"/>
                    <a:gd name="connsiteX3" fmla="*/ 273844 w 273844"/>
                    <a:gd name="connsiteY3" fmla="*/ 0 h 2690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3844" h="269081">
                      <a:moveTo>
                        <a:pt x="0" y="269081"/>
                      </a:moveTo>
                      <a:lnTo>
                        <a:pt x="142875" y="269081"/>
                      </a:lnTo>
                      <a:lnTo>
                        <a:pt x="142875" y="133350"/>
                      </a:lnTo>
                      <a:lnTo>
                        <a:pt x="273844" y="0"/>
                      </a:lnTo>
                    </a:path>
                  </a:pathLst>
                </a:custGeom>
                <a:noFill/>
                <a:ln w="12700">
                  <a:solidFill>
                    <a:srgbClr val="41AAAA"/>
                  </a:solidFill>
                </a:ln>
                <a:effectLst/>
              </p:spPr>
              <p:txBody>
                <a:bodyPr wrap="square" lIns="108000" tIns="54000" rIns="108000" bIns="54000" numCol="1" spcCol="72000" rtlCol="0" anchor="ctr">
                  <a:noAutofit/>
                </a:bodyPr>
                <a:lstStyle/>
                <a:p>
                  <a:pPr algn="ctr" rtl="0">
                    <a:spcBef>
                      <a:spcPct val="0"/>
                    </a:spcBef>
                    <a:buFont typeface="Wingdings" charset="0"/>
                    <a:buNone/>
                  </a:pPr>
                  <a:endParaRPr lang="en-US" sz="1000" b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595" name="Freihandform 1665">
                  <a:extLst>
                    <a:ext uri="{FF2B5EF4-FFF2-40B4-BE49-F238E27FC236}">
                      <a16:creationId xmlns:a16="http://schemas.microsoft.com/office/drawing/2014/main" id="{E9540626-FC0E-4A20-9623-CF611929681F}"/>
                    </a:ext>
                  </a:extLst>
                </p:cNvPr>
                <p:cNvSpPr/>
                <p:nvPr/>
              </p:nvSpPr>
              <p:spPr bwMode="gray">
                <a:xfrm>
                  <a:off x="5739781" y="3148273"/>
                  <a:ext cx="656133" cy="472459"/>
                </a:xfrm>
                <a:custGeom>
                  <a:avLst/>
                  <a:gdLst>
                    <a:gd name="connsiteX0" fmla="*/ 0 w 552450"/>
                    <a:gd name="connsiteY0" fmla="*/ 397669 h 397669"/>
                    <a:gd name="connsiteX1" fmla="*/ 290512 w 552450"/>
                    <a:gd name="connsiteY1" fmla="*/ 116681 h 397669"/>
                    <a:gd name="connsiteX2" fmla="*/ 416718 w 552450"/>
                    <a:gd name="connsiteY2" fmla="*/ 116681 h 397669"/>
                    <a:gd name="connsiteX3" fmla="*/ 552450 w 552450"/>
                    <a:gd name="connsiteY3" fmla="*/ 0 h 3976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52450" h="397669">
                      <a:moveTo>
                        <a:pt x="0" y="397669"/>
                      </a:moveTo>
                      <a:lnTo>
                        <a:pt x="290512" y="116681"/>
                      </a:lnTo>
                      <a:lnTo>
                        <a:pt x="416718" y="116681"/>
                      </a:lnTo>
                      <a:lnTo>
                        <a:pt x="552450" y="0"/>
                      </a:lnTo>
                    </a:path>
                  </a:pathLst>
                </a:custGeom>
                <a:noFill/>
                <a:ln w="12700">
                  <a:solidFill>
                    <a:srgbClr val="41AAAA"/>
                  </a:solidFill>
                </a:ln>
                <a:effectLst/>
              </p:spPr>
              <p:txBody>
                <a:bodyPr wrap="square" lIns="108000" tIns="54000" rIns="108000" bIns="54000" numCol="1" spcCol="72000" rtlCol="0" anchor="ctr">
                  <a:noAutofit/>
                </a:bodyPr>
                <a:lstStyle/>
                <a:p>
                  <a:pPr algn="ctr" rtl="0">
                    <a:spcBef>
                      <a:spcPct val="0"/>
                    </a:spcBef>
                    <a:buFont typeface="Wingdings" charset="0"/>
                    <a:buNone/>
                  </a:pPr>
                  <a:endParaRPr lang="en-US" sz="1000" b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596" name="Freihandform 1666">
                  <a:extLst>
                    <a:ext uri="{FF2B5EF4-FFF2-40B4-BE49-F238E27FC236}">
                      <a16:creationId xmlns:a16="http://schemas.microsoft.com/office/drawing/2014/main" id="{A27274E0-0538-4EE1-B210-F524C4EDCEC7}"/>
                    </a:ext>
                  </a:extLst>
                </p:cNvPr>
                <p:cNvSpPr/>
                <p:nvPr/>
              </p:nvSpPr>
              <p:spPr bwMode="gray">
                <a:xfrm>
                  <a:off x="6400401" y="3456069"/>
                  <a:ext cx="469475" cy="158429"/>
                </a:xfrm>
                <a:custGeom>
                  <a:avLst/>
                  <a:gdLst>
                    <a:gd name="connsiteX0" fmla="*/ 0 w 395288"/>
                    <a:gd name="connsiteY0" fmla="*/ 133350 h 133350"/>
                    <a:gd name="connsiteX1" fmla="*/ 135732 w 395288"/>
                    <a:gd name="connsiteY1" fmla="*/ 133350 h 133350"/>
                    <a:gd name="connsiteX2" fmla="*/ 269082 w 395288"/>
                    <a:gd name="connsiteY2" fmla="*/ 0 h 133350"/>
                    <a:gd name="connsiteX3" fmla="*/ 395288 w 395288"/>
                    <a:gd name="connsiteY3" fmla="*/ 0 h 1333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95288" h="133350">
                      <a:moveTo>
                        <a:pt x="0" y="133350"/>
                      </a:moveTo>
                      <a:lnTo>
                        <a:pt x="135732" y="133350"/>
                      </a:lnTo>
                      <a:lnTo>
                        <a:pt x="269082" y="0"/>
                      </a:lnTo>
                      <a:lnTo>
                        <a:pt x="395288" y="0"/>
                      </a:lnTo>
                    </a:path>
                  </a:pathLst>
                </a:custGeom>
                <a:noFill/>
                <a:ln w="12700">
                  <a:solidFill>
                    <a:srgbClr val="41AAAA"/>
                  </a:solidFill>
                </a:ln>
                <a:effectLst/>
              </p:spPr>
              <p:txBody>
                <a:bodyPr wrap="square" lIns="108000" tIns="54000" rIns="108000" bIns="54000" numCol="1" spcCol="72000" rtlCol="0" anchor="ctr">
                  <a:noAutofit/>
                </a:bodyPr>
                <a:lstStyle/>
                <a:p>
                  <a:pPr algn="ctr" rtl="0">
                    <a:spcBef>
                      <a:spcPct val="0"/>
                    </a:spcBef>
                    <a:buFont typeface="Wingdings" charset="0"/>
                    <a:buNone/>
                  </a:pPr>
                  <a:endParaRPr lang="en-US" sz="1000" b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597" name="Freihandform 1667">
                  <a:extLst>
                    <a:ext uri="{FF2B5EF4-FFF2-40B4-BE49-F238E27FC236}">
                      <a16:creationId xmlns:a16="http://schemas.microsoft.com/office/drawing/2014/main" id="{3309BAB3-F3C3-4C76-B1B6-16E3CAEDC62F}"/>
                    </a:ext>
                  </a:extLst>
                </p:cNvPr>
                <p:cNvSpPr/>
                <p:nvPr/>
              </p:nvSpPr>
              <p:spPr bwMode="gray">
                <a:xfrm>
                  <a:off x="5913959" y="3772927"/>
                  <a:ext cx="964403" cy="319689"/>
                </a:xfrm>
                <a:custGeom>
                  <a:avLst/>
                  <a:gdLst>
                    <a:gd name="connsiteX0" fmla="*/ 0 w 812007"/>
                    <a:gd name="connsiteY0" fmla="*/ 0 h 269082"/>
                    <a:gd name="connsiteX1" fmla="*/ 150019 w 812007"/>
                    <a:gd name="connsiteY1" fmla="*/ 0 h 269082"/>
                    <a:gd name="connsiteX2" fmla="*/ 273844 w 812007"/>
                    <a:gd name="connsiteY2" fmla="*/ 140494 h 269082"/>
                    <a:gd name="connsiteX3" fmla="*/ 411957 w 812007"/>
                    <a:gd name="connsiteY3" fmla="*/ 140494 h 269082"/>
                    <a:gd name="connsiteX4" fmla="*/ 538163 w 812007"/>
                    <a:gd name="connsiteY4" fmla="*/ 269082 h 269082"/>
                    <a:gd name="connsiteX5" fmla="*/ 812007 w 812007"/>
                    <a:gd name="connsiteY5" fmla="*/ 269082 h 2690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812007" h="269082">
                      <a:moveTo>
                        <a:pt x="0" y="0"/>
                      </a:moveTo>
                      <a:lnTo>
                        <a:pt x="150019" y="0"/>
                      </a:lnTo>
                      <a:lnTo>
                        <a:pt x="273844" y="140494"/>
                      </a:lnTo>
                      <a:lnTo>
                        <a:pt x="411957" y="140494"/>
                      </a:lnTo>
                      <a:lnTo>
                        <a:pt x="538163" y="269082"/>
                      </a:lnTo>
                      <a:lnTo>
                        <a:pt x="812007" y="269082"/>
                      </a:lnTo>
                    </a:path>
                  </a:pathLst>
                </a:custGeom>
                <a:noFill/>
                <a:ln w="12700">
                  <a:solidFill>
                    <a:srgbClr val="41AAAA"/>
                  </a:solidFill>
                </a:ln>
                <a:effectLst/>
              </p:spPr>
              <p:txBody>
                <a:bodyPr wrap="square" lIns="108000" tIns="54000" rIns="108000" bIns="54000" numCol="1" spcCol="72000" rtlCol="0" anchor="ctr">
                  <a:noAutofit/>
                </a:bodyPr>
                <a:lstStyle/>
                <a:p>
                  <a:pPr algn="ctr" rtl="0">
                    <a:spcBef>
                      <a:spcPct val="0"/>
                    </a:spcBef>
                    <a:buFont typeface="Wingdings" charset="0"/>
                    <a:buNone/>
                  </a:pPr>
                  <a:endParaRPr lang="en-US" sz="1000" b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598" name="Freihandform 1668">
                  <a:extLst>
                    <a:ext uri="{FF2B5EF4-FFF2-40B4-BE49-F238E27FC236}">
                      <a16:creationId xmlns:a16="http://schemas.microsoft.com/office/drawing/2014/main" id="{806A6666-7F56-40E1-A140-B1466A3CCD29}"/>
                    </a:ext>
                  </a:extLst>
                </p:cNvPr>
                <p:cNvSpPr/>
                <p:nvPr/>
              </p:nvSpPr>
              <p:spPr bwMode="gray">
                <a:xfrm>
                  <a:off x="9415219" y="2972295"/>
                  <a:ext cx="1111465" cy="322516"/>
                </a:xfrm>
                <a:custGeom>
                  <a:avLst/>
                  <a:gdLst>
                    <a:gd name="connsiteX0" fmla="*/ 0 w 935831"/>
                    <a:gd name="connsiteY0" fmla="*/ 271462 h 271462"/>
                    <a:gd name="connsiteX1" fmla="*/ 133350 w 935831"/>
                    <a:gd name="connsiteY1" fmla="*/ 130968 h 271462"/>
                    <a:gd name="connsiteX2" fmla="*/ 411956 w 935831"/>
                    <a:gd name="connsiteY2" fmla="*/ 130968 h 271462"/>
                    <a:gd name="connsiteX3" fmla="*/ 535781 w 935831"/>
                    <a:gd name="connsiteY3" fmla="*/ 0 h 271462"/>
                    <a:gd name="connsiteX4" fmla="*/ 671512 w 935831"/>
                    <a:gd name="connsiteY4" fmla="*/ 0 h 271462"/>
                    <a:gd name="connsiteX5" fmla="*/ 807244 w 935831"/>
                    <a:gd name="connsiteY5" fmla="*/ 145256 h 271462"/>
                    <a:gd name="connsiteX6" fmla="*/ 935831 w 935831"/>
                    <a:gd name="connsiteY6" fmla="*/ 4762 h 27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935831" h="271462">
                      <a:moveTo>
                        <a:pt x="0" y="271462"/>
                      </a:moveTo>
                      <a:lnTo>
                        <a:pt x="133350" y="130968"/>
                      </a:lnTo>
                      <a:lnTo>
                        <a:pt x="411956" y="130968"/>
                      </a:lnTo>
                      <a:lnTo>
                        <a:pt x="535781" y="0"/>
                      </a:lnTo>
                      <a:lnTo>
                        <a:pt x="671512" y="0"/>
                      </a:lnTo>
                      <a:lnTo>
                        <a:pt x="807244" y="145256"/>
                      </a:lnTo>
                      <a:lnTo>
                        <a:pt x="935831" y="4762"/>
                      </a:lnTo>
                    </a:path>
                  </a:pathLst>
                </a:custGeom>
                <a:noFill/>
                <a:ln w="12700">
                  <a:solidFill>
                    <a:srgbClr val="41AAAA"/>
                  </a:solidFill>
                </a:ln>
                <a:effectLst/>
              </p:spPr>
              <p:txBody>
                <a:bodyPr wrap="square" lIns="108000" tIns="54000" rIns="108000" bIns="54000" numCol="1" spcCol="72000" rtlCol="0" anchor="ctr">
                  <a:noAutofit/>
                </a:bodyPr>
                <a:lstStyle/>
                <a:p>
                  <a:pPr algn="ctr" rtl="0">
                    <a:spcBef>
                      <a:spcPct val="0"/>
                    </a:spcBef>
                    <a:buFont typeface="Wingdings" charset="0"/>
                    <a:buNone/>
                  </a:pPr>
                  <a:endParaRPr lang="en-US" sz="1000" b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599" name="Freihandform 1669">
                  <a:extLst>
                    <a:ext uri="{FF2B5EF4-FFF2-40B4-BE49-F238E27FC236}">
                      <a16:creationId xmlns:a16="http://schemas.microsoft.com/office/drawing/2014/main" id="{140B4345-3769-436E-A1B8-B91AC76CCD50}"/>
                    </a:ext>
                  </a:extLst>
                </p:cNvPr>
                <p:cNvSpPr/>
                <p:nvPr/>
              </p:nvSpPr>
              <p:spPr bwMode="gray">
                <a:xfrm>
                  <a:off x="9727484" y="3288324"/>
                  <a:ext cx="486443" cy="164087"/>
                </a:xfrm>
                <a:custGeom>
                  <a:avLst/>
                  <a:gdLst>
                    <a:gd name="connsiteX0" fmla="*/ 0 w 409575"/>
                    <a:gd name="connsiteY0" fmla="*/ 138112 h 138112"/>
                    <a:gd name="connsiteX1" fmla="*/ 140494 w 409575"/>
                    <a:gd name="connsiteY1" fmla="*/ 0 h 138112"/>
                    <a:gd name="connsiteX2" fmla="*/ 409575 w 409575"/>
                    <a:gd name="connsiteY2" fmla="*/ 0 h 1381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09575" h="138112">
                      <a:moveTo>
                        <a:pt x="0" y="138112"/>
                      </a:moveTo>
                      <a:lnTo>
                        <a:pt x="140494" y="0"/>
                      </a:lnTo>
                      <a:lnTo>
                        <a:pt x="409575" y="0"/>
                      </a:lnTo>
                    </a:path>
                  </a:pathLst>
                </a:custGeom>
                <a:noFill/>
                <a:ln w="12700">
                  <a:solidFill>
                    <a:srgbClr val="41AAAA"/>
                  </a:solidFill>
                </a:ln>
                <a:effectLst/>
              </p:spPr>
              <p:txBody>
                <a:bodyPr wrap="square" lIns="108000" tIns="54000" rIns="108000" bIns="54000" numCol="1" spcCol="72000" rtlCol="0" anchor="ctr">
                  <a:noAutofit/>
                </a:bodyPr>
                <a:lstStyle/>
                <a:p>
                  <a:pPr algn="ctr" rtl="0">
                    <a:spcBef>
                      <a:spcPct val="0"/>
                    </a:spcBef>
                    <a:buFont typeface="Wingdings" charset="0"/>
                    <a:buNone/>
                  </a:pPr>
                  <a:endParaRPr lang="en-US" sz="1000" b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600" name="Freihandform 1670">
                  <a:extLst>
                    <a:ext uri="{FF2B5EF4-FFF2-40B4-BE49-F238E27FC236}">
                      <a16:creationId xmlns:a16="http://schemas.microsoft.com/office/drawing/2014/main" id="{455F3104-88CB-45E6-A7DA-136DBD8A0522}"/>
                    </a:ext>
                  </a:extLst>
                </p:cNvPr>
                <p:cNvSpPr/>
                <p:nvPr/>
              </p:nvSpPr>
              <p:spPr bwMode="gray">
                <a:xfrm>
                  <a:off x="7982409" y="4086128"/>
                  <a:ext cx="2081524" cy="489434"/>
                </a:xfrm>
                <a:custGeom>
                  <a:avLst/>
                  <a:gdLst>
                    <a:gd name="connsiteX0" fmla="*/ 0 w 1752600"/>
                    <a:gd name="connsiteY0" fmla="*/ 138113 h 411957"/>
                    <a:gd name="connsiteX1" fmla="*/ 145256 w 1752600"/>
                    <a:gd name="connsiteY1" fmla="*/ 271463 h 411957"/>
                    <a:gd name="connsiteX2" fmla="*/ 400050 w 1752600"/>
                    <a:gd name="connsiteY2" fmla="*/ 0 h 411957"/>
                    <a:gd name="connsiteX3" fmla="*/ 804862 w 1752600"/>
                    <a:gd name="connsiteY3" fmla="*/ 0 h 411957"/>
                    <a:gd name="connsiteX4" fmla="*/ 938212 w 1752600"/>
                    <a:gd name="connsiteY4" fmla="*/ 140494 h 411957"/>
                    <a:gd name="connsiteX5" fmla="*/ 1202531 w 1752600"/>
                    <a:gd name="connsiteY5" fmla="*/ 140494 h 411957"/>
                    <a:gd name="connsiteX6" fmla="*/ 1335881 w 1752600"/>
                    <a:gd name="connsiteY6" fmla="*/ 273844 h 411957"/>
                    <a:gd name="connsiteX7" fmla="*/ 1469231 w 1752600"/>
                    <a:gd name="connsiteY7" fmla="*/ 130969 h 411957"/>
                    <a:gd name="connsiteX8" fmla="*/ 1752600 w 1752600"/>
                    <a:gd name="connsiteY8" fmla="*/ 411957 h 411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752600" h="411957">
                      <a:moveTo>
                        <a:pt x="0" y="138113"/>
                      </a:moveTo>
                      <a:lnTo>
                        <a:pt x="145256" y="271463"/>
                      </a:lnTo>
                      <a:lnTo>
                        <a:pt x="400050" y="0"/>
                      </a:lnTo>
                      <a:lnTo>
                        <a:pt x="804862" y="0"/>
                      </a:lnTo>
                      <a:lnTo>
                        <a:pt x="938212" y="140494"/>
                      </a:lnTo>
                      <a:lnTo>
                        <a:pt x="1202531" y="140494"/>
                      </a:lnTo>
                      <a:lnTo>
                        <a:pt x="1335881" y="273844"/>
                      </a:lnTo>
                      <a:lnTo>
                        <a:pt x="1469231" y="130969"/>
                      </a:lnTo>
                      <a:lnTo>
                        <a:pt x="1752600" y="411957"/>
                      </a:lnTo>
                    </a:path>
                  </a:pathLst>
                </a:custGeom>
                <a:noFill/>
                <a:ln w="12700">
                  <a:solidFill>
                    <a:srgbClr val="41AAAA"/>
                  </a:solidFill>
                </a:ln>
                <a:effectLst/>
              </p:spPr>
              <p:txBody>
                <a:bodyPr wrap="square" lIns="108000" tIns="54000" rIns="108000" bIns="54000" numCol="1" spcCol="72000" rtlCol="0" anchor="ctr">
                  <a:noAutofit/>
                </a:bodyPr>
                <a:lstStyle/>
                <a:p>
                  <a:pPr algn="ctr" rtl="0">
                    <a:spcBef>
                      <a:spcPct val="0"/>
                    </a:spcBef>
                    <a:buFont typeface="Wingdings" charset="0"/>
                    <a:buNone/>
                  </a:pPr>
                  <a:endParaRPr lang="en-US" sz="1000" b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601" name="Freihandform 1671">
                  <a:extLst>
                    <a:ext uri="{FF2B5EF4-FFF2-40B4-BE49-F238E27FC236}">
                      <a16:creationId xmlns:a16="http://schemas.microsoft.com/office/drawing/2014/main" id="{69364580-C7D8-4D45-BF6C-90717DB39314}"/>
                    </a:ext>
                  </a:extLst>
                </p:cNvPr>
                <p:cNvSpPr/>
                <p:nvPr/>
              </p:nvSpPr>
              <p:spPr bwMode="gray">
                <a:xfrm>
                  <a:off x="9729145" y="4086957"/>
                  <a:ext cx="653303" cy="169745"/>
                </a:xfrm>
                <a:custGeom>
                  <a:avLst/>
                  <a:gdLst>
                    <a:gd name="connsiteX0" fmla="*/ 0 w 550068"/>
                    <a:gd name="connsiteY0" fmla="*/ 0 h 142875"/>
                    <a:gd name="connsiteX1" fmla="*/ 278606 w 550068"/>
                    <a:gd name="connsiteY1" fmla="*/ 0 h 142875"/>
                    <a:gd name="connsiteX2" fmla="*/ 402431 w 550068"/>
                    <a:gd name="connsiteY2" fmla="*/ 142875 h 142875"/>
                    <a:gd name="connsiteX3" fmla="*/ 550068 w 550068"/>
                    <a:gd name="connsiteY3" fmla="*/ 142875 h 142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50068" h="142875">
                      <a:moveTo>
                        <a:pt x="0" y="0"/>
                      </a:moveTo>
                      <a:lnTo>
                        <a:pt x="278606" y="0"/>
                      </a:lnTo>
                      <a:lnTo>
                        <a:pt x="402431" y="142875"/>
                      </a:lnTo>
                      <a:lnTo>
                        <a:pt x="550068" y="142875"/>
                      </a:lnTo>
                    </a:path>
                  </a:pathLst>
                </a:custGeom>
                <a:noFill/>
                <a:ln w="12700">
                  <a:solidFill>
                    <a:srgbClr val="41AAAA"/>
                  </a:solidFill>
                </a:ln>
                <a:effectLst/>
              </p:spPr>
              <p:txBody>
                <a:bodyPr wrap="square" lIns="108000" tIns="54000" rIns="108000" bIns="54000" numCol="1" spcCol="72000" rtlCol="0" anchor="ctr">
                  <a:noAutofit/>
                </a:bodyPr>
                <a:lstStyle/>
                <a:p>
                  <a:pPr algn="ctr" rtl="0">
                    <a:spcBef>
                      <a:spcPct val="0"/>
                    </a:spcBef>
                    <a:buFont typeface="Wingdings" charset="0"/>
                    <a:buNone/>
                  </a:pPr>
                  <a:endParaRPr lang="en-US" sz="1000" b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602" name="Freihandform 1672">
                  <a:extLst>
                    <a:ext uri="{FF2B5EF4-FFF2-40B4-BE49-F238E27FC236}">
                      <a16:creationId xmlns:a16="http://schemas.microsoft.com/office/drawing/2014/main" id="{B04C9E5C-E92F-4E60-8986-901159D9F20E}"/>
                    </a:ext>
                  </a:extLst>
                </p:cNvPr>
                <p:cNvSpPr/>
                <p:nvPr/>
              </p:nvSpPr>
              <p:spPr bwMode="gray">
                <a:xfrm>
                  <a:off x="10685061" y="3142041"/>
                  <a:ext cx="967231" cy="469629"/>
                </a:xfrm>
                <a:custGeom>
                  <a:avLst/>
                  <a:gdLst>
                    <a:gd name="connsiteX0" fmla="*/ 0 w 814388"/>
                    <a:gd name="connsiteY0" fmla="*/ 0 h 395287"/>
                    <a:gd name="connsiteX1" fmla="*/ 135731 w 814388"/>
                    <a:gd name="connsiteY1" fmla="*/ 130968 h 395287"/>
                    <a:gd name="connsiteX2" fmla="*/ 273844 w 814388"/>
                    <a:gd name="connsiteY2" fmla="*/ 130968 h 395287"/>
                    <a:gd name="connsiteX3" fmla="*/ 538163 w 814388"/>
                    <a:gd name="connsiteY3" fmla="*/ 395287 h 395287"/>
                    <a:gd name="connsiteX4" fmla="*/ 814388 w 814388"/>
                    <a:gd name="connsiteY4" fmla="*/ 395287 h 3952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14388" h="395287">
                      <a:moveTo>
                        <a:pt x="0" y="0"/>
                      </a:moveTo>
                      <a:lnTo>
                        <a:pt x="135731" y="130968"/>
                      </a:lnTo>
                      <a:lnTo>
                        <a:pt x="273844" y="130968"/>
                      </a:lnTo>
                      <a:lnTo>
                        <a:pt x="538163" y="395287"/>
                      </a:lnTo>
                      <a:lnTo>
                        <a:pt x="814388" y="395287"/>
                      </a:lnTo>
                    </a:path>
                  </a:pathLst>
                </a:custGeom>
                <a:noFill/>
                <a:ln w="12700">
                  <a:solidFill>
                    <a:srgbClr val="41AAAA"/>
                  </a:solidFill>
                </a:ln>
                <a:effectLst/>
              </p:spPr>
              <p:txBody>
                <a:bodyPr wrap="square" lIns="108000" tIns="54000" rIns="108000" bIns="54000" numCol="1" spcCol="72000" rtlCol="0" anchor="ctr">
                  <a:noAutofit/>
                </a:bodyPr>
                <a:lstStyle/>
                <a:p>
                  <a:pPr algn="ctr" rtl="0">
                    <a:spcBef>
                      <a:spcPct val="0"/>
                    </a:spcBef>
                    <a:buFont typeface="Wingdings" charset="0"/>
                    <a:buNone/>
                  </a:pPr>
                  <a:endParaRPr lang="en-US" sz="1000" b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603" name="Freihandform 1673">
                  <a:extLst>
                    <a:ext uri="{FF2B5EF4-FFF2-40B4-BE49-F238E27FC236}">
                      <a16:creationId xmlns:a16="http://schemas.microsoft.com/office/drawing/2014/main" id="{6CCAD78E-E931-47D4-88F1-44FDCDB3CCD3}"/>
                    </a:ext>
                  </a:extLst>
                </p:cNvPr>
                <p:cNvSpPr/>
                <p:nvPr/>
              </p:nvSpPr>
              <p:spPr bwMode="gray">
                <a:xfrm>
                  <a:off x="10834953" y="3934187"/>
                  <a:ext cx="822994" cy="472458"/>
                </a:xfrm>
                <a:custGeom>
                  <a:avLst/>
                  <a:gdLst>
                    <a:gd name="connsiteX0" fmla="*/ 0 w 692944"/>
                    <a:gd name="connsiteY0" fmla="*/ 397668 h 397668"/>
                    <a:gd name="connsiteX1" fmla="*/ 145257 w 692944"/>
                    <a:gd name="connsiteY1" fmla="*/ 397668 h 397668"/>
                    <a:gd name="connsiteX2" fmla="*/ 542925 w 692944"/>
                    <a:gd name="connsiteY2" fmla="*/ 0 h 397668"/>
                    <a:gd name="connsiteX3" fmla="*/ 692944 w 692944"/>
                    <a:gd name="connsiteY3" fmla="*/ 0 h 3976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92944" h="397668">
                      <a:moveTo>
                        <a:pt x="0" y="397668"/>
                      </a:moveTo>
                      <a:lnTo>
                        <a:pt x="145257" y="397668"/>
                      </a:lnTo>
                      <a:lnTo>
                        <a:pt x="542925" y="0"/>
                      </a:lnTo>
                      <a:lnTo>
                        <a:pt x="692944" y="0"/>
                      </a:lnTo>
                    </a:path>
                  </a:pathLst>
                </a:custGeom>
                <a:noFill/>
                <a:ln w="12700">
                  <a:solidFill>
                    <a:srgbClr val="41AAAA"/>
                  </a:solidFill>
                </a:ln>
                <a:effectLst/>
              </p:spPr>
              <p:txBody>
                <a:bodyPr wrap="square" lIns="108000" tIns="54000" rIns="108000" bIns="54000" numCol="1" spcCol="72000" rtlCol="0" anchor="ctr">
                  <a:noAutofit/>
                </a:bodyPr>
                <a:lstStyle/>
                <a:p>
                  <a:pPr algn="ctr" rtl="0">
                    <a:spcBef>
                      <a:spcPct val="0"/>
                    </a:spcBef>
                    <a:buFont typeface="Wingdings" charset="0"/>
                    <a:buNone/>
                  </a:pPr>
                  <a:endParaRPr lang="en-US" sz="1000" b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605" name="Freihandform 1675">
                  <a:extLst>
                    <a:ext uri="{FF2B5EF4-FFF2-40B4-BE49-F238E27FC236}">
                      <a16:creationId xmlns:a16="http://schemas.microsoft.com/office/drawing/2014/main" id="{B0101BBF-BEF8-4D02-89CF-BECBAF416034}"/>
                    </a:ext>
                  </a:extLst>
                </p:cNvPr>
                <p:cNvSpPr/>
                <p:nvPr/>
              </p:nvSpPr>
              <p:spPr bwMode="gray">
                <a:xfrm>
                  <a:off x="11171504" y="3770097"/>
                  <a:ext cx="311098" cy="161259"/>
                </a:xfrm>
                <a:custGeom>
                  <a:avLst/>
                  <a:gdLst>
                    <a:gd name="connsiteX0" fmla="*/ 0 w 261938"/>
                    <a:gd name="connsiteY0" fmla="*/ 135732 h 135732"/>
                    <a:gd name="connsiteX1" fmla="*/ 126206 w 261938"/>
                    <a:gd name="connsiteY1" fmla="*/ 135732 h 135732"/>
                    <a:gd name="connsiteX2" fmla="*/ 261938 w 261938"/>
                    <a:gd name="connsiteY2" fmla="*/ 0 h 1357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61938" h="135732">
                      <a:moveTo>
                        <a:pt x="0" y="135732"/>
                      </a:moveTo>
                      <a:lnTo>
                        <a:pt x="126206" y="135732"/>
                      </a:lnTo>
                      <a:lnTo>
                        <a:pt x="261938" y="0"/>
                      </a:lnTo>
                    </a:path>
                  </a:pathLst>
                </a:custGeom>
                <a:noFill/>
                <a:ln w="12700">
                  <a:solidFill>
                    <a:srgbClr val="41AAAA"/>
                  </a:solidFill>
                </a:ln>
                <a:effectLst/>
              </p:spPr>
              <p:txBody>
                <a:bodyPr wrap="square" lIns="108000" tIns="54000" rIns="108000" bIns="54000" numCol="1" spcCol="72000" rtlCol="0" anchor="ctr">
                  <a:noAutofit/>
                </a:bodyPr>
                <a:lstStyle/>
                <a:p>
                  <a:pPr algn="ctr" rtl="0">
                    <a:spcBef>
                      <a:spcPct val="0"/>
                    </a:spcBef>
                    <a:buFont typeface="Wingdings" charset="0"/>
                    <a:buNone/>
                  </a:pPr>
                  <a:endParaRPr lang="en-US" sz="1000" b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606" name="Freihandform 1676">
                  <a:extLst>
                    <a:ext uri="{FF2B5EF4-FFF2-40B4-BE49-F238E27FC236}">
                      <a16:creationId xmlns:a16="http://schemas.microsoft.com/office/drawing/2014/main" id="{31E54D63-E946-425D-8DCE-937F6BDDA06D}"/>
                    </a:ext>
                  </a:extLst>
                </p:cNvPr>
                <p:cNvSpPr/>
                <p:nvPr/>
              </p:nvSpPr>
              <p:spPr bwMode="gray">
                <a:xfrm>
                  <a:off x="7027311" y="3611670"/>
                  <a:ext cx="478901" cy="147113"/>
                </a:xfrm>
                <a:custGeom>
                  <a:avLst/>
                  <a:gdLst>
                    <a:gd name="connsiteX0" fmla="*/ 0 w 403225"/>
                    <a:gd name="connsiteY0" fmla="*/ 0 h 123825"/>
                    <a:gd name="connsiteX1" fmla="*/ 279400 w 403225"/>
                    <a:gd name="connsiteY1" fmla="*/ 0 h 123825"/>
                    <a:gd name="connsiteX2" fmla="*/ 403225 w 403225"/>
                    <a:gd name="connsiteY2" fmla="*/ 123825 h 1238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03225" h="123825">
                      <a:moveTo>
                        <a:pt x="0" y="0"/>
                      </a:moveTo>
                      <a:lnTo>
                        <a:pt x="279400" y="0"/>
                      </a:lnTo>
                      <a:lnTo>
                        <a:pt x="403225" y="123825"/>
                      </a:lnTo>
                    </a:path>
                  </a:pathLst>
                </a:custGeom>
                <a:noFill/>
                <a:ln w="12700">
                  <a:solidFill>
                    <a:srgbClr val="41AAAA"/>
                  </a:solidFill>
                </a:ln>
                <a:effectLst/>
              </p:spPr>
              <p:txBody>
                <a:bodyPr wrap="square" lIns="108000" tIns="54000" rIns="108000" bIns="54000" numCol="1" spcCol="72000" rtlCol="0" anchor="ctr">
                  <a:noAutofit/>
                </a:bodyPr>
                <a:lstStyle/>
                <a:p>
                  <a:pPr algn="ctr" rtl="0">
                    <a:spcBef>
                      <a:spcPct val="0"/>
                    </a:spcBef>
                    <a:buFont typeface="Wingdings" charset="0"/>
                    <a:buNone/>
                  </a:pPr>
                  <a:endParaRPr lang="en-US" sz="1000" b="1" dirty="0">
                    <a:solidFill>
                      <a:srgbClr val="000000"/>
                    </a:solidFill>
                  </a:endParaRPr>
                </a:p>
              </p:txBody>
            </p:sp>
          </p:grpSp>
          <p:sp>
            <p:nvSpPr>
              <p:cNvPr id="341" name="Ellipse 972">
                <a:extLst>
                  <a:ext uri="{FF2B5EF4-FFF2-40B4-BE49-F238E27FC236}">
                    <a16:creationId xmlns:a16="http://schemas.microsoft.com/office/drawing/2014/main" id="{5587AB4B-A4AA-4EB3-96EC-082B23AF6818}"/>
                  </a:ext>
                </a:extLst>
              </p:cNvPr>
              <p:cNvSpPr/>
              <p:nvPr/>
            </p:nvSpPr>
            <p:spPr bwMode="gray">
              <a:xfrm flipV="1">
                <a:off x="8053160" y="2557824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42" name="Ellipse 973">
                <a:extLst>
                  <a:ext uri="{FF2B5EF4-FFF2-40B4-BE49-F238E27FC236}">
                    <a16:creationId xmlns:a16="http://schemas.microsoft.com/office/drawing/2014/main" id="{D16EED1B-697A-4BEC-B662-6173A42963B5}"/>
                  </a:ext>
                </a:extLst>
              </p:cNvPr>
              <p:cNvSpPr/>
              <p:nvPr/>
            </p:nvSpPr>
            <p:spPr bwMode="gray">
              <a:xfrm flipV="1">
                <a:off x="7950749" y="2557824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43" name="Ellipse 974">
                <a:extLst>
                  <a:ext uri="{FF2B5EF4-FFF2-40B4-BE49-F238E27FC236}">
                    <a16:creationId xmlns:a16="http://schemas.microsoft.com/office/drawing/2014/main" id="{BE5F4E96-694D-4E97-9B2F-90DF6E6C2890}"/>
                  </a:ext>
                </a:extLst>
              </p:cNvPr>
              <p:cNvSpPr/>
              <p:nvPr/>
            </p:nvSpPr>
            <p:spPr bwMode="gray">
              <a:xfrm flipV="1">
                <a:off x="7441978" y="2557824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44" name="Ellipse 975">
                <a:extLst>
                  <a:ext uri="{FF2B5EF4-FFF2-40B4-BE49-F238E27FC236}">
                    <a16:creationId xmlns:a16="http://schemas.microsoft.com/office/drawing/2014/main" id="{5FD0D0B2-2F4E-4F1E-BB47-5A90F883C68C}"/>
                  </a:ext>
                </a:extLst>
              </p:cNvPr>
              <p:cNvSpPr/>
              <p:nvPr/>
            </p:nvSpPr>
            <p:spPr bwMode="gray">
              <a:xfrm flipV="1">
                <a:off x="7344594" y="2557824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45" name="Ellipse 976">
                <a:extLst>
                  <a:ext uri="{FF2B5EF4-FFF2-40B4-BE49-F238E27FC236}">
                    <a16:creationId xmlns:a16="http://schemas.microsoft.com/office/drawing/2014/main" id="{ACE760D8-0464-4C0A-AA2F-66D4936DD755}"/>
                  </a:ext>
                </a:extLst>
              </p:cNvPr>
              <p:cNvSpPr/>
              <p:nvPr/>
            </p:nvSpPr>
            <p:spPr bwMode="gray">
              <a:xfrm flipV="1">
                <a:off x="9778750" y="2557824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46" name="Ellipse 977">
                <a:extLst>
                  <a:ext uri="{FF2B5EF4-FFF2-40B4-BE49-F238E27FC236}">
                    <a16:creationId xmlns:a16="http://schemas.microsoft.com/office/drawing/2014/main" id="{D96491F6-1143-48E5-8813-6B7981B914EB}"/>
                  </a:ext>
                </a:extLst>
              </p:cNvPr>
              <p:cNvSpPr/>
              <p:nvPr/>
            </p:nvSpPr>
            <p:spPr bwMode="gray">
              <a:xfrm flipV="1">
                <a:off x="10185459" y="2453244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47" name="Ellipse 978">
                <a:extLst>
                  <a:ext uri="{FF2B5EF4-FFF2-40B4-BE49-F238E27FC236}">
                    <a16:creationId xmlns:a16="http://schemas.microsoft.com/office/drawing/2014/main" id="{8BEAD64B-3DB0-4C92-8B09-5100BF6BB39E}"/>
                  </a:ext>
                </a:extLst>
              </p:cNvPr>
              <p:cNvSpPr/>
              <p:nvPr/>
            </p:nvSpPr>
            <p:spPr bwMode="gray">
              <a:xfrm flipV="1">
                <a:off x="10185459" y="2135502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48" name="Ellipse 979">
                <a:extLst>
                  <a:ext uri="{FF2B5EF4-FFF2-40B4-BE49-F238E27FC236}">
                    <a16:creationId xmlns:a16="http://schemas.microsoft.com/office/drawing/2014/main" id="{1F25E483-DB3C-4C21-BA87-DE3CF57FCB43}"/>
                  </a:ext>
                </a:extLst>
              </p:cNvPr>
              <p:cNvSpPr/>
              <p:nvPr/>
            </p:nvSpPr>
            <p:spPr bwMode="gray">
              <a:xfrm flipV="1">
                <a:off x="10185459" y="1816026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49" name="Ellipse 980">
                <a:extLst>
                  <a:ext uri="{FF2B5EF4-FFF2-40B4-BE49-F238E27FC236}">
                    <a16:creationId xmlns:a16="http://schemas.microsoft.com/office/drawing/2014/main" id="{ABD5CC65-947D-415C-97FC-66CEFB227892}"/>
                  </a:ext>
                </a:extLst>
              </p:cNvPr>
              <p:cNvSpPr/>
              <p:nvPr/>
            </p:nvSpPr>
            <p:spPr bwMode="gray">
              <a:xfrm flipV="1">
                <a:off x="10185459" y="160243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50" name="Ellipse 981">
                <a:extLst>
                  <a:ext uri="{FF2B5EF4-FFF2-40B4-BE49-F238E27FC236}">
                    <a16:creationId xmlns:a16="http://schemas.microsoft.com/office/drawing/2014/main" id="{FF0FCEE2-1752-4072-8F1D-C7CE0BA0177B}"/>
                  </a:ext>
                </a:extLst>
              </p:cNvPr>
              <p:cNvSpPr/>
              <p:nvPr/>
            </p:nvSpPr>
            <p:spPr bwMode="gray">
              <a:xfrm flipV="1">
                <a:off x="10286625" y="2453244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51" name="Ellipse 982">
                <a:extLst>
                  <a:ext uri="{FF2B5EF4-FFF2-40B4-BE49-F238E27FC236}">
                    <a16:creationId xmlns:a16="http://schemas.microsoft.com/office/drawing/2014/main" id="{818FDAF6-CF6D-4248-921B-A77A1D61F74C}"/>
                  </a:ext>
                </a:extLst>
              </p:cNvPr>
              <p:cNvSpPr/>
              <p:nvPr/>
            </p:nvSpPr>
            <p:spPr bwMode="gray">
              <a:xfrm flipV="1">
                <a:off x="10385977" y="2453244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52" name="Ellipse 983">
                <a:extLst>
                  <a:ext uri="{FF2B5EF4-FFF2-40B4-BE49-F238E27FC236}">
                    <a16:creationId xmlns:a16="http://schemas.microsoft.com/office/drawing/2014/main" id="{3CECE34B-1808-4A19-8910-AECF066551ED}"/>
                  </a:ext>
                </a:extLst>
              </p:cNvPr>
              <p:cNvSpPr/>
              <p:nvPr/>
            </p:nvSpPr>
            <p:spPr bwMode="gray">
              <a:xfrm flipV="1">
                <a:off x="10286625" y="224145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53" name="Ellipse 984">
                <a:extLst>
                  <a:ext uri="{FF2B5EF4-FFF2-40B4-BE49-F238E27FC236}">
                    <a16:creationId xmlns:a16="http://schemas.microsoft.com/office/drawing/2014/main" id="{2C8822ED-1D41-4063-A826-8A10CCA9A60D}"/>
                  </a:ext>
                </a:extLst>
              </p:cNvPr>
              <p:cNvSpPr/>
              <p:nvPr/>
            </p:nvSpPr>
            <p:spPr bwMode="gray">
              <a:xfrm flipV="1">
                <a:off x="10385977" y="2347090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54" name="Ellipse 985">
                <a:extLst>
                  <a:ext uri="{FF2B5EF4-FFF2-40B4-BE49-F238E27FC236}">
                    <a16:creationId xmlns:a16="http://schemas.microsoft.com/office/drawing/2014/main" id="{07EFFCF8-DC7C-46A1-85A5-E0F6E72568CC}"/>
                  </a:ext>
                </a:extLst>
              </p:cNvPr>
              <p:cNvSpPr/>
              <p:nvPr/>
            </p:nvSpPr>
            <p:spPr bwMode="gray">
              <a:xfrm flipV="1">
                <a:off x="10385977" y="224145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55" name="Ellipse 986">
                <a:extLst>
                  <a:ext uri="{FF2B5EF4-FFF2-40B4-BE49-F238E27FC236}">
                    <a16:creationId xmlns:a16="http://schemas.microsoft.com/office/drawing/2014/main" id="{A19FDBEA-6A12-4B59-83A5-4DE42226F6F2}"/>
                  </a:ext>
                </a:extLst>
              </p:cNvPr>
              <p:cNvSpPr/>
              <p:nvPr/>
            </p:nvSpPr>
            <p:spPr bwMode="gray">
              <a:xfrm flipV="1">
                <a:off x="10084935" y="2347090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56" name="Ellipse 987">
                <a:extLst>
                  <a:ext uri="{FF2B5EF4-FFF2-40B4-BE49-F238E27FC236}">
                    <a16:creationId xmlns:a16="http://schemas.microsoft.com/office/drawing/2014/main" id="{688D3D1D-3DA6-4CE6-B91D-0EE8A4ADC3B3}"/>
                  </a:ext>
                </a:extLst>
              </p:cNvPr>
              <p:cNvSpPr/>
              <p:nvPr/>
            </p:nvSpPr>
            <p:spPr bwMode="gray">
              <a:xfrm flipV="1">
                <a:off x="10084935" y="224145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57" name="Ellipse 988">
                <a:extLst>
                  <a:ext uri="{FF2B5EF4-FFF2-40B4-BE49-F238E27FC236}">
                    <a16:creationId xmlns:a16="http://schemas.microsoft.com/office/drawing/2014/main" id="{AD883589-62EC-4C7F-B9D4-67EC1385E6FE}"/>
                  </a:ext>
                </a:extLst>
              </p:cNvPr>
              <p:cNvSpPr/>
              <p:nvPr/>
            </p:nvSpPr>
            <p:spPr bwMode="gray">
              <a:xfrm flipV="1">
                <a:off x="10084935" y="2135502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58" name="Ellipse 989">
                <a:extLst>
                  <a:ext uri="{FF2B5EF4-FFF2-40B4-BE49-F238E27FC236}">
                    <a16:creationId xmlns:a16="http://schemas.microsoft.com/office/drawing/2014/main" id="{670214CB-0BE1-450D-963D-C31A24BD389E}"/>
                  </a:ext>
                </a:extLst>
              </p:cNvPr>
              <p:cNvSpPr/>
              <p:nvPr/>
            </p:nvSpPr>
            <p:spPr bwMode="gray">
              <a:xfrm flipV="1">
                <a:off x="10691133" y="2241459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59" name="Ellipse 990">
                <a:extLst>
                  <a:ext uri="{FF2B5EF4-FFF2-40B4-BE49-F238E27FC236}">
                    <a16:creationId xmlns:a16="http://schemas.microsoft.com/office/drawing/2014/main" id="{78B93CB3-0FFC-4B37-8858-569627E1D212}"/>
                  </a:ext>
                </a:extLst>
              </p:cNvPr>
              <p:cNvSpPr/>
              <p:nvPr/>
            </p:nvSpPr>
            <p:spPr bwMode="gray">
              <a:xfrm flipV="1">
                <a:off x="10691133" y="2135502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60" name="Ellipse 991">
                <a:extLst>
                  <a:ext uri="{FF2B5EF4-FFF2-40B4-BE49-F238E27FC236}">
                    <a16:creationId xmlns:a16="http://schemas.microsoft.com/office/drawing/2014/main" id="{C9BF1ED3-1907-40BF-9280-04DE1735942A}"/>
                  </a:ext>
                </a:extLst>
              </p:cNvPr>
              <p:cNvSpPr/>
              <p:nvPr/>
            </p:nvSpPr>
            <p:spPr bwMode="gray">
              <a:xfrm flipV="1">
                <a:off x="10593948" y="2135502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61" name="Ellipse 992">
                <a:extLst>
                  <a:ext uri="{FF2B5EF4-FFF2-40B4-BE49-F238E27FC236}">
                    <a16:creationId xmlns:a16="http://schemas.microsoft.com/office/drawing/2014/main" id="{DDD7F1D5-B8A8-4DB6-88CD-7D9D20A67C4D}"/>
                  </a:ext>
                </a:extLst>
              </p:cNvPr>
              <p:cNvSpPr/>
              <p:nvPr/>
            </p:nvSpPr>
            <p:spPr bwMode="gray">
              <a:xfrm flipV="1">
                <a:off x="10691133" y="1923224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62" name="Ellipse 993">
                <a:extLst>
                  <a:ext uri="{FF2B5EF4-FFF2-40B4-BE49-F238E27FC236}">
                    <a16:creationId xmlns:a16="http://schemas.microsoft.com/office/drawing/2014/main" id="{0BE6B7AD-81CC-4FC3-ABFE-1BD5398D4CE8}"/>
                  </a:ext>
                </a:extLst>
              </p:cNvPr>
              <p:cNvSpPr/>
              <p:nvPr/>
            </p:nvSpPr>
            <p:spPr bwMode="gray">
              <a:xfrm flipV="1">
                <a:off x="10691133" y="1816026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63" name="Ellipse 994">
                <a:extLst>
                  <a:ext uri="{FF2B5EF4-FFF2-40B4-BE49-F238E27FC236}">
                    <a16:creationId xmlns:a16="http://schemas.microsoft.com/office/drawing/2014/main" id="{6CD2849C-2E53-4699-A34F-EF7993B8A669}"/>
                  </a:ext>
                </a:extLst>
              </p:cNvPr>
              <p:cNvSpPr/>
              <p:nvPr/>
            </p:nvSpPr>
            <p:spPr bwMode="gray">
              <a:xfrm flipV="1">
                <a:off x="10691133" y="170790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64" name="Ellipse 995">
                <a:extLst>
                  <a:ext uri="{FF2B5EF4-FFF2-40B4-BE49-F238E27FC236}">
                    <a16:creationId xmlns:a16="http://schemas.microsoft.com/office/drawing/2014/main" id="{A1E2D3BB-F57F-4BF6-A564-9CDE3BFE5379}"/>
                  </a:ext>
                </a:extLst>
              </p:cNvPr>
              <p:cNvSpPr/>
              <p:nvPr/>
            </p:nvSpPr>
            <p:spPr bwMode="gray">
              <a:xfrm flipV="1">
                <a:off x="9883804" y="160243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65" name="Ellipse 996">
                <a:extLst>
                  <a:ext uri="{FF2B5EF4-FFF2-40B4-BE49-F238E27FC236}">
                    <a16:creationId xmlns:a16="http://schemas.microsoft.com/office/drawing/2014/main" id="{27F43E66-3150-47DD-A954-6CF4D39D7BB7}"/>
                  </a:ext>
                </a:extLst>
              </p:cNvPr>
              <p:cNvSpPr/>
              <p:nvPr/>
            </p:nvSpPr>
            <p:spPr bwMode="gray">
              <a:xfrm flipV="1">
                <a:off x="9778750" y="1602439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66" name="Ellipse 997">
                <a:extLst>
                  <a:ext uri="{FF2B5EF4-FFF2-40B4-BE49-F238E27FC236}">
                    <a16:creationId xmlns:a16="http://schemas.microsoft.com/office/drawing/2014/main" id="{C104B223-520C-41C1-8DDF-610CB72D9434}"/>
                  </a:ext>
                </a:extLst>
              </p:cNvPr>
              <p:cNvSpPr/>
              <p:nvPr/>
            </p:nvSpPr>
            <p:spPr bwMode="gray">
              <a:xfrm flipV="1">
                <a:off x="9676998" y="1602439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67" name="Ellipse 998">
                <a:extLst>
                  <a:ext uri="{FF2B5EF4-FFF2-40B4-BE49-F238E27FC236}">
                    <a16:creationId xmlns:a16="http://schemas.microsoft.com/office/drawing/2014/main" id="{9EB56993-E8F9-4721-9C17-3FE221047884}"/>
                  </a:ext>
                </a:extLst>
              </p:cNvPr>
              <p:cNvSpPr/>
              <p:nvPr/>
            </p:nvSpPr>
            <p:spPr bwMode="gray">
              <a:xfrm flipV="1">
                <a:off x="10593948" y="170790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68" name="Ellipse 999">
                <a:extLst>
                  <a:ext uri="{FF2B5EF4-FFF2-40B4-BE49-F238E27FC236}">
                    <a16:creationId xmlns:a16="http://schemas.microsoft.com/office/drawing/2014/main" id="{3EA71A5F-9A04-4357-9671-3CA0DEAFC4C5}"/>
                  </a:ext>
                </a:extLst>
              </p:cNvPr>
              <p:cNvSpPr/>
              <p:nvPr/>
            </p:nvSpPr>
            <p:spPr bwMode="gray">
              <a:xfrm flipV="1">
                <a:off x="10593948" y="1816026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69" name="Ellipse 1000">
                <a:extLst>
                  <a:ext uri="{FF2B5EF4-FFF2-40B4-BE49-F238E27FC236}">
                    <a16:creationId xmlns:a16="http://schemas.microsoft.com/office/drawing/2014/main" id="{27F97A9A-12F1-471E-84B9-8F9C55B1585A}"/>
                  </a:ext>
                </a:extLst>
              </p:cNvPr>
              <p:cNvSpPr/>
              <p:nvPr/>
            </p:nvSpPr>
            <p:spPr bwMode="gray">
              <a:xfrm flipV="1">
                <a:off x="10385977" y="1816026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70" name="Ellipse 1001">
                <a:extLst>
                  <a:ext uri="{FF2B5EF4-FFF2-40B4-BE49-F238E27FC236}">
                    <a16:creationId xmlns:a16="http://schemas.microsoft.com/office/drawing/2014/main" id="{5E6FE083-33BF-48AA-AD3F-96E3DDB22818}"/>
                  </a:ext>
                </a:extLst>
              </p:cNvPr>
              <p:cNvSpPr/>
              <p:nvPr/>
            </p:nvSpPr>
            <p:spPr bwMode="gray">
              <a:xfrm flipV="1">
                <a:off x="10490310" y="2135502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71" name="Ellipse 1002">
                <a:extLst>
                  <a:ext uri="{FF2B5EF4-FFF2-40B4-BE49-F238E27FC236}">
                    <a16:creationId xmlns:a16="http://schemas.microsoft.com/office/drawing/2014/main" id="{B8F0B45A-ED51-4CF4-9739-43CCE05BBF51}"/>
                  </a:ext>
                </a:extLst>
              </p:cNvPr>
              <p:cNvSpPr/>
              <p:nvPr/>
            </p:nvSpPr>
            <p:spPr bwMode="gray">
              <a:xfrm flipV="1">
                <a:off x="10490310" y="202859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72" name="Ellipse 1003">
                <a:extLst>
                  <a:ext uri="{FF2B5EF4-FFF2-40B4-BE49-F238E27FC236}">
                    <a16:creationId xmlns:a16="http://schemas.microsoft.com/office/drawing/2014/main" id="{B7E8B69E-B605-482C-9D14-2261149E910F}"/>
                  </a:ext>
                </a:extLst>
              </p:cNvPr>
              <p:cNvSpPr/>
              <p:nvPr/>
            </p:nvSpPr>
            <p:spPr bwMode="gray">
              <a:xfrm flipV="1">
                <a:off x="10490310" y="160243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73" name="Ellipse 1004">
                <a:extLst>
                  <a:ext uri="{FF2B5EF4-FFF2-40B4-BE49-F238E27FC236}">
                    <a16:creationId xmlns:a16="http://schemas.microsoft.com/office/drawing/2014/main" id="{7066A820-B9FA-48D1-AC41-8B99BE3A647A}"/>
                  </a:ext>
                </a:extLst>
              </p:cNvPr>
              <p:cNvSpPr/>
              <p:nvPr/>
            </p:nvSpPr>
            <p:spPr bwMode="gray">
              <a:xfrm flipV="1">
                <a:off x="9778750" y="1707909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74" name="Ellipse 1005">
                <a:extLst>
                  <a:ext uri="{FF2B5EF4-FFF2-40B4-BE49-F238E27FC236}">
                    <a16:creationId xmlns:a16="http://schemas.microsoft.com/office/drawing/2014/main" id="{1F2CC8A5-65C5-4D59-919E-F685CCC814EB}"/>
                  </a:ext>
                </a:extLst>
              </p:cNvPr>
              <p:cNvSpPr/>
              <p:nvPr/>
            </p:nvSpPr>
            <p:spPr bwMode="gray">
              <a:xfrm flipV="1">
                <a:off x="9883804" y="1707909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75" name="Ellipse 1006">
                <a:extLst>
                  <a:ext uri="{FF2B5EF4-FFF2-40B4-BE49-F238E27FC236}">
                    <a16:creationId xmlns:a16="http://schemas.microsoft.com/office/drawing/2014/main" id="{E0B38AE7-9986-4B54-89AE-602806DA0C82}"/>
                  </a:ext>
                </a:extLst>
              </p:cNvPr>
              <p:cNvSpPr/>
              <p:nvPr/>
            </p:nvSpPr>
            <p:spPr bwMode="gray">
              <a:xfrm flipV="1">
                <a:off x="9979215" y="1707909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76" name="Ellipse 1007">
                <a:extLst>
                  <a:ext uri="{FF2B5EF4-FFF2-40B4-BE49-F238E27FC236}">
                    <a16:creationId xmlns:a16="http://schemas.microsoft.com/office/drawing/2014/main" id="{2CD6097B-A2ED-44F2-98C2-51DBDBEA777E}"/>
                  </a:ext>
                </a:extLst>
              </p:cNvPr>
              <p:cNvSpPr/>
              <p:nvPr/>
            </p:nvSpPr>
            <p:spPr bwMode="gray">
              <a:xfrm flipV="1">
                <a:off x="9979215" y="1816026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77" name="Ellipse 1008">
                <a:extLst>
                  <a:ext uri="{FF2B5EF4-FFF2-40B4-BE49-F238E27FC236}">
                    <a16:creationId xmlns:a16="http://schemas.microsoft.com/office/drawing/2014/main" id="{EE1D634B-65AE-4DC4-B47A-B82039E56D9E}"/>
                  </a:ext>
                </a:extLst>
              </p:cNvPr>
              <p:cNvSpPr/>
              <p:nvPr/>
            </p:nvSpPr>
            <p:spPr bwMode="gray">
              <a:xfrm flipV="1">
                <a:off x="9979215" y="1923224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78" name="Ellipse 1009">
                <a:extLst>
                  <a:ext uri="{FF2B5EF4-FFF2-40B4-BE49-F238E27FC236}">
                    <a16:creationId xmlns:a16="http://schemas.microsoft.com/office/drawing/2014/main" id="{516EC3A0-8AFB-4CE3-8E16-39805A77705B}"/>
                  </a:ext>
                </a:extLst>
              </p:cNvPr>
              <p:cNvSpPr/>
              <p:nvPr/>
            </p:nvSpPr>
            <p:spPr bwMode="gray">
              <a:xfrm flipV="1">
                <a:off x="9979215" y="224145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79" name="Ellipse 1010">
                <a:extLst>
                  <a:ext uri="{FF2B5EF4-FFF2-40B4-BE49-F238E27FC236}">
                    <a16:creationId xmlns:a16="http://schemas.microsoft.com/office/drawing/2014/main" id="{F3D8A70A-B37C-4578-AC5E-4A7DE7C2181A}"/>
                  </a:ext>
                </a:extLst>
              </p:cNvPr>
              <p:cNvSpPr/>
              <p:nvPr/>
            </p:nvSpPr>
            <p:spPr bwMode="gray">
              <a:xfrm flipV="1">
                <a:off x="9778750" y="2453244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80" name="Ellipse 1011">
                <a:extLst>
                  <a:ext uri="{FF2B5EF4-FFF2-40B4-BE49-F238E27FC236}">
                    <a16:creationId xmlns:a16="http://schemas.microsoft.com/office/drawing/2014/main" id="{B3F196FD-2806-404F-B027-9C993D25E758}"/>
                  </a:ext>
                </a:extLst>
              </p:cNvPr>
              <p:cNvSpPr/>
              <p:nvPr/>
            </p:nvSpPr>
            <p:spPr bwMode="gray">
              <a:xfrm flipV="1">
                <a:off x="9778750" y="2347090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81" name="Ellipse 1012">
                <a:extLst>
                  <a:ext uri="{FF2B5EF4-FFF2-40B4-BE49-F238E27FC236}">
                    <a16:creationId xmlns:a16="http://schemas.microsoft.com/office/drawing/2014/main" id="{046FDC1F-2015-49A0-A2A3-B06470371A33}"/>
                  </a:ext>
                </a:extLst>
              </p:cNvPr>
              <p:cNvSpPr/>
              <p:nvPr/>
            </p:nvSpPr>
            <p:spPr bwMode="gray">
              <a:xfrm flipV="1">
                <a:off x="9778750" y="202859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82" name="Ellipse 1013">
                <a:extLst>
                  <a:ext uri="{FF2B5EF4-FFF2-40B4-BE49-F238E27FC236}">
                    <a16:creationId xmlns:a16="http://schemas.microsoft.com/office/drawing/2014/main" id="{75FB4829-606E-44B4-B09B-5CE39BDD954F}"/>
                  </a:ext>
                </a:extLst>
              </p:cNvPr>
              <p:cNvSpPr/>
              <p:nvPr/>
            </p:nvSpPr>
            <p:spPr bwMode="gray">
              <a:xfrm flipV="1">
                <a:off x="9778750" y="1816026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83" name="Ellipse 1014">
                <a:extLst>
                  <a:ext uri="{FF2B5EF4-FFF2-40B4-BE49-F238E27FC236}">
                    <a16:creationId xmlns:a16="http://schemas.microsoft.com/office/drawing/2014/main" id="{3B3A3B35-2BF1-40AA-B2C3-FC3627F01C30}"/>
                  </a:ext>
                </a:extLst>
              </p:cNvPr>
              <p:cNvSpPr/>
              <p:nvPr/>
            </p:nvSpPr>
            <p:spPr bwMode="gray">
              <a:xfrm flipV="1">
                <a:off x="9676998" y="2241459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84" name="Ellipse 1015">
                <a:extLst>
                  <a:ext uri="{FF2B5EF4-FFF2-40B4-BE49-F238E27FC236}">
                    <a16:creationId xmlns:a16="http://schemas.microsoft.com/office/drawing/2014/main" id="{EC23AFFB-D031-4DDF-80B2-54F0D6BAAA0C}"/>
                  </a:ext>
                </a:extLst>
              </p:cNvPr>
              <p:cNvSpPr/>
              <p:nvPr/>
            </p:nvSpPr>
            <p:spPr bwMode="gray">
              <a:xfrm flipV="1">
                <a:off x="9676998" y="1923224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85" name="Ellipse 1016">
                <a:extLst>
                  <a:ext uri="{FF2B5EF4-FFF2-40B4-BE49-F238E27FC236}">
                    <a16:creationId xmlns:a16="http://schemas.microsoft.com/office/drawing/2014/main" id="{9838B2CF-B241-4254-8D86-0042BFB43041}"/>
                  </a:ext>
                </a:extLst>
              </p:cNvPr>
              <p:cNvSpPr/>
              <p:nvPr/>
            </p:nvSpPr>
            <p:spPr bwMode="gray">
              <a:xfrm flipV="1">
                <a:off x="9471345" y="2453244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86" name="Ellipse 1017">
                <a:extLst>
                  <a:ext uri="{FF2B5EF4-FFF2-40B4-BE49-F238E27FC236}">
                    <a16:creationId xmlns:a16="http://schemas.microsoft.com/office/drawing/2014/main" id="{A6E28035-065B-4668-842E-745344B97461}"/>
                  </a:ext>
                </a:extLst>
              </p:cNvPr>
              <p:cNvSpPr/>
              <p:nvPr/>
            </p:nvSpPr>
            <p:spPr bwMode="gray">
              <a:xfrm flipV="1">
                <a:off x="9471345" y="2347090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87" name="Ellipse 1018">
                <a:extLst>
                  <a:ext uri="{FF2B5EF4-FFF2-40B4-BE49-F238E27FC236}">
                    <a16:creationId xmlns:a16="http://schemas.microsoft.com/office/drawing/2014/main" id="{D83E0E70-08EF-4513-B5A3-FF530D64BA4D}"/>
                  </a:ext>
                </a:extLst>
              </p:cNvPr>
              <p:cNvSpPr/>
              <p:nvPr/>
            </p:nvSpPr>
            <p:spPr bwMode="gray">
              <a:xfrm flipV="1">
                <a:off x="9471345" y="1923224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88" name="Ellipse 1019">
                <a:extLst>
                  <a:ext uri="{FF2B5EF4-FFF2-40B4-BE49-F238E27FC236}">
                    <a16:creationId xmlns:a16="http://schemas.microsoft.com/office/drawing/2014/main" id="{AE32D25F-6805-4111-B177-52350A33A224}"/>
                  </a:ext>
                </a:extLst>
              </p:cNvPr>
              <p:cNvSpPr/>
              <p:nvPr/>
            </p:nvSpPr>
            <p:spPr bwMode="gray">
              <a:xfrm flipV="1">
                <a:off x="9471345" y="1816026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89" name="Ellipse 1020">
                <a:extLst>
                  <a:ext uri="{FF2B5EF4-FFF2-40B4-BE49-F238E27FC236}">
                    <a16:creationId xmlns:a16="http://schemas.microsoft.com/office/drawing/2014/main" id="{B1DEA72E-B80C-4F79-B728-22943043AD1B}"/>
                  </a:ext>
                </a:extLst>
              </p:cNvPr>
              <p:cNvSpPr/>
              <p:nvPr/>
            </p:nvSpPr>
            <p:spPr bwMode="gray">
              <a:xfrm flipV="1">
                <a:off x="9471345" y="1707909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90" name="Ellipse 1021">
                <a:extLst>
                  <a:ext uri="{FF2B5EF4-FFF2-40B4-BE49-F238E27FC236}">
                    <a16:creationId xmlns:a16="http://schemas.microsoft.com/office/drawing/2014/main" id="{69D4B0C9-EAE7-480E-877E-EEAA9172075B}"/>
                  </a:ext>
                </a:extLst>
              </p:cNvPr>
              <p:cNvSpPr/>
              <p:nvPr/>
            </p:nvSpPr>
            <p:spPr bwMode="gray">
              <a:xfrm flipV="1">
                <a:off x="9471345" y="160243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91" name="Ellipse 1022">
                <a:extLst>
                  <a:ext uri="{FF2B5EF4-FFF2-40B4-BE49-F238E27FC236}">
                    <a16:creationId xmlns:a16="http://schemas.microsoft.com/office/drawing/2014/main" id="{84962B76-E335-4785-A0FE-23F445E85890}"/>
                  </a:ext>
                </a:extLst>
              </p:cNvPr>
              <p:cNvSpPr/>
              <p:nvPr/>
            </p:nvSpPr>
            <p:spPr bwMode="gray">
              <a:xfrm flipV="1">
                <a:off x="9574906" y="1602439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92" name="Ellipse 1023">
                <a:extLst>
                  <a:ext uri="{FF2B5EF4-FFF2-40B4-BE49-F238E27FC236}">
                    <a16:creationId xmlns:a16="http://schemas.microsoft.com/office/drawing/2014/main" id="{8D75F26A-D027-44F8-83D4-FF011B54D1EB}"/>
                  </a:ext>
                </a:extLst>
              </p:cNvPr>
              <p:cNvSpPr/>
              <p:nvPr/>
            </p:nvSpPr>
            <p:spPr bwMode="gray">
              <a:xfrm flipV="1">
                <a:off x="9471345" y="145798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93" name="Ellipse 1024">
                <a:extLst>
                  <a:ext uri="{FF2B5EF4-FFF2-40B4-BE49-F238E27FC236}">
                    <a16:creationId xmlns:a16="http://schemas.microsoft.com/office/drawing/2014/main" id="{D59B9EB7-F659-4567-B69D-7BDF3AC69B83}"/>
                  </a:ext>
                </a:extLst>
              </p:cNvPr>
              <p:cNvSpPr/>
              <p:nvPr/>
            </p:nvSpPr>
            <p:spPr bwMode="gray">
              <a:xfrm flipV="1">
                <a:off x="9371954" y="160243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94" name="Ellipse 1025">
                <a:extLst>
                  <a:ext uri="{FF2B5EF4-FFF2-40B4-BE49-F238E27FC236}">
                    <a16:creationId xmlns:a16="http://schemas.microsoft.com/office/drawing/2014/main" id="{1DB960B6-ABA9-48A2-8E89-FD9F1EBBF4AC}"/>
                  </a:ext>
                </a:extLst>
              </p:cNvPr>
              <p:cNvSpPr/>
              <p:nvPr/>
            </p:nvSpPr>
            <p:spPr bwMode="gray">
              <a:xfrm flipV="1">
                <a:off x="9371954" y="2347090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95" name="Ellipse 1026">
                <a:extLst>
                  <a:ext uri="{FF2B5EF4-FFF2-40B4-BE49-F238E27FC236}">
                    <a16:creationId xmlns:a16="http://schemas.microsoft.com/office/drawing/2014/main" id="{401434A3-C491-4F5D-BC92-A77732C88B82}"/>
                  </a:ext>
                </a:extLst>
              </p:cNvPr>
              <p:cNvSpPr/>
              <p:nvPr/>
            </p:nvSpPr>
            <p:spPr bwMode="gray">
              <a:xfrm flipV="1">
                <a:off x="9268950" y="2453244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96" name="Ellipse 1027">
                <a:extLst>
                  <a:ext uri="{FF2B5EF4-FFF2-40B4-BE49-F238E27FC236}">
                    <a16:creationId xmlns:a16="http://schemas.microsoft.com/office/drawing/2014/main" id="{9329AFA9-3A46-442B-9D80-BAA5D1D96A1B}"/>
                  </a:ext>
                </a:extLst>
              </p:cNvPr>
              <p:cNvSpPr/>
              <p:nvPr/>
            </p:nvSpPr>
            <p:spPr bwMode="gray">
              <a:xfrm flipV="1">
                <a:off x="9268950" y="1816026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97" name="Ellipse 1028">
                <a:extLst>
                  <a:ext uri="{FF2B5EF4-FFF2-40B4-BE49-F238E27FC236}">
                    <a16:creationId xmlns:a16="http://schemas.microsoft.com/office/drawing/2014/main" id="{36DA99B9-5B2A-4BF2-8D39-2CF349FEFBB6}"/>
                  </a:ext>
                </a:extLst>
              </p:cNvPr>
              <p:cNvSpPr/>
              <p:nvPr/>
            </p:nvSpPr>
            <p:spPr bwMode="gray">
              <a:xfrm flipV="1">
                <a:off x="9268950" y="170790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98" name="Ellipse 1029">
                <a:extLst>
                  <a:ext uri="{FF2B5EF4-FFF2-40B4-BE49-F238E27FC236}">
                    <a16:creationId xmlns:a16="http://schemas.microsoft.com/office/drawing/2014/main" id="{D56165FE-FE8C-473D-8129-AFCBF2C21491}"/>
                  </a:ext>
                </a:extLst>
              </p:cNvPr>
              <p:cNvSpPr/>
              <p:nvPr/>
            </p:nvSpPr>
            <p:spPr bwMode="gray">
              <a:xfrm flipV="1">
                <a:off x="9268950" y="2347090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99" name="Ellipse 1030">
                <a:extLst>
                  <a:ext uri="{FF2B5EF4-FFF2-40B4-BE49-F238E27FC236}">
                    <a16:creationId xmlns:a16="http://schemas.microsoft.com/office/drawing/2014/main" id="{752DFF24-C9B1-46FE-939B-3026545A5034}"/>
                  </a:ext>
                </a:extLst>
              </p:cNvPr>
              <p:cNvSpPr/>
              <p:nvPr/>
            </p:nvSpPr>
            <p:spPr bwMode="gray">
              <a:xfrm flipV="1">
                <a:off x="9169531" y="2347090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00" name="Ellipse 1031">
                <a:extLst>
                  <a:ext uri="{FF2B5EF4-FFF2-40B4-BE49-F238E27FC236}">
                    <a16:creationId xmlns:a16="http://schemas.microsoft.com/office/drawing/2014/main" id="{384B9537-02CF-4003-977A-CD17CDB19E73}"/>
                  </a:ext>
                </a:extLst>
              </p:cNvPr>
              <p:cNvSpPr/>
              <p:nvPr/>
            </p:nvSpPr>
            <p:spPr bwMode="gray">
              <a:xfrm flipV="1">
                <a:off x="9063923" y="2347090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01" name="Ellipse 1032">
                <a:extLst>
                  <a:ext uri="{FF2B5EF4-FFF2-40B4-BE49-F238E27FC236}">
                    <a16:creationId xmlns:a16="http://schemas.microsoft.com/office/drawing/2014/main" id="{861FDF1E-CF12-48C5-B40A-005F9B2BA045}"/>
                  </a:ext>
                </a:extLst>
              </p:cNvPr>
              <p:cNvSpPr/>
              <p:nvPr/>
            </p:nvSpPr>
            <p:spPr bwMode="gray">
              <a:xfrm flipV="1">
                <a:off x="8865794" y="2241459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02" name="Ellipse 1033">
                <a:extLst>
                  <a:ext uri="{FF2B5EF4-FFF2-40B4-BE49-F238E27FC236}">
                    <a16:creationId xmlns:a16="http://schemas.microsoft.com/office/drawing/2014/main" id="{E1CBEE46-84FF-4D87-B0F1-BE6EAA8428AF}"/>
                  </a:ext>
                </a:extLst>
              </p:cNvPr>
              <p:cNvSpPr/>
              <p:nvPr/>
            </p:nvSpPr>
            <p:spPr bwMode="gray">
              <a:xfrm flipV="1">
                <a:off x="8762410" y="2347090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03" name="Ellipse 1034">
                <a:extLst>
                  <a:ext uri="{FF2B5EF4-FFF2-40B4-BE49-F238E27FC236}">
                    <a16:creationId xmlns:a16="http://schemas.microsoft.com/office/drawing/2014/main" id="{3F06B99C-CD03-481B-A358-C2F0B98EC5C4}"/>
                  </a:ext>
                </a:extLst>
              </p:cNvPr>
              <p:cNvSpPr/>
              <p:nvPr/>
            </p:nvSpPr>
            <p:spPr bwMode="gray">
              <a:xfrm flipV="1">
                <a:off x="8666236" y="2453244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04" name="Ellipse 1035">
                <a:extLst>
                  <a:ext uri="{FF2B5EF4-FFF2-40B4-BE49-F238E27FC236}">
                    <a16:creationId xmlns:a16="http://schemas.microsoft.com/office/drawing/2014/main" id="{60001BAA-892F-4A81-B479-93309757990A}"/>
                  </a:ext>
                </a:extLst>
              </p:cNvPr>
              <p:cNvSpPr/>
              <p:nvPr/>
            </p:nvSpPr>
            <p:spPr bwMode="gray">
              <a:xfrm flipV="1">
                <a:off x="8458819" y="1816026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05" name="Ellipse 1036">
                <a:extLst>
                  <a:ext uri="{FF2B5EF4-FFF2-40B4-BE49-F238E27FC236}">
                    <a16:creationId xmlns:a16="http://schemas.microsoft.com/office/drawing/2014/main" id="{33063A9C-C403-48FB-A251-94EE80470BD3}"/>
                  </a:ext>
                </a:extLst>
              </p:cNvPr>
              <p:cNvSpPr/>
              <p:nvPr/>
            </p:nvSpPr>
            <p:spPr bwMode="gray">
              <a:xfrm flipV="1">
                <a:off x="8458819" y="170790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06" name="Ellipse 1037">
                <a:extLst>
                  <a:ext uri="{FF2B5EF4-FFF2-40B4-BE49-F238E27FC236}">
                    <a16:creationId xmlns:a16="http://schemas.microsoft.com/office/drawing/2014/main" id="{BE550241-98B6-44E6-8B07-1D3EA2BF38EF}"/>
                  </a:ext>
                </a:extLst>
              </p:cNvPr>
              <p:cNvSpPr/>
              <p:nvPr/>
            </p:nvSpPr>
            <p:spPr bwMode="gray">
              <a:xfrm flipV="1">
                <a:off x="8458819" y="160243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07" name="Ellipse 1038">
                <a:extLst>
                  <a:ext uri="{FF2B5EF4-FFF2-40B4-BE49-F238E27FC236}">
                    <a16:creationId xmlns:a16="http://schemas.microsoft.com/office/drawing/2014/main" id="{87290F88-3060-40C2-A8C3-4C2C2D6DA534}"/>
                  </a:ext>
                </a:extLst>
              </p:cNvPr>
              <p:cNvSpPr/>
              <p:nvPr/>
            </p:nvSpPr>
            <p:spPr bwMode="gray">
              <a:xfrm flipV="1">
                <a:off x="8355188" y="160243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08" name="Ellipse 1039">
                <a:extLst>
                  <a:ext uri="{FF2B5EF4-FFF2-40B4-BE49-F238E27FC236}">
                    <a16:creationId xmlns:a16="http://schemas.microsoft.com/office/drawing/2014/main" id="{8DA9FD36-2744-4214-BB06-E461C5DF5528}"/>
                  </a:ext>
                </a:extLst>
              </p:cNvPr>
              <p:cNvSpPr/>
              <p:nvPr/>
            </p:nvSpPr>
            <p:spPr bwMode="gray">
              <a:xfrm flipV="1">
                <a:off x="8355188" y="145798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09" name="Ellipse 1040">
                <a:extLst>
                  <a:ext uri="{FF2B5EF4-FFF2-40B4-BE49-F238E27FC236}">
                    <a16:creationId xmlns:a16="http://schemas.microsoft.com/office/drawing/2014/main" id="{C7C64060-EB80-4AB5-9030-4461D090689D}"/>
                  </a:ext>
                </a:extLst>
              </p:cNvPr>
              <p:cNvSpPr/>
              <p:nvPr/>
            </p:nvSpPr>
            <p:spPr bwMode="gray">
              <a:xfrm flipV="1">
                <a:off x="8257598" y="160243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0" name="Ellipse 1041">
                <a:extLst>
                  <a:ext uri="{FF2B5EF4-FFF2-40B4-BE49-F238E27FC236}">
                    <a16:creationId xmlns:a16="http://schemas.microsoft.com/office/drawing/2014/main" id="{6DEE4E78-6DA0-45F6-8E00-ED0FE4DE2F95}"/>
                  </a:ext>
                </a:extLst>
              </p:cNvPr>
              <p:cNvSpPr/>
              <p:nvPr/>
            </p:nvSpPr>
            <p:spPr bwMode="gray">
              <a:xfrm flipV="1">
                <a:off x="8257598" y="145798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1" name="Ellipse 1042">
                <a:extLst>
                  <a:ext uri="{FF2B5EF4-FFF2-40B4-BE49-F238E27FC236}">
                    <a16:creationId xmlns:a16="http://schemas.microsoft.com/office/drawing/2014/main" id="{CD5844FB-74CA-48DA-875F-D7F30A248E27}"/>
                  </a:ext>
                </a:extLst>
              </p:cNvPr>
              <p:cNvSpPr/>
              <p:nvPr/>
            </p:nvSpPr>
            <p:spPr bwMode="gray">
              <a:xfrm flipV="1">
                <a:off x="8257598" y="1816026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2" name="Ellipse 1043">
                <a:extLst>
                  <a:ext uri="{FF2B5EF4-FFF2-40B4-BE49-F238E27FC236}">
                    <a16:creationId xmlns:a16="http://schemas.microsoft.com/office/drawing/2014/main" id="{048FF136-81C4-4150-92EA-AE49BD20AD18}"/>
                  </a:ext>
                </a:extLst>
              </p:cNvPr>
              <p:cNvSpPr/>
              <p:nvPr/>
            </p:nvSpPr>
            <p:spPr bwMode="gray">
              <a:xfrm flipV="1">
                <a:off x="8257598" y="2028599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3" name="Ellipse 1044">
                <a:extLst>
                  <a:ext uri="{FF2B5EF4-FFF2-40B4-BE49-F238E27FC236}">
                    <a16:creationId xmlns:a16="http://schemas.microsoft.com/office/drawing/2014/main" id="{31D6F502-B1CA-4570-BC1F-2AB03806C339}"/>
                  </a:ext>
                </a:extLst>
              </p:cNvPr>
              <p:cNvSpPr/>
              <p:nvPr/>
            </p:nvSpPr>
            <p:spPr bwMode="gray">
              <a:xfrm flipV="1">
                <a:off x="8156400" y="1923224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4" name="Ellipse 1045">
                <a:extLst>
                  <a:ext uri="{FF2B5EF4-FFF2-40B4-BE49-F238E27FC236}">
                    <a16:creationId xmlns:a16="http://schemas.microsoft.com/office/drawing/2014/main" id="{A149FA54-8C39-4A6F-B574-CD4BE2060AEC}"/>
                  </a:ext>
                </a:extLst>
              </p:cNvPr>
              <p:cNvSpPr/>
              <p:nvPr/>
            </p:nvSpPr>
            <p:spPr bwMode="gray">
              <a:xfrm flipV="1">
                <a:off x="8053160" y="1923224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5" name="Ellipse 1046">
                <a:extLst>
                  <a:ext uri="{FF2B5EF4-FFF2-40B4-BE49-F238E27FC236}">
                    <a16:creationId xmlns:a16="http://schemas.microsoft.com/office/drawing/2014/main" id="{AB7B64AA-C9DE-4541-966D-08C78223A97A}"/>
                  </a:ext>
                </a:extLst>
              </p:cNvPr>
              <p:cNvSpPr/>
              <p:nvPr/>
            </p:nvSpPr>
            <p:spPr bwMode="gray">
              <a:xfrm flipV="1">
                <a:off x="8053160" y="170790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6" name="Ellipse 1047">
                <a:extLst>
                  <a:ext uri="{FF2B5EF4-FFF2-40B4-BE49-F238E27FC236}">
                    <a16:creationId xmlns:a16="http://schemas.microsoft.com/office/drawing/2014/main" id="{FA59A770-2550-4374-915B-2E5221B76811}"/>
                  </a:ext>
                </a:extLst>
              </p:cNvPr>
              <p:cNvSpPr/>
              <p:nvPr/>
            </p:nvSpPr>
            <p:spPr bwMode="gray">
              <a:xfrm flipV="1">
                <a:off x="8053160" y="1816026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7" name="Ellipse 1048">
                <a:extLst>
                  <a:ext uri="{FF2B5EF4-FFF2-40B4-BE49-F238E27FC236}">
                    <a16:creationId xmlns:a16="http://schemas.microsoft.com/office/drawing/2014/main" id="{52772B4C-0F32-4D1B-BD8C-93F19BC6FF3C}"/>
                  </a:ext>
                </a:extLst>
              </p:cNvPr>
              <p:cNvSpPr/>
              <p:nvPr/>
            </p:nvSpPr>
            <p:spPr bwMode="gray">
              <a:xfrm flipV="1">
                <a:off x="8053160" y="2135502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8" name="Ellipse 1049">
                <a:extLst>
                  <a:ext uri="{FF2B5EF4-FFF2-40B4-BE49-F238E27FC236}">
                    <a16:creationId xmlns:a16="http://schemas.microsoft.com/office/drawing/2014/main" id="{70386317-CA5D-4BF4-8C34-F979F503701C}"/>
                  </a:ext>
                </a:extLst>
              </p:cNvPr>
              <p:cNvSpPr/>
              <p:nvPr/>
            </p:nvSpPr>
            <p:spPr bwMode="gray">
              <a:xfrm flipV="1">
                <a:off x="8053160" y="2347090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9" name="Ellipse 1050">
                <a:extLst>
                  <a:ext uri="{FF2B5EF4-FFF2-40B4-BE49-F238E27FC236}">
                    <a16:creationId xmlns:a16="http://schemas.microsoft.com/office/drawing/2014/main" id="{4A8022C8-B3E1-42A1-8A10-CBA77CA672B6}"/>
                  </a:ext>
                </a:extLst>
              </p:cNvPr>
              <p:cNvSpPr/>
              <p:nvPr/>
            </p:nvSpPr>
            <p:spPr bwMode="gray">
              <a:xfrm flipV="1">
                <a:off x="8053160" y="2453244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0" name="Ellipse 1051">
                <a:extLst>
                  <a:ext uri="{FF2B5EF4-FFF2-40B4-BE49-F238E27FC236}">
                    <a16:creationId xmlns:a16="http://schemas.microsoft.com/office/drawing/2014/main" id="{DE93BEB0-19E0-42BF-85C1-10F1B9758ED2}"/>
                  </a:ext>
                </a:extLst>
              </p:cNvPr>
              <p:cNvSpPr/>
              <p:nvPr/>
            </p:nvSpPr>
            <p:spPr bwMode="gray">
              <a:xfrm flipV="1">
                <a:off x="7950749" y="1923224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1" name="Ellipse 1052">
                <a:extLst>
                  <a:ext uri="{FF2B5EF4-FFF2-40B4-BE49-F238E27FC236}">
                    <a16:creationId xmlns:a16="http://schemas.microsoft.com/office/drawing/2014/main" id="{B16A2EE7-B1A8-4E67-9C6B-35755CEF15E8}"/>
                  </a:ext>
                </a:extLst>
              </p:cNvPr>
              <p:cNvSpPr/>
              <p:nvPr/>
            </p:nvSpPr>
            <p:spPr bwMode="gray">
              <a:xfrm flipV="1">
                <a:off x="7950749" y="1816026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2" name="Ellipse 1053">
                <a:extLst>
                  <a:ext uri="{FF2B5EF4-FFF2-40B4-BE49-F238E27FC236}">
                    <a16:creationId xmlns:a16="http://schemas.microsoft.com/office/drawing/2014/main" id="{BF3D4488-458E-4EFD-9AD8-9DEDADDBFE06}"/>
                  </a:ext>
                </a:extLst>
              </p:cNvPr>
              <p:cNvSpPr/>
              <p:nvPr/>
            </p:nvSpPr>
            <p:spPr bwMode="gray">
              <a:xfrm flipV="1">
                <a:off x="7850594" y="160243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3" name="Ellipse 1054">
                <a:extLst>
                  <a:ext uri="{FF2B5EF4-FFF2-40B4-BE49-F238E27FC236}">
                    <a16:creationId xmlns:a16="http://schemas.microsoft.com/office/drawing/2014/main" id="{A410248E-763F-4228-8656-104A95C9D010}"/>
                  </a:ext>
                </a:extLst>
              </p:cNvPr>
              <p:cNvSpPr/>
              <p:nvPr/>
            </p:nvSpPr>
            <p:spPr bwMode="gray">
              <a:xfrm flipV="1">
                <a:off x="7850594" y="145798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4" name="Ellipse 1055">
                <a:extLst>
                  <a:ext uri="{FF2B5EF4-FFF2-40B4-BE49-F238E27FC236}">
                    <a16:creationId xmlns:a16="http://schemas.microsoft.com/office/drawing/2014/main" id="{B3C57496-D966-439F-B1F1-6663FA909314}"/>
                  </a:ext>
                </a:extLst>
              </p:cNvPr>
              <p:cNvSpPr/>
              <p:nvPr/>
            </p:nvSpPr>
            <p:spPr bwMode="gray">
              <a:xfrm flipV="1">
                <a:off x="7850594" y="2453244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5" name="Ellipse 1056">
                <a:extLst>
                  <a:ext uri="{FF2B5EF4-FFF2-40B4-BE49-F238E27FC236}">
                    <a16:creationId xmlns:a16="http://schemas.microsoft.com/office/drawing/2014/main" id="{BC362A32-21C6-42F6-B13B-CC51812D8194}"/>
                  </a:ext>
                </a:extLst>
              </p:cNvPr>
              <p:cNvSpPr/>
              <p:nvPr/>
            </p:nvSpPr>
            <p:spPr bwMode="gray">
              <a:xfrm flipV="1">
                <a:off x="7646801" y="1816026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6" name="Ellipse 1057">
                <a:extLst>
                  <a:ext uri="{FF2B5EF4-FFF2-40B4-BE49-F238E27FC236}">
                    <a16:creationId xmlns:a16="http://schemas.microsoft.com/office/drawing/2014/main" id="{82AB2091-ABAE-4321-B732-78AB35123379}"/>
                  </a:ext>
                </a:extLst>
              </p:cNvPr>
              <p:cNvSpPr/>
              <p:nvPr/>
            </p:nvSpPr>
            <p:spPr bwMode="gray">
              <a:xfrm flipV="1">
                <a:off x="7748160" y="1816026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7" name="Ellipse 1058">
                <a:extLst>
                  <a:ext uri="{FF2B5EF4-FFF2-40B4-BE49-F238E27FC236}">
                    <a16:creationId xmlns:a16="http://schemas.microsoft.com/office/drawing/2014/main" id="{3F18A2EB-5582-4315-BF59-A78863A15619}"/>
                  </a:ext>
                </a:extLst>
              </p:cNvPr>
              <p:cNvSpPr/>
              <p:nvPr/>
            </p:nvSpPr>
            <p:spPr bwMode="gray">
              <a:xfrm flipV="1">
                <a:off x="7748160" y="202859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8" name="Ellipse 1059">
                <a:extLst>
                  <a:ext uri="{FF2B5EF4-FFF2-40B4-BE49-F238E27FC236}">
                    <a16:creationId xmlns:a16="http://schemas.microsoft.com/office/drawing/2014/main" id="{FE9DFA4C-132D-473C-88FD-BAE3FDC2ED44}"/>
                  </a:ext>
                </a:extLst>
              </p:cNvPr>
              <p:cNvSpPr/>
              <p:nvPr/>
            </p:nvSpPr>
            <p:spPr bwMode="gray">
              <a:xfrm flipV="1">
                <a:off x="7549603" y="1602439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9" name="Ellipse 1060">
                <a:extLst>
                  <a:ext uri="{FF2B5EF4-FFF2-40B4-BE49-F238E27FC236}">
                    <a16:creationId xmlns:a16="http://schemas.microsoft.com/office/drawing/2014/main" id="{04124F07-B076-4E85-93B5-42CDB7E40640}"/>
                  </a:ext>
                </a:extLst>
              </p:cNvPr>
              <p:cNvSpPr/>
              <p:nvPr/>
            </p:nvSpPr>
            <p:spPr bwMode="gray">
              <a:xfrm flipV="1">
                <a:off x="7549603" y="1923224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30" name="Ellipse 1061">
                <a:extLst>
                  <a:ext uri="{FF2B5EF4-FFF2-40B4-BE49-F238E27FC236}">
                    <a16:creationId xmlns:a16="http://schemas.microsoft.com/office/drawing/2014/main" id="{6A2772C1-93AA-4100-9836-9217F80E0887}"/>
                  </a:ext>
                </a:extLst>
              </p:cNvPr>
              <p:cNvSpPr/>
              <p:nvPr/>
            </p:nvSpPr>
            <p:spPr bwMode="gray">
              <a:xfrm flipV="1">
                <a:off x="7549603" y="2347090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31" name="Ellipse 1062">
                <a:extLst>
                  <a:ext uri="{FF2B5EF4-FFF2-40B4-BE49-F238E27FC236}">
                    <a16:creationId xmlns:a16="http://schemas.microsoft.com/office/drawing/2014/main" id="{06260B17-65F6-466D-BA28-0A1B5B3E1BAD}"/>
                  </a:ext>
                </a:extLst>
              </p:cNvPr>
              <p:cNvSpPr/>
              <p:nvPr/>
            </p:nvSpPr>
            <p:spPr bwMode="gray">
              <a:xfrm flipV="1">
                <a:off x="7441978" y="2453244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32" name="Ellipse 1063">
                <a:extLst>
                  <a:ext uri="{FF2B5EF4-FFF2-40B4-BE49-F238E27FC236}">
                    <a16:creationId xmlns:a16="http://schemas.microsoft.com/office/drawing/2014/main" id="{B63AAF50-F36E-4338-8D60-F353921A54B6}"/>
                  </a:ext>
                </a:extLst>
              </p:cNvPr>
              <p:cNvSpPr/>
              <p:nvPr/>
            </p:nvSpPr>
            <p:spPr bwMode="gray">
              <a:xfrm flipV="1">
                <a:off x="7441978" y="2347090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33" name="Ellipse 1064">
                <a:extLst>
                  <a:ext uri="{FF2B5EF4-FFF2-40B4-BE49-F238E27FC236}">
                    <a16:creationId xmlns:a16="http://schemas.microsoft.com/office/drawing/2014/main" id="{E8F61A83-1A6C-4BD7-A284-4BA4E7C9167D}"/>
                  </a:ext>
                </a:extLst>
              </p:cNvPr>
              <p:cNvSpPr/>
              <p:nvPr/>
            </p:nvSpPr>
            <p:spPr bwMode="gray">
              <a:xfrm flipV="1">
                <a:off x="7344594" y="2028599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34" name="Ellipse 1065">
                <a:extLst>
                  <a:ext uri="{FF2B5EF4-FFF2-40B4-BE49-F238E27FC236}">
                    <a16:creationId xmlns:a16="http://schemas.microsoft.com/office/drawing/2014/main" id="{965FF0E5-51FF-4D43-98D0-2E8327C0D789}"/>
                  </a:ext>
                </a:extLst>
              </p:cNvPr>
              <p:cNvSpPr/>
              <p:nvPr/>
            </p:nvSpPr>
            <p:spPr bwMode="gray">
              <a:xfrm flipV="1">
                <a:off x="7344594" y="1923224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35" name="Ellipse 1066">
                <a:extLst>
                  <a:ext uri="{FF2B5EF4-FFF2-40B4-BE49-F238E27FC236}">
                    <a16:creationId xmlns:a16="http://schemas.microsoft.com/office/drawing/2014/main" id="{3CD36F5B-14F4-467A-8BAB-581074A1DF76}"/>
                  </a:ext>
                </a:extLst>
              </p:cNvPr>
              <p:cNvSpPr/>
              <p:nvPr/>
            </p:nvSpPr>
            <p:spPr bwMode="gray">
              <a:xfrm flipV="1">
                <a:off x="7344594" y="1816026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36" name="Ellipse 1067">
                <a:extLst>
                  <a:ext uri="{FF2B5EF4-FFF2-40B4-BE49-F238E27FC236}">
                    <a16:creationId xmlns:a16="http://schemas.microsoft.com/office/drawing/2014/main" id="{209F45BF-A1F4-494F-87FA-AC67125CB38E}"/>
                  </a:ext>
                </a:extLst>
              </p:cNvPr>
              <p:cNvSpPr/>
              <p:nvPr/>
            </p:nvSpPr>
            <p:spPr bwMode="gray">
              <a:xfrm flipV="1">
                <a:off x="7344594" y="160243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37" name="Ellipse 1068">
                <a:extLst>
                  <a:ext uri="{FF2B5EF4-FFF2-40B4-BE49-F238E27FC236}">
                    <a16:creationId xmlns:a16="http://schemas.microsoft.com/office/drawing/2014/main" id="{9852970D-7879-401D-BFFA-7321DEAB3535}"/>
                  </a:ext>
                </a:extLst>
              </p:cNvPr>
              <p:cNvSpPr/>
              <p:nvPr/>
            </p:nvSpPr>
            <p:spPr bwMode="gray">
              <a:xfrm flipV="1">
                <a:off x="7239583" y="2453244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38" name="Ellipse 1069">
                <a:extLst>
                  <a:ext uri="{FF2B5EF4-FFF2-40B4-BE49-F238E27FC236}">
                    <a16:creationId xmlns:a16="http://schemas.microsoft.com/office/drawing/2014/main" id="{1D975484-26CB-48A5-8CD2-31549A997AC2}"/>
                  </a:ext>
                </a:extLst>
              </p:cNvPr>
              <p:cNvSpPr/>
              <p:nvPr/>
            </p:nvSpPr>
            <p:spPr bwMode="gray">
              <a:xfrm flipV="1">
                <a:off x="7239583" y="2028599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39" name="Ellipse 1070">
                <a:extLst>
                  <a:ext uri="{FF2B5EF4-FFF2-40B4-BE49-F238E27FC236}">
                    <a16:creationId xmlns:a16="http://schemas.microsoft.com/office/drawing/2014/main" id="{C58EDD72-0865-4E67-A7EE-70B288F26BA9}"/>
                  </a:ext>
                </a:extLst>
              </p:cNvPr>
              <p:cNvSpPr/>
              <p:nvPr/>
            </p:nvSpPr>
            <p:spPr bwMode="gray">
              <a:xfrm flipV="1">
                <a:off x="7239583" y="1816026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40" name="Ellipse 1071">
                <a:extLst>
                  <a:ext uri="{FF2B5EF4-FFF2-40B4-BE49-F238E27FC236}">
                    <a16:creationId xmlns:a16="http://schemas.microsoft.com/office/drawing/2014/main" id="{C24AA382-1F00-4DAA-B2F1-9EE6019E1E28}"/>
                  </a:ext>
                </a:extLst>
              </p:cNvPr>
              <p:cNvSpPr/>
              <p:nvPr/>
            </p:nvSpPr>
            <p:spPr bwMode="gray">
              <a:xfrm flipV="1">
                <a:off x="7239583" y="2347090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41" name="Ellipse 1072">
                <a:extLst>
                  <a:ext uri="{FF2B5EF4-FFF2-40B4-BE49-F238E27FC236}">
                    <a16:creationId xmlns:a16="http://schemas.microsoft.com/office/drawing/2014/main" id="{932E17CD-0C2C-47D7-BB4A-22C2419E2FD4}"/>
                  </a:ext>
                </a:extLst>
              </p:cNvPr>
              <p:cNvSpPr/>
              <p:nvPr/>
            </p:nvSpPr>
            <p:spPr bwMode="gray">
              <a:xfrm flipV="1">
                <a:off x="7136579" y="2347090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6487"/>
                  </a:solidFill>
                </a:endParaRPr>
              </a:p>
            </p:txBody>
          </p:sp>
          <p:sp>
            <p:nvSpPr>
              <p:cNvPr id="442" name="Ellipse 1073">
                <a:extLst>
                  <a:ext uri="{FF2B5EF4-FFF2-40B4-BE49-F238E27FC236}">
                    <a16:creationId xmlns:a16="http://schemas.microsoft.com/office/drawing/2014/main" id="{F75CACF2-88CA-4DA0-B12D-08F5913386CF}"/>
                  </a:ext>
                </a:extLst>
              </p:cNvPr>
              <p:cNvSpPr/>
              <p:nvPr/>
            </p:nvSpPr>
            <p:spPr bwMode="gray">
              <a:xfrm flipV="1">
                <a:off x="7136579" y="1816026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6487"/>
                  </a:solidFill>
                </a:endParaRPr>
              </a:p>
            </p:txBody>
          </p:sp>
          <p:sp>
            <p:nvSpPr>
              <p:cNvPr id="443" name="Ellipse 1074">
                <a:extLst>
                  <a:ext uri="{FF2B5EF4-FFF2-40B4-BE49-F238E27FC236}">
                    <a16:creationId xmlns:a16="http://schemas.microsoft.com/office/drawing/2014/main" id="{60C02876-FDC7-4F46-9330-49EFA4AF20E6}"/>
                  </a:ext>
                </a:extLst>
              </p:cNvPr>
              <p:cNvSpPr/>
              <p:nvPr/>
            </p:nvSpPr>
            <p:spPr bwMode="gray">
              <a:xfrm flipV="1">
                <a:off x="7136579" y="170790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6487"/>
                  </a:solidFill>
                </a:endParaRPr>
              </a:p>
            </p:txBody>
          </p:sp>
          <p:sp>
            <p:nvSpPr>
              <p:cNvPr id="444" name="Ellipse 1075">
                <a:extLst>
                  <a:ext uri="{FF2B5EF4-FFF2-40B4-BE49-F238E27FC236}">
                    <a16:creationId xmlns:a16="http://schemas.microsoft.com/office/drawing/2014/main" id="{094BF4D0-01EF-48A9-9310-F7679C1C47C7}"/>
                  </a:ext>
                </a:extLst>
              </p:cNvPr>
              <p:cNvSpPr/>
              <p:nvPr/>
            </p:nvSpPr>
            <p:spPr bwMode="gray">
              <a:xfrm flipV="1">
                <a:off x="7033574" y="1923224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6487"/>
                  </a:solidFill>
                </a:endParaRPr>
              </a:p>
            </p:txBody>
          </p:sp>
          <p:sp>
            <p:nvSpPr>
              <p:cNvPr id="445" name="Ellipse 1076">
                <a:extLst>
                  <a:ext uri="{FF2B5EF4-FFF2-40B4-BE49-F238E27FC236}">
                    <a16:creationId xmlns:a16="http://schemas.microsoft.com/office/drawing/2014/main" id="{A68CD5DC-A42B-4029-B133-B30C365887FD}"/>
                  </a:ext>
                </a:extLst>
              </p:cNvPr>
              <p:cNvSpPr/>
              <p:nvPr/>
            </p:nvSpPr>
            <p:spPr bwMode="gray">
              <a:xfrm flipV="1">
                <a:off x="7033574" y="2028599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6487"/>
                  </a:solidFill>
                </a:endParaRPr>
              </a:p>
            </p:txBody>
          </p:sp>
          <p:sp>
            <p:nvSpPr>
              <p:cNvPr id="446" name="Ellipse 1077">
                <a:extLst>
                  <a:ext uri="{FF2B5EF4-FFF2-40B4-BE49-F238E27FC236}">
                    <a16:creationId xmlns:a16="http://schemas.microsoft.com/office/drawing/2014/main" id="{E9115401-DDDD-4442-8485-B0F4B52A292E}"/>
                  </a:ext>
                </a:extLst>
              </p:cNvPr>
              <p:cNvSpPr/>
              <p:nvPr/>
            </p:nvSpPr>
            <p:spPr bwMode="gray">
              <a:xfrm flipV="1">
                <a:off x="7033574" y="2135502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6487"/>
                  </a:solidFill>
                </a:endParaRPr>
              </a:p>
            </p:txBody>
          </p:sp>
          <p:sp>
            <p:nvSpPr>
              <p:cNvPr id="447" name="Ellipse 1078">
                <a:extLst>
                  <a:ext uri="{FF2B5EF4-FFF2-40B4-BE49-F238E27FC236}">
                    <a16:creationId xmlns:a16="http://schemas.microsoft.com/office/drawing/2014/main" id="{09F47E8F-D5F0-45B3-A023-E7DF8461529B}"/>
                  </a:ext>
                </a:extLst>
              </p:cNvPr>
              <p:cNvSpPr/>
              <p:nvPr/>
            </p:nvSpPr>
            <p:spPr bwMode="gray">
              <a:xfrm flipV="1">
                <a:off x="7033574" y="2241459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6487"/>
                  </a:solidFill>
                </a:endParaRPr>
              </a:p>
            </p:txBody>
          </p:sp>
          <p:sp>
            <p:nvSpPr>
              <p:cNvPr id="448" name="Ellipse 1079">
                <a:extLst>
                  <a:ext uri="{FF2B5EF4-FFF2-40B4-BE49-F238E27FC236}">
                    <a16:creationId xmlns:a16="http://schemas.microsoft.com/office/drawing/2014/main" id="{E1E9E8C6-10E4-43D1-82E5-2EB67CE8B264}"/>
                  </a:ext>
                </a:extLst>
              </p:cNvPr>
              <p:cNvSpPr/>
              <p:nvPr/>
            </p:nvSpPr>
            <p:spPr bwMode="gray">
              <a:xfrm flipV="1">
                <a:off x="6932060" y="2028599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6487"/>
                  </a:solidFill>
                </a:endParaRPr>
              </a:p>
            </p:txBody>
          </p:sp>
          <p:sp>
            <p:nvSpPr>
              <p:cNvPr id="449" name="Ellipse 1080">
                <a:extLst>
                  <a:ext uri="{FF2B5EF4-FFF2-40B4-BE49-F238E27FC236}">
                    <a16:creationId xmlns:a16="http://schemas.microsoft.com/office/drawing/2014/main" id="{6437AF4D-D40E-439E-96A3-958B039CC2A3}"/>
                  </a:ext>
                </a:extLst>
              </p:cNvPr>
              <p:cNvSpPr/>
              <p:nvPr/>
            </p:nvSpPr>
            <p:spPr bwMode="gray">
              <a:xfrm flipV="1">
                <a:off x="6932060" y="2135502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6487"/>
                  </a:solidFill>
                </a:endParaRPr>
              </a:p>
            </p:txBody>
          </p:sp>
          <p:sp>
            <p:nvSpPr>
              <p:cNvPr id="450" name="Ellipse 1081">
                <a:extLst>
                  <a:ext uri="{FF2B5EF4-FFF2-40B4-BE49-F238E27FC236}">
                    <a16:creationId xmlns:a16="http://schemas.microsoft.com/office/drawing/2014/main" id="{C8422832-5119-4D15-9586-A310D046DA7A}"/>
                  </a:ext>
                </a:extLst>
              </p:cNvPr>
              <p:cNvSpPr/>
              <p:nvPr/>
            </p:nvSpPr>
            <p:spPr bwMode="gray">
              <a:xfrm flipV="1">
                <a:off x="6932060" y="1816026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6487"/>
                  </a:solidFill>
                </a:endParaRPr>
              </a:p>
            </p:txBody>
          </p:sp>
          <p:sp>
            <p:nvSpPr>
              <p:cNvPr id="451" name="Ellipse 1082">
                <a:extLst>
                  <a:ext uri="{FF2B5EF4-FFF2-40B4-BE49-F238E27FC236}">
                    <a16:creationId xmlns:a16="http://schemas.microsoft.com/office/drawing/2014/main" id="{C862AE99-4BAC-4AD1-AA18-E54371DA8FF2}"/>
                  </a:ext>
                </a:extLst>
              </p:cNvPr>
              <p:cNvSpPr/>
              <p:nvPr/>
            </p:nvSpPr>
            <p:spPr bwMode="gray">
              <a:xfrm flipV="1">
                <a:off x="10483480" y="2446108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52" name="Ellipse 1083">
                <a:extLst>
                  <a:ext uri="{FF2B5EF4-FFF2-40B4-BE49-F238E27FC236}">
                    <a16:creationId xmlns:a16="http://schemas.microsoft.com/office/drawing/2014/main" id="{AE918865-69B5-4E89-8AD1-9E899FB5F7DE}"/>
                  </a:ext>
                </a:extLst>
              </p:cNvPr>
              <p:cNvSpPr/>
              <p:nvPr/>
            </p:nvSpPr>
            <p:spPr bwMode="gray">
              <a:xfrm flipV="1">
                <a:off x="10483480" y="2339954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53" name="Ellipse 1084">
                <a:extLst>
                  <a:ext uri="{FF2B5EF4-FFF2-40B4-BE49-F238E27FC236}">
                    <a16:creationId xmlns:a16="http://schemas.microsoft.com/office/drawing/2014/main" id="{2AB78BD1-F8B1-435D-9C72-593222293882}"/>
                  </a:ext>
                </a:extLst>
              </p:cNvPr>
              <p:cNvSpPr/>
              <p:nvPr/>
            </p:nvSpPr>
            <p:spPr bwMode="gray">
              <a:xfrm flipV="1">
                <a:off x="10483480" y="223432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54" name="Ellipse 1085">
                <a:extLst>
                  <a:ext uri="{FF2B5EF4-FFF2-40B4-BE49-F238E27FC236}">
                    <a16:creationId xmlns:a16="http://schemas.microsoft.com/office/drawing/2014/main" id="{188741C9-0AD3-4A9E-BAF5-5A40BD453F28}"/>
                  </a:ext>
                </a:extLst>
              </p:cNvPr>
              <p:cNvSpPr/>
              <p:nvPr/>
            </p:nvSpPr>
            <p:spPr bwMode="gray">
              <a:xfrm flipV="1">
                <a:off x="10483480" y="1916088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55" name="Ellipse 1086">
                <a:extLst>
                  <a:ext uri="{FF2B5EF4-FFF2-40B4-BE49-F238E27FC236}">
                    <a16:creationId xmlns:a16="http://schemas.microsoft.com/office/drawing/2014/main" id="{260AB614-FA94-4EE1-A2D1-C5D16B395FE1}"/>
                  </a:ext>
                </a:extLst>
              </p:cNvPr>
              <p:cNvSpPr/>
              <p:nvPr/>
            </p:nvSpPr>
            <p:spPr bwMode="gray">
              <a:xfrm flipV="1">
                <a:off x="10483480" y="1808890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56" name="Ellipse 1087">
                <a:extLst>
                  <a:ext uri="{FF2B5EF4-FFF2-40B4-BE49-F238E27FC236}">
                    <a16:creationId xmlns:a16="http://schemas.microsoft.com/office/drawing/2014/main" id="{11663696-C5EB-486D-A08F-F8906917335B}"/>
                  </a:ext>
                </a:extLst>
              </p:cNvPr>
              <p:cNvSpPr/>
              <p:nvPr/>
            </p:nvSpPr>
            <p:spPr bwMode="gray">
              <a:xfrm flipV="1">
                <a:off x="10483480" y="1700773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57" name="Ellipse 1088">
                <a:extLst>
                  <a:ext uri="{FF2B5EF4-FFF2-40B4-BE49-F238E27FC236}">
                    <a16:creationId xmlns:a16="http://schemas.microsoft.com/office/drawing/2014/main" id="{A15B9CA9-1B53-4D4B-8B28-A3F0C4756C23}"/>
                  </a:ext>
                </a:extLst>
              </p:cNvPr>
              <p:cNvSpPr/>
              <p:nvPr/>
            </p:nvSpPr>
            <p:spPr bwMode="gray">
              <a:xfrm flipV="1">
                <a:off x="10379147" y="1700773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58" name="Ellipse 1089">
                <a:extLst>
                  <a:ext uri="{FF2B5EF4-FFF2-40B4-BE49-F238E27FC236}">
                    <a16:creationId xmlns:a16="http://schemas.microsoft.com/office/drawing/2014/main" id="{17BFF1A3-61D8-4C7C-8EE6-BE060F2133F8}"/>
                  </a:ext>
                </a:extLst>
              </p:cNvPr>
              <p:cNvSpPr/>
              <p:nvPr/>
            </p:nvSpPr>
            <p:spPr bwMode="gray">
              <a:xfrm flipV="1">
                <a:off x="10279795" y="170077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59" name="Ellipse 1090">
                <a:extLst>
                  <a:ext uri="{FF2B5EF4-FFF2-40B4-BE49-F238E27FC236}">
                    <a16:creationId xmlns:a16="http://schemas.microsoft.com/office/drawing/2014/main" id="{7C1BDF6F-704D-4BC8-8837-8A4B6A4906FA}"/>
                  </a:ext>
                </a:extLst>
              </p:cNvPr>
              <p:cNvSpPr/>
              <p:nvPr/>
            </p:nvSpPr>
            <p:spPr bwMode="gray">
              <a:xfrm flipV="1">
                <a:off x="10178629" y="170077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60" name="Ellipse 1091">
                <a:extLst>
                  <a:ext uri="{FF2B5EF4-FFF2-40B4-BE49-F238E27FC236}">
                    <a16:creationId xmlns:a16="http://schemas.microsoft.com/office/drawing/2014/main" id="{DA1E01BB-24F6-4881-B214-0029620930D5}"/>
                  </a:ext>
                </a:extLst>
              </p:cNvPr>
              <p:cNvSpPr/>
              <p:nvPr/>
            </p:nvSpPr>
            <p:spPr bwMode="gray">
              <a:xfrm flipV="1">
                <a:off x="10286625" y="1602439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61" name="Ellipse 1092">
                <a:extLst>
                  <a:ext uri="{FF2B5EF4-FFF2-40B4-BE49-F238E27FC236}">
                    <a16:creationId xmlns:a16="http://schemas.microsoft.com/office/drawing/2014/main" id="{32BDC948-895D-4F17-B7AA-A4A860D36547}"/>
                  </a:ext>
                </a:extLst>
              </p:cNvPr>
              <p:cNvSpPr/>
              <p:nvPr/>
            </p:nvSpPr>
            <p:spPr bwMode="gray">
              <a:xfrm flipV="1">
                <a:off x="10078105" y="170077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62" name="Ellipse 1093">
                <a:extLst>
                  <a:ext uri="{FF2B5EF4-FFF2-40B4-BE49-F238E27FC236}">
                    <a16:creationId xmlns:a16="http://schemas.microsoft.com/office/drawing/2014/main" id="{68B7D89D-7324-42B8-812C-BE988A2DAD9F}"/>
                  </a:ext>
                </a:extLst>
              </p:cNvPr>
              <p:cNvSpPr/>
              <p:nvPr/>
            </p:nvSpPr>
            <p:spPr bwMode="gray">
              <a:xfrm flipV="1">
                <a:off x="10078105" y="1808890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63" name="Ellipse 1094">
                <a:extLst>
                  <a:ext uri="{FF2B5EF4-FFF2-40B4-BE49-F238E27FC236}">
                    <a16:creationId xmlns:a16="http://schemas.microsoft.com/office/drawing/2014/main" id="{0E669B60-5382-4F90-AE7F-09F1D359C0AC}"/>
                  </a:ext>
                </a:extLst>
              </p:cNvPr>
              <p:cNvSpPr/>
              <p:nvPr/>
            </p:nvSpPr>
            <p:spPr bwMode="gray">
              <a:xfrm flipV="1">
                <a:off x="10078105" y="1916088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64" name="Ellipse 1095">
                <a:extLst>
                  <a:ext uri="{FF2B5EF4-FFF2-40B4-BE49-F238E27FC236}">
                    <a16:creationId xmlns:a16="http://schemas.microsoft.com/office/drawing/2014/main" id="{9D222BAF-D7D3-47A4-857F-D88F94780A2C}"/>
                  </a:ext>
                </a:extLst>
              </p:cNvPr>
              <p:cNvSpPr/>
              <p:nvPr/>
            </p:nvSpPr>
            <p:spPr bwMode="gray">
              <a:xfrm flipV="1">
                <a:off x="10178629" y="1916088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65" name="Ellipse 1096">
                <a:extLst>
                  <a:ext uri="{FF2B5EF4-FFF2-40B4-BE49-F238E27FC236}">
                    <a16:creationId xmlns:a16="http://schemas.microsoft.com/office/drawing/2014/main" id="{17E28F86-90AA-439D-8F98-E7E167F13D62}"/>
                  </a:ext>
                </a:extLst>
              </p:cNvPr>
              <p:cNvSpPr/>
              <p:nvPr/>
            </p:nvSpPr>
            <p:spPr bwMode="gray">
              <a:xfrm flipV="1">
                <a:off x="10279795" y="1916088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66" name="Ellipse 1097">
                <a:extLst>
                  <a:ext uri="{FF2B5EF4-FFF2-40B4-BE49-F238E27FC236}">
                    <a16:creationId xmlns:a16="http://schemas.microsoft.com/office/drawing/2014/main" id="{8EA2AD40-B124-475B-BD3F-5277D4AA4EAB}"/>
                  </a:ext>
                </a:extLst>
              </p:cNvPr>
              <p:cNvSpPr/>
              <p:nvPr/>
            </p:nvSpPr>
            <p:spPr bwMode="gray">
              <a:xfrm flipV="1">
                <a:off x="10379147" y="1916088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67" name="Ellipse 1098">
                <a:extLst>
                  <a:ext uri="{FF2B5EF4-FFF2-40B4-BE49-F238E27FC236}">
                    <a16:creationId xmlns:a16="http://schemas.microsoft.com/office/drawing/2014/main" id="{F99017ED-4076-4E98-B93D-EEC429751E6C}"/>
                  </a:ext>
                </a:extLst>
              </p:cNvPr>
              <p:cNvSpPr/>
              <p:nvPr/>
            </p:nvSpPr>
            <p:spPr bwMode="gray">
              <a:xfrm flipV="1">
                <a:off x="10379147" y="202146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68" name="Ellipse 1099">
                <a:extLst>
                  <a:ext uri="{FF2B5EF4-FFF2-40B4-BE49-F238E27FC236}">
                    <a16:creationId xmlns:a16="http://schemas.microsoft.com/office/drawing/2014/main" id="{65E78536-EB5C-4730-835C-92810E8E2F0F}"/>
                  </a:ext>
                </a:extLst>
              </p:cNvPr>
              <p:cNvSpPr/>
              <p:nvPr/>
            </p:nvSpPr>
            <p:spPr bwMode="gray">
              <a:xfrm flipV="1">
                <a:off x="10379147" y="2128366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69" name="Ellipse 1100">
                <a:extLst>
                  <a:ext uri="{FF2B5EF4-FFF2-40B4-BE49-F238E27FC236}">
                    <a16:creationId xmlns:a16="http://schemas.microsoft.com/office/drawing/2014/main" id="{B2D5AD9D-DF5A-433D-8F0A-7F91D33985CD}"/>
                  </a:ext>
                </a:extLst>
              </p:cNvPr>
              <p:cNvSpPr/>
              <p:nvPr/>
            </p:nvSpPr>
            <p:spPr bwMode="gray">
              <a:xfrm flipV="1">
                <a:off x="10587118" y="2021463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70" name="Ellipse 1101">
                <a:extLst>
                  <a:ext uri="{FF2B5EF4-FFF2-40B4-BE49-F238E27FC236}">
                    <a16:creationId xmlns:a16="http://schemas.microsoft.com/office/drawing/2014/main" id="{E594C31D-E31D-4D74-A959-75C57AC627EC}"/>
                  </a:ext>
                </a:extLst>
              </p:cNvPr>
              <p:cNvSpPr/>
              <p:nvPr/>
            </p:nvSpPr>
            <p:spPr bwMode="gray">
              <a:xfrm flipV="1">
                <a:off x="10587118" y="1916088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71" name="Ellipse 1102">
                <a:extLst>
                  <a:ext uri="{FF2B5EF4-FFF2-40B4-BE49-F238E27FC236}">
                    <a16:creationId xmlns:a16="http://schemas.microsoft.com/office/drawing/2014/main" id="{F4157EEF-5605-4E58-8A3E-C913974F6455}"/>
                  </a:ext>
                </a:extLst>
              </p:cNvPr>
              <p:cNvSpPr/>
              <p:nvPr/>
            </p:nvSpPr>
            <p:spPr bwMode="gray">
              <a:xfrm flipV="1">
                <a:off x="10684303" y="2021463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72" name="Ellipse 1103">
                <a:extLst>
                  <a:ext uri="{FF2B5EF4-FFF2-40B4-BE49-F238E27FC236}">
                    <a16:creationId xmlns:a16="http://schemas.microsoft.com/office/drawing/2014/main" id="{6526F9F1-E786-4566-8439-DB185F884980}"/>
                  </a:ext>
                </a:extLst>
              </p:cNvPr>
              <p:cNvSpPr/>
              <p:nvPr/>
            </p:nvSpPr>
            <p:spPr bwMode="gray">
              <a:xfrm flipV="1">
                <a:off x="10787307" y="2021463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73" name="Ellipse 1104">
                <a:extLst>
                  <a:ext uri="{FF2B5EF4-FFF2-40B4-BE49-F238E27FC236}">
                    <a16:creationId xmlns:a16="http://schemas.microsoft.com/office/drawing/2014/main" id="{AB1086B9-1BC9-48F7-87B8-4EF205D8EFB3}"/>
                  </a:ext>
                </a:extLst>
              </p:cNvPr>
              <p:cNvSpPr/>
              <p:nvPr/>
            </p:nvSpPr>
            <p:spPr bwMode="gray">
              <a:xfrm flipV="1">
                <a:off x="10794137" y="2135502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74" name="Ellipse 1105">
                <a:extLst>
                  <a:ext uri="{FF2B5EF4-FFF2-40B4-BE49-F238E27FC236}">
                    <a16:creationId xmlns:a16="http://schemas.microsoft.com/office/drawing/2014/main" id="{2D16E8AF-EABF-495F-97CB-71C90A9513DF}"/>
                  </a:ext>
                </a:extLst>
              </p:cNvPr>
              <p:cNvSpPr/>
              <p:nvPr/>
            </p:nvSpPr>
            <p:spPr bwMode="gray">
              <a:xfrm flipV="1">
                <a:off x="10587118" y="223432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75" name="Ellipse 1106">
                <a:extLst>
                  <a:ext uri="{FF2B5EF4-FFF2-40B4-BE49-F238E27FC236}">
                    <a16:creationId xmlns:a16="http://schemas.microsoft.com/office/drawing/2014/main" id="{5767ACD7-FA45-483C-BF2D-EE4DDC8F7A58}"/>
                  </a:ext>
                </a:extLst>
              </p:cNvPr>
              <p:cNvSpPr/>
              <p:nvPr/>
            </p:nvSpPr>
            <p:spPr bwMode="gray">
              <a:xfrm flipV="1">
                <a:off x="10279795" y="2128366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76" name="Ellipse 1107">
                <a:extLst>
                  <a:ext uri="{FF2B5EF4-FFF2-40B4-BE49-F238E27FC236}">
                    <a16:creationId xmlns:a16="http://schemas.microsoft.com/office/drawing/2014/main" id="{9826BE50-5BEC-439E-9ABB-A221506A3827}"/>
                  </a:ext>
                </a:extLst>
              </p:cNvPr>
              <p:cNvSpPr/>
              <p:nvPr/>
            </p:nvSpPr>
            <p:spPr bwMode="gray">
              <a:xfrm flipV="1">
                <a:off x="10279795" y="202146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77" name="Ellipse 1108">
                <a:extLst>
                  <a:ext uri="{FF2B5EF4-FFF2-40B4-BE49-F238E27FC236}">
                    <a16:creationId xmlns:a16="http://schemas.microsoft.com/office/drawing/2014/main" id="{670915DB-3DDD-4B08-B882-ED9ADF1C7D56}"/>
                  </a:ext>
                </a:extLst>
              </p:cNvPr>
              <p:cNvSpPr/>
              <p:nvPr/>
            </p:nvSpPr>
            <p:spPr bwMode="gray">
              <a:xfrm flipV="1">
                <a:off x="10078105" y="202146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78" name="Ellipse 1109">
                <a:extLst>
                  <a:ext uri="{FF2B5EF4-FFF2-40B4-BE49-F238E27FC236}">
                    <a16:creationId xmlns:a16="http://schemas.microsoft.com/office/drawing/2014/main" id="{D2D4497F-F585-4338-AE6D-18E051C4CC40}"/>
                  </a:ext>
                </a:extLst>
              </p:cNvPr>
              <p:cNvSpPr/>
              <p:nvPr/>
            </p:nvSpPr>
            <p:spPr bwMode="gray">
              <a:xfrm flipV="1">
                <a:off x="10178629" y="202146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79" name="Ellipse 1110">
                <a:extLst>
                  <a:ext uri="{FF2B5EF4-FFF2-40B4-BE49-F238E27FC236}">
                    <a16:creationId xmlns:a16="http://schemas.microsoft.com/office/drawing/2014/main" id="{2E97DAFE-6250-49BF-9ADD-E92BCE56EDF5}"/>
                  </a:ext>
                </a:extLst>
              </p:cNvPr>
              <p:cNvSpPr/>
              <p:nvPr/>
            </p:nvSpPr>
            <p:spPr bwMode="gray">
              <a:xfrm flipV="1">
                <a:off x="10178629" y="1488599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80" name="Ellipse 1111">
                <a:extLst>
                  <a:ext uri="{FF2B5EF4-FFF2-40B4-BE49-F238E27FC236}">
                    <a16:creationId xmlns:a16="http://schemas.microsoft.com/office/drawing/2014/main" id="{F9B45CB5-496E-4C47-9FEC-9BC552D157B5}"/>
                  </a:ext>
                </a:extLst>
              </p:cNvPr>
              <p:cNvSpPr/>
              <p:nvPr/>
            </p:nvSpPr>
            <p:spPr bwMode="gray">
              <a:xfrm flipV="1">
                <a:off x="10084935" y="1602439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81" name="Ellipse 1112">
                <a:extLst>
                  <a:ext uri="{FF2B5EF4-FFF2-40B4-BE49-F238E27FC236}">
                    <a16:creationId xmlns:a16="http://schemas.microsoft.com/office/drawing/2014/main" id="{781188C8-B904-4490-9EEA-2A479ED68C3A}"/>
                  </a:ext>
                </a:extLst>
              </p:cNvPr>
              <p:cNvSpPr/>
              <p:nvPr/>
            </p:nvSpPr>
            <p:spPr bwMode="gray">
              <a:xfrm flipV="1">
                <a:off x="9972385" y="1488599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82" name="Ellipse 1113">
                <a:extLst>
                  <a:ext uri="{FF2B5EF4-FFF2-40B4-BE49-F238E27FC236}">
                    <a16:creationId xmlns:a16="http://schemas.microsoft.com/office/drawing/2014/main" id="{61F9FBBF-B03C-469E-8037-A6B0F86AD95C}"/>
                  </a:ext>
                </a:extLst>
              </p:cNvPr>
              <p:cNvSpPr/>
              <p:nvPr/>
            </p:nvSpPr>
            <p:spPr bwMode="gray">
              <a:xfrm flipV="1">
                <a:off x="9972385" y="159530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83" name="Ellipse 1114">
                <a:extLst>
                  <a:ext uri="{FF2B5EF4-FFF2-40B4-BE49-F238E27FC236}">
                    <a16:creationId xmlns:a16="http://schemas.microsoft.com/office/drawing/2014/main" id="{E4C67A69-BE45-4430-8416-842D9FE0DE96}"/>
                  </a:ext>
                </a:extLst>
              </p:cNvPr>
              <p:cNvSpPr/>
              <p:nvPr/>
            </p:nvSpPr>
            <p:spPr bwMode="gray">
              <a:xfrm flipV="1">
                <a:off x="9972385" y="202146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84" name="Ellipse 1115">
                <a:extLst>
                  <a:ext uri="{FF2B5EF4-FFF2-40B4-BE49-F238E27FC236}">
                    <a16:creationId xmlns:a16="http://schemas.microsoft.com/office/drawing/2014/main" id="{1649057D-68D0-4784-8401-B40760AA0A98}"/>
                  </a:ext>
                </a:extLst>
              </p:cNvPr>
              <p:cNvSpPr/>
              <p:nvPr/>
            </p:nvSpPr>
            <p:spPr bwMode="gray">
              <a:xfrm flipV="1">
                <a:off x="9972385" y="2339954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85" name="Ellipse 1116">
                <a:extLst>
                  <a:ext uri="{FF2B5EF4-FFF2-40B4-BE49-F238E27FC236}">
                    <a16:creationId xmlns:a16="http://schemas.microsoft.com/office/drawing/2014/main" id="{E59EBFA3-BF3C-4568-AC6F-B36C5EF0EA98}"/>
                  </a:ext>
                </a:extLst>
              </p:cNvPr>
              <p:cNvSpPr/>
              <p:nvPr/>
            </p:nvSpPr>
            <p:spPr bwMode="gray">
              <a:xfrm flipV="1">
                <a:off x="9972385" y="2446108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86" name="Ellipse 1117">
                <a:extLst>
                  <a:ext uri="{FF2B5EF4-FFF2-40B4-BE49-F238E27FC236}">
                    <a16:creationId xmlns:a16="http://schemas.microsoft.com/office/drawing/2014/main" id="{CBF34EF7-F3FB-48DC-BA7D-8D983953D1E4}"/>
                  </a:ext>
                </a:extLst>
              </p:cNvPr>
              <p:cNvSpPr/>
              <p:nvPr/>
            </p:nvSpPr>
            <p:spPr bwMode="gray">
              <a:xfrm flipV="1">
                <a:off x="10078105" y="2446108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87" name="Ellipse 1118">
                <a:extLst>
                  <a:ext uri="{FF2B5EF4-FFF2-40B4-BE49-F238E27FC236}">
                    <a16:creationId xmlns:a16="http://schemas.microsoft.com/office/drawing/2014/main" id="{EFFA1DCB-E629-41C1-B937-7DFA558A2354}"/>
                  </a:ext>
                </a:extLst>
              </p:cNvPr>
              <p:cNvSpPr/>
              <p:nvPr/>
            </p:nvSpPr>
            <p:spPr bwMode="gray">
              <a:xfrm flipV="1">
                <a:off x="9241020" y="2706281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88" name="Ellipse 1119">
                <a:extLst>
                  <a:ext uri="{FF2B5EF4-FFF2-40B4-BE49-F238E27FC236}">
                    <a16:creationId xmlns:a16="http://schemas.microsoft.com/office/drawing/2014/main" id="{DC036501-1CCB-4D3D-837E-46B7803DE09B}"/>
                  </a:ext>
                </a:extLst>
              </p:cNvPr>
              <p:cNvSpPr/>
              <p:nvPr/>
            </p:nvSpPr>
            <p:spPr bwMode="gray">
              <a:xfrm flipV="1">
                <a:off x="9876974" y="2550688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89" name="Ellipse 1120">
                <a:extLst>
                  <a:ext uri="{FF2B5EF4-FFF2-40B4-BE49-F238E27FC236}">
                    <a16:creationId xmlns:a16="http://schemas.microsoft.com/office/drawing/2014/main" id="{1B13C103-1F1A-4478-B1AD-831700CB1BD9}"/>
                  </a:ext>
                </a:extLst>
              </p:cNvPr>
              <p:cNvSpPr/>
              <p:nvPr/>
            </p:nvSpPr>
            <p:spPr bwMode="gray">
              <a:xfrm flipV="1">
                <a:off x="9876974" y="2339954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90" name="Ellipse 1121">
                <a:extLst>
                  <a:ext uri="{FF2B5EF4-FFF2-40B4-BE49-F238E27FC236}">
                    <a16:creationId xmlns:a16="http://schemas.microsoft.com/office/drawing/2014/main" id="{44D6B5F4-2D75-4E0A-A33C-344C4428E62F}"/>
                  </a:ext>
                </a:extLst>
              </p:cNvPr>
              <p:cNvSpPr/>
              <p:nvPr/>
            </p:nvSpPr>
            <p:spPr bwMode="gray">
              <a:xfrm flipV="1">
                <a:off x="9876974" y="2234323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91" name="Ellipse 1122">
                <a:extLst>
                  <a:ext uri="{FF2B5EF4-FFF2-40B4-BE49-F238E27FC236}">
                    <a16:creationId xmlns:a16="http://schemas.microsoft.com/office/drawing/2014/main" id="{FFBDFB90-5871-4E82-8F12-E2B45E0D56CC}"/>
                  </a:ext>
                </a:extLst>
              </p:cNvPr>
              <p:cNvSpPr/>
              <p:nvPr/>
            </p:nvSpPr>
            <p:spPr bwMode="gray">
              <a:xfrm flipV="1">
                <a:off x="9876974" y="2128366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92" name="Ellipse 1123">
                <a:extLst>
                  <a:ext uri="{FF2B5EF4-FFF2-40B4-BE49-F238E27FC236}">
                    <a16:creationId xmlns:a16="http://schemas.microsoft.com/office/drawing/2014/main" id="{E50C5912-17C5-44F5-BA49-C2E3182F2DBE}"/>
                  </a:ext>
                </a:extLst>
              </p:cNvPr>
              <p:cNvSpPr/>
              <p:nvPr/>
            </p:nvSpPr>
            <p:spPr bwMode="gray">
              <a:xfrm flipV="1">
                <a:off x="9876974" y="202146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93" name="Ellipse 1124">
                <a:extLst>
                  <a:ext uri="{FF2B5EF4-FFF2-40B4-BE49-F238E27FC236}">
                    <a16:creationId xmlns:a16="http://schemas.microsoft.com/office/drawing/2014/main" id="{4C4CE5DC-C6EE-4659-96C1-F7D544A2897F}"/>
                  </a:ext>
                </a:extLst>
              </p:cNvPr>
              <p:cNvSpPr/>
              <p:nvPr/>
            </p:nvSpPr>
            <p:spPr bwMode="gray">
              <a:xfrm flipV="1">
                <a:off x="9876974" y="1916088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94" name="Ellipse 1125">
                <a:extLst>
                  <a:ext uri="{FF2B5EF4-FFF2-40B4-BE49-F238E27FC236}">
                    <a16:creationId xmlns:a16="http://schemas.microsoft.com/office/drawing/2014/main" id="{05AB02A4-F46F-4478-B9A7-49A4C181826B}"/>
                  </a:ext>
                </a:extLst>
              </p:cNvPr>
              <p:cNvSpPr/>
              <p:nvPr/>
            </p:nvSpPr>
            <p:spPr bwMode="gray">
              <a:xfrm flipV="1">
                <a:off x="9876974" y="1808890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96" name="Ellipse 1127">
                <a:extLst>
                  <a:ext uri="{FF2B5EF4-FFF2-40B4-BE49-F238E27FC236}">
                    <a16:creationId xmlns:a16="http://schemas.microsoft.com/office/drawing/2014/main" id="{F938834C-3F0A-45FA-9551-D94C6B7D65B3}"/>
                  </a:ext>
                </a:extLst>
              </p:cNvPr>
              <p:cNvSpPr/>
              <p:nvPr/>
            </p:nvSpPr>
            <p:spPr bwMode="gray">
              <a:xfrm flipV="1">
                <a:off x="9771920" y="1916088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97" name="Ellipse 1128">
                <a:extLst>
                  <a:ext uri="{FF2B5EF4-FFF2-40B4-BE49-F238E27FC236}">
                    <a16:creationId xmlns:a16="http://schemas.microsoft.com/office/drawing/2014/main" id="{600D84AC-053E-4DC8-8308-DBFA3626ACE9}"/>
                  </a:ext>
                </a:extLst>
              </p:cNvPr>
              <p:cNvSpPr/>
              <p:nvPr/>
            </p:nvSpPr>
            <p:spPr bwMode="gray">
              <a:xfrm flipV="1">
                <a:off x="9771920" y="2234323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98" name="Ellipse 1129">
                <a:extLst>
                  <a:ext uri="{FF2B5EF4-FFF2-40B4-BE49-F238E27FC236}">
                    <a16:creationId xmlns:a16="http://schemas.microsoft.com/office/drawing/2014/main" id="{08EDF35D-D6E5-4C3B-BC6F-F9C3F17F11E4}"/>
                  </a:ext>
                </a:extLst>
              </p:cNvPr>
              <p:cNvSpPr/>
              <p:nvPr/>
            </p:nvSpPr>
            <p:spPr bwMode="gray">
              <a:xfrm flipV="1">
                <a:off x="9771920" y="2128366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99" name="Ellipse 1130">
                <a:extLst>
                  <a:ext uri="{FF2B5EF4-FFF2-40B4-BE49-F238E27FC236}">
                    <a16:creationId xmlns:a16="http://schemas.microsoft.com/office/drawing/2014/main" id="{775D29E8-E297-4D5F-845D-5CBF84E10A1A}"/>
                  </a:ext>
                </a:extLst>
              </p:cNvPr>
              <p:cNvSpPr/>
              <p:nvPr/>
            </p:nvSpPr>
            <p:spPr bwMode="gray">
              <a:xfrm flipV="1">
                <a:off x="9670168" y="2550688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00" name="Ellipse 1131">
                <a:extLst>
                  <a:ext uri="{FF2B5EF4-FFF2-40B4-BE49-F238E27FC236}">
                    <a16:creationId xmlns:a16="http://schemas.microsoft.com/office/drawing/2014/main" id="{AFDDFE1A-FBAF-488C-811B-242F6E0AFB55}"/>
                  </a:ext>
                </a:extLst>
              </p:cNvPr>
              <p:cNvSpPr/>
              <p:nvPr/>
            </p:nvSpPr>
            <p:spPr bwMode="gray">
              <a:xfrm flipV="1">
                <a:off x="9568076" y="2446108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01" name="Ellipse 1132">
                <a:extLst>
                  <a:ext uri="{FF2B5EF4-FFF2-40B4-BE49-F238E27FC236}">
                    <a16:creationId xmlns:a16="http://schemas.microsoft.com/office/drawing/2014/main" id="{CC8D9E5C-555F-432D-A855-F6F410C7A7F6}"/>
                  </a:ext>
                </a:extLst>
              </p:cNvPr>
              <p:cNvSpPr/>
              <p:nvPr/>
            </p:nvSpPr>
            <p:spPr bwMode="gray">
              <a:xfrm flipV="1">
                <a:off x="9670168" y="2339954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02" name="Ellipse 1133">
                <a:extLst>
                  <a:ext uri="{FF2B5EF4-FFF2-40B4-BE49-F238E27FC236}">
                    <a16:creationId xmlns:a16="http://schemas.microsoft.com/office/drawing/2014/main" id="{9AD5B198-8F88-45FE-BA5E-BDF010DDFA36}"/>
                  </a:ext>
                </a:extLst>
              </p:cNvPr>
              <p:cNvSpPr/>
              <p:nvPr/>
            </p:nvSpPr>
            <p:spPr bwMode="gray">
              <a:xfrm flipV="1">
                <a:off x="9670168" y="202146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03" name="Ellipse 1134">
                <a:extLst>
                  <a:ext uri="{FF2B5EF4-FFF2-40B4-BE49-F238E27FC236}">
                    <a16:creationId xmlns:a16="http://schemas.microsoft.com/office/drawing/2014/main" id="{0C91F331-466E-4F1D-BF1E-A682A3DF05D5}"/>
                  </a:ext>
                </a:extLst>
              </p:cNvPr>
              <p:cNvSpPr/>
              <p:nvPr/>
            </p:nvSpPr>
            <p:spPr bwMode="gray">
              <a:xfrm flipV="1">
                <a:off x="9670168" y="1808890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04" name="Ellipse 1135">
                <a:extLst>
                  <a:ext uri="{FF2B5EF4-FFF2-40B4-BE49-F238E27FC236}">
                    <a16:creationId xmlns:a16="http://schemas.microsoft.com/office/drawing/2014/main" id="{D9D44D1B-39CE-4F6B-95FC-7B3BF095B608}"/>
                  </a:ext>
                </a:extLst>
              </p:cNvPr>
              <p:cNvSpPr/>
              <p:nvPr/>
            </p:nvSpPr>
            <p:spPr bwMode="gray">
              <a:xfrm flipV="1">
                <a:off x="9670168" y="170077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05" name="Ellipse 1136">
                <a:extLst>
                  <a:ext uri="{FF2B5EF4-FFF2-40B4-BE49-F238E27FC236}">
                    <a16:creationId xmlns:a16="http://schemas.microsoft.com/office/drawing/2014/main" id="{3C75ADB7-95B8-49C7-98D7-C7AF891DD78C}"/>
                  </a:ext>
                </a:extLst>
              </p:cNvPr>
              <p:cNvSpPr/>
              <p:nvPr/>
            </p:nvSpPr>
            <p:spPr bwMode="gray">
              <a:xfrm flipV="1">
                <a:off x="9568076" y="170077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06" name="Ellipse 1137">
                <a:extLst>
                  <a:ext uri="{FF2B5EF4-FFF2-40B4-BE49-F238E27FC236}">
                    <a16:creationId xmlns:a16="http://schemas.microsoft.com/office/drawing/2014/main" id="{226C5CDD-D91A-4C20-A1E0-66E5B54F2F4C}"/>
                  </a:ext>
                </a:extLst>
              </p:cNvPr>
              <p:cNvSpPr/>
              <p:nvPr/>
            </p:nvSpPr>
            <p:spPr bwMode="gray">
              <a:xfrm flipV="1">
                <a:off x="9568076" y="1808890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07" name="Ellipse 1138">
                <a:extLst>
                  <a:ext uri="{FF2B5EF4-FFF2-40B4-BE49-F238E27FC236}">
                    <a16:creationId xmlns:a16="http://schemas.microsoft.com/office/drawing/2014/main" id="{83D06BD6-98E0-4141-8BDF-34D36296254C}"/>
                  </a:ext>
                </a:extLst>
              </p:cNvPr>
              <p:cNvSpPr/>
              <p:nvPr/>
            </p:nvSpPr>
            <p:spPr bwMode="gray">
              <a:xfrm flipV="1">
                <a:off x="9568076" y="1916088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08" name="Ellipse 1139">
                <a:extLst>
                  <a:ext uri="{FF2B5EF4-FFF2-40B4-BE49-F238E27FC236}">
                    <a16:creationId xmlns:a16="http://schemas.microsoft.com/office/drawing/2014/main" id="{4C48DA09-3FA6-4D83-A3B7-24C033358556}"/>
                  </a:ext>
                </a:extLst>
              </p:cNvPr>
              <p:cNvSpPr/>
              <p:nvPr/>
            </p:nvSpPr>
            <p:spPr bwMode="gray">
              <a:xfrm flipV="1">
                <a:off x="9568076" y="202146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09" name="Ellipse 1140">
                <a:extLst>
                  <a:ext uri="{FF2B5EF4-FFF2-40B4-BE49-F238E27FC236}">
                    <a16:creationId xmlns:a16="http://schemas.microsoft.com/office/drawing/2014/main" id="{80CD21E1-0B30-460B-8783-14AAE8121E94}"/>
                  </a:ext>
                </a:extLst>
              </p:cNvPr>
              <p:cNvSpPr/>
              <p:nvPr/>
            </p:nvSpPr>
            <p:spPr bwMode="gray">
              <a:xfrm flipV="1">
                <a:off x="9568076" y="2339954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10" name="Ellipse 1141">
                <a:extLst>
                  <a:ext uri="{FF2B5EF4-FFF2-40B4-BE49-F238E27FC236}">
                    <a16:creationId xmlns:a16="http://schemas.microsoft.com/office/drawing/2014/main" id="{833E3FEA-FBBA-4A97-BD20-FB743E7DE443}"/>
                  </a:ext>
                </a:extLst>
              </p:cNvPr>
              <p:cNvSpPr/>
              <p:nvPr/>
            </p:nvSpPr>
            <p:spPr bwMode="gray">
              <a:xfrm flipV="1">
                <a:off x="9365124" y="170077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11" name="Ellipse 1142">
                <a:extLst>
                  <a:ext uri="{FF2B5EF4-FFF2-40B4-BE49-F238E27FC236}">
                    <a16:creationId xmlns:a16="http://schemas.microsoft.com/office/drawing/2014/main" id="{51ACE4F1-0734-4801-9728-CA7D7BE2FC0E}"/>
                  </a:ext>
                </a:extLst>
              </p:cNvPr>
              <p:cNvSpPr/>
              <p:nvPr/>
            </p:nvSpPr>
            <p:spPr bwMode="gray">
              <a:xfrm flipV="1">
                <a:off x="9365124" y="1808890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12" name="Ellipse 1143">
                <a:extLst>
                  <a:ext uri="{FF2B5EF4-FFF2-40B4-BE49-F238E27FC236}">
                    <a16:creationId xmlns:a16="http://schemas.microsoft.com/office/drawing/2014/main" id="{CFE834E2-BB75-4A17-9448-BDA18CD80AEB}"/>
                  </a:ext>
                </a:extLst>
              </p:cNvPr>
              <p:cNvSpPr/>
              <p:nvPr/>
            </p:nvSpPr>
            <p:spPr bwMode="gray">
              <a:xfrm flipV="1">
                <a:off x="9061480" y="2234323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13" name="Ellipse 1144">
                <a:extLst>
                  <a:ext uri="{FF2B5EF4-FFF2-40B4-BE49-F238E27FC236}">
                    <a16:creationId xmlns:a16="http://schemas.microsoft.com/office/drawing/2014/main" id="{2D63FBF5-EA4E-422C-A9F9-DA1B2FC5C438}"/>
                  </a:ext>
                </a:extLst>
              </p:cNvPr>
              <p:cNvSpPr/>
              <p:nvPr/>
            </p:nvSpPr>
            <p:spPr bwMode="gray">
              <a:xfrm flipV="1">
                <a:off x="9162701" y="2234323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14" name="Ellipse 1145">
                <a:extLst>
                  <a:ext uri="{FF2B5EF4-FFF2-40B4-BE49-F238E27FC236}">
                    <a16:creationId xmlns:a16="http://schemas.microsoft.com/office/drawing/2014/main" id="{77548E53-9376-4A9F-B6FA-4073C9EB8099}"/>
                  </a:ext>
                </a:extLst>
              </p:cNvPr>
              <p:cNvSpPr/>
              <p:nvPr/>
            </p:nvSpPr>
            <p:spPr bwMode="gray">
              <a:xfrm flipV="1">
                <a:off x="8960337" y="2234323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15" name="Ellipse 1146">
                <a:extLst>
                  <a:ext uri="{FF2B5EF4-FFF2-40B4-BE49-F238E27FC236}">
                    <a16:creationId xmlns:a16="http://schemas.microsoft.com/office/drawing/2014/main" id="{6F29206B-0935-406C-989B-DCC5E10235E4}"/>
                  </a:ext>
                </a:extLst>
              </p:cNvPr>
              <p:cNvSpPr/>
              <p:nvPr/>
            </p:nvSpPr>
            <p:spPr bwMode="gray">
              <a:xfrm flipV="1">
                <a:off x="8858964" y="2339954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16" name="Ellipse 1147">
                <a:extLst>
                  <a:ext uri="{FF2B5EF4-FFF2-40B4-BE49-F238E27FC236}">
                    <a16:creationId xmlns:a16="http://schemas.microsoft.com/office/drawing/2014/main" id="{E1DF743A-4475-4678-8898-6C2AA00E5D96}"/>
                  </a:ext>
                </a:extLst>
              </p:cNvPr>
              <p:cNvSpPr/>
              <p:nvPr/>
            </p:nvSpPr>
            <p:spPr bwMode="gray">
              <a:xfrm flipV="1">
                <a:off x="8553584" y="170077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17" name="Ellipse 1148">
                <a:extLst>
                  <a:ext uri="{FF2B5EF4-FFF2-40B4-BE49-F238E27FC236}">
                    <a16:creationId xmlns:a16="http://schemas.microsoft.com/office/drawing/2014/main" id="{B66C3934-19BD-4D5C-893B-B51ED7F3CA97}"/>
                  </a:ext>
                </a:extLst>
              </p:cNvPr>
              <p:cNvSpPr/>
              <p:nvPr/>
            </p:nvSpPr>
            <p:spPr bwMode="gray">
              <a:xfrm flipV="1">
                <a:off x="8553584" y="1808890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18" name="Ellipse 1149">
                <a:extLst>
                  <a:ext uri="{FF2B5EF4-FFF2-40B4-BE49-F238E27FC236}">
                    <a16:creationId xmlns:a16="http://schemas.microsoft.com/office/drawing/2014/main" id="{DB0DD5E3-02B7-497A-B3D8-015DC8A0836C}"/>
                  </a:ext>
                </a:extLst>
              </p:cNvPr>
              <p:cNvSpPr/>
              <p:nvPr/>
            </p:nvSpPr>
            <p:spPr bwMode="gray">
              <a:xfrm flipV="1">
                <a:off x="8553584" y="2339954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19" name="Ellipse 1150">
                <a:extLst>
                  <a:ext uri="{FF2B5EF4-FFF2-40B4-BE49-F238E27FC236}">
                    <a16:creationId xmlns:a16="http://schemas.microsoft.com/office/drawing/2014/main" id="{BFA19819-D24D-4E2C-A28E-0AB1104E7F94}"/>
                  </a:ext>
                </a:extLst>
              </p:cNvPr>
              <p:cNvSpPr/>
              <p:nvPr/>
            </p:nvSpPr>
            <p:spPr bwMode="gray">
              <a:xfrm flipV="1">
                <a:off x="8659406" y="2339954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20" name="Ellipse 1151">
                <a:extLst>
                  <a:ext uri="{FF2B5EF4-FFF2-40B4-BE49-F238E27FC236}">
                    <a16:creationId xmlns:a16="http://schemas.microsoft.com/office/drawing/2014/main" id="{DC911BC0-0791-4799-8FE2-A299B86D0201}"/>
                  </a:ext>
                </a:extLst>
              </p:cNvPr>
              <p:cNvSpPr/>
              <p:nvPr/>
            </p:nvSpPr>
            <p:spPr bwMode="gray">
              <a:xfrm flipV="1">
                <a:off x="8451989" y="2339954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21" name="Ellipse 1152">
                <a:extLst>
                  <a:ext uri="{FF2B5EF4-FFF2-40B4-BE49-F238E27FC236}">
                    <a16:creationId xmlns:a16="http://schemas.microsoft.com/office/drawing/2014/main" id="{2D6FCC7B-1709-4E9E-96A9-7AEE3EA184CA}"/>
                  </a:ext>
                </a:extLst>
              </p:cNvPr>
              <p:cNvSpPr/>
              <p:nvPr/>
            </p:nvSpPr>
            <p:spPr bwMode="gray">
              <a:xfrm flipV="1">
                <a:off x="8451989" y="2234323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22" name="Ellipse 1153">
                <a:extLst>
                  <a:ext uri="{FF2B5EF4-FFF2-40B4-BE49-F238E27FC236}">
                    <a16:creationId xmlns:a16="http://schemas.microsoft.com/office/drawing/2014/main" id="{DD05C396-717A-4E7C-9AA8-B79BC830B881}"/>
                  </a:ext>
                </a:extLst>
              </p:cNvPr>
              <p:cNvSpPr/>
              <p:nvPr/>
            </p:nvSpPr>
            <p:spPr bwMode="gray">
              <a:xfrm flipV="1">
                <a:off x="8348358" y="170077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23" name="Ellipse 1154">
                <a:extLst>
                  <a:ext uri="{FF2B5EF4-FFF2-40B4-BE49-F238E27FC236}">
                    <a16:creationId xmlns:a16="http://schemas.microsoft.com/office/drawing/2014/main" id="{A67E4569-1689-47A0-9930-92EA2826BBC3}"/>
                  </a:ext>
                </a:extLst>
              </p:cNvPr>
              <p:cNvSpPr/>
              <p:nvPr/>
            </p:nvSpPr>
            <p:spPr bwMode="gray">
              <a:xfrm flipV="1">
                <a:off x="8250768" y="170077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24" name="Ellipse 1155">
                <a:extLst>
                  <a:ext uri="{FF2B5EF4-FFF2-40B4-BE49-F238E27FC236}">
                    <a16:creationId xmlns:a16="http://schemas.microsoft.com/office/drawing/2014/main" id="{25C7063E-66AB-48FD-B7AE-7082E62F2729}"/>
                  </a:ext>
                </a:extLst>
              </p:cNvPr>
              <p:cNvSpPr/>
              <p:nvPr/>
            </p:nvSpPr>
            <p:spPr bwMode="gray">
              <a:xfrm flipV="1">
                <a:off x="8250768" y="1916088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25" name="Ellipse 1156">
                <a:extLst>
                  <a:ext uri="{FF2B5EF4-FFF2-40B4-BE49-F238E27FC236}">
                    <a16:creationId xmlns:a16="http://schemas.microsoft.com/office/drawing/2014/main" id="{D77F8C7A-86A9-4AD1-9E3D-95FC2ABA5A45}"/>
                  </a:ext>
                </a:extLst>
              </p:cNvPr>
              <p:cNvSpPr/>
              <p:nvPr/>
            </p:nvSpPr>
            <p:spPr bwMode="gray">
              <a:xfrm flipV="1">
                <a:off x="8250768" y="2339954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26" name="Ellipse 1157">
                <a:extLst>
                  <a:ext uri="{FF2B5EF4-FFF2-40B4-BE49-F238E27FC236}">
                    <a16:creationId xmlns:a16="http://schemas.microsoft.com/office/drawing/2014/main" id="{F19D27FE-0F70-4E3F-AB44-1DD73A02B9B9}"/>
                  </a:ext>
                </a:extLst>
              </p:cNvPr>
              <p:cNvSpPr/>
              <p:nvPr/>
            </p:nvSpPr>
            <p:spPr bwMode="gray">
              <a:xfrm flipV="1">
                <a:off x="8149570" y="2339954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27" name="Ellipse 1158">
                <a:extLst>
                  <a:ext uri="{FF2B5EF4-FFF2-40B4-BE49-F238E27FC236}">
                    <a16:creationId xmlns:a16="http://schemas.microsoft.com/office/drawing/2014/main" id="{3D0447E3-5708-45BE-8DF1-6697E518AC32}"/>
                  </a:ext>
                </a:extLst>
              </p:cNvPr>
              <p:cNvSpPr/>
              <p:nvPr/>
            </p:nvSpPr>
            <p:spPr bwMode="gray">
              <a:xfrm flipV="1">
                <a:off x="8149570" y="2446108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28" name="Ellipse 1159">
                <a:extLst>
                  <a:ext uri="{FF2B5EF4-FFF2-40B4-BE49-F238E27FC236}">
                    <a16:creationId xmlns:a16="http://schemas.microsoft.com/office/drawing/2014/main" id="{788E95A4-2595-48B0-93F9-0F452685D62F}"/>
                  </a:ext>
                </a:extLst>
              </p:cNvPr>
              <p:cNvSpPr/>
              <p:nvPr/>
            </p:nvSpPr>
            <p:spPr bwMode="gray">
              <a:xfrm flipV="1">
                <a:off x="8149570" y="2550688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29" name="Ellipse 1160">
                <a:extLst>
                  <a:ext uri="{FF2B5EF4-FFF2-40B4-BE49-F238E27FC236}">
                    <a16:creationId xmlns:a16="http://schemas.microsoft.com/office/drawing/2014/main" id="{741B0CB9-FBFA-473A-A148-4FE26EFC6EC1}"/>
                  </a:ext>
                </a:extLst>
              </p:cNvPr>
              <p:cNvSpPr/>
              <p:nvPr/>
            </p:nvSpPr>
            <p:spPr bwMode="gray">
              <a:xfrm flipV="1">
                <a:off x="8149570" y="202146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30" name="Ellipse 1161">
                <a:extLst>
                  <a:ext uri="{FF2B5EF4-FFF2-40B4-BE49-F238E27FC236}">
                    <a16:creationId xmlns:a16="http://schemas.microsoft.com/office/drawing/2014/main" id="{9036E03E-0E56-410A-B901-5651CDD7C406}"/>
                  </a:ext>
                </a:extLst>
              </p:cNvPr>
              <p:cNvSpPr/>
              <p:nvPr/>
            </p:nvSpPr>
            <p:spPr bwMode="gray">
              <a:xfrm flipV="1">
                <a:off x="8149570" y="1808890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31" name="Ellipse 1162">
                <a:extLst>
                  <a:ext uri="{FF2B5EF4-FFF2-40B4-BE49-F238E27FC236}">
                    <a16:creationId xmlns:a16="http://schemas.microsoft.com/office/drawing/2014/main" id="{798D3884-09F0-43AB-8EE6-D5B6B3F26089}"/>
                  </a:ext>
                </a:extLst>
              </p:cNvPr>
              <p:cNvSpPr/>
              <p:nvPr/>
            </p:nvSpPr>
            <p:spPr bwMode="gray">
              <a:xfrm flipV="1">
                <a:off x="8149570" y="170077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32" name="Ellipse 1163">
                <a:extLst>
                  <a:ext uri="{FF2B5EF4-FFF2-40B4-BE49-F238E27FC236}">
                    <a16:creationId xmlns:a16="http://schemas.microsoft.com/office/drawing/2014/main" id="{FE6EE029-3A4E-4782-B050-44C7430A8C5E}"/>
                  </a:ext>
                </a:extLst>
              </p:cNvPr>
              <p:cNvSpPr/>
              <p:nvPr/>
            </p:nvSpPr>
            <p:spPr bwMode="gray">
              <a:xfrm flipV="1">
                <a:off x="8149570" y="159530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33" name="Ellipse 1164">
                <a:extLst>
                  <a:ext uri="{FF2B5EF4-FFF2-40B4-BE49-F238E27FC236}">
                    <a16:creationId xmlns:a16="http://schemas.microsoft.com/office/drawing/2014/main" id="{2265CB65-16B5-448C-A81F-4F71C09F17DC}"/>
                  </a:ext>
                </a:extLst>
              </p:cNvPr>
              <p:cNvSpPr/>
              <p:nvPr/>
            </p:nvSpPr>
            <p:spPr bwMode="gray">
              <a:xfrm flipV="1">
                <a:off x="8149570" y="145085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34" name="Ellipse 1165">
                <a:extLst>
                  <a:ext uri="{FF2B5EF4-FFF2-40B4-BE49-F238E27FC236}">
                    <a16:creationId xmlns:a16="http://schemas.microsoft.com/office/drawing/2014/main" id="{75897296-E9A1-4F43-9B86-E14AC596D067}"/>
                  </a:ext>
                </a:extLst>
              </p:cNvPr>
              <p:cNvSpPr/>
              <p:nvPr/>
            </p:nvSpPr>
            <p:spPr bwMode="gray">
              <a:xfrm flipV="1">
                <a:off x="8046330" y="159530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35" name="Ellipse 1166">
                <a:extLst>
                  <a:ext uri="{FF2B5EF4-FFF2-40B4-BE49-F238E27FC236}">
                    <a16:creationId xmlns:a16="http://schemas.microsoft.com/office/drawing/2014/main" id="{35B8B2E9-8B1D-4D6E-AE27-B88C62E168A8}"/>
                  </a:ext>
                </a:extLst>
              </p:cNvPr>
              <p:cNvSpPr/>
              <p:nvPr/>
            </p:nvSpPr>
            <p:spPr bwMode="gray">
              <a:xfrm flipV="1">
                <a:off x="8046330" y="145085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36" name="Ellipse 1167">
                <a:extLst>
                  <a:ext uri="{FF2B5EF4-FFF2-40B4-BE49-F238E27FC236}">
                    <a16:creationId xmlns:a16="http://schemas.microsoft.com/office/drawing/2014/main" id="{7CFFC46E-2639-40B6-AF22-D3A2126591B2}"/>
                  </a:ext>
                </a:extLst>
              </p:cNvPr>
              <p:cNvSpPr/>
              <p:nvPr/>
            </p:nvSpPr>
            <p:spPr bwMode="gray">
              <a:xfrm flipV="1">
                <a:off x="7943920" y="159530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37" name="Ellipse 1168">
                <a:extLst>
                  <a:ext uri="{FF2B5EF4-FFF2-40B4-BE49-F238E27FC236}">
                    <a16:creationId xmlns:a16="http://schemas.microsoft.com/office/drawing/2014/main" id="{B236F24B-85DD-4CCF-B3CD-2594C413A36E}"/>
                  </a:ext>
                </a:extLst>
              </p:cNvPr>
              <p:cNvSpPr/>
              <p:nvPr/>
            </p:nvSpPr>
            <p:spPr bwMode="gray">
              <a:xfrm flipV="1">
                <a:off x="8046330" y="202146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38" name="Ellipse 1169">
                <a:extLst>
                  <a:ext uri="{FF2B5EF4-FFF2-40B4-BE49-F238E27FC236}">
                    <a16:creationId xmlns:a16="http://schemas.microsoft.com/office/drawing/2014/main" id="{99F62FE3-439C-4B63-9809-404E73548CA5}"/>
                  </a:ext>
                </a:extLst>
              </p:cNvPr>
              <p:cNvSpPr/>
              <p:nvPr/>
            </p:nvSpPr>
            <p:spPr bwMode="gray">
              <a:xfrm flipV="1">
                <a:off x="7943920" y="223432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39" name="Ellipse 1170">
                <a:extLst>
                  <a:ext uri="{FF2B5EF4-FFF2-40B4-BE49-F238E27FC236}">
                    <a16:creationId xmlns:a16="http://schemas.microsoft.com/office/drawing/2014/main" id="{324131EF-F375-43F1-A510-316E7A36A74F}"/>
                  </a:ext>
                </a:extLst>
              </p:cNvPr>
              <p:cNvSpPr/>
              <p:nvPr/>
            </p:nvSpPr>
            <p:spPr bwMode="gray">
              <a:xfrm flipV="1">
                <a:off x="7943920" y="2339954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40" name="Ellipse 1171">
                <a:extLst>
                  <a:ext uri="{FF2B5EF4-FFF2-40B4-BE49-F238E27FC236}">
                    <a16:creationId xmlns:a16="http://schemas.microsoft.com/office/drawing/2014/main" id="{F55BF612-A10D-438B-B3F0-1600A668079E}"/>
                  </a:ext>
                </a:extLst>
              </p:cNvPr>
              <p:cNvSpPr/>
              <p:nvPr/>
            </p:nvSpPr>
            <p:spPr bwMode="gray">
              <a:xfrm flipV="1">
                <a:off x="7943920" y="2128366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41" name="Ellipse 1172">
                <a:extLst>
                  <a:ext uri="{FF2B5EF4-FFF2-40B4-BE49-F238E27FC236}">
                    <a16:creationId xmlns:a16="http://schemas.microsoft.com/office/drawing/2014/main" id="{8F142FD5-B7D3-43D9-BF0F-47E3FBC07CD2}"/>
                  </a:ext>
                </a:extLst>
              </p:cNvPr>
              <p:cNvSpPr/>
              <p:nvPr/>
            </p:nvSpPr>
            <p:spPr bwMode="gray">
              <a:xfrm flipV="1">
                <a:off x="7943920" y="202146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42" name="Ellipse 1173">
                <a:extLst>
                  <a:ext uri="{FF2B5EF4-FFF2-40B4-BE49-F238E27FC236}">
                    <a16:creationId xmlns:a16="http://schemas.microsoft.com/office/drawing/2014/main" id="{A3A2ECFB-14C4-43CC-93A9-A8D7737B426C}"/>
                  </a:ext>
                </a:extLst>
              </p:cNvPr>
              <p:cNvSpPr/>
              <p:nvPr/>
            </p:nvSpPr>
            <p:spPr bwMode="gray">
              <a:xfrm flipV="1">
                <a:off x="7943920" y="170077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43" name="Ellipse 1174">
                <a:extLst>
                  <a:ext uri="{FF2B5EF4-FFF2-40B4-BE49-F238E27FC236}">
                    <a16:creationId xmlns:a16="http://schemas.microsoft.com/office/drawing/2014/main" id="{401B3C2D-9A00-499B-8211-FE887E63C70C}"/>
                  </a:ext>
                </a:extLst>
              </p:cNvPr>
              <p:cNvSpPr/>
              <p:nvPr/>
            </p:nvSpPr>
            <p:spPr bwMode="gray">
              <a:xfrm flipV="1">
                <a:off x="7843764" y="170077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44" name="Ellipse 1175">
                <a:extLst>
                  <a:ext uri="{FF2B5EF4-FFF2-40B4-BE49-F238E27FC236}">
                    <a16:creationId xmlns:a16="http://schemas.microsoft.com/office/drawing/2014/main" id="{20711BDD-66FA-451A-86F4-7991DD555CD9}"/>
                  </a:ext>
                </a:extLst>
              </p:cNvPr>
              <p:cNvSpPr/>
              <p:nvPr/>
            </p:nvSpPr>
            <p:spPr bwMode="gray">
              <a:xfrm flipV="1">
                <a:off x="7843764" y="1808890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45" name="Ellipse 1176">
                <a:extLst>
                  <a:ext uri="{FF2B5EF4-FFF2-40B4-BE49-F238E27FC236}">
                    <a16:creationId xmlns:a16="http://schemas.microsoft.com/office/drawing/2014/main" id="{DE882D4F-5311-4E73-A0A8-657E8DD0D20C}"/>
                  </a:ext>
                </a:extLst>
              </p:cNvPr>
              <p:cNvSpPr/>
              <p:nvPr/>
            </p:nvSpPr>
            <p:spPr bwMode="gray">
              <a:xfrm flipV="1">
                <a:off x="7843764" y="1916088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46" name="Ellipse 1177">
                <a:extLst>
                  <a:ext uri="{FF2B5EF4-FFF2-40B4-BE49-F238E27FC236}">
                    <a16:creationId xmlns:a16="http://schemas.microsoft.com/office/drawing/2014/main" id="{0B25016E-D513-4735-B1AD-91F74468FB47}"/>
                  </a:ext>
                </a:extLst>
              </p:cNvPr>
              <p:cNvSpPr/>
              <p:nvPr/>
            </p:nvSpPr>
            <p:spPr bwMode="gray">
              <a:xfrm flipV="1">
                <a:off x="7843764" y="2128366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47" name="Ellipse 1178">
                <a:extLst>
                  <a:ext uri="{FF2B5EF4-FFF2-40B4-BE49-F238E27FC236}">
                    <a16:creationId xmlns:a16="http://schemas.microsoft.com/office/drawing/2014/main" id="{1514895C-71D5-486F-BDD2-90C7433C2EBB}"/>
                  </a:ext>
                </a:extLst>
              </p:cNvPr>
              <p:cNvSpPr/>
              <p:nvPr/>
            </p:nvSpPr>
            <p:spPr bwMode="gray">
              <a:xfrm flipV="1">
                <a:off x="7843764" y="2234323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48" name="Ellipse 1179">
                <a:extLst>
                  <a:ext uri="{FF2B5EF4-FFF2-40B4-BE49-F238E27FC236}">
                    <a16:creationId xmlns:a16="http://schemas.microsoft.com/office/drawing/2014/main" id="{EB7BA372-27E9-4082-9F5A-F017BC72378F}"/>
                  </a:ext>
                </a:extLst>
              </p:cNvPr>
              <p:cNvSpPr/>
              <p:nvPr/>
            </p:nvSpPr>
            <p:spPr bwMode="gray">
              <a:xfrm flipV="1">
                <a:off x="7843764" y="2339954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49" name="Ellipse 1180">
                <a:extLst>
                  <a:ext uri="{FF2B5EF4-FFF2-40B4-BE49-F238E27FC236}">
                    <a16:creationId xmlns:a16="http://schemas.microsoft.com/office/drawing/2014/main" id="{D0476FB6-0EAE-452D-9CE2-E1D5EFA92BDF}"/>
                  </a:ext>
                </a:extLst>
              </p:cNvPr>
              <p:cNvSpPr/>
              <p:nvPr/>
            </p:nvSpPr>
            <p:spPr bwMode="gray">
              <a:xfrm flipV="1">
                <a:off x="7741330" y="2128366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50" name="Ellipse 1181">
                <a:extLst>
                  <a:ext uri="{FF2B5EF4-FFF2-40B4-BE49-F238E27FC236}">
                    <a16:creationId xmlns:a16="http://schemas.microsoft.com/office/drawing/2014/main" id="{973AFC10-67EC-4B48-ABF2-54370482C7CC}"/>
                  </a:ext>
                </a:extLst>
              </p:cNvPr>
              <p:cNvSpPr/>
              <p:nvPr/>
            </p:nvSpPr>
            <p:spPr bwMode="gray">
              <a:xfrm flipV="1">
                <a:off x="7741330" y="2234323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51" name="Ellipse 1182">
                <a:extLst>
                  <a:ext uri="{FF2B5EF4-FFF2-40B4-BE49-F238E27FC236}">
                    <a16:creationId xmlns:a16="http://schemas.microsoft.com/office/drawing/2014/main" id="{79537D02-2DC6-4910-8C2F-A830723992CE}"/>
                  </a:ext>
                </a:extLst>
              </p:cNvPr>
              <p:cNvSpPr/>
              <p:nvPr/>
            </p:nvSpPr>
            <p:spPr bwMode="gray">
              <a:xfrm flipV="1">
                <a:off x="7741330" y="2339954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52" name="Ellipse 1183">
                <a:extLst>
                  <a:ext uri="{FF2B5EF4-FFF2-40B4-BE49-F238E27FC236}">
                    <a16:creationId xmlns:a16="http://schemas.microsoft.com/office/drawing/2014/main" id="{9B396281-99C9-40D4-9D75-80A50B1ABB6C}"/>
                  </a:ext>
                </a:extLst>
              </p:cNvPr>
              <p:cNvSpPr/>
              <p:nvPr/>
            </p:nvSpPr>
            <p:spPr bwMode="gray">
              <a:xfrm flipV="1">
                <a:off x="7741330" y="2446108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53" name="Ellipse 1184">
                <a:extLst>
                  <a:ext uri="{FF2B5EF4-FFF2-40B4-BE49-F238E27FC236}">
                    <a16:creationId xmlns:a16="http://schemas.microsoft.com/office/drawing/2014/main" id="{D89A3001-0D97-4F84-9F7E-42FFA145EF1A}"/>
                  </a:ext>
                </a:extLst>
              </p:cNvPr>
              <p:cNvSpPr/>
              <p:nvPr/>
            </p:nvSpPr>
            <p:spPr bwMode="gray">
              <a:xfrm flipV="1">
                <a:off x="7741330" y="1916088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54" name="Ellipse 1185">
                <a:extLst>
                  <a:ext uri="{FF2B5EF4-FFF2-40B4-BE49-F238E27FC236}">
                    <a16:creationId xmlns:a16="http://schemas.microsoft.com/office/drawing/2014/main" id="{A31F47A0-7814-4937-9DE2-559260022716}"/>
                  </a:ext>
                </a:extLst>
              </p:cNvPr>
              <p:cNvSpPr/>
              <p:nvPr/>
            </p:nvSpPr>
            <p:spPr bwMode="gray">
              <a:xfrm flipV="1">
                <a:off x="7741330" y="170077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55" name="Ellipse 1186">
                <a:extLst>
                  <a:ext uri="{FF2B5EF4-FFF2-40B4-BE49-F238E27FC236}">
                    <a16:creationId xmlns:a16="http://schemas.microsoft.com/office/drawing/2014/main" id="{3DCD17C3-8EC4-4F5F-8525-F068775108BB}"/>
                  </a:ext>
                </a:extLst>
              </p:cNvPr>
              <p:cNvSpPr/>
              <p:nvPr/>
            </p:nvSpPr>
            <p:spPr bwMode="gray">
              <a:xfrm flipV="1">
                <a:off x="7741330" y="159530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56" name="Ellipse 1187">
                <a:extLst>
                  <a:ext uri="{FF2B5EF4-FFF2-40B4-BE49-F238E27FC236}">
                    <a16:creationId xmlns:a16="http://schemas.microsoft.com/office/drawing/2014/main" id="{BF30C944-08F7-40A5-92D5-9BDD4659CFFE}"/>
                  </a:ext>
                </a:extLst>
              </p:cNvPr>
              <p:cNvSpPr/>
              <p:nvPr/>
            </p:nvSpPr>
            <p:spPr bwMode="gray">
              <a:xfrm flipV="1">
                <a:off x="7639971" y="170077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57" name="Ellipse 1188">
                <a:extLst>
                  <a:ext uri="{FF2B5EF4-FFF2-40B4-BE49-F238E27FC236}">
                    <a16:creationId xmlns:a16="http://schemas.microsoft.com/office/drawing/2014/main" id="{CA95645C-4E84-4F0F-86C0-3FF4C0B5BB0D}"/>
                  </a:ext>
                </a:extLst>
              </p:cNvPr>
              <p:cNvSpPr/>
              <p:nvPr/>
            </p:nvSpPr>
            <p:spPr bwMode="gray">
              <a:xfrm flipV="1">
                <a:off x="7639971" y="159530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58" name="Ellipse 1189">
                <a:extLst>
                  <a:ext uri="{FF2B5EF4-FFF2-40B4-BE49-F238E27FC236}">
                    <a16:creationId xmlns:a16="http://schemas.microsoft.com/office/drawing/2014/main" id="{C5647AA6-8170-4FF6-96FB-41D45875D08C}"/>
                  </a:ext>
                </a:extLst>
              </p:cNvPr>
              <p:cNvSpPr/>
              <p:nvPr/>
            </p:nvSpPr>
            <p:spPr bwMode="gray">
              <a:xfrm flipV="1">
                <a:off x="7843764" y="202146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59" name="Ellipse 1190">
                <a:extLst>
                  <a:ext uri="{FF2B5EF4-FFF2-40B4-BE49-F238E27FC236}">
                    <a16:creationId xmlns:a16="http://schemas.microsoft.com/office/drawing/2014/main" id="{97D0ECFB-27B0-41CE-B629-2F90AFE2C988}"/>
                  </a:ext>
                </a:extLst>
              </p:cNvPr>
              <p:cNvSpPr/>
              <p:nvPr/>
            </p:nvSpPr>
            <p:spPr bwMode="gray">
              <a:xfrm flipV="1">
                <a:off x="7639971" y="1916088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60" name="Ellipse 1191">
                <a:extLst>
                  <a:ext uri="{FF2B5EF4-FFF2-40B4-BE49-F238E27FC236}">
                    <a16:creationId xmlns:a16="http://schemas.microsoft.com/office/drawing/2014/main" id="{F9902053-8F4C-45EA-82D8-87BB568363DF}"/>
                  </a:ext>
                </a:extLst>
              </p:cNvPr>
              <p:cNvSpPr/>
              <p:nvPr/>
            </p:nvSpPr>
            <p:spPr bwMode="gray">
              <a:xfrm flipV="1">
                <a:off x="7639971" y="2128366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61" name="Ellipse 1192">
                <a:extLst>
                  <a:ext uri="{FF2B5EF4-FFF2-40B4-BE49-F238E27FC236}">
                    <a16:creationId xmlns:a16="http://schemas.microsoft.com/office/drawing/2014/main" id="{B7C2F19A-D0CB-4616-A3DC-295B7019EB3B}"/>
                  </a:ext>
                </a:extLst>
              </p:cNvPr>
              <p:cNvSpPr/>
              <p:nvPr/>
            </p:nvSpPr>
            <p:spPr bwMode="gray">
              <a:xfrm flipV="1">
                <a:off x="7639971" y="2234323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62" name="Ellipse 1193">
                <a:extLst>
                  <a:ext uri="{FF2B5EF4-FFF2-40B4-BE49-F238E27FC236}">
                    <a16:creationId xmlns:a16="http://schemas.microsoft.com/office/drawing/2014/main" id="{DA385E76-ADBE-4356-81D5-9AAB9E835D22}"/>
                  </a:ext>
                </a:extLst>
              </p:cNvPr>
              <p:cNvSpPr/>
              <p:nvPr/>
            </p:nvSpPr>
            <p:spPr bwMode="gray">
              <a:xfrm flipV="1">
                <a:off x="7639971" y="2339954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63" name="Ellipse 1194">
                <a:extLst>
                  <a:ext uri="{FF2B5EF4-FFF2-40B4-BE49-F238E27FC236}">
                    <a16:creationId xmlns:a16="http://schemas.microsoft.com/office/drawing/2014/main" id="{42D11759-6CEC-49A8-A56C-77A3CBEDFA3B}"/>
                  </a:ext>
                </a:extLst>
              </p:cNvPr>
              <p:cNvSpPr/>
              <p:nvPr/>
            </p:nvSpPr>
            <p:spPr bwMode="gray">
              <a:xfrm flipV="1">
                <a:off x="7639971" y="202146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64" name="Ellipse 1195">
                <a:extLst>
                  <a:ext uri="{FF2B5EF4-FFF2-40B4-BE49-F238E27FC236}">
                    <a16:creationId xmlns:a16="http://schemas.microsoft.com/office/drawing/2014/main" id="{3227740C-235B-41CC-A9AB-BEC9AFC242F8}"/>
                  </a:ext>
                </a:extLst>
              </p:cNvPr>
              <p:cNvSpPr/>
              <p:nvPr/>
            </p:nvSpPr>
            <p:spPr bwMode="gray">
              <a:xfrm flipV="1">
                <a:off x="7639971" y="2446108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65" name="Ellipse 1196">
                <a:extLst>
                  <a:ext uri="{FF2B5EF4-FFF2-40B4-BE49-F238E27FC236}">
                    <a16:creationId xmlns:a16="http://schemas.microsoft.com/office/drawing/2014/main" id="{2EB6BEAD-AB2B-487C-BA8E-8D2C1868064E}"/>
                  </a:ext>
                </a:extLst>
              </p:cNvPr>
              <p:cNvSpPr/>
              <p:nvPr/>
            </p:nvSpPr>
            <p:spPr bwMode="gray">
              <a:xfrm flipV="1">
                <a:off x="7542773" y="2446108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66" name="Ellipse 1197">
                <a:extLst>
                  <a:ext uri="{FF2B5EF4-FFF2-40B4-BE49-F238E27FC236}">
                    <a16:creationId xmlns:a16="http://schemas.microsoft.com/office/drawing/2014/main" id="{D4D305F5-25AA-40B2-9DCA-AFA58361314D}"/>
                  </a:ext>
                </a:extLst>
              </p:cNvPr>
              <p:cNvSpPr/>
              <p:nvPr/>
            </p:nvSpPr>
            <p:spPr bwMode="gray">
              <a:xfrm flipV="1">
                <a:off x="7542773" y="2550688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67" name="Ellipse 1198">
                <a:extLst>
                  <a:ext uri="{FF2B5EF4-FFF2-40B4-BE49-F238E27FC236}">
                    <a16:creationId xmlns:a16="http://schemas.microsoft.com/office/drawing/2014/main" id="{801671EB-0F11-4BE4-A704-2DD133635135}"/>
                  </a:ext>
                </a:extLst>
              </p:cNvPr>
              <p:cNvSpPr/>
              <p:nvPr/>
            </p:nvSpPr>
            <p:spPr bwMode="gray">
              <a:xfrm flipV="1">
                <a:off x="7542773" y="2128366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68" name="Ellipse 1199">
                <a:extLst>
                  <a:ext uri="{FF2B5EF4-FFF2-40B4-BE49-F238E27FC236}">
                    <a16:creationId xmlns:a16="http://schemas.microsoft.com/office/drawing/2014/main" id="{A378C177-F7F5-41B2-AC66-FD0F78ED99E9}"/>
                  </a:ext>
                </a:extLst>
              </p:cNvPr>
              <p:cNvSpPr/>
              <p:nvPr/>
            </p:nvSpPr>
            <p:spPr bwMode="gray">
              <a:xfrm flipV="1">
                <a:off x="7542773" y="223432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69" name="Ellipse 1200">
                <a:extLst>
                  <a:ext uri="{FF2B5EF4-FFF2-40B4-BE49-F238E27FC236}">
                    <a16:creationId xmlns:a16="http://schemas.microsoft.com/office/drawing/2014/main" id="{7360FE38-FB37-49A9-A27D-06A9251BCA81}"/>
                  </a:ext>
                </a:extLst>
              </p:cNvPr>
              <p:cNvSpPr/>
              <p:nvPr/>
            </p:nvSpPr>
            <p:spPr bwMode="gray">
              <a:xfrm flipV="1">
                <a:off x="7542773" y="202146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70" name="Ellipse 1201">
                <a:extLst>
                  <a:ext uri="{FF2B5EF4-FFF2-40B4-BE49-F238E27FC236}">
                    <a16:creationId xmlns:a16="http://schemas.microsoft.com/office/drawing/2014/main" id="{453A9933-F427-4657-B4AB-308D700C3287}"/>
                  </a:ext>
                </a:extLst>
              </p:cNvPr>
              <p:cNvSpPr/>
              <p:nvPr/>
            </p:nvSpPr>
            <p:spPr bwMode="gray">
              <a:xfrm flipV="1">
                <a:off x="7542773" y="1808890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71" name="Ellipse 1202">
                <a:extLst>
                  <a:ext uri="{FF2B5EF4-FFF2-40B4-BE49-F238E27FC236}">
                    <a16:creationId xmlns:a16="http://schemas.microsoft.com/office/drawing/2014/main" id="{99AEF289-71EC-422A-AF77-7B6387097DA3}"/>
                  </a:ext>
                </a:extLst>
              </p:cNvPr>
              <p:cNvSpPr/>
              <p:nvPr/>
            </p:nvSpPr>
            <p:spPr bwMode="gray">
              <a:xfrm flipV="1">
                <a:off x="7542773" y="170077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72" name="Ellipse 1203">
                <a:extLst>
                  <a:ext uri="{FF2B5EF4-FFF2-40B4-BE49-F238E27FC236}">
                    <a16:creationId xmlns:a16="http://schemas.microsoft.com/office/drawing/2014/main" id="{9B31764B-26E8-4B4E-A364-5043B64FA15B}"/>
                  </a:ext>
                </a:extLst>
              </p:cNvPr>
              <p:cNvSpPr/>
              <p:nvPr/>
            </p:nvSpPr>
            <p:spPr bwMode="gray">
              <a:xfrm flipV="1">
                <a:off x="7435148" y="1700773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73" name="Ellipse 1204">
                <a:extLst>
                  <a:ext uri="{FF2B5EF4-FFF2-40B4-BE49-F238E27FC236}">
                    <a16:creationId xmlns:a16="http://schemas.microsoft.com/office/drawing/2014/main" id="{AD046DA6-2D37-49B6-90A3-B8F571EC6067}"/>
                  </a:ext>
                </a:extLst>
              </p:cNvPr>
              <p:cNvSpPr/>
              <p:nvPr/>
            </p:nvSpPr>
            <p:spPr bwMode="gray">
              <a:xfrm flipV="1">
                <a:off x="7435148" y="1808890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74" name="Ellipse 1205">
                <a:extLst>
                  <a:ext uri="{FF2B5EF4-FFF2-40B4-BE49-F238E27FC236}">
                    <a16:creationId xmlns:a16="http://schemas.microsoft.com/office/drawing/2014/main" id="{DF1AF368-4CE9-4FDA-9A55-BF90715F42D0}"/>
                  </a:ext>
                </a:extLst>
              </p:cNvPr>
              <p:cNvSpPr/>
              <p:nvPr/>
            </p:nvSpPr>
            <p:spPr bwMode="gray">
              <a:xfrm flipV="1">
                <a:off x="7435148" y="1916088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75" name="Ellipse 1206">
                <a:extLst>
                  <a:ext uri="{FF2B5EF4-FFF2-40B4-BE49-F238E27FC236}">
                    <a16:creationId xmlns:a16="http://schemas.microsoft.com/office/drawing/2014/main" id="{439E615E-7CE1-4B2A-B4BA-32FF7C8B6615}"/>
                  </a:ext>
                </a:extLst>
              </p:cNvPr>
              <p:cNvSpPr/>
              <p:nvPr/>
            </p:nvSpPr>
            <p:spPr bwMode="gray">
              <a:xfrm flipV="1">
                <a:off x="7435148" y="202146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76" name="Ellipse 1207">
                <a:extLst>
                  <a:ext uri="{FF2B5EF4-FFF2-40B4-BE49-F238E27FC236}">
                    <a16:creationId xmlns:a16="http://schemas.microsoft.com/office/drawing/2014/main" id="{7B03A0F9-D6F2-4562-9259-FBE9E6214F24}"/>
                  </a:ext>
                </a:extLst>
              </p:cNvPr>
              <p:cNvSpPr/>
              <p:nvPr/>
            </p:nvSpPr>
            <p:spPr bwMode="gray">
              <a:xfrm flipV="1">
                <a:off x="7435148" y="2128366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77" name="Ellipse 1208">
                <a:extLst>
                  <a:ext uri="{FF2B5EF4-FFF2-40B4-BE49-F238E27FC236}">
                    <a16:creationId xmlns:a16="http://schemas.microsoft.com/office/drawing/2014/main" id="{0E72AEBC-5E2F-40F3-81BF-7136C1FA1ECC}"/>
                  </a:ext>
                </a:extLst>
              </p:cNvPr>
              <p:cNvSpPr/>
              <p:nvPr/>
            </p:nvSpPr>
            <p:spPr bwMode="gray">
              <a:xfrm flipV="1">
                <a:off x="7337764" y="1700773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78" name="Ellipse 1209">
                <a:extLst>
                  <a:ext uri="{FF2B5EF4-FFF2-40B4-BE49-F238E27FC236}">
                    <a16:creationId xmlns:a16="http://schemas.microsoft.com/office/drawing/2014/main" id="{7F0FCA74-1026-4346-914F-E23706ECCF2A}"/>
                  </a:ext>
                </a:extLst>
              </p:cNvPr>
              <p:cNvSpPr/>
              <p:nvPr/>
            </p:nvSpPr>
            <p:spPr bwMode="gray">
              <a:xfrm flipV="1">
                <a:off x="7232753" y="170077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79" name="Ellipse 1210">
                <a:extLst>
                  <a:ext uri="{FF2B5EF4-FFF2-40B4-BE49-F238E27FC236}">
                    <a16:creationId xmlns:a16="http://schemas.microsoft.com/office/drawing/2014/main" id="{103260C2-571B-42C5-8310-BB5E11264B2F}"/>
                  </a:ext>
                </a:extLst>
              </p:cNvPr>
              <p:cNvSpPr/>
              <p:nvPr/>
            </p:nvSpPr>
            <p:spPr bwMode="gray">
              <a:xfrm flipV="1">
                <a:off x="7232753" y="1916088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80" name="Ellipse 1211">
                <a:extLst>
                  <a:ext uri="{FF2B5EF4-FFF2-40B4-BE49-F238E27FC236}">
                    <a16:creationId xmlns:a16="http://schemas.microsoft.com/office/drawing/2014/main" id="{FA33D663-81D2-49C6-8470-229B5EA4DADA}"/>
                  </a:ext>
                </a:extLst>
              </p:cNvPr>
              <p:cNvSpPr/>
              <p:nvPr/>
            </p:nvSpPr>
            <p:spPr bwMode="gray">
              <a:xfrm flipV="1">
                <a:off x="7232753" y="2128366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81" name="Ellipse 1212">
                <a:extLst>
                  <a:ext uri="{FF2B5EF4-FFF2-40B4-BE49-F238E27FC236}">
                    <a16:creationId xmlns:a16="http://schemas.microsoft.com/office/drawing/2014/main" id="{E46B0882-C573-41BF-B5E9-E57F47338D4B}"/>
                  </a:ext>
                </a:extLst>
              </p:cNvPr>
              <p:cNvSpPr/>
              <p:nvPr/>
            </p:nvSpPr>
            <p:spPr bwMode="gray">
              <a:xfrm flipV="1">
                <a:off x="7232753" y="223432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82" name="Ellipse 1213">
                <a:extLst>
                  <a:ext uri="{FF2B5EF4-FFF2-40B4-BE49-F238E27FC236}">
                    <a16:creationId xmlns:a16="http://schemas.microsoft.com/office/drawing/2014/main" id="{27DBE4DD-5E36-4547-B49C-5C474308B37C}"/>
                  </a:ext>
                </a:extLst>
              </p:cNvPr>
              <p:cNvSpPr/>
              <p:nvPr/>
            </p:nvSpPr>
            <p:spPr bwMode="gray">
              <a:xfrm flipV="1">
                <a:off x="7337764" y="2128366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83" name="Ellipse 1214">
                <a:extLst>
                  <a:ext uri="{FF2B5EF4-FFF2-40B4-BE49-F238E27FC236}">
                    <a16:creationId xmlns:a16="http://schemas.microsoft.com/office/drawing/2014/main" id="{18CD00DE-A053-4B05-BC48-A1C5FA8A33B5}"/>
                  </a:ext>
                </a:extLst>
              </p:cNvPr>
              <p:cNvSpPr/>
              <p:nvPr/>
            </p:nvSpPr>
            <p:spPr bwMode="gray">
              <a:xfrm flipV="1">
                <a:off x="7337764" y="2339954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84" name="Ellipse 1215">
                <a:extLst>
                  <a:ext uri="{FF2B5EF4-FFF2-40B4-BE49-F238E27FC236}">
                    <a16:creationId xmlns:a16="http://schemas.microsoft.com/office/drawing/2014/main" id="{832DBF00-134A-4E04-9763-386BC80F9CB8}"/>
                  </a:ext>
                </a:extLst>
              </p:cNvPr>
              <p:cNvSpPr/>
              <p:nvPr/>
            </p:nvSpPr>
            <p:spPr bwMode="gray">
              <a:xfrm flipV="1">
                <a:off x="7337764" y="2446108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85" name="Ellipse 1216">
                <a:extLst>
                  <a:ext uri="{FF2B5EF4-FFF2-40B4-BE49-F238E27FC236}">
                    <a16:creationId xmlns:a16="http://schemas.microsoft.com/office/drawing/2014/main" id="{3E7CF25B-B91C-4C8C-8EBF-CDE7536AC5CE}"/>
                  </a:ext>
                </a:extLst>
              </p:cNvPr>
              <p:cNvSpPr/>
              <p:nvPr/>
            </p:nvSpPr>
            <p:spPr bwMode="gray">
              <a:xfrm flipV="1">
                <a:off x="7129749" y="1916088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6487"/>
                  </a:solidFill>
                </a:endParaRPr>
              </a:p>
            </p:txBody>
          </p:sp>
          <p:sp>
            <p:nvSpPr>
              <p:cNvPr id="586" name="Ellipse 1217">
                <a:extLst>
                  <a:ext uri="{FF2B5EF4-FFF2-40B4-BE49-F238E27FC236}">
                    <a16:creationId xmlns:a16="http://schemas.microsoft.com/office/drawing/2014/main" id="{9A7EF9CF-72E1-4BA1-BB97-4B2C67930C37}"/>
                  </a:ext>
                </a:extLst>
              </p:cNvPr>
              <p:cNvSpPr/>
              <p:nvPr/>
            </p:nvSpPr>
            <p:spPr bwMode="gray">
              <a:xfrm flipV="1">
                <a:off x="7129749" y="2128366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6487"/>
                  </a:solidFill>
                </a:endParaRPr>
              </a:p>
            </p:txBody>
          </p:sp>
          <p:sp>
            <p:nvSpPr>
              <p:cNvPr id="587" name="Ellipse 1218">
                <a:extLst>
                  <a:ext uri="{FF2B5EF4-FFF2-40B4-BE49-F238E27FC236}">
                    <a16:creationId xmlns:a16="http://schemas.microsoft.com/office/drawing/2014/main" id="{5EBB07B4-CF4D-40D5-87A4-11A87CE7898C}"/>
                  </a:ext>
                </a:extLst>
              </p:cNvPr>
              <p:cNvSpPr/>
              <p:nvPr/>
            </p:nvSpPr>
            <p:spPr bwMode="gray">
              <a:xfrm flipV="1">
                <a:off x="7129749" y="2234323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6487"/>
                  </a:solidFill>
                </a:endParaRPr>
              </a:p>
            </p:txBody>
          </p:sp>
          <p:sp>
            <p:nvSpPr>
              <p:cNvPr id="588" name="Ellipse 1219">
                <a:extLst>
                  <a:ext uri="{FF2B5EF4-FFF2-40B4-BE49-F238E27FC236}">
                    <a16:creationId xmlns:a16="http://schemas.microsoft.com/office/drawing/2014/main" id="{7983D1B7-72B7-4C7F-9825-F7C92F3AC8EB}"/>
                  </a:ext>
                </a:extLst>
              </p:cNvPr>
              <p:cNvSpPr/>
              <p:nvPr/>
            </p:nvSpPr>
            <p:spPr bwMode="gray">
              <a:xfrm flipV="1">
                <a:off x="7129749" y="202146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6487"/>
                  </a:solidFill>
                </a:endParaRPr>
              </a:p>
            </p:txBody>
          </p:sp>
          <p:sp>
            <p:nvSpPr>
              <p:cNvPr id="589" name="Ellipse 1220">
                <a:extLst>
                  <a:ext uri="{FF2B5EF4-FFF2-40B4-BE49-F238E27FC236}">
                    <a16:creationId xmlns:a16="http://schemas.microsoft.com/office/drawing/2014/main" id="{F44E3CB1-9E3A-4D8C-BDF6-FE1167C93D66}"/>
                  </a:ext>
                </a:extLst>
              </p:cNvPr>
              <p:cNvSpPr/>
              <p:nvPr/>
            </p:nvSpPr>
            <p:spPr bwMode="gray">
              <a:xfrm flipV="1">
                <a:off x="10912536" y="2135412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90" name="Ellipse 1221">
                <a:extLst>
                  <a:ext uri="{FF2B5EF4-FFF2-40B4-BE49-F238E27FC236}">
                    <a16:creationId xmlns:a16="http://schemas.microsoft.com/office/drawing/2014/main" id="{7B8F04C7-A91C-4292-B945-DB345296CCB2}"/>
                  </a:ext>
                </a:extLst>
              </p:cNvPr>
              <p:cNvSpPr/>
              <p:nvPr/>
            </p:nvSpPr>
            <p:spPr bwMode="gray">
              <a:xfrm flipV="1">
                <a:off x="10912536" y="1923134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91" name="Freeform 17">
                <a:extLst>
                  <a:ext uri="{FF2B5EF4-FFF2-40B4-BE49-F238E27FC236}">
                    <a16:creationId xmlns:a16="http://schemas.microsoft.com/office/drawing/2014/main" id="{B7C2D706-9C74-4AC8-923B-8B44D0B68F77}"/>
                  </a:ext>
                </a:extLst>
              </p:cNvPr>
              <p:cNvSpPr>
                <a:spLocks noChangeAspect="1" noEditPoints="1"/>
              </p:cNvSpPr>
              <p:nvPr/>
            </p:nvSpPr>
            <p:spPr bwMode="gray">
              <a:xfrm>
                <a:off x="8811984" y="1562226"/>
                <a:ext cx="264319" cy="348457"/>
              </a:xfrm>
              <a:custGeom>
                <a:avLst/>
                <a:gdLst>
                  <a:gd name="T0" fmla="*/ 280 w 1760"/>
                  <a:gd name="T1" fmla="*/ 920 h 2320"/>
                  <a:gd name="T2" fmla="*/ 280 w 1760"/>
                  <a:gd name="T3" fmla="*/ 594 h 2320"/>
                  <a:gd name="T4" fmla="*/ 874 w 1760"/>
                  <a:gd name="T5" fmla="*/ 0 h 2320"/>
                  <a:gd name="T6" fmla="*/ 886 w 1760"/>
                  <a:gd name="T7" fmla="*/ 0 h 2320"/>
                  <a:gd name="T8" fmla="*/ 1480 w 1760"/>
                  <a:gd name="T9" fmla="*/ 594 h 2320"/>
                  <a:gd name="T10" fmla="*/ 1480 w 1760"/>
                  <a:gd name="T11" fmla="*/ 920 h 2320"/>
                  <a:gd name="T12" fmla="*/ 1280 w 1760"/>
                  <a:gd name="T13" fmla="*/ 920 h 2320"/>
                  <a:gd name="T14" fmla="*/ 1280 w 1760"/>
                  <a:gd name="T15" fmla="*/ 619 h 2320"/>
                  <a:gd name="T16" fmla="*/ 884 w 1760"/>
                  <a:gd name="T17" fmla="*/ 200 h 2320"/>
                  <a:gd name="T18" fmla="*/ 876 w 1760"/>
                  <a:gd name="T19" fmla="*/ 200 h 2320"/>
                  <a:gd name="T20" fmla="*/ 480 w 1760"/>
                  <a:gd name="T21" fmla="*/ 619 h 2320"/>
                  <a:gd name="T22" fmla="*/ 480 w 1760"/>
                  <a:gd name="T23" fmla="*/ 920 h 2320"/>
                  <a:gd name="T24" fmla="*/ 280 w 1760"/>
                  <a:gd name="T25" fmla="*/ 920 h 2320"/>
                  <a:gd name="T26" fmla="*/ 1760 w 1760"/>
                  <a:gd name="T27" fmla="*/ 960 h 2320"/>
                  <a:gd name="T28" fmla="*/ 1760 w 1760"/>
                  <a:gd name="T29" fmla="*/ 2320 h 2320"/>
                  <a:gd name="T30" fmla="*/ 0 w 1760"/>
                  <a:gd name="T31" fmla="*/ 2320 h 2320"/>
                  <a:gd name="T32" fmla="*/ 0 w 1760"/>
                  <a:gd name="T33" fmla="*/ 960 h 2320"/>
                  <a:gd name="T34" fmla="*/ 1760 w 1760"/>
                  <a:gd name="T35" fmla="*/ 960 h 2320"/>
                  <a:gd name="T36" fmla="*/ 1340 w 1760"/>
                  <a:gd name="T37" fmla="*/ 1640 h 2320"/>
                  <a:gd name="T38" fmla="*/ 880 w 1760"/>
                  <a:gd name="T39" fmla="*/ 1180 h 2320"/>
                  <a:gd name="T40" fmla="*/ 420 w 1760"/>
                  <a:gd name="T41" fmla="*/ 1640 h 2320"/>
                  <a:gd name="T42" fmla="*/ 880 w 1760"/>
                  <a:gd name="T43" fmla="*/ 2100 h 2320"/>
                  <a:gd name="T44" fmla="*/ 1340 w 1760"/>
                  <a:gd name="T45" fmla="*/ 1640 h 2320"/>
                  <a:gd name="T46" fmla="*/ 1300 w 1760"/>
                  <a:gd name="T47" fmla="*/ 1640 h 2320"/>
                  <a:gd name="T48" fmla="*/ 880 w 1760"/>
                  <a:gd name="T49" fmla="*/ 2060 h 2320"/>
                  <a:gd name="T50" fmla="*/ 460 w 1760"/>
                  <a:gd name="T51" fmla="*/ 1640 h 2320"/>
                  <a:gd name="T52" fmla="*/ 880 w 1760"/>
                  <a:gd name="T53" fmla="*/ 1220 h 2320"/>
                  <a:gd name="T54" fmla="*/ 1300 w 1760"/>
                  <a:gd name="T55" fmla="*/ 1640 h 2320"/>
                  <a:gd name="T56" fmla="*/ 1000 w 1760"/>
                  <a:gd name="T57" fmla="*/ 1560 h 2320"/>
                  <a:gd name="T58" fmla="*/ 880 w 1760"/>
                  <a:gd name="T59" fmla="*/ 1440 h 2320"/>
                  <a:gd name="T60" fmla="*/ 760 w 1760"/>
                  <a:gd name="T61" fmla="*/ 1560 h 2320"/>
                  <a:gd name="T62" fmla="*/ 820 w 1760"/>
                  <a:gd name="T63" fmla="*/ 1664 h 2320"/>
                  <a:gd name="T64" fmla="*/ 820 w 1760"/>
                  <a:gd name="T65" fmla="*/ 1840 h 2320"/>
                  <a:gd name="T66" fmla="*/ 940 w 1760"/>
                  <a:gd name="T67" fmla="*/ 1840 h 2320"/>
                  <a:gd name="T68" fmla="*/ 940 w 1760"/>
                  <a:gd name="T69" fmla="*/ 1664 h 2320"/>
                  <a:gd name="T70" fmla="*/ 1000 w 1760"/>
                  <a:gd name="T71" fmla="*/ 1560 h 23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760" h="2320">
                    <a:moveTo>
                      <a:pt x="280" y="920"/>
                    </a:moveTo>
                    <a:cubicBezTo>
                      <a:pt x="280" y="594"/>
                      <a:pt x="280" y="594"/>
                      <a:pt x="280" y="594"/>
                    </a:cubicBezTo>
                    <a:cubicBezTo>
                      <a:pt x="280" y="266"/>
                      <a:pt x="546" y="0"/>
                      <a:pt x="874" y="0"/>
                    </a:cubicBezTo>
                    <a:cubicBezTo>
                      <a:pt x="886" y="0"/>
                      <a:pt x="886" y="0"/>
                      <a:pt x="886" y="0"/>
                    </a:cubicBezTo>
                    <a:cubicBezTo>
                      <a:pt x="1214" y="0"/>
                      <a:pt x="1480" y="266"/>
                      <a:pt x="1480" y="594"/>
                    </a:cubicBezTo>
                    <a:cubicBezTo>
                      <a:pt x="1480" y="920"/>
                      <a:pt x="1480" y="920"/>
                      <a:pt x="1480" y="920"/>
                    </a:cubicBezTo>
                    <a:cubicBezTo>
                      <a:pt x="1280" y="920"/>
                      <a:pt x="1280" y="920"/>
                      <a:pt x="1280" y="920"/>
                    </a:cubicBezTo>
                    <a:cubicBezTo>
                      <a:pt x="1280" y="619"/>
                      <a:pt x="1280" y="619"/>
                      <a:pt x="1280" y="619"/>
                    </a:cubicBezTo>
                    <a:cubicBezTo>
                      <a:pt x="1280" y="388"/>
                      <a:pt x="1103" y="200"/>
                      <a:pt x="884" y="200"/>
                    </a:cubicBezTo>
                    <a:cubicBezTo>
                      <a:pt x="876" y="200"/>
                      <a:pt x="876" y="200"/>
                      <a:pt x="876" y="200"/>
                    </a:cubicBezTo>
                    <a:cubicBezTo>
                      <a:pt x="657" y="200"/>
                      <a:pt x="480" y="388"/>
                      <a:pt x="480" y="619"/>
                    </a:cubicBezTo>
                    <a:cubicBezTo>
                      <a:pt x="480" y="920"/>
                      <a:pt x="480" y="920"/>
                      <a:pt x="480" y="920"/>
                    </a:cubicBezTo>
                    <a:lnTo>
                      <a:pt x="280" y="920"/>
                    </a:lnTo>
                    <a:close/>
                    <a:moveTo>
                      <a:pt x="1760" y="960"/>
                    </a:moveTo>
                    <a:cubicBezTo>
                      <a:pt x="1760" y="2320"/>
                      <a:pt x="1760" y="2320"/>
                      <a:pt x="1760" y="2320"/>
                    </a:cubicBezTo>
                    <a:cubicBezTo>
                      <a:pt x="0" y="2320"/>
                      <a:pt x="0" y="2320"/>
                      <a:pt x="0" y="2320"/>
                    </a:cubicBezTo>
                    <a:cubicBezTo>
                      <a:pt x="0" y="960"/>
                      <a:pt x="0" y="960"/>
                      <a:pt x="0" y="960"/>
                    </a:cubicBezTo>
                    <a:lnTo>
                      <a:pt x="1760" y="960"/>
                    </a:lnTo>
                    <a:close/>
                    <a:moveTo>
                      <a:pt x="1340" y="1640"/>
                    </a:moveTo>
                    <a:cubicBezTo>
                      <a:pt x="1340" y="1386"/>
                      <a:pt x="1134" y="1180"/>
                      <a:pt x="880" y="1180"/>
                    </a:cubicBezTo>
                    <a:cubicBezTo>
                      <a:pt x="626" y="1180"/>
                      <a:pt x="420" y="1386"/>
                      <a:pt x="420" y="1640"/>
                    </a:cubicBezTo>
                    <a:cubicBezTo>
                      <a:pt x="420" y="1894"/>
                      <a:pt x="626" y="2100"/>
                      <a:pt x="880" y="2100"/>
                    </a:cubicBezTo>
                    <a:cubicBezTo>
                      <a:pt x="1134" y="2100"/>
                      <a:pt x="1340" y="1894"/>
                      <a:pt x="1340" y="1640"/>
                    </a:cubicBezTo>
                    <a:close/>
                    <a:moveTo>
                      <a:pt x="1300" y="1640"/>
                    </a:moveTo>
                    <a:cubicBezTo>
                      <a:pt x="1300" y="1872"/>
                      <a:pt x="1112" y="2060"/>
                      <a:pt x="880" y="2060"/>
                    </a:cubicBezTo>
                    <a:cubicBezTo>
                      <a:pt x="648" y="2060"/>
                      <a:pt x="460" y="1872"/>
                      <a:pt x="460" y="1640"/>
                    </a:cubicBezTo>
                    <a:cubicBezTo>
                      <a:pt x="460" y="1408"/>
                      <a:pt x="648" y="1220"/>
                      <a:pt x="880" y="1220"/>
                    </a:cubicBezTo>
                    <a:cubicBezTo>
                      <a:pt x="1112" y="1220"/>
                      <a:pt x="1300" y="1408"/>
                      <a:pt x="1300" y="1640"/>
                    </a:cubicBezTo>
                    <a:close/>
                    <a:moveTo>
                      <a:pt x="1000" y="1560"/>
                    </a:moveTo>
                    <a:cubicBezTo>
                      <a:pt x="1000" y="1494"/>
                      <a:pt x="946" y="1440"/>
                      <a:pt x="880" y="1440"/>
                    </a:cubicBezTo>
                    <a:cubicBezTo>
                      <a:pt x="814" y="1440"/>
                      <a:pt x="760" y="1494"/>
                      <a:pt x="760" y="1560"/>
                    </a:cubicBezTo>
                    <a:cubicBezTo>
                      <a:pt x="760" y="1604"/>
                      <a:pt x="784" y="1643"/>
                      <a:pt x="820" y="1664"/>
                    </a:cubicBezTo>
                    <a:cubicBezTo>
                      <a:pt x="820" y="1840"/>
                      <a:pt x="820" y="1840"/>
                      <a:pt x="820" y="1840"/>
                    </a:cubicBezTo>
                    <a:cubicBezTo>
                      <a:pt x="940" y="1840"/>
                      <a:pt x="940" y="1840"/>
                      <a:pt x="940" y="1840"/>
                    </a:cubicBezTo>
                    <a:cubicBezTo>
                      <a:pt x="940" y="1664"/>
                      <a:pt x="940" y="1664"/>
                      <a:pt x="940" y="1664"/>
                    </a:cubicBezTo>
                    <a:cubicBezTo>
                      <a:pt x="976" y="1643"/>
                      <a:pt x="1000" y="1604"/>
                      <a:pt x="1000" y="1560"/>
                    </a:cubicBezTo>
                    <a:close/>
                  </a:path>
                </a:pathLst>
              </a:custGeom>
              <a:solidFill>
                <a:srgbClr val="41AAAA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solidFill>
                    <a:srgbClr val="788791"/>
                  </a:solidFill>
                </a:endParaRPr>
              </a:p>
            </p:txBody>
          </p:sp>
        </p:grpSp>
        <p:sp>
          <p:nvSpPr>
            <p:cNvPr id="608" name="Textfeld 22">
              <a:extLst>
                <a:ext uri="{FF2B5EF4-FFF2-40B4-BE49-F238E27FC236}">
                  <a16:creationId xmlns:a16="http://schemas.microsoft.com/office/drawing/2014/main" id="{B7F41AE7-EFFB-451B-92EE-9DA9A01E299A}"/>
                </a:ext>
              </a:extLst>
            </p:cNvPr>
            <p:cNvSpPr txBox="1">
              <a:spLocks/>
            </p:cNvSpPr>
            <p:nvPr/>
          </p:nvSpPr>
          <p:spPr>
            <a:xfrm>
              <a:off x="6256270" y="4782959"/>
              <a:ext cx="1484320" cy="230261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0"/>
                </a:spcBef>
              </a:pPr>
              <a:r>
                <a:rPr lang="en-US" altLang="zh-CN" sz="1400" b="1" dirty="0">
                  <a:solidFill>
                    <a:srgbClr val="0F8287"/>
                  </a:solidFill>
                </a:rPr>
                <a:t>2015--2017</a:t>
              </a:r>
              <a:endParaRPr lang="en-US" sz="1400" b="1" dirty="0">
                <a:solidFill>
                  <a:srgbClr val="0F8287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A755375-635E-44DE-9C32-4C32AAE6D895}"/>
                </a:ext>
              </a:extLst>
            </p:cNvPr>
            <p:cNvSpPr/>
            <p:nvPr/>
          </p:nvSpPr>
          <p:spPr bwMode="auto">
            <a:xfrm>
              <a:off x="5998328" y="5019289"/>
              <a:ext cx="2261147" cy="10726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  <a:buFont typeface="Wingdings" charset="0"/>
                <a:buNone/>
              </a:pPr>
              <a:endParaRPr lang="en-US" sz="18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618" name="Rechteck 24">
              <a:extLst>
                <a:ext uri="{FF2B5EF4-FFF2-40B4-BE49-F238E27FC236}">
                  <a16:creationId xmlns:a16="http://schemas.microsoft.com/office/drawing/2014/main" id="{959EAE21-5F0A-4E42-8938-24739F8B9272}"/>
                </a:ext>
              </a:extLst>
            </p:cNvPr>
            <p:cNvSpPr/>
            <p:nvPr/>
          </p:nvSpPr>
          <p:spPr bwMode="gray">
            <a:xfrm>
              <a:off x="6333393" y="5081784"/>
              <a:ext cx="5382368" cy="163705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lvl="1">
                <a:lnSpc>
                  <a:spcPct val="110000"/>
                </a:lnSpc>
                <a:spcBef>
                  <a:spcPts val="300"/>
                </a:spcBef>
                <a:buClr>
                  <a:schemeClr val="accent1"/>
                </a:buClr>
              </a:pPr>
              <a:r>
                <a:rPr lang="en-US" altLang="zh-CN" sz="1200" u="sng" dirty="0" err="1">
                  <a:solidFill>
                    <a:schemeClr val="dk1"/>
                  </a:solidFill>
                </a:rPr>
                <a:t>MindKnowledge</a:t>
              </a:r>
              <a:r>
                <a:rPr lang="en-US" altLang="zh-CN" sz="1200" u="sng" dirty="0">
                  <a:solidFill>
                    <a:schemeClr val="dk1"/>
                  </a:solidFill>
                </a:rPr>
                <a:t> Project</a:t>
              </a:r>
            </a:p>
            <a:p>
              <a:pPr marL="0" lvl="1">
                <a:lnSpc>
                  <a:spcPct val="110000"/>
                </a:lnSpc>
                <a:spcBef>
                  <a:spcPts val="300"/>
                </a:spcBef>
                <a:buClr>
                  <a:schemeClr val="accent1"/>
                </a:buClr>
              </a:pPr>
              <a:r>
                <a:rPr lang="en-US" altLang="zh-CN" sz="1200" dirty="0">
                  <a:solidFill>
                    <a:schemeClr val="dk1"/>
                  </a:solidFill>
                </a:rPr>
                <a:t>BU</a:t>
              </a:r>
              <a:r>
                <a:rPr lang="zh-CN" altLang="en-US" sz="1200" dirty="0">
                  <a:solidFill>
                    <a:schemeClr val="dk1"/>
                  </a:solidFill>
                </a:rPr>
                <a:t> </a:t>
              </a:r>
              <a:r>
                <a:rPr lang="en-US" altLang="zh-CN" sz="1200" dirty="0">
                  <a:solidFill>
                    <a:schemeClr val="dk1"/>
                  </a:solidFill>
                </a:rPr>
                <a:t>: DI SW CAS (</a:t>
              </a:r>
              <a:r>
                <a:rPr lang="en-US" altLang="zh-CN" sz="1200" dirty="0" err="1">
                  <a:solidFill>
                    <a:schemeClr val="dk1"/>
                  </a:solidFill>
                </a:rPr>
                <a:t>MindSphere</a:t>
              </a:r>
              <a:r>
                <a:rPr lang="en-US" altLang="zh-CN" sz="1200" dirty="0">
                  <a:solidFill>
                    <a:schemeClr val="dk1"/>
                  </a:solidFill>
                </a:rPr>
                <a:t> HQ)</a:t>
              </a:r>
            </a:p>
            <a:p>
              <a:pPr marL="0" lvl="1">
                <a:lnSpc>
                  <a:spcPct val="110000"/>
                </a:lnSpc>
                <a:spcBef>
                  <a:spcPts val="300"/>
                </a:spcBef>
                <a:buClr>
                  <a:schemeClr val="accent1"/>
                </a:buClr>
              </a:pPr>
              <a:r>
                <a:rPr lang="en-US" altLang="zh-CN" sz="1200" u="sng" dirty="0">
                  <a:solidFill>
                    <a:schemeClr val="dk1"/>
                  </a:solidFill>
                </a:rPr>
                <a:t>Training for </a:t>
              </a:r>
              <a:r>
                <a:rPr lang="en-US" altLang="zh-CN" sz="1200" u="sng" dirty="0" err="1">
                  <a:solidFill>
                    <a:schemeClr val="dk1"/>
                  </a:solidFill>
                </a:rPr>
                <a:t>MindSphere</a:t>
              </a:r>
              <a:r>
                <a:rPr lang="en-US" altLang="zh-CN" sz="1200" u="sng" dirty="0">
                  <a:solidFill>
                    <a:schemeClr val="dk1"/>
                  </a:solidFill>
                </a:rPr>
                <a:t> R&amp;D CN Setup</a:t>
              </a:r>
            </a:p>
            <a:p>
              <a:pPr marL="0" lvl="1">
                <a:lnSpc>
                  <a:spcPct val="110000"/>
                </a:lnSpc>
                <a:spcBef>
                  <a:spcPts val="300"/>
                </a:spcBef>
                <a:buClr>
                  <a:schemeClr val="accent1"/>
                </a:buClr>
              </a:pPr>
              <a:r>
                <a:rPr lang="en-US" altLang="zh-CN" sz="1200" dirty="0">
                  <a:solidFill>
                    <a:schemeClr val="dk1"/>
                  </a:solidFill>
                </a:rPr>
                <a:t>BU: DI SW CAS </a:t>
              </a:r>
            </a:p>
            <a:p>
              <a:pPr marL="0" lvl="1">
                <a:lnSpc>
                  <a:spcPct val="110000"/>
                </a:lnSpc>
                <a:spcBef>
                  <a:spcPts val="300"/>
                </a:spcBef>
                <a:buClr>
                  <a:schemeClr val="accent1"/>
                </a:buClr>
              </a:pPr>
              <a:r>
                <a:rPr lang="en-US" altLang="zh-CN" sz="1200" u="sng" dirty="0">
                  <a:solidFill>
                    <a:schemeClr val="dk1"/>
                  </a:solidFill>
                </a:rPr>
                <a:t>Consulting for </a:t>
              </a:r>
              <a:r>
                <a:rPr lang="en-US" altLang="zh-CN" sz="1200" u="sng" dirty="0" err="1">
                  <a:solidFill>
                    <a:schemeClr val="dk1"/>
                  </a:solidFill>
                </a:rPr>
                <a:t>MindSphere</a:t>
              </a:r>
              <a:r>
                <a:rPr lang="en-US" altLang="zh-CN" sz="1200" u="sng" dirty="0">
                  <a:solidFill>
                    <a:schemeClr val="dk1"/>
                  </a:solidFill>
                </a:rPr>
                <a:t> Domestic Solution  </a:t>
              </a:r>
            </a:p>
            <a:p>
              <a:pPr marL="0" lvl="1">
                <a:lnSpc>
                  <a:spcPct val="110000"/>
                </a:lnSpc>
                <a:spcBef>
                  <a:spcPts val="300"/>
                </a:spcBef>
                <a:buClr>
                  <a:schemeClr val="accent1"/>
                </a:buClr>
              </a:pPr>
              <a:r>
                <a:rPr lang="en-US" altLang="zh-CN" sz="1200" dirty="0">
                  <a:solidFill>
                    <a:schemeClr val="dk1"/>
                  </a:solidFill>
                </a:rPr>
                <a:t>BU: DI SW GS&amp;CS AP CN, DI DE</a:t>
              </a:r>
            </a:p>
            <a:p>
              <a:pPr marL="0" lvl="1">
                <a:lnSpc>
                  <a:spcPct val="110000"/>
                </a:lnSpc>
                <a:spcBef>
                  <a:spcPts val="300"/>
                </a:spcBef>
                <a:buClr>
                  <a:schemeClr val="accent1"/>
                </a:buClr>
              </a:pPr>
              <a:endParaRPr lang="en-US" altLang="zh-CN" sz="1200" u="sng" dirty="0">
                <a:solidFill>
                  <a:schemeClr val="dk1"/>
                </a:solidFill>
              </a:endParaRP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C01610E9-D840-423C-95BB-F6919EC14DE5}"/>
                </a:ext>
              </a:extLst>
            </p:cNvPr>
            <p:cNvGrpSpPr/>
            <p:nvPr/>
          </p:nvGrpSpPr>
          <p:grpSpPr>
            <a:xfrm>
              <a:off x="623480" y="4450708"/>
              <a:ext cx="4297486" cy="1268327"/>
              <a:chOff x="623480" y="4450708"/>
              <a:chExt cx="4297486" cy="1268327"/>
            </a:xfrm>
          </p:grpSpPr>
          <p:sp>
            <p:nvSpPr>
              <p:cNvPr id="282" name="Trapezoid 39">
                <a:extLst>
                  <a:ext uri="{FF2B5EF4-FFF2-40B4-BE49-F238E27FC236}">
                    <a16:creationId xmlns:a16="http://schemas.microsoft.com/office/drawing/2014/main" id="{3E8E6CC1-D333-4164-A5A6-6BB83DA199F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23480" y="4450708"/>
                <a:ext cx="2558473" cy="1268327"/>
              </a:xfrm>
              <a:custGeom>
                <a:avLst/>
                <a:gdLst/>
                <a:ahLst/>
                <a:cxnLst/>
                <a:rect l="l" t="t" r="r" b="b"/>
                <a:pathLst>
                  <a:path w="2111884" h="1046937">
                    <a:moveTo>
                      <a:pt x="0" y="0"/>
                    </a:moveTo>
                    <a:lnTo>
                      <a:pt x="1416111" y="0"/>
                    </a:lnTo>
                    <a:lnTo>
                      <a:pt x="2111884" y="1046937"/>
                    </a:lnTo>
                    <a:lnTo>
                      <a:pt x="0" y="1046937"/>
                    </a:lnTo>
                    <a:close/>
                  </a:path>
                </a:pathLst>
              </a:custGeom>
              <a:solidFill>
                <a:srgbClr val="0F8287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solidFill>
                    <a:schemeClr val="bg2"/>
                  </a:solidFill>
                  <a:latin typeface="Arial" pitchFamily="34" charset="0"/>
                  <a:ea typeface="ＭＳ Ｐゴシック" charset="-128"/>
                </a:endParaRPr>
              </a:p>
            </p:txBody>
          </p:sp>
          <p:grpSp>
            <p:nvGrpSpPr>
              <p:cNvPr id="284" name="Gruppieren 48">
                <a:extLst>
                  <a:ext uri="{FF2B5EF4-FFF2-40B4-BE49-F238E27FC236}">
                    <a16:creationId xmlns:a16="http://schemas.microsoft.com/office/drawing/2014/main" id="{9DB2FE0C-9107-4934-B3BF-73C43B79D8FC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2924175" y="4953806"/>
                <a:ext cx="1996791" cy="262131"/>
                <a:chOff x="2924175" y="5932293"/>
                <a:chExt cx="1996791" cy="262131"/>
              </a:xfrm>
            </p:grpSpPr>
            <p:sp>
              <p:nvSpPr>
                <p:cNvPr id="285" name="Textfeld 22">
                  <a:extLst>
                    <a:ext uri="{FF2B5EF4-FFF2-40B4-BE49-F238E27FC236}">
                      <a16:creationId xmlns:a16="http://schemas.microsoft.com/office/drawing/2014/main" id="{DB1C463B-FB3A-4AE7-8EEF-3FEFA2885BAA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924176" y="5932293"/>
                  <a:ext cx="1996790" cy="197682"/>
                </a:xfrm>
                <a:prstGeom prst="rect">
                  <a:avLst/>
                </a:prstGeom>
                <a:noFill/>
              </p:spPr>
              <p:txBody>
                <a:bodyPr vert="horz" wrap="square" lIns="0" tIns="0" rIns="0" bIns="0" rtlCol="0">
                  <a:noAutofit/>
                </a:bodyPr>
                <a:lstStyle/>
                <a:p>
                  <a:pPr algn="r">
                    <a:spcBef>
                      <a:spcPts val="0"/>
                    </a:spcBef>
                  </a:pPr>
                  <a:r>
                    <a:rPr lang="en-US" altLang="zh-CN" sz="1400" b="1" dirty="0">
                      <a:solidFill>
                        <a:srgbClr val="0F8287"/>
                      </a:solidFill>
                    </a:rPr>
                    <a:t>Cloud </a:t>
                  </a:r>
                  <a:r>
                    <a:rPr lang="en-US" altLang="zh-CN" b="1" dirty="0">
                      <a:solidFill>
                        <a:srgbClr val="0F8287"/>
                      </a:solidFill>
                    </a:rPr>
                    <a:t>+</a:t>
                  </a:r>
                  <a:r>
                    <a:rPr lang="en-US" altLang="zh-CN" sz="1400" b="1" dirty="0">
                      <a:solidFill>
                        <a:srgbClr val="0F8287"/>
                      </a:solidFill>
                    </a:rPr>
                    <a:t> </a:t>
                  </a:r>
                  <a:r>
                    <a:rPr lang="en-US" sz="1400" b="1" dirty="0">
                      <a:solidFill>
                        <a:srgbClr val="0F8287"/>
                      </a:solidFill>
                    </a:rPr>
                    <a:t>Automation</a:t>
                  </a:r>
                </a:p>
              </p:txBody>
            </p:sp>
            <p:cxnSp>
              <p:nvCxnSpPr>
                <p:cNvPr id="286" name="Gerader Verbinder 23">
                  <a:extLst>
                    <a:ext uri="{FF2B5EF4-FFF2-40B4-BE49-F238E27FC236}">
                      <a16:creationId xmlns:a16="http://schemas.microsoft.com/office/drawing/2014/main" id="{C083A871-7ECA-4C70-AB62-0D128987DF27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2924175" y="6194424"/>
                  <a:ext cx="1996790" cy="0"/>
                </a:xfrm>
                <a:prstGeom prst="line">
                  <a:avLst/>
                </a:prstGeom>
                <a:solidFill>
                  <a:schemeClr val="tx2"/>
                </a:solidFill>
                <a:ln w="9525" cap="flat" cmpd="sng" algn="ctr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sp>
            <p:nvSpPr>
              <p:cNvPr id="299" name="SAGD, Siemens, cloud, wolke">
                <a:extLst>
                  <a:ext uri="{FF2B5EF4-FFF2-40B4-BE49-F238E27FC236}">
                    <a16:creationId xmlns:a16="http://schemas.microsoft.com/office/drawing/2014/main" id="{1E6FC7C9-F7E3-409C-8791-1B61F14981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5928" y="5260825"/>
                <a:ext cx="418234" cy="257810"/>
              </a:xfrm>
              <a:custGeom>
                <a:avLst/>
                <a:gdLst>
                  <a:gd name="T0" fmla="*/ 757 w 884"/>
                  <a:gd name="T1" fmla="*/ 279 h 635"/>
                  <a:gd name="T2" fmla="*/ 762 w 884"/>
                  <a:gd name="T3" fmla="*/ 242 h 635"/>
                  <a:gd name="T4" fmla="*/ 629 w 884"/>
                  <a:gd name="T5" fmla="*/ 108 h 635"/>
                  <a:gd name="T6" fmla="*/ 546 w 884"/>
                  <a:gd name="T7" fmla="*/ 138 h 635"/>
                  <a:gd name="T8" fmla="*/ 344 w 884"/>
                  <a:gd name="T9" fmla="*/ 0 h 635"/>
                  <a:gd name="T10" fmla="*/ 125 w 884"/>
                  <a:gd name="T11" fmla="*/ 222 h 635"/>
                  <a:gd name="T12" fmla="*/ 132 w 884"/>
                  <a:gd name="T13" fmla="*/ 277 h 635"/>
                  <a:gd name="T14" fmla="*/ 0 w 884"/>
                  <a:gd name="T15" fmla="*/ 453 h 635"/>
                  <a:gd name="T16" fmla="*/ 176 w 884"/>
                  <a:gd name="T17" fmla="*/ 635 h 635"/>
                  <a:gd name="T18" fmla="*/ 709 w 884"/>
                  <a:gd name="T19" fmla="*/ 635 h 635"/>
                  <a:gd name="T20" fmla="*/ 884 w 884"/>
                  <a:gd name="T21" fmla="*/ 453 h 635"/>
                  <a:gd name="T22" fmla="*/ 757 w 884"/>
                  <a:gd name="T23" fmla="*/ 279 h 6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84" h="635">
                    <a:moveTo>
                      <a:pt x="757" y="279"/>
                    </a:moveTo>
                    <a:cubicBezTo>
                      <a:pt x="760" y="267"/>
                      <a:pt x="762" y="255"/>
                      <a:pt x="762" y="242"/>
                    </a:cubicBezTo>
                    <a:cubicBezTo>
                      <a:pt x="762" y="168"/>
                      <a:pt x="702" y="108"/>
                      <a:pt x="629" y="108"/>
                    </a:cubicBezTo>
                    <a:cubicBezTo>
                      <a:pt x="598" y="108"/>
                      <a:pt x="569" y="119"/>
                      <a:pt x="546" y="138"/>
                    </a:cubicBezTo>
                    <a:cubicBezTo>
                      <a:pt x="513" y="57"/>
                      <a:pt x="435" y="0"/>
                      <a:pt x="344" y="0"/>
                    </a:cubicBezTo>
                    <a:cubicBezTo>
                      <a:pt x="223" y="0"/>
                      <a:pt x="125" y="100"/>
                      <a:pt x="125" y="222"/>
                    </a:cubicBezTo>
                    <a:cubicBezTo>
                      <a:pt x="125" y="241"/>
                      <a:pt x="128" y="260"/>
                      <a:pt x="132" y="277"/>
                    </a:cubicBezTo>
                    <a:cubicBezTo>
                      <a:pt x="56" y="297"/>
                      <a:pt x="0" y="370"/>
                      <a:pt x="0" y="453"/>
                    </a:cubicBezTo>
                    <a:cubicBezTo>
                      <a:pt x="0" y="552"/>
                      <a:pt x="79" y="635"/>
                      <a:pt x="176" y="635"/>
                    </a:cubicBezTo>
                    <a:cubicBezTo>
                      <a:pt x="709" y="635"/>
                      <a:pt x="709" y="635"/>
                      <a:pt x="709" y="635"/>
                    </a:cubicBezTo>
                    <a:cubicBezTo>
                      <a:pt x="806" y="635"/>
                      <a:pt x="884" y="552"/>
                      <a:pt x="884" y="453"/>
                    </a:cubicBezTo>
                    <a:cubicBezTo>
                      <a:pt x="884" y="372"/>
                      <a:pt x="830" y="300"/>
                      <a:pt x="757" y="27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pic>
            <p:nvPicPr>
              <p:cNvPr id="312" name="Grafik 81">
                <a:extLst>
                  <a:ext uri="{FF2B5EF4-FFF2-40B4-BE49-F238E27FC236}">
                    <a16:creationId xmlns:a16="http://schemas.microsoft.com/office/drawing/2014/main" id="{5AFFF507-F0EA-4927-A382-5C342B4920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 bwMode="gray">
              <a:xfrm>
                <a:off x="2251943" y="5176897"/>
                <a:ext cx="398038" cy="398038"/>
              </a:xfrm>
              <a:prstGeom prst="rect">
                <a:avLst/>
              </a:prstGeom>
            </p:spPr>
          </p:pic>
          <p:sp>
            <p:nvSpPr>
              <p:cNvPr id="336" name="Freeform 29">
                <a:extLst>
                  <a:ext uri="{FF2B5EF4-FFF2-40B4-BE49-F238E27FC236}">
                    <a16:creationId xmlns:a16="http://schemas.microsoft.com/office/drawing/2014/main" id="{DBFCD9BD-24C7-43F5-97CB-D34B200984BC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492818" y="5192538"/>
                <a:ext cx="514313" cy="315601"/>
              </a:xfrm>
              <a:custGeom>
                <a:avLst/>
                <a:gdLst>
                  <a:gd name="T0" fmla="*/ 537 w 5984"/>
                  <a:gd name="T1" fmla="*/ 3672 h 3672"/>
                  <a:gd name="T2" fmla="*/ 929 w 5984"/>
                  <a:gd name="T3" fmla="*/ 3672 h 3672"/>
                  <a:gd name="T4" fmla="*/ 929 w 5984"/>
                  <a:gd name="T5" fmla="*/ 962 h 3672"/>
                  <a:gd name="T6" fmla="*/ 537 w 5984"/>
                  <a:gd name="T7" fmla="*/ 962 h 3672"/>
                  <a:gd name="T8" fmla="*/ 537 w 5984"/>
                  <a:gd name="T9" fmla="*/ 3672 h 3672"/>
                  <a:gd name="T10" fmla="*/ 0 w 5984"/>
                  <a:gd name="T11" fmla="*/ 3672 h 3672"/>
                  <a:gd name="T12" fmla="*/ 385 w 5984"/>
                  <a:gd name="T13" fmla="*/ 3672 h 3672"/>
                  <a:gd name="T14" fmla="*/ 385 w 5984"/>
                  <a:gd name="T15" fmla="*/ 962 h 3672"/>
                  <a:gd name="T16" fmla="*/ 0 w 5984"/>
                  <a:gd name="T17" fmla="*/ 962 h 3672"/>
                  <a:gd name="T18" fmla="*/ 0 w 5984"/>
                  <a:gd name="T19" fmla="*/ 3672 h 3672"/>
                  <a:gd name="T20" fmla="*/ 1081 w 5984"/>
                  <a:gd name="T21" fmla="*/ 3672 h 3672"/>
                  <a:gd name="T22" fmla="*/ 2091 w 5984"/>
                  <a:gd name="T23" fmla="*/ 3672 h 3672"/>
                  <a:gd name="T24" fmla="*/ 2091 w 5984"/>
                  <a:gd name="T25" fmla="*/ 962 h 3672"/>
                  <a:gd name="T26" fmla="*/ 1081 w 5984"/>
                  <a:gd name="T27" fmla="*/ 962 h 3672"/>
                  <a:gd name="T28" fmla="*/ 1081 w 5984"/>
                  <a:gd name="T29" fmla="*/ 3672 h 3672"/>
                  <a:gd name="T30" fmla="*/ 5023 w 5984"/>
                  <a:gd name="T31" fmla="*/ 2221 h 3672"/>
                  <a:gd name="T32" fmla="*/ 4871 w 5984"/>
                  <a:gd name="T33" fmla="*/ 2069 h 3672"/>
                  <a:gd name="T34" fmla="*/ 3909 w 5984"/>
                  <a:gd name="T35" fmla="*/ 1106 h 3672"/>
                  <a:gd name="T36" fmla="*/ 3757 w 5984"/>
                  <a:gd name="T37" fmla="*/ 962 h 3672"/>
                  <a:gd name="T38" fmla="*/ 2243 w 5984"/>
                  <a:gd name="T39" fmla="*/ 962 h 3672"/>
                  <a:gd name="T40" fmla="*/ 2243 w 5984"/>
                  <a:gd name="T41" fmla="*/ 3672 h 3672"/>
                  <a:gd name="T42" fmla="*/ 2403 w 5984"/>
                  <a:gd name="T43" fmla="*/ 3672 h 3672"/>
                  <a:gd name="T44" fmla="*/ 2403 w 5984"/>
                  <a:gd name="T45" fmla="*/ 3455 h 3672"/>
                  <a:gd name="T46" fmla="*/ 2612 w 5984"/>
                  <a:gd name="T47" fmla="*/ 3455 h 3672"/>
                  <a:gd name="T48" fmla="*/ 2612 w 5984"/>
                  <a:gd name="T49" fmla="*/ 3672 h 3672"/>
                  <a:gd name="T50" fmla="*/ 2772 w 5984"/>
                  <a:gd name="T51" fmla="*/ 3672 h 3672"/>
                  <a:gd name="T52" fmla="*/ 2772 w 5984"/>
                  <a:gd name="T53" fmla="*/ 3455 h 3672"/>
                  <a:gd name="T54" fmla="*/ 2980 w 5984"/>
                  <a:gd name="T55" fmla="*/ 3455 h 3672"/>
                  <a:gd name="T56" fmla="*/ 2980 w 5984"/>
                  <a:gd name="T57" fmla="*/ 3672 h 3672"/>
                  <a:gd name="T58" fmla="*/ 3140 w 5984"/>
                  <a:gd name="T59" fmla="*/ 3672 h 3672"/>
                  <a:gd name="T60" fmla="*/ 3140 w 5984"/>
                  <a:gd name="T61" fmla="*/ 3455 h 3672"/>
                  <a:gd name="T62" fmla="*/ 3348 w 5984"/>
                  <a:gd name="T63" fmla="*/ 3455 h 3672"/>
                  <a:gd name="T64" fmla="*/ 3348 w 5984"/>
                  <a:gd name="T65" fmla="*/ 3672 h 3672"/>
                  <a:gd name="T66" fmla="*/ 3509 w 5984"/>
                  <a:gd name="T67" fmla="*/ 3672 h 3672"/>
                  <a:gd name="T68" fmla="*/ 3509 w 5984"/>
                  <a:gd name="T69" fmla="*/ 3455 h 3672"/>
                  <a:gd name="T70" fmla="*/ 3717 w 5984"/>
                  <a:gd name="T71" fmla="*/ 3455 h 3672"/>
                  <a:gd name="T72" fmla="*/ 3717 w 5984"/>
                  <a:gd name="T73" fmla="*/ 3672 h 3672"/>
                  <a:gd name="T74" fmla="*/ 5031 w 5984"/>
                  <a:gd name="T75" fmla="*/ 3672 h 3672"/>
                  <a:gd name="T76" fmla="*/ 5031 w 5984"/>
                  <a:gd name="T77" fmla="*/ 2221 h 3672"/>
                  <a:gd name="T78" fmla="*/ 5023 w 5984"/>
                  <a:gd name="T79" fmla="*/ 2221 h 3672"/>
                  <a:gd name="T80" fmla="*/ 5984 w 5984"/>
                  <a:gd name="T81" fmla="*/ 962 h 3672"/>
                  <a:gd name="T82" fmla="*/ 5023 w 5984"/>
                  <a:gd name="T83" fmla="*/ 0 h 3672"/>
                  <a:gd name="T84" fmla="*/ 4061 w 5984"/>
                  <a:gd name="T85" fmla="*/ 962 h 3672"/>
                  <a:gd name="T86" fmla="*/ 5023 w 5984"/>
                  <a:gd name="T87" fmla="*/ 1924 h 3672"/>
                  <a:gd name="T88" fmla="*/ 5984 w 5984"/>
                  <a:gd name="T89" fmla="*/ 962 h 36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5984" h="3672">
                    <a:moveTo>
                      <a:pt x="537" y="3672"/>
                    </a:moveTo>
                    <a:lnTo>
                      <a:pt x="929" y="3672"/>
                    </a:lnTo>
                    <a:lnTo>
                      <a:pt x="929" y="962"/>
                    </a:lnTo>
                    <a:lnTo>
                      <a:pt x="537" y="962"/>
                    </a:lnTo>
                    <a:lnTo>
                      <a:pt x="537" y="3672"/>
                    </a:lnTo>
                    <a:close/>
                    <a:moveTo>
                      <a:pt x="0" y="3672"/>
                    </a:moveTo>
                    <a:lnTo>
                      <a:pt x="385" y="3672"/>
                    </a:lnTo>
                    <a:lnTo>
                      <a:pt x="385" y="962"/>
                    </a:lnTo>
                    <a:lnTo>
                      <a:pt x="0" y="962"/>
                    </a:lnTo>
                    <a:lnTo>
                      <a:pt x="0" y="3672"/>
                    </a:lnTo>
                    <a:close/>
                    <a:moveTo>
                      <a:pt x="1081" y="3672"/>
                    </a:moveTo>
                    <a:lnTo>
                      <a:pt x="2091" y="3672"/>
                    </a:lnTo>
                    <a:lnTo>
                      <a:pt x="2091" y="962"/>
                    </a:lnTo>
                    <a:lnTo>
                      <a:pt x="1081" y="962"/>
                    </a:lnTo>
                    <a:lnTo>
                      <a:pt x="1081" y="3672"/>
                    </a:lnTo>
                    <a:close/>
                    <a:moveTo>
                      <a:pt x="5023" y="2221"/>
                    </a:moveTo>
                    <a:lnTo>
                      <a:pt x="4871" y="2069"/>
                    </a:lnTo>
                    <a:lnTo>
                      <a:pt x="3909" y="1106"/>
                    </a:lnTo>
                    <a:lnTo>
                      <a:pt x="3757" y="962"/>
                    </a:lnTo>
                    <a:lnTo>
                      <a:pt x="2243" y="962"/>
                    </a:lnTo>
                    <a:lnTo>
                      <a:pt x="2243" y="3672"/>
                    </a:lnTo>
                    <a:lnTo>
                      <a:pt x="2403" y="3672"/>
                    </a:lnTo>
                    <a:lnTo>
                      <a:pt x="2403" y="3455"/>
                    </a:lnTo>
                    <a:lnTo>
                      <a:pt x="2612" y="3455"/>
                    </a:lnTo>
                    <a:lnTo>
                      <a:pt x="2612" y="3672"/>
                    </a:lnTo>
                    <a:lnTo>
                      <a:pt x="2772" y="3672"/>
                    </a:lnTo>
                    <a:lnTo>
                      <a:pt x="2772" y="3455"/>
                    </a:lnTo>
                    <a:lnTo>
                      <a:pt x="2980" y="3455"/>
                    </a:lnTo>
                    <a:lnTo>
                      <a:pt x="2980" y="3672"/>
                    </a:lnTo>
                    <a:lnTo>
                      <a:pt x="3140" y="3672"/>
                    </a:lnTo>
                    <a:lnTo>
                      <a:pt x="3140" y="3455"/>
                    </a:lnTo>
                    <a:lnTo>
                      <a:pt x="3348" y="3455"/>
                    </a:lnTo>
                    <a:lnTo>
                      <a:pt x="3348" y="3672"/>
                    </a:lnTo>
                    <a:lnTo>
                      <a:pt x="3509" y="3672"/>
                    </a:lnTo>
                    <a:lnTo>
                      <a:pt x="3509" y="3455"/>
                    </a:lnTo>
                    <a:lnTo>
                      <a:pt x="3717" y="3455"/>
                    </a:lnTo>
                    <a:lnTo>
                      <a:pt x="3717" y="3672"/>
                    </a:lnTo>
                    <a:lnTo>
                      <a:pt x="5031" y="3672"/>
                    </a:lnTo>
                    <a:lnTo>
                      <a:pt x="5031" y="2221"/>
                    </a:lnTo>
                    <a:lnTo>
                      <a:pt x="5023" y="2221"/>
                    </a:lnTo>
                    <a:close/>
                    <a:moveTo>
                      <a:pt x="5984" y="962"/>
                    </a:moveTo>
                    <a:lnTo>
                      <a:pt x="5023" y="0"/>
                    </a:lnTo>
                    <a:lnTo>
                      <a:pt x="4061" y="962"/>
                    </a:lnTo>
                    <a:lnTo>
                      <a:pt x="5023" y="1924"/>
                    </a:lnTo>
                    <a:lnTo>
                      <a:pt x="5984" y="962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pic>
        <p:nvPicPr>
          <p:cNvPr id="323" name="Graphic 82" descr="Repeat">
            <a:extLst>
              <a:ext uri="{FF2B5EF4-FFF2-40B4-BE49-F238E27FC236}">
                <a16:creationId xmlns:a16="http://schemas.microsoft.com/office/drawing/2014/main" id="{094729B3-BE34-4B87-82BA-612D321B486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928473" y="3293341"/>
            <a:ext cx="288826" cy="288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442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" grpId="0" animBg="1"/>
      <p:bldP spid="65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2" name="Object 621" hidden="1">
            <a:extLst>
              <a:ext uri="{FF2B5EF4-FFF2-40B4-BE49-F238E27FC236}">
                <a16:creationId xmlns:a16="http://schemas.microsoft.com/office/drawing/2014/main" id="{B87B3CA8-15F3-4EB5-A9D1-D948709D5CD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54" name="think-cell Slide" r:id="rId6" imgW="400" imgH="393" progId="TCLayout.ActiveDocument.1">
                  <p:embed/>
                </p:oleObj>
              </mc:Choice>
              <mc:Fallback>
                <p:oleObj name="think-cell Slide" r:id="rId6" imgW="400" imgH="393" progId="TCLayout.ActiveDocument.1">
                  <p:embed/>
                  <p:pic>
                    <p:nvPicPr>
                      <p:cNvPr id="622" name="Object 621" hidden="1">
                        <a:extLst>
                          <a:ext uri="{FF2B5EF4-FFF2-40B4-BE49-F238E27FC236}">
                            <a16:creationId xmlns:a16="http://schemas.microsoft.com/office/drawing/2014/main" id="{B87B3CA8-15F3-4EB5-A9D1-D948709D5C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1" name="Rectangle 620" hidden="1">
            <a:extLst>
              <a:ext uri="{FF2B5EF4-FFF2-40B4-BE49-F238E27FC236}">
                <a16:creationId xmlns:a16="http://schemas.microsoft.com/office/drawing/2014/main" id="{053ED296-6FFE-4305-AE81-ABE4314C78EC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0" tIns="0" rIns="0" bIns="0" numCol="1" spcCol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sz="2200" b="1" dirty="0">
              <a:solidFill>
                <a:schemeClr val="tx1"/>
              </a:solidFill>
              <a:latin typeface="Siemens Sans" pitchFamily="2" charset="0"/>
              <a:ea typeface="Siemens Sans Global" pitchFamily="2" charset="-122"/>
              <a:cs typeface="Arial" panose="020B0604020202020204" pitchFamily="34" charset="0"/>
              <a:sym typeface="Siemens Sans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5FBC1E-0D5C-4273-B46C-134DA9146499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626400" tIns="432000" rIns="2124000" bIns="234000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 dirty="0">
                <a:latin typeface="Arial" pitchFamily="34" charset="0"/>
              </a:rPr>
              <a:t>Keep on growing</a:t>
            </a:r>
            <a:endParaRPr lang="en-US" dirty="0">
              <a:latin typeface="Arial" pitchFamily="34" charset="0"/>
            </a:endParaRPr>
          </a:p>
        </p:txBody>
      </p:sp>
      <p:sp>
        <p:nvSpPr>
          <p:cNvPr id="30" name="Rechteck 27">
            <a:extLst>
              <a:ext uri="{FF2B5EF4-FFF2-40B4-BE49-F238E27FC236}">
                <a16:creationId xmlns:a16="http://schemas.microsoft.com/office/drawing/2014/main" id="{BF4924F7-A29E-43ED-8EFC-3FA971814E35}"/>
              </a:ext>
            </a:extLst>
          </p:cNvPr>
          <p:cNvSpPr>
            <a:spLocks/>
          </p:cNvSpPr>
          <p:nvPr/>
        </p:nvSpPr>
        <p:spPr bwMode="gray">
          <a:xfrm>
            <a:off x="554404" y="1067131"/>
            <a:ext cx="2101903" cy="246221"/>
          </a:xfrm>
          <a:prstGeom prst="rect">
            <a:avLst/>
          </a:prstGeom>
          <a:noFill/>
        </p:spPr>
        <p:txBody>
          <a:bodyPr wrap="square" lIns="72000" tIns="0" rIns="0" bIns="0" anchor="t" anchorCtr="0">
            <a:noAutofit/>
          </a:bodyPr>
          <a:lstStyle/>
          <a:p>
            <a:pPr rtl="0"/>
            <a:r>
              <a:rPr lang="en-US" altLang="zh-CN" sz="1600" b="1" i="0" u="none" baseline="0" dirty="0">
                <a:solidFill>
                  <a:srgbClr val="41AAAA"/>
                </a:solidFill>
                <a:cs typeface="Arial" charset="0"/>
                <a:sym typeface="Arial" charset="0"/>
              </a:rPr>
              <a:t>Growth Path</a:t>
            </a:r>
            <a:r>
              <a:rPr lang="zh-CN" altLang="en-US" sz="1600" b="1" i="0" u="none" baseline="0" dirty="0">
                <a:solidFill>
                  <a:srgbClr val="41AAAA"/>
                </a:solidFill>
                <a:cs typeface="Arial" charset="0"/>
                <a:sym typeface="Arial" charset="0"/>
              </a:rPr>
              <a:t>：</a:t>
            </a:r>
            <a:endParaRPr lang="en-US" sz="1600" b="1" i="0" u="none" baseline="0" dirty="0">
              <a:solidFill>
                <a:srgbClr val="41AAAA"/>
              </a:solidFill>
              <a:cs typeface="Arial" charset="0"/>
              <a:sym typeface="Arial" charset="0"/>
            </a:endParaRPr>
          </a:p>
        </p:txBody>
      </p:sp>
      <p:sp>
        <p:nvSpPr>
          <p:cNvPr id="297" name="Gleichschenkliges Dreieck 7">
            <a:extLst>
              <a:ext uri="{FF2B5EF4-FFF2-40B4-BE49-F238E27FC236}">
                <a16:creationId xmlns:a16="http://schemas.microsoft.com/office/drawing/2014/main" id="{ADFCE392-F237-40CF-B86C-494263B8EB82}"/>
              </a:ext>
            </a:extLst>
          </p:cNvPr>
          <p:cNvSpPr/>
          <p:nvPr/>
        </p:nvSpPr>
        <p:spPr>
          <a:xfrm rot="10800000" flipH="1">
            <a:off x="1290638" y="2538552"/>
            <a:ext cx="151240" cy="82990"/>
          </a:xfrm>
          <a:prstGeom prst="triangle">
            <a:avLst>
              <a:gd name="adj" fmla="val 40000"/>
            </a:avLst>
          </a:prstGeom>
          <a:solidFill>
            <a:srgbClr val="A5E1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6D2418F-F9CB-47FD-A6E8-AD0AF8341CE8}"/>
              </a:ext>
            </a:extLst>
          </p:cNvPr>
          <p:cNvGrpSpPr/>
          <p:nvPr/>
        </p:nvGrpSpPr>
        <p:grpSpPr>
          <a:xfrm>
            <a:off x="626415" y="5719035"/>
            <a:ext cx="4294552" cy="599152"/>
            <a:chOff x="626415" y="5719035"/>
            <a:chExt cx="4294552" cy="59915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F81739C-9522-4692-A736-47C5E9DB68AA}"/>
                </a:ext>
              </a:extLst>
            </p:cNvPr>
            <p:cNvSpPr/>
            <p:nvPr/>
          </p:nvSpPr>
          <p:spPr bwMode="auto">
            <a:xfrm>
              <a:off x="626415" y="5719035"/>
              <a:ext cx="567747" cy="599152"/>
            </a:xfrm>
            <a:prstGeom prst="rect">
              <a:avLst/>
            </a:prstGeom>
            <a:solidFill>
              <a:srgbClr val="AAB414"/>
            </a:solidFill>
            <a:ln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  <a:buFont typeface="Wingdings" charset="0"/>
                <a:buNone/>
              </a:pPr>
              <a:endParaRPr lang="en-US" sz="18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grpSp>
          <p:nvGrpSpPr>
            <p:cNvPr id="309" name="Gruppieren 48">
              <a:extLst>
                <a:ext uri="{FF2B5EF4-FFF2-40B4-BE49-F238E27FC236}">
                  <a16:creationId xmlns:a16="http://schemas.microsoft.com/office/drawing/2014/main" id="{DE5BA368-105D-46E1-85E3-2A0D0EDA00B0}"/>
                </a:ext>
              </a:extLst>
            </p:cNvPr>
            <p:cNvGrpSpPr>
              <a:grpSpLocks/>
            </p:cNvGrpSpPr>
            <p:nvPr/>
          </p:nvGrpSpPr>
          <p:grpSpPr>
            <a:xfrm>
              <a:off x="1302655" y="5887555"/>
              <a:ext cx="3618312" cy="361798"/>
              <a:chOff x="2924175" y="5932294"/>
              <a:chExt cx="1996791" cy="262130"/>
            </a:xfrm>
          </p:grpSpPr>
          <p:sp>
            <p:nvSpPr>
              <p:cNvPr id="310" name="Textfeld 22">
                <a:extLst>
                  <a:ext uri="{FF2B5EF4-FFF2-40B4-BE49-F238E27FC236}">
                    <a16:creationId xmlns:a16="http://schemas.microsoft.com/office/drawing/2014/main" id="{75EC00BB-F7C0-4B82-8D58-7775513A251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07337" y="5932294"/>
                <a:ext cx="1813629" cy="215435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>
                <a:noAutofit/>
              </a:bodyPr>
              <a:lstStyle/>
              <a:p>
                <a:pPr algn="r">
                  <a:spcBef>
                    <a:spcPts val="0"/>
                  </a:spcBef>
                </a:pPr>
                <a:r>
                  <a:rPr lang="en-US" sz="1400" b="1" dirty="0">
                    <a:solidFill>
                      <a:srgbClr val="0F8287"/>
                    </a:solidFill>
                  </a:rPr>
                  <a:t>Support from colleagues and families</a:t>
                </a:r>
              </a:p>
            </p:txBody>
          </p:sp>
          <p:cxnSp>
            <p:nvCxnSpPr>
              <p:cNvPr id="311" name="Gerader Verbinder 23">
                <a:extLst>
                  <a:ext uri="{FF2B5EF4-FFF2-40B4-BE49-F238E27FC236}">
                    <a16:creationId xmlns:a16="http://schemas.microsoft.com/office/drawing/2014/main" id="{2B0EE30D-A9FE-4B9B-9FC3-440295B432DD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924175" y="6194424"/>
                <a:ext cx="1996790" cy="0"/>
              </a:xfrm>
              <a:prstGeom prst="line">
                <a:avLst/>
              </a:prstGeom>
              <a:solidFill>
                <a:schemeClr val="tx2"/>
              </a:solidFill>
              <a:ln w="952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01C78BA-7E54-4F4B-A614-56BF7B28F91A}"/>
              </a:ext>
            </a:extLst>
          </p:cNvPr>
          <p:cNvGrpSpPr/>
          <p:nvPr/>
        </p:nvGrpSpPr>
        <p:grpSpPr>
          <a:xfrm>
            <a:off x="623480" y="2070697"/>
            <a:ext cx="10972335" cy="2603742"/>
            <a:chOff x="623480" y="2070697"/>
            <a:chExt cx="10972335" cy="2603742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F9E15D0-70CC-4B3A-875C-C21A37A4F7F3}"/>
                </a:ext>
              </a:extLst>
            </p:cNvPr>
            <p:cNvGrpSpPr/>
            <p:nvPr/>
          </p:nvGrpSpPr>
          <p:grpSpPr>
            <a:xfrm>
              <a:off x="623480" y="2432994"/>
              <a:ext cx="4297485" cy="2192543"/>
              <a:chOff x="623480" y="2432994"/>
              <a:chExt cx="4297485" cy="2192543"/>
            </a:xfrm>
          </p:grpSpPr>
          <p:grpSp>
            <p:nvGrpSpPr>
              <p:cNvPr id="287" name="Gruppieren 42">
                <a:extLst>
                  <a:ext uri="{FF2B5EF4-FFF2-40B4-BE49-F238E27FC236}">
                    <a16:creationId xmlns:a16="http://schemas.microsoft.com/office/drawing/2014/main" id="{4686A88A-B250-4CA9-BB3C-520C01EC0955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2057400" y="3329942"/>
                <a:ext cx="2863565" cy="262131"/>
                <a:chOff x="2057400" y="4733084"/>
                <a:chExt cx="2863565" cy="262131"/>
              </a:xfrm>
            </p:grpSpPr>
            <p:sp>
              <p:nvSpPr>
                <p:cNvPr id="288" name="Textfeld 40">
                  <a:extLst>
                    <a:ext uri="{FF2B5EF4-FFF2-40B4-BE49-F238E27FC236}">
                      <a16:creationId xmlns:a16="http://schemas.microsoft.com/office/drawing/2014/main" id="{C66A0DA6-7EE1-4B33-99F2-D0A12FA28B8C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356338" y="4733084"/>
                  <a:ext cx="2564627" cy="215433"/>
                </a:xfrm>
                <a:prstGeom prst="rect">
                  <a:avLst/>
                </a:prstGeom>
                <a:noFill/>
              </p:spPr>
              <p:txBody>
                <a:bodyPr vert="horz" wrap="square" lIns="0" tIns="0" rIns="0" bIns="0" rtlCol="0">
                  <a:noAutofit/>
                </a:bodyPr>
                <a:lstStyle/>
                <a:p>
                  <a:pPr algn="r">
                    <a:spcBef>
                      <a:spcPts val="0"/>
                    </a:spcBef>
                  </a:pPr>
                  <a:r>
                    <a:rPr lang="en-US" altLang="zh-CN" sz="1400" b="1" dirty="0">
                      <a:solidFill>
                        <a:srgbClr val="32A0A0"/>
                      </a:solidFill>
                    </a:rPr>
                    <a:t>Innovation      Projects</a:t>
                  </a:r>
                  <a:endParaRPr lang="en-US" sz="1400" b="1" dirty="0">
                    <a:solidFill>
                      <a:srgbClr val="32A0A0"/>
                    </a:solidFill>
                  </a:endParaRPr>
                </a:p>
              </p:txBody>
            </p:sp>
            <p:cxnSp>
              <p:nvCxnSpPr>
                <p:cNvPr id="289" name="Gerader Verbinder 41">
                  <a:extLst>
                    <a:ext uri="{FF2B5EF4-FFF2-40B4-BE49-F238E27FC236}">
                      <a16:creationId xmlns:a16="http://schemas.microsoft.com/office/drawing/2014/main" id="{45231B32-E64E-41BC-8130-8F455D24A872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2057400" y="4995215"/>
                  <a:ext cx="2863565" cy="0"/>
                </a:xfrm>
                <a:prstGeom prst="line">
                  <a:avLst/>
                </a:prstGeom>
                <a:solidFill>
                  <a:schemeClr val="tx2"/>
                </a:solidFill>
                <a:ln w="9525" cap="flat" cmpd="sng" algn="ctr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grpSp>
            <p:nvGrpSpPr>
              <p:cNvPr id="293" name="Gruppieren 53">
                <a:extLst>
                  <a:ext uri="{FF2B5EF4-FFF2-40B4-BE49-F238E27FC236}">
                    <a16:creationId xmlns:a16="http://schemas.microsoft.com/office/drawing/2014/main" id="{6DD98AA8-A0AE-4B61-BEC7-37688133D7EE}"/>
                  </a:ext>
                </a:extLst>
              </p:cNvPr>
              <p:cNvGrpSpPr/>
              <p:nvPr/>
            </p:nvGrpSpPr>
            <p:grpSpPr>
              <a:xfrm>
                <a:off x="623480" y="2432994"/>
                <a:ext cx="1966766" cy="2192543"/>
                <a:chOff x="623480" y="2908383"/>
                <a:chExt cx="1966766" cy="2192543"/>
              </a:xfrm>
            </p:grpSpPr>
            <p:sp>
              <p:nvSpPr>
                <p:cNvPr id="294" name="Gleichschenkliges Dreieck 9">
                  <a:extLst>
                    <a:ext uri="{FF2B5EF4-FFF2-40B4-BE49-F238E27FC236}">
                      <a16:creationId xmlns:a16="http://schemas.microsoft.com/office/drawing/2014/main" id="{2CF21D40-7F64-452C-BAD0-FCBD6C947E33}"/>
                    </a:ext>
                  </a:extLst>
                </p:cNvPr>
                <p:cNvSpPr/>
                <p:nvPr/>
              </p:nvSpPr>
              <p:spPr>
                <a:xfrm rot="10800000" flipH="1">
                  <a:off x="2356339" y="4964401"/>
                  <a:ext cx="231526" cy="136525"/>
                </a:xfrm>
                <a:prstGeom prst="triangle">
                  <a:avLst>
                    <a:gd name="adj" fmla="val 42962"/>
                  </a:avLst>
                </a:prstGeom>
                <a:solidFill>
                  <a:srgbClr val="4BB9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5" name="Freihandform: Form 14">
                  <a:extLst>
                    <a:ext uri="{FF2B5EF4-FFF2-40B4-BE49-F238E27FC236}">
                      <a16:creationId xmlns:a16="http://schemas.microsoft.com/office/drawing/2014/main" id="{31A29005-7BBD-4393-8676-CC7D7D970C6E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623480" y="2908383"/>
                  <a:ext cx="1966766" cy="2056027"/>
                </a:xfrm>
                <a:custGeom>
                  <a:avLst/>
                  <a:gdLst>
                    <a:gd name="connsiteX0" fmla="*/ 0 w 1902586"/>
                    <a:gd name="connsiteY0" fmla="*/ 0 h 1988934"/>
                    <a:gd name="connsiteX1" fmla="*/ 580780 w 1902586"/>
                    <a:gd name="connsiteY1" fmla="*/ 0 h 1988934"/>
                    <a:gd name="connsiteX2" fmla="*/ 1902586 w 1902586"/>
                    <a:gd name="connsiteY2" fmla="*/ 1988934 h 1988934"/>
                    <a:gd name="connsiteX3" fmla="*/ 0 w 1902586"/>
                    <a:gd name="connsiteY3" fmla="*/ 1988934 h 19889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02586" h="1988934">
                      <a:moveTo>
                        <a:pt x="0" y="0"/>
                      </a:moveTo>
                      <a:lnTo>
                        <a:pt x="580780" y="0"/>
                      </a:lnTo>
                      <a:lnTo>
                        <a:pt x="1902586" y="1988934"/>
                      </a:lnTo>
                      <a:lnTo>
                        <a:pt x="0" y="1988934"/>
                      </a:lnTo>
                      <a:close/>
                    </a:path>
                  </a:pathLst>
                </a:custGeom>
                <a:solidFill>
                  <a:srgbClr val="32A0A0"/>
                </a:solidFill>
                <a:ln w="19050">
                  <a:noFill/>
                  <a:round/>
                  <a:headEnd/>
                  <a:tailEnd/>
                </a:ln>
              </p:spPr>
              <p:txBody>
                <a:bodyPr wrap="square">
                  <a:noAutofit/>
                </a:bodyPr>
                <a:lstStyle/>
                <a:p>
                  <a:endParaRPr lang="en-US">
                    <a:solidFill>
                      <a:schemeClr val="bg2"/>
                    </a:solidFill>
                    <a:latin typeface="Arial" pitchFamily="34" charset="0"/>
                    <a:ea typeface="ＭＳ Ｐゴシック" charset="-128"/>
                  </a:endParaRPr>
                </a:p>
              </p:txBody>
            </p:sp>
          </p:grpSp>
          <p:grpSp>
            <p:nvGrpSpPr>
              <p:cNvPr id="315" name="Grafik 15">
                <a:extLst>
                  <a:ext uri="{FF2B5EF4-FFF2-40B4-BE49-F238E27FC236}">
                    <a16:creationId xmlns:a16="http://schemas.microsoft.com/office/drawing/2014/main" id="{C4E7874C-26AE-4A2D-A5B1-1DDDEAFE8F71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524557" y="3936670"/>
                <a:ext cx="459596" cy="439320"/>
                <a:chOff x="837997" y="3985366"/>
                <a:chExt cx="1108800" cy="1288111"/>
              </a:xfrm>
              <a:solidFill>
                <a:schemeClr val="bg1"/>
              </a:solidFill>
            </p:grpSpPr>
            <p:sp>
              <p:nvSpPr>
                <p:cNvPr id="316" name="Freihandform 29">
                  <a:extLst>
                    <a:ext uri="{FF2B5EF4-FFF2-40B4-BE49-F238E27FC236}">
                      <a16:creationId xmlns:a16="http://schemas.microsoft.com/office/drawing/2014/main" id="{9B978988-1ABF-4F06-9298-87D8A6E34015}"/>
                    </a:ext>
                  </a:extLst>
                </p:cNvPr>
                <p:cNvSpPr/>
                <p:nvPr/>
              </p:nvSpPr>
              <p:spPr>
                <a:xfrm>
                  <a:off x="1388692" y="4504201"/>
                  <a:ext cx="172907" cy="679684"/>
                </a:xfrm>
                <a:custGeom>
                  <a:avLst/>
                  <a:gdLst>
                    <a:gd name="connsiteX0" fmla="*/ 2058 w 172906"/>
                    <a:gd name="connsiteY0" fmla="*/ 2055 h 679684"/>
                    <a:gd name="connsiteX1" fmla="*/ 171590 w 172906"/>
                    <a:gd name="connsiteY1" fmla="*/ 2055 h 679684"/>
                    <a:gd name="connsiteX2" fmla="*/ 171590 w 172906"/>
                    <a:gd name="connsiteY2" fmla="*/ 680123 h 679684"/>
                    <a:gd name="connsiteX3" fmla="*/ 2058 w 172906"/>
                    <a:gd name="connsiteY3" fmla="*/ 680123 h 6796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72906" h="679684">
                      <a:moveTo>
                        <a:pt x="2058" y="2055"/>
                      </a:moveTo>
                      <a:lnTo>
                        <a:pt x="171590" y="2055"/>
                      </a:lnTo>
                      <a:lnTo>
                        <a:pt x="171590" y="680123"/>
                      </a:lnTo>
                      <a:lnTo>
                        <a:pt x="2058" y="680123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de-DE"/>
                </a:p>
              </p:txBody>
            </p:sp>
            <p:sp>
              <p:nvSpPr>
                <p:cNvPr id="317" name="Freihandform 31">
                  <a:extLst>
                    <a:ext uri="{FF2B5EF4-FFF2-40B4-BE49-F238E27FC236}">
                      <a16:creationId xmlns:a16="http://schemas.microsoft.com/office/drawing/2014/main" id="{0BA8B682-55A2-482D-8106-2F31D18C881A}"/>
                    </a:ext>
                  </a:extLst>
                </p:cNvPr>
                <p:cNvSpPr/>
                <p:nvPr/>
              </p:nvSpPr>
              <p:spPr>
                <a:xfrm>
                  <a:off x="1599391" y="4504201"/>
                  <a:ext cx="178396" cy="679684"/>
                </a:xfrm>
                <a:custGeom>
                  <a:avLst/>
                  <a:gdLst>
                    <a:gd name="connsiteX0" fmla="*/ 2058 w 178396"/>
                    <a:gd name="connsiteY0" fmla="*/ 2055 h 679684"/>
                    <a:gd name="connsiteX1" fmla="*/ 177518 w 178396"/>
                    <a:gd name="connsiteY1" fmla="*/ 2055 h 679684"/>
                    <a:gd name="connsiteX2" fmla="*/ 177518 w 178396"/>
                    <a:gd name="connsiteY2" fmla="*/ 680123 h 679684"/>
                    <a:gd name="connsiteX3" fmla="*/ 2058 w 178396"/>
                    <a:gd name="connsiteY3" fmla="*/ 680123 h 6796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78396" h="679684">
                      <a:moveTo>
                        <a:pt x="2058" y="2055"/>
                      </a:moveTo>
                      <a:lnTo>
                        <a:pt x="177518" y="2055"/>
                      </a:lnTo>
                      <a:lnTo>
                        <a:pt x="177518" y="680123"/>
                      </a:lnTo>
                      <a:lnTo>
                        <a:pt x="2058" y="680123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de-DE"/>
                </a:p>
              </p:txBody>
            </p:sp>
            <p:sp>
              <p:nvSpPr>
                <p:cNvPr id="318" name="Freihandform 32">
                  <a:extLst>
                    <a:ext uri="{FF2B5EF4-FFF2-40B4-BE49-F238E27FC236}">
                      <a16:creationId xmlns:a16="http://schemas.microsoft.com/office/drawing/2014/main" id="{36F11E1A-C2A5-4A4B-A35D-210DC948BA81}"/>
                    </a:ext>
                  </a:extLst>
                </p:cNvPr>
                <p:cNvSpPr/>
                <p:nvPr/>
              </p:nvSpPr>
              <p:spPr>
                <a:xfrm>
                  <a:off x="1166355" y="5222035"/>
                  <a:ext cx="612036" cy="52073"/>
                </a:xfrm>
                <a:custGeom>
                  <a:avLst/>
                  <a:gdLst>
                    <a:gd name="connsiteX0" fmla="*/ 2058 w 612035"/>
                    <a:gd name="connsiteY0" fmla="*/ 51442 h 52072"/>
                    <a:gd name="connsiteX1" fmla="*/ 67049 w 612035"/>
                    <a:gd name="connsiteY1" fmla="*/ 9620 h 52072"/>
                    <a:gd name="connsiteX2" fmla="*/ 80059 w 612035"/>
                    <a:gd name="connsiteY2" fmla="*/ 3618 h 52072"/>
                    <a:gd name="connsiteX3" fmla="*/ 92327 w 612035"/>
                    <a:gd name="connsiteY3" fmla="*/ 2056 h 52072"/>
                    <a:gd name="connsiteX4" fmla="*/ 610554 w 612035"/>
                    <a:gd name="connsiteY4" fmla="*/ 2056 h 52072"/>
                    <a:gd name="connsiteX5" fmla="*/ 610554 w 612035"/>
                    <a:gd name="connsiteY5" fmla="*/ 51388 h 520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612035" h="52072">
                      <a:moveTo>
                        <a:pt x="2058" y="51442"/>
                      </a:moveTo>
                      <a:lnTo>
                        <a:pt x="67049" y="9620"/>
                      </a:lnTo>
                      <a:cubicBezTo>
                        <a:pt x="71045" y="6952"/>
                        <a:pt x="75435" y="4927"/>
                        <a:pt x="80059" y="3618"/>
                      </a:cubicBezTo>
                      <a:cubicBezTo>
                        <a:pt x="84063" y="2570"/>
                        <a:pt x="88187" y="2045"/>
                        <a:pt x="92327" y="2056"/>
                      </a:cubicBezTo>
                      <a:lnTo>
                        <a:pt x="610554" y="2056"/>
                      </a:lnTo>
                      <a:lnTo>
                        <a:pt x="610554" y="51388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de-DE"/>
                </a:p>
              </p:txBody>
            </p:sp>
            <p:sp>
              <p:nvSpPr>
                <p:cNvPr id="319" name="Freihandform 35">
                  <a:extLst>
                    <a:ext uri="{FF2B5EF4-FFF2-40B4-BE49-F238E27FC236}">
                      <a16:creationId xmlns:a16="http://schemas.microsoft.com/office/drawing/2014/main" id="{C1BFAB45-4761-4B91-AA08-020A017DCD18}"/>
                    </a:ext>
                  </a:extLst>
                </p:cNvPr>
                <p:cNvSpPr/>
                <p:nvPr/>
              </p:nvSpPr>
              <p:spPr>
                <a:xfrm>
                  <a:off x="1006540" y="4504201"/>
                  <a:ext cx="343069" cy="770126"/>
                </a:xfrm>
                <a:custGeom>
                  <a:avLst/>
                  <a:gdLst>
                    <a:gd name="connsiteX0" fmla="*/ 253926 w 343069"/>
                    <a:gd name="connsiteY0" fmla="*/ 680123 h 770125"/>
                    <a:gd name="connsiteX1" fmla="*/ 343042 w 343069"/>
                    <a:gd name="connsiteY1" fmla="*/ 680123 h 770125"/>
                    <a:gd name="connsiteX2" fmla="*/ 343042 w 343069"/>
                    <a:gd name="connsiteY2" fmla="*/ 2055 h 770125"/>
                    <a:gd name="connsiteX3" fmla="*/ 2058 w 343069"/>
                    <a:gd name="connsiteY3" fmla="*/ 2055 h 770125"/>
                    <a:gd name="connsiteX4" fmla="*/ 2058 w 343069"/>
                    <a:gd name="connsiteY4" fmla="*/ 769276 h 770125"/>
                    <a:gd name="connsiteX5" fmla="*/ 93754 w 343069"/>
                    <a:gd name="connsiteY5" fmla="*/ 769276 h 770125"/>
                    <a:gd name="connsiteX6" fmla="*/ 152570 w 343069"/>
                    <a:gd name="connsiteY6" fmla="*/ 730058 h 770125"/>
                    <a:gd name="connsiteX7" fmla="*/ 211331 w 343069"/>
                    <a:gd name="connsiteY7" fmla="*/ 690811 h 770125"/>
                    <a:gd name="connsiteX8" fmla="*/ 253926 w 343069"/>
                    <a:gd name="connsiteY8" fmla="*/ 680123 h 770125"/>
                    <a:gd name="connsiteX9" fmla="*/ 218439 w 343069"/>
                    <a:gd name="connsiteY9" fmla="*/ 571373 h 770125"/>
                    <a:gd name="connsiteX10" fmla="*/ 218439 w 343069"/>
                    <a:gd name="connsiteY10" fmla="*/ 500116 h 770125"/>
                    <a:gd name="connsiteX11" fmla="*/ 289660 w 343069"/>
                    <a:gd name="connsiteY11" fmla="*/ 500116 h 770125"/>
                    <a:gd name="connsiteX12" fmla="*/ 147218 w 343069"/>
                    <a:gd name="connsiteY12" fmla="*/ 500116 h 770125"/>
                    <a:gd name="connsiteX13" fmla="*/ 147218 w 343069"/>
                    <a:gd name="connsiteY13" fmla="*/ 428859 h 770125"/>
                    <a:gd name="connsiteX14" fmla="*/ 218576 w 343069"/>
                    <a:gd name="connsiteY14" fmla="*/ 428859 h 770125"/>
                    <a:gd name="connsiteX15" fmla="*/ 74185 w 343069"/>
                    <a:gd name="connsiteY15" fmla="*/ 90195 h 770125"/>
                    <a:gd name="connsiteX16" fmla="*/ 271793 w 343069"/>
                    <a:gd name="connsiteY16" fmla="*/ 90195 h 770125"/>
                    <a:gd name="connsiteX17" fmla="*/ 271793 w 343069"/>
                    <a:gd name="connsiteY17" fmla="*/ 358780 h 770125"/>
                    <a:gd name="connsiteX18" fmla="*/ 74185 w 343069"/>
                    <a:gd name="connsiteY18" fmla="*/ 358780 h 770125"/>
                    <a:gd name="connsiteX19" fmla="*/ 75969 w 343069"/>
                    <a:gd name="connsiteY19" fmla="*/ 589188 h 770125"/>
                    <a:gd name="connsiteX20" fmla="*/ 75969 w 343069"/>
                    <a:gd name="connsiteY20" fmla="*/ 517930 h 770125"/>
                    <a:gd name="connsiteX21" fmla="*/ 147328 w 343069"/>
                    <a:gd name="connsiteY21" fmla="*/ 517930 h 770125"/>
                    <a:gd name="connsiteX22" fmla="*/ 147328 w 343069"/>
                    <a:gd name="connsiteY22" fmla="*/ 660445 h 770125"/>
                    <a:gd name="connsiteX23" fmla="*/ 147328 w 343069"/>
                    <a:gd name="connsiteY23" fmla="*/ 589188 h 770125"/>
                    <a:gd name="connsiteX24" fmla="*/ 218686 w 343069"/>
                    <a:gd name="connsiteY24" fmla="*/ 589188 h 7701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343069" h="770125">
                      <a:moveTo>
                        <a:pt x="253926" y="680123"/>
                      </a:moveTo>
                      <a:lnTo>
                        <a:pt x="343042" y="680123"/>
                      </a:lnTo>
                      <a:lnTo>
                        <a:pt x="343042" y="2055"/>
                      </a:lnTo>
                      <a:lnTo>
                        <a:pt x="2058" y="2055"/>
                      </a:lnTo>
                      <a:lnTo>
                        <a:pt x="2058" y="769276"/>
                      </a:lnTo>
                      <a:lnTo>
                        <a:pt x="93754" y="769276"/>
                      </a:lnTo>
                      <a:lnTo>
                        <a:pt x="152570" y="730058"/>
                      </a:lnTo>
                      <a:lnTo>
                        <a:pt x="211331" y="690811"/>
                      </a:lnTo>
                      <a:cubicBezTo>
                        <a:pt x="224278" y="683413"/>
                        <a:pt x="239015" y="679715"/>
                        <a:pt x="253926" y="680123"/>
                      </a:cubicBezTo>
                      <a:close/>
                      <a:moveTo>
                        <a:pt x="218439" y="571373"/>
                      </a:moveTo>
                      <a:lnTo>
                        <a:pt x="218439" y="500116"/>
                      </a:lnTo>
                      <a:lnTo>
                        <a:pt x="289660" y="500116"/>
                      </a:lnTo>
                      <a:close/>
                      <a:moveTo>
                        <a:pt x="147218" y="500116"/>
                      </a:moveTo>
                      <a:lnTo>
                        <a:pt x="147218" y="428859"/>
                      </a:lnTo>
                      <a:lnTo>
                        <a:pt x="218576" y="428859"/>
                      </a:lnTo>
                      <a:close/>
                      <a:moveTo>
                        <a:pt x="74185" y="90195"/>
                      </a:moveTo>
                      <a:lnTo>
                        <a:pt x="271793" y="90195"/>
                      </a:lnTo>
                      <a:lnTo>
                        <a:pt x="271793" y="358780"/>
                      </a:lnTo>
                      <a:lnTo>
                        <a:pt x="74185" y="358780"/>
                      </a:lnTo>
                      <a:close/>
                      <a:moveTo>
                        <a:pt x="75969" y="589188"/>
                      </a:moveTo>
                      <a:lnTo>
                        <a:pt x="75969" y="517930"/>
                      </a:lnTo>
                      <a:lnTo>
                        <a:pt x="147328" y="517930"/>
                      </a:lnTo>
                      <a:close/>
                      <a:moveTo>
                        <a:pt x="147328" y="660445"/>
                      </a:moveTo>
                      <a:lnTo>
                        <a:pt x="147328" y="589188"/>
                      </a:lnTo>
                      <a:lnTo>
                        <a:pt x="218686" y="589188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de-DE"/>
                </a:p>
              </p:txBody>
            </p:sp>
            <p:sp>
              <p:nvSpPr>
                <p:cNvPr id="320" name="Freihandform 38">
                  <a:extLst>
                    <a:ext uri="{FF2B5EF4-FFF2-40B4-BE49-F238E27FC236}">
                      <a16:creationId xmlns:a16="http://schemas.microsoft.com/office/drawing/2014/main" id="{4F0705F7-FA14-45AC-9C27-65BA6BA820DE}"/>
                    </a:ext>
                  </a:extLst>
                </p:cNvPr>
                <p:cNvSpPr/>
                <p:nvPr/>
              </p:nvSpPr>
              <p:spPr>
                <a:xfrm>
                  <a:off x="835939" y="3983283"/>
                  <a:ext cx="1111545" cy="482356"/>
                </a:xfrm>
                <a:custGeom>
                  <a:avLst/>
                  <a:gdLst>
                    <a:gd name="connsiteX0" fmla="*/ 513561 w 1111544"/>
                    <a:gd name="connsiteY0" fmla="*/ 481699 h 482356"/>
                    <a:gd name="connsiteX1" fmla="*/ 513561 w 1111544"/>
                    <a:gd name="connsiteY1" fmla="*/ 333703 h 482356"/>
                    <a:gd name="connsiteX2" fmla="*/ 391785 w 1111544"/>
                    <a:gd name="connsiteY2" fmla="*/ 212867 h 482356"/>
                    <a:gd name="connsiteX3" fmla="*/ 2058 w 1111544"/>
                    <a:gd name="connsiteY3" fmla="*/ 212867 h 482356"/>
                    <a:gd name="connsiteX4" fmla="*/ 2058 w 1111544"/>
                    <a:gd name="connsiteY4" fmla="*/ 127742 h 482356"/>
                    <a:gd name="connsiteX5" fmla="*/ 391785 w 1111544"/>
                    <a:gd name="connsiteY5" fmla="*/ 127742 h 482356"/>
                    <a:gd name="connsiteX6" fmla="*/ 600990 w 1111544"/>
                    <a:gd name="connsiteY6" fmla="*/ 8045 h 482356"/>
                    <a:gd name="connsiteX7" fmla="*/ 720857 w 1111544"/>
                    <a:gd name="connsiteY7" fmla="*/ 127742 h 482356"/>
                    <a:gd name="connsiteX8" fmla="*/ 1110584 w 1111544"/>
                    <a:gd name="connsiteY8" fmla="*/ 127742 h 482356"/>
                    <a:gd name="connsiteX9" fmla="*/ 1110584 w 1111544"/>
                    <a:gd name="connsiteY9" fmla="*/ 212867 h 482356"/>
                    <a:gd name="connsiteX10" fmla="*/ 720720 w 1111544"/>
                    <a:gd name="connsiteY10" fmla="*/ 212867 h 482356"/>
                    <a:gd name="connsiteX11" fmla="*/ 598807 w 1111544"/>
                    <a:gd name="connsiteY11" fmla="*/ 334608 h 482356"/>
                    <a:gd name="connsiteX12" fmla="*/ 598807 w 1111544"/>
                    <a:gd name="connsiteY12" fmla="*/ 482083 h 482356"/>
                    <a:gd name="connsiteX13" fmla="*/ 641540 w 1111544"/>
                    <a:gd name="connsiteY13" fmla="*/ 170305 h 482356"/>
                    <a:gd name="connsiteX14" fmla="*/ 556294 w 1111544"/>
                    <a:gd name="connsiteY14" fmla="*/ 85180 h 482356"/>
                    <a:gd name="connsiteX15" fmla="*/ 471048 w 1111544"/>
                    <a:gd name="connsiteY15" fmla="*/ 170305 h 482356"/>
                    <a:gd name="connsiteX16" fmla="*/ 556184 w 1111544"/>
                    <a:gd name="connsiteY16" fmla="*/ 255430 h 482356"/>
                    <a:gd name="connsiteX17" fmla="*/ 641540 w 1111544"/>
                    <a:gd name="connsiteY17" fmla="*/ 170469 h 482356"/>
                    <a:gd name="connsiteX18" fmla="*/ 641540 w 1111544"/>
                    <a:gd name="connsiteY18" fmla="*/ 170305 h 482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1111544" h="482356">
                      <a:moveTo>
                        <a:pt x="513561" y="481699"/>
                      </a:moveTo>
                      <a:lnTo>
                        <a:pt x="513561" y="333703"/>
                      </a:lnTo>
                      <a:cubicBezTo>
                        <a:pt x="454153" y="318239"/>
                        <a:pt x="407647" y="272092"/>
                        <a:pt x="391785" y="212867"/>
                      </a:cubicBezTo>
                      <a:lnTo>
                        <a:pt x="2058" y="212867"/>
                      </a:lnTo>
                      <a:lnTo>
                        <a:pt x="2058" y="127742"/>
                      </a:lnTo>
                      <a:lnTo>
                        <a:pt x="391785" y="127742"/>
                      </a:lnTo>
                      <a:cubicBezTo>
                        <a:pt x="416455" y="37001"/>
                        <a:pt x="510119" y="-16590"/>
                        <a:pt x="600990" y="8045"/>
                      </a:cubicBezTo>
                      <a:cubicBezTo>
                        <a:pt x="659386" y="23876"/>
                        <a:pt x="705004" y="69429"/>
                        <a:pt x="720857" y="127742"/>
                      </a:cubicBezTo>
                      <a:lnTo>
                        <a:pt x="1110584" y="127742"/>
                      </a:lnTo>
                      <a:lnTo>
                        <a:pt x="1110584" y="212867"/>
                      </a:lnTo>
                      <a:lnTo>
                        <a:pt x="720720" y="212867"/>
                      </a:lnTo>
                      <a:cubicBezTo>
                        <a:pt x="705133" y="272485"/>
                        <a:pt x="658509" y="319042"/>
                        <a:pt x="598807" y="334608"/>
                      </a:cubicBezTo>
                      <a:lnTo>
                        <a:pt x="598807" y="482083"/>
                      </a:lnTo>
                      <a:close/>
                      <a:moveTo>
                        <a:pt x="641540" y="170305"/>
                      </a:moveTo>
                      <a:cubicBezTo>
                        <a:pt x="641540" y="123292"/>
                        <a:pt x="603374" y="85180"/>
                        <a:pt x="556294" y="85180"/>
                      </a:cubicBezTo>
                      <a:cubicBezTo>
                        <a:pt x="509214" y="85180"/>
                        <a:pt x="471048" y="123292"/>
                        <a:pt x="471048" y="170305"/>
                      </a:cubicBezTo>
                      <a:cubicBezTo>
                        <a:pt x="471048" y="217275"/>
                        <a:pt x="509147" y="255369"/>
                        <a:pt x="556184" y="255430"/>
                      </a:cubicBezTo>
                      <a:cubicBezTo>
                        <a:pt x="603249" y="255506"/>
                        <a:pt x="641464" y="217467"/>
                        <a:pt x="641540" y="170469"/>
                      </a:cubicBezTo>
                      <a:cubicBezTo>
                        <a:pt x="641540" y="170415"/>
                        <a:pt x="641540" y="170360"/>
                        <a:pt x="641540" y="170305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de-DE"/>
                </a:p>
              </p:txBody>
            </p:sp>
          </p:grpSp>
          <p:pic>
            <p:nvPicPr>
              <p:cNvPr id="321" name="Grafik 70">
                <a:extLst>
                  <a:ext uri="{FF2B5EF4-FFF2-40B4-BE49-F238E27FC236}">
                    <a16:creationId xmlns:a16="http://schemas.microsoft.com/office/drawing/2014/main" id="{3271E291-740F-4906-B2A8-42C7BF2763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 bwMode="gray">
              <a:xfrm>
                <a:off x="721221" y="4028127"/>
                <a:ext cx="457778" cy="374063"/>
              </a:xfrm>
              <a:prstGeom prst="rect">
                <a:avLst/>
              </a:prstGeom>
            </p:spPr>
          </p:pic>
          <p:sp>
            <p:nvSpPr>
              <p:cNvPr id="322" name="Freeform 37">
                <a:extLst>
                  <a:ext uri="{FF2B5EF4-FFF2-40B4-BE49-F238E27FC236}">
                    <a16:creationId xmlns:a16="http://schemas.microsoft.com/office/drawing/2014/main" id="{60C06FCC-B4CF-437B-B0F2-4593E40CC616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040069" y="3117514"/>
                <a:ext cx="461794" cy="524711"/>
              </a:xfrm>
              <a:custGeom>
                <a:avLst/>
                <a:gdLst>
                  <a:gd name="T0" fmla="*/ 170 w 587"/>
                  <a:gd name="T1" fmla="*/ 385 h 667"/>
                  <a:gd name="T2" fmla="*/ 207 w 587"/>
                  <a:gd name="T3" fmla="*/ 349 h 667"/>
                  <a:gd name="T4" fmla="*/ 244 w 587"/>
                  <a:gd name="T5" fmla="*/ 385 h 667"/>
                  <a:gd name="T6" fmla="*/ 207 w 587"/>
                  <a:gd name="T7" fmla="*/ 422 h 667"/>
                  <a:gd name="T8" fmla="*/ 170 w 587"/>
                  <a:gd name="T9" fmla="*/ 385 h 667"/>
                  <a:gd name="T10" fmla="*/ 357 w 587"/>
                  <a:gd name="T11" fmla="*/ 385 h 667"/>
                  <a:gd name="T12" fmla="*/ 394 w 587"/>
                  <a:gd name="T13" fmla="*/ 349 h 667"/>
                  <a:gd name="T14" fmla="*/ 431 w 587"/>
                  <a:gd name="T15" fmla="*/ 385 h 667"/>
                  <a:gd name="T16" fmla="*/ 394 w 587"/>
                  <a:gd name="T17" fmla="*/ 422 h 667"/>
                  <a:gd name="T18" fmla="*/ 357 w 587"/>
                  <a:gd name="T19" fmla="*/ 385 h 667"/>
                  <a:gd name="T20" fmla="*/ 194 w 587"/>
                  <a:gd name="T21" fmla="*/ 439 h 667"/>
                  <a:gd name="T22" fmla="*/ 194 w 587"/>
                  <a:gd name="T23" fmla="*/ 496 h 667"/>
                  <a:gd name="T24" fmla="*/ 90 w 587"/>
                  <a:gd name="T25" fmla="*/ 496 h 667"/>
                  <a:gd name="T26" fmla="*/ 90 w 587"/>
                  <a:gd name="T27" fmla="*/ 392 h 667"/>
                  <a:gd name="T28" fmla="*/ 147 w 587"/>
                  <a:gd name="T29" fmla="*/ 392 h 667"/>
                  <a:gd name="T30" fmla="*/ 194 w 587"/>
                  <a:gd name="T31" fmla="*/ 439 h 667"/>
                  <a:gd name="T32" fmla="*/ 381 w 587"/>
                  <a:gd name="T33" fmla="*/ 439 h 667"/>
                  <a:gd name="T34" fmla="*/ 381 w 587"/>
                  <a:gd name="T35" fmla="*/ 496 h 667"/>
                  <a:gd name="T36" fmla="*/ 277 w 587"/>
                  <a:gd name="T37" fmla="*/ 496 h 667"/>
                  <a:gd name="T38" fmla="*/ 277 w 587"/>
                  <a:gd name="T39" fmla="*/ 392 h 667"/>
                  <a:gd name="T40" fmla="*/ 334 w 587"/>
                  <a:gd name="T41" fmla="*/ 392 h 667"/>
                  <a:gd name="T42" fmla="*/ 381 w 587"/>
                  <a:gd name="T43" fmla="*/ 439 h 667"/>
                  <a:gd name="T44" fmla="*/ 497 w 587"/>
                  <a:gd name="T45" fmla="*/ 570 h 667"/>
                  <a:gd name="T46" fmla="*/ 497 w 587"/>
                  <a:gd name="T47" fmla="*/ 291 h 667"/>
                  <a:gd name="T48" fmla="*/ 472 w 587"/>
                  <a:gd name="T49" fmla="*/ 267 h 667"/>
                  <a:gd name="T50" fmla="*/ 25 w 587"/>
                  <a:gd name="T51" fmla="*/ 267 h 667"/>
                  <a:gd name="T52" fmla="*/ 0 w 587"/>
                  <a:gd name="T53" fmla="*/ 291 h 667"/>
                  <a:gd name="T54" fmla="*/ 0 w 587"/>
                  <a:gd name="T55" fmla="*/ 570 h 667"/>
                  <a:gd name="T56" fmla="*/ 25 w 587"/>
                  <a:gd name="T57" fmla="*/ 594 h 667"/>
                  <a:gd name="T58" fmla="*/ 206 w 587"/>
                  <a:gd name="T59" fmla="*/ 594 h 667"/>
                  <a:gd name="T60" fmla="*/ 206 w 587"/>
                  <a:gd name="T61" fmla="*/ 642 h 667"/>
                  <a:gd name="T62" fmla="*/ 146 w 587"/>
                  <a:gd name="T63" fmla="*/ 642 h 667"/>
                  <a:gd name="T64" fmla="*/ 146 w 587"/>
                  <a:gd name="T65" fmla="*/ 667 h 667"/>
                  <a:gd name="T66" fmla="*/ 351 w 587"/>
                  <a:gd name="T67" fmla="*/ 667 h 667"/>
                  <a:gd name="T68" fmla="*/ 351 w 587"/>
                  <a:gd name="T69" fmla="*/ 642 h 667"/>
                  <a:gd name="T70" fmla="*/ 291 w 587"/>
                  <a:gd name="T71" fmla="*/ 642 h 667"/>
                  <a:gd name="T72" fmla="*/ 291 w 587"/>
                  <a:gd name="T73" fmla="*/ 594 h 667"/>
                  <a:gd name="T74" fmla="*/ 472 w 587"/>
                  <a:gd name="T75" fmla="*/ 594 h 667"/>
                  <a:gd name="T76" fmla="*/ 497 w 587"/>
                  <a:gd name="T77" fmla="*/ 570 h 667"/>
                  <a:gd name="T78" fmla="*/ 25 w 587"/>
                  <a:gd name="T79" fmla="*/ 570 h 667"/>
                  <a:gd name="T80" fmla="*/ 25 w 587"/>
                  <a:gd name="T81" fmla="*/ 291 h 667"/>
                  <a:gd name="T82" fmla="*/ 472 w 587"/>
                  <a:gd name="T83" fmla="*/ 291 h 667"/>
                  <a:gd name="T84" fmla="*/ 472 w 587"/>
                  <a:gd name="T85" fmla="*/ 570 h 667"/>
                  <a:gd name="T86" fmla="*/ 25 w 587"/>
                  <a:gd name="T87" fmla="*/ 570 h 667"/>
                  <a:gd name="T88" fmla="*/ 587 w 587"/>
                  <a:gd name="T89" fmla="*/ 0 h 667"/>
                  <a:gd name="T90" fmla="*/ 587 w 587"/>
                  <a:gd name="T91" fmla="*/ 434 h 667"/>
                  <a:gd name="T92" fmla="*/ 517 w 587"/>
                  <a:gd name="T93" fmla="*/ 434 h 667"/>
                  <a:gd name="T94" fmla="*/ 517 w 587"/>
                  <a:gd name="T95" fmla="*/ 291 h 667"/>
                  <a:gd name="T96" fmla="*/ 472 w 587"/>
                  <a:gd name="T97" fmla="*/ 247 h 667"/>
                  <a:gd name="T98" fmla="*/ 153 w 587"/>
                  <a:gd name="T99" fmla="*/ 247 h 667"/>
                  <a:gd name="T100" fmla="*/ 153 w 587"/>
                  <a:gd name="T101" fmla="*/ 127 h 667"/>
                  <a:gd name="T102" fmla="*/ 274 w 587"/>
                  <a:gd name="T103" fmla="*/ 193 h 667"/>
                  <a:gd name="T104" fmla="*/ 274 w 587"/>
                  <a:gd name="T105" fmla="*/ 127 h 667"/>
                  <a:gd name="T106" fmla="*/ 394 w 587"/>
                  <a:gd name="T107" fmla="*/ 193 h 667"/>
                  <a:gd name="T108" fmla="*/ 394 w 587"/>
                  <a:gd name="T109" fmla="*/ 127 h 667"/>
                  <a:gd name="T110" fmla="*/ 515 w 587"/>
                  <a:gd name="T111" fmla="*/ 193 h 667"/>
                  <a:gd name="T112" fmla="*/ 515 w 587"/>
                  <a:gd name="T113" fmla="*/ 0 h 667"/>
                  <a:gd name="T114" fmla="*/ 587 w 587"/>
                  <a:gd name="T115" fmla="*/ 0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587" h="667">
                    <a:moveTo>
                      <a:pt x="170" y="385"/>
                    </a:moveTo>
                    <a:cubicBezTo>
                      <a:pt x="207" y="349"/>
                      <a:pt x="207" y="349"/>
                      <a:pt x="207" y="349"/>
                    </a:cubicBezTo>
                    <a:cubicBezTo>
                      <a:pt x="244" y="385"/>
                      <a:pt x="244" y="385"/>
                      <a:pt x="244" y="385"/>
                    </a:cubicBezTo>
                    <a:cubicBezTo>
                      <a:pt x="207" y="422"/>
                      <a:pt x="207" y="422"/>
                      <a:pt x="207" y="422"/>
                    </a:cubicBezTo>
                    <a:lnTo>
                      <a:pt x="170" y="385"/>
                    </a:lnTo>
                    <a:close/>
                    <a:moveTo>
                      <a:pt x="357" y="385"/>
                    </a:moveTo>
                    <a:cubicBezTo>
                      <a:pt x="394" y="349"/>
                      <a:pt x="394" y="349"/>
                      <a:pt x="394" y="349"/>
                    </a:cubicBezTo>
                    <a:cubicBezTo>
                      <a:pt x="431" y="385"/>
                      <a:pt x="431" y="385"/>
                      <a:pt x="431" y="385"/>
                    </a:cubicBezTo>
                    <a:cubicBezTo>
                      <a:pt x="394" y="422"/>
                      <a:pt x="394" y="422"/>
                      <a:pt x="394" y="422"/>
                    </a:cubicBezTo>
                    <a:lnTo>
                      <a:pt x="357" y="385"/>
                    </a:lnTo>
                    <a:close/>
                    <a:moveTo>
                      <a:pt x="194" y="439"/>
                    </a:moveTo>
                    <a:cubicBezTo>
                      <a:pt x="194" y="496"/>
                      <a:pt x="194" y="496"/>
                      <a:pt x="194" y="496"/>
                    </a:cubicBezTo>
                    <a:cubicBezTo>
                      <a:pt x="90" y="496"/>
                      <a:pt x="90" y="496"/>
                      <a:pt x="90" y="496"/>
                    </a:cubicBezTo>
                    <a:cubicBezTo>
                      <a:pt x="90" y="392"/>
                      <a:pt x="90" y="392"/>
                      <a:pt x="90" y="392"/>
                    </a:cubicBezTo>
                    <a:cubicBezTo>
                      <a:pt x="147" y="392"/>
                      <a:pt x="147" y="392"/>
                      <a:pt x="147" y="392"/>
                    </a:cubicBezTo>
                    <a:lnTo>
                      <a:pt x="194" y="439"/>
                    </a:lnTo>
                    <a:close/>
                    <a:moveTo>
                      <a:pt x="381" y="439"/>
                    </a:moveTo>
                    <a:cubicBezTo>
                      <a:pt x="381" y="496"/>
                      <a:pt x="381" y="496"/>
                      <a:pt x="381" y="496"/>
                    </a:cubicBezTo>
                    <a:cubicBezTo>
                      <a:pt x="277" y="496"/>
                      <a:pt x="277" y="496"/>
                      <a:pt x="277" y="496"/>
                    </a:cubicBezTo>
                    <a:cubicBezTo>
                      <a:pt x="277" y="392"/>
                      <a:pt x="277" y="392"/>
                      <a:pt x="277" y="392"/>
                    </a:cubicBezTo>
                    <a:cubicBezTo>
                      <a:pt x="334" y="392"/>
                      <a:pt x="334" y="392"/>
                      <a:pt x="334" y="392"/>
                    </a:cubicBezTo>
                    <a:lnTo>
                      <a:pt x="381" y="439"/>
                    </a:lnTo>
                    <a:close/>
                    <a:moveTo>
                      <a:pt x="497" y="570"/>
                    </a:moveTo>
                    <a:cubicBezTo>
                      <a:pt x="497" y="291"/>
                      <a:pt x="497" y="291"/>
                      <a:pt x="497" y="291"/>
                    </a:cubicBezTo>
                    <a:cubicBezTo>
                      <a:pt x="497" y="278"/>
                      <a:pt x="486" y="267"/>
                      <a:pt x="472" y="267"/>
                    </a:cubicBezTo>
                    <a:cubicBezTo>
                      <a:pt x="25" y="267"/>
                      <a:pt x="25" y="267"/>
                      <a:pt x="25" y="267"/>
                    </a:cubicBezTo>
                    <a:cubicBezTo>
                      <a:pt x="11" y="267"/>
                      <a:pt x="0" y="278"/>
                      <a:pt x="0" y="291"/>
                    </a:cubicBezTo>
                    <a:cubicBezTo>
                      <a:pt x="0" y="570"/>
                      <a:pt x="0" y="570"/>
                      <a:pt x="0" y="570"/>
                    </a:cubicBezTo>
                    <a:cubicBezTo>
                      <a:pt x="0" y="583"/>
                      <a:pt x="11" y="594"/>
                      <a:pt x="25" y="594"/>
                    </a:cubicBezTo>
                    <a:cubicBezTo>
                      <a:pt x="206" y="594"/>
                      <a:pt x="206" y="594"/>
                      <a:pt x="206" y="594"/>
                    </a:cubicBezTo>
                    <a:cubicBezTo>
                      <a:pt x="206" y="642"/>
                      <a:pt x="206" y="642"/>
                      <a:pt x="206" y="642"/>
                    </a:cubicBezTo>
                    <a:cubicBezTo>
                      <a:pt x="146" y="642"/>
                      <a:pt x="146" y="642"/>
                      <a:pt x="146" y="642"/>
                    </a:cubicBezTo>
                    <a:cubicBezTo>
                      <a:pt x="146" y="667"/>
                      <a:pt x="146" y="667"/>
                      <a:pt x="146" y="667"/>
                    </a:cubicBezTo>
                    <a:cubicBezTo>
                      <a:pt x="351" y="667"/>
                      <a:pt x="351" y="667"/>
                      <a:pt x="351" y="667"/>
                    </a:cubicBezTo>
                    <a:cubicBezTo>
                      <a:pt x="351" y="642"/>
                      <a:pt x="351" y="642"/>
                      <a:pt x="351" y="642"/>
                    </a:cubicBezTo>
                    <a:cubicBezTo>
                      <a:pt x="291" y="642"/>
                      <a:pt x="291" y="642"/>
                      <a:pt x="291" y="642"/>
                    </a:cubicBezTo>
                    <a:cubicBezTo>
                      <a:pt x="291" y="594"/>
                      <a:pt x="291" y="594"/>
                      <a:pt x="291" y="594"/>
                    </a:cubicBezTo>
                    <a:cubicBezTo>
                      <a:pt x="472" y="594"/>
                      <a:pt x="472" y="594"/>
                      <a:pt x="472" y="594"/>
                    </a:cubicBezTo>
                    <a:cubicBezTo>
                      <a:pt x="486" y="594"/>
                      <a:pt x="497" y="583"/>
                      <a:pt x="497" y="570"/>
                    </a:cubicBezTo>
                    <a:close/>
                    <a:moveTo>
                      <a:pt x="25" y="570"/>
                    </a:moveTo>
                    <a:cubicBezTo>
                      <a:pt x="25" y="291"/>
                      <a:pt x="25" y="291"/>
                      <a:pt x="25" y="291"/>
                    </a:cubicBezTo>
                    <a:cubicBezTo>
                      <a:pt x="472" y="291"/>
                      <a:pt x="472" y="291"/>
                      <a:pt x="472" y="291"/>
                    </a:cubicBezTo>
                    <a:cubicBezTo>
                      <a:pt x="472" y="570"/>
                      <a:pt x="472" y="570"/>
                      <a:pt x="472" y="570"/>
                    </a:cubicBezTo>
                    <a:lnTo>
                      <a:pt x="25" y="570"/>
                    </a:lnTo>
                    <a:close/>
                    <a:moveTo>
                      <a:pt x="587" y="0"/>
                    </a:moveTo>
                    <a:cubicBezTo>
                      <a:pt x="587" y="434"/>
                      <a:pt x="587" y="434"/>
                      <a:pt x="587" y="434"/>
                    </a:cubicBezTo>
                    <a:cubicBezTo>
                      <a:pt x="517" y="434"/>
                      <a:pt x="517" y="434"/>
                      <a:pt x="517" y="434"/>
                    </a:cubicBezTo>
                    <a:cubicBezTo>
                      <a:pt x="517" y="291"/>
                      <a:pt x="517" y="291"/>
                      <a:pt x="517" y="291"/>
                    </a:cubicBezTo>
                    <a:cubicBezTo>
                      <a:pt x="517" y="267"/>
                      <a:pt x="497" y="247"/>
                      <a:pt x="472" y="247"/>
                    </a:cubicBezTo>
                    <a:cubicBezTo>
                      <a:pt x="153" y="247"/>
                      <a:pt x="153" y="247"/>
                      <a:pt x="153" y="247"/>
                    </a:cubicBezTo>
                    <a:cubicBezTo>
                      <a:pt x="153" y="127"/>
                      <a:pt x="153" y="127"/>
                      <a:pt x="153" y="127"/>
                    </a:cubicBezTo>
                    <a:cubicBezTo>
                      <a:pt x="274" y="193"/>
                      <a:pt x="274" y="193"/>
                      <a:pt x="274" y="193"/>
                    </a:cubicBezTo>
                    <a:cubicBezTo>
                      <a:pt x="274" y="127"/>
                      <a:pt x="274" y="127"/>
                      <a:pt x="274" y="127"/>
                    </a:cubicBezTo>
                    <a:cubicBezTo>
                      <a:pt x="394" y="193"/>
                      <a:pt x="394" y="193"/>
                      <a:pt x="394" y="193"/>
                    </a:cubicBezTo>
                    <a:cubicBezTo>
                      <a:pt x="394" y="127"/>
                      <a:pt x="394" y="127"/>
                      <a:pt x="394" y="127"/>
                    </a:cubicBezTo>
                    <a:cubicBezTo>
                      <a:pt x="515" y="193"/>
                      <a:pt x="515" y="193"/>
                      <a:pt x="515" y="193"/>
                    </a:cubicBezTo>
                    <a:cubicBezTo>
                      <a:pt x="515" y="0"/>
                      <a:pt x="515" y="0"/>
                      <a:pt x="515" y="0"/>
                    </a:cubicBezTo>
                    <a:lnTo>
                      <a:pt x="587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cxnSp>
          <p:nvCxnSpPr>
            <p:cNvPr id="610" name="Gerade Verbindung 89">
              <a:extLst>
                <a:ext uri="{FF2B5EF4-FFF2-40B4-BE49-F238E27FC236}">
                  <a16:creationId xmlns:a16="http://schemas.microsoft.com/office/drawing/2014/main" id="{F63F880C-B102-4A91-BE18-378FD33AD4D3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6123704" y="2070697"/>
              <a:ext cx="5472111" cy="0"/>
            </a:xfrm>
            <a:prstGeom prst="line">
              <a:avLst/>
            </a:prstGeom>
            <a:solidFill>
              <a:schemeClr val="tx2"/>
            </a:solidFill>
            <a:ln w="9525" cap="flat" cmpd="sng" algn="ctr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11" name="Textfeld 22">
              <a:extLst>
                <a:ext uri="{FF2B5EF4-FFF2-40B4-BE49-F238E27FC236}">
                  <a16:creationId xmlns:a16="http://schemas.microsoft.com/office/drawing/2014/main" id="{3E465C56-0ADB-4F02-AF01-6C453A5FC6F6}"/>
                </a:ext>
              </a:extLst>
            </p:cNvPr>
            <p:cNvSpPr txBox="1">
              <a:spLocks/>
            </p:cNvSpPr>
            <p:nvPr/>
          </p:nvSpPr>
          <p:spPr>
            <a:xfrm>
              <a:off x="6256270" y="2181276"/>
              <a:ext cx="1484320" cy="230261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0"/>
                </a:spcBef>
              </a:pPr>
              <a:r>
                <a:rPr lang="en-US" altLang="zh-CN" sz="1400" b="1" dirty="0">
                  <a:solidFill>
                    <a:srgbClr val="0F8287"/>
                  </a:solidFill>
                </a:rPr>
                <a:t>2017--2020</a:t>
              </a:r>
              <a:endParaRPr lang="en-US" sz="1400" b="1" dirty="0">
                <a:solidFill>
                  <a:srgbClr val="0F8287"/>
                </a:solidFill>
              </a:endParaRPr>
            </a:p>
          </p:txBody>
        </p:sp>
        <p:sp>
          <p:nvSpPr>
            <p:cNvPr id="657" name="Rechteck 24">
              <a:extLst>
                <a:ext uri="{FF2B5EF4-FFF2-40B4-BE49-F238E27FC236}">
                  <a16:creationId xmlns:a16="http://schemas.microsoft.com/office/drawing/2014/main" id="{8C93972F-ACF4-416E-B534-22E523F54C3C}"/>
                </a:ext>
              </a:extLst>
            </p:cNvPr>
            <p:cNvSpPr/>
            <p:nvPr/>
          </p:nvSpPr>
          <p:spPr bwMode="gray">
            <a:xfrm>
              <a:off x="6194032" y="2592651"/>
              <a:ext cx="2261147" cy="208178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lvl="1">
                <a:lnSpc>
                  <a:spcPct val="110000"/>
                </a:lnSpc>
                <a:spcBef>
                  <a:spcPts val="300"/>
                </a:spcBef>
                <a:buClr>
                  <a:schemeClr val="accent1"/>
                </a:buClr>
              </a:pPr>
              <a:r>
                <a:rPr lang="en-US" altLang="zh-CN" sz="1200" u="sng" dirty="0">
                  <a:solidFill>
                    <a:schemeClr val="dk1"/>
                  </a:solidFill>
                </a:rPr>
                <a:t>Innovation Topics: </a:t>
              </a:r>
            </a:p>
            <a:p>
              <a:pPr marL="171450" lvl="1" indent="-171450">
                <a:lnSpc>
                  <a:spcPct val="110000"/>
                </a:lnSpc>
                <a:spcBef>
                  <a:spcPts val="3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en-US" altLang="zh-CN" sz="1200" b="1" dirty="0">
                  <a:solidFill>
                    <a:schemeClr val="dk1"/>
                  </a:solidFill>
                </a:rPr>
                <a:t>Low-effort Engineering</a:t>
              </a:r>
            </a:p>
            <a:p>
              <a:pPr marL="0" lvl="1">
                <a:lnSpc>
                  <a:spcPct val="110000"/>
                </a:lnSpc>
                <a:spcBef>
                  <a:spcPts val="300"/>
                </a:spcBef>
                <a:buClr>
                  <a:schemeClr val="accent1"/>
                </a:buClr>
              </a:pPr>
              <a:r>
                <a:rPr lang="en-US" altLang="zh-CN" sz="1200" dirty="0">
                  <a:solidFill>
                    <a:schemeClr val="dk1"/>
                  </a:solidFill>
                </a:rPr>
                <a:t>   - Data Feeding Module</a:t>
              </a:r>
            </a:p>
            <a:p>
              <a:pPr marL="0" lvl="1">
                <a:lnSpc>
                  <a:spcPct val="110000"/>
                </a:lnSpc>
                <a:spcBef>
                  <a:spcPts val="300"/>
                </a:spcBef>
                <a:buClr>
                  <a:schemeClr val="accent1"/>
                </a:buClr>
              </a:pPr>
              <a:r>
                <a:rPr lang="en-US" altLang="zh-CN" sz="1200" dirty="0">
                  <a:solidFill>
                    <a:schemeClr val="dk1"/>
                  </a:solidFill>
                </a:rPr>
                <a:t>   - </a:t>
              </a:r>
              <a:r>
                <a:rPr lang="en-US" altLang="zh-CN" sz="1200" dirty="0" err="1">
                  <a:solidFill>
                    <a:schemeClr val="dk1"/>
                  </a:solidFill>
                </a:rPr>
                <a:t>MindSphere</a:t>
              </a:r>
              <a:r>
                <a:rPr lang="en-US" altLang="zh-CN" sz="1200" dirty="0">
                  <a:solidFill>
                    <a:schemeClr val="dk1"/>
                  </a:solidFill>
                </a:rPr>
                <a:t> </a:t>
              </a:r>
              <a:r>
                <a:rPr lang="en-US" altLang="zh-CN" sz="1200" dirty="0" err="1">
                  <a:solidFill>
                    <a:schemeClr val="dk1"/>
                  </a:solidFill>
                </a:rPr>
                <a:t>VSCode</a:t>
              </a:r>
              <a:r>
                <a:rPr lang="en-US" altLang="zh-CN" sz="1200" dirty="0">
                  <a:solidFill>
                    <a:schemeClr val="dk1"/>
                  </a:solidFill>
                </a:rPr>
                <a:t> Plugin</a:t>
              </a:r>
            </a:p>
            <a:p>
              <a:pPr marL="171450" lvl="1" indent="-171450">
                <a:lnSpc>
                  <a:spcPct val="110000"/>
                </a:lnSpc>
                <a:spcBef>
                  <a:spcPts val="3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en-US" altLang="zh-CN" sz="1200" b="1" dirty="0">
                  <a:solidFill>
                    <a:schemeClr val="dk1"/>
                  </a:solidFill>
                </a:rPr>
                <a:t>Resource and performance optimization</a:t>
              </a:r>
            </a:p>
            <a:p>
              <a:pPr marL="0" lvl="1">
                <a:lnSpc>
                  <a:spcPct val="110000"/>
                </a:lnSpc>
                <a:spcBef>
                  <a:spcPts val="300"/>
                </a:spcBef>
                <a:buClr>
                  <a:schemeClr val="accent1"/>
                </a:buClr>
              </a:pPr>
              <a:r>
                <a:rPr lang="en-US" altLang="zh-CN" sz="1200" dirty="0">
                  <a:solidFill>
                    <a:schemeClr val="dk1"/>
                  </a:solidFill>
                </a:rPr>
                <a:t>   - </a:t>
              </a:r>
              <a:r>
                <a:rPr lang="en-US" altLang="zh-CN" sz="1200" dirty="0" err="1">
                  <a:solidFill>
                    <a:schemeClr val="dk1"/>
                  </a:solidFill>
                </a:rPr>
                <a:t>CloudSim</a:t>
              </a:r>
              <a:r>
                <a:rPr lang="en-US" altLang="zh-CN" sz="1200" dirty="0">
                  <a:solidFill>
                    <a:schemeClr val="dk1"/>
                  </a:solidFill>
                </a:rPr>
                <a:t> </a:t>
              </a:r>
            </a:p>
            <a:p>
              <a:pPr marL="0" lvl="1">
                <a:lnSpc>
                  <a:spcPct val="110000"/>
                </a:lnSpc>
                <a:spcBef>
                  <a:spcPts val="300"/>
                </a:spcBef>
                <a:buClr>
                  <a:schemeClr val="accent1"/>
                </a:buClr>
              </a:pPr>
              <a:r>
                <a:rPr lang="en-US" altLang="zh-CN" sz="1200" dirty="0">
                  <a:solidFill>
                    <a:schemeClr val="dk1"/>
                  </a:solidFill>
                </a:rPr>
                <a:t>   - Easy to use edge computing </a:t>
              </a:r>
            </a:p>
            <a:p>
              <a:pPr marL="171450" lvl="1" indent="-171450">
                <a:lnSpc>
                  <a:spcPct val="110000"/>
                </a:lnSpc>
                <a:spcBef>
                  <a:spcPts val="3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endParaRPr lang="en-US" altLang="zh-CN" sz="1200" u="sng" dirty="0">
                <a:solidFill>
                  <a:schemeClr val="dk1"/>
                </a:solidFill>
              </a:endParaRPr>
            </a:p>
          </p:txBody>
        </p:sp>
      </p:grpSp>
      <p:sp>
        <p:nvSpPr>
          <p:cNvPr id="658" name="Rechteck 24">
            <a:extLst>
              <a:ext uri="{FF2B5EF4-FFF2-40B4-BE49-F238E27FC236}">
                <a16:creationId xmlns:a16="http://schemas.microsoft.com/office/drawing/2014/main" id="{4BCC626E-D550-4EAA-8C43-C33DD0849F27}"/>
              </a:ext>
            </a:extLst>
          </p:cNvPr>
          <p:cNvSpPr/>
          <p:nvPr/>
        </p:nvSpPr>
        <p:spPr bwMode="gray">
          <a:xfrm>
            <a:off x="8606030" y="2296406"/>
            <a:ext cx="3644415" cy="28066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lvl="1">
              <a:lnSpc>
                <a:spcPct val="110000"/>
              </a:lnSpc>
              <a:spcBef>
                <a:spcPts val="300"/>
              </a:spcBef>
              <a:buClr>
                <a:schemeClr val="accent1"/>
              </a:buClr>
            </a:pPr>
            <a:r>
              <a:rPr lang="en-US" altLang="zh-CN" sz="1200" u="sng" dirty="0">
                <a:solidFill>
                  <a:schemeClr val="dk1"/>
                </a:solidFill>
              </a:rPr>
              <a:t>Projects: End-to-end IoT projects</a:t>
            </a:r>
          </a:p>
          <a:p>
            <a:pPr marL="171450" lvl="1" indent="-171450">
              <a:lnSpc>
                <a:spcPct val="110000"/>
              </a:lnSpc>
              <a:spcBef>
                <a:spcPts val="3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zh-CN" sz="1200" b="1" dirty="0">
                <a:solidFill>
                  <a:schemeClr val="dk1"/>
                </a:solidFill>
              </a:rPr>
              <a:t>Device condition monitoring </a:t>
            </a:r>
          </a:p>
          <a:p>
            <a:pPr marL="0" lvl="1">
              <a:lnSpc>
                <a:spcPct val="110000"/>
              </a:lnSpc>
              <a:spcBef>
                <a:spcPts val="300"/>
              </a:spcBef>
              <a:buClr>
                <a:schemeClr val="accent1"/>
              </a:buClr>
            </a:pPr>
            <a:r>
              <a:rPr lang="en-US" altLang="zh-CN" sz="1200" dirty="0">
                <a:solidFill>
                  <a:schemeClr val="dk1"/>
                </a:solidFill>
              </a:rPr>
              <a:t>    - Schaeffler (DF PL CAS)</a:t>
            </a:r>
          </a:p>
          <a:p>
            <a:pPr marL="0" lvl="1">
              <a:lnSpc>
                <a:spcPct val="110000"/>
              </a:lnSpc>
              <a:spcBef>
                <a:spcPts val="300"/>
              </a:spcBef>
              <a:buClr>
                <a:schemeClr val="accent1"/>
              </a:buClr>
            </a:pPr>
            <a:r>
              <a:rPr lang="en-US" altLang="zh-CN" sz="1200" dirty="0">
                <a:solidFill>
                  <a:schemeClr val="dk1"/>
                </a:solidFill>
              </a:rPr>
              <a:t>    - THVS (</a:t>
            </a:r>
            <a:r>
              <a:rPr lang="fr-FR" altLang="zh-CN" sz="1200" dirty="0">
                <a:solidFill>
                  <a:schemeClr val="dk1"/>
                </a:solidFill>
              </a:rPr>
              <a:t>SE GP T NP BIC THVS</a:t>
            </a:r>
            <a:r>
              <a:rPr lang="en-US" altLang="zh-CN" sz="1200" dirty="0">
                <a:solidFill>
                  <a:schemeClr val="dk1"/>
                </a:solidFill>
              </a:rPr>
              <a:t>)</a:t>
            </a:r>
          </a:p>
          <a:p>
            <a:pPr marL="171450" lvl="1" indent="-171450">
              <a:lnSpc>
                <a:spcPct val="110000"/>
              </a:lnSpc>
              <a:spcBef>
                <a:spcPts val="3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zh-CN" sz="1200" b="1" dirty="0" err="1">
                <a:solidFill>
                  <a:schemeClr val="dk1"/>
                </a:solidFill>
              </a:rPr>
              <a:t>DaaS</a:t>
            </a:r>
            <a:r>
              <a:rPr lang="en-US" altLang="zh-CN" sz="1200" b="1" dirty="0">
                <a:solidFill>
                  <a:schemeClr val="dk1"/>
                </a:solidFill>
              </a:rPr>
              <a:t> (Maintenance Service)</a:t>
            </a:r>
          </a:p>
          <a:p>
            <a:pPr marL="0" lvl="1">
              <a:lnSpc>
                <a:spcPct val="110000"/>
              </a:lnSpc>
              <a:spcBef>
                <a:spcPts val="300"/>
              </a:spcBef>
              <a:buClr>
                <a:schemeClr val="accent1"/>
              </a:buClr>
            </a:pPr>
            <a:r>
              <a:rPr lang="en-US" altLang="zh-CN" sz="1200" dirty="0">
                <a:solidFill>
                  <a:schemeClr val="dk1"/>
                </a:solidFill>
              </a:rPr>
              <a:t>    - SAIC VW, FAW-VW (DI CS SFAE FA-SO)</a:t>
            </a:r>
          </a:p>
          <a:p>
            <a:pPr marL="0" lvl="1">
              <a:lnSpc>
                <a:spcPct val="110000"/>
              </a:lnSpc>
              <a:spcBef>
                <a:spcPts val="300"/>
              </a:spcBef>
              <a:buClr>
                <a:schemeClr val="accent1"/>
              </a:buClr>
            </a:pPr>
            <a:r>
              <a:rPr lang="en-US" altLang="zh-CN" sz="1200" dirty="0">
                <a:solidFill>
                  <a:schemeClr val="dk1"/>
                </a:solidFill>
              </a:rPr>
              <a:t>    - </a:t>
            </a:r>
            <a:r>
              <a:rPr lang="en-US" altLang="zh-CN" sz="1200" dirty="0" err="1">
                <a:solidFill>
                  <a:schemeClr val="dk1"/>
                </a:solidFill>
              </a:rPr>
              <a:t>WaterWheelStation</a:t>
            </a:r>
            <a:r>
              <a:rPr lang="en-US" altLang="zh-CN" sz="1200" dirty="0">
                <a:solidFill>
                  <a:schemeClr val="dk1"/>
                </a:solidFill>
              </a:rPr>
              <a:t> Digital (</a:t>
            </a:r>
            <a:r>
              <a:rPr lang="it-IT" altLang="zh-CN" sz="1200" dirty="0">
                <a:solidFill>
                  <a:schemeClr val="dk1"/>
                </a:solidFill>
              </a:rPr>
              <a:t>RC-CN DI S-RE SE&amp;TSS</a:t>
            </a:r>
            <a:r>
              <a:rPr lang="en-US" altLang="zh-CN" sz="1200" dirty="0">
                <a:solidFill>
                  <a:schemeClr val="dk1"/>
                </a:solidFill>
              </a:rPr>
              <a:t>)</a:t>
            </a:r>
          </a:p>
          <a:p>
            <a:pPr marL="171450" lvl="1" indent="-171450">
              <a:lnSpc>
                <a:spcPct val="110000"/>
              </a:lnSpc>
              <a:spcBef>
                <a:spcPts val="3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zh-CN" sz="1200" b="1" dirty="0">
                <a:solidFill>
                  <a:schemeClr val="dk1"/>
                </a:solidFill>
              </a:rPr>
              <a:t>Device reverse control based on cloud</a:t>
            </a:r>
          </a:p>
          <a:p>
            <a:pPr marL="0" lvl="1">
              <a:lnSpc>
                <a:spcPct val="110000"/>
              </a:lnSpc>
              <a:spcBef>
                <a:spcPts val="300"/>
              </a:spcBef>
              <a:buClr>
                <a:schemeClr val="accent1"/>
              </a:buClr>
            </a:pPr>
            <a:r>
              <a:rPr lang="en-US" altLang="zh-CN" sz="1200" dirty="0">
                <a:solidFill>
                  <a:schemeClr val="dk1"/>
                </a:solidFill>
              </a:rPr>
              <a:t>    - </a:t>
            </a:r>
            <a:r>
              <a:rPr lang="en-US" altLang="zh-CN" sz="1200" dirty="0" err="1">
                <a:solidFill>
                  <a:schemeClr val="dk1"/>
                </a:solidFill>
              </a:rPr>
              <a:t>SmartWaterManagement</a:t>
            </a:r>
            <a:r>
              <a:rPr lang="en-US" altLang="zh-CN" sz="1200" dirty="0">
                <a:solidFill>
                  <a:schemeClr val="dk1"/>
                </a:solidFill>
              </a:rPr>
              <a:t> (</a:t>
            </a:r>
            <a:r>
              <a:rPr lang="fr-FR" altLang="zh-CN" sz="1200" dirty="0">
                <a:solidFill>
                  <a:schemeClr val="dk1"/>
                </a:solidFill>
              </a:rPr>
              <a:t>DI CS DE&amp;DS CAS</a:t>
            </a:r>
            <a:r>
              <a:rPr lang="en-US" altLang="zh-CN" sz="1200" dirty="0">
                <a:solidFill>
                  <a:schemeClr val="dk1"/>
                </a:solidFill>
              </a:rPr>
              <a:t>)</a:t>
            </a:r>
          </a:p>
          <a:p>
            <a:pPr marL="171450" lvl="1" indent="-171450">
              <a:lnSpc>
                <a:spcPct val="110000"/>
              </a:lnSpc>
              <a:spcBef>
                <a:spcPts val="3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altLang="zh-CN" sz="1200" dirty="0">
              <a:solidFill>
                <a:schemeClr val="dk1"/>
              </a:solidFill>
            </a:endParaRPr>
          </a:p>
          <a:p>
            <a:pPr marL="171450" lvl="1" indent="-171450">
              <a:lnSpc>
                <a:spcPct val="110000"/>
              </a:lnSpc>
              <a:spcBef>
                <a:spcPts val="3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altLang="zh-CN" sz="1200" u="sng" dirty="0">
              <a:solidFill>
                <a:schemeClr val="dk1"/>
              </a:solidFill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316829E-CCB0-4F84-ACEC-5D646B0692C5}"/>
              </a:ext>
            </a:extLst>
          </p:cNvPr>
          <p:cNvGrpSpPr/>
          <p:nvPr/>
        </p:nvGrpSpPr>
        <p:grpSpPr>
          <a:xfrm>
            <a:off x="623480" y="1309788"/>
            <a:ext cx="10160126" cy="1228765"/>
            <a:chOff x="623480" y="1309788"/>
            <a:chExt cx="10160126" cy="1228765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45E3C55-8D70-4381-B934-EF475687A7F5}"/>
                </a:ext>
              </a:extLst>
            </p:cNvPr>
            <p:cNvGrpSpPr/>
            <p:nvPr/>
          </p:nvGrpSpPr>
          <p:grpSpPr>
            <a:xfrm>
              <a:off x="623480" y="1340710"/>
              <a:ext cx="4297485" cy="1197843"/>
              <a:chOff x="623480" y="1340710"/>
              <a:chExt cx="4297485" cy="1197843"/>
            </a:xfrm>
          </p:grpSpPr>
          <p:grpSp>
            <p:nvGrpSpPr>
              <p:cNvPr id="290" name="Gruppieren 43">
                <a:extLst>
                  <a:ext uri="{FF2B5EF4-FFF2-40B4-BE49-F238E27FC236}">
                    <a16:creationId xmlns:a16="http://schemas.microsoft.com/office/drawing/2014/main" id="{3131286F-1BB6-46D3-A529-A2A341E9ED9A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1171575" y="1808566"/>
                <a:ext cx="3749390" cy="262131"/>
                <a:chOff x="1171575" y="4733084"/>
                <a:chExt cx="3749390" cy="262131"/>
              </a:xfrm>
            </p:grpSpPr>
            <p:sp>
              <p:nvSpPr>
                <p:cNvPr id="291" name="Textfeld 44">
                  <a:extLst>
                    <a:ext uri="{FF2B5EF4-FFF2-40B4-BE49-F238E27FC236}">
                      <a16:creationId xmlns:a16="http://schemas.microsoft.com/office/drawing/2014/main" id="{647F81E3-B256-469B-9F28-BF8879E8E269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329060" y="4733084"/>
                  <a:ext cx="1591905" cy="215444"/>
                </a:xfrm>
                <a:prstGeom prst="rect">
                  <a:avLst/>
                </a:prstGeom>
                <a:noFill/>
              </p:spPr>
              <p:txBody>
                <a:bodyPr vert="horz" wrap="square" lIns="0" tIns="0" rIns="0" bIns="0" rtlCol="0">
                  <a:noAutofit/>
                </a:bodyPr>
                <a:lstStyle/>
                <a:p>
                  <a:pPr algn="r">
                    <a:spcBef>
                      <a:spcPts val="0"/>
                    </a:spcBef>
                  </a:pPr>
                  <a:r>
                    <a:rPr lang="en-US" altLang="zh-CN" sz="1400" b="1" dirty="0">
                      <a:solidFill>
                        <a:srgbClr val="4BB9B9"/>
                      </a:solidFill>
                    </a:rPr>
                    <a:t>Outlook</a:t>
                  </a:r>
                  <a:endParaRPr lang="en-US" sz="1400" b="1" dirty="0">
                    <a:solidFill>
                      <a:srgbClr val="4BB9B9"/>
                    </a:solidFill>
                  </a:endParaRPr>
                </a:p>
              </p:txBody>
            </p:sp>
            <p:cxnSp>
              <p:nvCxnSpPr>
                <p:cNvPr id="292" name="Gerader Verbinder 45">
                  <a:extLst>
                    <a:ext uri="{FF2B5EF4-FFF2-40B4-BE49-F238E27FC236}">
                      <a16:creationId xmlns:a16="http://schemas.microsoft.com/office/drawing/2014/main" id="{119869B5-F4FC-4823-81DC-2352D1A93BB6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1171575" y="4995215"/>
                  <a:ext cx="3749390" cy="0"/>
                </a:xfrm>
                <a:prstGeom prst="line">
                  <a:avLst/>
                </a:prstGeom>
                <a:solidFill>
                  <a:schemeClr val="tx2"/>
                </a:solidFill>
                <a:ln w="9525" cap="flat" cmpd="sng" algn="ctr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sp>
            <p:nvSpPr>
              <p:cNvPr id="298" name="Gleichschenkliges Dreieck 45">
                <a:extLst>
                  <a:ext uri="{FF2B5EF4-FFF2-40B4-BE49-F238E27FC236}">
                    <a16:creationId xmlns:a16="http://schemas.microsoft.com/office/drawing/2014/main" id="{689FE344-94F6-4AAD-BC12-337B227033C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23480" y="1340710"/>
                <a:ext cx="818398" cy="1197843"/>
              </a:xfrm>
              <a:custGeom>
                <a:avLst/>
                <a:gdLst/>
                <a:ahLst/>
                <a:cxnLst/>
                <a:rect l="l" t="t" r="r" b="b"/>
                <a:pathLst>
                  <a:path w="1145926" h="1677226">
                    <a:moveTo>
                      <a:pt x="4833" y="0"/>
                    </a:moveTo>
                    <a:lnTo>
                      <a:pt x="1145926" y="1677226"/>
                    </a:lnTo>
                    <a:lnTo>
                      <a:pt x="0" y="1677226"/>
                    </a:lnTo>
                    <a:lnTo>
                      <a:pt x="0" y="7104"/>
                    </a:lnTo>
                    <a:close/>
                  </a:path>
                </a:pathLst>
              </a:custGeom>
              <a:solidFill>
                <a:srgbClr val="4BB9B9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solidFill>
                    <a:schemeClr val="bg2"/>
                  </a:solidFill>
                  <a:latin typeface="Arial" pitchFamily="34" charset="0"/>
                  <a:ea typeface="ＭＳ Ｐゴシック" charset="-128"/>
                </a:endParaRPr>
              </a:p>
            </p:txBody>
          </p:sp>
          <p:pic>
            <p:nvPicPr>
              <p:cNvPr id="335" name="Grafik 96">
                <a:extLst>
                  <a:ext uri="{FF2B5EF4-FFF2-40B4-BE49-F238E27FC236}">
                    <a16:creationId xmlns:a16="http://schemas.microsoft.com/office/drawing/2014/main" id="{A6355F05-075E-436F-9B8A-D7DDABA305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50000"/>
              </a:blip>
              <a:stretch>
                <a:fillRect/>
              </a:stretch>
            </p:blipFill>
            <p:spPr>
              <a:xfrm>
                <a:off x="637828" y="1947890"/>
                <a:ext cx="448186" cy="448186"/>
              </a:xfrm>
              <a:prstGeom prst="rect">
                <a:avLst/>
              </a:prstGeom>
            </p:spPr>
          </p:pic>
        </p:grpSp>
        <p:sp>
          <p:nvSpPr>
            <p:cNvPr id="612" name="Textfeld 22">
              <a:extLst>
                <a:ext uri="{FF2B5EF4-FFF2-40B4-BE49-F238E27FC236}">
                  <a16:creationId xmlns:a16="http://schemas.microsoft.com/office/drawing/2014/main" id="{56121FEC-9CED-47E6-A26F-5288FE573C15}"/>
                </a:ext>
              </a:extLst>
            </p:cNvPr>
            <p:cNvSpPr txBox="1">
              <a:spLocks/>
            </p:cNvSpPr>
            <p:nvPr/>
          </p:nvSpPr>
          <p:spPr>
            <a:xfrm>
              <a:off x="6277321" y="1309788"/>
              <a:ext cx="1484320" cy="230261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0"/>
                </a:spcBef>
              </a:pPr>
              <a:r>
                <a:rPr lang="en-US" altLang="zh-CN" sz="1400" b="1" dirty="0">
                  <a:solidFill>
                    <a:srgbClr val="0F8287"/>
                  </a:solidFill>
                </a:rPr>
                <a:t>2020 ~</a:t>
              </a:r>
              <a:endParaRPr lang="en-US" sz="1400" b="1" dirty="0">
                <a:solidFill>
                  <a:srgbClr val="0F8287"/>
                </a:solidFill>
              </a:endParaRPr>
            </a:p>
          </p:txBody>
        </p:sp>
        <p:sp>
          <p:nvSpPr>
            <p:cNvPr id="659" name="Rechteck 24">
              <a:extLst>
                <a:ext uri="{FF2B5EF4-FFF2-40B4-BE49-F238E27FC236}">
                  <a16:creationId xmlns:a16="http://schemas.microsoft.com/office/drawing/2014/main" id="{2C5BE35D-3A3E-4E66-878A-744C320FA7B2}"/>
                </a:ext>
              </a:extLst>
            </p:cNvPr>
            <p:cNvSpPr/>
            <p:nvPr/>
          </p:nvSpPr>
          <p:spPr bwMode="gray">
            <a:xfrm>
              <a:off x="6337637" y="1606207"/>
              <a:ext cx="4445969" cy="670633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lvl="1">
                <a:lnSpc>
                  <a:spcPct val="110000"/>
                </a:lnSpc>
                <a:spcBef>
                  <a:spcPts val="300"/>
                </a:spcBef>
                <a:buClr>
                  <a:schemeClr val="accent1"/>
                </a:buClr>
              </a:pPr>
              <a:r>
                <a:rPr lang="en-US" altLang="zh-CN" sz="1200" dirty="0">
                  <a:solidFill>
                    <a:schemeClr val="dk1"/>
                  </a:solidFill>
                </a:rPr>
                <a:t>Easy to use, easy to integrate industry Collaborative IoT solutions</a:t>
              </a:r>
            </a:p>
            <a:p>
              <a:pPr marL="0" lvl="1">
                <a:lnSpc>
                  <a:spcPct val="110000"/>
                </a:lnSpc>
                <a:spcBef>
                  <a:spcPts val="300"/>
                </a:spcBef>
                <a:buClr>
                  <a:schemeClr val="accent1"/>
                </a:buClr>
              </a:pPr>
              <a:r>
                <a:rPr lang="en-US" altLang="zh-CN" sz="1200" dirty="0">
                  <a:solidFill>
                    <a:schemeClr val="dk1"/>
                  </a:solidFill>
                </a:rPr>
                <a:t>Low effort and threshold building blocks for digital business</a:t>
              </a:r>
            </a:p>
            <a:p>
              <a:pPr marL="171450" lvl="1" indent="-171450">
                <a:lnSpc>
                  <a:spcPct val="110000"/>
                </a:lnSpc>
                <a:spcBef>
                  <a:spcPts val="3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endParaRPr lang="en-US" altLang="zh-CN" sz="1200" u="sng" dirty="0">
                <a:solidFill>
                  <a:schemeClr val="dk1"/>
                </a:solidFill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BEEA522-4398-41BA-9669-11050DB9820C}"/>
              </a:ext>
            </a:extLst>
          </p:cNvPr>
          <p:cNvGrpSpPr/>
          <p:nvPr/>
        </p:nvGrpSpPr>
        <p:grpSpPr>
          <a:xfrm>
            <a:off x="623480" y="4450708"/>
            <a:ext cx="11092281" cy="2268127"/>
            <a:chOff x="623480" y="4450708"/>
            <a:chExt cx="11092281" cy="2268127"/>
          </a:xfrm>
        </p:grpSpPr>
        <p:cxnSp>
          <p:nvCxnSpPr>
            <p:cNvPr id="337" name="Gerade Verbindung 89">
              <a:extLst>
                <a:ext uri="{FF2B5EF4-FFF2-40B4-BE49-F238E27FC236}">
                  <a16:creationId xmlns:a16="http://schemas.microsoft.com/office/drawing/2014/main" id="{8D84A736-80FE-4E3C-8E8C-214B0DDBF24A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6150163" y="4735549"/>
              <a:ext cx="5472111" cy="0"/>
            </a:xfrm>
            <a:prstGeom prst="line">
              <a:avLst/>
            </a:prstGeom>
            <a:solidFill>
              <a:schemeClr val="tx2"/>
            </a:solidFill>
            <a:ln w="9525" cap="flat" cmpd="sng" algn="ctr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338" name="Gruppieren 969">
              <a:extLst>
                <a:ext uri="{FF2B5EF4-FFF2-40B4-BE49-F238E27FC236}">
                  <a16:creationId xmlns:a16="http://schemas.microsoft.com/office/drawing/2014/main" id="{C410FEF3-D2D5-4498-A45E-34D7A6184A87}"/>
                </a:ext>
              </a:extLst>
            </p:cNvPr>
            <p:cNvGrpSpPr/>
            <p:nvPr/>
          </p:nvGrpSpPr>
          <p:grpSpPr bwMode="gray">
            <a:xfrm>
              <a:off x="6048516" y="5337498"/>
              <a:ext cx="1706889" cy="615806"/>
              <a:chOff x="6932060" y="1450853"/>
              <a:chExt cx="4007796" cy="1298247"/>
            </a:xfrm>
          </p:grpSpPr>
          <p:grpSp>
            <p:nvGrpSpPr>
              <p:cNvPr id="340" name="Gruppieren 971">
                <a:extLst>
                  <a:ext uri="{FF2B5EF4-FFF2-40B4-BE49-F238E27FC236}">
                    <a16:creationId xmlns:a16="http://schemas.microsoft.com/office/drawing/2014/main" id="{6A5266EB-30ED-4713-950C-29C67BA2C0A0}"/>
                  </a:ext>
                </a:extLst>
              </p:cNvPr>
              <p:cNvGrpSpPr/>
              <p:nvPr/>
            </p:nvGrpSpPr>
            <p:grpSpPr bwMode="gray">
              <a:xfrm>
                <a:off x="6940454" y="1509988"/>
                <a:ext cx="3981028" cy="1070062"/>
                <a:chOff x="5427516" y="2972295"/>
                <a:chExt cx="6230431" cy="1603267"/>
              </a:xfrm>
            </p:grpSpPr>
            <p:sp>
              <p:nvSpPr>
                <p:cNvPr id="592" name="Freihandform 1662">
                  <a:extLst>
                    <a:ext uri="{FF2B5EF4-FFF2-40B4-BE49-F238E27FC236}">
                      <a16:creationId xmlns:a16="http://schemas.microsoft.com/office/drawing/2014/main" id="{4E60F29A-0BEA-46E8-81F7-1908475F7E3F}"/>
                    </a:ext>
                  </a:extLst>
                </p:cNvPr>
                <p:cNvSpPr/>
                <p:nvPr/>
              </p:nvSpPr>
              <p:spPr bwMode="gray">
                <a:xfrm>
                  <a:off x="6224226" y="4079768"/>
                  <a:ext cx="1617707" cy="492263"/>
                </a:xfrm>
                <a:custGeom>
                  <a:avLst/>
                  <a:gdLst>
                    <a:gd name="connsiteX0" fmla="*/ 0 w 1362075"/>
                    <a:gd name="connsiteY0" fmla="*/ 414338 h 414338"/>
                    <a:gd name="connsiteX1" fmla="*/ 138113 w 1362075"/>
                    <a:gd name="connsiteY1" fmla="*/ 276225 h 414338"/>
                    <a:gd name="connsiteX2" fmla="*/ 538163 w 1362075"/>
                    <a:gd name="connsiteY2" fmla="*/ 276225 h 414338"/>
                    <a:gd name="connsiteX3" fmla="*/ 666751 w 1362075"/>
                    <a:gd name="connsiteY3" fmla="*/ 404813 h 414338"/>
                    <a:gd name="connsiteX4" fmla="*/ 790576 w 1362075"/>
                    <a:gd name="connsiteY4" fmla="*/ 280988 h 414338"/>
                    <a:gd name="connsiteX5" fmla="*/ 914401 w 1362075"/>
                    <a:gd name="connsiteY5" fmla="*/ 404813 h 414338"/>
                    <a:gd name="connsiteX6" fmla="*/ 1362075 w 1362075"/>
                    <a:gd name="connsiteY6" fmla="*/ 0 h 414338"/>
                    <a:gd name="connsiteX0" fmla="*/ 0 w 1362075"/>
                    <a:gd name="connsiteY0" fmla="*/ 414338 h 414338"/>
                    <a:gd name="connsiteX1" fmla="*/ 138113 w 1362075"/>
                    <a:gd name="connsiteY1" fmla="*/ 276225 h 414338"/>
                    <a:gd name="connsiteX2" fmla="*/ 538163 w 1362075"/>
                    <a:gd name="connsiteY2" fmla="*/ 276225 h 414338"/>
                    <a:gd name="connsiteX3" fmla="*/ 666751 w 1362075"/>
                    <a:gd name="connsiteY3" fmla="*/ 404813 h 414338"/>
                    <a:gd name="connsiteX4" fmla="*/ 790576 w 1362075"/>
                    <a:gd name="connsiteY4" fmla="*/ 280988 h 414338"/>
                    <a:gd name="connsiteX5" fmla="*/ 914401 w 1362075"/>
                    <a:gd name="connsiteY5" fmla="*/ 404813 h 414338"/>
                    <a:gd name="connsiteX6" fmla="*/ 950119 w 1362075"/>
                    <a:gd name="connsiteY6" fmla="*/ 407194 h 414338"/>
                    <a:gd name="connsiteX7" fmla="*/ 1362075 w 1362075"/>
                    <a:gd name="connsiteY7" fmla="*/ 0 h 414338"/>
                    <a:gd name="connsiteX0" fmla="*/ 0 w 1362075"/>
                    <a:gd name="connsiteY0" fmla="*/ 414338 h 414338"/>
                    <a:gd name="connsiteX1" fmla="*/ 138113 w 1362075"/>
                    <a:gd name="connsiteY1" fmla="*/ 276225 h 414338"/>
                    <a:gd name="connsiteX2" fmla="*/ 538163 w 1362075"/>
                    <a:gd name="connsiteY2" fmla="*/ 276225 h 414338"/>
                    <a:gd name="connsiteX3" fmla="*/ 666751 w 1362075"/>
                    <a:gd name="connsiteY3" fmla="*/ 404813 h 414338"/>
                    <a:gd name="connsiteX4" fmla="*/ 821532 w 1362075"/>
                    <a:gd name="connsiteY4" fmla="*/ 273844 h 414338"/>
                    <a:gd name="connsiteX5" fmla="*/ 914401 w 1362075"/>
                    <a:gd name="connsiteY5" fmla="*/ 404813 h 414338"/>
                    <a:gd name="connsiteX6" fmla="*/ 950119 w 1362075"/>
                    <a:gd name="connsiteY6" fmla="*/ 407194 h 414338"/>
                    <a:gd name="connsiteX7" fmla="*/ 1362075 w 1362075"/>
                    <a:gd name="connsiteY7" fmla="*/ 0 h 414338"/>
                    <a:gd name="connsiteX0" fmla="*/ 0 w 1362075"/>
                    <a:gd name="connsiteY0" fmla="*/ 414338 h 414338"/>
                    <a:gd name="connsiteX1" fmla="*/ 138113 w 1362075"/>
                    <a:gd name="connsiteY1" fmla="*/ 276225 h 414338"/>
                    <a:gd name="connsiteX2" fmla="*/ 538163 w 1362075"/>
                    <a:gd name="connsiteY2" fmla="*/ 276225 h 414338"/>
                    <a:gd name="connsiteX3" fmla="*/ 666751 w 1362075"/>
                    <a:gd name="connsiteY3" fmla="*/ 404813 h 414338"/>
                    <a:gd name="connsiteX4" fmla="*/ 821532 w 1362075"/>
                    <a:gd name="connsiteY4" fmla="*/ 273844 h 414338"/>
                    <a:gd name="connsiteX5" fmla="*/ 950119 w 1362075"/>
                    <a:gd name="connsiteY5" fmla="*/ 407194 h 414338"/>
                    <a:gd name="connsiteX6" fmla="*/ 1362075 w 1362075"/>
                    <a:gd name="connsiteY6" fmla="*/ 0 h 414338"/>
                    <a:gd name="connsiteX0" fmla="*/ 0 w 1362075"/>
                    <a:gd name="connsiteY0" fmla="*/ 414338 h 414338"/>
                    <a:gd name="connsiteX1" fmla="*/ 138113 w 1362075"/>
                    <a:gd name="connsiteY1" fmla="*/ 276225 h 414338"/>
                    <a:gd name="connsiteX2" fmla="*/ 538163 w 1362075"/>
                    <a:gd name="connsiteY2" fmla="*/ 276225 h 414338"/>
                    <a:gd name="connsiteX3" fmla="*/ 673895 w 1362075"/>
                    <a:gd name="connsiteY3" fmla="*/ 409575 h 414338"/>
                    <a:gd name="connsiteX4" fmla="*/ 821532 w 1362075"/>
                    <a:gd name="connsiteY4" fmla="*/ 273844 h 414338"/>
                    <a:gd name="connsiteX5" fmla="*/ 950119 w 1362075"/>
                    <a:gd name="connsiteY5" fmla="*/ 407194 h 414338"/>
                    <a:gd name="connsiteX6" fmla="*/ 1362075 w 1362075"/>
                    <a:gd name="connsiteY6" fmla="*/ 0 h 4143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362075" h="414338">
                      <a:moveTo>
                        <a:pt x="0" y="414338"/>
                      </a:moveTo>
                      <a:lnTo>
                        <a:pt x="138113" y="276225"/>
                      </a:lnTo>
                      <a:lnTo>
                        <a:pt x="538163" y="276225"/>
                      </a:lnTo>
                      <a:lnTo>
                        <a:pt x="673895" y="409575"/>
                      </a:lnTo>
                      <a:lnTo>
                        <a:pt x="821532" y="273844"/>
                      </a:lnTo>
                      <a:lnTo>
                        <a:pt x="950119" y="407194"/>
                      </a:lnTo>
                      <a:lnTo>
                        <a:pt x="1362075" y="0"/>
                      </a:lnTo>
                    </a:path>
                  </a:pathLst>
                </a:custGeom>
                <a:noFill/>
                <a:ln w="12700">
                  <a:solidFill>
                    <a:srgbClr val="41AAAA"/>
                  </a:solidFill>
                </a:ln>
                <a:effectLst/>
              </p:spPr>
              <p:txBody>
                <a:bodyPr wrap="square" lIns="108000" tIns="54000" rIns="108000" bIns="54000" numCol="1" spcCol="72000" rtlCol="0" anchor="ctr">
                  <a:noAutofit/>
                </a:bodyPr>
                <a:lstStyle/>
                <a:p>
                  <a:pPr algn="ctr" rtl="0">
                    <a:spcBef>
                      <a:spcPct val="0"/>
                    </a:spcBef>
                    <a:buFont typeface="Wingdings" charset="0"/>
                    <a:buNone/>
                  </a:pPr>
                  <a:endParaRPr lang="en-US" sz="1000" b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593" name="Freihandform 1663">
                  <a:extLst>
                    <a:ext uri="{FF2B5EF4-FFF2-40B4-BE49-F238E27FC236}">
                      <a16:creationId xmlns:a16="http://schemas.microsoft.com/office/drawing/2014/main" id="{CEAD9F53-43C0-4BA6-9FF5-E7BC8BB6C1F5}"/>
                    </a:ext>
                  </a:extLst>
                </p:cNvPr>
                <p:cNvSpPr/>
                <p:nvPr/>
              </p:nvSpPr>
              <p:spPr bwMode="gray">
                <a:xfrm>
                  <a:off x="5427516" y="3934888"/>
                  <a:ext cx="656133" cy="314030"/>
                </a:xfrm>
                <a:custGeom>
                  <a:avLst/>
                  <a:gdLst>
                    <a:gd name="connsiteX0" fmla="*/ 0 w 552450"/>
                    <a:gd name="connsiteY0" fmla="*/ 0 h 264319"/>
                    <a:gd name="connsiteX1" fmla="*/ 138113 w 552450"/>
                    <a:gd name="connsiteY1" fmla="*/ 135732 h 264319"/>
                    <a:gd name="connsiteX2" fmla="*/ 278607 w 552450"/>
                    <a:gd name="connsiteY2" fmla="*/ 135732 h 264319"/>
                    <a:gd name="connsiteX3" fmla="*/ 278607 w 552450"/>
                    <a:gd name="connsiteY3" fmla="*/ 264319 h 264319"/>
                    <a:gd name="connsiteX4" fmla="*/ 552450 w 552450"/>
                    <a:gd name="connsiteY4" fmla="*/ 264319 h 2643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52450" h="264319">
                      <a:moveTo>
                        <a:pt x="0" y="0"/>
                      </a:moveTo>
                      <a:lnTo>
                        <a:pt x="138113" y="135732"/>
                      </a:lnTo>
                      <a:lnTo>
                        <a:pt x="278607" y="135732"/>
                      </a:lnTo>
                      <a:lnTo>
                        <a:pt x="278607" y="264319"/>
                      </a:lnTo>
                      <a:lnTo>
                        <a:pt x="552450" y="264319"/>
                      </a:lnTo>
                    </a:path>
                  </a:pathLst>
                </a:custGeom>
                <a:noFill/>
                <a:ln w="12700">
                  <a:solidFill>
                    <a:srgbClr val="41AAAA"/>
                  </a:solidFill>
                </a:ln>
                <a:effectLst/>
              </p:spPr>
              <p:txBody>
                <a:bodyPr wrap="square" lIns="108000" tIns="54000" rIns="108000" bIns="54000" numCol="1" spcCol="72000" rtlCol="0" anchor="ctr">
                  <a:noAutofit/>
                </a:bodyPr>
                <a:lstStyle/>
                <a:p>
                  <a:pPr algn="ctr" rtl="0">
                    <a:spcBef>
                      <a:spcPct val="0"/>
                    </a:spcBef>
                    <a:buFont typeface="Wingdings" charset="0"/>
                    <a:buNone/>
                  </a:pPr>
                  <a:endParaRPr lang="en-US" sz="1000" b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594" name="Freihandform 1664">
                  <a:extLst>
                    <a:ext uri="{FF2B5EF4-FFF2-40B4-BE49-F238E27FC236}">
                      <a16:creationId xmlns:a16="http://schemas.microsoft.com/office/drawing/2014/main" id="{6D6C38C7-F44D-44B2-B7CC-2EE912863428}"/>
                    </a:ext>
                  </a:extLst>
                </p:cNvPr>
                <p:cNvSpPr/>
                <p:nvPr/>
              </p:nvSpPr>
              <p:spPr bwMode="gray">
                <a:xfrm>
                  <a:off x="5428938" y="3450412"/>
                  <a:ext cx="325239" cy="319687"/>
                </a:xfrm>
                <a:custGeom>
                  <a:avLst/>
                  <a:gdLst>
                    <a:gd name="connsiteX0" fmla="*/ 0 w 273844"/>
                    <a:gd name="connsiteY0" fmla="*/ 269081 h 269081"/>
                    <a:gd name="connsiteX1" fmla="*/ 142875 w 273844"/>
                    <a:gd name="connsiteY1" fmla="*/ 269081 h 269081"/>
                    <a:gd name="connsiteX2" fmla="*/ 142875 w 273844"/>
                    <a:gd name="connsiteY2" fmla="*/ 133350 h 269081"/>
                    <a:gd name="connsiteX3" fmla="*/ 273844 w 273844"/>
                    <a:gd name="connsiteY3" fmla="*/ 0 h 2690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3844" h="269081">
                      <a:moveTo>
                        <a:pt x="0" y="269081"/>
                      </a:moveTo>
                      <a:lnTo>
                        <a:pt x="142875" y="269081"/>
                      </a:lnTo>
                      <a:lnTo>
                        <a:pt x="142875" y="133350"/>
                      </a:lnTo>
                      <a:lnTo>
                        <a:pt x="273844" y="0"/>
                      </a:lnTo>
                    </a:path>
                  </a:pathLst>
                </a:custGeom>
                <a:noFill/>
                <a:ln w="12700">
                  <a:solidFill>
                    <a:srgbClr val="41AAAA"/>
                  </a:solidFill>
                </a:ln>
                <a:effectLst/>
              </p:spPr>
              <p:txBody>
                <a:bodyPr wrap="square" lIns="108000" tIns="54000" rIns="108000" bIns="54000" numCol="1" spcCol="72000" rtlCol="0" anchor="ctr">
                  <a:noAutofit/>
                </a:bodyPr>
                <a:lstStyle/>
                <a:p>
                  <a:pPr algn="ctr" rtl="0">
                    <a:spcBef>
                      <a:spcPct val="0"/>
                    </a:spcBef>
                    <a:buFont typeface="Wingdings" charset="0"/>
                    <a:buNone/>
                  </a:pPr>
                  <a:endParaRPr lang="en-US" sz="1000" b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595" name="Freihandform 1665">
                  <a:extLst>
                    <a:ext uri="{FF2B5EF4-FFF2-40B4-BE49-F238E27FC236}">
                      <a16:creationId xmlns:a16="http://schemas.microsoft.com/office/drawing/2014/main" id="{E9540626-FC0E-4A20-9623-CF611929681F}"/>
                    </a:ext>
                  </a:extLst>
                </p:cNvPr>
                <p:cNvSpPr/>
                <p:nvPr/>
              </p:nvSpPr>
              <p:spPr bwMode="gray">
                <a:xfrm>
                  <a:off x="5739781" y="3148273"/>
                  <a:ext cx="656133" cy="472459"/>
                </a:xfrm>
                <a:custGeom>
                  <a:avLst/>
                  <a:gdLst>
                    <a:gd name="connsiteX0" fmla="*/ 0 w 552450"/>
                    <a:gd name="connsiteY0" fmla="*/ 397669 h 397669"/>
                    <a:gd name="connsiteX1" fmla="*/ 290512 w 552450"/>
                    <a:gd name="connsiteY1" fmla="*/ 116681 h 397669"/>
                    <a:gd name="connsiteX2" fmla="*/ 416718 w 552450"/>
                    <a:gd name="connsiteY2" fmla="*/ 116681 h 397669"/>
                    <a:gd name="connsiteX3" fmla="*/ 552450 w 552450"/>
                    <a:gd name="connsiteY3" fmla="*/ 0 h 3976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52450" h="397669">
                      <a:moveTo>
                        <a:pt x="0" y="397669"/>
                      </a:moveTo>
                      <a:lnTo>
                        <a:pt x="290512" y="116681"/>
                      </a:lnTo>
                      <a:lnTo>
                        <a:pt x="416718" y="116681"/>
                      </a:lnTo>
                      <a:lnTo>
                        <a:pt x="552450" y="0"/>
                      </a:lnTo>
                    </a:path>
                  </a:pathLst>
                </a:custGeom>
                <a:noFill/>
                <a:ln w="12700">
                  <a:solidFill>
                    <a:srgbClr val="41AAAA"/>
                  </a:solidFill>
                </a:ln>
                <a:effectLst/>
              </p:spPr>
              <p:txBody>
                <a:bodyPr wrap="square" lIns="108000" tIns="54000" rIns="108000" bIns="54000" numCol="1" spcCol="72000" rtlCol="0" anchor="ctr">
                  <a:noAutofit/>
                </a:bodyPr>
                <a:lstStyle/>
                <a:p>
                  <a:pPr algn="ctr" rtl="0">
                    <a:spcBef>
                      <a:spcPct val="0"/>
                    </a:spcBef>
                    <a:buFont typeface="Wingdings" charset="0"/>
                    <a:buNone/>
                  </a:pPr>
                  <a:endParaRPr lang="en-US" sz="1000" b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596" name="Freihandform 1666">
                  <a:extLst>
                    <a:ext uri="{FF2B5EF4-FFF2-40B4-BE49-F238E27FC236}">
                      <a16:creationId xmlns:a16="http://schemas.microsoft.com/office/drawing/2014/main" id="{A27274E0-0538-4EE1-B210-F524C4EDCEC7}"/>
                    </a:ext>
                  </a:extLst>
                </p:cNvPr>
                <p:cNvSpPr/>
                <p:nvPr/>
              </p:nvSpPr>
              <p:spPr bwMode="gray">
                <a:xfrm>
                  <a:off x="6400401" y="3456069"/>
                  <a:ext cx="469475" cy="158429"/>
                </a:xfrm>
                <a:custGeom>
                  <a:avLst/>
                  <a:gdLst>
                    <a:gd name="connsiteX0" fmla="*/ 0 w 395288"/>
                    <a:gd name="connsiteY0" fmla="*/ 133350 h 133350"/>
                    <a:gd name="connsiteX1" fmla="*/ 135732 w 395288"/>
                    <a:gd name="connsiteY1" fmla="*/ 133350 h 133350"/>
                    <a:gd name="connsiteX2" fmla="*/ 269082 w 395288"/>
                    <a:gd name="connsiteY2" fmla="*/ 0 h 133350"/>
                    <a:gd name="connsiteX3" fmla="*/ 395288 w 395288"/>
                    <a:gd name="connsiteY3" fmla="*/ 0 h 1333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95288" h="133350">
                      <a:moveTo>
                        <a:pt x="0" y="133350"/>
                      </a:moveTo>
                      <a:lnTo>
                        <a:pt x="135732" y="133350"/>
                      </a:lnTo>
                      <a:lnTo>
                        <a:pt x="269082" y="0"/>
                      </a:lnTo>
                      <a:lnTo>
                        <a:pt x="395288" y="0"/>
                      </a:lnTo>
                    </a:path>
                  </a:pathLst>
                </a:custGeom>
                <a:noFill/>
                <a:ln w="12700">
                  <a:solidFill>
                    <a:srgbClr val="41AAAA"/>
                  </a:solidFill>
                </a:ln>
                <a:effectLst/>
              </p:spPr>
              <p:txBody>
                <a:bodyPr wrap="square" lIns="108000" tIns="54000" rIns="108000" bIns="54000" numCol="1" spcCol="72000" rtlCol="0" anchor="ctr">
                  <a:noAutofit/>
                </a:bodyPr>
                <a:lstStyle/>
                <a:p>
                  <a:pPr algn="ctr" rtl="0">
                    <a:spcBef>
                      <a:spcPct val="0"/>
                    </a:spcBef>
                    <a:buFont typeface="Wingdings" charset="0"/>
                    <a:buNone/>
                  </a:pPr>
                  <a:endParaRPr lang="en-US" sz="1000" b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597" name="Freihandform 1667">
                  <a:extLst>
                    <a:ext uri="{FF2B5EF4-FFF2-40B4-BE49-F238E27FC236}">
                      <a16:creationId xmlns:a16="http://schemas.microsoft.com/office/drawing/2014/main" id="{3309BAB3-F3C3-4C76-B1B6-16E3CAEDC62F}"/>
                    </a:ext>
                  </a:extLst>
                </p:cNvPr>
                <p:cNvSpPr/>
                <p:nvPr/>
              </p:nvSpPr>
              <p:spPr bwMode="gray">
                <a:xfrm>
                  <a:off x="5913959" y="3772927"/>
                  <a:ext cx="964403" cy="319689"/>
                </a:xfrm>
                <a:custGeom>
                  <a:avLst/>
                  <a:gdLst>
                    <a:gd name="connsiteX0" fmla="*/ 0 w 812007"/>
                    <a:gd name="connsiteY0" fmla="*/ 0 h 269082"/>
                    <a:gd name="connsiteX1" fmla="*/ 150019 w 812007"/>
                    <a:gd name="connsiteY1" fmla="*/ 0 h 269082"/>
                    <a:gd name="connsiteX2" fmla="*/ 273844 w 812007"/>
                    <a:gd name="connsiteY2" fmla="*/ 140494 h 269082"/>
                    <a:gd name="connsiteX3" fmla="*/ 411957 w 812007"/>
                    <a:gd name="connsiteY3" fmla="*/ 140494 h 269082"/>
                    <a:gd name="connsiteX4" fmla="*/ 538163 w 812007"/>
                    <a:gd name="connsiteY4" fmla="*/ 269082 h 269082"/>
                    <a:gd name="connsiteX5" fmla="*/ 812007 w 812007"/>
                    <a:gd name="connsiteY5" fmla="*/ 269082 h 2690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812007" h="269082">
                      <a:moveTo>
                        <a:pt x="0" y="0"/>
                      </a:moveTo>
                      <a:lnTo>
                        <a:pt x="150019" y="0"/>
                      </a:lnTo>
                      <a:lnTo>
                        <a:pt x="273844" y="140494"/>
                      </a:lnTo>
                      <a:lnTo>
                        <a:pt x="411957" y="140494"/>
                      </a:lnTo>
                      <a:lnTo>
                        <a:pt x="538163" y="269082"/>
                      </a:lnTo>
                      <a:lnTo>
                        <a:pt x="812007" y="269082"/>
                      </a:lnTo>
                    </a:path>
                  </a:pathLst>
                </a:custGeom>
                <a:noFill/>
                <a:ln w="12700">
                  <a:solidFill>
                    <a:srgbClr val="41AAAA"/>
                  </a:solidFill>
                </a:ln>
                <a:effectLst/>
              </p:spPr>
              <p:txBody>
                <a:bodyPr wrap="square" lIns="108000" tIns="54000" rIns="108000" bIns="54000" numCol="1" spcCol="72000" rtlCol="0" anchor="ctr">
                  <a:noAutofit/>
                </a:bodyPr>
                <a:lstStyle/>
                <a:p>
                  <a:pPr algn="ctr" rtl="0">
                    <a:spcBef>
                      <a:spcPct val="0"/>
                    </a:spcBef>
                    <a:buFont typeface="Wingdings" charset="0"/>
                    <a:buNone/>
                  </a:pPr>
                  <a:endParaRPr lang="en-US" sz="1000" b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598" name="Freihandform 1668">
                  <a:extLst>
                    <a:ext uri="{FF2B5EF4-FFF2-40B4-BE49-F238E27FC236}">
                      <a16:creationId xmlns:a16="http://schemas.microsoft.com/office/drawing/2014/main" id="{806A6666-7F56-40E1-A140-B1466A3CCD29}"/>
                    </a:ext>
                  </a:extLst>
                </p:cNvPr>
                <p:cNvSpPr/>
                <p:nvPr/>
              </p:nvSpPr>
              <p:spPr bwMode="gray">
                <a:xfrm>
                  <a:off x="9415219" y="2972295"/>
                  <a:ext cx="1111465" cy="322516"/>
                </a:xfrm>
                <a:custGeom>
                  <a:avLst/>
                  <a:gdLst>
                    <a:gd name="connsiteX0" fmla="*/ 0 w 935831"/>
                    <a:gd name="connsiteY0" fmla="*/ 271462 h 271462"/>
                    <a:gd name="connsiteX1" fmla="*/ 133350 w 935831"/>
                    <a:gd name="connsiteY1" fmla="*/ 130968 h 271462"/>
                    <a:gd name="connsiteX2" fmla="*/ 411956 w 935831"/>
                    <a:gd name="connsiteY2" fmla="*/ 130968 h 271462"/>
                    <a:gd name="connsiteX3" fmla="*/ 535781 w 935831"/>
                    <a:gd name="connsiteY3" fmla="*/ 0 h 271462"/>
                    <a:gd name="connsiteX4" fmla="*/ 671512 w 935831"/>
                    <a:gd name="connsiteY4" fmla="*/ 0 h 271462"/>
                    <a:gd name="connsiteX5" fmla="*/ 807244 w 935831"/>
                    <a:gd name="connsiteY5" fmla="*/ 145256 h 271462"/>
                    <a:gd name="connsiteX6" fmla="*/ 935831 w 935831"/>
                    <a:gd name="connsiteY6" fmla="*/ 4762 h 27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935831" h="271462">
                      <a:moveTo>
                        <a:pt x="0" y="271462"/>
                      </a:moveTo>
                      <a:lnTo>
                        <a:pt x="133350" y="130968"/>
                      </a:lnTo>
                      <a:lnTo>
                        <a:pt x="411956" y="130968"/>
                      </a:lnTo>
                      <a:lnTo>
                        <a:pt x="535781" y="0"/>
                      </a:lnTo>
                      <a:lnTo>
                        <a:pt x="671512" y="0"/>
                      </a:lnTo>
                      <a:lnTo>
                        <a:pt x="807244" y="145256"/>
                      </a:lnTo>
                      <a:lnTo>
                        <a:pt x="935831" y="4762"/>
                      </a:lnTo>
                    </a:path>
                  </a:pathLst>
                </a:custGeom>
                <a:noFill/>
                <a:ln w="12700">
                  <a:solidFill>
                    <a:srgbClr val="41AAAA"/>
                  </a:solidFill>
                </a:ln>
                <a:effectLst/>
              </p:spPr>
              <p:txBody>
                <a:bodyPr wrap="square" lIns="108000" tIns="54000" rIns="108000" bIns="54000" numCol="1" spcCol="72000" rtlCol="0" anchor="ctr">
                  <a:noAutofit/>
                </a:bodyPr>
                <a:lstStyle/>
                <a:p>
                  <a:pPr algn="ctr" rtl="0">
                    <a:spcBef>
                      <a:spcPct val="0"/>
                    </a:spcBef>
                    <a:buFont typeface="Wingdings" charset="0"/>
                    <a:buNone/>
                  </a:pPr>
                  <a:endParaRPr lang="en-US" sz="1000" b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599" name="Freihandform 1669">
                  <a:extLst>
                    <a:ext uri="{FF2B5EF4-FFF2-40B4-BE49-F238E27FC236}">
                      <a16:creationId xmlns:a16="http://schemas.microsoft.com/office/drawing/2014/main" id="{140B4345-3769-436E-A1B8-B91AC76CCD50}"/>
                    </a:ext>
                  </a:extLst>
                </p:cNvPr>
                <p:cNvSpPr/>
                <p:nvPr/>
              </p:nvSpPr>
              <p:spPr bwMode="gray">
                <a:xfrm>
                  <a:off x="9727484" y="3288324"/>
                  <a:ext cx="486443" cy="164087"/>
                </a:xfrm>
                <a:custGeom>
                  <a:avLst/>
                  <a:gdLst>
                    <a:gd name="connsiteX0" fmla="*/ 0 w 409575"/>
                    <a:gd name="connsiteY0" fmla="*/ 138112 h 138112"/>
                    <a:gd name="connsiteX1" fmla="*/ 140494 w 409575"/>
                    <a:gd name="connsiteY1" fmla="*/ 0 h 138112"/>
                    <a:gd name="connsiteX2" fmla="*/ 409575 w 409575"/>
                    <a:gd name="connsiteY2" fmla="*/ 0 h 1381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09575" h="138112">
                      <a:moveTo>
                        <a:pt x="0" y="138112"/>
                      </a:moveTo>
                      <a:lnTo>
                        <a:pt x="140494" y="0"/>
                      </a:lnTo>
                      <a:lnTo>
                        <a:pt x="409575" y="0"/>
                      </a:lnTo>
                    </a:path>
                  </a:pathLst>
                </a:custGeom>
                <a:noFill/>
                <a:ln w="12700">
                  <a:solidFill>
                    <a:srgbClr val="41AAAA"/>
                  </a:solidFill>
                </a:ln>
                <a:effectLst/>
              </p:spPr>
              <p:txBody>
                <a:bodyPr wrap="square" lIns="108000" tIns="54000" rIns="108000" bIns="54000" numCol="1" spcCol="72000" rtlCol="0" anchor="ctr">
                  <a:noAutofit/>
                </a:bodyPr>
                <a:lstStyle/>
                <a:p>
                  <a:pPr algn="ctr" rtl="0">
                    <a:spcBef>
                      <a:spcPct val="0"/>
                    </a:spcBef>
                    <a:buFont typeface="Wingdings" charset="0"/>
                    <a:buNone/>
                  </a:pPr>
                  <a:endParaRPr lang="en-US" sz="1000" b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600" name="Freihandform 1670">
                  <a:extLst>
                    <a:ext uri="{FF2B5EF4-FFF2-40B4-BE49-F238E27FC236}">
                      <a16:creationId xmlns:a16="http://schemas.microsoft.com/office/drawing/2014/main" id="{455F3104-88CB-45E6-A7DA-136DBD8A0522}"/>
                    </a:ext>
                  </a:extLst>
                </p:cNvPr>
                <p:cNvSpPr/>
                <p:nvPr/>
              </p:nvSpPr>
              <p:spPr bwMode="gray">
                <a:xfrm>
                  <a:off x="7982409" y="4086128"/>
                  <a:ext cx="2081524" cy="489434"/>
                </a:xfrm>
                <a:custGeom>
                  <a:avLst/>
                  <a:gdLst>
                    <a:gd name="connsiteX0" fmla="*/ 0 w 1752600"/>
                    <a:gd name="connsiteY0" fmla="*/ 138113 h 411957"/>
                    <a:gd name="connsiteX1" fmla="*/ 145256 w 1752600"/>
                    <a:gd name="connsiteY1" fmla="*/ 271463 h 411957"/>
                    <a:gd name="connsiteX2" fmla="*/ 400050 w 1752600"/>
                    <a:gd name="connsiteY2" fmla="*/ 0 h 411957"/>
                    <a:gd name="connsiteX3" fmla="*/ 804862 w 1752600"/>
                    <a:gd name="connsiteY3" fmla="*/ 0 h 411957"/>
                    <a:gd name="connsiteX4" fmla="*/ 938212 w 1752600"/>
                    <a:gd name="connsiteY4" fmla="*/ 140494 h 411957"/>
                    <a:gd name="connsiteX5" fmla="*/ 1202531 w 1752600"/>
                    <a:gd name="connsiteY5" fmla="*/ 140494 h 411957"/>
                    <a:gd name="connsiteX6" fmla="*/ 1335881 w 1752600"/>
                    <a:gd name="connsiteY6" fmla="*/ 273844 h 411957"/>
                    <a:gd name="connsiteX7" fmla="*/ 1469231 w 1752600"/>
                    <a:gd name="connsiteY7" fmla="*/ 130969 h 411957"/>
                    <a:gd name="connsiteX8" fmla="*/ 1752600 w 1752600"/>
                    <a:gd name="connsiteY8" fmla="*/ 411957 h 411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752600" h="411957">
                      <a:moveTo>
                        <a:pt x="0" y="138113"/>
                      </a:moveTo>
                      <a:lnTo>
                        <a:pt x="145256" y="271463"/>
                      </a:lnTo>
                      <a:lnTo>
                        <a:pt x="400050" y="0"/>
                      </a:lnTo>
                      <a:lnTo>
                        <a:pt x="804862" y="0"/>
                      </a:lnTo>
                      <a:lnTo>
                        <a:pt x="938212" y="140494"/>
                      </a:lnTo>
                      <a:lnTo>
                        <a:pt x="1202531" y="140494"/>
                      </a:lnTo>
                      <a:lnTo>
                        <a:pt x="1335881" y="273844"/>
                      </a:lnTo>
                      <a:lnTo>
                        <a:pt x="1469231" y="130969"/>
                      </a:lnTo>
                      <a:lnTo>
                        <a:pt x="1752600" y="411957"/>
                      </a:lnTo>
                    </a:path>
                  </a:pathLst>
                </a:custGeom>
                <a:noFill/>
                <a:ln w="12700">
                  <a:solidFill>
                    <a:srgbClr val="41AAAA"/>
                  </a:solidFill>
                </a:ln>
                <a:effectLst/>
              </p:spPr>
              <p:txBody>
                <a:bodyPr wrap="square" lIns="108000" tIns="54000" rIns="108000" bIns="54000" numCol="1" spcCol="72000" rtlCol="0" anchor="ctr">
                  <a:noAutofit/>
                </a:bodyPr>
                <a:lstStyle/>
                <a:p>
                  <a:pPr algn="ctr" rtl="0">
                    <a:spcBef>
                      <a:spcPct val="0"/>
                    </a:spcBef>
                    <a:buFont typeface="Wingdings" charset="0"/>
                    <a:buNone/>
                  </a:pPr>
                  <a:endParaRPr lang="en-US" sz="1000" b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601" name="Freihandform 1671">
                  <a:extLst>
                    <a:ext uri="{FF2B5EF4-FFF2-40B4-BE49-F238E27FC236}">
                      <a16:creationId xmlns:a16="http://schemas.microsoft.com/office/drawing/2014/main" id="{69364580-C7D8-4D45-BF6C-90717DB39314}"/>
                    </a:ext>
                  </a:extLst>
                </p:cNvPr>
                <p:cNvSpPr/>
                <p:nvPr/>
              </p:nvSpPr>
              <p:spPr bwMode="gray">
                <a:xfrm>
                  <a:off x="9729145" y="4086957"/>
                  <a:ext cx="653303" cy="169745"/>
                </a:xfrm>
                <a:custGeom>
                  <a:avLst/>
                  <a:gdLst>
                    <a:gd name="connsiteX0" fmla="*/ 0 w 550068"/>
                    <a:gd name="connsiteY0" fmla="*/ 0 h 142875"/>
                    <a:gd name="connsiteX1" fmla="*/ 278606 w 550068"/>
                    <a:gd name="connsiteY1" fmla="*/ 0 h 142875"/>
                    <a:gd name="connsiteX2" fmla="*/ 402431 w 550068"/>
                    <a:gd name="connsiteY2" fmla="*/ 142875 h 142875"/>
                    <a:gd name="connsiteX3" fmla="*/ 550068 w 550068"/>
                    <a:gd name="connsiteY3" fmla="*/ 142875 h 142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50068" h="142875">
                      <a:moveTo>
                        <a:pt x="0" y="0"/>
                      </a:moveTo>
                      <a:lnTo>
                        <a:pt x="278606" y="0"/>
                      </a:lnTo>
                      <a:lnTo>
                        <a:pt x="402431" y="142875"/>
                      </a:lnTo>
                      <a:lnTo>
                        <a:pt x="550068" y="142875"/>
                      </a:lnTo>
                    </a:path>
                  </a:pathLst>
                </a:custGeom>
                <a:noFill/>
                <a:ln w="12700">
                  <a:solidFill>
                    <a:srgbClr val="41AAAA"/>
                  </a:solidFill>
                </a:ln>
                <a:effectLst/>
              </p:spPr>
              <p:txBody>
                <a:bodyPr wrap="square" lIns="108000" tIns="54000" rIns="108000" bIns="54000" numCol="1" spcCol="72000" rtlCol="0" anchor="ctr">
                  <a:noAutofit/>
                </a:bodyPr>
                <a:lstStyle/>
                <a:p>
                  <a:pPr algn="ctr" rtl="0">
                    <a:spcBef>
                      <a:spcPct val="0"/>
                    </a:spcBef>
                    <a:buFont typeface="Wingdings" charset="0"/>
                    <a:buNone/>
                  </a:pPr>
                  <a:endParaRPr lang="en-US" sz="1000" b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602" name="Freihandform 1672">
                  <a:extLst>
                    <a:ext uri="{FF2B5EF4-FFF2-40B4-BE49-F238E27FC236}">
                      <a16:creationId xmlns:a16="http://schemas.microsoft.com/office/drawing/2014/main" id="{B04C9E5C-E92F-4E60-8986-901159D9F20E}"/>
                    </a:ext>
                  </a:extLst>
                </p:cNvPr>
                <p:cNvSpPr/>
                <p:nvPr/>
              </p:nvSpPr>
              <p:spPr bwMode="gray">
                <a:xfrm>
                  <a:off x="10685061" y="3142041"/>
                  <a:ext cx="967231" cy="469629"/>
                </a:xfrm>
                <a:custGeom>
                  <a:avLst/>
                  <a:gdLst>
                    <a:gd name="connsiteX0" fmla="*/ 0 w 814388"/>
                    <a:gd name="connsiteY0" fmla="*/ 0 h 395287"/>
                    <a:gd name="connsiteX1" fmla="*/ 135731 w 814388"/>
                    <a:gd name="connsiteY1" fmla="*/ 130968 h 395287"/>
                    <a:gd name="connsiteX2" fmla="*/ 273844 w 814388"/>
                    <a:gd name="connsiteY2" fmla="*/ 130968 h 395287"/>
                    <a:gd name="connsiteX3" fmla="*/ 538163 w 814388"/>
                    <a:gd name="connsiteY3" fmla="*/ 395287 h 395287"/>
                    <a:gd name="connsiteX4" fmla="*/ 814388 w 814388"/>
                    <a:gd name="connsiteY4" fmla="*/ 395287 h 3952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14388" h="395287">
                      <a:moveTo>
                        <a:pt x="0" y="0"/>
                      </a:moveTo>
                      <a:lnTo>
                        <a:pt x="135731" y="130968"/>
                      </a:lnTo>
                      <a:lnTo>
                        <a:pt x="273844" y="130968"/>
                      </a:lnTo>
                      <a:lnTo>
                        <a:pt x="538163" y="395287"/>
                      </a:lnTo>
                      <a:lnTo>
                        <a:pt x="814388" y="395287"/>
                      </a:lnTo>
                    </a:path>
                  </a:pathLst>
                </a:custGeom>
                <a:noFill/>
                <a:ln w="12700">
                  <a:solidFill>
                    <a:srgbClr val="41AAAA"/>
                  </a:solidFill>
                </a:ln>
                <a:effectLst/>
              </p:spPr>
              <p:txBody>
                <a:bodyPr wrap="square" lIns="108000" tIns="54000" rIns="108000" bIns="54000" numCol="1" spcCol="72000" rtlCol="0" anchor="ctr">
                  <a:noAutofit/>
                </a:bodyPr>
                <a:lstStyle/>
                <a:p>
                  <a:pPr algn="ctr" rtl="0">
                    <a:spcBef>
                      <a:spcPct val="0"/>
                    </a:spcBef>
                    <a:buFont typeface="Wingdings" charset="0"/>
                    <a:buNone/>
                  </a:pPr>
                  <a:endParaRPr lang="en-US" sz="1000" b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603" name="Freihandform 1673">
                  <a:extLst>
                    <a:ext uri="{FF2B5EF4-FFF2-40B4-BE49-F238E27FC236}">
                      <a16:creationId xmlns:a16="http://schemas.microsoft.com/office/drawing/2014/main" id="{6CCAD78E-E931-47D4-88F1-44FDCDB3CCD3}"/>
                    </a:ext>
                  </a:extLst>
                </p:cNvPr>
                <p:cNvSpPr/>
                <p:nvPr/>
              </p:nvSpPr>
              <p:spPr bwMode="gray">
                <a:xfrm>
                  <a:off x="10834953" y="3934187"/>
                  <a:ext cx="822994" cy="472458"/>
                </a:xfrm>
                <a:custGeom>
                  <a:avLst/>
                  <a:gdLst>
                    <a:gd name="connsiteX0" fmla="*/ 0 w 692944"/>
                    <a:gd name="connsiteY0" fmla="*/ 397668 h 397668"/>
                    <a:gd name="connsiteX1" fmla="*/ 145257 w 692944"/>
                    <a:gd name="connsiteY1" fmla="*/ 397668 h 397668"/>
                    <a:gd name="connsiteX2" fmla="*/ 542925 w 692944"/>
                    <a:gd name="connsiteY2" fmla="*/ 0 h 397668"/>
                    <a:gd name="connsiteX3" fmla="*/ 692944 w 692944"/>
                    <a:gd name="connsiteY3" fmla="*/ 0 h 3976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92944" h="397668">
                      <a:moveTo>
                        <a:pt x="0" y="397668"/>
                      </a:moveTo>
                      <a:lnTo>
                        <a:pt x="145257" y="397668"/>
                      </a:lnTo>
                      <a:lnTo>
                        <a:pt x="542925" y="0"/>
                      </a:lnTo>
                      <a:lnTo>
                        <a:pt x="692944" y="0"/>
                      </a:lnTo>
                    </a:path>
                  </a:pathLst>
                </a:custGeom>
                <a:noFill/>
                <a:ln w="12700">
                  <a:solidFill>
                    <a:srgbClr val="41AAAA"/>
                  </a:solidFill>
                </a:ln>
                <a:effectLst/>
              </p:spPr>
              <p:txBody>
                <a:bodyPr wrap="square" lIns="108000" tIns="54000" rIns="108000" bIns="54000" numCol="1" spcCol="72000" rtlCol="0" anchor="ctr">
                  <a:noAutofit/>
                </a:bodyPr>
                <a:lstStyle/>
                <a:p>
                  <a:pPr algn="ctr" rtl="0">
                    <a:spcBef>
                      <a:spcPct val="0"/>
                    </a:spcBef>
                    <a:buFont typeface="Wingdings" charset="0"/>
                    <a:buNone/>
                  </a:pPr>
                  <a:endParaRPr lang="en-US" sz="1000" b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605" name="Freihandform 1675">
                  <a:extLst>
                    <a:ext uri="{FF2B5EF4-FFF2-40B4-BE49-F238E27FC236}">
                      <a16:creationId xmlns:a16="http://schemas.microsoft.com/office/drawing/2014/main" id="{B0101BBF-BEF8-4D02-89CF-BECBAF416034}"/>
                    </a:ext>
                  </a:extLst>
                </p:cNvPr>
                <p:cNvSpPr/>
                <p:nvPr/>
              </p:nvSpPr>
              <p:spPr bwMode="gray">
                <a:xfrm>
                  <a:off x="11171504" y="3770097"/>
                  <a:ext cx="311098" cy="161259"/>
                </a:xfrm>
                <a:custGeom>
                  <a:avLst/>
                  <a:gdLst>
                    <a:gd name="connsiteX0" fmla="*/ 0 w 261938"/>
                    <a:gd name="connsiteY0" fmla="*/ 135732 h 135732"/>
                    <a:gd name="connsiteX1" fmla="*/ 126206 w 261938"/>
                    <a:gd name="connsiteY1" fmla="*/ 135732 h 135732"/>
                    <a:gd name="connsiteX2" fmla="*/ 261938 w 261938"/>
                    <a:gd name="connsiteY2" fmla="*/ 0 h 1357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61938" h="135732">
                      <a:moveTo>
                        <a:pt x="0" y="135732"/>
                      </a:moveTo>
                      <a:lnTo>
                        <a:pt x="126206" y="135732"/>
                      </a:lnTo>
                      <a:lnTo>
                        <a:pt x="261938" y="0"/>
                      </a:lnTo>
                    </a:path>
                  </a:pathLst>
                </a:custGeom>
                <a:noFill/>
                <a:ln w="12700">
                  <a:solidFill>
                    <a:srgbClr val="41AAAA"/>
                  </a:solidFill>
                </a:ln>
                <a:effectLst/>
              </p:spPr>
              <p:txBody>
                <a:bodyPr wrap="square" lIns="108000" tIns="54000" rIns="108000" bIns="54000" numCol="1" spcCol="72000" rtlCol="0" anchor="ctr">
                  <a:noAutofit/>
                </a:bodyPr>
                <a:lstStyle/>
                <a:p>
                  <a:pPr algn="ctr" rtl="0">
                    <a:spcBef>
                      <a:spcPct val="0"/>
                    </a:spcBef>
                    <a:buFont typeface="Wingdings" charset="0"/>
                    <a:buNone/>
                  </a:pPr>
                  <a:endParaRPr lang="en-US" sz="1000" b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606" name="Freihandform 1676">
                  <a:extLst>
                    <a:ext uri="{FF2B5EF4-FFF2-40B4-BE49-F238E27FC236}">
                      <a16:creationId xmlns:a16="http://schemas.microsoft.com/office/drawing/2014/main" id="{31E54D63-E946-425D-8DCE-937F6BDDA06D}"/>
                    </a:ext>
                  </a:extLst>
                </p:cNvPr>
                <p:cNvSpPr/>
                <p:nvPr/>
              </p:nvSpPr>
              <p:spPr bwMode="gray">
                <a:xfrm>
                  <a:off x="7027311" y="3611670"/>
                  <a:ext cx="478901" cy="147113"/>
                </a:xfrm>
                <a:custGeom>
                  <a:avLst/>
                  <a:gdLst>
                    <a:gd name="connsiteX0" fmla="*/ 0 w 403225"/>
                    <a:gd name="connsiteY0" fmla="*/ 0 h 123825"/>
                    <a:gd name="connsiteX1" fmla="*/ 279400 w 403225"/>
                    <a:gd name="connsiteY1" fmla="*/ 0 h 123825"/>
                    <a:gd name="connsiteX2" fmla="*/ 403225 w 403225"/>
                    <a:gd name="connsiteY2" fmla="*/ 123825 h 1238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03225" h="123825">
                      <a:moveTo>
                        <a:pt x="0" y="0"/>
                      </a:moveTo>
                      <a:lnTo>
                        <a:pt x="279400" y="0"/>
                      </a:lnTo>
                      <a:lnTo>
                        <a:pt x="403225" y="123825"/>
                      </a:lnTo>
                    </a:path>
                  </a:pathLst>
                </a:custGeom>
                <a:noFill/>
                <a:ln w="12700">
                  <a:solidFill>
                    <a:srgbClr val="41AAAA"/>
                  </a:solidFill>
                </a:ln>
                <a:effectLst/>
              </p:spPr>
              <p:txBody>
                <a:bodyPr wrap="square" lIns="108000" tIns="54000" rIns="108000" bIns="54000" numCol="1" spcCol="72000" rtlCol="0" anchor="ctr">
                  <a:noAutofit/>
                </a:bodyPr>
                <a:lstStyle/>
                <a:p>
                  <a:pPr algn="ctr" rtl="0">
                    <a:spcBef>
                      <a:spcPct val="0"/>
                    </a:spcBef>
                    <a:buFont typeface="Wingdings" charset="0"/>
                    <a:buNone/>
                  </a:pPr>
                  <a:endParaRPr lang="en-US" sz="1000" b="1" dirty="0">
                    <a:solidFill>
                      <a:srgbClr val="000000"/>
                    </a:solidFill>
                  </a:endParaRPr>
                </a:p>
              </p:txBody>
            </p:sp>
          </p:grpSp>
          <p:sp>
            <p:nvSpPr>
              <p:cNvPr id="341" name="Ellipse 972">
                <a:extLst>
                  <a:ext uri="{FF2B5EF4-FFF2-40B4-BE49-F238E27FC236}">
                    <a16:creationId xmlns:a16="http://schemas.microsoft.com/office/drawing/2014/main" id="{5587AB4B-A4AA-4EB3-96EC-082B23AF6818}"/>
                  </a:ext>
                </a:extLst>
              </p:cNvPr>
              <p:cNvSpPr/>
              <p:nvPr/>
            </p:nvSpPr>
            <p:spPr bwMode="gray">
              <a:xfrm flipV="1">
                <a:off x="8053160" y="2557824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42" name="Ellipse 973">
                <a:extLst>
                  <a:ext uri="{FF2B5EF4-FFF2-40B4-BE49-F238E27FC236}">
                    <a16:creationId xmlns:a16="http://schemas.microsoft.com/office/drawing/2014/main" id="{D16EED1B-697A-4BEC-B662-6173A42963B5}"/>
                  </a:ext>
                </a:extLst>
              </p:cNvPr>
              <p:cNvSpPr/>
              <p:nvPr/>
            </p:nvSpPr>
            <p:spPr bwMode="gray">
              <a:xfrm flipV="1">
                <a:off x="7950749" y="2557824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43" name="Ellipse 974">
                <a:extLst>
                  <a:ext uri="{FF2B5EF4-FFF2-40B4-BE49-F238E27FC236}">
                    <a16:creationId xmlns:a16="http://schemas.microsoft.com/office/drawing/2014/main" id="{BE5F4E96-694D-4E97-9B2F-90DF6E6C2890}"/>
                  </a:ext>
                </a:extLst>
              </p:cNvPr>
              <p:cNvSpPr/>
              <p:nvPr/>
            </p:nvSpPr>
            <p:spPr bwMode="gray">
              <a:xfrm flipV="1">
                <a:off x="7441978" y="2557824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44" name="Ellipse 975">
                <a:extLst>
                  <a:ext uri="{FF2B5EF4-FFF2-40B4-BE49-F238E27FC236}">
                    <a16:creationId xmlns:a16="http://schemas.microsoft.com/office/drawing/2014/main" id="{5FD0D0B2-2F4E-4F1E-BB47-5A90F883C68C}"/>
                  </a:ext>
                </a:extLst>
              </p:cNvPr>
              <p:cNvSpPr/>
              <p:nvPr/>
            </p:nvSpPr>
            <p:spPr bwMode="gray">
              <a:xfrm flipV="1">
                <a:off x="7344594" y="2557824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45" name="Ellipse 976">
                <a:extLst>
                  <a:ext uri="{FF2B5EF4-FFF2-40B4-BE49-F238E27FC236}">
                    <a16:creationId xmlns:a16="http://schemas.microsoft.com/office/drawing/2014/main" id="{ACE760D8-0464-4C0A-AA2F-66D4936DD755}"/>
                  </a:ext>
                </a:extLst>
              </p:cNvPr>
              <p:cNvSpPr/>
              <p:nvPr/>
            </p:nvSpPr>
            <p:spPr bwMode="gray">
              <a:xfrm flipV="1">
                <a:off x="9778750" y="2557824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46" name="Ellipse 977">
                <a:extLst>
                  <a:ext uri="{FF2B5EF4-FFF2-40B4-BE49-F238E27FC236}">
                    <a16:creationId xmlns:a16="http://schemas.microsoft.com/office/drawing/2014/main" id="{D96491F6-1143-48E5-8813-6B7981B914EB}"/>
                  </a:ext>
                </a:extLst>
              </p:cNvPr>
              <p:cNvSpPr/>
              <p:nvPr/>
            </p:nvSpPr>
            <p:spPr bwMode="gray">
              <a:xfrm flipV="1">
                <a:off x="10185459" y="2453244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47" name="Ellipse 978">
                <a:extLst>
                  <a:ext uri="{FF2B5EF4-FFF2-40B4-BE49-F238E27FC236}">
                    <a16:creationId xmlns:a16="http://schemas.microsoft.com/office/drawing/2014/main" id="{8BEAD64B-3DB0-4C92-8B09-5100BF6BB39E}"/>
                  </a:ext>
                </a:extLst>
              </p:cNvPr>
              <p:cNvSpPr/>
              <p:nvPr/>
            </p:nvSpPr>
            <p:spPr bwMode="gray">
              <a:xfrm flipV="1">
                <a:off x="10185459" y="2135502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48" name="Ellipse 979">
                <a:extLst>
                  <a:ext uri="{FF2B5EF4-FFF2-40B4-BE49-F238E27FC236}">
                    <a16:creationId xmlns:a16="http://schemas.microsoft.com/office/drawing/2014/main" id="{1F25E483-DB3C-4C21-BA87-DE3CF57FCB43}"/>
                  </a:ext>
                </a:extLst>
              </p:cNvPr>
              <p:cNvSpPr/>
              <p:nvPr/>
            </p:nvSpPr>
            <p:spPr bwMode="gray">
              <a:xfrm flipV="1">
                <a:off x="10185459" y="1816026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49" name="Ellipse 980">
                <a:extLst>
                  <a:ext uri="{FF2B5EF4-FFF2-40B4-BE49-F238E27FC236}">
                    <a16:creationId xmlns:a16="http://schemas.microsoft.com/office/drawing/2014/main" id="{ABD5CC65-947D-415C-97FC-66CEFB227892}"/>
                  </a:ext>
                </a:extLst>
              </p:cNvPr>
              <p:cNvSpPr/>
              <p:nvPr/>
            </p:nvSpPr>
            <p:spPr bwMode="gray">
              <a:xfrm flipV="1">
                <a:off x="10185459" y="160243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50" name="Ellipse 981">
                <a:extLst>
                  <a:ext uri="{FF2B5EF4-FFF2-40B4-BE49-F238E27FC236}">
                    <a16:creationId xmlns:a16="http://schemas.microsoft.com/office/drawing/2014/main" id="{FF0FCEE2-1752-4072-8F1D-C7CE0BA0177B}"/>
                  </a:ext>
                </a:extLst>
              </p:cNvPr>
              <p:cNvSpPr/>
              <p:nvPr/>
            </p:nvSpPr>
            <p:spPr bwMode="gray">
              <a:xfrm flipV="1">
                <a:off x="10286625" y="2453244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51" name="Ellipse 982">
                <a:extLst>
                  <a:ext uri="{FF2B5EF4-FFF2-40B4-BE49-F238E27FC236}">
                    <a16:creationId xmlns:a16="http://schemas.microsoft.com/office/drawing/2014/main" id="{818FDAF6-CF6D-4248-921B-A77A1D61F74C}"/>
                  </a:ext>
                </a:extLst>
              </p:cNvPr>
              <p:cNvSpPr/>
              <p:nvPr/>
            </p:nvSpPr>
            <p:spPr bwMode="gray">
              <a:xfrm flipV="1">
                <a:off x="10385977" y="2453244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52" name="Ellipse 983">
                <a:extLst>
                  <a:ext uri="{FF2B5EF4-FFF2-40B4-BE49-F238E27FC236}">
                    <a16:creationId xmlns:a16="http://schemas.microsoft.com/office/drawing/2014/main" id="{3CECE34B-1808-4A19-8910-AECF066551ED}"/>
                  </a:ext>
                </a:extLst>
              </p:cNvPr>
              <p:cNvSpPr/>
              <p:nvPr/>
            </p:nvSpPr>
            <p:spPr bwMode="gray">
              <a:xfrm flipV="1">
                <a:off x="10286625" y="224145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53" name="Ellipse 984">
                <a:extLst>
                  <a:ext uri="{FF2B5EF4-FFF2-40B4-BE49-F238E27FC236}">
                    <a16:creationId xmlns:a16="http://schemas.microsoft.com/office/drawing/2014/main" id="{2C8822ED-1D41-4063-A826-8A10CCA9A60D}"/>
                  </a:ext>
                </a:extLst>
              </p:cNvPr>
              <p:cNvSpPr/>
              <p:nvPr/>
            </p:nvSpPr>
            <p:spPr bwMode="gray">
              <a:xfrm flipV="1">
                <a:off x="10385977" y="2347090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54" name="Ellipse 985">
                <a:extLst>
                  <a:ext uri="{FF2B5EF4-FFF2-40B4-BE49-F238E27FC236}">
                    <a16:creationId xmlns:a16="http://schemas.microsoft.com/office/drawing/2014/main" id="{07EFFCF8-DC7C-46A1-85A5-E0F6E72568CC}"/>
                  </a:ext>
                </a:extLst>
              </p:cNvPr>
              <p:cNvSpPr/>
              <p:nvPr/>
            </p:nvSpPr>
            <p:spPr bwMode="gray">
              <a:xfrm flipV="1">
                <a:off x="10385977" y="224145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55" name="Ellipse 986">
                <a:extLst>
                  <a:ext uri="{FF2B5EF4-FFF2-40B4-BE49-F238E27FC236}">
                    <a16:creationId xmlns:a16="http://schemas.microsoft.com/office/drawing/2014/main" id="{A19FDBEA-6A12-4B59-83A5-4DE42226F6F2}"/>
                  </a:ext>
                </a:extLst>
              </p:cNvPr>
              <p:cNvSpPr/>
              <p:nvPr/>
            </p:nvSpPr>
            <p:spPr bwMode="gray">
              <a:xfrm flipV="1">
                <a:off x="10084935" y="2347090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56" name="Ellipse 987">
                <a:extLst>
                  <a:ext uri="{FF2B5EF4-FFF2-40B4-BE49-F238E27FC236}">
                    <a16:creationId xmlns:a16="http://schemas.microsoft.com/office/drawing/2014/main" id="{688D3D1D-3DA6-4CE6-B91D-0EE8A4ADC3B3}"/>
                  </a:ext>
                </a:extLst>
              </p:cNvPr>
              <p:cNvSpPr/>
              <p:nvPr/>
            </p:nvSpPr>
            <p:spPr bwMode="gray">
              <a:xfrm flipV="1">
                <a:off x="10084935" y="224145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57" name="Ellipse 988">
                <a:extLst>
                  <a:ext uri="{FF2B5EF4-FFF2-40B4-BE49-F238E27FC236}">
                    <a16:creationId xmlns:a16="http://schemas.microsoft.com/office/drawing/2014/main" id="{AD883589-62EC-4C7F-B9D4-67EC1385E6FE}"/>
                  </a:ext>
                </a:extLst>
              </p:cNvPr>
              <p:cNvSpPr/>
              <p:nvPr/>
            </p:nvSpPr>
            <p:spPr bwMode="gray">
              <a:xfrm flipV="1">
                <a:off x="10084935" y="2135502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58" name="Ellipse 989">
                <a:extLst>
                  <a:ext uri="{FF2B5EF4-FFF2-40B4-BE49-F238E27FC236}">
                    <a16:creationId xmlns:a16="http://schemas.microsoft.com/office/drawing/2014/main" id="{670214CB-0BE1-450D-963D-C31A24BD389E}"/>
                  </a:ext>
                </a:extLst>
              </p:cNvPr>
              <p:cNvSpPr/>
              <p:nvPr/>
            </p:nvSpPr>
            <p:spPr bwMode="gray">
              <a:xfrm flipV="1">
                <a:off x="10691133" y="2241459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59" name="Ellipse 990">
                <a:extLst>
                  <a:ext uri="{FF2B5EF4-FFF2-40B4-BE49-F238E27FC236}">
                    <a16:creationId xmlns:a16="http://schemas.microsoft.com/office/drawing/2014/main" id="{78B93CB3-0FFC-4B37-8858-569627E1D212}"/>
                  </a:ext>
                </a:extLst>
              </p:cNvPr>
              <p:cNvSpPr/>
              <p:nvPr/>
            </p:nvSpPr>
            <p:spPr bwMode="gray">
              <a:xfrm flipV="1">
                <a:off x="10691133" y="2135502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60" name="Ellipse 991">
                <a:extLst>
                  <a:ext uri="{FF2B5EF4-FFF2-40B4-BE49-F238E27FC236}">
                    <a16:creationId xmlns:a16="http://schemas.microsoft.com/office/drawing/2014/main" id="{C9BF1ED3-1907-40BF-9280-04DE1735942A}"/>
                  </a:ext>
                </a:extLst>
              </p:cNvPr>
              <p:cNvSpPr/>
              <p:nvPr/>
            </p:nvSpPr>
            <p:spPr bwMode="gray">
              <a:xfrm flipV="1">
                <a:off x="10593948" y="2135502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61" name="Ellipse 992">
                <a:extLst>
                  <a:ext uri="{FF2B5EF4-FFF2-40B4-BE49-F238E27FC236}">
                    <a16:creationId xmlns:a16="http://schemas.microsoft.com/office/drawing/2014/main" id="{DDD7F1D5-B8A8-4DB6-88CD-7D9D20A67C4D}"/>
                  </a:ext>
                </a:extLst>
              </p:cNvPr>
              <p:cNvSpPr/>
              <p:nvPr/>
            </p:nvSpPr>
            <p:spPr bwMode="gray">
              <a:xfrm flipV="1">
                <a:off x="10691133" y="1923224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62" name="Ellipse 993">
                <a:extLst>
                  <a:ext uri="{FF2B5EF4-FFF2-40B4-BE49-F238E27FC236}">
                    <a16:creationId xmlns:a16="http://schemas.microsoft.com/office/drawing/2014/main" id="{0BE6B7AD-81CC-4FC3-ABFE-1BD5398D4CE8}"/>
                  </a:ext>
                </a:extLst>
              </p:cNvPr>
              <p:cNvSpPr/>
              <p:nvPr/>
            </p:nvSpPr>
            <p:spPr bwMode="gray">
              <a:xfrm flipV="1">
                <a:off x="10691133" y="1816026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63" name="Ellipse 994">
                <a:extLst>
                  <a:ext uri="{FF2B5EF4-FFF2-40B4-BE49-F238E27FC236}">
                    <a16:creationId xmlns:a16="http://schemas.microsoft.com/office/drawing/2014/main" id="{6CD2849C-2E53-4699-A34F-EF7993B8A669}"/>
                  </a:ext>
                </a:extLst>
              </p:cNvPr>
              <p:cNvSpPr/>
              <p:nvPr/>
            </p:nvSpPr>
            <p:spPr bwMode="gray">
              <a:xfrm flipV="1">
                <a:off x="10691133" y="170790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64" name="Ellipse 995">
                <a:extLst>
                  <a:ext uri="{FF2B5EF4-FFF2-40B4-BE49-F238E27FC236}">
                    <a16:creationId xmlns:a16="http://schemas.microsoft.com/office/drawing/2014/main" id="{A1E2D3BB-F57F-4BF6-A564-9CDE3BFE5379}"/>
                  </a:ext>
                </a:extLst>
              </p:cNvPr>
              <p:cNvSpPr/>
              <p:nvPr/>
            </p:nvSpPr>
            <p:spPr bwMode="gray">
              <a:xfrm flipV="1">
                <a:off x="9883804" y="160243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65" name="Ellipse 996">
                <a:extLst>
                  <a:ext uri="{FF2B5EF4-FFF2-40B4-BE49-F238E27FC236}">
                    <a16:creationId xmlns:a16="http://schemas.microsoft.com/office/drawing/2014/main" id="{27F43E66-3150-47DD-A954-6CF4D39D7BB7}"/>
                  </a:ext>
                </a:extLst>
              </p:cNvPr>
              <p:cNvSpPr/>
              <p:nvPr/>
            </p:nvSpPr>
            <p:spPr bwMode="gray">
              <a:xfrm flipV="1">
                <a:off x="9778750" y="1602439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66" name="Ellipse 997">
                <a:extLst>
                  <a:ext uri="{FF2B5EF4-FFF2-40B4-BE49-F238E27FC236}">
                    <a16:creationId xmlns:a16="http://schemas.microsoft.com/office/drawing/2014/main" id="{C104B223-520C-41C1-8DDF-610CB72D9434}"/>
                  </a:ext>
                </a:extLst>
              </p:cNvPr>
              <p:cNvSpPr/>
              <p:nvPr/>
            </p:nvSpPr>
            <p:spPr bwMode="gray">
              <a:xfrm flipV="1">
                <a:off x="9676998" y="1602439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67" name="Ellipse 998">
                <a:extLst>
                  <a:ext uri="{FF2B5EF4-FFF2-40B4-BE49-F238E27FC236}">
                    <a16:creationId xmlns:a16="http://schemas.microsoft.com/office/drawing/2014/main" id="{9EB56993-E8F9-4721-9C17-3FE221047884}"/>
                  </a:ext>
                </a:extLst>
              </p:cNvPr>
              <p:cNvSpPr/>
              <p:nvPr/>
            </p:nvSpPr>
            <p:spPr bwMode="gray">
              <a:xfrm flipV="1">
                <a:off x="10593948" y="170790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68" name="Ellipse 999">
                <a:extLst>
                  <a:ext uri="{FF2B5EF4-FFF2-40B4-BE49-F238E27FC236}">
                    <a16:creationId xmlns:a16="http://schemas.microsoft.com/office/drawing/2014/main" id="{3EA71A5F-9A04-4357-9671-3CA0DEAFC4C5}"/>
                  </a:ext>
                </a:extLst>
              </p:cNvPr>
              <p:cNvSpPr/>
              <p:nvPr/>
            </p:nvSpPr>
            <p:spPr bwMode="gray">
              <a:xfrm flipV="1">
                <a:off x="10593948" y="1816026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69" name="Ellipse 1000">
                <a:extLst>
                  <a:ext uri="{FF2B5EF4-FFF2-40B4-BE49-F238E27FC236}">
                    <a16:creationId xmlns:a16="http://schemas.microsoft.com/office/drawing/2014/main" id="{27F97A9A-12F1-471E-84B9-8F9C55B1585A}"/>
                  </a:ext>
                </a:extLst>
              </p:cNvPr>
              <p:cNvSpPr/>
              <p:nvPr/>
            </p:nvSpPr>
            <p:spPr bwMode="gray">
              <a:xfrm flipV="1">
                <a:off x="10385977" y="1816026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70" name="Ellipse 1001">
                <a:extLst>
                  <a:ext uri="{FF2B5EF4-FFF2-40B4-BE49-F238E27FC236}">
                    <a16:creationId xmlns:a16="http://schemas.microsoft.com/office/drawing/2014/main" id="{5E6FE083-33BF-48AA-AD3F-96E3DDB22818}"/>
                  </a:ext>
                </a:extLst>
              </p:cNvPr>
              <p:cNvSpPr/>
              <p:nvPr/>
            </p:nvSpPr>
            <p:spPr bwMode="gray">
              <a:xfrm flipV="1">
                <a:off x="10490310" y="2135502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71" name="Ellipse 1002">
                <a:extLst>
                  <a:ext uri="{FF2B5EF4-FFF2-40B4-BE49-F238E27FC236}">
                    <a16:creationId xmlns:a16="http://schemas.microsoft.com/office/drawing/2014/main" id="{B8F0B45A-ED51-4CF4-9739-43CCE05BBF51}"/>
                  </a:ext>
                </a:extLst>
              </p:cNvPr>
              <p:cNvSpPr/>
              <p:nvPr/>
            </p:nvSpPr>
            <p:spPr bwMode="gray">
              <a:xfrm flipV="1">
                <a:off x="10490310" y="202859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72" name="Ellipse 1003">
                <a:extLst>
                  <a:ext uri="{FF2B5EF4-FFF2-40B4-BE49-F238E27FC236}">
                    <a16:creationId xmlns:a16="http://schemas.microsoft.com/office/drawing/2014/main" id="{B7E8B69E-B605-482C-9D14-2261149E910F}"/>
                  </a:ext>
                </a:extLst>
              </p:cNvPr>
              <p:cNvSpPr/>
              <p:nvPr/>
            </p:nvSpPr>
            <p:spPr bwMode="gray">
              <a:xfrm flipV="1">
                <a:off x="10490310" y="160243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73" name="Ellipse 1004">
                <a:extLst>
                  <a:ext uri="{FF2B5EF4-FFF2-40B4-BE49-F238E27FC236}">
                    <a16:creationId xmlns:a16="http://schemas.microsoft.com/office/drawing/2014/main" id="{7066A820-B9FA-48D1-AC41-8B99BE3A647A}"/>
                  </a:ext>
                </a:extLst>
              </p:cNvPr>
              <p:cNvSpPr/>
              <p:nvPr/>
            </p:nvSpPr>
            <p:spPr bwMode="gray">
              <a:xfrm flipV="1">
                <a:off x="9778750" y="1707909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74" name="Ellipse 1005">
                <a:extLst>
                  <a:ext uri="{FF2B5EF4-FFF2-40B4-BE49-F238E27FC236}">
                    <a16:creationId xmlns:a16="http://schemas.microsoft.com/office/drawing/2014/main" id="{1F2CC8A5-65C5-4D59-919E-F685CCC814EB}"/>
                  </a:ext>
                </a:extLst>
              </p:cNvPr>
              <p:cNvSpPr/>
              <p:nvPr/>
            </p:nvSpPr>
            <p:spPr bwMode="gray">
              <a:xfrm flipV="1">
                <a:off x="9883804" y="1707909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75" name="Ellipse 1006">
                <a:extLst>
                  <a:ext uri="{FF2B5EF4-FFF2-40B4-BE49-F238E27FC236}">
                    <a16:creationId xmlns:a16="http://schemas.microsoft.com/office/drawing/2014/main" id="{E0B38AE7-9986-4B54-89AE-602806DA0C82}"/>
                  </a:ext>
                </a:extLst>
              </p:cNvPr>
              <p:cNvSpPr/>
              <p:nvPr/>
            </p:nvSpPr>
            <p:spPr bwMode="gray">
              <a:xfrm flipV="1">
                <a:off x="9979215" y="1707909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76" name="Ellipse 1007">
                <a:extLst>
                  <a:ext uri="{FF2B5EF4-FFF2-40B4-BE49-F238E27FC236}">
                    <a16:creationId xmlns:a16="http://schemas.microsoft.com/office/drawing/2014/main" id="{2CD6097B-A2ED-44F2-98C2-51DBDBEA777E}"/>
                  </a:ext>
                </a:extLst>
              </p:cNvPr>
              <p:cNvSpPr/>
              <p:nvPr/>
            </p:nvSpPr>
            <p:spPr bwMode="gray">
              <a:xfrm flipV="1">
                <a:off x="9979215" y="1816026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77" name="Ellipse 1008">
                <a:extLst>
                  <a:ext uri="{FF2B5EF4-FFF2-40B4-BE49-F238E27FC236}">
                    <a16:creationId xmlns:a16="http://schemas.microsoft.com/office/drawing/2014/main" id="{EE1D634B-65AE-4DC4-B47A-B82039E56D9E}"/>
                  </a:ext>
                </a:extLst>
              </p:cNvPr>
              <p:cNvSpPr/>
              <p:nvPr/>
            </p:nvSpPr>
            <p:spPr bwMode="gray">
              <a:xfrm flipV="1">
                <a:off x="9979215" y="1923224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78" name="Ellipse 1009">
                <a:extLst>
                  <a:ext uri="{FF2B5EF4-FFF2-40B4-BE49-F238E27FC236}">
                    <a16:creationId xmlns:a16="http://schemas.microsoft.com/office/drawing/2014/main" id="{516EC3A0-8AFB-4CE3-8E16-39805A77705B}"/>
                  </a:ext>
                </a:extLst>
              </p:cNvPr>
              <p:cNvSpPr/>
              <p:nvPr/>
            </p:nvSpPr>
            <p:spPr bwMode="gray">
              <a:xfrm flipV="1">
                <a:off x="9979215" y="224145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79" name="Ellipse 1010">
                <a:extLst>
                  <a:ext uri="{FF2B5EF4-FFF2-40B4-BE49-F238E27FC236}">
                    <a16:creationId xmlns:a16="http://schemas.microsoft.com/office/drawing/2014/main" id="{F3D8A70A-B37C-4578-AC5E-4A7DE7C2181A}"/>
                  </a:ext>
                </a:extLst>
              </p:cNvPr>
              <p:cNvSpPr/>
              <p:nvPr/>
            </p:nvSpPr>
            <p:spPr bwMode="gray">
              <a:xfrm flipV="1">
                <a:off x="9778750" y="2453244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80" name="Ellipse 1011">
                <a:extLst>
                  <a:ext uri="{FF2B5EF4-FFF2-40B4-BE49-F238E27FC236}">
                    <a16:creationId xmlns:a16="http://schemas.microsoft.com/office/drawing/2014/main" id="{B3F196FD-2806-404F-B027-9C993D25E758}"/>
                  </a:ext>
                </a:extLst>
              </p:cNvPr>
              <p:cNvSpPr/>
              <p:nvPr/>
            </p:nvSpPr>
            <p:spPr bwMode="gray">
              <a:xfrm flipV="1">
                <a:off x="9778750" y="2347090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81" name="Ellipse 1012">
                <a:extLst>
                  <a:ext uri="{FF2B5EF4-FFF2-40B4-BE49-F238E27FC236}">
                    <a16:creationId xmlns:a16="http://schemas.microsoft.com/office/drawing/2014/main" id="{046FDC1F-2015-49A0-A2A3-B06470371A33}"/>
                  </a:ext>
                </a:extLst>
              </p:cNvPr>
              <p:cNvSpPr/>
              <p:nvPr/>
            </p:nvSpPr>
            <p:spPr bwMode="gray">
              <a:xfrm flipV="1">
                <a:off x="9778750" y="202859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82" name="Ellipse 1013">
                <a:extLst>
                  <a:ext uri="{FF2B5EF4-FFF2-40B4-BE49-F238E27FC236}">
                    <a16:creationId xmlns:a16="http://schemas.microsoft.com/office/drawing/2014/main" id="{75FB4829-606E-44B4-B09B-5CE39BDD954F}"/>
                  </a:ext>
                </a:extLst>
              </p:cNvPr>
              <p:cNvSpPr/>
              <p:nvPr/>
            </p:nvSpPr>
            <p:spPr bwMode="gray">
              <a:xfrm flipV="1">
                <a:off x="9778750" y="1816026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83" name="Ellipse 1014">
                <a:extLst>
                  <a:ext uri="{FF2B5EF4-FFF2-40B4-BE49-F238E27FC236}">
                    <a16:creationId xmlns:a16="http://schemas.microsoft.com/office/drawing/2014/main" id="{3B3A3B35-2BF1-40AA-B2C3-FC3627F01C30}"/>
                  </a:ext>
                </a:extLst>
              </p:cNvPr>
              <p:cNvSpPr/>
              <p:nvPr/>
            </p:nvSpPr>
            <p:spPr bwMode="gray">
              <a:xfrm flipV="1">
                <a:off x="9676998" y="2241459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84" name="Ellipse 1015">
                <a:extLst>
                  <a:ext uri="{FF2B5EF4-FFF2-40B4-BE49-F238E27FC236}">
                    <a16:creationId xmlns:a16="http://schemas.microsoft.com/office/drawing/2014/main" id="{EC23AFFB-D031-4DDF-80B2-54F0D6BAAA0C}"/>
                  </a:ext>
                </a:extLst>
              </p:cNvPr>
              <p:cNvSpPr/>
              <p:nvPr/>
            </p:nvSpPr>
            <p:spPr bwMode="gray">
              <a:xfrm flipV="1">
                <a:off x="9676998" y="1923224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85" name="Ellipse 1016">
                <a:extLst>
                  <a:ext uri="{FF2B5EF4-FFF2-40B4-BE49-F238E27FC236}">
                    <a16:creationId xmlns:a16="http://schemas.microsoft.com/office/drawing/2014/main" id="{9838B2CF-B241-4254-8D86-0042BFB43041}"/>
                  </a:ext>
                </a:extLst>
              </p:cNvPr>
              <p:cNvSpPr/>
              <p:nvPr/>
            </p:nvSpPr>
            <p:spPr bwMode="gray">
              <a:xfrm flipV="1">
                <a:off x="9471345" y="2453244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86" name="Ellipse 1017">
                <a:extLst>
                  <a:ext uri="{FF2B5EF4-FFF2-40B4-BE49-F238E27FC236}">
                    <a16:creationId xmlns:a16="http://schemas.microsoft.com/office/drawing/2014/main" id="{A6E28035-065B-4668-842E-745344B97461}"/>
                  </a:ext>
                </a:extLst>
              </p:cNvPr>
              <p:cNvSpPr/>
              <p:nvPr/>
            </p:nvSpPr>
            <p:spPr bwMode="gray">
              <a:xfrm flipV="1">
                <a:off x="9471345" y="2347090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87" name="Ellipse 1018">
                <a:extLst>
                  <a:ext uri="{FF2B5EF4-FFF2-40B4-BE49-F238E27FC236}">
                    <a16:creationId xmlns:a16="http://schemas.microsoft.com/office/drawing/2014/main" id="{D83E0E70-08EF-4513-B5A3-FF530D64BA4D}"/>
                  </a:ext>
                </a:extLst>
              </p:cNvPr>
              <p:cNvSpPr/>
              <p:nvPr/>
            </p:nvSpPr>
            <p:spPr bwMode="gray">
              <a:xfrm flipV="1">
                <a:off x="9471345" y="1923224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88" name="Ellipse 1019">
                <a:extLst>
                  <a:ext uri="{FF2B5EF4-FFF2-40B4-BE49-F238E27FC236}">
                    <a16:creationId xmlns:a16="http://schemas.microsoft.com/office/drawing/2014/main" id="{AE32D25F-6805-4111-B177-52350A33A224}"/>
                  </a:ext>
                </a:extLst>
              </p:cNvPr>
              <p:cNvSpPr/>
              <p:nvPr/>
            </p:nvSpPr>
            <p:spPr bwMode="gray">
              <a:xfrm flipV="1">
                <a:off x="9471345" y="1816026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89" name="Ellipse 1020">
                <a:extLst>
                  <a:ext uri="{FF2B5EF4-FFF2-40B4-BE49-F238E27FC236}">
                    <a16:creationId xmlns:a16="http://schemas.microsoft.com/office/drawing/2014/main" id="{B1DEA72E-B80C-4F79-B728-22943043AD1B}"/>
                  </a:ext>
                </a:extLst>
              </p:cNvPr>
              <p:cNvSpPr/>
              <p:nvPr/>
            </p:nvSpPr>
            <p:spPr bwMode="gray">
              <a:xfrm flipV="1">
                <a:off x="9471345" y="1707909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90" name="Ellipse 1021">
                <a:extLst>
                  <a:ext uri="{FF2B5EF4-FFF2-40B4-BE49-F238E27FC236}">
                    <a16:creationId xmlns:a16="http://schemas.microsoft.com/office/drawing/2014/main" id="{69D4B0C9-EAE7-480E-877E-EEAA9172075B}"/>
                  </a:ext>
                </a:extLst>
              </p:cNvPr>
              <p:cNvSpPr/>
              <p:nvPr/>
            </p:nvSpPr>
            <p:spPr bwMode="gray">
              <a:xfrm flipV="1">
                <a:off x="9471345" y="160243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91" name="Ellipse 1022">
                <a:extLst>
                  <a:ext uri="{FF2B5EF4-FFF2-40B4-BE49-F238E27FC236}">
                    <a16:creationId xmlns:a16="http://schemas.microsoft.com/office/drawing/2014/main" id="{84962B76-E335-4785-A0FE-23F445E85890}"/>
                  </a:ext>
                </a:extLst>
              </p:cNvPr>
              <p:cNvSpPr/>
              <p:nvPr/>
            </p:nvSpPr>
            <p:spPr bwMode="gray">
              <a:xfrm flipV="1">
                <a:off x="9574906" y="1602439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92" name="Ellipse 1023">
                <a:extLst>
                  <a:ext uri="{FF2B5EF4-FFF2-40B4-BE49-F238E27FC236}">
                    <a16:creationId xmlns:a16="http://schemas.microsoft.com/office/drawing/2014/main" id="{8D75F26A-D027-44F8-83D4-FF011B54D1EB}"/>
                  </a:ext>
                </a:extLst>
              </p:cNvPr>
              <p:cNvSpPr/>
              <p:nvPr/>
            </p:nvSpPr>
            <p:spPr bwMode="gray">
              <a:xfrm flipV="1">
                <a:off x="9471345" y="145798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93" name="Ellipse 1024">
                <a:extLst>
                  <a:ext uri="{FF2B5EF4-FFF2-40B4-BE49-F238E27FC236}">
                    <a16:creationId xmlns:a16="http://schemas.microsoft.com/office/drawing/2014/main" id="{D59B9EB7-F659-4567-B69D-7BDF3AC69B83}"/>
                  </a:ext>
                </a:extLst>
              </p:cNvPr>
              <p:cNvSpPr/>
              <p:nvPr/>
            </p:nvSpPr>
            <p:spPr bwMode="gray">
              <a:xfrm flipV="1">
                <a:off x="9371954" y="160243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94" name="Ellipse 1025">
                <a:extLst>
                  <a:ext uri="{FF2B5EF4-FFF2-40B4-BE49-F238E27FC236}">
                    <a16:creationId xmlns:a16="http://schemas.microsoft.com/office/drawing/2014/main" id="{1DB960B6-ABA9-48A2-8E89-FD9F1EBBF4AC}"/>
                  </a:ext>
                </a:extLst>
              </p:cNvPr>
              <p:cNvSpPr/>
              <p:nvPr/>
            </p:nvSpPr>
            <p:spPr bwMode="gray">
              <a:xfrm flipV="1">
                <a:off x="9371954" y="2347090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95" name="Ellipse 1026">
                <a:extLst>
                  <a:ext uri="{FF2B5EF4-FFF2-40B4-BE49-F238E27FC236}">
                    <a16:creationId xmlns:a16="http://schemas.microsoft.com/office/drawing/2014/main" id="{401434A3-C491-4F5D-BC92-A77732C88B82}"/>
                  </a:ext>
                </a:extLst>
              </p:cNvPr>
              <p:cNvSpPr/>
              <p:nvPr/>
            </p:nvSpPr>
            <p:spPr bwMode="gray">
              <a:xfrm flipV="1">
                <a:off x="9268950" y="2453244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96" name="Ellipse 1027">
                <a:extLst>
                  <a:ext uri="{FF2B5EF4-FFF2-40B4-BE49-F238E27FC236}">
                    <a16:creationId xmlns:a16="http://schemas.microsoft.com/office/drawing/2014/main" id="{9329AFA9-3A46-442B-9D80-BAA5D1D96A1B}"/>
                  </a:ext>
                </a:extLst>
              </p:cNvPr>
              <p:cNvSpPr/>
              <p:nvPr/>
            </p:nvSpPr>
            <p:spPr bwMode="gray">
              <a:xfrm flipV="1">
                <a:off x="9268950" y="1816026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97" name="Ellipse 1028">
                <a:extLst>
                  <a:ext uri="{FF2B5EF4-FFF2-40B4-BE49-F238E27FC236}">
                    <a16:creationId xmlns:a16="http://schemas.microsoft.com/office/drawing/2014/main" id="{36DA99B9-5B2A-4BF2-8D39-2CF349FEFBB6}"/>
                  </a:ext>
                </a:extLst>
              </p:cNvPr>
              <p:cNvSpPr/>
              <p:nvPr/>
            </p:nvSpPr>
            <p:spPr bwMode="gray">
              <a:xfrm flipV="1">
                <a:off x="9268950" y="170790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98" name="Ellipse 1029">
                <a:extLst>
                  <a:ext uri="{FF2B5EF4-FFF2-40B4-BE49-F238E27FC236}">
                    <a16:creationId xmlns:a16="http://schemas.microsoft.com/office/drawing/2014/main" id="{D56165FE-FE8C-473D-8129-AFCBF2C21491}"/>
                  </a:ext>
                </a:extLst>
              </p:cNvPr>
              <p:cNvSpPr/>
              <p:nvPr/>
            </p:nvSpPr>
            <p:spPr bwMode="gray">
              <a:xfrm flipV="1">
                <a:off x="9268950" y="2347090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99" name="Ellipse 1030">
                <a:extLst>
                  <a:ext uri="{FF2B5EF4-FFF2-40B4-BE49-F238E27FC236}">
                    <a16:creationId xmlns:a16="http://schemas.microsoft.com/office/drawing/2014/main" id="{752DFF24-C9B1-46FE-939B-3026545A5034}"/>
                  </a:ext>
                </a:extLst>
              </p:cNvPr>
              <p:cNvSpPr/>
              <p:nvPr/>
            </p:nvSpPr>
            <p:spPr bwMode="gray">
              <a:xfrm flipV="1">
                <a:off x="9169531" y="2347090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00" name="Ellipse 1031">
                <a:extLst>
                  <a:ext uri="{FF2B5EF4-FFF2-40B4-BE49-F238E27FC236}">
                    <a16:creationId xmlns:a16="http://schemas.microsoft.com/office/drawing/2014/main" id="{384B9537-02CF-4003-977A-CD17CDB19E73}"/>
                  </a:ext>
                </a:extLst>
              </p:cNvPr>
              <p:cNvSpPr/>
              <p:nvPr/>
            </p:nvSpPr>
            <p:spPr bwMode="gray">
              <a:xfrm flipV="1">
                <a:off x="9063923" y="2347090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01" name="Ellipse 1032">
                <a:extLst>
                  <a:ext uri="{FF2B5EF4-FFF2-40B4-BE49-F238E27FC236}">
                    <a16:creationId xmlns:a16="http://schemas.microsoft.com/office/drawing/2014/main" id="{861FDF1E-CF12-48C5-B40A-005F9B2BA045}"/>
                  </a:ext>
                </a:extLst>
              </p:cNvPr>
              <p:cNvSpPr/>
              <p:nvPr/>
            </p:nvSpPr>
            <p:spPr bwMode="gray">
              <a:xfrm flipV="1">
                <a:off x="8865794" y="2241459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02" name="Ellipse 1033">
                <a:extLst>
                  <a:ext uri="{FF2B5EF4-FFF2-40B4-BE49-F238E27FC236}">
                    <a16:creationId xmlns:a16="http://schemas.microsoft.com/office/drawing/2014/main" id="{E1CBEE46-84FF-4D87-B0F1-BE6EAA8428AF}"/>
                  </a:ext>
                </a:extLst>
              </p:cNvPr>
              <p:cNvSpPr/>
              <p:nvPr/>
            </p:nvSpPr>
            <p:spPr bwMode="gray">
              <a:xfrm flipV="1">
                <a:off x="8762410" y="2347090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03" name="Ellipse 1034">
                <a:extLst>
                  <a:ext uri="{FF2B5EF4-FFF2-40B4-BE49-F238E27FC236}">
                    <a16:creationId xmlns:a16="http://schemas.microsoft.com/office/drawing/2014/main" id="{3F06B99C-CD03-481B-A358-C2F0B98EC5C4}"/>
                  </a:ext>
                </a:extLst>
              </p:cNvPr>
              <p:cNvSpPr/>
              <p:nvPr/>
            </p:nvSpPr>
            <p:spPr bwMode="gray">
              <a:xfrm flipV="1">
                <a:off x="8666236" y="2453244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04" name="Ellipse 1035">
                <a:extLst>
                  <a:ext uri="{FF2B5EF4-FFF2-40B4-BE49-F238E27FC236}">
                    <a16:creationId xmlns:a16="http://schemas.microsoft.com/office/drawing/2014/main" id="{60001BAA-892F-4A81-B479-93309757990A}"/>
                  </a:ext>
                </a:extLst>
              </p:cNvPr>
              <p:cNvSpPr/>
              <p:nvPr/>
            </p:nvSpPr>
            <p:spPr bwMode="gray">
              <a:xfrm flipV="1">
                <a:off x="8458819" y="1816026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05" name="Ellipse 1036">
                <a:extLst>
                  <a:ext uri="{FF2B5EF4-FFF2-40B4-BE49-F238E27FC236}">
                    <a16:creationId xmlns:a16="http://schemas.microsoft.com/office/drawing/2014/main" id="{33063A9C-C403-48FB-A251-94EE80470BD3}"/>
                  </a:ext>
                </a:extLst>
              </p:cNvPr>
              <p:cNvSpPr/>
              <p:nvPr/>
            </p:nvSpPr>
            <p:spPr bwMode="gray">
              <a:xfrm flipV="1">
                <a:off x="8458819" y="170790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06" name="Ellipse 1037">
                <a:extLst>
                  <a:ext uri="{FF2B5EF4-FFF2-40B4-BE49-F238E27FC236}">
                    <a16:creationId xmlns:a16="http://schemas.microsoft.com/office/drawing/2014/main" id="{BE550241-98B6-44E6-8B07-1D3EA2BF38EF}"/>
                  </a:ext>
                </a:extLst>
              </p:cNvPr>
              <p:cNvSpPr/>
              <p:nvPr/>
            </p:nvSpPr>
            <p:spPr bwMode="gray">
              <a:xfrm flipV="1">
                <a:off x="8458819" y="160243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07" name="Ellipse 1038">
                <a:extLst>
                  <a:ext uri="{FF2B5EF4-FFF2-40B4-BE49-F238E27FC236}">
                    <a16:creationId xmlns:a16="http://schemas.microsoft.com/office/drawing/2014/main" id="{87290F88-3060-40C2-A8C3-4C2C2D6DA534}"/>
                  </a:ext>
                </a:extLst>
              </p:cNvPr>
              <p:cNvSpPr/>
              <p:nvPr/>
            </p:nvSpPr>
            <p:spPr bwMode="gray">
              <a:xfrm flipV="1">
                <a:off x="8355188" y="160243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08" name="Ellipse 1039">
                <a:extLst>
                  <a:ext uri="{FF2B5EF4-FFF2-40B4-BE49-F238E27FC236}">
                    <a16:creationId xmlns:a16="http://schemas.microsoft.com/office/drawing/2014/main" id="{8DA9FD36-2744-4214-BB06-E461C5DF5528}"/>
                  </a:ext>
                </a:extLst>
              </p:cNvPr>
              <p:cNvSpPr/>
              <p:nvPr/>
            </p:nvSpPr>
            <p:spPr bwMode="gray">
              <a:xfrm flipV="1">
                <a:off x="8355188" y="145798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09" name="Ellipse 1040">
                <a:extLst>
                  <a:ext uri="{FF2B5EF4-FFF2-40B4-BE49-F238E27FC236}">
                    <a16:creationId xmlns:a16="http://schemas.microsoft.com/office/drawing/2014/main" id="{C7C64060-EB80-4AB5-9030-4461D090689D}"/>
                  </a:ext>
                </a:extLst>
              </p:cNvPr>
              <p:cNvSpPr/>
              <p:nvPr/>
            </p:nvSpPr>
            <p:spPr bwMode="gray">
              <a:xfrm flipV="1">
                <a:off x="8257598" y="160243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0" name="Ellipse 1041">
                <a:extLst>
                  <a:ext uri="{FF2B5EF4-FFF2-40B4-BE49-F238E27FC236}">
                    <a16:creationId xmlns:a16="http://schemas.microsoft.com/office/drawing/2014/main" id="{6DEE4E78-6DA0-45F6-8E00-ED0FE4DE2F95}"/>
                  </a:ext>
                </a:extLst>
              </p:cNvPr>
              <p:cNvSpPr/>
              <p:nvPr/>
            </p:nvSpPr>
            <p:spPr bwMode="gray">
              <a:xfrm flipV="1">
                <a:off x="8257598" y="145798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1" name="Ellipse 1042">
                <a:extLst>
                  <a:ext uri="{FF2B5EF4-FFF2-40B4-BE49-F238E27FC236}">
                    <a16:creationId xmlns:a16="http://schemas.microsoft.com/office/drawing/2014/main" id="{CD5844FB-74CA-48DA-875F-D7F30A248E27}"/>
                  </a:ext>
                </a:extLst>
              </p:cNvPr>
              <p:cNvSpPr/>
              <p:nvPr/>
            </p:nvSpPr>
            <p:spPr bwMode="gray">
              <a:xfrm flipV="1">
                <a:off x="8257598" y="1816026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2" name="Ellipse 1043">
                <a:extLst>
                  <a:ext uri="{FF2B5EF4-FFF2-40B4-BE49-F238E27FC236}">
                    <a16:creationId xmlns:a16="http://schemas.microsoft.com/office/drawing/2014/main" id="{048FF136-81C4-4150-92EA-AE49BD20AD18}"/>
                  </a:ext>
                </a:extLst>
              </p:cNvPr>
              <p:cNvSpPr/>
              <p:nvPr/>
            </p:nvSpPr>
            <p:spPr bwMode="gray">
              <a:xfrm flipV="1">
                <a:off x="8257598" y="2028599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3" name="Ellipse 1044">
                <a:extLst>
                  <a:ext uri="{FF2B5EF4-FFF2-40B4-BE49-F238E27FC236}">
                    <a16:creationId xmlns:a16="http://schemas.microsoft.com/office/drawing/2014/main" id="{31D6F502-B1CA-4570-BC1F-2AB03806C339}"/>
                  </a:ext>
                </a:extLst>
              </p:cNvPr>
              <p:cNvSpPr/>
              <p:nvPr/>
            </p:nvSpPr>
            <p:spPr bwMode="gray">
              <a:xfrm flipV="1">
                <a:off x="8156400" y="1923224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4" name="Ellipse 1045">
                <a:extLst>
                  <a:ext uri="{FF2B5EF4-FFF2-40B4-BE49-F238E27FC236}">
                    <a16:creationId xmlns:a16="http://schemas.microsoft.com/office/drawing/2014/main" id="{A149FA54-8C39-4A6F-B574-CD4BE2060AEC}"/>
                  </a:ext>
                </a:extLst>
              </p:cNvPr>
              <p:cNvSpPr/>
              <p:nvPr/>
            </p:nvSpPr>
            <p:spPr bwMode="gray">
              <a:xfrm flipV="1">
                <a:off x="8053160" y="1923224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5" name="Ellipse 1046">
                <a:extLst>
                  <a:ext uri="{FF2B5EF4-FFF2-40B4-BE49-F238E27FC236}">
                    <a16:creationId xmlns:a16="http://schemas.microsoft.com/office/drawing/2014/main" id="{AB7B64AA-C9DE-4541-966D-08C78223A97A}"/>
                  </a:ext>
                </a:extLst>
              </p:cNvPr>
              <p:cNvSpPr/>
              <p:nvPr/>
            </p:nvSpPr>
            <p:spPr bwMode="gray">
              <a:xfrm flipV="1">
                <a:off x="8053160" y="170790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6" name="Ellipse 1047">
                <a:extLst>
                  <a:ext uri="{FF2B5EF4-FFF2-40B4-BE49-F238E27FC236}">
                    <a16:creationId xmlns:a16="http://schemas.microsoft.com/office/drawing/2014/main" id="{FA59A770-2550-4374-915B-2E5221B76811}"/>
                  </a:ext>
                </a:extLst>
              </p:cNvPr>
              <p:cNvSpPr/>
              <p:nvPr/>
            </p:nvSpPr>
            <p:spPr bwMode="gray">
              <a:xfrm flipV="1">
                <a:off x="8053160" y="1816026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7" name="Ellipse 1048">
                <a:extLst>
                  <a:ext uri="{FF2B5EF4-FFF2-40B4-BE49-F238E27FC236}">
                    <a16:creationId xmlns:a16="http://schemas.microsoft.com/office/drawing/2014/main" id="{52772B4C-0F32-4D1B-BD8C-93F19BC6FF3C}"/>
                  </a:ext>
                </a:extLst>
              </p:cNvPr>
              <p:cNvSpPr/>
              <p:nvPr/>
            </p:nvSpPr>
            <p:spPr bwMode="gray">
              <a:xfrm flipV="1">
                <a:off x="8053160" y="2135502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8" name="Ellipse 1049">
                <a:extLst>
                  <a:ext uri="{FF2B5EF4-FFF2-40B4-BE49-F238E27FC236}">
                    <a16:creationId xmlns:a16="http://schemas.microsoft.com/office/drawing/2014/main" id="{70386317-CA5D-4BF4-8C34-F979F503701C}"/>
                  </a:ext>
                </a:extLst>
              </p:cNvPr>
              <p:cNvSpPr/>
              <p:nvPr/>
            </p:nvSpPr>
            <p:spPr bwMode="gray">
              <a:xfrm flipV="1">
                <a:off x="8053160" y="2347090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9" name="Ellipse 1050">
                <a:extLst>
                  <a:ext uri="{FF2B5EF4-FFF2-40B4-BE49-F238E27FC236}">
                    <a16:creationId xmlns:a16="http://schemas.microsoft.com/office/drawing/2014/main" id="{4A8022C8-B3E1-42A1-8A10-CBA77CA672B6}"/>
                  </a:ext>
                </a:extLst>
              </p:cNvPr>
              <p:cNvSpPr/>
              <p:nvPr/>
            </p:nvSpPr>
            <p:spPr bwMode="gray">
              <a:xfrm flipV="1">
                <a:off x="8053160" y="2453244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0" name="Ellipse 1051">
                <a:extLst>
                  <a:ext uri="{FF2B5EF4-FFF2-40B4-BE49-F238E27FC236}">
                    <a16:creationId xmlns:a16="http://schemas.microsoft.com/office/drawing/2014/main" id="{DE93BEB0-19E0-42BF-85C1-10F1B9758ED2}"/>
                  </a:ext>
                </a:extLst>
              </p:cNvPr>
              <p:cNvSpPr/>
              <p:nvPr/>
            </p:nvSpPr>
            <p:spPr bwMode="gray">
              <a:xfrm flipV="1">
                <a:off x="7950749" y="1923224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1" name="Ellipse 1052">
                <a:extLst>
                  <a:ext uri="{FF2B5EF4-FFF2-40B4-BE49-F238E27FC236}">
                    <a16:creationId xmlns:a16="http://schemas.microsoft.com/office/drawing/2014/main" id="{B16A2EE7-B1A8-4E67-9C6B-35755CEF15E8}"/>
                  </a:ext>
                </a:extLst>
              </p:cNvPr>
              <p:cNvSpPr/>
              <p:nvPr/>
            </p:nvSpPr>
            <p:spPr bwMode="gray">
              <a:xfrm flipV="1">
                <a:off x="7950749" y="1816026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2" name="Ellipse 1053">
                <a:extLst>
                  <a:ext uri="{FF2B5EF4-FFF2-40B4-BE49-F238E27FC236}">
                    <a16:creationId xmlns:a16="http://schemas.microsoft.com/office/drawing/2014/main" id="{BF3D4488-458E-4EFD-9AD8-9DEDADDBFE06}"/>
                  </a:ext>
                </a:extLst>
              </p:cNvPr>
              <p:cNvSpPr/>
              <p:nvPr/>
            </p:nvSpPr>
            <p:spPr bwMode="gray">
              <a:xfrm flipV="1">
                <a:off x="7850594" y="160243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3" name="Ellipse 1054">
                <a:extLst>
                  <a:ext uri="{FF2B5EF4-FFF2-40B4-BE49-F238E27FC236}">
                    <a16:creationId xmlns:a16="http://schemas.microsoft.com/office/drawing/2014/main" id="{A410248E-763F-4228-8656-104A95C9D010}"/>
                  </a:ext>
                </a:extLst>
              </p:cNvPr>
              <p:cNvSpPr/>
              <p:nvPr/>
            </p:nvSpPr>
            <p:spPr bwMode="gray">
              <a:xfrm flipV="1">
                <a:off x="7850594" y="145798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4" name="Ellipse 1055">
                <a:extLst>
                  <a:ext uri="{FF2B5EF4-FFF2-40B4-BE49-F238E27FC236}">
                    <a16:creationId xmlns:a16="http://schemas.microsoft.com/office/drawing/2014/main" id="{B3C57496-D966-439F-B1F1-6663FA909314}"/>
                  </a:ext>
                </a:extLst>
              </p:cNvPr>
              <p:cNvSpPr/>
              <p:nvPr/>
            </p:nvSpPr>
            <p:spPr bwMode="gray">
              <a:xfrm flipV="1">
                <a:off x="7850594" y="2453244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5" name="Ellipse 1056">
                <a:extLst>
                  <a:ext uri="{FF2B5EF4-FFF2-40B4-BE49-F238E27FC236}">
                    <a16:creationId xmlns:a16="http://schemas.microsoft.com/office/drawing/2014/main" id="{BC362A32-21C6-42F6-B13B-CC51812D8194}"/>
                  </a:ext>
                </a:extLst>
              </p:cNvPr>
              <p:cNvSpPr/>
              <p:nvPr/>
            </p:nvSpPr>
            <p:spPr bwMode="gray">
              <a:xfrm flipV="1">
                <a:off x="7646801" y="1816026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6" name="Ellipse 1057">
                <a:extLst>
                  <a:ext uri="{FF2B5EF4-FFF2-40B4-BE49-F238E27FC236}">
                    <a16:creationId xmlns:a16="http://schemas.microsoft.com/office/drawing/2014/main" id="{82AB2091-ABAE-4321-B732-78AB35123379}"/>
                  </a:ext>
                </a:extLst>
              </p:cNvPr>
              <p:cNvSpPr/>
              <p:nvPr/>
            </p:nvSpPr>
            <p:spPr bwMode="gray">
              <a:xfrm flipV="1">
                <a:off x="7748160" y="1816026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7" name="Ellipse 1058">
                <a:extLst>
                  <a:ext uri="{FF2B5EF4-FFF2-40B4-BE49-F238E27FC236}">
                    <a16:creationId xmlns:a16="http://schemas.microsoft.com/office/drawing/2014/main" id="{3F18A2EB-5582-4315-BF59-A78863A15619}"/>
                  </a:ext>
                </a:extLst>
              </p:cNvPr>
              <p:cNvSpPr/>
              <p:nvPr/>
            </p:nvSpPr>
            <p:spPr bwMode="gray">
              <a:xfrm flipV="1">
                <a:off x="7748160" y="202859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8" name="Ellipse 1059">
                <a:extLst>
                  <a:ext uri="{FF2B5EF4-FFF2-40B4-BE49-F238E27FC236}">
                    <a16:creationId xmlns:a16="http://schemas.microsoft.com/office/drawing/2014/main" id="{FE9DFA4C-132D-473C-88FD-BAE3FDC2ED44}"/>
                  </a:ext>
                </a:extLst>
              </p:cNvPr>
              <p:cNvSpPr/>
              <p:nvPr/>
            </p:nvSpPr>
            <p:spPr bwMode="gray">
              <a:xfrm flipV="1">
                <a:off x="7549603" y="1602439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9" name="Ellipse 1060">
                <a:extLst>
                  <a:ext uri="{FF2B5EF4-FFF2-40B4-BE49-F238E27FC236}">
                    <a16:creationId xmlns:a16="http://schemas.microsoft.com/office/drawing/2014/main" id="{04124F07-B076-4E85-93B5-42CDB7E40640}"/>
                  </a:ext>
                </a:extLst>
              </p:cNvPr>
              <p:cNvSpPr/>
              <p:nvPr/>
            </p:nvSpPr>
            <p:spPr bwMode="gray">
              <a:xfrm flipV="1">
                <a:off x="7549603" y="1923224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30" name="Ellipse 1061">
                <a:extLst>
                  <a:ext uri="{FF2B5EF4-FFF2-40B4-BE49-F238E27FC236}">
                    <a16:creationId xmlns:a16="http://schemas.microsoft.com/office/drawing/2014/main" id="{6A2772C1-93AA-4100-9836-9217F80E0887}"/>
                  </a:ext>
                </a:extLst>
              </p:cNvPr>
              <p:cNvSpPr/>
              <p:nvPr/>
            </p:nvSpPr>
            <p:spPr bwMode="gray">
              <a:xfrm flipV="1">
                <a:off x="7549603" y="2347090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31" name="Ellipse 1062">
                <a:extLst>
                  <a:ext uri="{FF2B5EF4-FFF2-40B4-BE49-F238E27FC236}">
                    <a16:creationId xmlns:a16="http://schemas.microsoft.com/office/drawing/2014/main" id="{06260B17-65F6-466D-BA28-0A1B5B3E1BAD}"/>
                  </a:ext>
                </a:extLst>
              </p:cNvPr>
              <p:cNvSpPr/>
              <p:nvPr/>
            </p:nvSpPr>
            <p:spPr bwMode="gray">
              <a:xfrm flipV="1">
                <a:off x="7441978" y="2453244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32" name="Ellipse 1063">
                <a:extLst>
                  <a:ext uri="{FF2B5EF4-FFF2-40B4-BE49-F238E27FC236}">
                    <a16:creationId xmlns:a16="http://schemas.microsoft.com/office/drawing/2014/main" id="{B63AAF50-F36E-4338-8D60-F353921A54B6}"/>
                  </a:ext>
                </a:extLst>
              </p:cNvPr>
              <p:cNvSpPr/>
              <p:nvPr/>
            </p:nvSpPr>
            <p:spPr bwMode="gray">
              <a:xfrm flipV="1">
                <a:off x="7441978" y="2347090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33" name="Ellipse 1064">
                <a:extLst>
                  <a:ext uri="{FF2B5EF4-FFF2-40B4-BE49-F238E27FC236}">
                    <a16:creationId xmlns:a16="http://schemas.microsoft.com/office/drawing/2014/main" id="{E8F61A83-1A6C-4BD7-A284-4BA4E7C9167D}"/>
                  </a:ext>
                </a:extLst>
              </p:cNvPr>
              <p:cNvSpPr/>
              <p:nvPr/>
            </p:nvSpPr>
            <p:spPr bwMode="gray">
              <a:xfrm flipV="1">
                <a:off x="7344594" y="2028599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34" name="Ellipse 1065">
                <a:extLst>
                  <a:ext uri="{FF2B5EF4-FFF2-40B4-BE49-F238E27FC236}">
                    <a16:creationId xmlns:a16="http://schemas.microsoft.com/office/drawing/2014/main" id="{965FF0E5-51FF-4D43-98D0-2E8327C0D789}"/>
                  </a:ext>
                </a:extLst>
              </p:cNvPr>
              <p:cNvSpPr/>
              <p:nvPr/>
            </p:nvSpPr>
            <p:spPr bwMode="gray">
              <a:xfrm flipV="1">
                <a:off x="7344594" y="1923224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35" name="Ellipse 1066">
                <a:extLst>
                  <a:ext uri="{FF2B5EF4-FFF2-40B4-BE49-F238E27FC236}">
                    <a16:creationId xmlns:a16="http://schemas.microsoft.com/office/drawing/2014/main" id="{3CD36F5B-14F4-467A-8BAB-581074A1DF76}"/>
                  </a:ext>
                </a:extLst>
              </p:cNvPr>
              <p:cNvSpPr/>
              <p:nvPr/>
            </p:nvSpPr>
            <p:spPr bwMode="gray">
              <a:xfrm flipV="1">
                <a:off x="7344594" y="1816026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36" name="Ellipse 1067">
                <a:extLst>
                  <a:ext uri="{FF2B5EF4-FFF2-40B4-BE49-F238E27FC236}">
                    <a16:creationId xmlns:a16="http://schemas.microsoft.com/office/drawing/2014/main" id="{209F45BF-A1F4-494F-87FA-AC67125CB38E}"/>
                  </a:ext>
                </a:extLst>
              </p:cNvPr>
              <p:cNvSpPr/>
              <p:nvPr/>
            </p:nvSpPr>
            <p:spPr bwMode="gray">
              <a:xfrm flipV="1">
                <a:off x="7344594" y="160243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37" name="Ellipse 1068">
                <a:extLst>
                  <a:ext uri="{FF2B5EF4-FFF2-40B4-BE49-F238E27FC236}">
                    <a16:creationId xmlns:a16="http://schemas.microsoft.com/office/drawing/2014/main" id="{9852970D-7879-401D-BFFA-7321DEAB3535}"/>
                  </a:ext>
                </a:extLst>
              </p:cNvPr>
              <p:cNvSpPr/>
              <p:nvPr/>
            </p:nvSpPr>
            <p:spPr bwMode="gray">
              <a:xfrm flipV="1">
                <a:off x="7239583" y="2453244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38" name="Ellipse 1069">
                <a:extLst>
                  <a:ext uri="{FF2B5EF4-FFF2-40B4-BE49-F238E27FC236}">
                    <a16:creationId xmlns:a16="http://schemas.microsoft.com/office/drawing/2014/main" id="{1D975484-26CB-48A5-8CD2-31549A997AC2}"/>
                  </a:ext>
                </a:extLst>
              </p:cNvPr>
              <p:cNvSpPr/>
              <p:nvPr/>
            </p:nvSpPr>
            <p:spPr bwMode="gray">
              <a:xfrm flipV="1">
                <a:off x="7239583" y="2028599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39" name="Ellipse 1070">
                <a:extLst>
                  <a:ext uri="{FF2B5EF4-FFF2-40B4-BE49-F238E27FC236}">
                    <a16:creationId xmlns:a16="http://schemas.microsoft.com/office/drawing/2014/main" id="{C58EDD72-0865-4E67-A7EE-70B288F26BA9}"/>
                  </a:ext>
                </a:extLst>
              </p:cNvPr>
              <p:cNvSpPr/>
              <p:nvPr/>
            </p:nvSpPr>
            <p:spPr bwMode="gray">
              <a:xfrm flipV="1">
                <a:off x="7239583" y="1816026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40" name="Ellipse 1071">
                <a:extLst>
                  <a:ext uri="{FF2B5EF4-FFF2-40B4-BE49-F238E27FC236}">
                    <a16:creationId xmlns:a16="http://schemas.microsoft.com/office/drawing/2014/main" id="{C24AA382-1F00-4DAA-B2F1-9EE6019E1E28}"/>
                  </a:ext>
                </a:extLst>
              </p:cNvPr>
              <p:cNvSpPr/>
              <p:nvPr/>
            </p:nvSpPr>
            <p:spPr bwMode="gray">
              <a:xfrm flipV="1">
                <a:off x="7239583" y="2347090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41" name="Ellipse 1072">
                <a:extLst>
                  <a:ext uri="{FF2B5EF4-FFF2-40B4-BE49-F238E27FC236}">
                    <a16:creationId xmlns:a16="http://schemas.microsoft.com/office/drawing/2014/main" id="{932E17CD-0C2C-47D7-BB4A-22C2419E2FD4}"/>
                  </a:ext>
                </a:extLst>
              </p:cNvPr>
              <p:cNvSpPr/>
              <p:nvPr/>
            </p:nvSpPr>
            <p:spPr bwMode="gray">
              <a:xfrm flipV="1">
                <a:off x="7136579" y="2347090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6487"/>
                  </a:solidFill>
                </a:endParaRPr>
              </a:p>
            </p:txBody>
          </p:sp>
          <p:sp>
            <p:nvSpPr>
              <p:cNvPr id="442" name="Ellipse 1073">
                <a:extLst>
                  <a:ext uri="{FF2B5EF4-FFF2-40B4-BE49-F238E27FC236}">
                    <a16:creationId xmlns:a16="http://schemas.microsoft.com/office/drawing/2014/main" id="{F75CACF2-88CA-4DA0-B12D-08F5913386CF}"/>
                  </a:ext>
                </a:extLst>
              </p:cNvPr>
              <p:cNvSpPr/>
              <p:nvPr/>
            </p:nvSpPr>
            <p:spPr bwMode="gray">
              <a:xfrm flipV="1">
                <a:off x="7136579" y="1816026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6487"/>
                  </a:solidFill>
                </a:endParaRPr>
              </a:p>
            </p:txBody>
          </p:sp>
          <p:sp>
            <p:nvSpPr>
              <p:cNvPr id="443" name="Ellipse 1074">
                <a:extLst>
                  <a:ext uri="{FF2B5EF4-FFF2-40B4-BE49-F238E27FC236}">
                    <a16:creationId xmlns:a16="http://schemas.microsoft.com/office/drawing/2014/main" id="{60C02876-FDC7-4F46-9330-49EFA4AF20E6}"/>
                  </a:ext>
                </a:extLst>
              </p:cNvPr>
              <p:cNvSpPr/>
              <p:nvPr/>
            </p:nvSpPr>
            <p:spPr bwMode="gray">
              <a:xfrm flipV="1">
                <a:off x="7136579" y="170790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6487"/>
                  </a:solidFill>
                </a:endParaRPr>
              </a:p>
            </p:txBody>
          </p:sp>
          <p:sp>
            <p:nvSpPr>
              <p:cNvPr id="444" name="Ellipse 1075">
                <a:extLst>
                  <a:ext uri="{FF2B5EF4-FFF2-40B4-BE49-F238E27FC236}">
                    <a16:creationId xmlns:a16="http://schemas.microsoft.com/office/drawing/2014/main" id="{094BF4D0-01EF-48A9-9310-F7679C1C47C7}"/>
                  </a:ext>
                </a:extLst>
              </p:cNvPr>
              <p:cNvSpPr/>
              <p:nvPr/>
            </p:nvSpPr>
            <p:spPr bwMode="gray">
              <a:xfrm flipV="1">
                <a:off x="7033574" y="1923224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6487"/>
                  </a:solidFill>
                </a:endParaRPr>
              </a:p>
            </p:txBody>
          </p:sp>
          <p:sp>
            <p:nvSpPr>
              <p:cNvPr id="445" name="Ellipse 1076">
                <a:extLst>
                  <a:ext uri="{FF2B5EF4-FFF2-40B4-BE49-F238E27FC236}">
                    <a16:creationId xmlns:a16="http://schemas.microsoft.com/office/drawing/2014/main" id="{A68CD5DC-A42B-4029-B133-B30C365887FD}"/>
                  </a:ext>
                </a:extLst>
              </p:cNvPr>
              <p:cNvSpPr/>
              <p:nvPr/>
            </p:nvSpPr>
            <p:spPr bwMode="gray">
              <a:xfrm flipV="1">
                <a:off x="7033574" y="2028599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6487"/>
                  </a:solidFill>
                </a:endParaRPr>
              </a:p>
            </p:txBody>
          </p:sp>
          <p:sp>
            <p:nvSpPr>
              <p:cNvPr id="446" name="Ellipse 1077">
                <a:extLst>
                  <a:ext uri="{FF2B5EF4-FFF2-40B4-BE49-F238E27FC236}">
                    <a16:creationId xmlns:a16="http://schemas.microsoft.com/office/drawing/2014/main" id="{E9115401-DDDD-4442-8485-B0F4B52A292E}"/>
                  </a:ext>
                </a:extLst>
              </p:cNvPr>
              <p:cNvSpPr/>
              <p:nvPr/>
            </p:nvSpPr>
            <p:spPr bwMode="gray">
              <a:xfrm flipV="1">
                <a:off x="7033574" y="2135502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6487"/>
                  </a:solidFill>
                </a:endParaRPr>
              </a:p>
            </p:txBody>
          </p:sp>
          <p:sp>
            <p:nvSpPr>
              <p:cNvPr id="447" name="Ellipse 1078">
                <a:extLst>
                  <a:ext uri="{FF2B5EF4-FFF2-40B4-BE49-F238E27FC236}">
                    <a16:creationId xmlns:a16="http://schemas.microsoft.com/office/drawing/2014/main" id="{09F47E8F-D5F0-45B3-A023-E7DF8461529B}"/>
                  </a:ext>
                </a:extLst>
              </p:cNvPr>
              <p:cNvSpPr/>
              <p:nvPr/>
            </p:nvSpPr>
            <p:spPr bwMode="gray">
              <a:xfrm flipV="1">
                <a:off x="7033574" y="2241459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6487"/>
                  </a:solidFill>
                </a:endParaRPr>
              </a:p>
            </p:txBody>
          </p:sp>
          <p:sp>
            <p:nvSpPr>
              <p:cNvPr id="448" name="Ellipse 1079">
                <a:extLst>
                  <a:ext uri="{FF2B5EF4-FFF2-40B4-BE49-F238E27FC236}">
                    <a16:creationId xmlns:a16="http://schemas.microsoft.com/office/drawing/2014/main" id="{E1E9E8C6-10E4-43D1-82E5-2EB67CE8B264}"/>
                  </a:ext>
                </a:extLst>
              </p:cNvPr>
              <p:cNvSpPr/>
              <p:nvPr/>
            </p:nvSpPr>
            <p:spPr bwMode="gray">
              <a:xfrm flipV="1">
                <a:off x="6932060" y="2028599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6487"/>
                  </a:solidFill>
                </a:endParaRPr>
              </a:p>
            </p:txBody>
          </p:sp>
          <p:sp>
            <p:nvSpPr>
              <p:cNvPr id="449" name="Ellipse 1080">
                <a:extLst>
                  <a:ext uri="{FF2B5EF4-FFF2-40B4-BE49-F238E27FC236}">
                    <a16:creationId xmlns:a16="http://schemas.microsoft.com/office/drawing/2014/main" id="{6437AF4D-D40E-439E-96A3-958B039CC2A3}"/>
                  </a:ext>
                </a:extLst>
              </p:cNvPr>
              <p:cNvSpPr/>
              <p:nvPr/>
            </p:nvSpPr>
            <p:spPr bwMode="gray">
              <a:xfrm flipV="1">
                <a:off x="6932060" y="2135502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6487"/>
                  </a:solidFill>
                </a:endParaRPr>
              </a:p>
            </p:txBody>
          </p:sp>
          <p:sp>
            <p:nvSpPr>
              <p:cNvPr id="450" name="Ellipse 1081">
                <a:extLst>
                  <a:ext uri="{FF2B5EF4-FFF2-40B4-BE49-F238E27FC236}">
                    <a16:creationId xmlns:a16="http://schemas.microsoft.com/office/drawing/2014/main" id="{C8422832-5119-4D15-9586-A310D046DA7A}"/>
                  </a:ext>
                </a:extLst>
              </p:cNvPr>
              <p:cNvSpPr/>
              <p:nvPr/>
            </p:nvSpPr>
            <p:spPr bwMode="gray">
              <a:xfrm flipV="1">
                <a:off x="6932060" y="1816026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6487"/>
                  </a:solidFill>
                </a:endParaRPr>
              </a:p>
            </p:txBody>
          </p:sp>
          <p:sp>
            <p:nvSpPr>
              <p:cNvPr id="451" name="Ellipse 1082">
                <a:extLst>
                  <a:ext uri="{FF2B5EF4-FFF2-40B4-BE49-F238E27FC236}">
                    <a16:creationId xmlns:a16="http://schemas.microsoft.com/office/drawing/2014/main" id="{C862AE99-4BAC-4AD1-AA18-E54371DA8FF2}"/>
                  </a:ext>
                </a:extLst>
              </p:cNvPr>
              <p:cNvSpPr/>
              <p:nvPr/>
            </p:nvSpPr>
            <p:spPr bwMode="gray">
              <a:xfrm flipV="1">
                <a:off x="10483480" y="2446108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52" name="Ellipse 1083">
                <a:extLst>
                  <a:ext uri="{FF2B5EF4-FFF2-40B4-BE49-F238E27FC236}">
                    <a16:creationId xmlns:a16="http://schemas.microsoft.com/office/drawing/2014/main" id="{AE918865-69B5-4E89-8AD1-9E899FB5F7DE}"/>
                  </a:ext>
                </a:extLst>
              </p:cNvPr>
              <p:cNvSpPr/>
              <p:nvPr/>
            </p:nvSpPr>
            <p:spPr bwMode="gray">
              <a:xfrm flipV="1">
                <a:off x="10483480" y="2339954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53" name="Ellipse 1084">
                <a:extLst>
                  <a:ext uri="{FF2B5EF4-FFF2-40B4-BE49-F238E27FC236}">
                    <a16:creationId xmlns:a16="http://schemas.microsoft.com/office/drawing/2014/main" id="{2AB78BD1-F8B1-435D-9C72-593222293882}"/>
                  </a:ext>
                </a:extLst>
              </p:cNvPr>
              <p:cNvSpPr/>
              <p:nvPr/>
            </p:nvSpPr>
            <p:spPr bwMode="gray">
              <a:xfrm flipV="1">
                <a:off x="10483480" y="223432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54" name="Ellipse 1085">
                <a:extLst>
                  <a:ext uri="{FF2B5EF4-FFF2-40B4-BE49-F238E27FC236}">
                    <a16:creationId xmlns:a16="http://schemas.microsoft.com/office/drawing/2014/main" id="{188741C9-0AD3-4A9E-BAF5-5A40BD453F28}"/>
                  </a:ext>
                </a:extLst>
              </p:cNvPr>
              <p:cNvSpPr/>
              <p:nvPr/>
            </p:nvSpPr>
            <p:spPr bwMode="gray">
              <a:xfrm flipV="1">
                <a:off x="10483480" y="1916088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55" name="Ellipse 1086">
                <a:extLst>
                  <a:ext uri="{FF2B5EF4-FFF2-40B4-BE49-F238E27FC236}">
                    <a16:creationId xmlns:a16="http://schemas.microsoft.com/office/drawing/2014/main" id="{260AB614-FA94-4EE1-A2D1-C5D16B395FE1}"/>
                  </a:ext>
                </a:extLst>
              </p:cNvPr>
              <p:cNvSpPr/>
              <p:nvPr/>
            </p:nvSpPr>
            <p:spPr bwMode="gray">
              <a:xfrm flipV="1">
                <a:off x="10483480" y="1808890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56" name="Ellipse 1087">
                <a:extLst>
                  <a:ext uri="{FF2B5EF4-FFF2-40B4-BE49-F238E27FC236}">
                    <a16:creationId xmlns:a16="http://schemas.microsoft.com/office/drawing/2014/main" id="{11663696-C5EB-486D-A08F-F8906917335B}"/>
                  </a:ext>
                </a:extLst>
              </p:cNvPr>
              <p:cNvSpPr/>
              <p:nvPr/>
            </p:nvSpPr>
            <p:spPr bwMode="gray">
              <a:xfrm flipV="1">
                <a:off x="10483480" y="1700773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57" name="Ellipse 1088">
                <a:extLst>
                  <a:ext uri="{FF2B5EF4-FFF2-40B4-BE49-F238E27FC236}">
                    <a16:creationId xmlns:a16="http://schemas.microsoft.com/office/drawing/2014/main" id="{A15B9CA9-1B53-4D4B-8B28-A3F0C4756C23}"/>
                  </a:ext>
                </a:extLst>
              </p:cNvPr>
              <p:cNvSpPr/>
              <p:nvPr/>
            </p:nvSpPr>
            <p:spPr bwMode="gray">
              <a:xfrm flipV="1">
                <a:off x="10379147" y="1700773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58" name="Ellipse 1089">
                <a:extLst>
                  <a:ext uri="{FF2B5EF4-FFF2-40B4-BE49-F238E27FC236}">
                    <a16:creationId xmlns:a16="http://schemas.microsoft.com/office/drawing/2014/main" id="{17BFF1A3-61D8-4C7C-8EE6-BE060F2133F8}"/>
                  </a:ext>
                </a:extLst>
              </p:cNvPr>
              <p:cNvSpPr/>
              <p:nvPr/>
            </p:nvSpPr>
            <p:spPr bwMode="gray">
              <a:xfrm flipV="1">
                <a:off x="10279795" y="170077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59" name="Ellipse 1090">
                <a:extLst>
                  <a:ext uri="{FF2B5EF4-FFF2-40B4-BE49-F238E27FC236}">
                    <a16:creationId xmlns:a16="http://schemas.microsoft.com/office/drawing/2014/main" id="{7C1BDF6F-704D-4BC8-8837-8A4B6A4906FA}"/>
                  </a:ext>
                </a:extLst>
              </p:cNvPr>
              <p:cNvSpPr/>
              <p:nvPr/>
            </p:nvSpPr>
            <p:spPr bwMode="gray">
              <a:xfrm flipV="1">
                <a:off x="10178629" y="170077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60" name="Ellipse 1091">
                <a:extLst>
                  <a:ext uri="{FF2B5EF4-FFF2-40B4-BE49-F238E27FC236}">
                    <a16:creationId xmlns:a16="http://schemas.microsoft.com/office/drawing/2014/main" id="{DA1E01BB-24F6-4881-B214-0029620930D5}"/>
                  </a:ext>
                </a:extLst>
              </p:cNvPr>
              <p:cNvSpPr/>
              <p:nvPr/>
            </p:nvSpPr>
            <p:spPr bwMode="gray">
              <a:xfrm flipV="1">
                <a:off x="10286625" y="1602439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61" name="Ellipse 1092">
                <a:extLst>
                  <a:ext uri="{FF2B5EF4-FFF2-40B4-BE49-F238E27FC236}">
                    <a16:creationId xmlns:a16="http://schemas.microsoft.com/office/drawing/2014/main" id="{32BDC948-895D-4F17-B7AA-A4A860D36547}"/>
                  </a:ext>
                </a:extLst>
              </p:cNvPr>
              <p:cNvSpPr/>
              <p:nvPr/>
            </p:nvSpPr>
            <p:spPr bwMode="gray">
              <a:xfrm flipV="1">
                <a:off x="10078105" y="170077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62" name="Ellipse 1093">
                <a:extLst>
                  <a:ext uri="{FF2B5EF4-FFF2-40B4-BE49-F238E27FC236}">
                    <a16:creationId xmlns:a16="http://schemas.microsoft.com/office/drawing/2014/main" id="{68B7D89D-7324-42B8-812C-BE988A2DAD9F}"/>
                  </a:ext>
                </a:extLst>
              </p:cNvPr>
              <p:cNvSpPr/>
              <p:nvPr/>
            </p:nvSpPr>
            <p:spPr bwMode="gray">
              <a:xfrm flipV="1">
                <a:off x="10078105" y="1808890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63" name="Ellipse 1094">
                <a:extLst>
                  <a:ext uri="{FF2B5EF4-FFF2-40B4-BE49-F238E27FC236}">
                    <a16:creationId xmlns:a16="http://schemas.microsoft.com/office/drawing/2014/main" id="{0E669B60-5382-4F90-AE7F-09F1D359C0AC}"/>
                  </a:ext>
                </a:extLst>
              </p:cNvPr>
              <p:cNvSpPr/>
              <p:nvPr/>
            </p:nvSpPr>
            <p:spPr bwMode="gray">
              <a:xfrm flipV="1">
                <a:off x="10078105" y="1916088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64" name="Ellipse 1095">
                <a:extLst>
                  <a:ext uri="{FF2B5EF4-FFF2-40B4-BE49-F238E27FC236}">
                    <a16:creationId xmlns:a16="http://schemas.microsoft.com/office/drawing/2014/main" id="{9D222BAF-D7D3-47A4-857F-D88F94780A2C}"/>
                  </a:ext>
                </a:extLst>
              </p:cNvPr>
              <p:cNvSpPr/>
              <p:nvPr/>
            </p:nvSpPr>
            <p:spPr bwMode="gray">
              <a:xfrm flipV="1">
                <a:off x="10178629" y="1916088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65" name="Ellipse 1096">
                <a:extLst>
                  <a:ext uri="{FF2B5EF4-FFF2-40B4-BE49-F238E27FC236}">
                    <a16:creationId xmlns:a16="http://schemas.microsoft.com/office/drawing/2014/main" id="{17E28F86-90AA-439D-8F98-E7E167F13D62}"/>
                  </a:ext>
                </a:extLst>
              </p:cNvPr>
              <p:cNvSpPr/>
              <p:nvPr/>
            </p:nvSpPr>
            <p:spPr bwMode="gray">
              <a:xfrm flipV="1">
                <a:off x="10279795" y="1916088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66" name="Ellipse 1097">
                <a:extLst>
                  <a:ext uri="{FF2B5EF4-FFF2-40B4-BE49-F238E27FC236}">
                    <a16:creationId xmlns:a16="http://schemas.microsoft.com/office/drawing/2014/main" id="{8EA2AD40-B124-475B-BD3F-5277D4AA4EAB}"/>
                  </a:ext>
                </a:extLst>
              </p:cNvPr>
              <p:cNvSpPr/>
              <p:nvPr/>
            </p:nvSpPr>
            <p:spPr bwMode="gray">
              <a:xfrm flipV="1">
                <a:off x="10379147" y="1916088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67" name="Ellipse 1098">
                <a:extLst>
                  <a:ext uri="{FF2B5EF4-FFF2-40B4-BE49-F238E27FC236}">
                    <a16:creationId xmlns:a16="http://schemas.microsoft.com/office/drawing/2014/main" id="{F99017ED-4076-4E98-B93D-EEC429751E6C}"/>
                  </a:ext>
                </a:extLst>
              </p:cNvPr>
              <p:cNvSpPr/>
              <p:nvPr/>
            </p:nvSpPr>
            <p:spPr bwMode="gray">
              <a:xfrm flipV="1">
                <a:off x="10379147" y="202146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68" name="Ellipse 1099">
                <a:extLst>
                  <a:ext uri="{FF2B5EF4-FFF2-40B4-BE49-F238E27FC236}">
                    <a16:creationId xmlns:a16="http://schemas.microsoft.com/office/drawing/2014/main" id="{65E78536-EB5C-4730-835C-92810E8E2F0F}"/>
                  </a:ext>
                </a:extLst>
              </p:cNvPr>
              <p:cNvSpPr/>
              <p:nvPr/>
            </p:nvSpPr>
            <p:spPr bwMode="gray">
              <a:xfrm flipV="1">
                <a:off x="10379147" y="2128366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69" name="Ellipse 1100">
                <a:extLst>
                  <a:ext uri="{FF2B5EF4-FFF2-40B4-BE49-F238E27FC236}">
                    <a16:creationId xmlns:a16="http://schemas.microsoft.com/office/drawing/2014/main" id="{B2D5AD9D-DF5A-433D-8F0A-7F91D33985CD}"/>
                  </a:ext>
                </a:extLst>
              </p:cNvPr>
              <p:cNvSpPr/>
              <p:nvPr/>
            </p:nvSpPr>
            <p:spPr bwMode="gray">
              <a:xfrm flipV="1">
                <a:off x="10587118" y="2021463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70" name="Ellipse 1101">
                <a:extLst>
                  <a:ext uri="{FF2B5EF4-FFF2-40B4-BE49-F238E27FC236}">
                    <a16:creationId xmlns:a16="http://schemas.microsoft.com/office/drawing/2014/main" id="{E594C31D-E31D-4D74-A959-75C57AC627EC}"/>
                  </a:ext>
                </a:extLst>
              </p:cNvPr>
              <p:cNvSpPr/>
              <p:nvPr/>
            </p:nvSpPr>
            <p:spPr bwMode="gray">
              <a:xfrm flipV="1">
                <a:off x="10587118" y="1916088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71" name="Ellipse 1102">
                <a:extLst>
                  <a:ext uri="{FF2B5EF4-FFF2-40B4-BE49-F238E27FC236}">
                    <a16:creationId xmlns:a16="http://schemas.microsoft.com/office/drawing/2014/main" id="{F4157EEF-5605-4E58-8A3E-C913974F6455}"/>
                  </a:ext>
                </a:extLst>
              </p:cNvPr>
              <p:cNvSpPr/>
              <p:nvPr/>
            </p:nvSpPr>
            <p:spPr bwMode="gray">
              <a:xfrm flipV="1">
                <a:off x="10684303" y="2021463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72" name="Ellipse 1103">
                <a:extLst>
                  <a:ext uri="{FF2B5EF4-FFF2-40B4-BE49-F238E27FC236}">
                    <a16:creationId xmlns:a16="http://schemas.microsoft.com/office/drawing/2014/main" id="{6526F9F1-E786-4566-8439-DB185F884980}"/>
                  </a:ext>
                </a:extLst>
              </p:cNvPr>
              <p:cNvSpPr/>
              <p:nvPr/>
            </p:nvSpPr>
            <p:spPr bwMode="gray">
              <a:xfrm flipV="1">
                <a:off x="10787307" y="2021463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73" name="Ellipse 1104">
                <a:extLst>
                  <a:ext uri="{FF2B5EF4-FFF2-40B4-BE49-F238E27FC236}">
                    <a16:creationId xmlns:a16="http://schemas.microsoft.com/office/drawing/2014/main" id="{AB1086B9-1BC9-48F7-87B8-4EF205D8EFB3}"/>
                  </a:ext>
                </a:extLst>
              </p:cNvPr>
              <p:cNvSpPr/>
              <p:nvPr/>
            </p:nvSpPr>
            <p:spPr bwMode="gray">
              <a:xfrm flipV="1">
                <a:off x="10794137" y="2135502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74" name="Ellipse 1105">
                <a:extLst>
                  <a:ext uri="{FF2B5EF4-FFF2-40B4-BE49-F238E27FC236}">
                    <a16:creationId xmlns:a16="http://schemas.microsoft.com/office/drawing/2014/main" id="{2D16E8AF-EABF-495F-97CB-71C90A9513DF}"/>
                  </a:ext>
                </a:extLst>
              </p:cNvPr>
              <p:cNvSpPr/>
              <p:nvPr/>
            </p:nvSpPr>
            <p:spPr bwMode="gray">
              <a:xfrm flipV="1">
                <a:off x="10587118" y="223432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75" name="Ellipse 1106">
                <a:extLst>
                  <a:ext uri="{FF2B5EF4-FFF2-40B4-BE49-F238E27FC236}">
                    <a16:creationId xmlns:a16="http://schemas.microsoft.com/office/drawing/2014/main" id="{5767ACD7-FA45-483C-BF2D-EE4DDC8F7A58}"/>
                  </a:ext>
                </a:extLst>
              </p:cNvPr>
              <p:cNvSpPr/>
              <p:nvPr/>
            </p:nvSpPr>
            <p:spPr bwMode="gray">
              <a:xfrm flipV="1">
                <a:off x="10279795" y="2128366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76" name="Ellipse 1107">
                <a:extLst>
                  <a:ext uri="{FF2B5EF4-FFF2-40B4-BE49-F238E27FC236}">
                    <a16:creationId xmlns:a16="http://schemas.microsoft.com/office/drawing/2014/main" id="{9826BE50-5BEC-439E-9ABB-A221506A3827}"/>
                  </a:ext>
                </a:extLst>
              </p:cNvPr>
              <p:cNvSpPr/>
              <p:nvPr/>
            </p:nvSpPr>
            <p:spPr bwMode="gray">
              <a:xfrm flipV="1">
                <a:off x="10279795" y="202146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77" name="Ellipse 1108">
                <a:extLst>
                  <a:ext uri="{FF2B5EF4-FFF2-40B4-BE49-F238E27FC236}">
                    <a16:creationId xmlns:a16="http://schemas.microsoft.com/office/drawing/2014/main" id="{670915DB-3DDD-4B08-B882-ED9ADF1C7D56}"/>
                  </a:ext>
                </a:extLst>
              </p:cNvPr>
              <p:cNvSpPr/>
              <p:nvPr/>
            </p:nvSpPr>
            <p:spPr bwMode="gray">
              <a:xfrm flipV="1">
                <a:off x="10078105" y="202146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78" name="Ellipse 1109">
                <a:extLst>
                  <a:ext uri="{FF2B5EF4-FFF2-40B4-BE49-F238E27FC236}">
                    <a16:creationId xmlns:a16="http://schemas.microsoft.com/office/drawing/2014/main" id="{D2D4497F-F585-4338-AE6D-18E051C4CC40}"/>
                  </a:ext>
                </a:extLst>
              </p:cNvPr>
              <p:cNvSpPr/>
              <p:nvPr/>
            </p:nvSpPr>
            <p:spPr bwMode="gray">
              <a:xfrm flipV="1">
                <a:off x="10178629" y="202146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79" name="Ellipse 1110">
                <a:extLst>
                  <a:ext uri="{FF2B5EF4-FFF2-40B4-BE49-F238E27FC236}">
                    <a16:creationId xmlns:a16="http://schemas.microsoft.com/office/drawing/2014/main" id="{2E97DAFE-6250-49BF-9ADD-E92BCE56EDF5}"/>
                  </a:ext>
                </a:extLst>
              </p:cNvPr>
              <p:cNvSpPr/>
              <p:nvPr/>
            </p:nvSpPr>
            <p:spPr bwMode="gray">
              <a:xfrm flipV="1">
                <a:off x="10178629" y="1488599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80" name="Ellipse 1111">
                <a:extLst>
                  <a:ext uri="{FF2B5EF4-FFF2-40B4-BE49-F238E27FC236}">
                    <a16:creationId xmlns:a16="http://schemas.microsoft.com/office/drawing/2014/main" id="{F9B45CB5-496E-4C47-9FEC-9BC552D157B5}"/>
                  </a:ext>
                </a:extLst>
              </p:cNvPr>
              <p:cNvSpPr/>
              <p:nvPr/>
            </p:nvSpPr>
            <p:spPr bwMode="gray">
              <a:xfrm flipV="1">
                <a:off x="10084935" y="1602439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81" name="Ellipse 1112">
                <a:extLst>
                  <a:ext uri="{FF2B5EF4-FFF2-40B4-BE49-F238E27FC236}">
                    <a16:creationId xmlns:a16="http://schemas.microsoft.com/office/drawing/2014/main" id="{781188C8-B904-4490-9EEA-2A479ED68C3A}"/>
                  </a:ext>
                </a:extLst>
              </p:cNvPr>
              <p:cNvSpPr/>
              <p:nvPr/>
            </p:nvSpPr>
            <p:spPr bwMode="gray">
              <a:xfrm flipV="1">
                <a:off x="9972385" y="1488599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82" name="Ellipse 1113">
                <a:extLst>
                  <a:ext uri="{FF2B5EF4-FFF2-40B4-BE49-F238E27FC236}">
                    <a16:creationId xmlns:a16="http://schemas.microsoft.com/office/drawing/2014/main" id="{61F9FBBF-B03C-469E-8037-A6B0F86AD95C}"/>
                  </a:ext>
                </a:extLst>
              </p:cNvPr>
              <p:cNvSpPr/>
              <p:nvPr/>
            </p:nvSpPr>
            <p:spPr bwMode="gray">
              <a:xfrm flipV="1">
                <a:off x="9972385" y="159530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83" name="Ellipse 1114">
                <a:extLst>
                  <a:ext uri="{FF2B5EF4-FFF2-40B4-BE49-F238E27FC236}">
                    <a16:creationId xmlns:a16="http://schemas.microsoft.com/office/drawing/2014/main" id="{E4C67A69-BE45-4430-8416-842D9FE0DE96}"/>
                  </a:ext>
                </a:extLst>
              </p:cNvPr>
              <p:cNvSpPr/>
              <p:nvPr/>
            </p:nvSpPr>
            <p:spPr bwMode="gray">
              <a:xfrm flipV="1">
                <a:off x="9972385" y="202146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84" name="Ellipse 1115">
                <a:extLst>
                  <a:ext uri="{FF2B5EF4-FFF2-40B4-BE49-F238E27FC236}">
                    <a16:creationId xmlns:a16="http://schemas.microsoft.com/office/drawing/2014/main" id="{1649057D-68D0-4784-8401-B40760AA0A98}"/>
                  </a:ext>
                </a:extLst>
              </p:cNvPr>
              <p:cNvSpPr/>
              <p:nvPr/>
            </p:nvSpPr>
            <p:spPr bwMode="gray">
              <a:xfrm flipV="1">
                <a:off x="9972385" y="2339954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85" name="Ellipse 1116">
                <a:extLst>
                  <a:ext uri="{FF2B5EF4-FFF2-40B4-BE49-F238E27FC236}">
                    <a16:creationId xmlns:a16="http://schemas.microsoft.com/office/drawing/2014/main" id="{E59EBFA3-BF3C-4568-AC6F-B36C5EF0EA98}"/>
                  </a:ext>
                </a:extLst>
              </p:cNvPr>
              <p:cNvSpPr/>
              <p:nvPr/>
            </p:nvSpPr>
            <p:spPr bwMode="gray">
              <a:xfrm flipV="1">
                <a:off x="9972385" y="2446108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86" name="Ellipse 1117">
                <a:extLst>
                  <a:ext uri="{FF2B5EF4-FFF2-40B4-BE49-F238E27FC236}">
                    <a16:creationId xmlns:a16="http://schemas.microsoft.com/office/drawing/2014/main" id="{CBF34EF7-F3FB-48DC-BA7D-8D983953D1E4}"/>
                  </a:ext>
                </a:extLst>
              </p:cNvPr>
              <p:cNvSpPr/>
              <p:nvPr/>
            </p:nvSpPr>
            <p:spPr bwMode="gray">
              <a:xfrm flipV="1">
                <a:off x="10078105" y="2446108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87" name="Ellipse 1118">
                <a:extLst>
                  <a:ext uri="{FF2B5EF4-FFF2-40B4-BE49-F238E27FC236}">
                    <a16:creationId xmlns:a16="http://schemas.microsoft.com/office/drawing/2014/main" id="{EFFA1DCB-E629-41C1-B937-7DFA558A2354}"/>
                  </a:ext>
                </a:extLst>
              </p:cNvPr>
              <p:cNvSpPr/>
              <p:nvPr/>
            </p:nvSpPr>
            <p:spPr bwMode="gray">
              <a:xfrm flipV="1">
                <a:off x="9241020" y="2706281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88" name="Ellipse 1119">
                <a:extLst>
                  <a:ext uri="{FF2B5EF4-FFF2-40B4-BE49-F238E27FC236}">
                    <a16:creationId xmlns:a16="http://schemas.microsoft.com/office/drawing/2014/main" id="{DC036501-1CCB-4D3D-837E-46B7803DE09B}"/>
                  </a:ext>
                </a:extLst>
              </p:cNvPr>
              <p:cNvSpPr/>
              <p:nvPr/>
            </p:nvSpPr>
            <p:spPr bwMode="gray">
              <a:xfrm flipV="1">
                <a:off x="9876974" y="2550688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89" name="Ellipse 1120">
                <a:extLst>
                  <a:ext uri="{FF2B5EF4-FFF2-40B4-BE49-F238E27FC236}">
                    <a16:creationId xmlns:a16="http://schemas.microsoft.com/office/drawing/2014/main" id="{1B13C103-1F1A-4478-B1AD-831700CB1BD9}"/>
                  </a:ext>
                </a:extLst>
              </p:cNvPr>
              <p:cNvSpPr/>
              <p:nvPr/>
            </p:nvSpPr>
            <p:spPr bwMode="gray">
              <a:xfrm flipV="1">
                <a:off x="9876974" y="2339954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90" name="Ellipse 1121">
                <a:extLst>
                  <a:ext uri="{FF2B5EF4-FFF2-40B4-BE49-F238E27FC236}">
                    <a16:creationId xmlns:a16="http://schemas.microsoft.com/office/drawing/2014/main" id="{44D6B5F4-2D75-4E0A-A33C-344C4428E62F}"/>
                  </a:ext>
                </a:extLst>
              </p:cNvPr>
              <p:cNvSpPr/>
              <p:nvPr/>
            </p:nvSpPr>
            <p:spPr bwMode="gray">
              <a:xfrm flipV="1">
                <a:off x="9876974" y="2234323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91" name="Ellipse 1122">
                <a:extLst>
                  <a:ext uri="{FF2B5EF4-FFF2-40B4-BE49-F238E27FC236}">
                    <a16:creationId xmlns:a16="http://schemas.microsoft.com/office/drawing/2014/main" id="{FFBDFB90-5871-4E82-8F12-E2B45E0D56CC}"/>
                  </a:ext>
                </a:extLst>
              </p:cNvPr>
              <p:cNvSpPr/>
              <p:nvPr/>
            </p:nvSpPr>
            <p:spPr bwMode="gray">
              <a:xfrm flipV="1">
                <a:off x="9876974" y="2128366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92" name="Ellipse 1123">
                <a:extLst>
                  <a:ext uri="{FF2B5EF4-FFF2-40B4-BE49-F238E27FC236}">
                    <a16:creationId xmlns:a16="http://schemas.microsoft.com/office/drawing/2014/main" id="{E50C5912-17C5-44F5-BA49-C2E3182F2DBE}"/>
                  </a:ext>
                </a:extLst>
              </p:cNvPr>
              <p:cNvSpPr/>
              <p:nvPr/>
            </p:nvSpPr>
            <p:spPr bwMode="gray">
              <a:xfrm flipV="1">
                <a:off x="9876974" y="202146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93" name="Ellipse 1124">
                <a:extLst>
                  <a:ext uri="{FF2B5EF4-FFF2-40B4-BE49-F238E27FC236}">
                    <a16:creationId xmlns:a16="http://schemas.microsoft.com/office/drawing/2014/main" id="{4C4CE5DC-C6EE-4659-96C1-F7D544A2897F}"/>
                  </a:ext>
                </a:extLst>
              </p:cNvPr>
              <p:cNvSpPr/>
              <p:nvPr/>
            </p:nvSpPr>
            <p:spPr bwMode="gray">
              <a:xfrm flipV="1">
                <a:off x="9876974" y="1916088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94" name="Ellipse 1125">
                <a:extLst>
                  <a:ext uri="{FF2B5EF4-FFF2-40B4-BE49-F238E27FC236}">
                    <a16:creationId xmlns:a16="http://schemas.microsoft.com/office/drawing/2014/main" id="{05AB02A4-F46F-4478-B9A7-49A4C181826B}"/>
                  </a:ext>
                </a:extLst>
              </p:cNvPr>
              <p:cNvSpPr/>
              <p:nvPr/>
            </p:nvSpPr>
            <p:spPr bwMode="gray">
              <a:xfrm flipV="1">
                <a:off x="9876974" y="1808890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96" name="Ellipse 1127">
                <a:extLst>
                  <a:ext uri="{FF2B5EF4-FFF2-40B4-BE49-F238E27FC236}">
                    <a16:creationId xmlns:a16="http://schemas.microsoft.com/office/drawing/2014/main" id="{F938834C-3F0A-45FA-9551-D94C6B7D65B3}"/>
                  </a:ext>
                </a:extLst>
              </p:cNvPr>
              <p:cNvSpPr/>
              <p:nvPr/>
            </p:nvSpPr>
            <p:spPr bwMode="gray">
              <a:xfrm flipV="1">
                <a:off x="9771920" y="1916088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97" name="Ellipse 1128">
                <a:extLst>
                  <a:ext uri="{FF2B5EF4-FFF2-40B4-BE49-F238E27FC236}">
                    <a16:creationId xmlns:a16="http://schemas.microsoft.com/office/drawing/2014/main" id="{600D84AC-053E-4DC8-8308-DBFA3626ACE9}"/>
                  </a:ext>
                </a:extLst>
              </p:cNvPr>
              <p:cNvSpPr/>
              <p:nvPr/>
            </p:nvSpPr>
            <p:spPr bwMode="gray">
              <a:xfrm flipV="1">
                <a:off x="9771920" y="2234323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98" name="Ellipse 1129">
                <a:extLst>
                  <a:ext uri="{FF2B5EF4-FFF2-40B4-BE49-F238E27FC236}">
                    <a16:creationId xmlns:a16="http://schemas.microsoft.com/office/drawing/2014/main" id="{08EDF35D-D6E5-4C3B-BC6F-F9C3F17F11E4}"/>
                  </a:ext>
                </a:extLst>
              </p:cNvPr>
              <p:cNvSpPr/>
              <p:nvPr/>
            </p:nvSpPr>
            <p:spPr bwMode="gray">
              <a:xfrm flipV="1">
                <a:off x="9771920" y="2128366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99" name="Ellipse 1130">
                <a:extLst>
                  <a:ext uri="{FF2B5EF4-FFF2-40B4-BE49-F238E27FC236}">
                    <a16:creationId xmlns:a16="http://schemas.microsoft.com/office/drawing/2014/main" id="{775D29E8-E297-4D5F-845D-5CBF84E10A1A}"/>
                  </a:ext>
                </a:extLst>
              </p:cNvPr>
              <p:cNvSpPr/>
              <p:nvPr/>
            </p:nvSpPr>
            <p:spPr bwMode="gray">
              <a:xfrm flipV="1">
                <a:off x="9670168" y="2550688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00" name="Ellipse 1131">
                <a:extLst>
                  <a:ext uri="{FF2B5EF4-FFF2-40B4-BE49-F238E27FC236}">
                    <a16:creationId xmlns:a16="http://schemas.microsoft.com/office/drawing/2014/main" id="{AFDDFE1A-FBAF-488C-811B-242F6E0AFB55}"/>
                  </a:ext>
                </a:extLst>
              </p:cNvPr>
              <p:cNvSpPr/>
              <p:nvPr/>
            </p:nvSpPr>
            <p:spPr bwMode="gray">
              <a:xfrm flipV="1">
                <a:off x="9568076" y="2446108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01" name="Ellipse 1132">
                <a:extLst>
                  <a:ext uri="{FF2B5EF4-FFF2-40B4-BE49-F238E27FC236}">
                    <a16:creationId xmlns:a16="http://schemas.microsoft.com/office/drawing/2014/main" id="{CC8D9E5C-555F-432D-A855-F6F410C7A7F6}"/>
                  </a:ext>
                </a:extLst>
              </p:cNvPr>
              <p:cNvSpPr/>
              <p:nvPr/>
            </p:nvSpPr>
            <p:spPr bwMode="gray">
              <a:xfrm flipV="1">
                <a:off x="9670168" y="2339954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02" name="Ellipse 1133">
                <a:extLst>
                  <a:ext uri="{FF2B5EF4-FFF2-40B4-BE49-F238E27FC236}">
                    <a16:creationId xmlns:a16="http://schemas.microsoft.com/office/drawing/2014/main" id="{9AD5B198-8F88-45FE-BA5E-BDF010DDFA36}"/>
                  </a:ext>
                </a:extLst>
              </p:cNvPr>
              <p:cNvSpPr/>
              <p:nvPr/>
            </p:nvSpPr>
            <p:spPr bwMode="gray">
              <a:xfrm flipV="1">
                <a:off x="9670168" y="202146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03" name="Ellipse 1134">
                <a:extLst>
                  <a:ext uri="{FF2B5EF4-FFF2-40B4-BE49-F238E27FC236}">
                    <a16:creationId xmlns:a16="http://schemas.microsoft.com/office/drawing/2014/main" id="{0C91F331-466E-4F1D-BF1E-A682A3DF05D5}"/>
                  </a:ext>
                </a:extLst>
              </p:cNvPr>
              <p:cNvSpPr/>
              <p:nvPr/>
            </p:nvSpPr>
            <p:spPr bwMode="gray">
              <a:xfrm flipV="1">
                <a:off x="9670168" y="1808890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04" name="Ellipse 1135">
                <a:extLst>
                  <a:ext uri="{FF2B5EF4-FFF2-40B4-BE49-F238E27FC236}">
                    <a16:creationId xmlns:a16="http://schemas.microsoft.com/office/drawing/2014/main" id="{D9D44D1B-39CE-4F6B-95FC-7B3BF095B608}"/>
                  </a:ext>
                </a:extLst>
              </p:cNvPr>
              <p:cNvSpPr/>
              <p:nvPr/>
            </p:nvSpPr>
            <p:spPr bwMode="gray">
              <a:xfrm flipV="1">
                <a:off x="9670168" y="170077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05" name="Ellipse 1136">
                <a:extLst>
                  <a:ext uri="{FF2B5EF4-FFF2-40B4-BE49-F238E27FC236}">
                    <a16:creationId xmlns:a16="http://schemas.microsoft.com/office/drawing/2014/main" id="{3C75ADB7-95B8-49C7-98D7-C7AF891DD78C}"/>
                  </a:ext>
                </a:extLst>
              </p:cNvPr>
              <p:cNvSpPr/>
              <p:nvPr/>
            </p:nvSpPr>
            <p:spPr bwMode="gray">
              <a:xfrm flipV="1">
                <a:off x="9568076" y="170077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06" name="Ellipse 1137">
                <a:extLst>
                  <a:ext uri="{FF2B5EF4-FFF2-40B4-BE49-F238E27FC236}">
                    <a16:creationId xmlns:a16="http://schemas.microsoft.com/office/drawing/2014/main" id="{226C5CDD-D91A-4C20-A1E0-66E5B54F2F4C}"/>
                  </a:ext>
                </a:extLst>
              </p:cNvPr>
              <p:cNvSpPr/>
              <p:nvPr/>
            </p:nvSpPr>
            <p:spPr bwMode="gray">
              <a:xfrm flipV="1">
                <a:off x="9568076" y="1808890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07" name="Ellipse 1138">
                <a:extLst>
                  <a:ext uri="{FF2B5EF4-FFF2-40B4-BE49-F238E27FC236}">
                    <a16:creationId xmlns:a16="http://schemas.microsoft.com/office/drawing/2014/main" id="{83D06BD6-98E0-4141-8BDF-34D36296254C}"/>
                  </a:ext>
                </a:extLst>
              </p:cNvPr>
              <p:cNvSpPr/>
              <p:nvPr/>
            </p:nvSpPr>
            <p:spPr bwMode="gray">
              <a:xfrm flipV="1">
                <a:off x="9568076" y="1916088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08" name="Ellipse 1139">
                <a:extLst>
                  <a:ext uri="{FF2B5EF4-FFF2-40B4-BE49-F238E27FC236}">
                    <a16:creationId xmlns:a16="http://schemas.microsoft.com/office/drawing/2014/main" id="{4C48DA09-3FA6-4D83-A3B7-24C033358556}"/>
                  </a:ext>
                </a:extLst>
              </p:cNvPr>
              <p:cNvSpPr/>
              <p:nvPr/>
            </p:nvSpPr>
            <p:spPr bwMode="gray">
              <a:xfrm flipV="1">
                <a:off x="9568076" y="202146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09" name="Ellipse 1140">
                <a:extLst>
                  <a:ext uri="{FF2B5EF4-FFF2-40B4-BE49-F238E27FC236}">
                    <a16:creationId xmlns:a16="http://schemas.microsoft.com/office/drawing/2014/main" id="{80CD21E1-0B30-460B-8783-14AAE8121E94}"/>
                  </a:ext>
                </a:extLst>
              </p:cNvPr>
              <p:cNvSpPr/>
              <p:nvPr/>
            </p:nvSpPr>
            <p:spPr bwMode="gray">
              <a:xfrm flipV="1">
                <a:off x="9568076" y="2339954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10" name="Ellipse 1141">
                <a:extLst>
                  <a:ext uri="{FF2B5EF4-FFF2-40B4-BE49-F238E27FC236}">
                    <a16:creationId xmlns:a16="http://schemas.microsoft.com/office/drawing/2014/main" id="{833E3FEA-FBBA-4A97-BD20-FB743E7DE443}"/>
                  </a:ext>
                </a:extLst>
              </p:cNvPr>
              <p:cNvSpPr/>
              <p:nvPr/>
            </p:nvSpPr>
            <p:spPr bwMode="gray">
              <a:xfrm flipV="1">
                <a:off x="9365124" y="170077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11" name="Ellipse 1142">
                <a:extLst>
                  <a:ext uri="{FF2B5EF4-FFF2-40B4-BE49-F238E27FC236}">
                    <a16:creationId xmlns:a16="http://schemas.microsoft.com/office/drawing/2014/main" id="{51ACE4F1-0734-4801-9728-CA7D7BE2FC0E}"/>
                  </a:ext>
                </a:extLst>
              </p:cNvPr>
              <p:cNvSpPr/>
              <p:nvPr/>
            </p:nvSpPr>
            <p:spPr bwMode="gray">
              <a:xfrm flipV="1">
                <a:off x="9365124" y="1808890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12" name="Ellipse 1143">
                <a:extLst>
                  <a:ext uri="{FF2B5EF4-FFF2-40B4-BE49-F238E27FC236}">
                    <a16:creationId xmlns:a16="http://schemas.microsoft.com/office/drawing/2014/main" id="{CFE834E2-BB75-4A17-9448-BDA18CD80AEB}"/>
                  </a:ext>
                </a:extLst>
              </p:cNvPr>
              <p:cNvSpPr/>
              <p:nvPr/>
            </p:nvSpPr>
            <p:spPr bwMode="gray">
              <a:xfrm flipV="1">
                <a:off x="9061480" y="2234323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13" name="Ellipse 1144">
                <a:extLst>
                  <a:ext uri="{FF2B5EF4-FFF2-40B4-BE49-F238E27FC236}">
                    <a16:creationId xmlns:a16="http://schemas.microsoft.com/office/drawing/2014/main" id="{2D63FBF5-EA4E-422C-A9F9-DA1B2FC5C438}"/>
                  </a:ext>
                </a:extLst>
              </p:cNvPr>
              <p:cNvSpPr/>
              <p:nvPr/>
            </p:nvSpPr>
            <p:spPr bwMode="gray">
              <a:xfrm flipV="1">
                <a:off x="9162701" y="2234323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14" name="Ellipse 1145">
                <a:extLst>
                  <a:ext uri="{FF2B5EF4-FFF2-40B4-BE49-F238E27FC236}">
                    <a16:creationId xmlns:a16="http://schemas.microsoft.com/office/drawing/2014/main" id="{77548E53-9376-4A9F-B6FA-4073C9EB8099}"/>
                  </a:ext>
                </a:extLst>
              </p:cNvPr>
              <p:cNvSpPr/>
              <p:nvPr/>
            </p:nvSpPr>
            <p:spPr bwMode="gray">
              <a:xfrm flipV="1">
                <a:off x="8960337" y="2234323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15" name="Ellipse 1146">
                <a:extLst>
                  <a:ext uri="{FF2B5EF4-FFF2-40B4-BE49-F238E27FC236}">
                    <a16:creationId xmlns:a16="http://schemas.microsoft.com/office/drawing/2014/main" id="{6F29206B-0935-406C-989B-DCC5E10235E4}"/>
                  </a:ext>
                </a:extLst>
              </p:cNvPr>
              <p:cNvSpPr/>
              <p:nvPr/>
            </p:nvSpPr>
            <p:spPr bwMode="gray">
              <a:xfrm flipV="1">
                <a:off x="8858964" y="2339954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16" name="Ellipse 1147">
                <a:extLst>
                  <a:ext uri="{FF2B5EF4-FFF2-40B4-BE49-F238E27FC236}">
                    <a16:creationId xmlns:a16="http://schemas.microsoft.com/office/drawing/2014/main" id="{E1DF743A-4475-4678-8898-6C2AA00E5D96}"/>
                  </a:ext>
                </a:extLst>
              </p:cNvPr>
              <p:cNvSpPr/>
              <p:nvPr/>
            </p:nvSpPr>
            <p:spPr bwMode="gray">
              <a:xfrm flipV="1">
                <a:off x="8553584" y="170077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17" name="Ellipse 1148">
                <a:extLst>
                  <a:ext uri="{FF2B5EF4-FFF2-40B4-BE49-F238E27FC236}">
                    <a16:creationId xmlns:a16="http://schemas.microsoft.com/office/drawing/2014/main" id="{B66C3934-19BD-4D5C-893B-B51ED7F3CA97}"/>
                  </a:ext>
                </a:extLst>
              </p:cNvPr>
              <p:cNvSpPr/>
              <p:nvPr/>
            </p:nvSpPr>
            <p:spPr bwMode="gray">
              <a:xfrm flipV="1">
                <a:off x="8553584" y="1808890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18" name="Ellipse 1149">
                <a:extLst>
                  <a:ext uri="{FF2B5EF4-FFF2-40B4-BE49-F238E27FC236}">
                    <a16:creationId xmlns:a16="http://schemas.microsoft.com/office/drawing/2014/main" id="{DB0DD5E3-02B7-497A-B3D8-015DC8A0836C}"/>
                  </a:ext>
                </a:extLst>
              </p:cNvPr>
              <p:cNvSpPr/>
              <p:nvPr/>
            </p:nvSpPr>
            <p:spPr bwMode="gray">
              <a:xfrm flipV="1">
                <a:off x="8553584" y="2339954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19" name="Ellipse 1150">
                <a:extLst>
                  <a:ext uri="{FF2B5EF4-FFF2-40B4-BE49-F238E27FC236}">
                    <a16:creationId xmlns:a16="http://schemas.microsoft.com/office/drawing/2014/main" id="{BFA19819-D24D-4E2C-A28E-0AB1104E7F94}"/>
                  </a:ext>
                </a:extLst>
              </p:cNvPr>
              <p:cNvSpPr/>
              <p:nvPr/>
            </p:nvSpPr>
            <p:spPr bwMode="gray">
              <a:xfrm flipV="1">
                <a:off x="8659406" y="2339954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20" name="Ellipse 1151">
                <a:extLst>
                  <a:ext uri="{FF2B5EF4-FFF2-40B4-BE49-F238E27FC236}">
                    <a16:creationId xmlns:a16="http://schemas.microsoft.com/office/drawing/2014/main" id="{DC911BC0-0791-4799-8FE2-A299B86D0201}"/>
                  </a:ext>
                </a:extLst>
              </p:cNvPr>
              <p:cNvSpPr/>
              <p:nvPr/>
            </p:nvSpPr>
            <p:spPr bwMode="gray">
              <a:xfrm flipV="1">
                <a:off x="8451989" y="2339954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21" name="Ellipse 1152">
                <a:extLst>
                  <a:ext uri="{FF2B5EF4-FFF2-40B4-BE49-F238E27FC236}">
                    <a16:creationId xmlns:a16="http://schemas.microsoft.com/office/drawing/2014/main" id="{2D6FCC7B-1709-4E9E-96A9-7AEE3EA184CA}"/>
                  </a:ext>
                </a:extLst>
              </p:cNvPr>
              <p:cNvSpPr/>
              <p:nvPr/>
            </p:nvSpPr>
            <p:spPr bwMode="gray">
              <a:xfrm flipV="1">
                <a:off x="8451989" y="2234323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22" name="Ellipse 1153">
                <a:extLst>
                  <a:ext uri="{FF2B5EF4-FFF2-40B4-BE49-F238E27FC236}">
                    <a16:creationId xmlns:a16="http://schemas.microsoft.com/office/drawing/2014/main" id="{DD05C396-717A-4E7C-9AA8-B79BC830B881}"/>
                  </a:ext>
                </a:extLst>
              </p:cNvPr>
              <p:cNvSpPr/>
              <p:nvPr/>
            </p:nvSpPr>
            <p:spPr bwMode="gray">
              <a:xfrm flipV="1">
                <a:off x="8348358" y="170077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23" name="Ellipse 1154">
                <a:extLst>
                  <a:ext uri="{FF2B5EF4-FFF2-40B4-BE49-F238E27FC236}">
                    <a16:creationId xmlns:a16="http://schemas.microsoft.com/office/drawing/2014/main" id="{A67E4569-1689-47A0-9930-92EA2826BBC3}"/>
                  </a:ext>
                </a:extLst>
              </p:cNvPr>
              <p:cNvSpPr/>
              <p:nvPr/>
            </p:nvSpPr>
            <p:spPr bwMode="gray">
              <a:xfrm flipV="1">
                <a:off x="8250768" y="170077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24" name="Ellipse 1155">
                <a:extLst>
                  <a:ext uri="{FF2B5EF4-FFF2-40B4-BE49-F238E27FC236}">
                    <a16:creationId xmlns:a16="http://schemas.microsoft.com/office/drawing/2014/main" id="{25C7063E-66AB-48FD-B7AE-7082E62F2729}"/>
                  </a:ext>
                </a:extLst>
              </p:cNvPr>
              <p:cNvSpPr/>
              <p:nvPr/>
            </p:nvSpPr>
            <p:spPr bwMode="gray">
              <a:xfrm flipV="1">
                <a:off x="8250768" y="1916088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25" name="Ellipse 1156">
                <a:extLst>
                  <a:ext uri="{FF2B5EF4-FFF2-40B4-BE49-F238E27FC236}">
                    <a16:creationId xmlns:a16="http://schemas.microsoft.com/office/drawing/2014/main" id="{D77F8C7A-86A9-4AD1-9E3D-95FC2ABA5A45}"/>
                  </a:ext>
                </a:extLst>
              </p:cNvPr>
              <p:cNvSpPr/>
              <p:nvPr/>
            </p:nvSpPr>
            <p:spPr bwMode="gray">
              <a:xfrm flipV="1">
                <a:off x="8250768" y="2339954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26" name="Ellipse 1157">
                <a:extLst>
                  <a:ext uri="{FF2B5EF4-FFF2-40B4-BE49-F238E27FC236}">
                    <a16:creationId xmlns:a16="http://schemas.microsoft.com/office/drawing/2014/main" id="{F19D27FE-0F70-4E3F-AB44-1DD73A02B9B9}"/>
                  </a:ext>
                </a:extLst>
              </p:cNvPr>
              <p:cNvSpPr/>
              <p:nvPr/>
            </p:nvSpPr>
            <p:spPr bwMode="gray">
              <a:xfrm flipV="1">
                <a:off x="8149570" y="2339954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27" name="Ellipse 1158">
                <a:extLst>
                  <a:ext uri="{FF2B5EF4-FFF2-40B4-BE49-F238E27FC236}">
                    <a16:creationId xmlns:a16="http://schemas.microsoft.com/office/drawing/2014/main" id="{3D0447E3-5708-45BE-8DF1-6697E518AC32}"/>
                  </a:ext>
                </a:extLst>
              </p:cNvPr>
              <p:cNvSpPr/>
              <p:nvPr/>
            </p:nvSpPr>
            <p:spPr bwMode="gray">
              <a:xfrm flipV="1">
                <a:off x="8149570" y="2446108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28" name="Ellipse 1159">
                <a:extLst>
                  <a:ext uri="{FF2B5EF4-FFF2-40B4-BE49-F238E27FC236}">
                    <a16:creationId xmlns:a16="http://schemas.microsoft.com/office/drawing/2014/main" id="{788E95A4-2595-48B0-93F9-0F452685D62F}"/>
                  </a:ext>
                </a:extLst>
              </p:cNvPr>
              <p:cNvSpPr/>
              <p:nvPr/>
            </p:nvSpPr>
            <p:spPr bwMode="gray">
              <a:xfrm flipV="1">
                <a:off x="8149570" y="2550688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29" name="Ellipse 1160">
                <a:extLst>
                  <a:ext uri="{FF2B5EF4-FFF2-40B4-BE49-F238E27FC236}">
                    <a16:creationId xmlns:a16="http://schemas.microsoft.com/office/drawing/2014/main" id="{741B0CB9-FBFA-473A-A148-4FE26EFC6EC1}"/>
                  </a:ext>
                </a:extLst>
              </p:cNvPr>
              <p:cNvSpPr/>
              <p:nvPr/>
            </p:nvSpPr>
            <p:spPr bwMode="gray">
              <a:xfrm flipV="1">
                <a:off x="8149570" y="202146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30" name="Ellipse 1161">
                <a:extLst>
                  <a:ext uri="{FF2B5EF4-FFF2-40B4-BE49-F238E27FC236}">
                    <a16:creationId xmlns:a16="http://schemas.microsoft.com/office/drawing/2014/main" id="{9036E03E-0E56-410A-B901-5651CDD7C406}"/>
                  </a:ext>
                </a:extLst>
              </p:cNvPr>
              <p:cNvSpPr/>
              <p:nvPr/>
            </p:nvSpPr>
            <p:spPr bwMode="gray">
              <a:xfrm flipV="1">
                <a:off x="8149570" y="1808890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31" name="Ellipse 1162">
                <a:extLst>
                  <a:ext uri="{FF2B5EF4-FFF2-40B4-BE49-F238E27FC236}">
                    <a16:creationId xmlns:a16="http://schemas.microsoft.com/office/drawing/2014/main" id="{798D3884-09F0-43AB-8EE6-D5B6B3F26089}"/>
                  </a:ext>
                </a:extLst>
              </p:cNvPr>
              <p:cNvSpPr/>
              <p:nvPr/>
            </p:nvSpPr>
            <p:spPr bwMode="gray">
              <a:xfrm flipV="1">
                <a:off x="8149570" y="170077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32" name="Ellipse 1163">
                <a:extLst>
                  <a:ext uri="{FF2B5EF4-FFF2-40B4-BE49-F238E27FC236}">
                    <a16:creationId xmlns:a16="http://schemas.microsoft.com/office/drawing/2014/main" id="{FE6EE029-3A4E-4782-B050-44C7430A8C5E}"/>
                  </a:ext>
                </a:extLst>
              </p:cNvPr>
              <p:cNvSpPr/>
              <p:nvPr/>
            </p:nvSpPr>
            <p:spPr bwMode="gray">
              <a:xfrm flipV="1">
                <a:off x="8149570" y="159530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33" name="Ellipse 1164">
                <a:extLst>
                  <a:ext uri="{FF2B5EF4-FFF2-40B4-BE49-F238E27FC236}">
                    <a16:creationId xmlns:a16="http://schemas.microsoft.com/office/drawing/2014/main" id="{2265CB65-16B5-448C-A81F-4F71C09F17DC}"/>
                  </a:ext>
                </a:extLst>
              </p:cNvPr>
              <p:cNvSpPr/>
              <p:nvPr/>
            </p:nvSpPr>
            <p:spPr bwMode="gray">
              <a:xfrm flipV="1">
                <a:off x="8149570" y="145085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34" name="Ellipse 1165">
                <a:extLst>
                  <a:ext uri="{FF2B5EF4-FFF2-40B4-BE49-F238E27FC236}">
                    <a16:creationId xmlns:a16="http://schemas.microsoft.com/office/drawing/2014/main" id="{75897296-E9A1-4F43-9B86-E14AC596D067}"/>
                  </a:ext>
                </a:extLst>
              </p:cNvPr>
              <p:cNvSpPr/>
              <p:nvPr/>
            </p:nvSpPr>
            <p:spPr bwMode="gray">
              <a:xfrm flipV="1">
                <a:off x="8046330" y="159530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35" name="Ellipse 1166">
                <a:extLst>
                  <a:ext uri="{FF2B5EF4-FFF2-40B4-BE49-F238E27FC236}">
                    <a16:creationId xmlns:a16="http://schemas.microsoft.com/office/drawing/2014/main" id="{35B8B2E9-8B1D-4D6E-AE27-B88C62E168A8}"/>
                  </a:ext>
                </a:extLst>
              </p:cNvPr>
              <p:cNvSpPr/>
              <p:nvPr/>
            </p:nvSpPr>
            <p:spPr bwMode="gray">
              <a:xfrm flipV="1">
                <a:off x="8046330" y="145085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36" name="Ellipse 1167">
                <a:extLst>
                  <a:ext uri="{FF2B5EF4-FFF2-40B4-BE49-F238E27FC236}">
                    <a16:creationId xmlns:a16="http://schemas.microsoft.com/office/drawing/2014/main" id="{7CFFC46E-2639-40B6-AF22-D3A2126591B2}"/>
                  </a:ext>
                </a:extLst>
              </p:cNvPr>
              <p:cNvSpPr/>
              <p:nvPr/>
            </p:nvSpPr>
            <p:spPr bwMode="gray">
              <a:xfrm flipV="1">
                <a:off x="7943920" y="159530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37" name="Ellipse 1168">
                <a:extLst>
                  <a:ext uri="{FF2B5EF4-FFF2-40B4-BE49-F238E27FC236}">
                    <a16:creationId xmlns:a16="http://schemas.microsoft.com/office/drawing/2014/main" id="{B236F24B-85DD-4CCF-B3CD-2594C413A36E}"/>
                  </a:ext>
                </a:extLst>
              </p:cNvPr>
              <p:cNvSpPr/>
              <p:nvPr/>
            </p:nvSpPr>
            <p:spPr bwMode="gray">
              <a:xfrm flipV="1">
                <a:off x="8046330" y="202146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38" name="Ellipse 1169">
                <a:extLst>
                  <a:ext uri="{FF2B5EF4-FFF2-40B4-BE49-F238E27FC236}">
                    <a16:creationId xmlns:a16="http://schemas.microsoft.com/office/drawing/2014/main" id="{99F62FE3-439C-4B63-9809-404E73548CA5}"/>
                  </a:ext>
                </a:extLst>
              </p:cNvPr>
              <p:cNvSpPr/>
              <p:nvPr/>
            </p:nvSpPr>
            <p:spPr bwMode="gray">
              <a:xfrm flipV="1">
                <a:off x="7943920" y="223432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39" name="Ellipse 1170">
                <a:extLst>
                  <a:ext uri="{FF2B5EF4-FFF2-40B4-BE49-F238E27FC236}">
                    <a16:creationId xmlns:a16="http://schemas.microsoft.com/office/drawing/2014/main" id="{324131EF-F375-43F1-A510-316E7A36A74F}"/>
                  </a:ext>
                </a:extLst>
              </p:cNvPr>
              <p:cNvSpPr/>
              <p:nvPr/>
            </p:nvSpPr>
            <p:spPr bwMode="gray">
              <a:xfrm flipV="1">
                <a:off x="7943920" y="2339954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40" name="Ellipse 1171">
                <a:extLst>
                  <a:ext uri="{FF2B5EF4-FFF2-40B4-BE49-F238E27FC236}">
                    <a16:creationId xmlns:a16="http://schemas.microsoft.com/office/drawing/2014/main" id="{F55BF612-A10D-438B-B3F0-1600A668079E}"/>
                  </a:ext>
                </a:extLst>
              </p:cNvPr>
              <p:cNvSpPr/>
              <p:nvPr/>
            </p:nvSpPr>
            <p:spPr bwMode="gray">
              <a:xfrm flipV="1">
                <a:off x="7943920" y="2128366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41" name="Ellipse 1172">
                <a:extLst>
                  <a:ext uri="{FF2B5EF4-FFF2-40B4-BE49-F238E27FC236}">
                    <a16:creationId xmlns:a16="http://schemas.microsoft.com/office/drawing/2014/main" id="{8F142FD5-B7D3-43D9-BF0F-47E3FBC07CD2}"/>
                  </a:ext>
                </a:extLst>
              </p:cNvPr>
              <p:cNvSpPr/>
              <p:nvPr/>
            </p:nvSpPr>
            <p:spPr bwMode="gray">
              <a:xfrm flipV="1">
                <a:off x="7943920" y="202146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42" name="Ellipse 1173">
                <a:extLst>
                  <a:ext uri="{FF2B5EF4-FFF2-40B4-BE49-F238E27FC236}">
                    <a16:creationId xmlns:a16="http://schemas.microsoft.com/office/drawing/2014/main" id="{A3A2ECFB-14C4-43CC-93A9-A8D7737B426C}"/>
                  </a:ext>
                </a:extLst>
              </p:cNvPr>
              <p:cNvSpPr/>
              <p:nvPr/>
            </p:nvSpPr>
            <p:spPr bwMode="gray">
              <a:xfrm flipV="1">
                <a:off x="7943920" y="170077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43" name="Ellipse 1174">
                <a:extLst>
                  <a:ext uri="{FF2B5EF4-FFF2-40B4-BE49-F238E27FC236}">
                    <a16:creationId xmlns:a16="http://schemas.microsoft.com/office/drawing/2014/main" id="{401B3C2D-9A00-499B-8211-FE887E63C70C}"/>
                  </a:ext>
                </a:extLst>
              </p:cNvPr>
              <p:cNvSpPr/>
              <p:nvPr/>
            </p:nvSpPr>
            <p:spPr bwMode="gray">
              <a:xfrm flipV="1">
                <a:off x="7843764" y="170077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44" name="Ellipse 1175">
                <a:extLst>
                  <a:ext uri="{FF2B5EF4-FFF2-40B4-BE49-F238E27FC236}">
                    <a16:creationId xmlns:a16="http://schemas.microsoft.com/office/drawing/2014/main" id="{20711BDD-66FA-451A-86F4-7991DD555CD9}"/>
                  </a:ext>
                </a:extLst>
              </p:cNvPr>
              <p:cNvSpPr/>
              <p:nvPr/>
            </p:nvSpPr>
            <p:spPr bwMode="gray">
              <a:xfrm flipV="1">
                <a:off x="7843764" y="1808890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45" name="Ellipse 1176">
                <a:extLst>
                  <a:ext uri="{FF2B5EF4-FFF2-40B4-BE49-F238E27FC236}">
                    <a16:creationId xmlns:a16="http://schemas.microsoft.com/office/drawing/2014/main" id="{DE882D4F-5311-4E73-A0A8-657E8DD0D20C}"/>
                  </a:ext>
                </a:extLst>
              </p:cNvPr>
              <p:cNvSpPr/>
              <p:nvPr/>
            </p:nvSpPr>
            <p:spPr bwMode="gray">
              <a:xfrm flipV="1">
                <a:off x="7843764" y="1916088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46" name="Ellipse 1177">
                <a:extLst>
                  <a:ext uri="{FF2B5EF4-FFF2-40B4-BE49-F238E27FC236}">
                    <a16:creationId xmlns:a16="http://schemas.microsoft.com/office/drawing/2014/main" id="{0B25016E-D513-4735-B1AD-91F74468FB47}"/>
                  </a:ext>
                </a:extLst>
              </p:cNvPr>
              <p:cNvSpPr/>
              <p:nvPr/>
            </p:nvSpPr>
            <p:spPr bwMode="gray">
              <a:xfrm flipV="1">
                <a:off x="7843764" y="2128366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47" name="Ellipse 1178">
                <a:extLst>
                  <a:ext uri="{FF2B5EF4-FFF2-40B4-BE49-F238E27FC236}">
                    <a16:creationId xmlns:a16="http://schemas.microsoft.com/office/drawing/2014/main" id="{1514895C-71D5-486F-BDD2-90C7433C2EBB}"/>
                  </a:ext>
                </a:extLst>
              </p:cNvPr>
              <p:cNvSpPr/>
              <p:nvPr/>
            </p:nvSpPr>
            <p:spPr bwMode="gray">
              <a:xfrm flipV="1">
                <a:off x="7843764" y="2234323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48" name="Ellipse 1179">
                <a:extLst>
                  <a:ext uri="{FF2B5EF4-FFF2-40B4-BE49-F238E27FC236}">
                    <a16:creationId xmlns:a16="http://schemas.microsoft.com/office/drawing/2014/main" id="{EB7BA372-27E9-4082-9F5A-F017BC72378F}"/>
                  </a:ext>
                </a:extLst>
              </p:cNvPr>
              <p:cNvSpPr/>
              <p:nvPr/>
            </p:nvSpPr>
            <p:spPr bwMode="gray">
              <a:xfrm flipV="1">
                <a:off x="7843764" y="2339954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49" name="Ellipse 1180">
                <a:extLst>
                  <a:ext uri="{FF2B5EF4-FFF2-40B4-BE49-F238E27FC236}">
                    <a16:creationId xmlns:a16="http://schemas.microsoft.com/office/drawing/2014/main" id="{D0476FB6-0EAE-452D-9CE2-E1D5EFA92BDF}"/>
                  </a:ext>
                </a:extLst>
              </p:cNvPr>
              <p:cNvSpPr/>
              <p:nvPr/>
            </p:nvSpPr>
            <p:spPr bwMode="gray">
              <a:xfrm flipV="1">
                <a:off x="7741330" y="2128366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50" name="Ellipse 1181">
                <a:extLst>
                  <a:ext uri="{FF2B5EF4-FFF2-40B4-BE49-F238E27FC236}">
                    <a16:creationId xmlns:a16="http://schemas.microsoft.com/office/drawing/2014/main" id="{973AFC10-67EC-4B48-ABF2-54370482C7CC}"/>
                  </a:ext>
                </a:extLst>
              </p:cNvPr>
              <p:cNvSpPr/>
              <p:nvPr/>
            </p:nvSpPr>
            <p:spPr bwMode="gray">
              <a:xfrm flipV="1">
                <a:off x="7741330" y="2234323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51" name="Ellipse 1182">
                <a:extLst>
                  <a:ext uri="{FF2B5EF4-FFF2-40B4-BE49-F238E27FC236}">
                    <a16:creationId xmlns:a16="http://schemas.microsoft.com/office/drawing/2014/main" id="{79537D02-2DC6-4910-8C2F-A830723992CE}"/>
                  </a:ext>
                </a:extLst>
              </p:cNvPr>
              <p:cNvSpPr/>
              <p:nvPr/>
            </p:nvSpPr>
            <p:spPr bwMode="gray">
              <a:xfrm flipV="1">
                <a:off x="7741330" y="2339954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52" name="Ellipse 1183">
                <a:extLst>
                  <a:ext uri="{FF2B5EF4-FFF2-40B4-BE49-F238E27FC236}">
                    <a16:creationId xmlns:a16="http://schemas.microsoft.com/office/drawing/2014/main" id="{9B396281-99C9-40D4-9D75-80A50B1ABB6C}"/>
                  </a:ext>
                </a:extLst>
              </p:cNvPr>
              <p:cNvSpPr/>
              <p:nvPr/>
            </p:nvSpPr>
            <p:spPr bwMode="gray">
              <a:xfrm flipV="1">
                <a:off x="7741330" y="2446108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53" name="Ellipse 1184">
                <a:extLst>
                  <a:ext uri="{FF2B5EF4-FFF2-40B4-BE49-F238E27FC236}">
                    <a16:creationId xmlns:a16="http://schemas.microsoft.com/office/drawing/2014/main" id="{D89A3001-0D97-4F84-9F7E-42FFA145EF1A}"/>
                  </a:ext>
                </a:extLst>
              </p:cNvPr>
              <p:cNvSpPr/>
              <p:nvPr/>
            </p:nvSpPr>
            <p:spPr bwMode="gray">
              <a:xfrm flipV="1">
                <a:off x="7741330" y="1916088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54" name="Ellipse 1185">
                <a:extLst>
                  <a:ext uri="{FF2B5EF4-FFF2-40B4-BE49-F238E27FC236}">
                    <a16:creationId xmlns:a16="http://schemas.microsoft.com/office/drawing/2014/main" id="{A31F47A0-7814-4937-9DE2-559260022716}"/>
                  </a:ext>
                </a:extLst>
              </p:cNvPr>
              <p:cNvSpPr/>
              <p:nvPr/>
            </p:nvSpPr>
            <p:spPr bwMode="gray">
              <a:xfrm flipV="1">
                <a:off x="7741330" y="170077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55" name="Ellipse 1186">
                <a:extLst>
                  <a:ext uri="{FF2B5EF4-FFF2-40B4-BE49-F238E27FC236}">
                    <a16:creationId xmlns:a16="http://schemas.microsoft.com/office/drawing/2014/main" id="{3DCD17C3-8EC4-4F5F-8525-F068775108BB}"/>
                  </a:ext>
                </a:extLst>
              </p:cNvPr>
              <p:cNvSpPr/>
              <p:nvPr/>
            </p:nvSpPr>
            <p:spPr bwMode="gray">
              <a:xfrm flipV="1">
                <a:off x="7741330" y="159530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56" name="Ellipse 1187">
                <a:extLst>
                  <a:ext uri="{FF2B5EF4-FFF2-40B4-BE49-F238E27FC236}">
                    <a16:creationId xmlns:a16="http://schemas.microsoft.com/office/drawing/2014/main" id="{BF30C944-08F7-40A5-92D5-9BDD4659CFFE}"/>
                  </a:ext>
                </a:extLst>
              </p:cNvPr>
              <p:cNvSpPr/>
              <p:nvPr/>
            </p:nvSpPr>
            <p:spPr bwMode="gray">
              <a:xfrm flipV="1">
                <a:off x="7639971" y="170077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57" name="Ellipse 1188">
                <a:extLst>
                  <a:ext uri="{FF2B5EF4-FFF2-40B4-BE49-F238E27FC236}">
                    <a16:creationId xmlns:a16="http://schemas.microsoft.com/office/drawing/2014/main" id="{CA95645C-4E84-4F0F-86C0-3FF4C0B5BB0D}"/>
                  </a:ext>
                </a:extLst>
              </p:cNvPr>
              <p:cNvSpPr/>
              <p:nvPr/>
            </p:nvSpPr>
            <p:spPr bwMode="gray">
              <a:xfrm flipV="1">
                <a:off x="7639971" y="159530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58" name="Ellipse 1189">
                <a:extLst>
                  <a:ext uri="{FF2B5EF4-FFF2-40B4-BE49-F238E27FC236}">
                    <a16:creationId xmlns:a16="http://schemas.microsoft.com/office/drawing/2014/main" id="{C5647AA6-8170-4FF6-96FB-41D45875D08C}"/>
                  </a:ext>
                </a:extLst>
              </p:cNvPr>
              <p:cNvSpPr/>
              <p:nvPr/>
            </p:nvSpPr>
            <p:spPr bwMode="gray">
              <a:xfrm flipV="1">
                <a:off x="7843764" y="202146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59" name="Ellipse 1190">
                <a:extLst>
                  <a:ext uri="{FF2B5EF4-FFF2-40B4-BE49-F238E27FC236}">
                    <a16:creationId xmlns:a16="http://schemas.microsoft.com/office/drawing/2014/main" id="{97D0ECFB-27B0-41CE-B629-2F90AFE2C988}"/>
                  </a:ext>
                </a:extLst>
              </p:cNvPr>
              <p:cNvSpPr/>
              <p:nvPr/>
            </p:nvSpPr>
            <p:spPr bwMode="gray">
              <a:xfrm flipV="1">
                <a:off x="7639971" y="1916088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60" name="Ellipse 1191">
                <a:extLst>
                  <a:ext uri="{FF2B5EF4-FFF2-40B4-BE49-F238E27FC236}">
                    <a16:creationId xmlns:a16="http://schemas.microsoft.com/office/drawing/2014/main" id="{F9902053-8F4C-45EA-82D8-87BB568363DF}"/>
                  </a:ext>
                </a:extLst>
              </p:cNvPr>
              <p:cNvSpPr/>
              <p:nvPr/>
            </p:nvSpPr>
            <p:spPr bwMode="gray">
              <a:xfrm flipV="1">
                <a:off x="7639971" y="2128366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61" name="Ellipse 1192">
                <a:extLst>
                  <a:ext uri="{FF2B5EF4-FFF2-40B4-BE49-F238E27FC236}">
                    <a16:creationId xmlns:a16="http://schemas.microsoft.com/office/drawing/2014/main" id="{B7C2F19A-D0CB-4616-A3DC-295B7019EB3B}"/>
                  </a:ext>
                </a:extLst>
              </p:cNvPr>
              <p:cNvSpPr/>
              <p:nvPr/>
            </p:nvSpPr>
            <p:spPr bwMode="gray">
              <a:xfrm flipV="1">
                <a:off x="7639971" y="2234323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62" name="Ellipse 1193">
                <a:extLst>
                  <a:ext uri="{FF2B5EF4-FFF2-40B4-BE49-F238E27FC236}">
                    <a16:creationId xmlns:a16="http://schemas.microsoft.com/office/drawing/2014/main" id="{DA385E76-ADBE-4356-81D5-9AAB9E835D22}"/>
                  </a:ext>
                </a:extLst>
              </p:cNvPr>
              <p:cNvSpPr/>
              <p:nvPr/>
            </p:nvSpPr>
            <p:spPr bwMode="gray">
              <a:xfrm flipV="1">
                <a:off x="7639971" y="2339954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63" name="Ellipse 1194">
                <a:extLst>
                  <a:ext uri="{FF2B5EF4-FFF2-40B4-BE49-F238E27FC236}">
                    <a16:creationId xmlns:a16="http://schemas.microsoft.com/office/drawing/2014/main" id="{42D11759-6CEC-49A8-A56C-77A3CBEDFA3B}"/>
                  </a:ext>
                </a:extLst>
              </p:cNvPr>
              <p:cNvSpPr/>
              <p:nvPr/>
            </p:nvSpPr>
            <p:spPr bwMode="gray">
              <a:xfrm flipV="1">
                <a:off x="7639971" y="202146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64" name="Ellipse 1195">
                <a:extLst>
                  <a:ext uri="{FF2B5EF4-FFF2-40B4-BE49-F238E27FC236}">
                    <a16:creationId xmlns:a16="http://schemas.microsoft.com/office/drawing/2014/main" id="{3227740C-235B-41CC-A9AB-BEC9AFC242F8}"/>
                  </a:ext>
                </a:extLst>
              </p:cNvPr>
              <p:cNvSpPr/>
              <p:nvPr/>
            </p:nvSpPr>
            <p:spPr bwMode="gray">
              <a:xfrm flipV="1">
                <a:off x="7639971" y="2446108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65" name="Ellipse 1196">
                <a:extLst>
                  <a:ext uri="{FF2B5EF4-FFF2-40B4-BE49-F238E27FC236}">
                    <a16:creationId xmlns:a16="http://schemas.microsoft.com/office/drawing/2014/main" id="{2EB6BEAD-AB2B-487C-BA8E-8D2C1868064E}"/>
                  </a:ext>
                </a:extLst>
              </p:cNvPr>
              <p:cNvSpPr/>
              <p:nvPr/>
            </p:nvSpPr>
            <p:spPr bwMode="gray">
              <a:xfrm flipV="1">
                <a:off x="7542773" y="2446108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66" name="Ellipse 1197">
                <a:extLst>
                  <a:ext uri="{FF2B5EF4-FFF2-40B4-BE49-F238E27FC236}">
                    <a16:creationId xmlns:a16="http://schemas.microsoft.com/office/drawing/2014/main" id="{D4D305F5-25AA-40B2-9DCA-AFA58361314D}"/>
                  </a:ext>
                </a:extLst>
              </p:cNvPr>
              <p:cNvSpPr/>
              <p:nvPr/>
            </p:nvSpPr>
            <p:spPr bwMode="gray">
              <a:xfrm flipV="1">
                <a:off x="7542773" y="2550688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67" name="Ellipse 1198">
                <a:extLst>
                  <a:ext uri="{FF2B5EF4-FFF2-40B4-BE49-F238E27FC236}">
                    <a16:creationId xmlns:a16="http://schemas.microsoft.com/office/drawing/2014/main" id="{801671EB-0F11-4BE4-A704-2DD133635135}"/>
                  </a:ext>
                </a:extLst>
              </p:cNvPr>
              <p:cNvSpPr/>
              <p:nvPr/>
            </p:nvSpPr>
            <p:spPr bwMode="gray">
              <a:xfrm flipV="1">
                <a:off x="7542773" y="2128366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68" name="Ellipse 1199">
                <a:extLst>
                  <a:ext uri="{FF2B5EF4-FFF2-40B4-BE49-F238E27FC236}">
                    <a16:creationId xmlns:a16="http://schemas.microsoft.com/office/drawing/2014/main" id="{A378C177-F7F5-41B2-AC66-FD0F78ED99E9}"/>
                  </a:ext>
                </a:extLst>
              </p:cNvPr>
              <p:cNvSpPr/>
              <p:nvPr/>
            </p:nvSpPr>
            <p:spPr bwMode="gray">
              <a:xfrm flipV="1">
                <a:off x="7542773" y="223432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69" name="Ellipse 1200">
                <a:extLst>
                  <a:ext uri="{FF2B5EF4-FFF2-40B4-BE49-F238E27FC236}">
                    <a16:creationId xmlns:a16="http://schemas.microsoft.com/office/drawing/2014/main" id="{7360FE38-FB37-49A9-A27D-06A9251BCA81}"/>
                  </a:ext>
                </a:extLst>
              </p:cNvPr>
              <p:cNvSpPr/>
              <p:nvPr/>
            </p:nvSpPr>
            <p:spPr bwMode="gray">
              <a:xfrm flipV="1">
                <a:off x="7542773" y="202146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70" name="Ellipse 1201">
                <a:extLst>
                  <a:ext uri="{FF2B5EF4-FFF2-40B4-BE49-F238E27FC236}">
                    <a16:creationId xmlns:a16="http://schemas.microsoft.com/office/drawing/2014/main" id="{453A9933-F427-4657-B4AB-308D700C3287}"/>
                  </a:ext>
                </a:extLst>
              </p:cNvPr>
              <p:cNvSpPr/>
              <p:nvPr/>
            </p:nvSpPr>
            <p:spPr bwMode="gray">
              <a:xfrm flipV="1">
                <a:off x="7542773" y="1808890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71" name="Ellipse 1202">
                <a:extLst>
                  <a:ext uri="{FF2B5EF4-FFF2-40B4-BE49-F238E27FC236}">
                    <a16:creationId xmlns:a16="http://schemas.microsoft.com/office/drawing/2014/main" id="{99AEF289-71EC-422A-AF77-7B6387097DA3}"/>
                  </a:ext>
                </a:extLst>
              </p:cNvPr>
              <p:cNvSpPr/>
              <p:nvPr/>
            </p:nvSpPr>
            <p:spPr bwMode="gray">
              <a:xfrm flipV="1">
                <a:off x="7542773" y="170077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72" name="Ellipse 1203">
                <a:extLst>
                  <a:ext uri="{FF2B5EF4-FFF2-40B4-BE49-F238E27FC236}">
                    <a16:creationId xmlns:a16="http://schemas.microsoft.com/office/drawing/2014/main" id="{9B31764B-26E8-4B4E-A364-5043B64FA15B}"/>
                  </a:ext>
                </a:extLst>
              </p:cNvPr>
              <p:cNvSpPr/>
              <p:nvPr/>
            </p:nvSpPr>
            <p:spPr bwMode="gray">
              <a:xfrm flipV="1">
                <a:off x="7435148" y="1700773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73" name="Ellipse 1204">
                <a:extLst>
                  <a:ext uri="{FF2B5EF4-FFF2-40B4-BE49-F238E27FC236}">
                    <a16:creationId xmlns:a16="http://schemas.microsoft.com/office/drawing/2014/main" id="{AD046DA6-2D37-49B6-90A3-B8F571EC6067}"/>
                  </a:ext>
                </a:extLst>
              </p:cNvPr>
              <p:cNvSpPr/>
              <p:nvPr/>
            </p:nvSpPr>
            <p:spPr bwMode="gray">
              <a:xfrm flipV="1">
                <a:off x="7435148" y="1808890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74" name="Ellipse 1205">
                <a:extLst>
                  <a:ext uri="{FF2B5EF4-FFF2-40B4-BE49-F238E27FC236}">
                    <a16:creationId xmlns:a16="http://schemas.microsoft.com/office/drawing/2014/main" id="{DF1AF368-4CE9-4FDA-9A55-BF90715F42D0}"/>
                  </a:ext>
                </a:extLst>
              </p:cNvPr>
              <p:cNvSpPr/>
              <p:nvPr/>
            </p:nvSpPr>
            <p:spPr bwMode="gray">
              <a:xfrm flipV="1">
                <a:off x="7435148" y="1916088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75" name="Ellipse 1206">
                <a:extLst>
                  <a:ext uri="{FF2B5EF4-FFF2-40B4-BE49-F238E27FC236}">
                    <a16:creationId xmlns:a16="http://schemas.microsoft.com/office/drawing/2014/main" id="{439E615E-7CE1-4B2A-B4BA-32FF7C8B6615}"/>
                  </a:ext>
                </a:extLst>
              </p:cNvPr>
              <p:cNvSpPr/>
              <p:nvPr/>
            </p:nvSpPr>
            <p:spPr bwMode="gray">
              <a:xfrm flipV="1">
                <a:off x="7435148" y="202146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76" name="Ellipse 1207">
                <a:extLst>
                  <a:ext uri="{FF2B5EF4-FFF2-40B4-BE49-F238E27FC236}">
                    <a16:creationId xmlns:a16="http://schemas.microsoft.com/office/drawing/2014/main" id="{7B03A0F9-D6F2-4562-9259-FBE9E6214F24}"/>
                  </a:ext>
                </a:extLst>
              </p:cNvPr>
              <p:cNvSpPr/>
              <p:nvPr/>
            </p:nvSpPr>
            <p:spPr bwMode="gray">
              <a:xfrm flipV="1">
                <a:off x="7435148" y="2128366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77" name="Ellipse 1208">
                <a:extLst>
                  <a:ext uri="{FF2B5EF4-FFF2-40B4-BE49-F238E27FC236}">
                    <a16:creationId xmlns:a16="http://schemas.microsoft.com/office/drawing/2014/main" id="{0E72AEBC-5E2F-40F3-81BF-7136C1FA1ECC}"/>
                  </a:ext>
                </a:extLst>
              </p:cNvPr>
              <p:cNvSpPr/>
              <p:nvPr/>
            </p:nvSpPr>
            <p:spPr bwMode="gray">
              <a:xfrm flipV="1">
                <a:off x="7337764" y="1700773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78" name="Ellipse 1209">
                <a:extLst>
                  <a:ext uri="{FF2B5EF4-FFF2-40B4-BE49-F238E27FC236}">
                    <a16:creationId xmlns:a16="http://schemas.microsoft.com/office/drawing/2014/main" id="{7F0FCA74-1026-4346-914F-E23706ECCF2A}"/>
                  </a:ext>
                </a:extLst>
              </p:cNvPr>
              <p:cNvSpPr/>
              <p:nvPr/>
            </p:nvSpPr>
            <p:spPr bwMode="gray">
              <a:xfrm flipV="1">
                <a:off x="7232753" y="170077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79" name="Ellipse 1210">
                <a:extLst>
                  <a:ext uri="{FF2B5EF4-FFF2-40B4-BE49-F238E27FC236}">
                    <a16:creationId xmlns:a16="http://schemas.microsoft.com/office/drawing/2014/main" id="{103260C2-571B-42C5-8310-BB5E11264B2F}"/>
                  </a:ext>
                </a:extLst>
              </p:cNvPr>
              <p:cNvSpPr/>
              <p:nvPr/>
            </p:nvSpPr>
            <p:spPr bwMode="gray">
              <a:xfrm flipV="1">
                <a:off x="7232753" y="1916088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80" name="Ellipse 1211">
                <a:extLst>
                  <a:ext uri="{FF2B5EF4-FFF2-40B4-BE49-F238E27FC236}">
                    <a16:creationId xmlns:a16="http://schemas.microsoft.com/office/drawing/2014/main" id="{FA33D663-81D2-49C6-8470-229B5EA4DADA}"/>
                  </a:ext>
                </a:extLst>
              </p:cNvPr>
              <p:cNvSpPr/>
              <p:nvPr/>
            </p:nvSpPr>
            <p:spPr bwMode="gray">
              <a:xfrm flipV="1">
                <a:off x="7232753" y="2128366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81" name="Ellipse 1212">
                <a:extLst>
                  <a:ext uri="{FF2B5EF4-FFF2-40B4-BE49-F238E27FC236}">
                    <a16:creationId xmlns:a16="http://schemas.microsoft.com/office/drawing/2014/main" id="{E46B0882-C573-41BF-B5E9-E57F47338D4B}"/>
                  </a:ext>
                </a:extLst>
              </p:cNvPr>
              <p:cNvSpPr/>
              <p:nvPr/>
            </p:nvSpPr>
            <p:spPr bwMode="gray">
              <a:xfrm flipV="1">
                <a:off x="7232753" y="223432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82" name="Ellipse 1213">
                <a:extLst>
                  <a:ext uri="{FF2B5EF4-FFF2-40B4-BE49-F238E27FC236}">
                    <a16:creationId xmlns:a16="http://schemas.microsoft.com/office/drawing/2014/main" id="{27DBE4DD-5E36-4547-B49C-5C474308B37C}"/>
                  </a:ext>
                </a:extLst>
              </p:cNvPr>
              <p:cNvSpPr/>
              <p:nvPr/>
            </p:nvSpPr>
            <p:spPr bwMode="gray">
              <a:xfrm flipV="1">
                <a:off x="7337764" y="2128366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83" name="Ellipse 1214">
                <a:extLst>
                  <a:ext uri="{FF2B5EF4-FFF2-40B4-BE49-F238E27FC236}">
                    <a16:creationId xmlns:a16="http://schemas.microsoft.com/office/drawing/2014/main" id="{18CD00DE-A053-4B05-BC48-A1C5FA8A33B5}"/>
                  </a:ext>
                </a:extLst>
              </p:cNvPr>
              <p:cNvSpPr/>
              <p:nvPr/>
            </p:nvSpPr>
            <p:spPr bwMode="gray">
              <a:xfrm flipV="1">
                <a:off x="7337764" y="2339954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84" name="Ellipse 1215">
                <a:extLst>
                  <a:ext uri="{FF2B5EF4-FFF2-40B4-BE49-F238E27FC236}">
                    <a16:creationId xmlns:a16="http://schemas.microsoft.com/office/drawing/2014/main" id="{832DBF00-134A-4E04-9763-386BC80F9CB8}"/>
                  </a:ext>
                </a:extLst>
              </p:cNvPr>
              <p:cNvSpPr/>
              <p:nvPr/>
            </p:nvSpPr>
            <p:spPr bwMode="gray">
              <a:xfrm flipV="1">
                <a:off x="7337764" y="2446108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85" name="Ellipse 1216">
                <a:extLst>
                  <a:ext uri="{FF2B5EF4-FFF2-40B4-BE49-F238E27FC236}">
                    <a16:creationId xmlns:a16="http://schemas.microsoft.com/office/drawing/2014/main" id="{3E7CF25B-B91C-4C8C-8EBF-CDE7536AC5CE}"/>
                  </a:ext>
                </a:extLst>
              </p:cNvPr>
              <p:cNvSpPr/>
              <p:nvPr/>
            </p:nvSpPr>
            <p:spPr bwMode="gray">
              <a:xfrm flipV="1">
                <a:off x="7129749" y="1916088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6487"/>
                  </a:solidFill>
                </a:endParaRPr>
              </a:p>
            </p:txBody>
          </p:sp>
          <p:sp>
            <p:nvSpPr>
              <p:cNvPr id="586" name="Ellipse 1217">
                <a:extLst>
                  <a:ext uri="{FF2B5EF4-FFF2-40B4-BE49-F238E27FC236}">
                    <a16:creationId xmlns:a16="http://schemas.microsoft.com/office/drawing/2014/main" id="{9A7EF9CF-72E1-4BA1-BB97-4B2C67930C37}"/>
                  </a:ext>
                </a:extLst>
              </p:cNvPr>
              <p:cNvSpPr/>
              <p:nvPr/>
            </p:nvSpPr>
            <p:spPr bwMode="gray">
              <a:xfrm flipV="1">
                <a:off x="7129749" y="2128366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6487"/>
                  </a:solidFill>
                </a:endParaRPr>
              </a:p>
            </p:txBody>
          </p:sp>
          <p:sp>
            <p:nvSpPr>
              <p:cNvPr id="587" name="Ellipse 1218">
                <a:extLst>
                  <a:ext uri="{FF2B5EF4-FFF2-40B4-BE49-F238E27FC236}">
                    <a16:creationId xmlns:a16="http://schemas.microsoft.com/office/drawing/2014/main" id="{5EBB07B4-CF4D-40D5-87A4-11A87CE7898C}"/>
                  </a:ext>
                </a:extLst>
              </p:cNvPr>
              <p:cNvSpPr/>
              <p:nvPr/>
            </p:nvSpPr>
            <p:spPr bwMode="gray">
              <a:xfrm flipV="1">
                <a:off x="7129749" y="2234323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6487"/>
                  </a:solidFill>
                </a:endParaRPr>
              </a:p>
            </p:txBody>
          </p:sp>
          <p:sp>
            <p:nvSpPr>
              <p:cNvPr id="588" name="Ellipse 1219">
                <a:extLst>
                  <a:ext uri="{FF2B5EF4-FFF2-40B4-BE49-F238E27FC236}">
                    <a16:creationId xmlns:a16="http://schemas.microsoft.com/office/drawing/2014/main" id="{7983D1B7-72B7-4C7F-9825-F7C92F3AC8EB}"/>
                  </a:ext>
                </a:extLst>
              </p:cNvPr>
              <p:cNvSpPr/>
              <p:nvPr/>
            </p:nvSpPr>
            <p:spPr bwMode="gray">
              <a:xfrm flipV="1">
                <a:off x="7129749" y="202146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6487"/>
                  </a:solidFill>
                </a:endParaRPr>
              </a:p>
            </p:txBody>
          </p:sp>
          <p:sp>
            <p:nvSpPr>
              <p:cNvPr id="589" name="Ellipse 1220">
                <a:extLst>
                  <a:ext uri="{FF2B5EF4-FFF2-40B4-BE49-F238E27FC236}">
                    <a16:creationId xmlns:a16="http://schemas.microsoft.com/office/drawing/2014/main" id="{F44E3CB1-9E3A-4D8C-BDF6-FE1167C93D66}"/>
                  </a:ext>
                </a:extLst>
              </p:cNvPr>
              <p:cNvSpPr/>
              <p:nvPr/>
            </p:nvSpPr>
            <p:spPr bwMode="gray">
              <a:xfrm flipV="1">
                <a:off x="10912536" y="2135412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90" name="Ellipse 1221">
                <a:extLst>
                  <a:ext uri="{FF2B5EF4-FFF2-40B4-BE49-F238E27FC236}">
                    <a16:creationId xmlns:a16="http://schemas.microsoft.com/office/drawing/2014/main" id="{7B8F04C7-A91C-4292-B945-DB345296CCB2}"/>
                  </a:ext>
                </a:extLst>
              </p:cNvPr>
              <p:cNvSpPr/>
              <p:nvPr/>
            </p:nvSpPr>
            <p:spPr bwMode="gray">
              <a:xfrm flipV="1">
                <a:off x="10912536" y="1923134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91" name="Freeform 17">
                <a:extLst>
                  <a:ext uri="{FF2B5EF4-FFF2-40B4-BE49-F238E27FC236}">
                    <a16:creationId xmlns:a16="http://schemas.microsoft.com/office/drawing/2014/main" id="{B7C2D706-9C74-4AC8-923B-8B44D0B68F77}"/>
                  </a:ext>
                </a:extLst>
              </p:cNvPr>
              <p:cNvSpPr>
                <a:spLocks noChangeAspect="1" noEditPoints="1"/>
              </p:cNvSpPr>
              <p:nvPr/>
            </p:nvSpPr>
            <p:spPr bwMode="gray">
              <a:xfrm>
                <a:off x="8811984" y="1562226"/>
                <a:ext cx="264319" cy="348457"/>
              </a:xfrm>
              <a:custGeom>
                <a:avLst/>
                <a:gdLst>
                  <a:gd name="T0" fmla="*/ 280 w 1760"/>
                  <a:gd name="T1" fmla="*/ 920 h 2320"/>
                  <a:gd name="T2" fmla="*/ 280 w 1760"/>
                  <a:gd name="T3" fmla="*/ 594 h 2320"/>
                  <a:gd name="T4" fmla="*/ 874 w 1760"/>
                  <a:gd name="T5" fmla="*/ 0 h 2320"/>
                  <a:gd name="T6" fmla="*/ 886 w 1760"/>
                  <a:gd name="T7" fmla="*/ 0 h 2320"/>
                  <a:gd name="T8" fmla="*/ 1480 w 1760"/>
                  <a:gd name="T9" fmla="*/ 594 h 2320"/>
                  <a:gd name="T10" fmla="*/ 1480 w 1760"/>
                  <a:gd name="T11" fmla="*/ 920 h 2320"/>
                  <a:gd name="T12" fmla="*/ 1280 w 1760"/>
                  <a:gd name="T13" fmla="*/ 920 h 2320"/>
                  <a:gd name="T14" fmla="*/ 1280 w 1760"/>
                  <a:gd name="T15" fmla="*/ 619 h 2320"/>
                  <a:gd name="T16" fmla="*/ 884 w 1760"/>
                  <a:gd name="T17" fmla="*/ 200 h 2320"/>
                  <a:gd name="T18" fmla="*/ 876 w 1760"/>
                  <a:gd name="T19" fmla="*/ 200 h 2320"/>
                  <a:gd name="T20" fmla="*/ 480 w 1760"/>
                  <a:gd name="T21" fmla="*/ 619 h 2320"/>
                  <a:gd name="T22" fmla="*/ 480 w 1760"/>
                  <a:gd name="T23" fmla="*/ 920 h 2320"/>
                  <a:gd name="T24" fmla="*/ 280 w 1760"/>
                  <a:gd name="T25" fmla="*/ 920 h 2320"/>
                  <a:gd name="T26" fmla="*/ 1760 w 1760"/>
                  <a:gd name="T27" fmla="*/ 960 h 2320"/>
                  <a:gd name="T28" fmla="*/ 1760 w 1760"/>
                  <a:gd name="T29" fmla="*/ 2320 h 2320"/>
                  <a:gd name="T30" fmla="*/ 0 w 1760"/>
                  <a:gd name="T31" fmla="*/ 2320 h 2320"/>
                  <a:gd name="T32" fmla="*/ 0 w 1760"/>
                  <a:gd name="T33" fmla="*/ 960 h 2320"/>
                  <a:gd name="T34" fmla="*/ 1760 w 1760"/>
                  <a:gd name="T35" fmla="*/ 960 h 2320"/>
                  <a:gd name="T36" fmla="*/ 1340 w 1760"/>
                  <a:gd name="T37" fmla="*/ 1640 h 2320"/>
                  <a:gd name="T38" fmla="*/ 880 w 1760"/>
                  <a:gd name="T39" fmla="*/ 1180 h 2320"/>
                  <a:gd name="T40" fmla="*/ 420 w 1760"/>
                  <a:gd name="T41" fmla="*/ 1640 h 2320"/>
                  <a:gd name="T42" fmla="*/ 880 w 1760"/>
                  <a:gd name="T43" fmla="*/ 2100 h 2320"/>
                  <a:gd name="T44" fmla="*/ 1340 w 1760"/>
                  <a:gd name="T45" fmla="*/ 1640 h 2320"/>
                  <a:gd name="T46" fmla="*/ 1300 w 1760"/>
                  <a:gd name="T47" fmla="*/ 1640 h 2320"/>
                  <a:gd name="T48" fmla="*/ 880 w 1760"/>
                  <a:gd name="T49" fmla="*/ 2060 h 2320"/>
                  <a:gd name="T50" fmla="*/ 460 w 1760"/>
                  <a:gd name="T51" fmla="*/ 1640 h 2320"/>
                  <a:gd name="T52" fmla="*/ 880 w 1760"/>
                  <a:gd name="T53" fmla="*/ 1220 h 2320"/>
                  <a:gd name="T54" fmla="*/ 1300 w 1760"/>
                  <a:gd name="T55" fmla="*/ 1640 h 2320"/>
                  <a:gd name="T56" fmla="*/ 1000 w 1760"/>
                  <a:gd name="T57" fmla="*/ 1560 h 2320"/>
                  <a:gd name="T58" fmla="*/ 880 w 1760"/>
                  <a:gd name="T59" fmla="*/ 1440 h 2320"/>
                  <a:gd name="T60" fmla="*/ 760 w 1760"/>
                  <a:gd name="T61" fmla="*/ 1560 h 2320"/>
                  <a:gd name="T62" fmla="*/ 820 w 1760"/>
                  <a:gd name="T63" fmla="*/ 1664 h 2320"/>
                  <a:gd name="T64" fmla="*/ 820 w 1760"/>
                  <a:gd name="T65" fmla="*/ 1840 h 2320"/>
                  <a:gd name="T66" fmla="*/ 940 w 1760"/>
                  <a:gd name="T67" fmla="*/ 1840 h 2320"/>
                  <a:gd name="T68" fmla="*/ 940 w 1760"/>
                  <a:gd name="T69" fmla="*/ 1664 h 2320"/>
                  <a:gd name="T70" fmla="*/ 1000 w 1760"/>
                  <a:gd name="T71" fmla="*/ 1560 h 23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760" h="2320">
                    <a:moveTo>
                      <a:pt x="280" y="920"/>
                    </a:moveTo>
                    <a:cubicBezTo>
                      <a:pt x="280" y="594"/>
                      <a:pt x="280" y="594"/>
                      <a:pt x="280" y="594"/>
                    </a:cubicBezTo>
                    <a:cubicBezTo>
                      <a:pt x="280" y="266"/>
                      <a:pt x="546" y="0"/>
                      <a:pt x="874" y="0"/>
                    </a:cubicBezTo>
                    <a:cubicBezTo>
                      <a:pt x="886" y="0"/>
                      <a:pt x="886" y="0"/>
                      <a:pt x="886" y="0"/>
                    </a:cubicBezTo>
                    <a:cubicBezTo>
                      <a:pt x="1214" y="0"/>
                      <a:pt x="1480" y="266"/>
                      <a:pt x="1480" y="594"/>
                    </a:cubicBezTo>
                    <a:cubicBezTo>
                      <a:pt x="1480" y="920"/>
                      <a:pt x="1480" y="920"/>
                      <a:pt x="1480" y="920"/>
                    </a:cubicBezTo>
                    <a:cubicBezTo>
                      <a:pt x="1280" y="920"/>
                      <a:pt x="1280" y="920"/>
                      <a:pt x="1280" y="920"/>
                    </a:cubicBezTo>
                    <a:cubicBezTo>
                      <a:pt x="1280" y="619"/>
                      <a:pt x="1280" y="619"/>
                      <a:pt x="1280" y="619"/>
                    </a:cubicBezTo>
                    <a:cubicBezTo>
                      <a:pt x="1280" y="388"/>
                      <a:pt x="1103" y="200"/>
                      <a:pt x="884" y="200"/>
                    </a:cubicBezTo>
                    <a:cubicBezTo>
                      <a:pt x="876" y="200"/>
                      <a:pt x="876" y="200"/>
                      <a:pt x="876" y="200"/>
                    </a:cubicBezTo>
                    <a:cubicBezTo>
                      <a:pt x="657" y="200"/>
                      <a:pt x="480" y="388"/>
                      <a:pt x="480" y="619"/>
                    </a:cubicBezTo>
                    <a:cubicBezTo>
                      <a:pt x="480" y="920"/>
                      <a:pt x="480" y="920"/>
                      <a:pt x="480" y="920"/>
                    </a:cubicBezTo>
                    <a:lnTo>
                      <a:pt x="280" y="920"/>
                    </a:lnTo>
                    <a:close/>
                    <a:moveTo>
                      <a:pt x="1760" y="960"/>
                    </a:moveTo>
                    <a:cubicBezTo>
                      <a:pt x="1760" y="2320"/>
                      <a:pt x="1760" y="2320"/>
                      <a:pt x="1760" y="2320"/>
                    </a:cubicBezTo>
                    <a:cubicBezTo>
                      <a:pt x="0" y="2320"/>
                      <a:pt x="0" y="2320"/>
                      <a:pt x="0" y="2320"/>
                    </a:cubicBezTo>
                    <a:cubicBezTo>
                      <a:pt x="0" y="960"/>
                      <a:pt x="0" y="960"/>
                      <a:pt x="0" y="960"/>
                    </a:cubicBezTo>
                    <a:lnTo>
                      <a:pt x="1760" y="960"/>
                    </a:lnTo>
                    <a:close/>
                    <a:moveTo>
                      <a:pt x="1340" y="1640"/>
                    </a:moveTo>
                    <a:cubicBezTo>
                      <a:pt x="1340" y="1386"/>
                      <a:pt x="1134" y="1180"/>
                      <a:pt x="880" y="1180"/>
                    </a:cubicBezTo>
                    <a:cubicBezTo>
                      <a:pt x="626" y="1180"/>
                      <a:pt x="420" y="1386"/>
                      <a:pt x="420" y="1640"/>
                    </a:cubicBezTo>
                    <a:cubicBezTo>
                      <a:pt x="420" y="1894"/>
                      <a:pt x="626" y="2100"/>
                      <a:pt x="880" y="2100"/>
                    </a:cubicBezTo>
                    <a:cubicBezTo>
                      <a:pt x="1134" y="2100"/>
                      <a:pt x="1340" y="1894"/>
                      <a:pt x="1340" y="1640"/>
                    </a:cubicBezTo>
                    <a:close/>
                    <a:moveTo>
                      <a:pt x="1300" y="1640"/>
                    </a:moveTo>
                    <a:cubicBezTo>
                      <a:pt x="1300" y="1872"/>
                      <a:pt x="1112" y="2060"/>
                      <a:pt x="880" y="2060"/>
                    </a:cubicBezTo>
                    <a:cubicBezTo>
                      <a:pt x="648" y="2060"/>
                      <a:pt x="460" y="1872"/>
                      <a:pt x="460" y="1640"/>
                    </a:cubicBezTo>
                    <a:cubicBezTo>
                      <a:pt x="460" y="1408"/>
                      <a:pt x="648" y="1220"/>
                      <a:pt x="880" y="1220"/>
                    </a:cubicBezTo>
                    <a:cubicBezTo>
                      <a:pt x="1112" y="1220"/>
                      <a:pt x="1300" y="1408"/>
                      <a:pt x="1300" y="1640"/>
                    </a:cubicBezTo>
                    <a:close/>
                    <a:moveTo>
                      <a:pt x="1000" y="1560"/>
                    </a:moveTo>
                    <a:cubicBezTo>
                      <a:pt x="1000" y="1494"/>
                      <a:pt x="946" y="1440"/>
                      <a:pt x="880" y="1440"/>
                    </a:cubicBezTo>
                    <a:cubicBezTo>
                      <a:pt x="814" y="1440"/>
                      <a:pt x="760" y="1494"/>
                      <a:pt x="760" y="1560"/>
                    </a:cubicBezTo>
                    <a:cubicBezTo>
                      <a:pt x="760" y="1604"/>
                      <a:pt x="784" y="1643"/>
                      <a:pt x="820" y="1664"/>
                    </a:cubicBezTo>
                    <a:cubicBezTo>
                      <a:pt x="820" y="1840"/>
                      <a:pt x="820" y="1840"/>
                      <a:pt x="820" y="1840"/>
                    </a:cubicBezTo>
                    <a:cubicBezTo>
                      <a:pt x="940" y="1840"/>
                      <a:pt x="940" y="1840"/>
                      <a:pt x="940" y="1840"/>
                    </a:cubicBezTo>
                    <a:cubicBezTo>
                      <a:pt x="940" y="1664"/>
                      <a:pt x="940" y="1664"/>
                      <a:pt x="940" y="1664"/>
                    </a:cubicBezTo>
                    <a:cubicBezTo>
                      <a:pt x="976" y="1643"/>
                      <a:pt x="1000" y="1604"/>
                      <a:pt x="1000" y="1560"/>
                    </a:cubicBezTo>
                    <a:close/>
                  </a:path>
                </a:pathLst>
              </a:custGeom>
              <a:solidFill>
                <a:srgbClr val="41AAAA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solidFill>
                    <a:srgbClr val="788791"/>
                  </a:solidFill>
                </a:endParaRPr>
              </a:p>
            </p:txBody>
          </p:sp>
        </p:grpSp>
        <p:sp>
          <p:nvSpPr>
            <p:cNvPr id="608" name="Textfeld 22">
              <a:extLst>
                <a:ext uri="{FF2B5EF4-FFF2-40B4-BE49-F238E27FC236}">
                  <a16:creationId xmlns:a16="http://schemas.microsoft.com/office/drawing/2014/main" id="{B7F41AE7-EFFB-451B-92EE-9DA9A01E299A}"/>
                </a:ext>
              </a:extLst>
            </p:cNvPr>
            <p:cNvSpPr txBox="1">
              <a:spLocks/>
            </p:cNvSpPr>
            <p:nvPr/>
          </p:nvSpPr>
          <p:spPr>
            <a:xfrm>
              <a:off x="6256270" y="4782959"/>
              <a:ext cx="1484320" cy="230261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0"/>
                </a:spcBef>
              </a:pPr>
              <a:r>
                <a:rPr lang="en-US" altLang="zh-CN" sz="1400" b="1" dirty="0">
                  <a:solidFill>
                    <a:srgbClr val="0F8287"/>
                  </a:solidFill>
                </a:rPr>
                <a:t>2015--2017</a:t>
              </a:r>
              <a:endParaRPr lang="en-US" sz="1400" b="1" dirty="0">
                <a:solidFill>
                  <a:srgbClr val="0F8287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A755375-635E-44DE-9C32-4C32AAE6D895}"/>
                </a:ext>
              </a:extLst>
            </p:cNvPr>
            <p:cNvSpPr/>
            <p:nvPr/>
          </p:nvSpPr>
          <p:spPr bwMode="auto">
            <a:xfrm>
              <a:off x="5998328" y="5019289"/>
              <a:ext cx="2261147" cy="10726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  <a:buFont typeface="Wingdings" charset="0"/>
                <a:buNone/>
              </a:pPr>
              <a:endParaRPr lang="en-US" sz="18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618" name="Rechteck 24">
              <a:extLst>
                <a:ext uri="{FF2B5EF4-FFF2-40B4-BE49-F238E27FC236}">
                  <a16:creationId xmlns:a16="http://schemas.microsoft.com/office/drawing/2014/main" id="{959EAE21-5F0A-4E42-8938-24739F8B9272}"/>
                </a:ext>
              </a:extLst>
            </p:cNvPr>
            <p:cNvSpPr/>
            <p:nvPr/>
          </p:nvSpPr>
          <p:spPr bwMode="gray">
            <a:xfrm>
              <a:off x="6333393" y="5081784"/>
              <a:ext cx="5382368" cy="163705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lvl="1">
                <a:lnSpc>
                  <a:spcPct val="110000"/>
                </a:lnSpc>
                <a:spcBef>
                  <a:spcPts val="300"/>
                </a:spcBef>
                <a:buClr>
                  <a:schemeClr val="accent1"/>
                </a:buClr>
              </a:pPr>
              <a:r>
                <a:rPr lang="en-US" altLang="zh-CN" sz="1200" u="sng" dirty="0" err="1">
                  <a:solidFill>
                    <a:schemeClr val="dk1"/>
                  </a:solidFill>
                </a:rPr>
                <a:t>MindKnowledge</a:t>
              </a:r>
              <a:r>
                <a:rPr lang="en-US" altLang="zh-CN" sz="1200" u="sng" dirty="0">
                  <a:solidFill>
                    <a:schemeClr val="dk1"/>
                  </a:solidFill>
                </a:rPr>
                <a:t> Project</a:t>
              </a:r>
            </a:p>
            <a:p>
              <a:pPr marL="0" lvl="1">
                <a:lnSpc>
                  <a:spcPct val="110000"/>
                </a:lnSpc>
                <a:spcBef>
                  <a:spcPts val="300"/>
                </a:spcBef>
                <a:buClr>
                  <a:schemeClr val="accent1"/>
                </a:buClr>
              </a:pPr>
              <a:r>
                <a:rPr lang="en-US" altLang="zh-CN" sz="1200" dirty="0">
                  <a:solidFill>
                    <a:schemeClr val="dk1"/>
                  </a:solidFill>
                </a:rPr>
                <a:t>BU</a:t>
              </a:r>
              <a:r>
                <a:rPr lang="zh-CN" altLang="en-US" sz="1200" dirty="0">
                  <a:solidFill>
                    <a:schemeClr val="dk1"/>
                  </a:solidFill>
                </a:rPr>
                <a:t> </a:t>
              </a:r>
              <a:r>
                <a:rPr lang="en-US" altLang="zh-CN" sz="1200" dirty="0">
                  <a:solidFill>
                    <a:schemeClr val="dk1"/>
                  </a:solidFill>
                </a:rPr>
                <a:t>: DI SW CAS (</a:t>
              </a:r>
              <a:r>
                <a:rPr lang="en-US" altLang="zh-CN" sz="1200" dirty="0" err="1">
                  <a:solidFill>
                    <a:schemeClr val="dk1"/>
                  </a:solidFill>
                </a:rPr>
                <a:t>MindSphere</a:t>
              </a:r>
              <a:r>
                <a:rPr lang="en-US" altLang="zh-CN" sz="1200" dirty="0">
                  <a:solidFill>
                    <a:schemeClr val="dk1"/>
                  </a:solidFill>
                </a:rPr>
                <a:t> HQ)</a:t>
              </a:r>
            </a:p>
            <a:p>
              <a:pPr marL="0" lvl="1">
                <a:lnSpc>
                  <a:spcPct val="110000"/>
                </a:lnSpc>
                <a:spcBef>
                  <a:spcPts val="300"/>
                </a:spcBef>
                <a:buClr>
                  <a:schemeClr val="accent1"/>
                </a:buClr>
              </a:pPr>
              <a:r>
                <a:rPr lang="en-US" altLang="zh-CN" sz="1200" u="sng" dirty="0">
                  <a:solidFill>
                    <a:schemeClr val="dk1"/>
                  </a:solidFill>
                </a:rPr>
                <a:t>Training for </a:t>
              </a:r>
              <a:r>
                <a:rPr lang="en-US" altLang="zh-CN" sz="1200" u="sng" dirty="0" err="1">
                  <a:solidFill>
                    <a:schemeClr val="dk1"/>
                  </a:solidFill>
                </a:rPr>
                <a:t>MindSphere</a:t>
              </a:r>
              <a:r>
                <a:rPr lang="en-US" altLang="zh-CN" sz="1200" u="sng" dirty="0">
                  <a:solidFill>
                    <a:schemeClr val="dk1"/>
                  </a:solidFill>
                </a:rPr>
                <a:t> R&amp;D CN Setup</a:t>
              </a:r>
            </a:p>
            <a:p>
              <a:pPr marL="0" lvl="1">
                <a:lnSpc>
                  <a:spcPct val="110000"/>
                </a:lnSpc>
                <a:spcBef>
                  <a:spcPts val="300"/>
                </a:spcBef>
                <a:buClr>
                  <a:schemeClr val="accent1"/>
                </a:buClr>
              </a:pPr>
              <a:r>
                <a:rPr lang="en-US" altLang="zh-CN" sz="1200" dirty="0">
                  <a:solidFill>
                    <a:schemeClr val="dk1"/>
                  </a:solidFill>
                </a:rPr>
                <a:t>BU: DI SW CAS </a:t>
              </a:r>
            </a:p>
            <a:p>
              <a:pPr marL="0" lvl="1">
                <a:lnSpc>
                  <a:spcPct val="110000"/>
                </a:lnSpc>
                <a:spcBef>
                  <a:spcPts val="300"/>
                </a:spcBef>
                <a:buClr>
                  <a:schemeClr val="accent1"/>
                </a:buClr>
              </a:pPr>
              <a:r>
                <a:rPr lang="en-US" altLang="zh-CN" sz="1200" u="sng" dirty="0">
                  <a:solidFill>
                    <a:schemeClr val="dk1"/>
                  </a:solidFill>
                </a:rPr>
                <a:t>Consulting for </a:t>
              </a:r>
              <a:r>
                <a:rPr lang="en-US" altLang="zh-CN" sz="1200" u="sng" dirty="0" err="1">
                  <a:solidFill>
                    <a:schemeClr val="dk1"/>
                  </a:solidFill>
                </a:rPr>
                <a:t>MindSphere</a:t>
              </a:r>
              <a:r>
                <a:rPr lang="en-US" altLang="zh-CN" sz="1200" u="sng" dirty="0">
                  <a:solidFill>
                    <a:schemeClr val="dk1"/>
                  </a:solidFill>
                </a:rPr>
                <a:t> Domestic Solution  </a:t>
              </a:r>
            </a:p>
            <a:p>
              <a:pPr marL="0" lvl="1">
                <a:lnSpc>
                  <a:spcPct val="110000"/>
                </a:lnSpc>
                <a:spcBef>
                  <a:spcPts val="300"/>
                </a:spcBef>
                <a:buClr>
                  <a:schemeClr val="accent1"/>
                </a:buClr>
              </a:pPr>
              <a:r>
                <a:rPr lang="en-US" altLang="zh-CN" sz="1200" dirty="0">
                  <a:solidFill>
                    <a:schemeClr val="dk1"/>
                  </a:solidFill>
                </a:rPr>
                <a:t>BU: DI SW GS&amp;CS AP CN, DI DE</a:t>
              </a:r>
            </a:p>
            <a:p>
              <a:pPr marL="0" lvl="1">
                <a:lnSpc>
                  <a:spcPct val="110000"/>
                </a:lnSpc>
                <a:spcBef>
                  <a:spcPts val="300"/>
                </a:spcBef>
                <a:buClr>
                  <a:schemeClr val="accent1"/>
                </a:buClr>
              </a:pPr>
              <a:endParaRPr lang="en-US" altLang="zh-CN" sz="1200" u="sng" dirty="0">
                <a:solidFill>
                  <a:schemeClr val="dk1"/>
                </a:solidFill>
              </a:endParaRP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C01610E9-D840-423C-95BB-F6919EC14DE5}"/>
                </a:ext>
              </a:extLst>
            </p:cNvPr>
            <p:cNvGrpSpPr/>
            <p:nvPr/>
          </p:nvGrpSpPr>
          <p:grpSpPr>
            <a:xfrm>
              <a:off x="623480" y="4450708"/>
              <a:ext cx="4297486" cy="1268327"/>
              <a:chOff x="623480" y="4450708"/>
              <a:chExt cx="4297486" cy="1268327"/>
            </a:xfrm>
          </p:grpSpPr>
          <p:sp>
            <p:nvSpPr>
              <p:cNvPr id="282" name="Trapezoid 39">
                <a:extLst>
                  <a:ext uri="{FF2B5EF4-FFF2-40B4-BE49-F238E27FC236}">
                    <a16:creationId xmlns:a16="http://schemas.microsoft.com/office/drawing/2014/main" id="{3E8E6CC1-D333-4164-A5A6-6BB83DA199F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23480" y="4450708"/>
                <a:ext cx="2558473" cy="1268327"/>
              </a:xfrm>
              <a:custGeom>
                <a:avLst/>
                <a:gdLst/>
                <a:ahLst/>
                <a:cxnLst/>
                <a:rect l="l" t="t" r="r" b="b"/>
                <a:pathLst>
                  <a:path w="2111884" h="1046937">
                    <a:moveTo>
                      <a:pt x="0" y="0"/>
                    </a:moveTo>
                    <a:lnTo>
                      <a:pt x="1416111" y="0"/>
                    </a:lnTo>
                    <a:lnTo>
                      <a:pt x="2111884" y="1046937"/>
                    </a:lnTo>
                    <a:lnTo>
                      <a:pt x="0" y="1046937"/>
                    </a:lnTo>
                    <a:close/>
                  </a:path>
                </a:pathLst>
              </a:custGeom>
              <a:solidFill>
                <a:srgbClr val="0F8287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solidFill>
                    <a:schemeClr val="bg2"/>
                  </a:solidFill>
                  <a:latin typeface="Arial" pitchFamily="34" charset="0"/>
                  <a:ea typeface="ＭＳ Ｐゴシック" charset="-128"/>
                </a:endParaRPr>
              </a:p>
            </p:txBody>
          </p:sp>
          <p:grpSp>
            <p:nvGrpSpPr>
              <p:cNvPr id="284" name="Gruppieren 48">
                <a:extLst>
                  <a:ext uri="{FF2B5EF4-FFF2-40B4-BE49-F238E27FC236}">
                    <a16:creationId xmlns:a16="http://schemas.microsoft.com/office/drawing/2014/main" id="{9DB2FE0C-9107-4934-B3BF-73C43B79D8FC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2924175" y="4953806"/>
                <a:ext cx="1996791" cy="262131"/>
                <a:chOff x="2924175" y="5932293"/>
                <a:chExt cx="1996791" cy="262131"/>
              </a:xfrm>
            </p:grpSpPr>
            <p:sp>
              <p:nvSpPr>
                <p:cNvPr id="285" name="Textfeld 22">
                  <a:extLst>
                    <a:ext uri="{FF2B5EF4-FFF2-40B4-BE49-F238E27FC236}">
                      <a16:creationId xmlns:a16="http://schemas.microsoft.com/office/drawing/2014/main" id="{DB1C463B-FB3A-4AE7-8EEF-3FEFA2885BAA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924176" y="5932293"/>
                  <a:ext cx="1996790" cy="197682"/>
                </a:xfrm>
                <a:prstGeom prst="rect">
                  <a:avLst/>
                </a:prstGeom>
                <a:noFill/>
              </p:spPr>
              <p:txBody>
                <a:bodyPr vert="horz" wrap="square" lIns="0" tIns="0" rIns="0" bIns="0" rtlCol="0">
                  <a:noAutofit/>
                </a:bodyPr>
                <a:lstStyle/>
                <a:p>
                  <a:pPr algn="r">
                    <a:spcBef>
                      <a:spcPts val="0"/>
                    </a:spcBef>
                  </a:pPr>
                  <a:r>
                    <a:rPr lang="en-US" altLang="zh-CN" sz="1400" b="1" dirty="0">
                      <a:solidFill>
                        <a:srgbClr val="0F8287"/>
                      </a:solidFill>
                    </a:rPr>
                    <a:t>Cloud </a:t>
                  </a:r>
                  <a:r>
                    <a:rPr lang="en-US" altLang="zh-CN" b="1" dirty="0">
                      <a:solidFill>
                        <a:srgbClr val="0F8287"/>
                      </a:solidFill>
                    </a:rPr>
                    <a:t>+</a:t>
                  </a:r>
                  <a:r>
                    <a:rPr lang="en-US" altLang="zh-CN" sz="1400" b="1" dirty="0">
                      <a:solidFill>
                        <a:srgbClr val="0F8287"/>
                      </a:solidFill>
                    </a:rPr>
                    <a:t> </a:t>
                  </a:r>
                  <a:r>
                    <a:rPr lang="en-US" sz="1400" b="1" dirty="0">
                      <a:solidFill>
                        <a:srgbClr val="0F8287"/>
                      </a:solidFill>
                    </a:rPr>
                    <a:t>Automation</a:t>
                  </a:r>
                </a:p>
              </p:txBody>
            </p:sp>
            <p:cxnSp>
              <p:nvCxnSpPr>
                <p:cNvPr id="286" name="Gerader Verbinder 23">
                  <a:extLst>
                    <a:ext uri="{FF2B5EF4-FFF2-40B4-BE49-F238E27FC236}">
                      <a16:creationId xmlns:a16="http://schemas.microsoft.com/office/drawing/2014/main" id="{C083A871-7ECA-4C70-AB62-0D128987DF27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2924175" y="6194424"/>
                  <a:ext cx="1996790" cy="0"/>
                </a:xfrm>
                <a:prstGeom prst="line">
                  <a:avLst/>
                </a:prstGeom>
                <a:solidFill>
                  <a:schemeClr val="tx2"/>
                </a:solidFill>
                <a:ln w="9525" cap="flat" cmpd="sng" algn="ctr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sp>
            <p:nvSpPr>
              <p:cNvPr id="299" name="SAGD, Siemens, cloud, wolke">
                <a:extLst>
                  <a:ext uri="{FF2B5EF4-FFF2-40B4-BE49-F238E27FC236}">
                    <a16:creationId xmlns:a16="http://schemas.microsoft.com/office/drawing/2014/main" id="{1E6FC7C9-F7E3-409C-8791-1B61F14981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5928" y="5260825"/>
                <a:ext cx="418234" cy="257810"/>
              </a:xfrm>
              <a:custGeom>
                <a:avLst/>
                <a:gdLst>
                  <a:gd name="T0" fmla="*/ 757 w 884"/>
                  <a:gd name="T1" fmla="*/ 279 h 635"/>
                  <a:gd name="T2" fmla="*/ 762 w 884"/>
                  <a:gd name="T3" fmla="*/ 242 h 635"/>
                  <a:gd name="T4" fmla="*/ 629 w 884"/>
                  <a:gd name="T5" fmla="*/ 108 h 635"/>
                  <a:gd name="T6" fmla="*/ 546 w 884"/>
                  <a:gd name="T7" fmla="*/ 138 h 635"/>
                  <a:gd name="T8" fmla="*/ 344 w 884"/>
                  <a:gd name="T9" fmla="*/ 0 h 635"/>
                  <a:gd name="T10" fmla="*/ 125 w 884"/>
                  <a:gd name="T11" fmla="*/ 222 h 635"/>
                  <a:gd name="T12" fmla="*/ 132 w 884"/>
                  <a:gd name="T13" fmla="*/ 277 h 635"/>
                  <a:gd name="T14" fmla="*/ 0 w 884"/>
                  <a:gd name="T15" fmla="*/ 453 h 635"/>
                  <a:gd name="T16" fmla="*/ 176 w 884"/>
                  <a:gd name="T17" fmla="*/ 635 h 635"/>
                  <a:gd name="T18" fmla="*/ 709 w 884"/>
                  <a:gd name="T19" fmla="*/ 635 h 635"/>
                  <a:gd name="T20" fmla="*/ 884 w 884"/>
                  <a:gd name="T21" fmla="*/ 453 h 635"/>
                  <a:gd name="T22" fmla="*/ 757 w 884"/>
                  <a:gd name="T23" fmla="*/ 279 h 6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84" h="635">
                    <a:moveTo>
                      <a:pt x="757" y="279"/>
                    </a:moveTo>
                    <a:cubicBezTo>
                      <a:pt x="760" y="267"/>
                      <a:pt x="762" y="255"/>
                      <a:pt x="762" y="242"/>
                    </a:cubicBezTo>
                    <a:cubicBezTo>
                      <a:pt x="762" y="168"/>
                      <a:pt x="702" y="108"/>
                      <a:pt x="629" y="108"/>
                    </a:cubicBezTo>
                    <a:cubicBezTo>
                      <a:pt x="598" y="108"/>
                      <a:pt x="569" y="119"/>
                      <a:pt x="546" y="138"/>
                    </a:cubicBezTo>
                    <a:cubicBezTo>
                      <a:pt x="513" y="57"/>
                      <a:pt x="435" y="0"/>
                      <a:pt x="344" y="0"/>
                    </a:cubicBezTo>
                    <a:cubicBezTo>
                      <a:pt x="223" y="0"/>
                      <a:pt x="125" y="100"/>
                      <a:pt x="125" y="222"/>
                    </a:cubicBezTo>
                    <a:cubicBezTo>
                      <a:pt x="125" y="241"/>
                      <a:pt x="128" y="260"/>
                      <a:pt x="132" y="277"/>
                    </a:cubicBezTo>
                    <a:cubicBezTo>
                      <a:pt x="56" y="297"/>
                      <a:pt x="0" y="370"/>
                      <a:pt x="0" y="453"/>
                    </a:cubicBezTo>
                    <a:cubicBezTo>
                      <a:pt x="0" y="552"/>
                      <a:pt x="79" y="635"/>
                      <a:pt x="176" y="635"/>
                    </a:cubicBezTo>
                    <a:cubicBezTo>
                      <a:pt x="709" y="635"/>
                      <a:pt x="709" y="635"/>
                      <a:pt x="709" y="635"/>
                    </a:cubicBezTo>
                    <a:cubicBezTo>
                      <a:pt x="806" y="635"/>
                      <a:pt x="884" y="552"/>
                      <a:pt x="884" y="453"/>
                    </a:cubicBezTo>
                    <a:cubicBezTo>
                      <a:pt x="884" y="372"/>
                      <a:pt x="830" y="300"/>
                      <a:pt x="757" y="27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pic>
            <p:nvPicPr>
              <p:cNvPr id="312" name="Grafik 81">
                <a:extLst>
                  <a:ext uri="{FF2B5EF4-FFF2-40B4-BE49-F238E27FC236}">
                    <a16:creationId xmlns:a16="http://schemas.microsoft.com/office/drawing/2014/main" id="{5AFFF507-F0EA-4927-A382-5C342B4920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 bwMode="gray">
              <a:xfrm>
                <a:off x="2251943" y="5176897"/>
                <a:ext cx="398038" cy="398038"/>
              </a:xfrm>
              <a:prstGeom prst="rect">
                <a:avLst/>
              </a:prstGeom>
            </p:spPr>
          </p:pic>
          <p:sp>
            <p:nvSpPr>
              <p:cNvPr id="336" name="Freeform 29">
                <a:extLst>
                  <a:ext uri="{FF2B5EF4-FFF2-40B4-BE49-F238E27FC236}">
                    <a16:creationId xmlns:a16="http://schemas.microsoft.com/office/drawing/2014/main" id="{DBFCD9BD-24C7-43F5-97CB-D34B200984BC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492818" y="5192538"/>
                <a:ext cx="514313" cy="315601"/>
              </a:xfrm>
              <a:custGeom>
                <a:avLst/>
                <a:gdLst>
                  <a:gd name="T0" fmla="*/ 537 w 5984"/>
                  <a:gd name="T1" fmla="*/ 3672 h 3672"/>
                  <a:gd name="T2" fmla="*/ 929 w 5984"/>
                  <a:gd name="T3" fmla="*/ 3672 h 3672"/>
                  <a:gd name="T4" fmla="*/ 929 w 5984"/>
                  <a:gd name="T5" fmla="*/ 962 h 3672"/>
                  <a:gd name="T6" fmla="*/ 537 w 5984"/>
                  <a:gd name="T7" fmla="*/ 962 h 3672"/>
                  <a:gd name="T8" fmla="*/ 537 w 5984"/>
                  <a:gd name="T9" fmla="*/ 3672 h 3672"/>
                  <a:gd name="T10" fmla="*/ 0 w 5984"/>
                  <a:gd name="T11" fmla="*/ 3672 h 3672"/>
                  <a:gd name="T12" fmla="*/ 385 w 5984"/>
                  <a:gd name="T13" fmla="*/ 3672 h 3672"/>
                  <a:gd name="T14" fmla="*/ 385 w 5984"/>
                  <a:gd name="T15" fmla="*/ 962 h 3672"/>
                  <a:gd name="T16" fmla="*/ 0 w 5984"/>
                  <a:gd name="T17" fmla="*/ 962 h 3672"/>
                  <a:gd name="T18" fmla="*/ 0 w 5984"/>
                  <a:gd name="T19" fmla="*/ 3672 h 3672"/>
                  <a:gd name="T20" fmla="*/ 1081 w 5984"/>
                  <a:gd name="T21" fmla="*/ 3672 h 3672"/>
                  <a:gd name="T22" fmla="*/ 2091 w 5984"/>
                  <a:gd name="T23" fmla="*/ 3672 h 3672"/>
                  <a:gd name="T24" fmla="*/ 2091 w 5984"/>
                  <a:gd name="T25" fmla="*/ 962 h 3672"/>
                  <a:gd name="T26" fmla="*/ 1081 w 5984"/>
                  <a:gd name="T27" fmla="*/ 962 h 3672"/>
                  <a:gd name="T28" fmla="*/ 1081 w 5984"/>
                  <a:gd name="T29" fmla="*/ 3672 h 3672"/>
                  <a:gd name="T30" fmla="*/ 5023 w 5984"/>
                  <a:gd name="T31" fmla="*/ 2221 h 3672"/>
                  <a:gd name="T32" fmla="*/ 4871 w 5984"/>
                  <a:gd name="T33" fmla="*/ 2069 h 3672"/>
                  <a:gd name="T34" fmla="*/ 3909 w 5984"/>
                  <a:gd name="T35" fmla="*/ 1106 h 3672"/>
                  <a:gd name="T36" fmla="*/ 3757 w 5984"/>
                  <a:gd name="T37" fmla="*/ 962 h 3672"/>
                  <a:gd name="T38" fmla="*/ 2243 w 5984"/>
                  <a:gd name="T39" fmla="*/ 962 h 3672"/>
                  <a:gd name="T40" fmla="*/ 2243 w 5984"/>
                  <a:gd name="T41" fmla="*/ 3672 h 3672"/>
                  <a:gd name="T42" fmla="*/ 2403 w 5984"/>
                  <a:gd name="T43" fmla="*/ 3672 h 3672"/>
                  <a:gd name="T44" fmla="*/ 2403 w 5984"/>
                  <a:gd name="T45" fmla="*/ 3455 h 3672"/>
                  <a:gd name="T46" fmla="*/ 2612 w 5984"/>
                  <a:gd name="T47" fmla="*/ 3455 h 3672"/>
                  <a:gd name="T48" fmla="*/ 2612 w 5984"/>
                  <a:gd name="T49" fmla="*/ 3672 h 3672"/>
                  <a:gd name="T50" fmla="*/ 2772 w 5984"/>
                  <a:gd name="T51" fmla="*/ 3672 h 3672"/>
                  <a:gd name="T52" fmla="*/ 2772 w 5984"/>
                  <a:gd name="T53" fmla="*/ 3455 h 3672"/>
                  <a:gd name="T54" fmla="*/ 2980 w 5984"/>
                  <a:gd name="T55" fmla="*/ 3455 h 3672"/>
                  <a:gd name="T56" fmla="*/ 2980 w 5984"/>
                  <a:gd name="T57" fmla="*/ 3672 h 3672"/>
                  <a:gd name="T58" fmla="*/ 3140 w 5984"/>
                  <a:gd name="T59" fmla="*/ 3672 h 3672"/>
                  <a:gd name="T60" fmla="*/ 3140 w 5984"/>
                  <a:gd name="T61" fmla="*/ 3455 h 3672"/>
                  <a:gd name="T62" fmla="*/ 3348 w 5984"/>
                  <a:gd name="T63" fmla="*/ 3455 h 3672"/>
                  <a:gd name="T64" fmla="*/ 3348 w 5984"/>
                  <a:gd name="T65" fmla="*/ 3672 h 3672"/>
                  <a:gd name="T66" fmla="*/ 3509 w 5984"/>
                  <a:gd name="T67" fmla="*/ 3672 h 3672"/>
                  <a:gd name="T68" fmla="*/ 3509 w 5984"/>
                  <a:gd name="T69" fmla="*/ 3455 h 3672"/>
                  <a:gd name="T70" fmla="*/ 3717 w 5984"/>
                  <a:gd name="T71" fmla="*/ 3455 h 3672"/>
                  <a:gd name="T72" fmla="*/ 3717 w 5984"/>
                  <a:gd name="T73" fmla="*/ 3672 h 3672"/>
                  <a:gd name="T74" fmla="*/ 5031 w 5984"/>
                  <a:gd name="T75" fmla="*/ 3672 h 3672"/>
                  <a:gd name="T76" fmla="*/ 5031 w 5984"/>
                  <a:gd name="T77" fmla="*/ 2221 h 3672"/>
                  <a:gd name="T78" fmla="*/ 5023 w 5984"/>
                  <a:gd name="T79" fmla="*/ 2221 h 3672"/>
                  <a:gd name="T80" fmla="*/ 5984 w 5984"/>
                  <a:gd name="T81" fmla="*/ 962 h 3672"/>
                  <a:gd name="T82" fmla="*/ 5023 w 5984"/>
                  <a:gd name="T83" fmla="*/ 0 h 3672"/>
                  <a:gd name="T84" fmla="*/ 4061 w 5984"/>
                  <a:gd name="T85" fmla="*/ 962 h 3672"/>
                  <a:gd name="T86" fmla="*/ 5023 w 5984"/>
                  <a:gd name="T87" fmla="*/ 1924 h 3672"/>
                  <a:gd name="T88" fmla="*/ 5984 w 5984"/>
                  <a:gd name="T89" fmla="*/ 962 h 36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5984" h="3672">
                    <a:moveTo>
                      <a:pt x="537" y="3672"/>
                    </a:moveTo>
                    <a:lnTo>
                      <a:pt x="929" y="3672"/>
                    </a:lnTo>
                    <a:lnTo>
                      <a:pt x="929" y="962"/>
                    </a:lnTo>
                    <a:lnTo>
                      <a:pt x="537" y="962"/>
                    </a:lnTo>
                    <a:lnTo>
                      <a:pt x="537" y="3672"/>
                    </a:lnTo>
                    <a:close/>
                    <a:moveTo>
                      <a:pt x="0" y="3672"/>
                    </a:moveTo>
                    <a:lnTo>
                      <a:pt x="385" y="3672"/>
                    </a:lnTo>
                    <a:lnTo>
                      <a:pt x="385" y="962"/>
                    </a:lnTo>
                    <a:lnTo>
                      <a:pt x="0" y="962"/>
                    </a:lnTo>
                    <a:lnTo>
                      <a:pt x="0" y="3672"/>
                    </a:lnTo>
                    <a:close/>
                    <a:moveTo>
                      <a:pt x="1081" y="3672"/>
                    </a:moveTo>
                    <a:lnTo>
                      <a:pt x="2091" y="3672"/>
                    </a:lnTo>
                    <a:lnTo>
                      <a:pt x="2091" y="962"/>
                    </a:lnTo>
                    <a:lnTo>
                      <a:pt x="1081" y="962"/>
                    </a:lnTo>
                    <a:lnTo>
                      <a:pt x="1081" y="3672"/>
                    </a:lnTo>
                    <a:close/>
                    <a:moveTo>
                      <a:pt x="5023" y="2221"/>
                    </a:moveTo>
                    <a:lnTo>
                      <a:pt x="4871" y="2069"/>
                    </a:lnTo>
                    <a:lnTo>
                      <a:pt x="3909" y="1106"/>
                    </a:lnTo>
                    <a:lnTo>
                      <a:pt x="3757" y="962"/>
                    </a:lnTo>
                    <a:lnTo>
                      <a:pt x="2243" y="962"/>
                    </a:lnTo>
                    <a:lnTo>
                      <a:pt x="2243" y="3672"/>
                    </a:lnTo>
                    <a:lnTo>
                      <a:pt x="2403" y="3672"/>
                    </a:lnTo>
                    <a:lnTo>
                      <a:pt x="2403" y="3455"/>
                    </a:lnTo>
                    <a:lnTo>
                      <a:pt x="2612" y="3455"/>
                    </a:lnTo>
                    <a:lnTo>
                      <a:pt x="2612" y="3672"/>
                    </a:lnTo>
                    <a:lnTo>
                      <a:pt x="2772" y="3672"/>
                    </a:lnTo>
                    <a:lnTo>
                      <a:pt x="2772" y="3455"/>
                    </a:lnTo>
                    <a:lnTo>
                      <a:pt x="2980" y="3455"/>
                    </a:lnTo>
                    <a:lnTo>
                      <a:pt x="2980" y="3672"/>
                    </a:lnTo>
                    <a:lnTo>
                      <a:pt x="3140" y="3672"/>
                    </a:lnTo>
                    <a:lnTo>
                      <a:pt x="3140" y="3455"/>
                    </a:lnTo>
                    <a:lnTo>
                      <a:pt x="3348" y="3455"/>
                    </a:lnTo>
                    <a:lnTo>
                      <a:pt x="3348" y="3672"/>
                    </a:lnTo>
                    <a:lnTo>
                      <a:pt x="3509" y="3672"/>
                    </a:lnTo>
                    <a:lnTo>
                      <a:pt x="3509" y="3455"/>
                    </a:lnTo>
                    <a:lnTo>
                      <a:pt x="3717" y="3455"/>
                    </a:lnTo>
                    <a:lnTo>
                      <a:pt x="3717" y="3672"/>
                    </a:lnTo>
                    <a:lnTo>
                      <a:pt x="5031" y="3672"/>
                    </a:lnTo>
                    <a:lnTo>
                      <a:pt x="5031" y="2221"/>
                    </a:lnTo>
                    <a:lnTo>
                      <a:pt x="5023" y="2221"/>
                    </a:lnTo>
                    <a:close/>
                    <a:moveTo>
                      <a:pt x="5984" y="962"/>
                    </a:moveTo>
                    <a:lnTo>
                      <a:pt x="5023" y="0"/>
                    </a:lnTo>
                    <a:lnTo>
                      <a:pt x="4061" y="962"/>
                    </a:lnTo>
                    <a:lnTo>
                      <a:pt x="5023" y="1924"/>
                    </a:lnTo>
                    <a:lnTo>
                      <a:pt x="5984" y="962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pic>
        <p:nvPicPr>
          <p:cNvPr id="323" name="Graphic 82" descr="Repeat">
            <a:extLst>
              <a:ext uri="{FF2B5EF4-FFF2-40B4-BE49-F238E27FC236}">
                <a16:creationId xmlns:a16="http://schemas.microsoft.com/office/drawing/2014/main" id="{094729B3-BE34-4B87-82BA-612D321B486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928473" y="3293341"/>
            <a:ext cx="288826" cy="28882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1395B37-A7EB-4AFC-9004-50ED90A54716}"/>
              </a:ext>
            </a:extLst>
          </p:cNvPr>
          <p:cNvSpPr/>
          <p:nvPr/>
        </p:nvSpPr>
        <p:spPr bwMode="auto">
          <a:xfrm>
            <a:off x="-7425" y="1334485"/>
            <a:ext cx="12198350" cy="3326537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grpSp>
        <p:nvGrpSpPr>
          <p:cNvPr id="1141" name="Gruppieren 969">
            <a:extLst>
              <a:ext uri="{FF2B5EF4-FFF2-40B4-BE49-F238E27FC236}">
                <a16:creationId xmlns:a16="http://schemas.microsoft.com/office/drawing/2014/main" id="{FEDB6799-17D2-4256-88BE-EF15157C36BB}"/>
              </a:ext>
            </a:extLst>
          </p:cNvPr>
          <p:cNvGrpSpPr/>
          <p:nvPr/>
        </p:nvGrpSpPr>
        <p:grpSpPr bwMode="gray">
          <a:xfrm>
            <a:off x="9454706" y="5285710"/>
            <a:ext cx="2510878" cy="715871"/>
            <a:chOff x="6932060" y="1450853"/>
            <a:chExt cx="4007796" cy="1142654"/>
          </a:xfrm>
        </p:grpSpPr>
        <p:sp>
          <p:nvSpPr>
            <p:cNvPr id="1142" name="Textfeld 970">
              <a:extLst>
                <a:ext uri="{FF2B5EF4-FFF2-40B4-BE49-F238E27FC236}">
                  <a16:creationId xmlns:a16="http://schemas.microsoft.com/office/drawing/2014/main" id="{2C41A189-271E-4CDA-97A1-C3ED01E73490}"/>
                </a:ext>
              </a:extLst>
            </p:cNvPr>
            <p:cNvSpPr txBox="1"/>
            <p:nvPr/>
          </p:nvSpPr>
          <p:spPr bwMode="gray">
            <a:xfrm>
              <a:off x="8313929" y="1955118"/>
              <a:ext cx="1289569" cy="27019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r>
                <a:rPr lang="en-US" sz="1100" b="1" i="0" u="none" baseline="0" dirty="0" err="1">
                  <a:solidFill>
                    <a:srgbClr val="00646E"/>
                  </a:solidFill>
                  <a:latin typeface="Arial"/>
                </a:rPr>
                <a:t>MindSphere</a:t>
              </a:r>
              <a:endParaRPr lang="en-US" sz="1100" b="1" dirty="0">
                <a:solidFill>
                  <a:srgbClr val="00646E"/>
                </a:solidFill>
                <a:latin typeface="Arial"/>
              </a:endParaRPr>
            </a:p>
          </p:txBody>
        </p:sp>
        <p:grpSp>
          <p:nvGrpSpPr>
            <p:cNvPr id="1143" name="Gruppieren 971">
              <a:extLst>
                <a:ext uri="{FF2B5EF4-FFF2-40B4-BE49-F238E27FC236}">
                  <a16:creationId xmlns:a16="http://schemas.microsoft.com/office/drawing/2014/main" id="{FBDA3CFA-22F1-46C8-B392-330F7C01B8F3}"/>
                </a:ext>
              </a:extLst>
            </p:cNvPr>
            <p:cNvGrpSpPr/>
            <p:nvPr/>
          </p:nvGrpSpPr>
          <p:grpSpPr bwMode="gray">
            <a:xfrm>
              <a:off x="6940454" y="1509988"/>
              <a:ext cx="3981028" cy="1070062"/>
              <a:chOff x="5427516" y="2972295"/>
              <a:chExt cx="6230431" cy="1603267"/>
            </a:xfrm>
          </p:grpSpPr>
          <p:sp>
            <p:nvSpPr>
              <p:cNvPr id="1395" name="Freihandform 1662">
                <a:extLst>
                  <a:ext uri="{FF2B5EF4-FFF2-40B4-BE49-F238E27FC236}">
                    <a16:creationId xmlns:a16="http://schemas.microsoft.com/office/drawing/2014/main" id="{804C5D21-D932-42F2-BCE4-940F81F008F0}"/>
                  </a:ext>
                </a:extLst>
              </p:cNvPr>
              <p:cNvSpPr/>
              <p:nvPr/>
            </p:nvSpPr>
            <p:spPr bwMode="gray">
              <a:xfrm>
                <a:off x="6224226" y="4079768"/>
                <a:ext cx="1617707" cy="492263"/>
              </a:xfrm>
              <a:custGeom>
                <a:avLst/>
                <a:gdLst>
                  <a:gd name="connsiteX0" fmla="*/ 0 w 1362075"/>
                  <a:gd name="connsiteY0" fmla="*/ 414338 h 414338"/>
                  <a:gd name="connsiteX1" fmla="*/ 138113 w 1362075"/>
                  <a:gd name="connsiteY1" fmla="*/ 276225 h 414338"/>
                  <a:gd name="connsiteX2" fmla="*/ 538163 w 1362075"/>
                  <a:gd name="connsiteY2" fmla="*/ 276225 h 414338"/>
                  <a:gd name="connsiteX3" fmla="*/ 666751 w 1362075"/>
                  <a:gd name="connsiteY3" fmla="*/ 404813 h 414338"/>
                  <a:gd name="connsiteX4" fmla="*/ 790576 w 1362075"/>
                  <a:gd name="connsiteY4" fmla="*/ 280988 h 414338"/>
                  <a:gd name="connsiteX5" fmla="*/ 914401 w 1362075"/>
                  <a:gd name="connsiteY5" fmla="*/ 404813 h 414338"/>
                  <a:gd name="connsiteX6" fmla="*/ 1362075 w 1362075"/>
                  <a:gd name="connsiteY6" fmla="*/ 0 h 414338"/>
                  <a:gd name="connsiteX0" fmla="*/ 0 w 1362075"/>
                  <a:gd name="connsiteY0" fmla="*/ 414338 h 414338"/>
                  <a:gd name="connsiteX1" fmla="*/ 138113 w 1362075"/>
                  <a:gd name="connsiteY1" fmla="*/ 276225 h 414338"/>
                  <a:gd name="connsiteX2" fmla="*/ 538163 w 1362075"/>
                  <a:gd name="connsiteY2" fmla="*/ 276225 h 414338"/>
                  <a:gd name="connsiteX3" fmla="*/ 666751 w 1362075"/>
                  <a:gd name="connsiteY3" fmla="*/ 404813 h 414338"/>
                  <a:gd name="connsiteX4" fmla="*/ 790576 w 1362075"/>
                  <a:gd name="connsiteY4" fmla="*/ 280988 h 414338"/>
                  <a:gd name="connsiteX5" fmla="*/ 914401 w 1362075"/>
                  <a:gd name="connsiteY5" fmla="*/ 404813 h 414338"/>
                  <a:gd name="connsiteX6" fmla="*/ 950119 w 1362075"/>
                  <a:gd name="connsiteY6" fmla="*/ 407194 h 414338"/>
                  <a:gd name="connsiteX7" fmla="*/ 1362075 w 1362075"/>
                  <a:gd name="connsiteY7" fmla="*/ 0 h 414338"/>
                  <a:gd name="connsiteX0" fmla="*/ 0 w 1362075"/>
                  <a:gd name="connsiteY0" fmla="*/ 414338 h 414338"/>
                  <a:gd name="connsiteX1" fmla="*/ 138113 w 1362075"/>
                  <a:gd name="connsiteY1" fmla="*/ 276225 h 414338"/>
                  <a:gd name="connsiteX2" fmla="*/ 538163 w 1362075"/>
                  <a:gd name="connsiteY2" fmla="*/ 276225 h 414338"/>
                  <a:gd name="connsiteX3" fmla="*/ 666751 w 1362075"/>
                  <a:gd name="connsiteY3" fmla="*/ 404813 h 414338"/>
                  <a:gd name="connsiteX4" fmla="*/ 821532 w 1362075"/>
                  <a:gd name="connsiteY4" fmla="*/ 273844 h 414338"/>
                  <a:gd name="connsiteX5" fmla="*/ 914401 w 1362075"/>
                  <a:gd name="connsiteY5" fmla="*/ 404813 h 414338"/>
                  <a:gd name="connsiteX6" fmla="*/ 950119 w 1362075"/>
                  <a:gd name="connsiteY6" fmla="*/ 407194 h 414338"/>
                  <a:gd name="connsiteX7" fmla="*/ 1362075 w 1362075"/>
                  <a:gd name="connsiteY7" fmla="*/ 0 h 414338"/>
                  <a:gd name="connsiteX0" fmla="*/ 0 w 1362075"/>
                  <a:gd name="connsiteY0" fmla="*/ 414338 h 414338"/>
                  <a:gd name="connsiteX1" fmla="*/ 138113 w 1362075"/>
                  <a:gd name="connsiteY1" fmla="*/ 276225 h 414338"/>
                  <a:gd name="connsiteX2" fmla="*/ 538163 w 1362075"/>
                  <a:gd name="connsiteY2" fmla="*/ 276225 h 414338"/>
                  <a:gd name="connsiteX3" fmla="*/ 666751 w 1362075"/>
                  <a:gd name="connsiteY3" fmla="*/ 404813 h 414338"/>
                  <a:gd name="connsiteX4" fmla="*/ 821532 w 1362075"/>
                  <a:gd name="connsiteY4" fmla="*/ 273844 h 414338"/>
                  <a:gd name="connsiteX5" fmla="*/ 950119 w 1362075"/>
                  <a:gd name="connsiteY5" fmla="*/ 407194 h 414338"/>
                  <a:gd name="connsiteX6" fmla="*/ 1362075 w 1362075"/>
                  <a:gd name="connsiteY6" fmla="*/ 0 h 414338"/>
                  <a:gd name="connsiteX0" fmla="*/ 0 w 1362075"/>
                  <a:gd name="connsiteY0" fmla="*/ 414338 h 414338"/>
                  <a:gd name="connsiteX1" fmla="*/ 138113 w 1362075"/>
                  <a:gd name="connsiteY1" fmla="*/ 276225 h 414338"/>
                  <a:gd name="connsiteX2" fmla="*/ 538163 w 1362075"/>
                  <a:gd name="connsiteY2" fmla="*/ 276225 h 414338"/>
                  <a:gd name="connsiteX3" fmla="*/ 673895 w 1362075"/>
                  <a:gd name="connsiteY3" fmla="*/ 409575 h 414338"/>
                  <a:gd name="connsiteX4" fmla="*/ 821532 w 1362075"/>
                  <a:gd name="connsiteY4" fmla="*/ 273844 h 414338"/>
                  <a:gd name="connsiteX5" fmla="*/ 950119 w 1362075"/>
                  <a:gd name="connsiteY5" fmla="*/ 407194 h 414338"/>
                  <a:gd name="connsiteX6" fmla="*/ 1362075 w 1362075"/>
                  <a:gd name="connsiteY6" fmla="*/ 0 h 4143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62075" h="414338">
                    <a:moveTo>
                      <a:pt x="0" y="414338"/>
                    </a:moveTo>
                    <a:lnTo>
                      <a:pt x="138113" y="276225"/>
                    </a:lnTo>
                    <a:lnTo>
                      <a:pt x="538163" y="276225"/>
                    </a:lnTo>
                    <a:lnTo>
                      <a:pt x="673895" y="409575"/>
                    </a:lnTo>
                    <a:lnTo>
                      <a:pt x="821532" y="273844"/>
                    </a:lnTo>
                    <a:lnTo>
                      <a:pt x="950119" y="407194"/>
                    </a:lnTo>
                    <a:lnTo>
                      <a:pt x="1362075" y="0"/>
                    </a:lnTo>
                  </a:path>
                </a:pathLst>
              </a:custGeom>
              <a:noFill/>
              <a:ln w="12700">
                <a:solidFill>
                  <a:srgbClr val="41AAAA"/>
                </a:solidFill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396" name="Freihandform 1663">
                <a:extLst>
                  <a:ext uri="{FF2B5EF4-FFF2-40B4-BE49-F238E27FC236}">
                    <a16:creationId xmlns:a16="http://schemas.microsoft.com/office/drawing/2014/main" id="{B1909FF2-6FE0-4EC5-8A82-51D4CE7F1A84}"/>
                  </a:ext>
                </a:extLst>
              </p:cNvPr>
              <p:cNvSpPr/>
              <p:nvPr/>
            </p:nvSpPr>
            <p:spPr bwMode="gray">
              <a:xfrm>
                <a:off x="5427516" y="3934888"/>
                <a:ext cx="656133" cy="314030"/>
              </a:xfrm>
              <a:custGeom>
                <a:avLst/>
                <a:gdLst>
                  <a:gd name="connsiteX0" fmla="*/ 0 w 552450"/>
                  <a:gd name="connsiteY0" fmla="*/ 0 h 264319"/>
                  <a:gd name="connsiteX1" fmla="*/ 138113 w 552450"/>
                  <a:gd name="connsiteY1" fmla="*/ 135732 h 264319"/>
                  <a:gd name="connsiteX2" fmla="*/ 278607 w 552450"/>
                  <a:gd name="connsiteY2" fmla="*/ 135732 h 264319"/>
                  <a:gd name="connsiteX3" fmla="*/ 278607 w 552450"/>
                  <a:gd name="connsiteY3" fmla="*/ 264319 h 264319"/>
                  <a:gd name="connsiteX4" fmla="*/ 552450 w 552450"/>
                  <a:gd name="connsiteY4" fmla="*/ 264319 h 2643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2450" h="264319">
                    <a:moveTo>
                      <a:pt x="0" y="0"/>
                    </a:moveTo>
                    <a:lnTo>
                      <a:pt x="138113" y="135732"/>
                    </a:lnTo>
                    <a:lnTo>
                      <a:pt x="278607" y="135732"/>
                    </a:lnTo>
                    <a:lnTo>
                      <a:pt x="278607" y="264319"/>
                    </a:lnTo>
                    <a:lnTo>
                      <a:pt x="552450" y="264319"/>
                    </a:lnTo>
                  </a:path>
                </a:pathLst>
              </a:custGeom>
              <a:noFill/>
              <a:ln w="12700">
                <a:solidFill>
                  <a:srgbClr val="41AAAA"/>
                </a:solidFill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397" name="Freihandform 1664">
                <a:extLst>
                  <a:ext uri="{FF2B5EF4-FFF2-40B4-BE49-F238E27FC236}">
                    <a16:creationId xmlns:a16="http://schemas.microsoft.com/office/drawing/2014/main" id="{A837B47D-59EB-4B7E-BECE-095888FD8780}"/>
                  </a:ext>
                </a:extLst>
              </p:cNvPr>
              <p:cNvSpPr/>
              <p:nvPr/>
            </p:nvSpPr>
            <p:spPr bwMode="gray">
              <a:xfrm>
                <a:off x="5428938" y="3450412"/>
                <a:ext cx="325239" cy="319687"/>
              </a:xfrm>
              <a:custGeom>
                <a:avLst/>
                <a:gdLst>
                  <a:gd name="connsiteX0" fmla="*/ 0 w 273844"/>
                  <a:gd name="connsiteY0" fmla="*/ 269081 h 269081"/>
                  <a:gd name="connsiteX1" fmla="*/ 142875 w 273844"/>
                  <a:gd name="connsiteY1" fmla="*/ 269081 h 269081"/>
                  <a:gd name="connsiteX2" fmla="*/ 142875 w 273844"/>
                  <a:gd name="connsiteY2" fmla="*/ 133350 h 269081"/>
                  <a:gd name="connsiteX3" fmla="*/ 273844 w 273844"/>
                  <a:gd name="connsiteY3" fmla="*/ 0 h 2690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3844" h="269081">
                    <a:moveTo>
                      <a:pt x="0" y="269081"/>
                    </a:moveTo>
                    <a:lnTo>
                      <a:pt x="142875" y="269081"/>
                    </a:lnTo>
                    <a:lnTo>
                      <a:pt x="142875" y="133350"/>
                    </a:lnTo>
                    <a:lnTo>
                      <a:pt x="273844" y="0"/>
                    </a:lnTo>
                  </a:path>
                </a:pathLst>
              </a:custGeom>
              <a:noFill/>
              <a:ln w="12700">
                <a:solidFill>
                  <a:srgbClr val="41AAAA"/>
                </a:solidFill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398" name="Freihandform 1665">
                <a:extLst>
                  <a:ext uri="{FF2B5EF4-FFF2-40B4-BE49-F238E27FC236}">
                    <a16:creationId xmlns:a16="http://schemas.microsoft.com/office/drawing/2014/main" id="{5C88D122-5687-4BA7-87BB-BA16940180B1}"/>
                  </a:ext>
                </a:extLst>
              </p:cNvPr>
              <p:cNvSpPr/>
              <p:nvPr/>
            </p:nvSpPr>
            <p:spPr bwMode="gray">
              <a:xfrm>
                <a:off x="5739781" y="3148273"/>
                <a:ext cx="656133" cy="472459"/>
              </a:xfrm>
              <a:custGeom>
                <a:avLst/>
                <a:gdLst>
                  <a:gd name="connsiteX0" fmla="*/ 0 w 552450"/>
                  <a:gd name="connsiteY0" fmla="*/ 397669 h 397669"/>
                  <a:gd name="connsiteX1" fmla="*/ 290512 w 552450"/>
                  <a:gd name="connsiteY1" fmla="*/ 116681 h 397669"/>
                  <a:gd name="connsiteX2" fmla="*/ 416718 w 552450"/>
                  <a:gd name="connsiteY2" fmla="*/ 116681 h 397669"/>
                  <a:gd name="connsiteX3" fmla="*/ 552450 w 552450"/>
                  <a:gd name="connsiteY3" fmla="*/ 0 h 3976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2450" h="397669">
                    <a:moveTo>
                      <a:pt x="0" y="397669"/>
                    </a:moveTo>
                    <a:lnTo>
                      <a:pt x="290512" y="116681"/>
                    </a:lnTo>
                    <a:lnTo>
                      <a:pt x="416718" y="116681"/>
                    </a:lnTo>
                    <a:lnTo>
                      <a:pt x="552450" y="0"/>
                    </a:lnTo>
                  </a:path>
                </a:pathLst>
              </a:custGeom>
              <a:noFill/>
              <a:ln w="12700">
                <a:solidFill>
                  <a:srgbClr val="41AAAA"/>
                </a:solidFill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399" name="Freihandform 1666">
                <a:extLst>
                  <a:ext uri="{FF2B5EF4-FFF2-40B4-BE49-F238E27FC236}">
                    <a16:creationId xmlns:a16="http://schemas.microsoft.com/office/drawing/2014/main" id="{D8E7976B-05BC-4166-9D84-81971B60EC05}"/>
                  </a:ext>
                </a:extLst>
              </p:cNvPr>
              <p:cNvSpPr/>
              <p:nvPr/>
            </p:nvSpPr>
            <p:spPr bwMode="gray">
              <a:xfrm>
                <a:off x="6400401" y="3456069"/>
                <a:ext cx="469475" cy="158429"/>
              </a:xfrm>
              <a:custGeom>
                <a:avLst/>
                <a:gdLst>
                  <a:gd name="connsiteX0" fmla="*/ 0 w 395288"/>
                  <a:gd name="connsiteY0" fmla="*/ 133350 h 133350"/>
                  <a:gd name="connsiteX1" fmla="*/ 135732 w 395288"/>
                  <a:gd name="connsiteY1" fmla="*/ 133350 h 133350"/>
                  <a:gd name="connsiteX2" fmla="*/ 269082 w 395288"/>
                  <a:gd name="connsiteY2" fmla="*/ 0 h 133350"/>
                  <a:gd name="connsiteX3" fmla="*/ 395288 w 395288"/>
                  <a:gd name="connsiteY3" fmla="*/ 0 h 133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95288" h="133350">
                    <a:moveTo>
                      <a:pt x="0" y="133350"/>
                    </a:moveTo>
                    <a:lnTo>
                      <a:pt x="135732" y="133350"/>
                    </a:lnTo>
                    <a:lnTo>
                      <a:pt x="269082" y="0"/>
                    </a:lnTo>
                    <a:lnTo>
                      <a:pt x="395288" y="0"/>
                    </a:lnTo>
                  </a:path>
                </a:pathLst>
              </a:custGeom>
              <a:noFill/>
              <a:ln w="12700">
                <a:solidFill>
                  <a:srgbClr val="41AAAA"/>
                </a:solidFill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400" name="Freihandform 1667">
                <a:extLst>
                  <a:ext uri="{FF2B5EF4-FFF2-40B4-BE49-F238E27FC236}">
                    <a16:creationId xmlns:a16="http://schemas.microsoft.com/office/drawing/2014/main" id="{FBD73C88-45E5-48DC-9463-C469F9A8B40E}"/>
                  </a:ext>
                </a:extLst>
              </p:cNvPr>
              <p:cNvSpPr/>
              <p:nvPr/>
            </p:nvSpPr>
            <p:spPr bwMode="gray">
              <a:xfrm>
                <a:off x="5913959" y="3772927"/>
                <a:ext cx="964403" cy="319689"/>
              </a:xfrm>
              <a:custGeom>
                <a:avLst/>
                <a:gdLst>
                  <a:gd name="connsiteX0" fmla="*/ 0 w 812007"/>
                  <a:gd name="connsiteY0" fmla="*/ 0 h 269082"/>
                  <a:gd name="connsiteX1" fmla="*/ 150019 w 812007"/>
                  <a:gd name="connsiteY1" fmla="*/ 0 h 269082"/>
                  <a:gd name="connsiteX2" fmla="*/ 273844 w 812007"/>
                  <a:gd name="connsiteY2" fmla="*/ 140494 h 269082"/>
                  <a:gd name="connsiteX3" fmla="*/ 411957 w 812007"/>
                  <a:gd name="connsiteY3" fmla="*/ 140494 h 269082"/>
                  <a:gd name="connsiteX4" fmla="*/ 538163 w 812007"/>
                  <a:gd name="connsiteY4" fmla="*/ 269082 h 269082"/>
                  <a:gd name="connsiteX5" fmla="*/ 812007 w 812007"/>
                  <a:gd name="connsiteY5" fmla="*/ 269082 h 269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12007" h="269082">
                    <a:moveTo>
                      <a:pt x="0" y="0"/>
                    </a:moveTo>
                    <a:lnTo>
                      <a:pt x="150019" y="0"/>
                    </a:lnTo>
                    <a:lnTo>
                      <a:pt x="273844" y="140494"/>
                    </a:lnTo>
                    <a:lnTo>
                      <a:pt x="411957" y="140494"/>
                    </a:lnTo>
                    <a:lnTo>
                      <a:pt x="538163" y="269082"/>
                    </a:lnTo>
                    <a:lnTo>
                      <a:pt x="812007" y="269082"/>
                    </a:lnTo>
                  </a:path>
                </a:pathLst>
              </a:custGeom>
              <a:noFill/>
              <a:ln w="12700">
                <a:solidFill>
                  <a:srgbClr val="41AAAA"/>
                </a:solidFill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401" name="Freihandform 1668">
                <a:extLst>
                  <a:ext uri="{FF2B5EF4-FFF2-40B4-BE49-F238E27FC236}">
                    <a16:creationId xmlns:a16="http://schemas.microsoft.com/office/drawing/2014/main" id="{EEEBF756-80C4-43C0-8075-9B539EE6DE8D}"/>
                  </a:ext>
                </a:extLst>
              </p:cNvPr>
              <p:cNvSpPr/>
              <p:nvPr/>
            </p:nvSpPr>
            <p:spPr bwMode="gray">
              <a:xfrm>
                <a:off x="9415219" y="2972295"/>
                <a:ext cx="1111465" cy="322516"/>
              </a:xfrm>
              <a:custGeom>
                <a:avLst/>
                <a:gdLst>
                  <a:gd name="connsiteX0" fmla="*/ 0 w 935831"/>
                  <a:gd name="connsiteY0" fmla="*/ 271462 h 271462"/>
                  <a:gd name="connsiteX1" fmla="*/ 133350 w 935831"/>
                  <a:gd name="connsiteY1" fmla="*/ 130968 h 271462"/>
                  <a:gd name="connsiteX2" fmla="*/ 411956 w 935831"/>
                  <a:gd name="connsiteY2" fmla="*/ 130968 h 271462"/>
                  <a:gd name="connsiteX3" fmla="*/ 535781 w 935831"/>
                  <a:gd name="connsiteY3" fmla="*/ 0 h 271462"/>
                  <a:gd name="connsiteX4" fmla="*/ 671512 w 935831"/>
                  <a:gd name="connsiteY4" fmla="*/ 0 h 271462"/>
                  <a:gd name="connsiteX5" fmla="*/ 807244 w 935831"/>
                  <a:gd name="connsiteY5" fmla="*/ 145256 h 271462"/>
                  <a:gd name="connsiteX6" fmla="*/ 935831 w 935831"/>
                  <a:gd name="connsiteY6" fmla="*/ 4762 h 27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35831" h="271462">
                    <a:moveTo>
                      <a:pt x="0" y="271462"/>
                    </a:moveTo>
                    <a:lnTo>
                      <a:pt x="133350" y="130968"/>
                    </a:lnTo>
                    <a:lnTo>
                      <a:pt x="411956" y="130968"/>
                    </a:lnTo>
                    <a:lnTo>
                      <a:pt x="535781" y="0"/>
                    </a:lnTo>
                    <a:lnTo>
                      <a:pt x="671512" y="0"/>
                    </a:lnTo>
                    <a:lnTo>
                      <a:pt x="807244" y="145256"/>
                    </a:lnTo>
                    <a:lnTo>
                      <a:pt x="935831" y="4762"/>
                    </a:lnTo>
                  </a:path>
                </a:pathLst>
              </a:custGeom>
              <a:noFill/>
              <a:ln w="12700">
                <a:solidFill>
                  <a:srgbClr val="41AAAA"/>
                </a:solidFill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402" name="Freihandform 1669">
                <a:extLst>
                  <a:ext uri="{FF2B5EF4-FFF2-40B4-BE49-F238E27FC236}">
                    <a16:creationId xmlns:a16="http://schemas.microsoft.com/office/drawing/2014/main" id="{EBB22400-D67B-4C97-A78D-0ACAA5EB244A}"/>
                  </a:ext>
                </a:extLst>
              </p:cNvPr>
              <p:cNvSpPr/>
              <p:nvPr/>
            </p:nvSpPr>
            <p:spPr bwMode="gray">
              <a:xfrm>
                <a:off x="9727484" y="3288324"/>
                <a:ext cx="486443" cy="164087"/>
              </a:xfrm>
              <a:custGeom>
                <a:avLst/>
                <a:gdLst>
                  <a:gd name="connsiteX0" fmla="*/ 0 w 409575"/>
                  <a:gd name="connsiteY0" fmla="*/ 138112 h 138112"/>
                  <a:gd name="connsiteX1" fmla="*/ 140494 w 409575"/>
                  <a:gd name="connsiteY1" fmla="*/ 0 h 138112"/>
                  <a:gd name="connsiteX2" fmla="*/ 409575 w 409575"/>
                  <a:gd name="connsiteY2" fmla="*/ 0 h 138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09575" h="138112">
                    <a:moveTo>
                      <a:pt x="0" y="138112"/>
                    </a:moveTo>
                    <a:lnTo>
                      <a:pt x="140494" y="0"/>
                    </a:lnTo>
                    <a:lnTo>
                      <a:pt x="409575" y="0"/>
                    </a:lnTo>
                  </a:path>
                </a:pathLst>
              </a:custGeom>
              <a:noFill/>
              <a:ln w="12700">
                <a:solidFill>
                  <a:srgbClr val="41AAAA"/>
                </a:solidFill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403" name="Freihandform 1670">
                <a:extLst>
                  <a:ext uri="{FF2B5EF4-FFF2-40B4-BE49-F238E27FC236}">
                    <a16:creationId xmlns:a16="http://schemas.microsoft.com/office/drawing/2014/main" id="{9109140E-C51C-4EAE-AADD-F3D724FD2FCA}"/>
                  </a:ext>
                </a:extLst>
              </p:cNvPr>
              <p:cNvSpPr/>
              <p:nvPr/>
            </p:nvSpPr>
            <p:spPr bwMode="gray">
              <a:xfrm>
                <a:off x="7982409" y="4086128"/>
                <a:ext cx="2081524" cy="489434"/>
              </a:xfrm>
              <a:custGeom>
                <a:avLst/>
                <a:gdLst>
                  <a:gd name="connsiteX0" fmla="*/ 0 w 1752600"/>
                  <a:gd name="connsiteY0" fmla="*/ 138113 h 411957"/>
                  <a:gd name="connsiteX1" fmla="*/ 145256 w 1752600"/>
                  <a:gd name="connsiteY1" fmla="*/ 271463 h 411957"/>
                  <a:gd name="connsiteX2" fmla="*/ 400050 w 1752600"/>
                  <a:gd name="connsiteY2" fmla="*/ 0 h 411957"/>
                  <a:gd name="connsiteX3" fmla="*/ 804862 w 1752600"/>
                  <a:gd name="connsiteY3" fmla="*/ 0 h 411957"/>
                  <a:gd name="connsiteX4" fmla="*/ 938212 w 1752600"/>
                  <a:gd name="connsiteY4" fmla="*/ 140494 h 411957"/>
                  <a:gd name="connsiteX5" fmla="*/ 1202531 w 1752600"/>
                  <a:gd name="connsiteY5" fmla="*/ 140494 h 411957"/>
                  <a:gd name="connsiteX6" fmla="*/ 1335881 w 1752600"/>
                  <a:gd name="connsiteY6" fmla="*/ 273844 h 411957"/>
                  <a:gd name="connsiteX7" fmla="*/ 1469231 w 1752600"/>
                  <a:gd name="connsiteY7" fmla="*/ 130969 h 411957"/>
                  <a:gd name="connsiteX8" fmla="*/ 1752600 w 1752600"/>
                  <a:gd name="connsiteY8" fmla="*/ 411957 h 411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752600" h="411957">
                    <a:moveTo>
                      <a:pt x="0" y="138113"/>
                    </a:moveTo>
                    <a:lnTo>
                      <a:pt x="145256" y="271463"/>
                    </a:lnTo>
                    <a:lnTo>
                      <a:pt x="400050" y="0"/>
                    </a:lnTo>
                    <a:lnTo>
                      <a:pt x="804862" y="0"/>
                    </a:lnTo>
                    <a:lnTo>
                      <a:pt x="938212" y="140494"/>
                    </a:lnTo>
                    <a:lnTo>
                      <a:pt x="1202531" y="140494"/>
                    </a:lnTo>
                    <a:lnTo>
                      <a:pt x="1335881" y="273844"/>
                    </a:lnTo>
                    <a:lnTo>
                      <a:pt x="1469231" y="130969"/>
                    </a:lnTo>
                    <a:lnTo>
                      <a:pt x="1752600" y="411957"/>
                    </a:lnTo>
                  </a:path>
                </a:pathLst>
              </a:custGeom>
              <a:noFill/>
              <a:ln w="12700">
                <a:solidFill>
                  <a:srgbClr val="41AAAA"/>
                </a:solidFill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404" name="Freihandform 1671">
                <a:extLst>
                  <a:ext uri="{FF2B5EF4-FFF2-40B4-BE49-F238E27FC236}">
                    <a16:creationId xmlns:a16="http://schemas.microsoft.com/office/drawing/2014/main" id="{0ADFE2FE-B28D-49FD-B2F3-9E83A316BE72}"/>
                  </a:ext>
                </a:extLst>
              </p:cNvPr>
              <p:cNvSpPr/>
              <p:nvPr/>
            </p:nvSpPr>
            <p:spPr bwMode="gray">
              <a:xfrm>
                <a:off x="9729145" y="4086957"/>
                <a:ext cx="653303" cy="169745"/>
              </a:xfrm>
              <a:custGeom>
                <a:avLst/>
                <a:gdLst>
                  <a:gd name="connsiteX0" fmla="*/ 0 w 550068"/>
                  <a:gd name="connsiteY0" fmla="*/ 0 h 142875"/>
                  <a:gd name="connsiteX1" fmla="*/ 278606 w 550068"/>
                  <a:gd name="connsiteY1" fmla="*/ 0 h 142875"/>
                  <a:gd name="connsiteX2" fmla="*/ 402431 w 550068"/>
                  <a:gd name="connsiteY2" fmla="*/ 142875 h 142875"/>
                  <a:gd name="connsiteX3" fmla="*/ 550068 w 550068"/>
                  <a:gd name="connsiteY3" fmla="*/ 142875 h 142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0068" h="142875">
                    <a:moveTo>
                      <a:pt x="0" y="0"/>
                    </a:moveTo>
                    <a:lnTo>
                      <a:pt x="278606" y="0"/>
                    </a:lnTo>
                    <a:lnTo>
                      <a:pt x="402431" y="142875"/>
                    </a:lnTo>
                    <a:lnTo>
                      <a:pt x="550068" y="142875"/>
                    </a:lnTo>
                  </a:path>
                </a:pathLst>
              </a:custGeom>
              <a:noFill/>
              <a:ln w="12700">
                <a:solidFill>
                  <a:srgbClr val="41AAAA"/>
                </a:solidFill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405" name="Freihandform 1672">
                <a:extLst>
                  <a:ext uri="{FF2B5EF4-FFF2-40B4-BE49-F238E27FC236}">
                    <a16:creationId xmlns:a16="http://schemas.microsoft.com/office/drawing/2014/main" id="{1FD123F2-5040-4885-9B1D-D0A2E4DD6A31}"/>
                  </a:ext>
                </a:extLst>
              </p:cNvPr>
              <p:cNvSpPr/>
              <p:nvPr/>
            </p:nvSpPr>
            <p:spPr bwMode="gray">
              <a:xfrm>
                <a:off x="10685061" y="3142041"/>
                <a:ext cx="967231" cy="469629"/>
              </a:xfrm>
              <a:custGeom>
                <a:avLst/>
                <a:gdLst>
                  <a:gd name="connsiteX0" fmla="*/ 0 w 814388"/>
                  <a:gd name="connsiteY0" fmla="*/ 0 h 395287"/>
                  <a:gd name="connsiteX1" fmla="*/ 135731 w 814388"/>
                  <a:gd name="connsiteY1" fmla="*/ 130968 h 395287"/>
                  <a:gd name="connsiteX2" fmla="*/ 273844 w 814388"/>
                  <a:gd name="connsiteY2" fmla="*/ 130968 h 395287"/>
                  <a:gd name="connsiteX3" fmla="*/ 538163 w 814388"/>
                  <a:gd name="connsiteY3" fmla="*/ 395287 h 395287"/>
                  <a:gd name="connsiteX4" fmla="*/ 814388 w 814388"/>
                  <a:gd name="connsiteY4" fmla="*/ 395287 h 395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14388" h="395287">
                    <a:moveTo>
                      <a:pt x="0" y="0"/>
                    </a:moveTo>
                    <a:lnTo>
                      <a:pt x="135731" y="130968"/>
                    </a:lnTo>
                    <a:lnTo>
                      <a:pt x="273844" y="130968"/>
                    </a:lnTo>
                    <a:lnTo>
                      <a:pt x="538163" y="395287"/>
                    </a:lnTo>
                    <a:lnTo>
                      <a:pt x="814388" y="395287"/>
                    </a:lnTo>
                  </a:path>
                </a:pathLst>
              </a:custGeom>
              <a:noFill/>
              <a:ln w="12700">
                <a:solidFill>
                  <a:srgbClr val="41AAAA"/>
                </a:solidFill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406" name="Freihandform 1673">
                <a:extLst>
                  <a:ext uri="{FF2B5EF4-FFF2-40B4-BE49-F238E27FC236}">
                    <a16:creationId xmlns:a16="http://schemas.microsoft.com/office/drawing/2014/main" id="{24EF43DD-2F86-454D-8BA3-C5495D10A24B}"/>
                  </a:ext>
                </a:extLst>
              </p:cNvPr>
              <p:cNvSpPr/>
              <p:nvPr/>
            </p:nvSpPr>
            <p:spPr bwMode="gray">
              <a:xfrm>
                <a:off x="10834953" y="3934187"/>
                <a:ext cx="822994" cy="472458"/>
              </a:xfrm>
              <a:custGeom>
                <a:avLst/>
                <a:gdLst>
                  <a:gd name="connsiteX0" fmla="*/ 0 w 692944"/>
                  <a:gd name="connsiteY0" fmla="*/ 397668 h 397668"/>
                  <a:gd name="connsiteX1" fmla="*/ 145257 w 692944"/>
                  <a:gd name="connsiteY1" fmla="*/ 397668 h 397668"/>
                  <a:gd name="connsiteX2" fmla="*/ 542925 w 692944"/>
                  <a:gd name="connsiteY2" fmla="*/ 0 h 397668"/>
                  <a:gd name="connsiteX3" fmla="*/ 692944 w 692944"/>
                  <a:gd name="connsiteY3" fmla="*/ 0 h 3976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92944" h="397668">
                    <a:moveTo>
                      <a:pt x="0" y="397668"/>
                    </a:moveTo>
                    <a:lnTo>
                      <a:pt x="145257" y="397668"/>
                    </a:lnTo>
                    <a:lnTo>
                      <a:pt x="542925" y="0"/>
                    </a:lnTo>
                    <a:lnTo>
                      <a:pt x="692944" y="0"/>
                    </a:lnTo>
                  </a:path>
                </a:pathLst>
              </a:custGeom>
              <a:noFill/>
              <a:ln w="12700">
                <a:solidFill>
                  <a:srgbClr val="41AAAA"/>
                </a:solidFill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407" name="Freihandform 1674">
                <a:extLst>
                  <a:ext uri="{FF2B5EF4-FFF2-40B4-BE49-F238E27FC236}">
                    <a16:creationId xmlns:a16="http://schemas.microsoft.com/office/drawing/2014/main" id="{24590730-C807-48A7-99A8-4E9EDB928B15}"/>
                  </a:ext>
                </a:extLst>
              </p:cNvPr>
              <p:cNvSpPr/>
              <p:nvPr/>
            </p:nvSpPr>
            <p:spPr bwMode="gray">
              <a:xfrm>
                <a:off x="10843438" y="3614498"/>
                <a:ext cx="483615" cy="164088"/>
              </a:xfrm>
              <a:custGeom>
                <a:avLst/>
                <a:gdLst>
                  <a:gd name="connsiteX0" fmla="*/ 0 w 407194"/>
                  <a:gd name="connsiteY0" fmla="*/ 0 h 138113"/>
                  <a:gd name="connsiteX1" fmla="*/ 133350 w 407194"/>
                  <a:gd name="connsiteY1" fmla="*/ 0 h 138113"/>
                  <a:gd name="connsiteX2" fmla="*/ 271463 w 407194"/>
                  <a:gd name="connsiteY2" fmla="*/ 138113 h 138113"/>
                  <a:gd name="connsiteX3" fmla="*/ 407194 w 407194"/>
                  <a:gd name="connsiteY3" fmla="*/ 138113 h 1381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7194" h="138113">
                    <a:moveTo>
                      <a:pt x="0" y="0"/>
                    </a:moveTo>
                    <a:lnTo>
                      <a:pt x="133350" y="0"/>
                    </a:lnTo>
                    <a:lnTo>
                      <a:pt x="271463" y="138113"/>
                    </a:lnTo>
                    <a:lnTo>
                      <a:pt x="407194" y="138113"/>
                    </a:lnTo>
                  </a:path>
                </a:pathLst>
              </a:custGeom>
              <a:noFill/>
              <a:ln w="12700">
                <a:solidFill>
                  <a:srgbClr val="41AAAA"/>
                </a:solidFill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408" name="Freihandform 1675">
                <a:extLst>
                  <a:ext uri="{FF2B5EF4-FFF2-40B4-BE49-F238E27FC236}">
                    <a16:creationId xmlns:a16="http://schemas.microsoft.com/office/drawing/2014/main" id="{5B0C5B0E-39AA-42E1-B964-163C753B24B2}"/>
                  </a:ext>
                </a:extLst>
              </p:cNvPr>
              <p:cNvSpPr/>
              <p:nvPr/>
            </p:nvSpPr>
            <p:spPr bwMode="gray">
              <a:xfrm>
                <a:off x="11171504" y="3770097"/>
                <a:ext cx="311098" cy="161259"/>
              </a:xfrm>
              <a:custGeom>
                <a:avLst/>
                <a:gdLst>
                  <a:gd name="connsiteX0" fmla="*/ 0 w 261938"/>
                  <a:gd name="connsiteY0" fmla="*/ 135732 h 135732"/>
                  <a:gd name="connsiteX1" fmla="*/ 126206 w 261938"/>
                  <a:gd name="connsiteY1" fmla="*/ 135732 h 135732"/>
                  <a:gd name="connsiteX2" fmla="*/ 261938 w 261938"/>
                  <a:gd name="connsiteY2" fmla="*/ 0 h 1357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61938" h="135732">
                    <a:moveTo>
                      <a:pt x="0" y="135732"/>
                    </a:moveTo>
                    <a:lnTo>
                      <a:pt x="126206" y="135732"/>
                    </a:lnTo>
                    <a:lnTo>
                      <a:pt x="261938" y="0"/>
                    </a:lnTo>
                  </a:path>
                </a:pathLst>
              </a:custGeom>
              <a:noFill/>
              <a:ln w="12700">
                <a:solidFill>
                  <a:srgbClr val="41AAAA"/>
                </a:solidFill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409" name="Freihandform 1676">
                <a:extLst>
                  <a:ext uri="{FF2B5EF4-FFF2-40B4-BE49-F238E27FC236}">
                    <a16:creationId xmlns:a16="http://schemas.microsoft.com/office/drawing/2014/main" id="{2D8CB235-1B01-490C-AAE0-5A0039D9613C}"/>
                  </a:ext>
                </a:extLst>
              </p:cNvPr>
              <p:cNvSpPr/>
              <p:nvPr/>
            </p:nvSpPr>
            <p:spPr bwMode="gray">
              <a:xfrm>
                <a:off x="7027311" y="3611670"/>
                <a:ext cx="478901" cy="147113"/>
              </a:xfrm>
              <a:custGeom>
                <a:avLst/>
                <a:gdLst>
                  <a:gd name="connsiteX0" fmla="*/ 0 w 403225"/>
                  <a:gd name="connsiteY0" fmla="*/ 0 h 123825"/>
                  <a:gd name="connsiteX1" fmla="*/ 279400 w 403225"/>
                  <a:gd name="connsiteY1" fmla="*/ 0 h 123825"/>
                  <a:gd name="connsiteX2" fmla="*/ 403225 w 403225"/>
                  <a:gd name="connsiteY2" fmla="*/ 123825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03225" h="123825">
                    <a:moveTo>
                      <a:pt x="0" y="0"/>
                    </a:moveTo>
                    <a:lnTo>
                      <a:pt x="279400" y="0"/>
                    </a:lnTo>
                    <a:lnTo>
                      <a:pt x="403225" y="123825"/>
                    </a:lnTo>
                  </a:path>
                </a:pathLst>
              </a:custGeom>
              <a:noFill/>
              <a:ln w="12700">
                <a:solidFill>
                  <a:srgbClr val="41AAAA"/>
                </a:solidFill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1144" name="Ellipse 972">
              <a:extLst>
                <a:ext uri="{FF2B5EF4-FFF2-40B4-BE49-F238E27FC236}">
                  <a16:creationId xmlns:a16="http://schemas.microsoft.com/office/drawing/2014/main" id="{2CA4DB12-0DE5-44C8-9104-5F05DDD04CB0}"/>
                </a:ext>
              </a:extLst>
            </p:cNvPr>
            <p:cNvSpPr/>
            <p:nvPr/>
          </p:nvSpPr>
          <p:spPr bwMode="gray">
            <a:xfrm flipV="1">
              <a:off x="8053160" y="2557824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45" name="Ellipse 973">
              <a:extLst>
                <a:ext uri="{FF2B5EF4-FFF2-40B4-BE49-F238E27FC236}">
                  <a16:creationId xmlns:a16="http://schemas.microsoft.com/office/drawing/2014/main" id="{EBE42CFE-3EF3-4257-84C0-BD6E3843B22B}"/>
                </a:ext>
              </a:extLst>
            </p:cNvPr>
            <p:cNvSpPr/>
            <p:nvPr/>
          </p:nvSpPr>
          <p:spPr bwMode="gray">
            <a:xfrm flipV="1">
              <a:off x="7950749" y="2557824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46" name="Ellipse 974">
              <a:extLst>
                <a:ext uri="{FF2B5EF4-FFF2-40B4-BE49-F238E27FC236}">
                  <a16:creationId xmlns:a16="http://schemas.microsoft.com/office/drawing/2014/main" id="{B417A1E1-2296-4F38-9A11-6636C070D776}"/>
                </a:ext>
              </a:extLst>
            </p:cNvPr>
            <p:cNvSpPr/>
            <p:nvPr/>
          </p:nvSpPr>
          <p:spPr bwMode="gray">
            <a:xfrm flipV="1">
              <a:off x="7441978" y="2557824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47" name="Ellipse 975">
              <a:extLst>
                <a:ext uri="{FF2B5EF4-FFF2-40B4-BE49-F238E27FC236}">
                  <a16:creationId xmlns:a16="http://schemas.microsoft.com/office/drawing/2014/main" id="{24A827FA-FD41-46AB-A600-2A4DEBC94052}"/>
                </a:ext>
              </a:extLst>
            </p:cNvPr>
            <p:cNvSpPr/>
            <p:nvPr/>
          </p:nvSpPr>
          <p:spPr bwMode="gray">
            <a:xfrm flipV="1">
              <a:off x="7344594" y="2557824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48" name="Ellipse 976">
              <a:extLst>
                <a:ext uri="{FF2B5EF4-FFF2-40B4-BE49-F238E27FC236}">
                  <a16:creationId xmlns:a16="http://schemas.microsoft.com/office/drawing/2014/main" id="{AD03DFC2-F095-4E92-AD55-1F4DA9AA1010}"/>
                </a:ext>
              </a:extLst>
            </p:cNvPr>
            <p:cNvSpPr/>
            <p:nvPr/>
          </p:nvSpPr>
          <p:spPr bwMode="gray">
            <a:xfrm flipV="1">
              <a:off x="9778750" y="2557824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49" name="Ellipse 977">
              <a:extLst>
                <a:ext uri="{FF2B5EF4-FFF2-40B4-BE49-F238E27FC236}">
                  <a16:creationId xmlns:a16="http://schemas.microsoft.com/office/drawing/2014/main" id="{057D8C0F-A44D-416B-AA77-85B5C8D5E1CC}"/>
                </a:ext>
              </a:extLst>
            </p:cNvPr>
            <p:cNvSpPr/>
            <p:nvPr/>
          </p:nvSpPr>
          <p:spPr bwMode="gray">
            <a:xfrm flipV="1">
              <a:off x="10185459" y="2453244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50" name="Ellipse 978">
              <a:extLst>
                <a:ext uri="{FF2B5EF4-FFF2-40B4-BE49-F238E27FC236}">
                  <a16:creationId xmlns:a16="http://schemas.microsoft.com/office/drawing/2014/main" id="{9BF7DB2E-7738-40E3-B6CD-B0865065BC3E}"/>
                </a:ext>
              </a:extLst>
            </p:cNvPr>
            <p:cNvSpPr/>
            <p:nvPr/>
          </p:nvSpPr>
          <p:spPr bwMode="gray">
            <a:xfrm flipV="1">
              <a:off x="10185459" y="2135502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51" name="Ellipse 979">
              <a:extLst>
                <a:ext uri="{FF2B5EF4-FFF2-40B4-BE49-F238E27FC236}">
                  <a16:creationId xmlns:a16="http://schemas.microsoft.com/office/drawing/2014/main" id="{1CFD81A1-4C65-43F8-BF33-2F6869D0E935}"/>
                </a:ext>
              </a:extLst>
            </p:cNvPr>
            <p:cNvSpPr/>
            <p:nvPr/>
          </p:nvSpPr>
          <p:spPr bwMode="gray">
            <a:xfrm flipV="1">
              <a:off x="10185459" y="1816026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52" name="Ellipse 980">
              <a:extLst>
                <a:ext uri="{FF2B5EF4-FFF2-40B4-BE49-F238E27FC236}">
                  <a16:creationId xmlns:a16="http://schemas.microsoft.com/office/drawing/2014/main" id="{3BB65218-E0DD-46DE-A13A-4C1C15B8F8AA}"/>
                </a:ext>
              </a:extLst>
            </p:cNvPr>
            <p:cNvSpPr/>
            <p:nvPr/>
          </p:nvSpPr>
          <p:spPr bwMode="gray">
            <a:xfrm flipV="1">
              <a:off x="10185459" y="160243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53" name="Ellipse 981">
              <a:extLst>
                <a:ext uri="{FF2B5EF4-FFF2-40B4-BE49-F238E27FC236}">
                  <a16:creationId xmlns:a16="http://schemas.microsoft.com/office/drawing/2014/main" id="{A098456C-0F82-49D9-92DA-29D60F7565DF}"/>
                </a:ext>
              </a:extLst>
            </p:cNvPr>
            <p:cNvSpPr/>
            <p:nvPr/>
          </p:nvSpPr>
          <p:spPr bwMode="gray">
            <a:xfrm flipV="1">
              <a:off x="10286625" y="2453244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54" name="Ellipse 982">
              <a:extLst>
                <a:ext uri="{FF2B5EF4-FFF2-40B4-BE49-F238E27FC236}">
                  <a16:creationId xmlns:a16="http://schemas.microsoft.com/office/drawing/2014/main" id="{0DC718D0-3AD4-453C-A593-EA2B8B439710}"/>
                </a:ext>
              </a:extLst>
            </p:cNvPr>
            <p:cNvSpPr/>
            <p:nvPr/>
          </p:nvSpPr>
          <p:spPr bwMode="gray">
            <a:xfrm flipV="1">
              <a:off x="10385977" y="2453244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55" name="Ellipse 983">
              <a:extLst>
                <a:ext uri="{FF2B5EF4-FFF2-40B4-BE49-F238E27FC236}">
                  <a16:creationId xmlns:a16="http://schemas.microsoft.com/office/drawing/2014/main" id="{6C9438CF-F8FF-4709-9460-3BCD681472E0}"/>
                </a:ext>
              </a:extLst>
            </p:cNvPr>
            <p:cNvSpPr/>
            <p:nvPr/>
          </p:nvSpPr>
          <p:spPr bwMode="gray">
            <a:xfrm flipV="1">
              <a:off x="10286625" y="224145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56" name="Ellipse 984">
              <a:extLst>
                <a:ext uri="{FF2B5EF4-FFF2-40B4-BE49-F238E27FC236}">
                  <a16:creationId xmlns:a16="http://schemas.microsoft.com/office/drawing/2014/main" id="{39EEEFE2-CDFF-4987-8C5D-A7721277A19B}"/>
                </a:ext>
              </a:extLst>
            </p:cNvPr>
            <p:cNvSpPr/>
            <p:nvPr/>
          </p:nvSpPr>
          <p:spPr bwMode="gray">
            <a:xfrm flipV="1">
              <a:off x="10385977" y="2347090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57" name="Ellipse 985">
              <a:extLst>
                <a:ext uri="{FF2B5EF4-FFF2-40B4-BE49-F238E27FC236}">
                  <a16:creationId xmlns:a16="http://schemas.microsoft.com/office/drawing/2014/main" id="{DB13E73F-5D67-42AC-88A0-70AD4F850A9C}"/>
                </a:ext>
              </a:extLst>
            </p:cNvPr>
            <p:cNvSpPr/>
            <p:nvPr/>
          </p:nvSpPr>
          <p:spPr bwMode="gray">
            <a:xfrm flipV="1">
              <a:off x="10385977" y="224145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58" name="Ellipse 986">
              <a:extLst>
                <a:ext uri="{FF2B5EF4-FFF2-40B4-BE49-F238E27FC236}">
                  <a16:creationId xmlns:a16="http://schemas.microsoft.com/office/drawing/2014/main" id="{F8197512-FB0E-4224-9163-0B4CD3141C40}"/>
                </a:ext>
              </a:extLst>
            </p:cNvPr>
            <p:cNvSpPr/>
            <p:nvPr/>
          </p:nvSpPr>
          <p:spPr bwMode="gray">
            <a:xfrm flipV="1">
              <a:off x="10084935" y="2347090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59" name="Ellipse 987">
              <a:extLst>
                <a:ext uri="{FF2B5EF4-FFF2-40B4-BE49-F238E27FC236}">
                  <a16:creationId xmlns:a16="http://schemas.microsoft.com/office/drawing/2014/main" id="{42F47091-06EE-43B4-AAAA-DD65F12F712D}"/>
                </a:ext>
              </a:extLst>
            </p:cNvPr>
            <p:cNvSpPr/>
            <p:nvPr/>
          </p:nvSpPr>
          <p:spPr bwMode="gray">
            <a:xfrm flipV="1">
              <a:off x="10084935" y="224145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60" name="Ellipse 988">
              <a:extLst>
                <a:ext uri="{FF2B5EF4-FFF2-40B4-BE49-F238E27FC236}">
                  <a16:creationId xmlns:a16="http://schemas.microsoft.com/office/drawing/2014/main" id="{4BBFFFB4-3084-435B-B4EC-72711415D09A}"/>
                </a:ext>
              </a:extLst>
            </p:cNvPr>
            <p:cNvSpPr/>
            <p:nvPr/>
          </p:nvSpPr>
          <p:spPr bwMode="gray">
            <a:xfrm flipV="1">
              <a:off x="10084935" y="2135502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61" name="Ellipse 989">
              <a:extLst>
                <a:ext uri="{FF2B5EF4-FFF2-40B4-BE49-F238E27FC236}">
                  <a16:creationId xmlns:a16="http://schemas.microsoft.com/office/drawing/2014/main" id="{E8D05AE9-67A4-4616-AD99-9BC93052D735}"/>
                </a:ext>
              </a:extLst>
            </p:cNvPr>
            <p:cNvSpPr/>
            <p:nvPr/>
          </p:nvSpPr>
          <p:spPr bwMode="gray">
            <a:xfrm flipV="1">
              <a:off x="10691133" y="2241459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62" name="Ellipse 990">
              <a:extLst>
                <a:ext uri="{FF2B5EF4-FFF2-40B4-BE49-F238E27FC236}">
                  <a16:creationId xmlns:a16="http://schemas.microsoft.com/office/drawing/2014/main" id="{AA4607B4-3E46-458D-8206-3F17D82C4D76}"/>
                </a:ext>
              </a:extLst>
            </p:cNvPr>
            <p:cNvSpPr/>
            <p:nvPr/>
          </p:nvSpPr>
          <p:spPr bwMode="gray">
            <a:xfrm flipV="1">
              <a:off x="10691133" y="2135502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63" name="Ellipse 991">
              <a:extLst>
                <a:ext uri="{FF2B5EF4-FFF2-40B4-BE49-F238E27FC236}">
                  <a16:creationId xmlns:a16="http://schemas.microsoft.com/office/drawing/2014/main" id="{2E3199A4-31F2-45A0-85E8-73B178F77ED8}"/>
                </a:ext>
              </a:extLst>
            </p:cNvPr>
            <p:cNvSpPr/>
            <p:nvPr/>
          </p:nvSpPr>
          <p:spPr bwMode="gray">
            <a:xfrm flipV="1">
              <a:off x="10593948" y="2135502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64" name="Ellipse 992">
              <a:extLst>
                <a:ext uri="{FF2B5EF4-FFF2-40B4-BE49-F238E27FC236}">
                  <a16:creationId xmlns:a16="http://schemas.microsoft.com/office/drawing/2014/main" id="{CF06F0DF-65C0-4B36-A046-CA51DF345B2E}"/>
                </a:ext>
              </a:extLst>
            </p:cNvPr>
            <p:cNvSpPr/>
            <p:nvPr/>
          </p:nvSpPr>
          <p:spPr bwMode="gray">
            <a:xfrm flipV="1">
              <a:off x="10691133" y="1923224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65" name="Ellipse 993">
              <a:extLst>
                <a:ext uri="{FF2B5EF4-FFF2-40B4-BE49-F238E27FC236}">
                  <a16:creationId xmlns:a16="http://schemas.microsoft.com/office/drawing/2014/main" id="{EAA35D8D-FAE9-4844-A233-9C6771CF9757}"/>
                </a:ext>
              </a:extLst>
            </p:cNvPr>
            <p:cNvSpPr/>
            <p:nvPr/>
          </p:nvSpPr>
          <p:spPr bwMode="gray">
            <a:xfrm flipV="1">
              <a:off x="10691133" y="1816026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66" name="Ellipse 994">
              <a:extLst>
                <a:ext uri="{FF2B5EF4-FFF2-40B4-BE49-F238E27FC236}">
                  <a16:creationId xmlns:a16="http://schemas.microsoft.com/office/drawing/2014/main" id="{D5D80605-31A9-47A3-A05D-3309EC0BFB16}"/>
                </a:ext>
              </a:extLst>
            </p:cNvPr>
            <p:cNvSpPr/>
            <p:nvPr/>
          </p:nvSpPr>
          <p:spPr bwMode="gray">
            <a:xfrm flipV="1">
              <a:off x="10691133" y="170790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67" name="Ellipse 995">
              <a:extLst>
                <a:ext uri="{FF2B5EF4-FFF2-40B4-BE49-F238E27FC236}">
                  <a16:creationId xmlns:a16="http://schemas.microsoft.com/office/drawing/2014/main" id="{312B4A02-8543-44E6-B2FC-03AEBB4BCEBE}"/>
                </a:ext>
              </a:extLst>
            </p:cNvPr>
            <p:cNvSpPr/>
            <p:nvPr/>
          </p:nvSpPr>
          <p:spPr bwMode="gray">
            <a:xfrm flipV="1">
              <a:off x="9883804" y="160243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68" name="Ellipse 996">
              <a:extLst>
                <a:ext uri="{FF2B5EF4-FFF2-40B4-BE49-F238E27FC236}">
                  <a16:creationId xmlns:a16="http://schemas.microsoft.com/office/drawing/2014/main" id="{4968F706-82EE-4702-B66C-B63F4811B5BE}"/>
                </a:ext>
              </a:extLst>
            </p:cNvPr>
            <p:cNvSpPr/>
            <p:nvPr/>
          </p:nvSpPr>
          <p:spPr bwMode="gray">
            <a:xfrm flipV="1">
              <a:off x="9778750" y="1602439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69" name="Ellipse 997">
              <a:extLst>
                <a:ext uri="{FF2B5EF4-FFF2-40B4-BE49-F238E27FC236}">
                  <a16:creationId xmlns:a16="http://schemas.microsoft.com/office/drawing/2014/main" id="{3484B8A7-C59D-49A2-99F9-7485C9D63576}"/>
                </a:ext>
              </a:extLst>
            </p:cNvPr>
            <p:cNvSpPr/>
            <p:nvPr/>
          </p:nvSpPr>
          <p:spPr bwMode="gray">
            <a:xfrm flipV="1">
              <a:off x="9676998" y="1602439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70" name="Ellipse 998">
              <a:extLst>
                <a:ext uri="{FF2B5EF4-FFF2-40B4-BE49-F238E27FC236}">
                  <a16:creationId xmlns:a16="http://schemas.microsoft.com/office/drawing/2014/main" id="{2B490CDC-AD36-41C5-9E73-233FD9B6F166}"/>
                </a:ext>
              </a:extLst>
            </p:cNvPr>
            <p:cNvSpPr/>
            <p:nvPr/>
          </p:nvSpPr>
          <p:spPr bwMode="gray">
            <a:xfrm flipV="1">
              <a:off x="10593948" y="170790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71" name="Ellipse 999">
              <a:extLst>
                <a:ext uri="{FF2B5EF4-FFF2-40B4-BE49-F238E27FC236}">
                  <a16:creationId xmlns:a16="http://schemas.microsoft.com/office/drawing/2014/main" id="{00D2E3EF-5430-41F9-B256-095C4281FCC6}"/>
                </a:ext>
              </a:extLst>
            </p:cNvPr>
            <p:cNvSpPr/>
            <p:nvPr/>
          </p:nvSpPr>
          <p:spPr bwMode="gray">
            <a:xfrm flipV="1">
              <a:off x="10593948" y="1816026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72" name="Ellipse 1000">
              <a:extLst>
                <a:ext uri="{FF2B5EF4-FFF2-40B4-BE49-F238E27FC236}">
                  <a16:creationId xmlns:a16="http://schemas.microsoft.com/office/drawing/2014/main" id="{F3772551-E3B3-4F13-8327-D1CF41A08366}"/>
                </a:ext>
              </a:extLst>
            </p:cNvPr>
            <p:cNvSpPr/>
            <p:nvPr/>
          </p:nvSpPr>
          <p:spPr bwMode="gray">
            <a:xfrm flipV="1">
              <a:off x="10385977" y="1816026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73" name="Ellipse 1001">
              <a:extLst>
                <a:ext uri="{FF2B5EF4-FFF2-40B4-BE49-F238E27FC236}">
                  <a16:creationId xmlns:a16="http://schemas.microsoft.com/office/drawing/2014/main" id="{62A3E8FC-87F0-40DB-B07E-1B3DF00FC28D}"/>
                </a:ext>
              </a:extLst>
            </p:cNvPr>
            <p:cNvSpPr/>
            <p:nvPr/>
          </p:nvSpPr>
          <p:spPr bwMode="gray">
            <a:xfrm flipV="1">
              <a:off x="10490310" y="2135502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74" name="Ellipse 1002">
              <a:extLst>
                <a:ext uri="{FF2B5EF4-FFF2-40B4-BE49-F238E27FC236}">
                  <a16:creationId xmlns:a16="http://schemas.microsoft.com/office/drawing/2014/main" id="{D07A5BF0-CA27-41B8-B467-4E289C37A18A}"/>
                </a:ext>
              </a:extLst>
            </p:cNvPr>
            <p:cNvSpPr/>
            <p:nvPr/>
          </p:nvSpPr>
          <p:spPr bwMode="gray">
            <a:xfrm flipV="1">
              <a:off x="10490310" y="202859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75" name="Ellipse 1003">
              <a:extLst>
                <a:ext uri="{FF2B5EF4-FFF2-40B4-BE49-F238E27FC236}">
                  <a16:creationId xmlns:a16="http://schemas.microsoft.com/office/drawing/2014/main" id="{33A9499A-FE66-4DCD-954B-D83D255974AB}"/>
                </a:ext>
              </a:extLst>
            </p:cNvPr>
            <p:cNvSpPr/>
            <p:nvPr/>
          </p:nvSpPr>
          <p:spPr bwMode="gray">
            <a:xfrm flipV="1">
              <a:off x="10490310" y="160243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76" name="Ellipse 1004">
              <a:extLst>
                <a:ext uri="{FF2B5EF4-FFF2-40B4-BE49-F238E27FC236}">
                  <a16:creationId xmlns:a16="http://schemas.microsoft.com/office/drawing/2014/main" id="{DE1E0962-C30B-441E-A968-2F5B9984D99E}"/>
                </a:ext>
              </a:extLst>
            </p:cNvPr>
            <p:cNvSpPr/>
            <p:nvPr/>
          </p:nvSpPr>
          <p:spPr bwMode="gray">
            <a:xfrm flipV="1">
              <a:off x="9778750" y="1707909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77" name="Ellipse 1005">
              <a:extLst>
                <a:ext uri="{FF2B5EF4-FFF2-40B4-BE49-F238E27FC236}">
                  <a16:creationId xmlns:a16="http://schemas.microsoft.com/office/drawing/2014/main" id="{0AA54B4B-7B0C-482A-8846-D81F2974B1BA}"/>
                </a:ext>
              </a:extLst>
            </p:cNvPr>
            <p:cNvSpPr/>
            <p:nvPr/>
          </p:nvSpPr>
          <p:spPr bwMode="gray">
            <a:xfrm flipV="1">
              <a:off x="9883804" y="1707909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78" name="Ellipse 1006">
              <a:extLst>
                <a:ext uri="{FF2B5EF4-FFF2-40B4-BE49-F238E27FC236}">
                  <a16:creationId xmlns:a16="http://schemas.microsoft.com/office/drawing/2014/main" id="{44BFC34A-213E-4227-A666-CAB6D90612F0}"/>
                </a:ext>
              </a:extLst>
            </p:cNvPr>
            <p:cNvSpPr/>
            <p:nvPr/>
          </p:nvSpPr>
          <p:spPr bwMode="gray">
            <a:xfrm flipV="1">
              <a:off x="9979215" y="1707909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79" name="Ellipse 1007">
              <a:extLst>
                <a:ext uri="{FF2B5EF4-FFF2-40B4-BE49-F238E27FC236}">
                  <a16:creationId xmlns:a16="http://schemas.microsoft.com/office/drawing/2014/main" id="{8B035F59-C36D-4D09-9E06-021B0635B0DB}"/>
                </a:ext>
              </a:extLst>
            </p:cNvPr>
            <p:cNvSpPr/>
            <p:nvPr/>
          </p:nvSpPr>
          <p:spPr bwMode="gray">
            <a:xfrm flipV="1">
              <a:off x="9979215" y="1816026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80" name="Ellipse 1008">
              <a:extLst>
                <a:ext uri="{FF2B5EF4-FFF2-40B4-BE49-F238E27FC236}">
                  <a16:creationId xmlns:a16="http://schemas.microsoft.com/office/drawing/2014/main" id="{17A2A8E4-049C-4AD4-BD94-6AD72D92C414}"/>
                </a:ext>
              </a:extLst>
            </p:cNvPr>
            <p:cNvSpPr/>
            <p:nvPr/>
          </p:nvSpPr>
          <p:spPr bwMode="gray">
            <a:xfrm flipV="1">
              <a:off x="9979215" y="1923224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81" name="Ellipse 1009">
              <a:extLst>
                <a:ext uri="{FF2B5EF4-FFF2-40B4-BE49-F238E27FC236}">
                  <a16:creationId xmlns:a16="http://schemas.microsoft.com/office/drawing/2014/main" id="{CFF33687-C80D-412C-A267-1AC2F31DCBD7}"/>
                </a:ext>
              </a:extLst>
            </p:cNvPr>
            <p:cNvSpPr/>
            <p:nvPr/>
          </p:nvSpPr>
          <p:spPr bwMode="gray">
            <a:xfrm flipV="1">
              <a:off x="9979215" y="224145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82" name="Ellipse 1010">
              <a:extLst>
                <a:ext uri="{FF2B5EF4-FFF2-40B4-BE49-F238E27FC236}">
                  <a16:creationId xmlns:a16="http://schemas.microsoft.com/office/drawing/2014/main" id="{E064C9FE-0712-4F59-B68F-C8924FE7764D}"/>
                </a:ext>
              </a:extLst>
            </p:cNvPr>
            <p:cNvSpPr/>
            <p:nvPr/>
          </p:nvSpPr>
          <p:spPr bwMode="gray">
            <a:xfrm flipV="1">
              <a:off x="9778750" y="2453244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83" name="Ellipse 1011">
              <a:extLst>
                <a:ext uri="{FF2B5EF4-FFF2-40B4-BE49-F238E27FC236}">
                  <a16:creationId xmlns:a16="http://schemas.microsoft.com/office/drawing/2014/main" id="{BCCC939D-D937-401A-BE6B-259F1D45C390}"/>
                </a:ext>
              </a:extLst>
            </p:cNvPr>
            <p:cNvSpPr/>
            <p:nvPr/>
          </p:nvSpPr>
          <p:spPr bwMode="gray">
            <a:xfrm flipV="1">
              <a:off x="9778750" y="2347090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84" name="Ellipse 1012">
              <a:extLst>
                <a:ext uri="{FF2B5EF4-FFF2-40B4-BE49-F238E27FC236}">
                  <a16:creationId xmlns:a16="http://schemas.microsoft.com/office/drawing/2014/main" id="{25F71D7C-F0CF-44D6-99DE-FEC1BB1DDD71}"/>
                </a:ext>
              </a:extLst>
            </p:cNvPr>
            <p:cNvSpPr/>
            <p:nvPr/>
          </p:nvSpPr>
          <p:spPr bwMode="gray">
            <a:xfrm flipV="1">
              <a:off x="9778750" y="202859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85" name="Ellipse 1013">
              <a:extLst>
                <a:ext uri="{FF2B5EF4-FFF2-40B4-BE49-F238E27FC236}">
                  <a16:creationId xmlns:a16="http://schemas.microsoft.com/office/drawing/2014/main" id="{55E9CA06-99BE-4D5E-984C-FCD34B9CA49D}"/>
                </a:ext>
              </a:extLst>
            </p:cNvPr>
            <p:cNvSpPr/>
            <p:nvPr/>
          </p:nvSpPr>
          <p:spPr bwMode="gray">
            <a:xfrm flipV="1">
              <a:off x="9778750" y="1816026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86" name="Ellipse 1014">
              <a:extLst>
                <a:ext uri="{FF2B5EF4-FFF2-40B4-BE49-F238E27FC236}">
                  <a16:creationId xmlns:a16="http://schemas.microsoft.com/office/drawing/2014/main" id="{68BC1E2D-944F-404B-B085-0BFFB7982005}"/>
                </a:ext>
              </a:extLst>
            </p:cNvPr>
            <p:cNvSpPr/>
            <p:nvPr/>
          </p:nvSpPr>
          <p:spPr bwMode="gray">
            <a:xfrm flipV="1">
              <a:off x="9676998" y="2241459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87" name="Ellipse 1015">
              <a:extLst>
                <a:ext uri="{FF2B5EF4-FFF2-40B4-BE49-F238E27FC236}">
                  <a16:creationId xmlns:a16="http://schemas.microsoft.com/office/drawing/2014/main" id="{2885A48F-698D-48EC-92C4-2A6954E09C8F}"/>
                </a:ext>
              </a:extLst>
            </p:cNvPr>
            <p:cNvSpPr/>
            <p:nvPr/>
          </p:nvSpPr>
          <p:spPr bwMode="gray">
            <a:xfrm flipV="1">
              <a:off x="9676998" y="1923224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88" name="Ellipse 1016">
              <a:extLst>
                <a:ext uri="{FF2B5EF4-FFF2-40B4-BE49-F238E27FC236}">
                  <a16:creationId xmlns:a16="http://schemas.microsoft.com/office/drawing/2014/main" id="{7392AF04-9CAE-4197-946A-F1123F71A14C}"/>
                </a:ext>
              </a:extLst>
            </p:cNvPr>
            <p:cNvSpPr/>
            <p:nvPr/>
          </p:nvSpPr>
          <p:spPr bwMode="gray">
            <a:xfrm flipV="1">
              <a:off x="9471345" y="2453244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89" name="Ellipse 1017">
              <a:extLst>
                <a:ext uri="{FF2B5EF4-FFF2-40B4-BE49-F238E27FC236}">
                  <a16:creationId xmlns:a16="http://schemas.microsoft.com/office/drawing/2014/main" id="{CF8AC4DD-23CC-4198-BA69-79C36E99D993}"/>
                </a:ext>
              </a:extLst>
            </p:cNvPr>
            <p:cNvSpPr/>
            <p:nvPr/>
          </p:nvSpPr>
          <p:spPr bwMode="gray">
            <a:xfrm flipV="1">
              <a:off x="9471345" y="2347090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90" name="Ellipse 1018">
              <a:extLst>
                <a:ext uri="{FF2B5EF4-FFF2-40B4-BE49-F238E27FC236}">
                  <a16:creationId xmlns:a16="http://schemas.microsoft.com/office/drawing/2014/main" id="{CEC15F52-046A-4B90-AAFE-FFBC7C01A17E}"/>
                </a:ext>
              </a:extLst>
            </p:cNvPr>
            <p:cNvSpPr/>
            <p:nvPr/>
          </p:nvSpPr>
          <p:spPr bwMode="gray">
            <a:xfrm flipV="1">
              <a:off x="9471345" y="1923224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91" name="Ellipse 1019">
              <a:extLst>
                <a:ext uri="{FF2B5EF4-FFF2-40B4-BE49-F238E27FC236}">
                  <a16:creationId xmlns:a16="http://schemas.microsoft.com/office/drawing/2014/main" id="{91EECF1B-0BFF-4128-80B3-EC6AAA10CCDA}"/>
                </a:ext>
              </a:extLst>
            </p:cNvPr>
            <p:cNvSpPr/>
            <p:nvPr/>
          </p:nvSpPr>
          <p:spPr bwMode="gray">
            <a:xfrm flipV="1">
              <a:off x="9471345" y="1816026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92" name="Ellipse 1020">
              <a:extLst>
                <a:ext uri="{FF2B5EF4-FFF2-40B4-BE49-F238E27FC236}">
                  <a16:creationId xmlns:a16="http://schemas.microsoft.com/office/drawing/2014/main" id="{1326CA65-D1B7-4706-8787-851C5C0C9478}"/>
                </a:ext>
              </a:extLst>
            </p:cNvPr>
            <p:cNvSpPr/>
            <p:nvPr/>
          </p:nvSpPr>
          <p:spPr bwMode="gray">
            <a:xfrm flipV="1">
              <a:off x="9471345" y="1707909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93" name="Ellipse 1021">
              <a:extLst>
                <a:ext uri="{FF2B5EF4-FFF2-40B4-BE49-F238E27FC236}">
                  <a16:creationId xmlns:a16="http://schemas.microsoft.com/office/drawing/2014/main" id="{BD955DC0-0D5D-4AED-B8D2-9181D691D817}"/>
                </a:ext>
              </a:extLst>
            </p:cNvPr>
            <p:cNvSpPr/>
            <p:nvPr/>
          </p:nvSpPr>
          <p:spPr bwMode="gray">
            <a:xfrm flipV="1">
              <a:off x="9471345" y="160243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94" name="Ellipse 1022">
              <a:extLst>
                <a:ext uri="{FF2B5EF4-FFF2-40B4-BE49-F238E27FC236}">
                  <a16:creationId xmlns:a16="http://schemas.microsoft.com/office/drawing/2014/main" id="{5F721C5C-AAE4-4296-B912-6060225B702D}"/>
                </a:ext>
              </a:extLst>
            </p:cNvPr>
            <p:cNvSpPr/>
            <p:nvPr/>
          </p:nvSpPr>
          <p:spPr bwMode="gray">
            <a:xfrm flipV="1">
              <a:off x="9574906" y="1602439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95" name="Ellipse 1023">
              <a:extLst>
                <a:ext uri="{FF2B5EF4-FFF2-40B4-BE49-F238E27FC236}">
                  <a16:creationId xmlns:a16="http://schemas.microsoft.com/office/drawing/2014/main" id="{2F82892A-C34B-4543-BD5E-91FDBCFC08BE}"/>
                </a:ext>
              </a:extLst>
            </p:cNvPr>
            <p:cNvSpPr/>
            <p:nvPr/>
          </p:nvSpPr>
          <p:spPr bwMode="gray">
            <a:xfrm flipV="1">
              <a:off x="9471345" y="145798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96" name="Ellipse 1024">
              <a:extLst>
                <a:ext uri="{FF2B5EF4-FFF2-40B4-BE49-F238E27FC236}">
                  <a16:creationId xmlns:a16="http://schemas.microsoft.com/office/drawing/2014/main" id="{49A81370-24D4-4D91-AFED-04BD7918E031}"/>
                </a:ext>
              </a:extLst>
            </p:cNvPr>
            <p:cNvSpPr/>
            <p:nvPr/>
          </p:nvSpPr>
          <p:spPr bwMode="gray">
            <a:xfrm flipV="1">
              <a:off x="9371954" y="160243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97" name="Ellipse 1025">
              <a:extLst>
                <a:ext uri="{FF2B5EF4-FFF2-40B4-BE49-F238E27FC236}">
                  <a16:creationId xmlns:a16="http://schemas.microsoft.com/office/drawing/2014/main" id="{07746BF1-3E98-4496-AA0A-D07AD5812509}"/>
                </a:ext>
              </a:extLst>
            </p:cNvPr>
            <p:cNvSpPr/>
            <p:nvPr/>
          </p:nvSpPr>
          <p:spPr bwMode="gray">
            <a:xfrm flipV="1">
              <a:off x="9371954" y="2347090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98" name="Ellipse 1026">
              <a:extLst>
                <a:ext uri="{FF2B5EF4-FFF2-40B4-BE49-F238E27FC236}">
                  <a16:creationId xmlns:a16="http://schemas.microsoft.com/office/drawing/2014/main" id="{D407010D-9F39-4943-9BF1-69344A8F1135}"/>
                </a:ext>
              </a:extLst>
            </p:cNvPr>
            <p:cNvSpPr/>
            <p:nvPr/>
          </p:nvSpPr>
          <p:spPr bwMode="gray">
            <a:xfrm flipV="1">
              <a:off x="9268950" y="2453244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99" name="Ellipse 1027">
              <a:extLst>
                <a:ext uri="{FF2B5EF4-FFF2-40B4-BE49-F238E27FC236}">
                  <a16:creationId xmlns:a16="http://schemas.microsoft.com/office/drawing/2014/main" id="{83A3268C-40BA-4F9C-8D12-B391FEF322E7}"/>
                </a:ext>
              </a:extLst>
            </p:cNvPr>
            <p:cNvSpPr/>
            <p:nvPr/>
          </p:nvSpPr>
          <p:spPr bwMode="gray">
            <a:xfrm flipV="1">
              <a:off x="9268950" y="1816026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00" name="Ellipse 1028">
              <a:extLst>
                <a:ext uri="{FF2B5EF4-FFF2-40B4-BE49-F238E27FC236}">
                  <a16:creationId xmlns:a16="http://schemas.microsoft.com/office/drawing/2014/main" id="{DA7F95CE-8806-4C7A-8CDF-E211A174927B}"/>
                </a:ext>
              </a:extLst>
            </p:cNvPr>
            <p:cNvSpPr/>
            <p:nvPr/>
          </p:nvSpPr>
          <p:spPr bwMode="gray">
            <a:xfrm flipV="1">
              <a:off x="9268950" y="170790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01" name="Ellipse 1029">
              <a:extLst>
                <a:ext uri="{FF2B5EF4-FFF2-40B4-BE49-F238E27FC236}">
                  <a16:creationId xmlns:a16="http://schemas.microsoft.com/office/drawing/2014/main" id="{9B3CA0A8-9A20-44EA-9D4C-FD6A2EDA45D3}"/>
                </a:ext>
              </a:extLst>
            </p:cNvPr>
            <p:cNvSpPr/>
            <p:nvPr/>
          </p:nvSpPr>
          <p:spPr bwMode="gray">
            <a:xfrm flipV="1">
              <a:off x="9268950" y="2347090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02" name="Ellipse 1030">
              <a:extLst>
                <a:ext uri="{FF2B5EF4-FFF2-40B4-BE49-F238E27FC236}">
                  <a16:creationId xmlns:a16="http://schemas.microsoft.com/office/drawing/2014/main" id="{0E6ED0D9-EF5C-4E39-92CE-EB82F165F03F}"/>
                </a:ext>
              </a:extLst>
            </p:cNvPr>
            <p:cNvSpPr/>
            <p:nvPr/>
          </p:nvSpPr>
          <p:spPr bwMode="gray">
            <a:xfrm flipV="1">
              <a:off x="9169531" y="2347090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03" name="Ellipse 1031">
              <a:extLst>
                <a:ext uri="{FF2B5EF4-FFF2-40B4-BE49-F238E27FC236}">
                  <a16:creationId xmlns:a16="http://schemas.microsoft.com/office/drawing/2014/main" id="{F9D2D99A-BB4C-4C4D-8DD2-888AD12D9D1B}"/>
                </a:ext>
              </a:extLst>
            </p:cNvPr>
            <p:cNvSpPr/>
            <p:nvPr/>
          </p:nvSpPr>
          <p:spPr bwMode="gray">
            <a:xfrm flipV="1">
              <a:off x="9063923" y="2347090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04" name="Ellipse 1032">
              <a:extLst>
                <a:ext uri="{FF2B5EF4-FFF2-40B4-BE49-F238E27FC236}">
                  <a16:creationId xmlns:a16="http://schemas.microsoft.com/office/drawing/2014/main" id="{D5295A50-998A-40F4-B155-D3D48FFB065D}"/>
                </a:ext>
              </a:extLst>
            </p:cNvPr>
            <p:cNvSpPr/>
            <p:nvPr/>
          </p:nvSpPr>
          <p:spPr bwMode="gray">
            <a:xfrm flipV="1">
              <a:off x="8865794" y="2241459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05" name="Ellipse 1033">
              <a:extLst>
                <a:ext uri="{FF2B5EF4-FFF2-40B4-BE49-F238E27FC236}">
                  <a16:creationId xmlns:a16="http://schemas.microsoft.com/office/drawing/2014/main" id="{B23AC2F0-6CE8-4E20-AD88-6F3A0664069C}"/>
                </a:ext>
              </a:extLst>
            </p:cNvPr>
            <p:cNvSpPr/>
            <p:nvPr/>
          </p:nvSpPr>
          <p:spPr bwMode="gray">
            <a:xfrm flipV="1">
              <a:off x="8762410" y="2347090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06" name="Ellipse 1034">
              <a:extLst>
                <a:ext uri="{FF2B5EF4-FFF2-40B4-BE49-F238E27FC236}">
                  <a16:creationId xmlns:a16="http://schemas.microsoft.com/office/drawing/2014/main" id="{539B7069-1779-421E-9C4B-DD73C8D5170F}"/>
                </a:ext>
              </a:extLst>
            </p:cNvPr>
            <p:cNvSpPr/>
            <p:nvPr/>
          </p:nvSpPr>
          <p:spPr bwMode="gray">
            <a:xfrm flipV="1">
              <a:off x="8666236" y="2453244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07" name="Ellipse 1035">
              <a:extLst>
                <a:ext uri="{FF2B5EF4-FFF2-40B4-BE49-F238E27FC236}">
                  <a16:creationId xmlns:a16="http://schemas.microsoft.com/office/drawing/2014/main" id="{207B3FD4-B66C-4FAD-92AB-515D53DB1F8F}"/>
                </a:ext>
              </a:extLst>
            </p:cNvPr>
            <p:cNvSpPr/>
            <p:nvPr/>
          </p:nvSpPr>
          <p:spPr bwMode="gray">
            <a:xfrm flipV="1">
              <a:off x="8458819" y="1816026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08" name="Ellipse 1036">
              <a:extLst>
                <a:ext uri="{FF2B5EF4-FFF2-40B4-BE49-F238E27FC236}">
                  <a16:creationId xmlns:a16="http://schemas.microsoft.com/office/drawing/2014/main" id="{07139384-982E-4BAE-B159-9DFEE56AD135}"/>
                </a:ext>
              </a:extLst>
            </p:cNvPr>
            <p:cNvSpPr/>
            <p:nvPr/>
          </p:nvSpPr>
          <p:spPr bwMode="gray">
            <a:xfrm flipV="1">
              <a:off x="8458819" y="170790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09" name="Ellipse 1037">
              <a:extLst>
                <a:ext uri="{FF2B5EF4-FFF2-40B4-BE49-F238E27FC236}">
                  <a16:creationId xmlns:a16="http://schemas.microsoft.com/office/drawing/2014/main" id="{37F3D87E-3E10-4E2E-88A9-193E04262BBE}"/>
                </a:ext>
              </a:extLst>
            </p:cNvPr>
            <p:cNvSpPr/>
            <p:nvPr/>
          </p:nvSpPr>
          <p:spPr bwMode="gray">
            <a:xfrm flipV="1">
              <a:off x="8458819" y="160243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10" name="Ellipse 1038">
              <a:extLst>
                <a:ext uri="{FF2B5EF4-FFF2-40B4-BE49-F238E27FC236}">
                  <a16:creationId xmlns:a16="http://schemas.microsoft.com/office/drawing/2014/main" id="{7C7E46DB-61B4-46CA-A623-3580ABF33F43}"/>
                </a:ext>
              </a:extLst>
            </p:cNvPr>
            <p:cNvSpPr/>
            <p:nvPr/>
          </p:nvSpPr>
          <p:spPr bwMode="gray">
            <a:xfrm flipV="1">
              <a:off x="8355188" y="160243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11" name="Ellipse 1039">
              <a:extLst>
                <a:ext uri="{FF2B5EF4-FFF2-40B4-BE49-F238E27FC236}">
                  <a16:creationId xmlns:a16="http://schemas.microsoft.com/office/drawing/2014/main" id="{2C70F597-87E5-4D2B-A9D4-426EBFD64186}"/>
                </a:ext>
              </a:extLst>
            </p:cNvPr>
            <p:cNvSpPr/>
            <p:nvPr/>
          </p:nvSpPr>
          <p:spPr bwMode="gray">
            <a:xfrm flipV="1">
              <a:off x="8355188" y="145798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12" name="Ellipse 1040">
              <a:extLst>
                <a:ext uri="{FF2B5EF4-FFF2-40B4-BE49-F238E27FC236}">
                  <a16:creationId xmlns:a16="http://schemas.microsoft.com/office/drawing/2014/main" id="{24A9831C-1031-42A1-8278-5440B59F00EE}"/>
                </a:ext>
              </a:extLst>
            </p:cNvPr>
            <p:cNvSpPr/>
            <p:nvPr/>
          </p:nvSpPr>
          <p:spPr bwMode="gray">
            <a:xfrm flipV="1">
              <a:off x="8257598" y="160243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13" name="Ellipse 1041">
              <a:extLst>
                <a:ext uri="{FF2B5EF4-FFF2-40B4-BE49-F238E27FC236}">
                  <a16:creationId xmlns:a16="http://schemas.microsoft.com/office/drawing/2014/main" id="{A0E5A786-D69C-4475-8893-3F5721D58E7C}"/>
                </a:ext>
              </a:extLst>
            </p:cNvPr>
            <p:cNvSpPr/>
            <p:nvPr/>
          </p:nvSpPr>
          <p:spPr bwMode="gray">
            <a:xfrm flipV="1">
              <a:off x="8257598" y="145798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14" name="Ellipse 1042">
              <a:extLst>
                <a:ext uri="{FF2B5EF4-FFF2-40B4-BE49-F238E27FC236}">
                  <a16:creationId xmlns:a16="http://schemas.microsoft.com/office/drawing/2014/main" id="{C852A294-218B-46EE-9749-7E681D269602}"/>
                </a:ext>
              </a:extLst>
            </p:cNvPr>
            <p:cNvSpPr/>
            <p:nvPr/>
          </p:nvSpPr>
          <p:spPr bwMode="gray">
            <a:xfrm flipV="1">
              <a:off x="8257598" y="1816026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15" name="Ellipse 1043">
              <a:extLst>
                <a:ext uri="{FF2B5EF4-FFF2-40B4-BE49-F238E27FC236}">
                  <a16:creationId xmlns:a16="http://schemas.microsoft.com/office/drawing/2014/main" id="{84D8F582-6ACF-4163-9CD7-F5AB41FA19CB}"/>
                </a:ext>
              </a:extLst>
            </p:cNvPr>
            <p:cNvSpPr/>
            <p:nvPr/>
          </p:nvSpPr>
          <p:spPr bwMode="gray">
            <a:xfrm flipV="1">
              <a:off x="8257598" y="2028599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16" name="Ellipse 1044">
              <a:extLst>
                <a:ext uri="{FF2B5EF4-FFF2-40B4-BE49-F238E27FC236}">
                  <a16:creationId xmlns:a16="http://schemas.microsoft.com/office/drawing/2014/main" id="{C4B4ADC0-0DB9-492C-9099-F330895BD522}"/>
                </a:ext>
              </a:extLst>
            </p:cNvPr>
            <p:cNvSpPr/>
            <p:nvPr/>
          </p:nvSpPr>
          <p:spPr bwMode="gray">
            <a:xfrm flipV="1">
              <a:off x="8156400" y="1923224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17" name="Ellipse 1045">
              <a:extLst>
                <a:ext uri="{FF2B5EF4-FFF2-40B4-BE49-F238E27FC236}">
                  <a16:creationId xmlns:a16="http://schemas.microsoft.com/office/drawing/2014/main" id="{C240EF7F-E1B2-43F2-9CC6-5D3DBC415C3A}"/>
                </a:ext>
              </a:extLst>
            </p:cNvPr>
            <p:cNvSpPr/>
            <p:nvPr/>
          </p:nvSpPr>
          <p:spPr bwMode="gray">
            <a:xfrm flipV="1">
              <a:off x="8053160" y="1923224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18" name="Ellipse 1046">
              <a:extLst>
                <a:ext uri="{FF2B5EF4-FFF2-40B4-BE49-F238E27FC236}">
                  <a16:creationId xmlns:a16="http://schemas.microsoft.com/office/drawing/2014/main" id="{40CC40F3-CB00-4317-BB01-1D1DBA8600D5}"/>
                </a:ext>
              </a:extLst>
            </p:cNvPr>
            <p:cNvSpPr/>
            <p:nvPr/>
          </p:nvSpPr>
          <p:spPr bwMode="gray">
            <a:xfrm flipV="1">
              <a:off x="8053160" y="170790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19" name="Ellipse 1047">
              <a:extLst>
                <a:ext uri="{FF2B5EF4-FFF2-40B4-BE49-F238E27FC236}">
                  <a16:creationId xmlns:a16="http://schemas.microsoft.com/office/drawing/2014/main" id="{FBB44085-013E-4528-9853-27BF073818B8}"/>
                </a:ext>
              </a:extLst>
            </p:cNvPr>
            <p:cNvSpPr/>
            <p:nvPr/>
          </p:nvSpPr>
          <p:spPr bwMode="gray">
            <a:xfrm flipV="1">
              <a:off x="8053160" y="1816026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20" name="Ellipse 1048">
              <a:extLst>
                <a:ext uri="{FF2B5EF4-FFF2-40B4-BE49-F238E27FC236}">
                  <a16:creationId xmlns:a16="http://schemas.microsoft.com/office/drawing/2014/main" id="{E4FC1271-F7DE-4599-AB70-E6FA4C3D29C1}"/>
                </a:ext>
              </a:extLst>
            </p:cNvPr>
            <p:cNvSpPr/>
            <p:nvPr/>
          </p:nvSpPr>
          <p:spPr bwMode="gray">
            <a:xfrm flipV="1">
              <a:off x="8053160" y="2135502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21" name="Ellipse 1049">
              <a:extLst>
                <a:ext uri="{FF2B5EF4-FFF2-40B4-BE49-F238E27FC236}">
                  <a16:creationId xmlns:a16="http://schemas.microsoft.com/office/drawing/2014/main" id="{064585E5-F7B4-4EB5-9CFD-B6CF463D6D88}"/>
                </a:ext>
              </a:extLst>
            </p:cNvPr>
            <p:cNvSpPr/>
            <p:nvPr/>
          </p:nvSpPr>
          <p:spPr bwMode="gray">
            <a:xfrm flipV="1">
              <a:off x="8053160" y="2347090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22" name="Ellipse 1050">
              <a:extLst>
                <a:ext uri="{FF2B5EF4-FFF2-40B4-BE49-F238E27FC236}">
                  <a16:creationId xmlns:a16="http://schemas.microsoft.com/office/drawing/2014/main" id="{97BF6B26-82DF-4C19-A49B-EAB38E0BCDED}"/>
                </a:ext>
              </a:extLst>
            </p:cNvPr>
            <p:cNvSpPr/>
            <p:nvPr/>
          </p:nvSpPr>
          <p:spPr bwMode="gray">
            <a:xfrm flipV="1">
              <a:off x="8053160" y="2453244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23" name="Ellipse 1051">
              <a:extLst>
                <a:ext uri="{FF2B5EF4-FFF2-40B4-BE49-F238E27FC236}">
                  <a16:creationId xmlns:a16="http://schemas.microsoft.com/office/drawing/2014/main" id="{514F9A1F-793B-49B1-BCD5-EF3654F84EAA}"/>
                </a:ext>
              </a:extLst>
            </p:cNvPr>
            <p:cNvSpPr/>
            <p:nvPr/>
          </p:nvSpPr>
          <p:spPr bwMode="gray">
            <a:xfrm flipV="1">
              <a:off x="7950749" y="1923224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24" name="Ellipse 1052">
              <a:extLst>
                <a:ext uri="{FF2B5EF4-FFF2-40B4-BE49-F238E27FC236}">
                  <a16:creationId xmlns:a16="http://schemas.microsoft.com/office/drawing/2014/main" id="{E0EBB02D-5027-4A9E-8B55-9D37F3A852C3}"/>
                </a:ext>
              </a:extLst>
            </p:cNvPr>
            <p:cNvSpPr/>
            <p:nvPr/>
          </p:nvSpPr>
          <p:spPr bwMode="gray">
            <a:xfrm flipV="1">
              <a:off x="7950749" y="1816026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25" name="Ellipse 1053">
              <a:extLst>
                <a:ext uri="{FF2B5EF4-FFF2-40B4-BE49-F238E27FC236}">
                  <a16:creationId xmlns:a16="http://schemas.microsoft.com/office/drawing/2014/main" id="{47272EDA-52B3-464A-822D-1EF6DC245C31}"/>
                </a:ext>
              </a:extLst>
            </p:cNvPr>
            <p:cNvSpPr/>
            <p:nvPr/>
          </p:nvSpPr>
          <p:spPr bwMode="gray">
            <a:xfrm flipV="1">
              <a:off x="7850594" y="160243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26" name="Ellipse 1054">
              <a:extLst>
                <a:ext uri="{FF2B5EF4-FFF2-40B4-BE49-F238E27FC236}">
                  <a16:creationId xmlns:a16="http://schemas.microsoft.com/office/drawing/2014/main" id="{044D8956-54AD-4FE8-BAFB-49BE8DFEAEFC}"/>
                </a:ext>
              </a:extLst>
            </p:cNvPr>
            <p:cNvSpPr/>
            <p:nvPr/>
          </p:nvSpPr>
          <p:spPr bwMode="gray">
            <a:xfrm flipV="1">
              <a:off x="7850594" y="145798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27" name="Ellipse 1055">
              <a:extLst>
                <a:ext uri="{FF2B5EF4-FFF2-40B4-BE49-F238E27FC236}">
                  <a16:creationId xmlns:a16="http://schemas.microsoft.com/office/drawing/2014/main" id="{89743F2F-9288-41EA-8456-33D707CC868C}"/>
                </a:ext>
              </a:extLst>
            </p:cNvPr>
            <p:cNvSpPr/>
            <p:nvPr/>
          </p:nvSpPr>
          <p:spPr bwMode="gray">
            <a:xfrm flipV="1">
              <a:off x="7850594" y="2453244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28" name="Ellipse 1056">
              <a:extLst>
                <a:ext uri="{FF2B5EF4-FFF2-40B4-BE49-F238E27FC236}">
                  <a16:creationId xmlns:a16="http://schemas.microsoft.com/office/drawing/2014/main" id="{177E773F-7568-4729-824D-5F1AD48087E5}"/>
                </a:ext>
              </a:extLst>
            </p:cNvPr>
            <p:cNvSpPr/>
            <p:nvPr/>
          </p:nvSpPr>
          <p:spPr bwMode="gray">
            <a:xfrm flipV="1">
              <a:off x="7646801" y="1816026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29" name="Ellipse 1057">
              <a:extLst>
                <a:ext uri="{FF2B5EF4-FFF2-40B4-BE49-F238E27FC236}">
                  <a16:creationId xmlns:a16="http://schemas.microsoft.com/office/drawing/2014/main" id="{E8760A2F-4D8E-4E48-B39E-A5D81B82AA04}"/>
                </a:ext>
              </a:extLst>
            </p:cNvPr>
            <p:cNvSpPr/>
            <p:nvPr/>
          </p:nvSpPr>
          <p:spPr bwMode="gray">
            <a:xfrm flipV="1">
              <a:off x="7748160" y="1816026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30" name="Ellipse 1058">
              <a:extLst>
                <a:ext uri="{FF2B5EF4-FFF2-40B4-BE49-F238E27FC236}">
                  <a16:creationId xmlns:a16="http://schemas.microsoft.com/office/drawing/2014/main" id="{D149C099-6A3D-401F-B042-170306288ECA}"/>
                </a:ext>
              </a:extLst>
            </p:cNvPr>
            <p:cNvSpPr/>
            <p:nvPr/>
          </p:nvSpPr>
          <p:spPr bwMode="gray">
            <a:xfrm flipV="1">
              <a:off x="7748160" y="202859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31" name="Ellipse 1059">
              <a:extLst>
                <a:ext uri="{FF2B5EF4-FFF2-40B4-BE49-F238E27FC236}">
                  <a16:creationId xmlns:a16="http://schemas.microsoft.com/office/drawing/2014/main" id="{BB1C8C75-1143-47E6-89ED-EB38B1262B9B}"/>
                </a:ext>
              </a:extLst>
            </p:cNvPr>
            <p:cNvSpPr/>
            <p:nvPr/>
          </p:nvSpPr>
          <p:spPr bwMode="gray">
            <a:xfrm flipV="1">
              <a:off x="7549603" y="1602439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32" name="Ellipse 1060">
              <a:extLst>
                <a:ext uri="{FF2B5EF4-FFF2-40B4-BE49-F238E27FC236}">
                  <a16:creationId xmlns:a16="http://schemas.microsoft.com/office/drawing/2014/main" id="{5629D904-B841-43DE-9B70-F669CF35821E}"/>
                </a:ext>
              </a:extLst>
            </p:cNvPr>
            <p:cNvSpPr/>
            <p:nvPr/>
          </p:nvSpPr>
          <p:spPr bwMode="gray">
            <a:xfrm flipV="1">
              <a:off x="7549603" y="1923224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33" name="Ellipse 1061">
              <a:extLst>
                <a:ext uri="{FF2B5EF4-FFF2-40B4-BE49-F238E27FC236}">
                  <a16:creationId xmlns:a16="http://schemas.microsoft.com/office/drawing/2014/main" id="{DA78C850-A511-4926-BBAF-0F15D41D1ED5}"/>
                </a:ext>
              </a:extLst>
            </p:cNvPr>
            <p:cNvSpPr/>
            <p:nvPr/>
          </p:nvSpPr>
          <p:spPr bwMode="gray">
            <a:xfrm flipV="1">
              <a:off x="7549603" y="2347090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34" name="Ellipse 1062">
              <a:extLst>
                <a:ext uri="{FF2B5EF4-FFF2-40B4-BE49-F238E27FC236}">
                  <a16:creationId xmlns:a16="http://schemas.microsoft.com/office/drawing/2014/main" id="{A7FF66D5-8897-4D38-8B4F-D2926D61FD9D}"/>
                </a:ext>
              </a:extLst>
            </p:cNvPr>
            <p:cNvSpPr/>
            <p:nvPr/>
          </p:nvSpPr>
          <p:spPr bwMode="gray">
            <a:xfrm flipV="1">
              <a:off x="7441978" y="2453244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35" name="Ellipse 1063">
              <a:extLst>
                <a:ext uri="{FF2B5EF4-FFF2-40B4-BE49-F238E27FC236}">
                  <a16:creationId xmlns:a16="http://schemas.microsoft.com/office/drawing/2014/main" id="{DF8F03A1-3A08-467B-ACAF-1623E0A40610}"/>
                </a:ext>
              </a:extLst>
            </p:cNvPr>
            <p:cNvSpPr/>
            <p:nvPr/>
          </p:nvSpPr>
          <p:spPr bwMode="gray">
            <a:xfrm flipV="1">
              <a:off x="7441978" y="2347090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36" name="Ellipse 1064">
              <a:extLst>
                <a:ext uri="{FF2B5EF4-FFF2-40B4-BE49-F238E27FC236}">
                  <a16:creationId xmlns:a16="http://schemas.microsoft.com/office/drawing/2014/main" id="{7A14B0AA-8C37-4AC6-9CE8-1924DF704EC4}"/>
                </a:ext>
              </a:extLst>
            </p:cNvPr>
            <p:cNvSpPr/>
            <p:nvPr/>
          </p:nvSpPr>
          <p:spPr bwMode="gray">
            <a:xfrm flipV="1">
              <a:off x="7344594" y="2028599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37" name="Ellipse 1065">
              <a:extLst>
                <a:ext uri="{FF2B5EF4-FFF2-40B4-BE49-F238E27FC236}">
                  <a16:creationId xmlns:a16="http://schemas.microsoft.com/office/drawing/2014/main" id="{FB49E507-DD36-4FDF-85E0-5969459BDD5A}"/>
                </a:ext>
              </a:extLst>
            </p:cNvPr>
            <p:cNvSpPr/>
            <p:nvPr/>
          </p:nvSpPr>
          <p:spPr bwMode="gray">
            <a:xfrm flipV="1">
              <a:off x="7344594" y="1923224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38" name="Ellipse 1066">
              <a:extLst>
                <a:ext uri="{FF2B5EF4-FFF2-40B4-BE49-F238E27FC236}">
                  <a16:creationId xmlns:a16="http://schemas.microsoft.com/office/drawing/2014/main" id="{4B47ACDB-4120-4FEE-A427-36AA30794FC3}"/>
                </a:ext>
              </a:extLst>
            </p:cNvPr>
            <p:cNvSpPr/>
            <p:nvPr/>
          </p:nvSpPr>
          <p:spPr bwMode="gray">
            <a:xfrm flipV="1">
              <a:off x="7344594" y="1816026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39" name="Ellipse 1067">
              <a:extLst>
                <a:ext uri="{FF2B5EF4-FFF2-40B4-BE49-F238E27FC236}">
                  <a16:creationId xmlns:a16="http://schemas.microsoft.com/office/drawing/2014/main" id="{E3CECFA8-517E-4178-B730-DC45E61D84D7}"/>
                </a:ext>
              </a:extLst>
            </p:cNvPr>
            <p:cNvSpPr/>
            <p:nvPr/>
          </p:nvSpPr>
          <p:spPr bwMode="gray">
            <a:xfrm flipV="1">
              <a:off x="7344594" y="160243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40" name="Ellipse 1068">
              <a:extLst>
                <a:ext uri="{FF2B5EF4-FFF2-40B4-BE49-F238E27FC236}">
                  <a16:creationId xmlns:a16="http://schemas.microsoft.com/office/drawing/2014/main" id="{B10C4B3C-D15B-42C7-A4F9-5EAACEE36FA4}"/>
                </a:ext>
              </a:extLst>
            </p:cNvPr>
            <p:cNvSpPr/>
            <p:nvPr/>
          </p:nvSpPr>
          <p:spPr bwMode="gray">
            <a:xfrm flipV="1">
              <a:off x="7239583" y="2453244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41" name="Ellipse 1069">
              <a:extLst>
                <a:ext uri="{FF2B5EF4-FFF2-40B4-BE49-F238E27FC236}">
                  <a16:creationId xmlns:a16="http://schemas.microsoft.com/office/drawing/2014/main" id="{F0714C03-9A8E-4FAE-8589-2BCEE81FCB44}"/>
                </a:ext>
              </a:extLst>
            </p:cNvPr>
            <p:cNvSpPr/>
            <p:nvPr/>
          </p:nvSpPr>
          <p:spPr bwMode="gray">
            <a:xfrm flipV="1">
              <a:off x="7239583" y="2028599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42" name="Ellipse 1070">
              <a:extLst>
                <a:ext uri="{FF2B5EF4-FFF2-40B4-BE49-F238E27FC236}">
                  <a16:creationId xmlns:a16="http://schemas.microsoft.com/office/drawing/2014/main" id="{08F03835-B150-4BDF-B60E-328DF98732CD}"/>
                </a:ext>
              </a:extLst>
            </p:cNvPr>
            <p:cNvSpPr/>
            <p:nvPr/>
          </p:nvSpPr>
          <p:spPr bwMode="gray">
            <a:xfrm flipV="1">
              <a:off x="7239583" y="1816026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43" name="Ellipse 1071">
              <a:extLst>
                <a:ext uri="{FF2B5EF4-FFF2-40B4-BE49-F238E27FC236}">
                  <a16:creationId xmlns:a16="http://schemas.microsoft.com/office/drawing/2014/main" id="{55E6896C-161D-4FCD-978F-1D6ADC444989}"/>
                </a:ext>
              </a:extLst>
            </p:cNvPr>
            <p:cNvSpPr/>
            <p:nvPr/>
          </p:nvSpPr>
          <p:spPr bwMode="gray">
            <a:xfrm flipV="1">
              <a:off x="7239583" y="2347090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44" name="Ellipse 1072">
              <a:extLst>
                <a:ext uri="{FF2B5EF4-FFF2-40B4-BE49-F238E27FC236}">
                  <a16:creationId xmlns:a16="http://schemas.microsoft.com/office/drawing/2014/main" id="{C5B0287B-67C5-4517-AEF2-67455501539D}"/>
                </a:ext>
              </a:extLst>
            </p:cNvPr>
            <p:cNvSpPr/>
            <p:nvPr/>
          </p:nvSpPr>
          <p:spPr bwMode="gray">
            <a:xfrm flipV="1">
              <a:off x="7136579" y="2347090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6487"/>
                </a:solidFill>
              </a:endParaRPr>
            </a:p>
          </p:txBody>
        </p:sp>
        <p:sp>
          <p:nvSpPr>
            <p:cNvPr id="1245" name="Ellipse 1073">
              <a:extLst>
                <a:ext uri="{FF2B5EF4-FFF2-40B4-BE49-F238E27FC236}">
                  <a16:creationId xmlns:a16="http://schemas.microsoft.com/office/drawing/2014/main" id="{E859E7C6-D6B3-4CF0-805D-BCA24D16EB05}"/>
                </a:ext>
              </a:extLst>
            </p:cNvPr>
            <p:cNvSpPr/>
            <p:nvPr/>
          </p:nvSpPr>
          <p:spPr bwMode="gray">
            <a:xfrm flipV="1">
              <a:off x="7136579" y="1816026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6487"/>
                </a:solidFill>
              </a:endParaRPr>
            </a:p>
          </p:txBody>
        </p:sp>
        <p:sp>
          <p:nvSpPr>
            <p:cNvPr id="1246" name="Ellipse 1074">
              <a:extLst>
                <a:ext uri="{FF2B5EF4-FFF2-40B4-BE49-F238E27FC236}">
                  <a16:creationId xmlns:a16="http://schemas.microsoft.com/office/drawing/2014/main" id="{A1DDD08F-E9DB-4AC5-8770-BBFF83440BFC}"/>
                </a:ext>
              </a:extLst>
            </p:cNvPr>
            <p:cNvSpPr/>
            <p:nvPr/>
          </p:nvSpPr>
          <p:spPr bwMode="gray">
            <a:xfrm flipV="1">
              <a:off x="7136579" y="170790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6487"/>
                </a:solidFill>
              </a:endParaRPr>
            </a:p>
          </p:txBody>
        </p:sp>
        <p:sp>
          <p:nvSpPr>
            <p:cNvPr id="1247" name="Ellipse 1075">
              <a:extLst>
                <a:ext uri="{FF2B5EF4-FFF2-40B4-BE49-F238E27FC236}">
                  <a16:creationId xmlns:a16="http://schemas.microsoft.com/office/drawing/2014/main" id="{079494A4-5B33-487F-ADCF-A2F43FEECE2C}"/>
                </a:ext>
              </a:extLst>
            </p:cNvPr>
            <p:cNvSpPr/>
            <p:nvPr/>
          </p:nvSpPr>
          <p:spPr bwMode="gray">
            <a:xfrm flipV="1">
              <a:off x="7033574" y="1923224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6487"/>
                </a:solidFill>
              </a:endParaRPr>
            </a:p>
          </p:txBody>
        </p:sp>
        <p:sp>
          <p:nvSpPr>
            <p:cNvPr id="1248" name="Ellipse 1076">
              <a:extLst>
                <a:ext uri="{FF2B5EF4-FFF2-40B4-BE49-F238E27FC236}">
                  <a16:creationId xmlns:a16="http://schemas.microsoft.com/office/drawing/2014/main" id="{E946ED71-7A83-45BD-8E3E-D6174FD1D9EB}"/>
                </a:ext>
              </a:extLst>
            </p:cNvPr>
            <p:cNvSpPr/>
            <p:nvPr/>
          </p:nvSpPr>
          <p:spPr bwMode="gray">
            <a:xfrm flipV="1">
              <a:off x="7033574" y="2028599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6487"/>
                </a:solidFill>
              </a:endParaRPr>
            </a:p>
          </p:txBody>
        </p:sp>
        <p:sp>
          <p:nvSpPr>
            <p:cNvPr id="1249" name="Ellipse 1077">
              <a:extLst>
                <a:ext uri="{FF2B5EF4-FFF2-40B4-BE49-F238E27FC236}">
                  <a16:creationId xmlns:a16="http://schemas.microsoft.com/office/drawing/2014/main" id="{ED67286F-36DE-40D5-8DC9-60BD594BDAA7}"/>
                </a:ext>
              </a:extLst>
            </p:cNvPr>
            <p:cNvSpPr/>
            <p:nvPr/>
          </p:nvSpPr>
          <p:spPr bwMode="gray">
            <a:xfrm flipV="1">
              <a:off x="7033574" y="2135502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6487"/>
                </a:solidFill>
              </a:endParaRPr>
            </a:p>
          </p:txBody>
        </p:sp>
        <p:sp>
          <p:nvSpPr>
            <p:cNvPr id="1250" name="Ellipse 1078">
              <a:extLst>
                <a:ext uri="{FF2B5EF4-FFF2-40B4-BE49-F238E27FC236}">
                  <a16:creationId xmlns:a16="http://schemas.microsoft.com/office/drawing/2014/main" id="{1E3B9166-D2A5-4490-A4AC-CBF2E4346E61}"/>
                </a:ext>
              </a:extLst>
            </p:cNvPr>
            <p:cNvSpPr/>
            <p:nvPr/>
          </p:nvSpPr>
          <p:spPr bwMode="gray">
            <a:xfrm flipV="1">
              <a:off x="7033574" y="2241459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6487"/>
                </a:solidFill>
              </a:endParaRPr>
            </a:p>
          </p:txBody>
        </p:sp>
        <p:sp>
          <p:nvSpPr>
            <p:cNvPr id="1251" name="Ellipse 1079">
              <a:extLst>
                <a:ext uri="{FF2B5EF4-FFF2-40B4-BE49-F238E27FC236}">
                  <a16:creationId xmlns:a16="http://schemas.microsoft.com/office/drawing/2014/main" id="{863AC42E-E057-4EA2-BAD6-6A552BAC8D1B}"/>
                </a:ext>
              </a:extLst>
            </p:cNvPr>
            <p:cNvSpPr/>
            <p:nvPr/>
          </p:nvSpPr>
          <p:spPr bwMode="gray">
            <a:xfrm flipV="1">
              <a:off x="6932060" y="2028599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6487"/>
                </a:solidFill>
              </a:endParaRPr>
            </a:p>
          </p:txBody>
        </p:sp>
        <p:sp>
          <p:nvSpPr>
            <p:cNvPr id="1252" name="Ellipse 1080">
              <a:extLst>
                <a:ext uri="{FF2B5EF4-FFF2-40B4-BE49-F238E27FC236}">
                  <a16:creationId xmlns:a16="http://schemas.microsoft.com/office/drawing/2014/main" id="{5928D19B-33CE-4C59-B512-33F9E0FAC043}"/>
                </a:ext>
              </a:extLst>
            </p:cNvPr>
            <p:cNvSpPr/>
            <p:nvPr/>
          </p:nvSpPr>
          <p:spPr bwMode="gray">
            <a:xfrm flipV="1">
              <a:off x="6932060" y="2135502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6487"/>
                </a:solidFill>
              </a:endParaRPr>
            </a:p>
          </p:txBody>
        </p:sp>
        <p:sp>
          <p:nvSpPr>
            <p:cNvPr id="1253" name="Ellipse 1081">
              <a:extLst>
                <a:ext uri="{FF2B5EF4-FFF2-40B4-BE49-F238E27FC236}">
                  <a16:creationId xmlns:a16="http://schemas.microsoft.com/office/drawing/2014/main" id="{57E3CA0B-AF4B-4DEB-85B0-188398FE2A09}"/>
                </a:ext>
              </a:extLst>
            </p:cNvPr>
            <p:cNvSpPr/>
            <p:nvPr/>
          </p:nvSpPr>
          <p:spPr bwMode="gray">
            <a:xfrm flipV="1">
              <a:off x="6932060" y="1816026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6487"/>
                </a:solidFill>
              </a:endParaRPr>
            </a:p>
          </p:txBody>
        </p:sp>
        <p:sp>
          <p:nvSpPr>
            <p:cNvPr id="1254" name="Ellipse 1082">
              <a:extLst>
                <a:ext uri="{FF2B5EF4-FFF2-40B4-BE49-F238E27FC236}">
                  <a16:creationId xmlns:a16="http://schemas.microsoft.com/office/drawing/2014/main" id="{121B0E55-2869-4651-916D-033C555725F6}"/>
                </a:ext>
              </a:extLst>
            </p:cNvPr>
            <p:cNvSpPr/>
            <p:nvPr/>
          </p:nvSpPr>
          <p:spPr bwMode="gray">
            <a:xfrm flipV="1">
              <a:off x="10483480" y="2446108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55" name="Ellipse 1083">
              <a:extLst>
                <a:ext uri="{FF2B5EF4-FFF2-40B4-BE49-F238E27FC236}">
                  <a16:creationId xmlns:a16="http://schemas.microsoft.com/office/drawing/2014/main" id="{38F9BB9E-2897-4637-A411-CE9105F4D0CB}"/>
                </a:ext>
              </a:extLst>
            </p:cNvPr>
            <p:cNvSpPr/>
            <p:nvPr/>
          </p:nvSpPr>
          <p:spPr bwMode="gray">
            <a:xfrm flipV="1">
              <a:off x="10483480" y="2339954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56" name="Ellipse 1084">
              <a:extLst>
                <a:ext uri="{FF2B5EF4-FFF2-40B4-BE49-F238E27FC236}">
                  <a16:creationId xmlns:a16="http://schemas.microsoft.com/office/drawing/2014/main" id="{3B8BFCC3-3B2C-4A32-9F42-8C78172EE773}"/>
                </a:ext>
              </a:extLst>
            </p:cNvPr>
            <p:cNvSpPr/>
            <p:nvPr/>
          </p:nvSpPr>
          <p:spPr bwMode="gray">
            <a:xfrm flipV="1">
              <a:off x="10483480" y="223432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57" name="Ellipse 1085">
              <a:extLst>
                <a:ext uri="{FF2B5EF4-FFF2-40B4-BE49-F238E27FC236}">
                  <a16:creationId xmlns:a16="http://schemas.microsoft.com/office/drawing/2014/main" id="{20A4E5CD-5245-424E-8F94-436034BC40CA}"/>
                </a:ext>
              </a:extLst>
            </p:cNvPr>
            <p:cNvSpPr/>
            <p:nvPr/>
          </p:nvSpPr>
          <p:spPr bwMode="gray">
            <a:xfrm flipV="1">
              <a:off x="10483480" y="1916088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58" name="Ellipse 1086">
              <a:extLst>
                <a:ext uri="{FF2B5EF4-FFF2-40B4-BE49-F238E27FC236}">
                  <a16:creationId xmlns:a16="http://schemas.microsoft.com/office/drawing/2014/main" id="{B7F56D5B-DE71-4988-BD12-22625E05C241}"/>
                </a:ext>
              </a:extLst>
            </p:cNvPr>
            <p:cNvSpPr/>
            <p:nvPr/>
          </p:nvSpPr>
          <p:spPr bwMode="gray">
            <a:xfrm flipV="1">
              <a:off x="10483480" y="1808890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59" name="Ellipse 1087">
              <a:extLst>
                <a:ext uri="{FF2B5EF4-FFF2-40B4-BE49-F238E27FC236}">
                  <a16:creationId xmlns:a16="http://schemas.microsoft.com/office/drawing/2014/main" id="{2A9E0A65-A1A5-489E-BB96-B31AB8B2E65E}"/>
                </a:ext>
              </a:extLst>
            </p:cNvPr>
            <p:cNvSpPr/>
            <p:nvPr/>
          </p:nvSpPr>
          <p:spPr bwMode="gray">
            <a:xfrm flipV="1">
              <a:off x="10483480" y="1700773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60" name="Ellipse 1088">
              <a:extLst>
                <a:ext uri="{FF2B5EF4-FFF2-40B4-BE49-F238E27FC236}">
                  <a16:creationId xmlns:a16="http://schemas.microsoft.com/office/drawing/2014/main" id="{B7FEE99C-DB78-4716-B390-BE8D0F298308}"/>
                </a:ext>
              </a:extLst>
            </p:cNvPr>
            <p:cNvSpPr/>
            <p:nvPr/>
          </p:nvSpPr>
          <p:spPr bwMode="gray">
            <a:xfrm flipV="1">
              <a:off x="10379147" y="1700773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61" name="Ellipse 1089">
              <a:extLst>
                <a:ext uri="{FF2B5EF4-FFF2-40B4-BE49-F238E27FC236}">
                  <a16:creationId xmlns:a16="http://schemas.microsoft.com/office/drawing/2014/main" id="{A67C34CD-7BF1-4B14-970D-443C96B541B0}"/>
                </a:ext>
              </a:extLst>
            </p:cNvPr>
            <p:cNvSpPr/>
            <p:nvPr/>
          </p:nvSpPr>
          <p:spPr bwMode="gray">
            <a:xfrm flipV="1">
              <a:off x="10279795" y="170077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62" name="Ellipse 1090">
              <a:extLst>
                <a:ext uri="{FF2B5EF4-FFF2-40B4-BE49-F238E27FC236}">
                  <a16:creationId xmlns:a16="http://schemas.microsoft.com/office/drawing/2014/main" id="{CE32A1F3-068F-4DDD-A80F-DAE90240C18C}"/>
                </a:ext>
              </a:extLst>
            </p:cNvPr>
            <p:cNvSpPr/>
            <p:nvPr/>
          </p:nvSpPr>
          <p:spPr bwMode="gray">
            <a:xfrm flipV="1">
              <a:off x="10178629" y="170077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63" name="Ellipse 1091">
              <a:extLst>
                <a:ext uri="{FF2B5EF4-FFF2-40B4-BE49-F238E27FC236}">
                  <a16:creationId xmlns:a16="http://schemas.microsoft.com/office/drawing/2014/main" id="{0EF1C85A-0551-4B86-B8DA-78206F09DF07}"/>
                </a:ext>
              </a:extLst>
            </p:cNvPr>
            <p:cNvSpPr/>
            <p:nvPr/>
          </p:nvSpPr>
          <p:spPr bwMode="gray">
            <a:xfrm flipV="1">
              <a:off x="10286625" y="1602439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64" name="Ellipse 1092">
              <a:extLst>
                <a:ext uri="{FF2B5EF4-FFF2-40B4-BE49-F238E27FC236}">
                  <a16:creationId xmlns:a16="http://schemas.microsoft.com/office/drawing/2014/main" id="{C4DB15D0-DB44-4930-8A6A-736044255205}"/>
                </a:ext>
              </a:extLst>
            </p:cNvPr>
            <p:cNvSpPr/>
            <p:nvPr/>
          </p:nvSpPr>
          <p:spPr bwMode="gray">
            <a:xfrm flipV="1">
              <a:off x="10078105" y="170077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65" name="Ellipse 1093">
              <a:extLst>
                <a:ext uri="{FF2B5EF4-FFF2-40B4-BE49-F238E27FC236}">
                  <a16:creationId xmlns:a16="http://schemas.microsoft.com/office/drawing/2014/main" id="{A3F3BE90-77AC-4CA6-82F8-A2F9FE6433C6}"/>
                </a:ext>
              </a:extLst>
            </p:cNvPr>
            <p:cNvSpPr/>
            <p:nvPr/>
          </p:nvSpPr>
          <p:spPr bwMode="gray">
            <a:xfrm flipV="1">
              <a:off x="10078105" y="1808890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66" name="Ellipse 1094">
              <a:extLst>
                <a:ext uri="{FF2B5EF4-FFF2-40B4-BE49-F238E27FC236}">
                  <a16:creationId xmlns:a16="http://schemas.microsoft.com/office/drawing/2014/main" id="{3C61F3B4-A8AB-4546-8EF3-540A739A9764}"/>
                </a:ext>
              </a:extLst>
            </p:cNvPr>
            <p:cNvSpPr/>
            <p:nvPr/>
          </p:nvSpPr>
          <p:spPr bwMode="gray">
            <a:xfrm flipV="1">
              <a:off x="10078105" y="1916088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67" name="Ellipse 1095">
              <a:extLst>
                <a:ext uri="{FF2B5EF4-FFF2-40B4-BE49-F238E27FC236}">
                  <a16:creationId xmlns:a16="http://schemas.microsoft.com/office/drawing/2014/main" id="{59F562B0-6048-4035-8EC2-A8D8B040A363}"/>
                </a:ext>
              </a:extLst>
            </p:cNvPr>
            <p:cNvSpPr/>
            <p:nvPr/>
          </p:nvSpPr>
          <p:spPr bwMode="gray">
            <a:xfrm flipV="1">
              <a:off x="10178629" y="1916088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68" name="Ellipse 1096">
              <a:extLst>
                <a:ext uri="{FF2B5EF4-FFF2-40B4-BE49-F238E27FC236}">
                  <a16:creationId xmlns:a16="http://schemas.microsoft.com/office/drawing/2014/main" id="{AC4FCF34-D210-43AB-A8F4-39DFC35AF032}"/>
                </a:ext>
              </a:extLst>
            </p:cNvPr>
            <p:cNvSpPr/>
            <p:nvPr/>
          </p:nvSpPr>
          <p:spPr bwMode="gray">
            <a:xfrm flipV="1">
              <a:off x="10279795" y="1916088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69" name="Ellipse 1097">
              <a:extLst>
                <a:ext uri="{FF2B5EF4-FFF2-40B4-BE49-F238E27FC236}">
                  <a16:creationId xmlns:a16="http://schemas.microsoft.com/office/drawing/2014/main" id="{40912DF5-001C-4EB6-BE4F-30776610C0A5}"/>
                </a:ext>
              </a:extLst>
            </p:cNvPr>
            <p:cNvSpPr/>
            <p:nvPr/>
          </p:nvSpPr>
          <p:spPr bwMode="gray">
            <a:xfrm flipV="1">
              <a:off x="10379147" y="1916088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70" name="Ellipse 1098">
              <a:extLst>
                <a:ext uri="{FF2B5EF4-FFF2-40B4-BE49-F238E27FC236}">
                  <a16:creationId xmlns:a16="http://schemas.microsoft.com/office/drawing/2014/main" id="{B8C67EC4-CFCC-4EBE-8432-DCFB4FD465AE}"/>
                </a:ext>
              </a:extLst>
            </p:cNvPr>
            <p:cNvSpPr/>
            <p:nvPr/>
          </p:nvSpPr>
          <p:spPr bwMode="gray">
            <a:xfrm flipV="1">
              <a:off x="10379147" y="202146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71" name="Ellipse 1099">
              <a:extLst>
                <a:ext uri="{FF2B5EF4-FFF2-40B4-BE49-F238E27FC236}">
                  <a16:creationId xmlns:a16="http://schemas.microsoft.com/office/drawing/2014/main" id="{DEC60024-C234-4B5F-B435-5D0B7E17A78A}"/>
                </a:ext>
              </a:extLst>
            </p:cNvPr>
            <p:cNvSpPr/>
            <p:nvPr/>
          </p:nvSpPr>
          <p:spPr bwMode="gray">
            <a:xfrm flipV="1">
              <a:off x="10379147" y="2128366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72" name="Ellipse 1100">
              <a:extLst>
                <a:ext uri="{FF2B5EF4-FFF2-40B4-BE49-F238E27FC236}">
                  <a16:creationId xmlns:a16="http://schemas.microsoft.com/office/drawing/2014/main" id="{B7B5B6CE-66E1-4777-AF1E-49FE8C633DDD}"/>
                </a:ext>
              </a:extLst>
            </p:cNvPr>
            <p:cNvSpPr/>
            <p:nvPr/>
          </p:nvSpPr>
          <p:spPr bwMode="gray">
            <a:xfrm flipV="1">
              <a:off x="10587118" y="2021463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73" name="Ellipse 1101">
              <a:extLst>
                <a:ext uri="{FF2B5EF4-FFF2-40B4-BE49-F238E27FC236}">
                  <a16:creationId xmlns:a16="http://schemas.microsoft.com/office/drawing/2014/main" id="{460BAC02-DD28-406F-A42E-A1DD79E16461}"/>
                </a:ext>
              </a:extLst>
            </p:cNvPr>
            <p:cNvSpPr/>
            <p:nvPr/>
          </p:nvSpPr>
          <p:spPr bwMode="gray">
            <a:xfrm flipV="1">
              <a:off x="10587118" y="1916088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74" name="Ellipse 1102">
              <a:extLst>
                <a:ext uri="{FF2B5EF4-FFF2-40B4-BE49-F238E27FC236}">
                  <a16:creationId xmlns:a16="http://schemas.microsoft.com/office/drawing/2014/main" id="{040345E6-8709-49A2-A337-EBE1CAED4C58}"/>
                </a:ext>
              </a:extLst>
            </p:cNvPr>
            <p:cNvSpPr/>
            <p:nvPr/>
          </p:nvSpPr>
          <p:spPr bwMode="gray">
            <a:xfrm flipV="1">
              <a:off x="10684303" y="2021463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75" name="Ellipse 1103">
              <a:extLst>
                <a:ext uri="{FF2B5EF4-FFF2-40B4-BE49-F238E27FC236}">
                  <a16:creationId xmlns:a16="http://schemas.microsoft.com/office/drawing/2014/main" id="{8F40C300-A4E6-4669-B1AE-FE614A5209FE}"/>
                </a:ext>
              </a:extLst>
            </p:cNvPr>
            <p:cNvSpPr/>
            <p:nvPr/>
          </p:nvSpPr>
          <p:spPr bwMode="gray">
            <a:xfrm flipV="1">
              <a:off x="10787307" y="2021463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76" name="Ellipse 1104">
              <a:extLst>
                <a:ext uri="{FF2B5EF4-FFF2-40B4-BE49-F238E27FC236}">
                  <a16:creationId xmlns:a16="http://schemas.microsoft.com/office/drawing/2014/main" id="{9703A301-3524-432D-8F42-4DBC8C577F34}"/>
                </a:ext>
              </a:extLst>
            </p:cNvPr>
            <p:cNvSpPr/>
            <p:nvPr/>
          </p:nvSpPr>
          <p:spPr bwMode="gray">
            <a:xfrm flipV="1">
              <a:off x="10794137" y="2135502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77" name="Ellipse 1105">
              <a:extLst>
                <a:ext uri="{FF2B5EF4-FFF2-40B4-BE49-F238E27FC236}">
                  <a16:creationId xmlns:a16="http://schemas.microsoft.com/office/drawing/2014/main" id="{A1E9D877-2F23-40EB-9BE5-EBA300333998}"/>
                </a:ext>
              </a:extLst>
            </p:cNvPr>
            <p:cNvSpPr/>
            <p:nvPr/>
          </p:nvSpPr>
          <p:spPr bwMode="gray">
            <a:xfrm flipV="1">
              <a:off x="10587118" y="223432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78" name="Ellipse 1106">
              <a:extLst>
                <a:ext uri="{FF2B5EF4-FFF2-40B4-BE49-F238E27FC236}">
                  <a16:creationId xmlns:a16="http://schemas.microsoft.com/office/drawing/2014/main" id="{49638759-D4C9-475C-BD70-1C72775E2A8E}"/>
                </a:ext>
              </a:extLst>
            </p:cNvPr>
            <p:cNvSpPr/>
            <p:nvPr/>
          </p:nvSpPr>
          <p:spPr bwMode="gray">
            <a:xfrm flipV="1">
              <a:off x="10279795" y="2128366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79" name="Ellipse 1107">
              <a:extLst>
                <a:ext uri="{FF2B5EF4-FFF2-40B4-BE49-F238E27FC236}">
                  <a16:creationId xmlns:a16="http://schemas.microsoft.com/office/drawing/2014/main" id="{2B4BA7B8-5800-4314-9398-A26F87F5DD03}"/>
                </a:ext>
              </a:extLst>
            </p:cNvPr>
            <p:cNvSpPr/>
            <p:nvPr/>
          </p:nvSpPr>
          <p:spPr bwMode="gray">
            <a:xfrm flipV="1">
              <a:off x="10279795" y="202146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80" name="Ellipse 1108">
              <a:extLst>
                <a:ext uri="{FF2B5EF4-FFF2-40B4-BE49-F238E27FC236}">
                  <a16:creationId xmlns:a16="http://schemas.microsoft.com/office/drawing/2014/main" id="{EB1F7F99-D5DE-47B4-97EA-0F833BB427B7}"/>
                </a:ext>
              </a:extLst>
            </p:cNvPr>
            <p:cNvSpPr/>
            <p:nvPr/>
          </p:nvSpPr>
          <p:spPr bwMode="gray">
            <a:xfrm flipV="1">
              <a:off x="10078105" y="202146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81" name="Ellipse 1109">
              <a:extLst>
                <a:ext uri="{FF2B5EF4-FFF2-40B4-BE49-F238E27FC236}">
                  <a16:creationId xmlns:a16="http://schemas.microsoft.com/office/drawing/2014/main" id="{76DD9ACE-1FE8-4F2C-8389-403A820B4C38}"/>
                </a:ext>
              </a:extLst>
            </p:cNvPr>
            <p:cNvSpPr/>
            <p:nvPr/>
          </p:nvSpPr>
          <p:spPr bwMode="gray">
            <a:xfrm flipV="1">
              <a:off x="10178629" y="202146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82" name="Ellipse 1110">
              <a:extLst>
                <a:ext uri="{FF2B5EF4-FFF2-40B4-BE49-F238E27FC236}">
                  <a16:creationId xmlns:a16="http://schemas.microsoft.com/office/drawing/2014/main" id="{0F6397E5-7CE9-4E1E-9099-67BF8D9983EF}"/>
                </a:ext>
              </a:extLst>
            </p:cNvPr>
            <p:cNvSpPr/>
            <p:nvPr/>
          </p:nvSpPr>
          <p:spPr bwMode="gray">
            <a:xfrm flipV="1">
              <a:off x="10178629" y="1488599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83" name="Ellipse 1111">
              <a:extLst>
                <a:ext uri="{FF2B5EF4-FFF2-40B4-BE49-F238E27FC236}">
                  <a16:creationId xmlns:a16="http://schemas.microsoft.com/office/drawing/2014/main" id="{EC147442-EFC8-4564-B4B5-DAFABF543221}"/>
                </a:ext>
              </a:extLst>
            </p:cNvPr>
            <p:cNvSpPr/>
            <p:nvPr/>
          </p:nvSpPr>
          <p:spPr bwMode="gray">
            <a:xfrm flipV="1">
              <a:off x="10084935" y="1602439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84" name="Ellipse 1112">
              <a:extLst>
                <a:ext uri="{FF2B5EF4-FFF2-40B4-BE49-F238E27FC236}">
                  <a16:creationId xmlns:a16="http://schemas.microsoft.com/office/drawing/2014/main" id="{F1272D3F-AAEB-41B4-AC30-6A7ED7949181}"/>
                </a:ext>
              </a:extLst>
            </p:cNvPr>
            <p:cNvSpPr/>
            <p:nvPr/>
          </p:nvSpPr>
          <p:spPr bwMode="gray">
            <a:xfrm flipV="1">
              <a:off x="9972385" y="1488599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85" name="Ellipse 1113">
              <a:extLst>
                <a:ext uri="{FF2B5EF4-FFF2-40B4-BE49-F238E27FC236}">
                  <a16:creationId xmlns:a16="http://schemas.microsoft.com/office/drawing/2014/main" id="{E60D00B4-D369-46E5-836B-1A0CD7F6217B}"/>
                </a:ext>
              </a:extLst>
            </p:cNvPr>
            <p:cNvSpPr/>
            <p:nvPr/>
          </p:nvSpPr>
          <p:spPr bwMode="gray">
            <a:xfrm flipV="1">
              <a:off x="9972385" y="159530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86" name="Ellipse 1114">
              <a:extLst>
                <a:ext uri="{FF2B5EF4-FFF2-40B4-BE49-F238E27FC236}">
                  <a16:creationId xmlns:a16="http://schemas.microsoft.com/office/drawing/2014/main" id="{785AEA02-72C8-4DD2-BB5D-70848C0B99BC}"/>
                </a:ext>
              </a:extLst>
            </p:cNvPr>
            <p:cNvSpPr/>
            <p:nvPr/>
          </p:nvSpPr>
          <p:spPr bwMode="gray">
            <a:xfrm flipV="1">
              <a:off x="9972385" y="202146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87" name="Ellipse 1115">
              <a:extLst>
                <a:ext uri="{FF2B5EF4-FFF2-40B4-BE49-F238E27FC236}">
                  <a16:creationId xmlns:a16="http://schemas.microsoft.com/office/drawing/2014/main" id="{3C4B8869-1F94-4D4B-9F0C-2DD7001E7E6A}"/>
                </a:ext>
              </a:extLst>
            </p:cNvPr>
            <p:cNvSpPr/>
            <p:nvPr/>
          </p:nvSpPr>
          <p:spPr bwMode="gray">
            <a:xfrm flipV="1">
              <a:off x="9972385" y="2339954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88" name="Ellipse 1116">
              <a:extLst>
                <a:ext uri="{FF2B5EF4-FFF2-40B4-BE49-F238E27FC236}">
                  <a16:creationId xmlns:a16="http://schemas.microsoft.com/office/drawing/2014/main" id="{BB64BCC0-D1BA-4C9D-9144-68B5AAF56B21}"/>
                </a:ext>
              </a:extLst>
            </p:cNvPr>
            <p:cNvSpPr/>
            <p:nvPr/>
          </p:nvSpPr>
          <p:spPr bwMode="gray">
            <a:xfrm flipV="1">
              <a:off x="9972385" y="2446108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89" name="Ellipse 1117">
              <a:extLst>
                <a:ext uri="{FF2B5EF4-FFF2-40B4-BE49-F238E27FC236}">
                  <a16:creationId xmlns:a16="http://schemas.microsoft.com/office/drawing/2014/main" id="{F21D4E49-D3B1-4875-80EB-C881146A184E}"/>
                </a:ext>
              </a:extLst>
            </p:cNvPr>
            <p:cNvSpPr/>
            <p:nvPr/>
          </p:nvSpPr>
          <p:spPr bwMode="gray">
            <a:xfrm flipV="1">
              <a:off x="10078105" y="2446108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90" name="Ellipse 1118">
              <a:extLst>
                <a:ext uri="{FF2B5EF4-FFF2-40B4-BE49-F238E27FC236}">
                  <a16:creationId xmlns:a16="http://schemas.microsoft.com/office/drawing/2014/main" id="{5E7D1433-ADB8-41B9-AB99-79C38B259F4A}"/>
                </a:ext>
              </a:extLst>
            </p:cNvPr>
            <p:cNvSpPr/>
            <p:nvPr/>
          </p:nvSpPr>
          <p:spPr bwMode="gray">
            <a:xfrm flipV="1">
              <a:off x="10279795" y="2339954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91" name="Ellipse 1119">
              <a:extLst>
                <a:ext uri="{FF2B5EF4-FFF2-40B4-BE49-F238E27FC236}">
                  <a16:creationId xmlns:a16="http://schemas.microsoft.com/office/drawing/2014/main" id="{7290F79A-75C2-48D4-842B-D2E9CD53334C}"/>
                </a:ext>
              </a:extLst>
            </p:cNvPr>
            <p:cNvSpPr/>
            <p:nvPr/>
          </p:nvSpPr>
          <p:spPr bwMode="gray">
            <a:xfrm flipV="1">
              <a:off x="9876974" y="2550688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92" name="Ellipse 1120">
              <a:extLst>
                <a:ext uri="{FF2B5EF4-FFF2-40B4-BE49-F238E27FC236}">
                  <a16:creationId xmlns:a16="http://schemas.microsoft.com/office/drawing/2014/main" id="{D241C5FD-7C48-4426-8D36-EEE73E09DE98}"/>
                </a:ext>
              </a:extLst>
            </p:cNvPr>
            <p:cNvSpPr/>
            <p:nvPr/>
          </p:nvSpPr>
          <p:spPr bwMode="gray">
            <a:xfrm flipV="1">
              <a:off x="9876974" y="2339954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93" name="Ellipse 1121">
              <a:extLst>
                <a:ext uri="{FF2B5EF4-FFF2-40B4-BE49-F238E27FC236}">
                  <a16:creationId xmlns:a16="http://schemas.microsoft.com/office/drawing/2014/main" id="{B4855A00-ECF2-4658-B872-485B871839AB}"/>
                </a:ext>
              </a:extLst>
            </p:cNvPr>
            <p:cNvSpPr/>
            <p:nvPr/>
          </p:nvSpPr>
          <p:spPr bwMode="gray">
            <a:xfrm flipV="1">
              <a:off x="9876974" y="2234323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94" name="Ellipse 1122">
              <a:extLst>
                <a:ext uri="{FF2B5EF4-FFF2-40B4-BE49-F238E27FC236}">
                  <a16:creationId xmlns:a16="http://schemas.microsoft.com/office/drawing/2014/main" id="{F1F88774-4A0B-4FA4-9F8D-587A06E4FA3C}"/>
                </a:ext>
              </a:extLst>
            </p:cNvPr>
            <p:cNvSpPr/>
            <p:nvPr/>
          </p:nvSpPr>
          <p:spPr bwMode="gray">
            <a:xfrm flipV="1">
              <a:off x="9876974" y="2128366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95" name="Ellipse 1123">
              <a:extLst>
                <a:ext uri="{FF2B5EF4-FFF2-40B4-BE49-F238E27FC236}">
                  <a16:creationId xmlns:a16="http://schemas.microsoft.com/office/drawing/2014/main" id="{6AEB15FE-B16D-4D80-A4BF-C5AD20D469EA}"/>
                </a:ext>
              </a:extLst>
            </p:cNvPr>
            <p:cNvSpPr/>
            <p:nvPr/>
          </p:nvSpPr>
          <p:spPr bwMode="gray">
            <a:xfrm flipV="1">
              <a:off x="9876974" y="202146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96" name="Ellipse 1124">
              <a:extLst>
                <a:ext uri="{FF2B5EF4-FFF2-40B4-BE49-F238E27FC236}">
                  <a16:creationId xmlns:a16="http://schemas.microsoft.com/office/drawing/2014/main" id="{9F696094-F2E8-47A1-89C6-6C35133DA9EF}"/>
                </a:ext>
              </a:extLst>
            </p:cNvPr>
            <p:cNvSpPr/>
            <p:nvPr/>
          </p:nvSpPr>
          <p:spPr bwMode="gray">
            <a:xfrm flipV="1">
              <a:off x="9876974" y="1916088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97" name="Ellipse 1125">
              <a:extLst>
                <a:ext uri="{FF2B5EF4-FFF2-40B4-BE49-F238E27FC236}">
                  <a16:creationId xmlns:a16="http://schemas.microsoft.com/office/drawing/2014/main" id="{A66BAAF5-6600-4862-A416-4FA181B96568}"/>
                </a:ext>
              </a:extLst>
            </p:cNvPr>
            <p:cNvSpPr/>
            <p:nvPr/>
          </p:nvSpPr>
          <p:spPr bwMode="gray">
            <a:xfrm flipV="1">
              <a:off x="9876974" y="1808890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98" name="Ellipse 1126">
              <a:extLst>
                <a:ext uri="{FF2B5EF4-FFF2-40B4-BE49-F238E27FC236}">
                  <a16:creationId xmlns:a16="http://schemas.microsoft.com/office/drawing/2014/main" id="{2DE01ED6-89CA-4349-A2C5-354AE2BEC8D2}"/>
                </a:ext>
              </a:extLst>
            </p:cNvPr>
            <p:cNvSpPr/>
            <p:nvPr/>
          </p:nvSpPr>
          <p:spPr bwMode="gray">
            <a:xfrm flipV="1">
              <a:off x="9876974" y="1488599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99" name="Ellipse 1127">
              <a:extLst>
                <a:ext uri="{FF2B5EF4-FFF2-40B4-BE49-F238E27FC236}">
                  <a16:creationId xmlns:a16="http://schemas.microsoft.com/office/drawing/2014/main" id="{D3A49B02-485C-4577-89B7-ABA25C1B0AD5}"/>
                </a:ext>
              </a:extLst>
            </p:cNvPr>
            <p:cNvSpPr/>
            <p:nvPr/>
          </p:nvSpPr>
          <p:spPr bwMode="gray">
            <a:xfrm flipV="1">
              <a:off x="9771920" y="1916088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00" name="Ellipse 1128">
              <a:extLst>
                <a:ext uri="{FF2B5EF4-FFF2-40B4-BE49-F238E27FC236}">
                  <a16:creationId xmlns:a16="http://schemas.microsoft.com/office/drawing/2014/main" id="{BAB0FF11-9885-4119-BFC9-AD560CAE777F}"/>
                </a:ext>
              </a:extLst>
            </p:cNvPr>
            <p:cNvSpPr/>
            <p:nvPr/>
          </p:nvSpPr>
          <p:spPr bwMode="gray">
            <a:xfrm flipV="1">
              <a:off x="9771920" y="2234323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01" name="Ellipse 1129">
              <a:extLst>
                <a:ext uri="{FF2B5EF4-FFF2-40B4-BE49-F238E27FC236}">
                  <a16:creationId xmlns:a16="http://schemas.microsoft.com/office/drawing/2014/main" id="{D2BFD065-3045-4BD4-9F03-758B34F24419}"/>
                </a:ext>
              </a:extLst>
            </p:cNvPr>
            <p:cNvSpPr/>
            <p:nvPr/>
          </p:nvSpPr>
          <p:spPr bwMode="gray">
            <a:xfrm flipV="1">
              <a:off x="9771920" y="2128366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02" name="Ellipse 1130">
              <a:extLst>
                <a:ext uri="{FF2B5EF4-FFF2-40B4-BE49-F238E27FC236}">
                  <a16:creationId xmlns:a16="http://schemas.microsoft.com/office/drawing/2014/main" id="{A0CF2544-A925-49BD-96B4-9FFFE46FD68F}"/>
                </a:ext>
              </a:extLst>
            </p:cNvPr>
            <p:cNvSpPr/>
            <p:nvPr/>
          </p:nvSpPr>
          <p:spPr bwMode="gray">
            <a:xfrm flipV="1">
              <a:off x="9670168" y="2550688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03" name="Ellipse 1131">
              <a:extLst>
                <a:ext uri="{FF2B5EF4-FFF2-40B4-BE49-F238E27FC236}">
                  <a16:creationId xmlns:a16="http://schemas.microsoft.com/office/drawing/2014/main" id="{FDAA729F-6955-491C-923D-FEFE9B303C96}"/>
                </a:ext>
              </a:extLst>
            </p:cNvPr>
            <p:cNvSpPr/>
            <p:nvPr/>
          </p:nvSpPr>
          <p:spPr bwMode="gray">
            <a:xfrm flipV="1">
              <a:off x="9568076" y="2446108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04" name="Ellipse 1132">
              <a:extLst>
                <a:ext uri="{FF2B5EF4-FFF2-40B4-BE49-F238E27FC236}">
                  <a16:creationId xmlns:a16="http://schemas.microsoft.com/office/drawing/2014/main" id="{23FB3C6A-B9EB-4DE8-8E7C-E5A6C640029D}"/>
                </a:ext>
              </a:extLst>
            </p:cNvPr>
            <p:cNvSpPr/>
            <p:nvPr/>
          </p:nvSpPr>
          <p:spPr bwMode="gray">
            <a:xfrm flipV="1">
              <a:off x="9670168" y="2339954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05" name="Ellipse 1133">
              <a:extLst>
                <a:ext uri="{FF2B5EF4-FFF2-40B4-BE49-F238E27FC236}">
                  <a16:creationId xmlns:a16="http://schemas.microsoft.com/office/drawing/2014/main" id="{9F451CC5-30B1-45A7-AE2C-7F7E8D455A22}"/>
                </a:ext>
              </a:extLst>
            </p:cNvPr>
            <p:cNvSpPr/>
            <p:nvPr/>
          </p:nvSpPr>
          <p:spPr bwMode="gray">
            <a:xfrm flipV="1">
              <a:off x="9670168" y="202146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06" name="Ellipse 1134">
              <a:extLst>
                <a:ext uri="{FF2B5EF4-FFF2-40B4-BE49-F238E27FC236}">
                  <a16:creationId xmlns:a16="http://schemas.microsoft.com/office/drawing/2014/main" id="{02AEF132-D4C1-44F7-AD76-46368F609EB2}"/>
                </a:ext>
              </a:extLst>
            </p:cNvPr>
            <p:cNvSpPr/>
            <p:nvPr/>
          </p:nvSpPr>
          <p:spPr bwMode="gray">
            <a:xfrm flipV="1">
              <a:off x="9670168" y="1808890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07" name="Ellipse 1135">
              <a:extLst>
                <a:ext uri="{FF2B5EF4-FFF2-40B4-BE49-F238E27FC236}">
                  <a16:creationId xmlns:a16="http://schemas.microsoft.com/office/drawing/2014/main" id="{1C1668F3-8F12-4A24-942B-2AC7B04AAB7B}"/>
                </a:ext>
              </a:extLst>
            </p:cNvPr>
            <p:cNvSpPr/>
            <p:nvPr/>
          </p:nvSpPr>
          <p:spPr bwMode="gray">
            <a:xfrm flipV="1">
              <a:off x="9670168" y="170077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08" name="Ellipse 1136">
              <a:extLst>
                <a:ext uri="{FF2B5EF4-FFF2-40B4-BE49-F238E27FC236}">
                  <a16:creationId xmlns:a16="http://schemas.microsoft.com/office/drawing/2014/main" id="{DD254D79-064F-43C9-8519-0D3D8F39A378}"/>
                </a:ext>
              </a:extLst>
            </p:cNvPr>
            <p:cNvSpPr/>
            <p:nvPr/>
          </p:nvSpPr>
          <p:spPr bwMode="gray">
            <a:xfrm flipV="1">
              <a:off x="9568076" y="170077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09" name="Ellipse 1137">
              <a:extLst>
                <a:ext uri="{FF2B5EF4-FFF2-40B4-BE49-F238E27FC236}">
                  <a16:creationId xmlns:a16="http://schemas.microsoft.com/office/drawing/2014/main" id="{6DA07ADA-71DC-4D61-B574-D5FB3E37F2AE}"/>
                </a:ext>
              </a:extLst>
            </p:cNvPr>
            <p:cNvSpPr/>
            <p:nvPr/>
          </p:nvSpPr>
          <p:spPr bwMode="gray">
            <a:xfrm flipV="1">
              <a:off x="9568076" y="1808890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10" name="Ellipse 1138">
              <a:extLst>
                <a:ext uri="{FF2B5EF4-FFF2-40B4-BE49-F238E27FC236}">
                  <a16:creationId xmlns:a16="http://schemas.microsoft.com/office/drawing/2014/main" id="{8393B398-77AD-4971-BD3F-60B489F94DB5}"/>
                </a:ext>
              </a:extLst>
            </p:cNvPr>
            <p:cNvSpPr/>
            <p:nvPr/>
          </p:nvSpPr>
          <p:spPr bwMode="gray">
            <a:xfrm flipV="1">
              <a:off x="9568076" y="1916088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11" name="Ellipse 1139">
              <a:extLst>
                <a:ext uri="{FF2B5EF4-FFF2-40B4-BE49-F238E27FC236}">
                  <a16:creationId xmlns:a16="http://schemas.microsoft.com/office/drawing/2014/main" id="{D7D5CBC2-3F21-45FE-94D5-5B93E8F9016D}"/>
                </a:ext>
              </a:extLst>
            </p:cNvPr>
            <p:cNvSpPr/>
            <p:nvPr/>
          </p:nvSpPr>
          <p:spPr bwMode="gray">
            <a:xfrm flipV="1">
              <a:off x="9568076" y="202146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12" name="Ellipse 1140">
              <a:extLst>
                <a:ext uri="{FF2B5EF4-FFF2-40B4-BE49-F238E27FC236}">
                  <a16:creationId xmlns:a16="http://schemas.microsoft.com/office/drawing/2014/main" id="{784A6E3E-FF27-4390-BE56-F11935050943}"/>
                </a:ext>
              </a:extLst>
            </p:cNvPr>
            <p:cNvSpPr/>
            <p:nvPr/>
          </p:nvSpPr>
          <p:spPr bwMode="gray">
            <a:xfrm flipV="1">
              <a:off x="9568076" y="2339954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13" name="Ellipse 1141">
              <a:extLst>
                <a:ext uri="{FF2B5EF4-FFF2-40B4-BE49-F238E27FC236}">
                  <a16:creationId xmlns:a16="http://schemas.microsoft.com/office/drawing/2014/main" id="{5CC0FC89-85E4-425C-B636-609A891EDF05}"/>
                </a:ext>
              </a:extLst>
            </p:cNvPr>
            <p:cNvSpPr/>
            <p:nvPr/>
          </p:nvSpPr>
          <p:spPr bwMode="gray">
            <a:xfrm flipV="1">
              <a:off x="9365124" y="170077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14" name="Ellipse 1142">
              <a:extLst>
                <a:ext uri="{FF2B5EF4-FFF2-40B4-BE49-F238E27FC236}">
                  <a16:creationId xmlns:a16="http://schemas.microsoft.com/office/drawing/2014/main" id="{BE37E0EF-44A7-4B5C-899D-A43DBE4BE96E}"/>
                </a:ext>
              </a:extLst>
            </p:cNvPr>
            <p:cNvSpPr/>
            <p:nvPr/>
          </p:nvSpPr>
          <p:spPr bwMode="gray">
            <a:xfrm flipV="1">
              <a:off x="9365124" y="1808890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15" name="Ellipse 1143">
              <a:extLst>
                <a:ext uri="{FF2B5EF4-FFF2-40B4-BE49-F238E27FC236}">
                  <a16:creationId xmlns:a16="http://schemas.microsoft.com/office/drawing/2014/main" id="{35544213-DA0C-49CD-B2A5-10442FE11116}"/>
                </a:ext>
              </a:extLst>
            </p:cNvPr>
            <p:cNvSpPr/>
            <p:nvPr/>
          </p:nvSpPr>
          <p:spPr bwMode="gray">
            <a:xfrm flipV="1">
              <a:off x="9061480" y="2234323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16" name="Ellipse 1144">
              <a:extLst>
                <a:ext uri="{FF2B5EF4-FFF2-40B4-BE49-F238E27FC236}">
                  <a16:creationId xmlns:a16="http://schemas.microsoft.com/office/drawing/2014/main" id="{1DC1B1B1-C528-4AFB-AEE5-C77559240E92}"/>
                </a:ext>
              </a:extLst>
            </p:cNvPr>
            <p:cNvSpPr/>
            <p:nvPr/>
          </p:nvSpPr>
          <p:spPr bwMode="gray">
            <a:xfrm flipV="1">
              <a:off x="9162701" y="2234323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17" name="Ellipse 1145">
              <a:extLst>
                <a:ext uri="{FF2B5EF4-FFF2-40B4-BE49-F238E27FC236}">
                  <a16:creationId xmlns:a16="http://schemas.microsoft.com/office/drawing/2014/main" id="{D256BCF9-F764-4AE2-BB0B-EFA84730D9B2}"/>
                </a:ext>
              </a:extLst>
            </p:cNvPr>
            <p:cNvSpPr/>
            <p:nvPr/>
          </p:nvSpPr>
          <p:spPr bwMode="gray">
            <a:xfrm flipV="1">
              <a:off x="8960337" y="2234323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18" name="Ellipse 1146">
              <a:extLst>
                <a:ext uri="{FF2B5EF4-FFF2-40B4-BE49-F238E27FC236}">
                  <a16:creationId xmlns:a16="http://schemas.microsoft.com/office/drawing/2014/main" id="{7352F027-4A1A-4768-ADAC-9D739B76C623}"/>
                </a:ext>
              </a:extLst>
            </p:cNvPr>
            <p:cNvSpPr/>
            <p:nvPr/>
          </p:nvSpPr>
          <p:spPr bwMode="gray">
            <a:xfrm flipV="1">
              <a:off x="8858964" y="2339954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19" name="Ellipse 1147">
              <a:extLst>
                <a:ext uri="{FF2B5EF4-FFF2-40B4-BE49-F238E27FC236}">
                  <a16:creationId xmlns:a16="http://schemas.microsoft.com/office/drawing/2014/main" id="{90779C81-1EBA-4A66-B1F0-F34052FAFAD7}"/>
                </a:ext>
              </a:extLst>
            </p:cNvPr>
            <p:cNvSpPr/>
            <p:nvPr/>
          </p:nvSpPr>
          <p:spPr bwMode="gray">
            <a:xfrm flipV="1">
              <a:off x="8553584" y="170077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20" name="Ellipse 1148">
              <a:extLst>
                <a:ext uri="{FF2B5EF4-FFF2-40B4-BE49-F238E27FC236}">
                  <a16:creationId xmlns:a16="http://schemas.microsoft.com/office/drawing/2014/main" id="{A8671E5F-9958-4F33-9730-DA83D9618546}"/>
                </a:ext>
              </a:extLst>
            </p:cNvPr>
            <p:cNvSpPr/>
            <p:nvPr/>
          </p:nvSpPr>
          <p:spPr bwMode="gray">
            <a:xfrm flipV="1">
              <a:off x="8553584" y="1808890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21" name="Ellipse 1149">
              <a:extLst>
                <a:ext uri="{FF2B5EF4-FFF2-40B4-BE49-F238E27FC236}">
                  <a16:creationId xmlns:a16="http://schemas.microsoft.com/office/drawing/2014/main" id="{4CEB534D-072B-4D21-A726-166F857E26FF}"/>
                </a:ext>
              </a:extLst>
            </p:cNvPr>
            <p:cNvSpPr/>
            <p:nvPr/>
          </p:nvSpPr>
          <p:spPr bwMode="gray">
            <a:xfrm flipV="1">
              <a:off x="8553584" y="2339954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22" name="Ellipse 1150">
              <a:extLst>
                <a:ext uri="{FF2B5EF4-FFF2-40B4-BE49-F238E27FC236}">
                  <a16:creationId xmlns:a16="http://schemas.microsoft.com/office/drawing/2014/main" id="{B67E6C83-F038-4AA5-9A14-170B76AE9A03}"/>
                </a:ext>
              </a:extLst>
            </p:cNvPr>
            <p:cNvSpPr/>
            <p:nvPr/>
          </p:nvSpPr>
          <p:spPr bwMode="gray">
            <a:xfrm flipV="1">
              <a:off x="8659406" y="2339954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23" name="Ellipse 1151">
              <a:extLst>
                <a:ext uri="{FF2B5EF4-FFF2-40B4-BE49-F238E27FC236}">
                  <a16:creationId xmlns:a16="http://schemas.microsoft.com/office/drawing/2014/main" id="{EA84109B-CA43-4BDE-B650-5967D2C76E60}"/>
                </a:ext>
              </a:extLst>
            </p:cNvPr>
            <p:cNvSpPr/>
            <p:nvPr/>
          </p:nvSpPr>
          <p:spPr bwMode="gray">
            <a:xfrm flipV="1">
              <a:off x="8451989" y="2339954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24" name="Ellipse 1152">
              <a:extLst>
                <a:ext uri="{FF2B5EF4-FFF2-40B4-BE49-F238E27FC236}">
                  <a16:creationId xmlns:a16="http://schemas.microsoft.com/office/drawing/2014/main" id="{0EEBD06A-E0BE-4EB6-B38C-A510EFED54C4}"/>
                </a:ext>
              </a:extLst>
            </p:cNvPr>
            <p:cNvSpPr/>
            <p:nvPr/>
          </p:nvSpPr>
          <p:spPr bwMode="gray">
            <a:xfrm flipV="1">
              <a:off x="8451989" y="2234323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25" name="Ellipse 1153">
              <a:extLst>
                <a:ext uri="{FF2B5EF4-FFF2-40B4-BE49-F238E27FC236}">
                  <a16:creationId xmlns:a16="http://schemas.microsoft.com/office/drawing/2014/main" id="{71C451D0-B959-42C6-8554-B572B73F8B4B}"/>
                </a:ext>
              </a:extLst>
            </p:cNvPr>
            <p:cNvSpPr/>
            <p:nvPr/>
          </p:nvSpPr>
          <p:spPr bwMode="gray">
            <a:xfrm flipV="1">
              <a:off x="8348358" y="170077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26" name="Ellipse 1154">
              <a:extLst>
                <a:ext uri="{FF2B5EF4-FFF2-40B4-BE49-F238E27FC236}">
                  <a16:creationId xmlns:a16="http://schemas.microsoft.com/office/drawing/2014/main" id="{DB468E2C-65C3-4F71-AFA8-F32F6E2A6299}"/>
                </a:ext>
              </a:extLst>
            </p:cNvPr>
            <p:cNvSpPr/>
            <p:nvPr/>
          </p:nvSpPr>
          <p:spPr bwMode="gray">
            <a:xfrm flipV="1">
              <a:off x="8250768" y="170077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27" name="Ellipse 1155">
              <a:extLst>
                <a:ext uri="{FF2B5EF4-FFF2-40B4-BE49-F238E27FC236}">
                  <a16:creationId xmlns:a16="http://schemas.microsoft.com/office/drawing/2014/main" id="{C4C311C8-D4D4-4974-985D-33CA31E34182}"/>
                </a:ext>
              </a:extLst>
            </p:cNvPr>
            <p:cNvSpPr/>
            <p:nvPr/>
          </p:nvSpPr>
          <p:spPr bwMode="gray">
            <a:xfrm flipV="1">
              <a:off x="8250768" y="1916088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28" name="Ellipse 1156">
              <a:extLst>
                <a:ext uri="{FF2B5EF4-FFF2-40B4-BE49-F238E27FC236}">
                  <a16:creationId xmlns:a16="http://schemas.microsoft.com/office/drawing/2014/main" id="{7395767E-68CA-461E-BB06-E1BCE3451B74}"/>
                </a:ext>
              </a:extLst>
            </p:cNvPr>
            <p:cNvSpPr/>
            <p:nvPr/>
          </p:nvSpPr>
          <p:spPr bwMode="gray">
            <a:xfrm flipV="1">
              <a:off x="8250768" y="2339954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29" name="Ellipse 1157">
              <a:extLst>
                <a:ext uri="{FF2B5EF4-FFF2-40B4-BE49-F238E27FC236}">
                  <a16:creationId xmlns:a16="http://schemas.microsoft.com/office/drawing/2014/main" id="{3E4CB2F7-3A76-4901-933D-3553DB941C93}"/>
                </a:ext>
              </a:extLst>
            </p:cNvPr>
            <p:cNvSpPr/>
            <p:nvPr/>
          </p:nvSpPr>
          <p:spPr bwMode="gray">
            <a:xfrm flipV="1">
              <a:off x="8149570" y="2339954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30" name="Ellipse 1158">
              <a:extLst>
                <a:ext uri="{FF2B5EF4-FFF2-40B4-BE49-F238E27FC236}">
                  <a16:creationId xmlns:a16="http://schemas.microsoft.com/office/drawing/2014/main" id="{D645329F-E905-4700-82B5-C7B0B36F91E0}"/>
                </a:ext>
              </a:extLst>
            </p:cNvPr>
            <p:cNvSpPr/>
            <p:nvPr/>
          </p:nvSpPr>
          <p:spPr bwMode="gray">
            <a:xfrm flipV="1">
              <a:off x="8149570" y="2446108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31" name="Ellipse 1159">
              <a:extLst>
                <a:ext uri="{FF2B5EF4-FFF2-40B4-BE49-F238E27FC236}">
                  <a16:creationId xmlns:a16="http://schemas.microsoft.com/office/drawing/2014/main" id="{9A568A91-14D4-47A1-88D4-18E43ABEF880}"/>
                </a:ext>
              </a:extLst>
            </p:cNvPr>
            <p:cNvSpPr/>
            <p:nvPr/>
          </p:nvSpPr>
          <p:spPr bwMode="gray">
            <a:xfrm flipV="1">
              <a:off x="8149570" y="2550688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32" name="Ellipse 1160">
              <a:extLst>
                <a:ext uri="{FF2B5EF4-FFF2-40B4-BE49-F238E27FC236}">
                  <a16:creationId xmlns:a16="http://schemas.microsoft.com/office/drawing/2014/main" id="{BEED1A1F-8B58-4E4C-8C6E-D65C0F55C4C0}"/>
                </a:ext>
              </a:extLst>
            </p:cNvPr>
            <p:cNvSpPr/>
            <p:nvPr/>
          </p:nvSpPr>
          <p:spPr bwMode="gray">
            <a:xfrm flipV="1">
              <a:off x="8149570" y="202146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33" name="Ellipse 1161">
              <a:extLst>
                <a:ext uri="{FF2B5EF4-FFF2-40B4-BE49-F238E27FC236}">
                  <a16:creationId xmlns:a16="http://schemas.microsoft.com/office/drawing/2014/main" id="{18354166-8CFC-469F-A7C2-5D06896CA339}"/>
                </a:ext>
              </a:extLst>
            </p:cNvPr>
            <p:cNvSpPr/>
            <p:nvPr/>
          </p:nvSpPr>
          <p:spPr bwMode="gray">
            <a:xfrm flipV="1">
              <a:off x="8149570" y="1808890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34" name="Ellipse 1162">
              <a:extLst>
                <a:ext uri="{FF2B5EF4-FFF2-40B4-BE49-F238E27FC236}">
                  <a16:creationId xmlns:a16="http://schemas.microsoft.com/office/drawing/2014/main" id="{C3F36691-8CE4-461E-B949-8D0FE135F865}"/>
                </a:ext>
              </a:extLst>
            </p:cNvPr>
            <p:cNvSpPr/>
            <p:nvPr/>
          </p:nvSpPr>
          <p:spPr bwMode="gray">
            <a:xfrm flipV="1">
              <a:off x="8149570" y="170077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35" name="Ellipse 1163">
              <a:extLst>
                <a:ext uri="{FF2B5EF4-FFF2-40B4-BE49-F238E27FC236}">
                  <a16:creationId xmlns:a16="http://schemas.microsoft.com/office/drawing/2014/main" id="{79724A1E-9017-4DC7-850E-434F5CFD2111}"/>
                </a:ext>
              </a:extLst>
            </p:cNvPr>
            <p:cNvSpPr/>
            <p:nvPr/>
          </p:nvSpPr>
          <p:spPr bwMode="gray">
            <a:xfrm flipV="1">
              <a:off x="8149570" y="159530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36" name="Ellipse 1164">
              <a:extLst>
                <a:ext uri="{FF2B5EF4-FFF2-40B4-BE49-F238E27FC236}">
                  <a16:creationId xmlns:a16="http://schemas.microsoft.com/office/drawing/2014/main" id="{7412512C-159A-48EE-862B-237314B334A0}"/>
                </a:ext>
              </a:extLst>
            </p:cNvPr>
            <p:cNvSpPr/>
            <p:nvPr/>
          </p:nvSpPr>
          <p:spPr bwMode="gray">
            <a:xfrm flipV="1">
              <a:off x="8149570" y="145085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37" name="Ellipse 1165">
              <a:extLst>
                <a:ext uri="{FF2B5EF4-FFF2-40B4-BE49-F238E27FC236}">
                  <a16:creationId xmlns:a16="http://schemas.microsoft.com/office/drawing/2014/main" id="{4D81D1D1-E1B2-4C49-8B02-7BE7AF69D018}"/>
                </a:ext>
              </a:extLst>
            </p:cNvPr>
            <p:cNvSpPr/>
            <p:nvPr/>
          </p:nvSpPr>
          <p:spPr bwMode="gray">
            <a:xfrm flipV="1">
              <a:off x="8046330" y="159530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38" name="Ellipse 1166">
              <a:extLst>
                <a:ext uri="{FF2B5EF4-FFF2-40B4-BE49-F238E27FC236}">
                  <a16:creationId xmlns:a16="http://schemas.microsoft.com/office/drawing/2014/main" id="{9C99D6EA-3267-4E65-B93D-4AA68F6FA1DF}"/>
                </a:ext>
              </a:extLst>
            </p:cNvPr>
            <p:cNvSpPr/>
            <p:nvPr/>
          </p:nvSpPr>
          <p:spPr bwMode="gray">
            <a:xfrm flipV="1">
              <a:off x="8046330" y="145085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39" name="Ellipse 1167">
              <a:extLst>
                <a:ext uri="{FF2B5EF4-FFF2-40B4-BE49-F238E27FC236}">
                  <a16:creationId xmlns:a16="http://schemas.microsoft.com/office/drawing/2014/main" id="{E611A27F-EE99-486A-97AA-BD7DE48CB376}"/>
                </a:ext>
              </a:extLst>
            </p:cNvPr>
            <p:cNvSpPr/>
            <p:nvPr/>
          </p:nvSpPr>
          <p:spPr bwMode="gray">
            <a:xfrm flipV="1">
              <a:off x="7943920" y="159530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40" name="Ellipse 1168">
              <a:extLst>
                <a:ext uri="{FF2B5EF4-FFF2-40B4-BE49-F238E27FC236}">
                  <a16:creationId xmlns:a16="http://schemas.microsoft.com/office/drawing/2014/main" id="{92B0AC88-2024-4058-9982-8D95F58282C2}"/>
                </a:ext>
              </a:extLst>
            </p:cNvPr>
            <p:cNvSpPr/>
            <p:nvPr/>
          </p:nvSpPr>
          <p:spPr bwMode="gray">
            <a:xfrm flipV="1">
              <a:off x="8046330" y="202146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41" name="Ellipse 1169">
              <a:extLst>
                <a:ext uri="{FF2B5EF4-FFF2-40B4-BE49-F238E27FC236}">
                  <a16:creationId xmlns:a16="http://schemas.microsoft.com/office/drawing/2014/main" id="{7DACFF33-2829-4C25-A3AE-2D0BCDE52C62}"/>
                </a:ext>
              </a:extLst>
            </p:cNvPr>
            <p:cNvSpPr/>
            <p:nvPr/>
          </p:nvSpPr>
          <p:spPr bwMode="gray">
            <a:xfrm flipV="1">
              <a:off x="7943920" y="223432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42" name="Ellipse 1170">
              <a:extLst>
                <a:ext uri="{FF2B5EF4-FFF2-40B4-BE49-F238E27FC236}">
                  <a16:creationId xmlns:a16="http://schemas.microsoft.com/office/drawing/2014/main" id="{B84F15C7-ACCC-43B0-8523-FEE65230E40E}"/>
                </a:ext>
              </a:extLst>
            </p:cNvPr>
            <p:cNvSpPr/>
            <p:nvPr/>
          </p:nvSpPr>
          <p:spPr bwMode="gray">
            <a:xfrm flipV="1">
              <a:off x="7943920" y="2339954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43" name="Ellipse 1171">
              <a:extLst>
                <a:ext uri="{FF2B5EF4-FFF2-40B4-BE49-F238E27FC236}">
                  <a16:creationId xmlns:a16="http://schemas.microsoft.com/office/drawing/2014/main" id="{15A6C78F-EA33-43F9-894F-B1531328AAEC}"/>
                </a:ext>
              </a:extLst>
            </p:cNvPr>
            <p:cNvSpPr/>
            <p:nvPr/>
          </p:nvSpPr>
          <p:spPr bwMode="gray">
            <a:xfrm flipV="1">
              <a:off x="7943920" y="2128366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44" name="Ellipse 1172">
              <a:extLst>
                <a:ext uri="{FF2B5EF4-FFF2-40B4-BE49-F238E27FC236}">
                  <a16:creationId xmlns:a16="http://schemas.microsoft.com/office/drawing/2014/main" id="{830D716C-AA93-4F15-82CA-057220CAE1DA}"/>
                </a:ext>
              </a:extLst>
            </p:cNvPr>
            <p:cNvSpPr/>
            <p:nvPr/>
          </p:nvSpPr>
          <p:spPr bwMode="gray">
            <a:xfrm flipV="1">
              <a:off x="7943920" y="202146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45" name="Ellipse 1173">
              <a:extLst>
                <a:ext uri="{FF2B5EF4-FFF2-40B4-BE49-F238E27FC236}">
                  <a16:creationId xmlns:a16="http://schemas.microsoft.com/office/drawing/2014/main" id="{010F187B-B4C1-4C61-A447-BB2CA3296EE9}"/>
                </a:ext>
              </a:extLst>
            </p:cNvPr>
            <p:cNvSpPr/>
            <p:nvPr/>
          </p:nvSpPr>
          <p:spPr bwMode="gray">
            <a:xfrm flipV="1">
              <a:off x="7943920" y="170077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46" name="Ellipse 1174">
              <a:extLst>
                <a:ext uri="{FF2B5EF4-FFF2-40B4-BE49-F238E27FC236}">
                  <a16:creationId xmlns:a16="http://schemas.microsoft.com/office/drawing/2014/main" id="{4ADBE976-ECDA-45C0-B27C-58E44FCC73C3}"/>
                </a:ext>
              </a:extLst>
            </p:cNvPr>
            <p:cNvSpPr/>
            <p:nvPr/>
          </p:nvSpPr>
          <p:spPr bwMode="gray">
            <a:xfrm flipV="1">
              <a:off x="7843764" y="170077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47" name="Ellipse 1175">
              <a:extLst>
                <a:ext uri="{FF2B5EF4-FFF2-40B4-BE49-F238E27FC236}">
                  <a16:creationId xmlns:a16="http://schemas.microsoft.com/office/drawing/2014/main" id="{8ED32A80-FB74-4E2E-B27E-6D3E9A586483}"/>
                </a:ext>
              </a:extLst>
            </p:cNvPr>
            <p:cNvSpPr/>
            <p:nvPr/>
          </p:nvSpPr>
          <p:spPr bwMode="gray">
            <a:xfrm flipV="1">
              <a:off x="7843764" y="1808890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48" name="Ellipse 1176">
              <a:extLst>
                <a:ext uri="{FF2B5EF4-FFF2-40B4-BE49-F238E27FC236}">
                  <a16:creationId xmlns:a16="http://schemas.microsoft.com/office/drawing/2014/main" id="{5C440100-943E-4AD4-8D10-153389F8FBEA}"/>
                </a:ext>
              </a:extLst>
            </p:cNvPr>
            <p:cNvSpPr/>
            <p:nvPr/>
          </p:nvSpPr>
          <p:spPr bwMode="gray">
            <a:xfrm flipV="1">
              <a:off x="7843764" y="1916088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49" name="Ellipse 1177">
              <a:extLst>
                <a:ext uri="{FF2B5EF4-FFF2-40B4-BE49-F238E27FC236}">
                  <a16:creationId xmlns:a16="http://schemas.microsoft.com/office/drawing/2014/main" id="{0A1F6A43-C990-4216-9F49-904ECAF9333D}"/>
                </a:ext>
              </a:extLst>
            </p:cNvPr>
            <p:cNvSpPr/>
            <p:nvPr/>
          </p:nvSpPr>
          <p:spPr bwMode="gray">
            <a:xfrm flipV="1">
              <a:off x="7843764" y="2128366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50" name="Ellipse 1178">
              <a:extLst>
                <a:ext uri="{FF2B5EF4-FFF2-40B4-BE49-F238E27FC236}">
                  <a16:creationId xmlns:a16="http://schemas.microsoft.com/office/drawing/2014/main" id="{1C91B68B-DE69-4308-8524-B8C8C4C8357B}"/>
                </a:ext>
              </a:extLst>
            </p:cNvPr>
            <p:cNvSpPr/>
            <p:nvPr/>
          </p:nvSpPr>
          <p:spPr bwMode="gray">
            <a:xfrm flipV="1">
              <a:off x="7843764" y="2234323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51" name="Ellipse 1179">
              <a:extLst>
                <a:ext uri="{FF2B5EF4-FFF2-40B4-BE49-F238E27FC236}">
                  <a16:creationId xmlns:a16="http://schemas.microsoft.com/office/drawing/2014/main" id="{6AD2AB5E-6F14-4536-B47D-D7D7D9288CAA}"/>
                </a:ext>
              </a:extLst>
            </p:cNvPr>
            <p:cNvSpPr/>
            <p:nvPr/>
          </p:nvSpPr>
          <p:spPr bwMode="gray">
            <a:xfrm flipV="1">
              <a:off x="7843764" y="2339954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52" name="Ellipse 1180">
              <a:extLst>
                <a:ext uri="{FF2B5EF4-FFF2-40B4-BE49-F238E27FC236}">
                  <a16:creationId xmlns:a16="http://schemas.microsoft.com/office/drawing/2014/main" id="{48149A90-7CE6-479D-9A8D-826F3A629A21}"/>
                </a:ext>
              </a:extLst>
            </p:cNvPr>
            <p:cNvSpPr/>
            <p:nvPr/>
          </p:nvSpPr>
          <p:spPr bwMode="gray">
            <a:xfrm flipV="1">
              <a:off x="7741330" y="2128366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53" name="Ellipse 1181">
              <a:extLst>
                <a:ext uri="{FF2B5EF4-FFF2-40B4-BE49-F238E27FC236}">
                  <a16:creationId xmlns:a16="http://schemas.microsoft.com/office/drawing/2014/main" id="{4497C979-FF50-4723-858A-4C021374F317}"/>
                </a:ext>
              </a:extLst>
            </p:cNvPr>
            <p:cNvSpPr/>
            <p:nvPr/>
          </p:nvSpPr>
          <p:spPr bwMode="gray">
            <a:xfrm flipV="1">
              <a:off x="7741330" y="2234323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54" name="Ellipse 1182">
              <a:extLst>
                <a:ext uri="{FF2B5EF4-FFF2-40B4-BE49-F238E27FC236}">
                  <a16:creationId xmlns:a16="http://schemas.microsoft.com/office/drawing/2014/main" id="{185F3D55-3FD5-4B79-A590-90FB3EB780F4}"/>
                </a:ext>
              </a:extLst>
            </p:cNvPr>
            <p:cNvSpPr/>
            <p:nvPr/>
          </p:nvSpPr>
          <p:spPr bwMode="gray">
            <a:xfrm flipV="1">
              <a:off x="7741330" y="2339954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55" name="Ellipse 1183">
              <a:extLst>
                <a:ext uri="{FF2B5EF4-FFF2-40B4-BE49-F238E27FC236}">
                  <a16:creationId xmlns:a16="http://schemas.microsoft.com/office/drawing/2014/main" id="{8041D6BC-1D76-4917-9BD2-0EC7CD56CFB9}"/>
                </a:ext>
              </a:extLst>
            </p:cNvPr>
            <p:cNvSpPr/>
            <p:nvPr/>
          </p:nvSpPr>
          <p:spPr bwMode="gray">
            <a:xfrm flipV="1">
              <a:off x="7741330" y="2446108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56" name="Ellipse 1184">
              <a:extLst>
                <a:ext uri="{FF2B5EF4-FFF2-40B4-BE49-F238E27FC236}">
                  <a16:creationId xmlns:a16="http://schemas.microsoft.com/office/drawing/2014/main" id="{CF48739E-D0BE-419E-AE69-D52A673E63AF}"/>
                </a:ext>
              </a:extLst>
            </p:cNvPr>
            <p:cNvSpPr/>
            <p:nvPr/>
          </p:nvSpPr>
          <p:spPr bwMode="gray">
            <a:xfrm flipV="1">
              <a:off x="7741330" y="1916088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57" name="Ellipse 1185">
              <a:extLst>
                <a:ext uri="{FF2B5EF4-FFF2-40B4-BE49-F238E27FC236}">
                  <a16:creationId xmlns:a16="http://schemas.microsoft.com/office/drawing/2014/main" id="{21EA9CB2-7D49-40E8-9D3C-E8A3EE86FD9D}"/>
                </a:ext>
              </a:extLst>
            </p:cNvPr>
            <p:cNvSpPr/>
            <p:nvPr/>
          </p:nvSpPr>
          <p:spPr bwMode="gray">
            <a:xfrm flipV="1">
              <a:off x="7741330" y="170077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58" name="Ellipse 1186">
              <a:extLst>
                <a:ext uri="{FF2B5EF4-FFF2-40B4-BE49-F238E27FC236}">
                  <a16:creationId xmlns:a16="http://schemas.microsoft.com/office/drawing/2014/main" id="{760F2F9F-CEBF-4432-8256-A69544B76066}"/>
                </a:ext>
              </a:extLst>
            </p:cNvPr>
            <p:cNvSpPr/>
            <p:nvPr/>
          </p:nvSpPr>
          <p:spPr bwMode="gray">
            <a:xfrm flipV="1">
              <a:off x="7741330" y="159530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59" name="Ellipse 1187">
              <a:extLst>
                <a:ext uri="{FF2B5EF4-FFF2-40B4-BE49-F238E27FC236}">
                  <a16:creationId xmlns:a16="http://schemas.microsoft.com/office/drawing/2014/main" id="{E36E5338-D982-44DE-B701-4E06E4B1B931}"/>
                </a:ext>
              </a:extLst>
            </p:cNvPr>
            <p:cNvSpPr/>
            <p:nvPr/>
          </p:nvSpPr>
          <p:spPr bwMode="gray">
            <a:xfrm flipV="1">
              <a:off x="7639971" y="170077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60" name="Ellipse 1188">
              <a:extLst>
                <a:ext uri="{FF2B5EF4-FFF2-40B4-BE49-F238E27FC236}">
                  <a16:creationId xmlns:a16="http://schemas.microsoft.com/office/drawing/2014/main" id="{5E3DF2BD-7B8C-4C16-B561-A150001427DE}"/>
                </a:ext>
              </a:extLst>
            </p:cNvPr>
            <p:cNvSpPr/>
            <p:nvPr/>
          </p:nvSpPr>
          <p:spPr bwMode="gray">
            <a:xfrm flipV="1">
              <a:off x="7639971" y="159530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61" name="Ellipse 1189">
              <a:extLst>
                <a:ext uri="{FF2B5EF4-FFF2-40B4-BE49-F238E27FC236}">
                  <a16:creationId xmlns:a16="http://schemas.microsoft.com/office/drawing/2014/main" id="{56E82A04-1A8E-4062-A817-8079E3CC9D86}"/>
                </a:ext>
              </a:extLst>
            </p:cNvPr>
            <p:cNvSpPr/>
            <p:nvPr/>
          </p:nvSpPr>
          <p:spPr bwMode="gray">
            <a:xfrm flipV="1">
              <a:off x="7843764" y="202146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62" name="Ellipse 1190">
              <a:extLst>
                <a:ext uri="{FF2B5EF4-FFF2-40B4-BE49-F238E27FC236}">
                  <a16:creationId xmlns:a16="http://schemas.microsoft.com/office/drawing/2014/main" id="{AD6BB488-E6CC-4CCF-A189-29014499FACD}"/>
                </a:ext>
              </a:extLst>
            </p:cNvPr>
            <p:cNvSpPr/>
            <p:nvPr/>
          </p:nvSpPr>
          <p:spPr bwMode="gray">
            <a:xfrm flipV="1">
              <a:off x="7639971" y="1916088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63" name="Ellipse 1191">
              <a:extLst>
                <a:ext uri="{FF2B5EF4-FFF2-40B4-BE49-F238E27FC236}">
                  <a16:creationId xmlns:a16="http://schemas.microsoft.com/office/drawing/2014/main" id="{7E0BB5A9-38D6-4D73-AD64-6D82F08BD498}"/>
                </a:ext>
              </a:extLst>
            </p:cNvPr>
            <p:cNvSpPr/>
            <p:nvPr/>
          </p:nvSpPr>
          <p:spPr bwMode="gray">
            <a:xfrm flipV="1">
              <a:off x="7639971" y="2128366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64" name="Ellipse 1192">
              <a:extLst>
                <a:ext uri="{FF2B5EF4-FFF2-40B4-BE49-F238E27FC236}">
                  <a16:creationId xmlns:a16="http://schemas.microsoft.com/office/drawing/2014/main" id="{7C17CEDF-4564-4AD1-8741-48A54914FC68}"/>
                </a:ext>
              </a:extLst>
            </p:cNvPr>
            <p:cNvSpPr/>
            <p:nvPr/>
          </p:nvSpPr>
          <p:spPr bwMode="gray">
            <a:xfrm flipV="1">
              <a:off x="7639971" y="2234323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65" name="Ellipse 1193">
              <a:extLst>
                <a:ext uri="{FF2B5EF4-FFF2-40B4-BE49-F238E27FC236}">
                  <a16:creationId xmlns:a16="http://schemas.microsoft.com/office/drawing/2014/main" id="{12C3ADE9-42DD-4D45-BC9B-F98CB1AB0F28}"/>
                </a:ext>
              </a:extLst>
            </p:cNvPr>
            <p:cNvSpPr/>
            <p:nvPr/>
          </p:nvSpPr>
          <p:spPr bwMode="gray">
            <a:xfrm flipV="1">
              <a:off x="7639971" y="2339954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66" name="Ellipse 1194">
              <a:extLst>
                <a:ext uri="{FF2B5EF4-FFF2-40B4-BE49-F238E27FC236}">
                  <a16:creationId xmlns:a16="http://schemas.microsoft.com/office/drawing/2014/main" id="{14BA052F-CD99-48CC-919A-CE6DE60EBE8D}"/>
                </a:ext>
              </a:extLst>
            </p:cNvPr>
            <p:cNvSpPr/>
            <p:nvPr/>
          </p:nvSpPr>
          <p:spPr bwMode="gray">
            <a:xfrm flipV="1">
              <a:off x="7639971" y="202146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67" name="Ellipse 1195">
              <a:extLst>
                <a:ext uri="{FF2B5EF4-FFF2-40B4-BE49-F238E27FC236}">
                  <a16:creationId xmlns:a16="http://schemas.microsoft.com/office/drawing/2014/main" id="{F92585D3-B40C-412F-B91B-BC145562836A}"/>
                </a:ext>
              </a:extLst>
            </p:cNvPr>
            <p:cNvSpPr/>
            <p:nvPr/>
          </p:nvSpPr>
          <p:spPr bwMode="gray">
            <a:xfrm flipV="1">
              <a:off x="7639971" y="2446108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68" name="Ellipse 1196">
              <a:extLst>
                <a:ext uri="{FF2B5EF4-FFF2-40B4-BE49-F238E27FC236}">
                  <a16:creationId xmlns:a16="http://schemas.microsoft.com/office/drawing/2014/main" id="{6554E0D8-9407-4E45-ABEE-F93D522DEB84}"/>
                </a:ext>
              </a:extLst>
            </p:cNvPr>
            <p:cNvSpPr/>
            <p:nvPr/>
          </p:nvSpPr>
          <p:spPr bwMode="gray">
            <a:xfrm flipV="1">
              <a:off x="7542773" y="2446108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69" name="Ellipse 1197">
              <a:extLst>
                <a:ext uri="{FF2B5EF4-FFF2-40B4-BE49-F238E27FC236}">
                  <a16:creationId xmlns:a16="http://schemas.microsoft.com/office/drawing/2014/main" id="{D20748E9-7735-4A49-8780-69AC19C04740}"/>
                </a:ext>
              </a:extLst>
            </p:cNvPr>
            <p:cNvSpPr/>
            <p:nvPr/>
          </p:nvSpPr>
          <p:spPr bwMode="gray">
            <a:xfrm flipV="1">
              <a:off x="7542773" y="2550688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70" name="Ellipse 1198">
              <a:extLst>
                <a:ext uri="{FF2B5EF4-FFF2-40B4-BE49-F238E27FC236}">
                  <a16:creationId xmlns:a16="http://schemas.microsoft.com/office/drawing/2014/main" id="{6B5E47E3-7EBF-48E9-9879-B0F010F250BF}"/>
                </a:ext>
              </a:extLst>
            </p:cNvPr>
            <p:cNvSpPr/>
            <p:nvPr/>
          </p:nvSpPr>
          <p:spPr bwMode="gray">
            <a:xfrm flipV="1">
              <a:off x="7542773" y="2128366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71" name="Ellipse 1199">
              <a:extLst>
                <a:ext uri="{FF2B5EF4-FFF2-40B4-BE49-F238E27FC236}">
                  <a16:creationId xmlns:a16="http://schemas.microsoft.com/office/drawing/2014/main" id="{6DFF4615-9A1E-4EC0-8421-F1C2F08C01CC}"/>
                </a:ext>
              </a:extLst>
            </p:cNvPr>
            <p:cNvSpPr/>
            <p:nvPr/>
          </p:nvSpPr>
          <p:spPr bwMode="gray">
            <a:xfrm flipV="1">
              <a:off x="7542773" y="223432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72" name="Ellipse 1200">
              <a:extLst>
                <a:ext uri="{FF2B5EF4-FFF2-40B4-BE49-F238E27FC236}">
                  <a16:creationId xmlns:a16="http://schemas.microsoft.com/office/drawing/2014/main" id="{E05AAA95-8F66-4FD6-9F6F-7D96D2334CF7}"/>
                </a:ext>
              </a:extLst>
            </p:cNvPr>
            <p:cNvSpPr/>
            <p:nvPr/>
          </p:nvSpPr>
          <p:spPr bwMode="gray">
            <a:xfrm flipV="1">
              <a:off x="7542773" y="202146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73" name="Ellipse 1201">
              <a:extLst>
                <a:ext uri="{FF2B5EF4-FFF2-40B4-BE49-F238E27FC236}">
                  <a16:creationId xmlns:a16="http://schemas.microsoft.com/office/drawing/2014/main" id="{DF56D0DD-81E3-4486-B541-56AA890A1EEC}"/>
                </a:ext>
              </a:extLst>
            </p:cNvPr>
            <p:cNvSpPr/>
            <p:nvPr/>
          </p:nvSpPr>
          <p:spPr bwMode="gray">
            <a:xfrm flipV="1">
              <a:off x="7542773" y="1808890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74" name="Ellipse 1202">
              <a:extLst>
                <a:ext uri="{FF2B5EF4-FFF2-40B4-BE49-F238E27FC236}">
                  <a16:creationId xmlns:a16="http://schemas.microsoft.com/office/drawing/2014/main" id="{CF36FC8C-DDE8-472C-AE15-CCB391B9D9EF}"/>
                </a:ext>
              </a:extLst>
            </p:cNvPr>
            <p:cNvSpPr/>
            <p:nvPr/>
          </p:nvSpPr>
          <p:spPr bwMode="gray">
            <a:xfrm flipV="1">
              <a:off x="7542773" y="170077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75" name="Ellipse 1203">
              <a:extLst>
                <a:ext uri="{FF2B5EF4-FFF2-40B4-BE49-F238E27FC236}">
                  <a16:creationId xmlns:a16="http://schemas.microsoft.com/office/drawing/2014/main" id="{98CEEEE7-D1FA-43C9-8711-73A2F3D46E95}"/>
                </a:ext>
              </a:extLst>
            </p:cNvPr>
            <p:cNvSpPr/>
            <p:nvPr/>
          </p:nvSpPr>
          <p:spPr bwMode="gray">
            <a:xfrm flipV="1">
              <a:off x="7435148" y="1700773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76" name="Ellipse 1204">
              <a:extLst>
                <a:ext uri="{FF2B5EF4-FFF2-40B4-BE49-F238E27FC236}">
                  <a16:creationId xmlns:a16="http://schemas.microsoft.com/office/drawing/2014/main" id="{D99053EB-8FC7-48E8-B742-A3C4A857BBEA}"/>
                </a:ext>
              </a:extLst>
            </p:cNvPr>
            <p:cNvSpPr/>
            <p:nvPr/>
          </p:nvSpPr>
          <p:spPr bwMode="gray">
            <a:xfrm flipV="1">
              <a:off x="7435148" y="1808890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77" name="Ellipse 1205">
              <a:extLst>
                <a:ext uri="{FF2B5EF4-FFF2-40B4-BE49-F238E27FC236}">
                  <a16:creationId xmlns:a16="http://schemas.microsoft.com/office/drawing/2014/main" id="{2756281A-FB90-4544-A49C-E43A7595F5A0}"/>
                </a:ext>
              </a:extLst>
            </p:cNvPr>
            <p:cNvSpPr/>
            <p:nvPr/>
          </p:nvSpPr>
          <p:spPr bwMode="gray">
            <a:xfrm flipV="1">
              <a:off x="7435148" y="1916088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78" name="Ellipse 1206">
              <a:extLst>
                <a:ext uri="{FF2B5EF4-FFF2-40B4-BE49-F238E27FC236}">
                  <a16:creationId xmlns:a16="http://schemas.microsoft.com/office/drawing/2014/main" id="{A1E2620B-923E-47E4-840E-27ABEB0B0034}"/>
                </a:ext>
              </a:extLst>
            </p:cNvPr>
            <p:cNvSpPr/>
            <p:nvPr/>
          </p:nvSpPr>
          <p:spPr bwMode="gray">
            <a:xfrm flipV="1">
              <a:off x="7435148" y="202146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79" name="Ellipse 1207">
              <a:extLst>
                <a:ext uri="{FF2B5EF4-FFF2-40B4-BE49-F238E27FC236}">
                  <a16:creationId xmlns:a16="http://schemas.microsoft.com/office/drawing/2014/main" id="{46FA5465-CC2E-4EE7-9A12-B130676CE37A}"/>
                </a:ext>
              </a:extLst>
            </p:cNvPr>
            <p:cNvSpPr/>
            <p:nvPr/>
          </p:nvSpPr>
          <p:spPr bwMode="gray">
            <a:xfrm flipV="1">
              <a:off x="7435148" y="2128366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80" name="Ellipse 1208">
              <a:extLst>
                <a:ext uri="{FF2B5EF4-FFF2-40B4-BE49-F238E27FC236}">
                  <a16:creationId xmlns:a16="http://schemas.microsoft.com/office/drawing/2014/main" id="{90D8FCB4-25BE-4FEF-8551-28415A786FC9}"/>
                </a:ext>
              </a:extLst>
            </p:cNvPr>
            <p:cNvSpPr/>
            <p:nvPr/>
          </p:nvSpPr>
          <p:spPr bwMode="gray">
            <a:xfrm flipV="1">
              <a:off x="7337764" y="1700773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81" name="Ellipse 1209">
              <a:extLst>
                <a:ext uri="{FF2B5EF4-FFF2-40B4-BE49-F238E27FC236}">
                  <a16:creationId xmlns:a16="http://schemas.microsoft.com/office/drawing/2014/main" id="{7B8E5BCD-B169-43B8-A42F-787DB09F36D5}"/>
                </a:ext>
              </a:extLst>
            </p:cNvPr>
            <p:cNvSpPr/>
            <p:nvPr/>
          </p:nvSpPr>
          <p:spPr bwMode="gray">
            <a:xfrm flipV="1">
              <a:off x="7232753" y="170077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82" name="Ellipse 1210">
              <a:extLst>
                <a:ext uri="{FF2B5EF4-FFF2-40B4-BE49-F238E27FC236}">
                  <a16:creationId xmlns:a16="http://schemas.microsoft.com/office/drawing/2014/main" id="{8DE6EB6B-8CE6-4DA1-98CE-C8EB2AC9F19C}"/>
                </a:ext>
              </a:extLst>
            </p:cNvPr>
            <p:cNvSpPr/>
            <p:nvPr/>
          </p:nvSpPr>
          <p:spPr bwMode="gray">
            <a:xfrm flipV="1">
              <a:off x="7232753" y="1916088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83" name="Ellipse 1211">
              <a:extLst>
                <a:ext uri="{FF2B5EF4-FFF2-40B4-BE49-F238E27FC236}">
                  <a16:creationId xmlns:a16="http://schemas.microsoft.com/office/drawing/2014/main" id="{47FCE69B-A8AB-4A57-B677-D2B4CBD3B324}"/>
                </a:ext>
              </a:extLst>
            </p:cNvPr>
            <p:cNvSpPr/>
            <p:nvPr/>
          </p:nvSpPr>
          <p:spPr bwMode="gray">
            <a:xfrm flipV="1">
              <a:off x="7232753" y="2128366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84" name="Ellipse 1212">
              <a:extLst>
                <a:ext uri="{FF2B5EF4-FFF2-40B4-BE49-F238E27FC236}">
                  <a16:creationId xmlns:a16="http://schemas.microsoft.com/office/drawing/2014/main" id="{96447E48-E2B9-44D7-9169-61ADC21A897F}"/>
                </a:ext>
              </a:extLst>
            </p:cNvPr>
            <p:cNvSpPr/>
            <p:nvPr/>
          </p:nvSpPr>
          <p:spPr bwMode="gray">
            <a:xfrm flipV="1">
              <a:off x="7232753" y="223432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85" name="Ellipse 1213">
              <a:extLst>
                <a:ext uri="{FF2B5EF4-FFF2-40B4-BE49-F238E27FC236}">
                  <a16:creationId xmlns:a16="http://schemas.microsoft.com/office/drawing/2014/main" id="{86412F63-C75A-42FE-B19B-45ABD4282D09}"/>
                </a:ext>
              </a:extLst>
            </p:cNvPr>
            <p:cNvSpPr/>
            <p:nvPr/>
          </p:nvSpPr>
          <p:spPr bwMode="gray">
            <a:xfrm flipV="1">
              <a:off x="7337764" y="2128366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86" name="Ellipse 1214">
              <a:extLst>
                <a:ext uri="{FF2B5EF4-FFF2-40B4-BE49-F238E27FC236}">
                  <a16:creationId xmlns:a16="http://schemas.microsoft.com/office/drawing/2014/main" id="{78F7CC6E-0212-4D14-8871-202DFBAF97F9}"/>
                </a:ext>
              </a:extLst>
            </p:cNvPr>
            <p:cNvSpPr/>
            <p:nvPr/>
          </p:nvSpPr>
          <p:spPr bwMode="gray">
            <a:xfrm flipV="1">
              <a:off x="7337764" y="2339954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87" name="Ellipse 1215">
              <a:extLst>
                <a:ext uri="{FF2B5EF4-FFF2-40B4-BE49-F238E27FC236}">
                  <a16:creationId xmlns:a16="http://schemas.microsoft.com/office/drawing/2014/main" id="{4B92CFE7-CF38-4C82-826E-2238362AD5F4}"/>
                </a:ext>
              </a:extLst>
            </p:cNvPr>
            <p:cNvSpPr/>
            <p:nvPr/>
          </p:nvSpPr>
          <p:spPr bwMode="gray">
            <a:xfrm flipV="1">
              <a:off x="7337764" y="2446108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88" name="Ellipse 1216">
              <a:extLst>
                <a:ext uri="{FF2B5EF4-FFF2-40B4-BE49-F238E27FC236}">
                  <a16:creationId xmlns:a16="http://schemas.microsoft.com/office/drawing/2014/main" id="{78EC62DA-17F8-4891-B327-583521C76AC5}"/>
                </a:ext>
              </a:extLst>
            </p:cNvPr>
            <p:cNvSpPr/>
            <p:nvPr/>
          </p:nvSpPr>
          <p:spPr bwMode="gray">
            <a:xfrm flipV="1">
              <a:off x="7129749" y="1916088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6487"/>
                </a:solidFill>
              </a:endParaRPr>
            </a:p>
          </p:txBody>
        </p:sp>
        <p:sp>
          <p:nvSpPr>
            <p:cNvPr id="1389" name="Ellipse 1217">
              <a:extLst>
                <a:ext uri="{FF2B5EF4-FFF2-40B4-BE49-F238E27FC236}">
                  <a16:creationId xmlns:a16="http://schemas.microsoft.com/office/drawing/2014/main" id="{97C56218-8CF4-47F1-8F3B-F0F36701110A}"/>
                </a:ext>
              </a:extLst>
            </p:cNvPr>
            <p:cNvSpPr/>
            <p:nvPr/>
          </p:nvSpPr>
          <p:spPr bwMode="gray">
            <a:xfrm flipV="1">
              <a:off x="7129749" y="2128366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6487"/>
                </a:solidFill>
              </a:endParaRPr>
            </a:p>
          </p:txBody>
        </p:sp>
        <p:sp>
          <p:nvSpPr>
            <p:cNvPr id="1390" name="Ellipse 1218">
              <a:extLst>
                <a:ext uri="{FF2B5EF4-FFF2-40B4-BE49-F238E27FC236}">
                  <a16:creationId xmlns:a16="http://schemas.microsoft.com/office/drawing/2014/main" id="{E5321B99-BE7A-4912-85C8-2F81F6A34F00}"/>
                </a:ext>
              </a:extLst>
            </p:cNvPr>
            <p:cNvSpPr/>
            <p:nvPr/>
          </p:nvSpPr>
          <p:spPr bwMode="gray">
            <a:xfrm flipV="1">
              <a:off x="7129749" y="2234323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6487"/>
                </a:solidFill>
              </a:endParaRPr>
            </a:p>
          </p:txBody>
        </p:sp>
        <p:sp>
          <p:nvSpPr>
            <p:cNvPr id="1391" name="Ellipse 1219">
              <a:extLst>
                <a:ext uri="{FF2B5EF4-FFF2-40B4-BE49-F238E27FC236}">
                  <a16:creationId xmlns:a16="http://schemas.microsoft.com/office/drawing/2014/main" id="{40137925-6C2C-4D90-ABFC-B5AF1C0FB333}"/>
                </a:ext>
              </a:extLst>
            </p:cNvPr>
            <p:cNvSpPr/>
            <p:nvPr/>
          </p:nvSpPr>
          <p:spPr bwMode="gray">
            <a:xfrm flipV="1">
              <a:off x="7129749" y="202146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6487"/>
                </a:solidFill>
              </a:endParaRPr>
            </a:p>
          </p:txBody>
        </p:sp>
        <p:sp>
          <p:nvSpPr>
            <p:cNvPr id="1392" name="Ellipse 1220">
              <a:extLst>
                <a:ext uri="{FF2B5EF4-FFF2-40B4-BE49-F238E27FC236}">
                  <a16:creationId xmlns:a16="http://schemas.microsoft.com/office/drawing/2014/main" id="{84061B35-FB1E-4A72-BDF7-E4E834322EAF}"/>
                </a:ext>
              </a:extLst>
            </p:cNvPr>
            <p:cNvSpPr/>
            <p:nvPr/>
          </p:nvSpPr>
          <p:spPr bwMode="gray">
            <a:xfrm flipV="1">
              <a:off x="10912536" y="2135412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93" name="Ellipse 1221">
              <a:extLst>
                <a:ext uri="{FF2B5EF4-FFF2-40B4-BE49-F238E27FC236}">
                  <a16:creationId xmlns:a16="http://schemas.microsoft.com/office/drawing/2014/main" id="{40EEF323-CB2A-4654-B269-D7C6960EAA64}"/>
                </a:ext>
              </a:extLst>
            </p:cNvPr>
            <p:cNvSpPr/>
            <p:nvPr/>
          </p:nvSpPr>
          <p:spPr bwMode="gray">
            <a:xfrm flipV="1">
              <a:off x="10912536" y="1923134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94" name="Freeform 17">
              <a:extLst>
                <a:ext uri="{FF2B5EF4-FFF2-40B4-BE49-F238E27FC236}">
                  <a16:creationId xmlns:a16="http://schemas.microsoft.com/office/drawing/2014/main" id="{C3107611-DDE6-4304-B554-91EB9701D2BB}"/>
                </a:ext>
              </a:extLst>
            </p:cNvPr>
            <p:cNvSpPr>
              <a:spLocks noChangeAspect="1" noEditPoints="1"/>
            </p:cNvSpPr>
            <p:nvPr/>
          </p:nvSpPr>
          <p:spPr bwMode="gray">
            <a:xfrm>
              <a:off x="8811984" y="1562226"/>
              <a:ext cx="264319" cy="348457"/>
            </a:xfrm>
            <a:custGeom>
              <a:avLst/>
              <a:gdLst>
                <a:gd name="T0" fmla="*/ 280 w 1760"/>
                <a:gd name="T1" fmla="*/ 920 h 2320"/>
                <a:gd name="T2" fmla="*/ 280 w 1760"/>
                <a:gd name="T3" fmla="*/ 594 h 2320"/>
                <a:gd name="T4" fmla="*/ 874 w 1760"/>
                <a:gd name="T5" fmla="*/ 0 h 2320"/>
                <a:gd name="T6" fmla="*/ 886 w 1760"/>
                <a:gd name="T7" fmla="*/ 0 h 2320"/>
                <a:gd name="T8" fmla="*/ 1480 w 1760"/>
                <a:gd name="T9" fmla="*/ 594 h 2320"/>
                <a:gd name="T10" fmla="*/ 1480 w 1760"/>
                <a:gd name="T11" fmla="*/ 920 h 2320"/>
                <a:gd name="T12" fmla="*/ 1280 w 1760"/>
                <a:gd name="T13" fmla="*/ 920 h 2320"/>
                <a:gd name="T14" fmla="*/ 1280 w 1760"/>
                <a:gd name="T15" fmla="*/ 619 h 2320"/>
                <a:gd name="T16" fmla="*/ 884 w 1760"/>
                <a:gd name="T17" fmla="*/ 200 h 2320"/>
                <a:gd name="T18" fmla="*/ 876 w 1760"/>
                <a:gd name="T19" fmla="*/ 200 h 2320"/>
                <a:gd name="T20" fmla="*/ 480 w 1760"/>
                <a:gd name="T21" fmla="*/ 619 h 2320"/>
                <a:gd name="T22" fmla="*/ 480 w 1760"/>
                <a:gd name="T23" fmla="*/ 920 h 2320"/>
                <a:gd name="T24" fmla="*/ 280 w 1760"/>
                <a:gd name="T25" fmla="*/ 920 h 2320"/>
                <a:gd name="T26" fmla="*/ 1760 w 1760"/>
                <a:gd name="T27" fmla="*/ 960 h 2320"/>
                <a:gd name="T28" fmla="*/ 1760 w 1760"/>
                <a:gd name="T29" fmla="*/ 2320 h 2320"/>
                <a:gd name="T30" fmla="*/ 0 w 1760"/>
                <a:gd name="T31" fmla="*/ 2320 h 2320"/>
                <a:gd name="T32" fmla="*/ 0 w 1760"/>
                <a:gd name="T33" fmla="*/ 960 h 2320"/>
                <a:gd name="T34" fmla="*/ 1760 w 1760"/>
                <a:gd name="T35" fmla="*/ 960 h 2320"/>
                <a:gd name="T36" fmla="*/ 1340 w 1760"/>
                <a:gd name="T37" fmla="*/ 1640 h 2320"/>
                <a:gd name="T38" fmla="*/ 880 w 1760"/>
                <a:gd name="T39" fmla="*/ 1180 h 2320"/>
                <a:gd name="T40" fmla="*/ 420 w 1760"/>
                <a:gd name="T41" fmla="*/ 1640 h 2320"/>
                <a:gd name="T42" fmla="*/ 880 w 1760"/>
                <a:gd name="T43" fmla="*/ 2100 h 2320"/>
                <a:gd name="T44" fmla="*/ 1340 w 1760"/>
                <a:gd name="T45" fmla="*/ 1640 h 2320"/>
                <a:gd name="T46" fmla="*/ 1300 w 1760"/>
                <a:gd name="T47" fmla="*/ 1640 h 2320"/>
                <a:gd name="T48" fmla="*/ 880 w 1760"/>
                <a:gd name="T49" fmla="*/ 2060 h 2320"/>
                <a:gd name="T50" fmla="*/ 460 w 1760"/>
                <a:gd name="T51" fmla="*/ 1640 h 2320"/>
                <a:gd name="T52" fmla="*/ 880 w 1760"/>
                <a:gd name="T53" fmla="*/ 1220 h 2320"/>
                <a:gd name="T54" fmla="*/ 1300 w 1760"/>
                <a:gd name="T55" fmla="*/ 1640 h 2320"/>
                <a:gd name="T56" fmla="*/ 1000 w 1760"/>
                <a:gd name="T57" fmla="*/ 1560 h 2320"/>
                <a:gd name="T58" fmla="*/ 880 w 1760"/>
                <a:gd name="T59" fmla="*/ 1440 h 2320"/>
                <a:gd name="T60" fmla="*/ 760 w 1760"/>
                <a:gd name="T61" fmla="*/ 1560 h 2320"/>
                <a:gd name="T62" fmla="*/ 820 w 1760"/>
                <a:gd name="T63" fmla="*/ 1664 h 2320"/>
                <a:gd name="T64" fmla="*/ 820 w 1760"/>
                <a:gd name="T65" fmla="*/ 1840 h 2320"/>
                <a:gd name="T66" fmla="*/ 940 w 1760"/>
                <a:gd name="T67" fmla="*/ 1840 h 2320"/>
                <a:gd name="T68" fmla="*/ 940 w 1760"/>
                <a:gd name="T69" fmla="*/ 1664 h 2320"/>
                <a:gd name="T70" fmla="*/ 1000 w 1760"/>
                <a:gd name="T71" fmla="*/ 1560 h 2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760" h="2320">
                  <a:moveTo>
                    <a:pt x="280" y="920"/>
                  </a:moveTo>
                  <a:cubicBezTo>
                    <a:pt x="280" y="594"/>
                    <a:pt x="280" y="594"/>
                    <a:pt x="280" y="594"/>
                  </a:cubicBezTo>
                  <a:cubicBezTo>
                    <a:pt x="280" y="266"/>
                    <a:pt x="546" y="0"/>
                    <a:pt x="874" y="0"/>
                  </a:cubicBezTo>
                  <a:cubicBezTo>
                    <a:pt x="886" y="0"/>
                    <a:pt x="886" y="0"/>
                    <a:pt x="886" y="0"/>
                  </a:cubicBezTo>
                  <a:cubicBezTo>
                    <a:pt x="1214" y="0"/>
                    <a:pt x="1480" y="266"/>
                    <a:pt x="1480" y="594"/>
                  </a:cubicBezTo>
                  <a:cubicBezTo>
                    <a:pt x="1480" y="920"/>
                    <a:pt x="1480" y="920"/>
                    <a:pt x="1480" y="920"/>
                  </a:cubicBezTo>
                  <a:cubicBezTo>
                    <a:pt x="1280" y="920"/>
                    <a:pt x="1280" y="920"/>
                    <a:pt x="1280" y="920"/>
                  </a:cubicBezTo>
                  <a:cubicBezTo>
                    <a:pt x="1280" y="619"/>
                    <a:pt x="1280" y="619"/>
                    <a:pt x="1280" y="619"/>
                  </a:cubicBezTo>
                  <a:cubicBezTo>
                    <a:pt x="1280" y="388"/>
                    <a:pt x="1103" y="200"/>
                    <a:pt x="884" y="200"/>
                  </a:cubicBezTo>
                  <a:cubicBezTo>
                    <a:pt x="876" y="200"/>
                    <a:pt x="876" y="200"/>
                    <a:pt x="876" y="200"/>
                  </a:cubicBezTo>
                  <a:cubicBezTo>
                    <a:pt x="657" y="200"/>
                    <a:pt x="480" y="388"/>
                    <a:pt x="480" y="619"/>
                  </a:cubicBezTo>
                  <a:cubicBezTo>
                    <a:pt x="480" y="920"/>
                    <a:pt x="480" y="920"/>
                    <a:pt x="480" y="920"/>
                  </a:cubicBezTo>
                  <a:lnTo>
                    <a:pt x="280" y="920"/>
                  </a:lnTo>
                  <a:close/>
                  <a:moveTo>
                    <a:pt x="1760" y="960"/>
                  </a:moveTo>
                  <a:cubicBezTo>
                    <a:pt x="1760" y="2320"/>
                    <a:pt x="1760" y="2320"/>
                    <a:pt x="1760" y="2320"/>
                  </a:cubicBezTo>
                  <a:cubicBezTo>
                    <a:pt x="0" y="2320"/>
                    <a:pt x="0" y="2320"/>
                    <a:pt x="0" y="2320"/>
                  </a:cubicBezTo>
                  <a:cubicBezTo>
                    <a:pt x="0" y="960"/>
                    <a:pt x="0" y="960"/>
                    <a:pt x="0" y="960"/>
                  </a:cubicBezTo>
                  <a:lnTo>
                    <a:pt x="1760" y="960"/>
                  </a:lnTo>
                  <a:close/>
                  <a:moveTo>
                    <a:pt x="1340" y="1640"/>
                  </a:moveTo>
                  <a:cubicBezTo>
                    <a:pt x="1340" y="1386"/>
                    <a:pt x="1134" y="1180"/>
                    <a:pt x="880" y="1180"/>
                  </a:cubicBezTo>
                  <a:cubicBezTo>
                    <a:pt x="626" y="1180"/>
                    <a:pt x="420" y="1386"/>
                    <a:pt x="420" y="1640"/>
                  </a:cubicBezTo>
                  <a:cubicBezTo>
                    <a:pt x="420" y="1894"/>
                    <a:pt x="626" y="2100"/>
                    <a:pt x="880" y="2100"/>
                  </a:cubicBezTo>
                  <a:cubicBezTo>
                    <a:pt x="1134" y="2100"/>
                    <a:pt x="1340" y="1894"/>
                    <a:pt x="1340" y="1640"/>
                  </a:cubicBezTo>
                  <a:close/>
                  <a:moveTo>
                    <a:pt x="1300" y="1640"/>
                  </a:moveTo>
                  <a:cubicBezTo>
                    <a:pt x="1300" y="1872"/>
                    <a:pt x="1112" y="2060"/>
                    <a:pt x="880" y="2060"/>
                  </a:cubicBezTo>
                  <a:cubicBezTo>
                    <a:pt x="648" y="2060"/>
                    <a:pt x="460" y="1872"/>
                    <a:pt x="460" y="1640"/>
                  </a:cubicBezTo>
                  <a:cubicBezTo>
                    <a:pt x="460" y="1408"/>
                    <a:pt x="648" y="1220"/>
                    <a:pt x="880" y="1220"/>
                  </a:cubicBezTo>
                  <a:cubicBezTo>
                    <a:pt x="1112" y="1220"/>
                    <a:pt x="1300" y="1408"/>
                    <a:pt x="1300" y="1640"/>
                  </a:cubicBezTo>
                  <a:close/>
                  <a:moveTo>
                    <a:pt x="1000" y="1560"/>
                  </a:moveTo>
                  <a:cubicBezTo>
                    <a:pt x="1000" y="1494"/>
                    <a:pt x="946" y="1440"/>
                    <a:pt x="880" y="1440"/>
                  </a:cubicBezTo>
                  <a:cubicBezTo>
                    <a:pt x="814" y="1440"/>
                    <a:pt x="760" y="1494"/>
                    <a:pt x="760" y="1560"/>
                  </a:cubicBezTo>
                  <a:cubicBezTo>
                    <a:pt x="760" y="1604"/>
                    <a:pt x="784" y="1643"/>
                    <a:pt x="820" y="1664"/>
                  </a:cubicBezTo>
                  <a:cubicBezTo>
                    <a:pt x="820" y="1840"/>
                    <a:pt x="820" y="1840"/>
                    <a:pt x="820" y="1840"/>
                  </a:cubicBezTo>
                  <a:cubicBezTo>
                    <a:pt x="940" y="1840"/>
                    <a:pt x="940" y="1840"/>
                    <a:pt x="940" y="1840"/>
                  </a:cubicBezTo>
                  <a:cubicBezTo>
                    <a:pt x="940" y="1664"/>
                    <a:pt x="940" y="1664"/>
                    <a:pt x="940" y="1664"/>
                  </a:cubicBezTo>
                  <a:cubicBezTo>
                    <a:pt x="976" y="1643"/>
                    <a:pt x="1000" y="1604"/>
                    <a:pt x="1000" y="1560"/>
                  </a:cubicBezTo>
                  <a:close/>
                </a:path>
              </a:pathLst>
            </a:custGeom>
            <a:solidFill>
              <a:srgbClr val="41AAA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srgbClr val="78879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5418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2" name="Object 621" hidden="1">
            <a:extLst>
              <a:ext uri="{FF2B5EF4-FFF2-40B4-BE49-F238E27FC236}">
                <a16:creationId xmlns:a16="http://schemas.microsoft.com/office/drawing/2014/main" id="{B87B3CA8-15F3-4EB5-A9D1-D948709D5CD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85" name="think-cell Slide" r:id="rId6" imgW="400" imgH="393" progId="TCLayout.ActiveDocument.1">
                  <p:embed/>
                </p:oleObj>
              </mc:Choice>
              <mc:Fallback>
                <p:oleObj name="think-cell Slide" r:id="rId6" imgW="400" imgH="393" progId="TCLayout.ActiveDocument.1">
                  <p:embed/>
                  <p:pic>
                    <p:nvPicPr>
                      <p:cNvPr id="622" name="Object 621" hidden="1">
                        <a:extLst>
                          <a:ext uri="{FF2B5EF4-FFF2-40B4-BE49-F238E27FC236}">
                            <a16:creationId xmlns:a16="http://schemas.microsoft.com/office/drawing/2014/main" id="{B87B3CA8-15F3-4EB5-A9D1-D948709D5C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1" name="Rectangle 620" hidden="1">
            <a:extLst>
              <a:ext uri="{FF2B5EF4-FFF2-40B4-BE49-F238E27FC236}">
                <a16:creationId xmlns:a16="http://schemas.microsoft.com/office/drawing/2014/main" id="{053ED296-6FFE-4305-AE81-ABE4314C78EC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0" tIns="0" rIns="0" bIns="0" numCol="1" spcCol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sz="2200" b="1" dirty="0">
              <a:solidFill>
                <a:schemeClr val="tx1"/>
              </a:solidFill>
              <a:latin typeface="Siemens Sans" pitchFamily="2" charset="0"/>
              <a:ea typeface="Siemens Sans Global" pitchFamily="2" charset="-122"/>
              <a:cs typeface="Arial" panose="020B0604020202020204" pitchFamily="34" charset="0"/>
              <a:sym typeface="Siemens Sans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5FBC1E-0D5C-4273-B46C-134DA9146499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626400" tIns="432000" rIns="2124000" bIns="234000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 dirty="0" err="1">
                <a:latin typeface="Arial" pitchFamily="34" charset="0"/>
              </a:rPr>
              <a:t>MindKnowledge</a:t>
            </a:r>
            <a:br>
              <a:rPr lang="en-US" altLang="zh-CN" dirty="0">
                <a:latin typeface="Arial" pitchFamily="34" charset="0"/>
              </a:rPr>
            </a:br>
            <a:r>
              <a:rPr lang="en-US" altLang="zh-CN" dirty="0">
                <a:latin typeface="Arial" pitchFamily="34" charset="0"/>
              </a:rPr>
              <a:t>Template management and TIA Portal assisted asset onboarding </a:t>
            </a:r>
            <a:endParaRPr lang="en-US" dirty="0">
              <a:latin typeface="Arial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7526F6B-1D52-4167-85C9-3D714B95126E}"/>
              </a:ext>
            </a:extLst>
          </p:cNvPr>
          <p:cNvGrpSpPr/>
          <p:nvPr/>
        </p:nvGrpSpPr>
        <p:grpSpPr>
          <a:xfrm>
            <a:off x="3506815" y="1548140"/>
            <a:ext cx="7849089" cy="4761260"/>
            <a:chOff x="1490535" y="1340711"/>
            <a:chExt cx="9217280" cy="496868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528B1CA-E189-4A2E-AEC7-7DBFFA77D7A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490535" y="1628750"/>
              <a:ext cx="9081639" cy="4536629"/>
            </a:xfrm>
            <a:prstGeom prst="rect">
              <a:avLst/>
            </a:prstGeom>
          </p:spPr>
        </p:pic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D38D869-686C-4D00-9C2E-2181F039E339}"/>
                </a:ext>
              </a:extLst>
            </p:cNvPr>
            <p:cNvGrpSpPr/>
            <p:nvPr/>
          </p:nvGrpSpPr>
          <p:grpSpPr>
            <a:xfrm>
              <a:off x="2354655" y="1340711"/>
              <a:ext cx="8353160" cy="4968689"/>
              <a:chOff x="2354655" y="1340711"/>
              <a:chExt cx="8505560" cy="5121090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A9C2D2B0-88DF-4525-9DC4-BD1478A03761}"/>
                  </a:ext>
                </a:extLst>
              </p:cNvPr>
              <p:cNvSpPr/>
              <p:nvPr/>
            </p:nvSpPr>
            <p:spPr bwMode="auto">
              <a:xfrm>
                <a:off x="2498675" y="1439999"/>
                <a:ext cx="8209140" cy="4869401"/>
              </a:xfrm>
              <a:prstGeom prst="rect">
                <a:avLst/>
              </a:prstGeom>
              <a:noFill/>
              <a:ln>
                <a:solidFill>
                  <a:srgbClr val="4BB9B9"/>
                </a:solidFill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>
                  <a:lnSpc>
                    <a:spcPct val="110000"/>
                  </a:lnSpc>
                  <a:spcBef>
                    <a:spcPct val="0"/>
                  </a:spcBef>
                  <a:buFont typeface="Wingdings" charset="0"/>
                  <a:buNone/>
                </a:pPr>
                <a:endParaRPr lang="en-US" sz="1800" dirty="0">
                  <a:solidFill>
                    <a:schemeClr val="tx1"/>
                  </a:solidFill>
                  <a:latin typeface="+mn-lt"/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</p:txBody>
          </p:sp>
          <p:sp>
            <p:nvSpPr>
              <p:cNvPr id="280" name="Rectangle 279">
                <a:extLst>
                  <a:ext uri="{FF2B5EF4-FFF2-40B4-BE49-F238E27FC236}">
                    <a16:creationId xmlns:a16="http://schemas.microsoft.com/office/drawing/2014/main" id="{4124C3EE-A738-4C45-B3D0-2FE60A69BF4C}"/>
                  </a:ext>
                </a:extLst>
              </p:cNvPr>
              <p:cNvSpPr/>
              <p:nvPr/>
            </p:nvSpPr>
            <p:spPr bwMode="auto">
              <a:xfrm>
                <a:off x="2354655" y="1340711"/>
                <a:ext cx="8505560" cy="5121090"/>
              </a:xfrm>
              <a:prstGeom prst="rect">
                <a:avLst/>
              </a:prstGeom>
              <a:noFill/>
              <a:ln w="19050">
                <a:solidFill>
                  <a:srgbClr val="4BB9B9"/>
                </a:solidFill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>
                  <a:lnSpc>
                    <a:spcPct val="110000"/>
                  </a:lnSpc>
                  <a:spcBef>
                    <a:spcPct val="0"/>
                  </a:spcBef>
                  <a:buFont typeface="Wingdings" charset="0"/>
                  <a:buNone/>
                </a:pPr>
                <a:endParaRPr lang="en-US" sz="1800" dirty="0">
                  <a:solidFill>
                    <a:schemeClr val="tx1"/>
                  </a:solidFill>
                  <a:latin typeface="+mn-lt"/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</p:txBody>
          </p:sp>
        </p:grpSp>
      </p:grpSp>
      <p:sp>
        <p:nvSpPr>
          <p:cNvPr id="281" name="Rechteck 27">
            <a:extLst>
              <a:ext uri="{FF2B5EF4-FFF2-40B4-BE49-F238E27FC236}">
                <a16:creationId xmlns:a16="http://schemas.microsoft.com/office/drawing/2014/main" id="{58216492-ABEC-4F7D-AB64-3C538A0968DF}"/>
              </a:ext>
            </a:extLst>
          </p:cNvPr>
          <p:cNvSpPr>
            <a:spLocks/>
          </p:cNvSpPr>
          <p:nvPr/>
        </p:nvSpPr>
        <p:spPr bwMode="gray">
          <a:xfrm>
            <a:off x="4442945" y="1716013"/>
            <a:ext cx="2101903" cy="246221"/>
          </a:xfrm>
          <a:prstGeom prst="rect">
            <a:avLst/>
          </a:prstGeom>
          <a:noFill/>
        </p:spPr>
        <p:txBody>
          <a:bodyPr wrap="square" lIns="72000" tIns="0" rIns="0" bIns="0" anchor="t" anchorCtr="0">
            <a:noAutofit/>
          </a:bodyPr>
          <a:lstStyle/>
          <a:p>
            <a:pPr rtl="0"/>
            <a:r>
              <a:rPr lang="en-US" altLang="zh-CN" sz="1600" b="1" i="0" u="none" baseline="0" dirty="0">
                <a:solidFill>
                  <a:srgbClr val="41AAAA"/>
                </a:solidFill>
                <a:cs typeface="Arial" charset="0"/>
                <a:sym typeface="Arial" charset="0"/>
              </a:rPr>
              <a:t>Workflow</a:t>
            </a:r>
            <a:r>
              <a:rPr lang="zh-CN" altLang="en-US" sz="1600" b="1" i="0" u="none" baseline="0" dirty="0">
                <a:solidFill>
                  <a:srgbClr val="41AAAA"/>
                </a:solidFill>
                <a:cs typeface="Arial" charset="0"/>
                <a:sym typeface="Arial" charset="0"/>
              </a:rPr>
              <a:t>：</a:t>
            </a:r>
            <a:endParaRPr lang="en-US" sz="1600" b="1" i="0" u="none" baseline="0" dirty="0">
              <a:solidFill>
                <a:srgbClr val="41AAAA"/>
              </a:solidFill>
              <a:cs typeface="Arial" charset="0"/>
              <a:sym typeface="Arial" charset="0"/>
            </a:endParaRPr>
          </a:p>
        </p:txBody>
      </p:sp>
      <p:sp>
        <p:nvSpPr>
          <p:cNvPr id="337" name="Textfeld 83">
            <a:extLst>
              <a:ext uri="{FF2B5EF4-FFF2-40B4-BE49-F238E27FC236}">
                <a16:creationId xmlns:a16="http://schemas.microsoft.com/office/drawing/2014/main" id="{F5396CFB-A6A3-4050-B399-CA8EB1D3499A}"/>
              </a:ext>
            </a:extLst>
          </p:cNvPr>
          <p:cNvSpPr txBox="1"/>
          <p:nvPr/>
        </p:nvSpPr>
        <p:spPr>
          <a:xfrm>
            <a:off x="467578" y="1553871"/>
            <a:ext cx="3647637" cy="264687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l" rtl="0" eaLnBrk="1" fontAlgn="base" hangingPunct="1">
              <a:spcBef>
                <a:spcPts val="0"/>
              </a:spcBef>
              <a:spcAft>
                <a:spcPct val="0"/>
              </a:spcAft>
            </a:pPr>
            <a:r>
              <a:rPr lang="en-US" sz="1600" b="1" dirty="0">
                <a:solidFill>
                  <a:srgbClr val="00646E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Background</a:t>
            </a:r>
            <a:endParaRPr lang="en-US" sz="1600" dirty="0">
              <a:solidFill>
                <a:srgbClr val="00646E"/>
              </a:solidFill>
              <a:latin typeface="Arial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177800" indent="-177800"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400" u="sng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Customer</a:t>
            </a:r>
            <a:r>
              <a:rPr lang="en-US" sz="14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: DF PL CAS (</a:t>
            </a:r>
            <a:r>
              <a:rPr lang="en-US" sz="1400" dirty="0" err="1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MindSphere</a:t>
            </a:r>
            <a:r>
              <a:rPr lang="en-US" sz="14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HQ</a:t>
            </a:r>
            <a:r>
              <a:rPr lang="en-US" sz="14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) </a:t>
            </a:r>
          </a:p>
          <a:p>
            <a:pPr marL="177800" indent="-177800"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400" u="sng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Target</a:t>
            </a:r>
            <a:r>
              <a:rPr lang="en-US" sz="14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: </a:t>
            </a:r>
          </a:p>
          <a:p>
            <a:pPr>
              <a:spcBef>
                <a:spcPts val="0"/>
              </a:spcBef>
              <a:buClr>
                <a:schemeClr val="accent1"/>
              </a:buClr>
            </a:pPr>
            <a:r>
              <a:rPr lang="en-US" sz="14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    - Customer want to build as much as differentiators, such as </a:t>
            </a:r>
            <a:r>
              <a:rPr lang="en-US" sz="1400" b="1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Siemens specific solutions</a:t>
            </a:r>
            <a:r>
              <a:rPr lang="en-US" sz="14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 including typical Siemens software e.g. TIA Portal.</a:t>
            </a:r>
          </a:p>
          <a:p>
            <a:pPr>
              <a:spcBef>
                <a:spcPts val="0"/>
              </a:spcBef>
              <a:buClr>
                <a:schemeClr val="accent1"/>
              </a:buClr>
            </a:pPr>
            <a:r>
              <a:rPr lang="en-US" sz="14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    - Customer want to provide </a:t>
            </a:r>
            <a:r>
              <a:rPr lang="en-US" sz="1400" b="1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easy to use tools and fast building method</a:t>
            </a:r>
            <a:r>
              <a:rPr lang="en-US" sz="14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 for engineers and app developers, to race with competitors.</a:t>
            </a:r>
            <a:br>
              <a:rPr lang="en-US" sz="14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</a:br>
            <a:endParaRPr lang="en-US" sz="1400" dirty="0">
              <a:solidFill>
                <a:srgbClr val="000000"/>
              </a:solidFill>
              <a:latin typeface="Arial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spcBef>
                <a:spcPts val="0"/>
              </a:spcBef>
              <a:buClr>
                <a:schemeClr val="accent1"/>
              </a:buClr>
            </a:pPr>
            <a:r>
              <a:rPr lang="en-US" sz="1600" b="1" dirty="0">
                <a:solidFill>
                  <a:srgbClr val="00646E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Solution</a:t>
            </a:r>
          </a:p>
          <a:p>
            <a:pPr marL="177800" indent="-177800"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MindKnowledge</a:t>
            </a:r>
            <a:r>
              <a:rPr lang="en-US" sz="14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 provides </a:t>
            </a:r>
            <a:r>
              <a:rPr lang="en-US" sz="1400" b="1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device template management</a:t>
            </a:r>
            <a:r>
              <a:rPr lang="en-US" sz="14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 including creating, importing, editing templates. </a:t>
            </a:r>
            <a:r>
              <a:rPr lang="en-US" altLang="zh-CN" sz="14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Templates can be used for building new models.</a:t>
            </a:r>
            <a:endParaRPr lang="en-US" sz="1400" dirty="0">
              <a:solidFill>
                <a:srgbClr val="000000"/>
              </a:solidFill>
              <a:latin typeface="Arial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177800" indent="-177800"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Support </a:t>
            </a:r>
            <a:r>
              <a:rPr lang="en-US" altLang="zh-CN" sz="1400" b="1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TIA Portal files import and understanding</a:t>
            </a:r>
            <a:r>
              <a:rPr lang="en-US" altLang="zh-CN" sz="14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, and introduce an </a:t>
            </a:r>
            <a:r>
              <a:rPr lang="en-US" altLang="zh-CN" sz="1400" b="1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easier way of asset configuration</a:t>
            </a:r>
            <a:r>
              <a:rPr lang="en-US" altLang="zh-CN" sz="14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, by providing variable selection instead of manually input.</a:t>
            </a:r>
            <a:endParaRPr lang="en-US" sz="1400" dirty="0">
              <a:solidFill>
                <a:srgbClr val="000000"/>
              </a:solidFill>
              <a:latin typeface="Arial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6098989-7959-42AC-B1D5-B701DDAA5C06}"/>
              </a:ext>
            </a:extLst>
          </p:cNvPr>
          <p:cNvGrpSpPr/>
          <p:nvPr/>
        </p:nvGrpSpPr>
        <p:grpSpPr>
          <a:xfrm>
            <a:off x="6243195" y="6155912"/>
            <a:ext cx="3952610" cy="655782"/>
            <a:chOff x="3503603" y="4120609"/>
            <a:chExt cx="3952610" cy="655782"/>
          </a:xfrm>
        </p:grpSpPr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D5A60EE5-C776-489F-8BD7-0ADF9F87255C}"/>
                </a:ext>
              </a:extLst>
            </p:cNvPr>
            <p:cNvSpPr/>
            <p:nvPr/>
          </p:nvSpPr>
          <p:spPr bwMode="auto">
            <a:xfrm rot="10800000">
              <a:off x="3503603" y="4120609"/>
              <a:ext cx="3952610" cy="655782"/>
            </a:xfrm>
            <a:prstGeom prst="triangle">
              <a:avLst/>
            </a:prstGeom>
            <a:solidFill>
              <a:srgbClr val="0F8287"/>
            </a:solidFill>
            <a:ln>
              <a:solidFill>
                <a:srgbClr val="0F8287"/>
              </a:soli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b" anchorCtr="1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A65585E-343F-4F7C-ABD8-A02599AB8B9D}"/>
                </a:ext>
              </a:extLst>
            </p:cNvPr>
            <p:cNvSpPr txBox="1"/>
            <p:nvPr/>
          </p:nvSpPr>
          <p:spPr>
            <a:xfrm>
              <a:off x="4725332" y="4250696"/>
              <a:ext cx="1509152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300"/>
                </a:spcBef>
                <a:buClr>
                  <a:schemeClr val="accent1"/>
                </a:buClr>
              </a:pPr>
              <a:r>
                <a:rPr lang="en-US" altLang="zh-CN" sz="1400" b="1" dirty="0">
                  <a:solidFill>
                    <a:schemeClr val="bg1"/>
                  </a:solidFill>
                  <a:latin typeface="+mn-lt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Benefit</a:t>
              </a:r>
              <a:endParaRPr lang="en-US" sz="1400" b="1" dirty="0">
                <a:solidFill>
                  <a:schemeClr val="bg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20609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2" name="Object 621" hidden="1">
            <a:extLst>
              <a:ext uri="{FF2B5EF4-FFF2-40B4-BE49-F238E27FC236}">
                <a16:creationId xmlns:a16="http://schemas.microsoft.com/office/drawing/2014/main" id="{B87B3CA8-15F3-4EB5-A9D1-D948709D5CD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101" name="think-cell Slide" r:id="rId6" imgW="400" imgH="393" progId="TCLayout.ActiveDocument.1">
                  <p:embed/>
                </p:oleObj>
              </mc:Choice>
              <mc:Fallback>
                <p:oleObj name="think-cell Slide" r:id="rId6" imgW="400" imgH="393" progId="TCLayout.ActiveDocument.1">
                  <p:embed/>
                  <p:pic>
                    <p:nvPicPr>
                      <p:cNvPr id="622" name="Object 621" hidden="1">
                        <a:extLst>
                          <a:ext uri="{FF2B5EF4-FFF2-40B4-BE49-F238E27FC236}">
                            <a16:creationId xmlns:a16="http://schemas.microsoft.com/office/drawing/2014/main" id="{B87B3CA8-15F3-4EB5-A9D1-D948709D5C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1" name="Rectangle 620" hidden="1">
            <a:extLst>
              <a:ext uri="{FF2B5EF4-FFF2-40B4-BE49-F238E27FC236}">
                <a16:creationId xmlns:a16="http://schemas.microsoft.com/office/drawing/2014/main" id="{053ED296-6FFE-4305-AE81-ABE4314C78EC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0" tIns="0" rIns="0" bIns="0" numCol="1" spcCol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sz="2200" b="1" dirty="0">
              <a:solidFill>
                <a:schemeClr val="tx1"/>
              </a:solidFill>
              <a:latin typeface="Siemens Sans" pitchFamily="2" charset="0"/>
              <a:ea typeface="Siemens Sans Global" pitchFamily="2" charset="-122"/>
              <a:cs typeface="Arial" panose="020B0604020202020204" pitchFamily="34" charset="0"/>
              <a:sym typeface="Siemens Sans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5FBC1E-0D5C-4273-B46C-134DA9146499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626400" tIns="432000" rIns="2124000" bIns="234000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 dirty="0" err="1">
                <a:latin typeface="Arial" pitchFamily="34" charset="0"/>
              </a:rPr>
              <a:t>MindKnowledge</a:t>
            </a:r>
            <a:br>
              <a:rPr lang="en-US" altLang="zh-CN" dirty="0">
                <a:latin typeface="Arial" pitchFamily="34" charset="0"/>
              </a:rPr>
            </a:br>
            <a:r>
              <a:rPr lang="en-US" altLang="zh-CN" dirty="0">
                <a:latin typeface="Arial" pitchFamily="34" charset="0"/>
              </a:rPr>
              <a:t>Benefits and Impacts</a:t>
            </a:r>
            <a:endParaRPr lang="en-US" dirty="0">
              <a:latin typeface="Arial" pitchFamily="34" charset="0"/>
            </a:endParaRPr>
          </a:p>
        </p:txBody>
      </p:sp>
      <p:graphicFrame>
        <p:nvGraphicFramePr>
          <p:cNvPr id="15" name="Inhaltsplatzhalter 5">
            <a:extLst>
              <a:ext uri="{FF2B5EF4-FFF2-40B4-BE49-F238E27FC236}">
                <a16:creationId xmlns:a16="http://schemas.microsoft.com/office/drawing/2014/main" id="{35256DA3-3B7C-4C5D-B21D-F5A5EBE8D21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09046130"/>
              </p:ext>
            </p:extLst>
          </p:nvPr>
        </p:nvGraphicFramePr>
        <p:xfrm>
          <a:off x="554405" y="1322739"/>
          <a:ext cx="10585469" cy="1389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854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2811">
                <a:tc>
                  <a:txBody>
                    <a:bodyPr/>
                    <a:lstStyle/>
                    <a:p>
                      <a:pPr marL="0" algn="l" defTabSz="914400" rtl="0" eaLnBrk="1" fontAlgn="base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kern="1200" noProof="0" dirty="0">
                          <a:solidFill>
                            <a:srgbClr val="FFFFFF"/>
                          </a:solidFill>
                          <a:latin typeface="Arial" pitchFamily="34" charset="0"/>
                          <a:ea typeface="+mj-ea"/>
                          <a:cs typeface="Arial" pitchFamily="34" charset="0"/>
                        </a:rPr>
                        <a:t>Benefit</a:t>
                      </a:r>
                      <a:r>
                        <a:rPr lang="en-US" altLang="zh-CN" b="1" kern="1200" noProof="0" dirty="0">
                          <a:solidFill>
                            <a:srgbClr val="FFFFFF"/>
                          </a:solidFill>
                          <a:latin typeface="Arial" pitchFamily="34" charset="0"/>
                          <a:ea typeface="+mj-ea"/>
                          <a:cs typeface="Arial" pitchFamily="34" charset="0"/>
                        </a:rPr>
                        <a:t>s &amp; Impacts</a:t>
                      </a:r>
                      <a:r>
                        <a:rPr lang="en-US" b="1" kern="1200" noProof="0" dirty="0">
                          <a:solidFill>
                            <a:srgbClr val="FFFFFF"/>
                          </a:solidFill>
                          <a:latin typeface="Arial" pitchFamily="34" charset="0"/>
                          <a:ea typeface="+mj-ea"/>
                          <a:cs typeface="Arial" pitchFamily="34" charset="0"/>
                        </a:rPr>
                        <a:t> for Customer</a:t>
                      </a:r>
                    </a:p>
                  </a:txBody>
                  <a:tcPr marL="108000" marR="108000" marT="54000" marB="5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83000">
                          <a:srgbClr val="0099B0">
                            <a:alpha val="85000"/>
                          </a:srgbClr>
                        </a:gs>
                        <a:gs pos="50000">
                          <a:srgbClr val="009999">
                            <a:alpha val="85000"/>
                          </a:srgbClr>
                        </a:gs>
                        <a:gs pos="0">
                          <a:srgbClr val="50BEBE">
                            <a:alpha val="85000"/>
                          </a:srgbClr>
                        </a:gs>
                        <a:gs pos="100000">
                          <a:srgbClr val="0099CB">
                            <a:alpha val="85000"/>
                          </a:srgbClr>
                        </a:gs>
                      </a:gsLst>
                      <a:lin ang="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9821">
                <a:tc>
                  <a:txBody>
                    <a:bodyPr/>
                    <a:lstStyle/>
                    <a:p>
                      <a:pPr marL="112713" lvl="1" indent="-112713" algn="l">
                        <a:spcBef>
                          <a:spcPts val="3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de-DE" sz="1400" kern="1200" noProof="0" dirty="0">
                          <a:solidFill>
                            <a:srgbClr val="000000"/>
                          </a:solidFill>
                          <a:latin typeface="Arial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rPr>
                        <a:t>For end customer, asset onboarding process becomes much easier.</a:t>
                      </a:r>
                    </a:p>
                    <a:p>
                      <a:pPr marL="112713" lvl="1" indent="-112713" algn="l">
                        <a:spcBef>
                          <a:spcPts val="3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de-DE" sz="1400" kern="1200" noProof="0" dirty="0">
                          <a:solidFill>
                            <a:srgbClr val="000000"/>
                          </a:solidFill>
                          <a:latin typeface="Arial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rPr>
                        <a:t>For MindSphere, TIA Portal is integrated to the platform, asset onboarding becomes easier and the method of device template management has been provided a reference.</a:t>
                      </a:r>
                    </a:p>
                    <a:p>
                      <a:pPr marL="112713" lvl="1" indent="-112713" algn="l">
                        <a:spcBef>
                          <a:spcPts val="3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buChar char="•"/>
                      </a:pPr>
                      <a:endParaRPr lang="en-US" sz="1200" noProof="0" dirty="0"/>
                    </a:p>
                  </a:txBody>
                  <a:tcPr marL="108000" marR="108000" marT="54000" marB="54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6" name="Inhaltsplatzhalter 5">
            <a:extLst>
              <a:ext uri="{FF2B5EF4-FFF2-40B4-BE49-F238E27FC236}">
                <a16:creationId xmlns:a16="http://schemas.microsoft.com/office/drawing/2014/main" id="{608CC69F-9706-4786-A80D-D223CD2E3D8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8964698"/>
              </p:ext>
            </p:extLst>
          </p:nvPr>
        </p:nvGraphicFramePr>
        <p:xfrm>
          <a:off x="554405" y="2645479"/>
          <a:ext cx="10585469" cy="1427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854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2811">
                <a:tc>
                  <a:txBody>
                    <a:bodyPr/>
                    <a:lstStyle/>
                    <a:p>
                      <a:pPr marL="0" algn="l" defTabSz="914400" rtl="0" eaLnBrk="1" fontAlgn="base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kern="1200" noProof="0" dirty="0">
                          <a:solidFill>
                            <a:srgbClr val="FFFFFF"/>
                          </a:solidFill>
                          <a:latin typeface="Arial" pitchFamily="34" charset="0"/>
                          <a:ea typeface="+mj-ea"/>
                          <a:cs typeface="Arial" pitchFamily="34" charset="0"/>
                        </a:rPr>
                        <a:t>Benefit</a:t>
                      </a:r>
                      <a:r>
                        <a:rPr lang="en-US" altLang="zh-CN" b="1" kern="1200" noProof="0" dirty="0">
                          <a:solidFill>
                            <a:srgbClr val="FFFFFF"/>
                          </a:solidFill>
                          <a:latin typeface="Arial" pitchFamily="34" charset="0"/>
                          <a:ea typeface="+mj-ea"/>
                          <a:cs typeface="Arial" pitchFamily="34" charset="0"/>
                        </a:rPr>
                        <a:t>s &amp; Impacts</a:t>
                      </a:r>
                      <a:r>
                        <a:rPr lang="en-US" b="1" kern="1200" noProof="0" dirty="0">
                          <a:solidFill>
                            <a:srgbClr val="FFFFFF"/>
                          </a:solidFill>
                          <a:latin typeface="Arial" pitchFamily="34" charset="0"/>
                          <a:ea typeface="+mj-ea"/>
                          <a:cs typeface="Arial" pitchFamily="34" charset="0"/>
                        </a:rPr>
                        <a:t> for CT</a:t>
                      </a:r>
                    </a:p>
                  </a:txBody>
                  <a:tcPr marL="108000" marR="108000" marT="54000" marB="5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83000">
                          <a:srgbClr val="0099B0">
                            <a:alpha val="85000"/>
                          </a:srgbClr>
                        </a:gs>
                        <a:gs pos="50000">
                          <a:srgbClr val="009999">
                            <a:alpha val="85000"/>
                          </a:srgbClr>
                        </a:gs>
                        <a:gs pos="0">
                          <a:srgbClr val="50BEBE">
                            <a:alpha val="85000"/>
                          </a:srgbClr>
                        </a:gs>
                        <a:gs pos="100000">
                          <a:srgbClr val="0099CB">
                            <a:alpha val="85000"/>
                          </a:srgbClr>
                        </a:gs>
                      </a:gsLst>
                      <a:lin ang="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9821">
                <a:tc>
                  <a:txBody>
                    <a:bodyPr/>
                    <a:lstStyle/>
                    <a:p>
                      <a:pPr marL="112713" lvl="1" indent="-112713" algn="l">
                        <a:spcBef>
                          <a:spcPts val="3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de-DE" sz="1400" kern="1200" noProof="0" dirty="0">
                          <a:solidFill>
                            <a:srgbClr val="000000"/>
                          </a:solidFill>
                          <a:latin typeface="Arial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rPr>
                        <a:t>Understand MindSphere architecture and details</a:t>
                      </a:r>
                    </a:p>
                    <a:p>
                      <a:pPr marL="112713" lvl="1" indent="-112713" algn="l">
                        <a:spcBef>
                          <a:spcPts val="3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de-DE" sz="1400" kern="1200" noProof="0" dirty="0">
                          <a:solidFill>
                            <a:srgbClr val="000000"/>
                          </a:solidFill>
                          <a:latin typeface="Arial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rPr>
                        <a:t>Accumulate the competitiveness of cloud solutions.</a:t>
                      </a:r>
                    </a:p>
                    <a:p>
                      <a:pPr marL="112713" lvl="1" indent="-112713" algn="l">
                        <a:spcBef>
                          <a:spcPts val="3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de-DE" sz="1400" kern="1200" noProof="0" dirty="0">
                          <a:solidFill>
                            <a:srgbClr val="000000"/>
                          </a:solidFill>
                          <a:latin typeface="Arial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rPr>
                        <a:t>Established the trust and cooperation with related BU.</a:t>
                      </a:r>
                    </a:p>
                    <a:p>
                      <a:pPr marL="112713" lvl="1" indent="-112713" algn="l">
                        <a:spcBef>
                          <a:spcPts val="3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buChar char="•"/>
                      </a:pPr>
                      <a:endParaRPr lang="en-US" sz="1200" noProof="0" dirty="0"/>
                    </a:p>
                  </a:txBody>
                  <a:tcPr marL="108000" marR="108000" marT="54000" marB="54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7" name="Picture 2">
            <a:extLst>
              <a:ext uri="{FF2B5EF4-FFF2-40B4-BE49-F238E27FC236}">
                <a16:creationId xmlns:a16="http://schemas.microsoft.com/office/drawing/2014/main" id="{92D1DA9F-390C-42BE-92D3-6091B097F5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375" y="3863209"/>
            <a:ext cx="2736380" cy="1773691"/>
          </a:xfrm>
          <a:prstGeom prst="rect">
            <a:avLst/>
          </a:prstGeom>
          <a:noFill/>
          <a:ln w="19050">
            <a:solidFill>
              <a:srgbClr val="4BB9B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8" name="Picture 2">
            <a:extLst>
              <a:ext uri="{FF2B5EF4-FFF2-40B4-BE49-F238E27FC236}">
                <a16:creationId xmlns:a16="http://schemas.microsoft.com/office/drawing/2014/main" id="{A3205380-E64B-410C-AB02-EDE95A10CA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8776" y="3863209"/>
            <a:ext cx="2736380" cy="1773692"/>
          </a:xfrm>
          <a:prstGeom prst="rect">
            <a:avLst/>
          </a:prstGeom>
          <a:noFill/>
          <a:ln w="28575">
            <a:solidFill>
              <a:srgbClr val="4BB9B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9" name="Picture 2" descr="F:\DEC in IFS.jpg">
            <a:extLst>
              <a:ext uri="{FF2B5EF4-FFF2-40B4-BE49-F238E27FC236}">
                <a16:creationId xmlns:a16="http://schemas.microsoft.com/office/drawing/2014/main" id="{1035775F-FE06-4A3A-92A5-DC4B4EB0AC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6099178" y="3863209"/>
            <a:ext cx="2736380" cy="1773692"/>
          </a:xfrm>
          <a:prstGeom prst="rect">
            <a:avLst/>
          </a:prstGeom>
          <a:noFill/>
          <a:ln w="28575">
            <a:solidFill>
              <a:srgbClr val="4BB9B9"/>
            </a:solidFill>
          </a:ln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1B811DD6-9D17-4F66-A3DF-1D0725060CBD}"/>
              </a:ext>
            </a:extLst>
          </p:cNvPr>
          <p:cNvGrpSpPr/>
          <p:nvPr/>
        </p:nvGrpSpPr>
        <p:grpSpPr>
          <a:xfrm>
            <a:off x="8979579" y="3863209"/>
            <a:ext cx="2520189" cy="1773692"/>
            <a:chOff x="7863371" y="1717272"/>
            <a:chExt cx="3852428" cy="4571895"/>
          </a:xfrm>
        </p:grpSpPr>
        <p:pic>
          <p:nvPicPr>
            <p:cNvPr id="21" name="Picture 20" descr="booth.JPG">
              <a:extLst>
                <a:ext uri="{FF2B5EF4-FFF2-40B4-BE49-F238E27FC236}">
                  <a16:creationId xmlns:a16="http://schemas.microsoft.com/office/drawing/2014/main" id="{3E71AA79-4905-487F-BD02-34A39428BEF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screen"/>
            <a:srcRect/>
            <a:stretch>
              <a:fillRect/>
            </a:stretch>
          </p:blipFill>
          <p:spPr>
            <a:xfrm>
              <a:off x="7863371" y="1717272"/>
              <a:ext cx="3852428" cy="4549366"/>
            </a:xfrm>
            <a:prstGeom prst="rect">
              <a:avLst/>
            </a:prstGeom>
            <a:ln w="28575">
              <a:solidFill>
                <a:srgbClr val="4BB9B9"/>
              </a:solidFill>
            </a:ln>
          </p:spPr>
        </p:pic>
        <p:pic>
          <p:nvPicPr>
            <p:cNvPr id="22" name="Picture 4" descr="http://mmbiz.qpic.cn/mmbiz_png/M26ibyyXAicpwNWMkUexrU7OrziaSCfcJZwRrvGv6FMcFNXlDiar4r6NUSscX77ibOCarjmjDgyYdoBvEtIpvGqcVpA/640?wx_fmt=png&amp;wxfrom=5&amp;wx_lazy=1">
              <a:extLst>
                <a:ext uri="{FF2B5EF4-FFF2-40B4-BE49-F238E27FC236}">
                  <a16:creationId xmlns:a16="http://schemas.microsoft.com/office/drawing/2014/main" id="{AF571CC6-DFD9-4ECA-8183-9B5BAC688D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 cstate="screen"/>
            <a:srcRect/>
            <a:stretch>
              <a:fillRect/>
            </a:stretch>
          </p:blipFill>
          <p:spPr bwMode="auto">
            <a:xfrm>
              <a:off x="10580047" y="4328220"/>
              <a:ext cx="1135752" cy="1960947"/>
            </a:xfrm>
            <a:prstGeom prst="rect">
              <a:avLst/>
            </a:prstGeom>
            <a:noFill/>
            <a:ln w="28575">
              <a:solidFill>
                <a:srgbClr val="4BB9B9"/>
              </a:solidFill>
            </a:ln>
          </p:spPr>
        </p:pic>
        <p:pic>
          <p:nvPicPr>
            <p:cNvPr id="23" name="Picture 6" descr="http://mmbiz.qpic.cn/mmbiz_jpg/M26ibyyXAicpwNWMkUexrU7OrziaSCfcJZwoUb6C38IBWfaVsE1O7gOLsRuCdlUOLsibrHsJrh7L52CzDoicYPNsJVA/640?wx_fmt=jpeg&amp;wxfrom=5&amp;wx_lazy=1">
              <a:extLst>
                <a:ext uri="{FF2B5EF4-FFF2-40B4-BE49-F238E27FC236}">
                  <a16:creationId xmlns:a16="http://schemas.microsoft.com/office/drawing/2014/main" id="{11BB59D6-3730-4E3C-8135-7A68FB368D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 cstate="screen"/>
            <a:srcRect/>
            <a:stretch>
              <a:fillRect/>
            </a:stretch>
          </p:blipFill>
          <p:spPr bwMode="auto">
            <a:xfrm>
              <a:off x="8343900" y="4891525"/>
              <a:ext cx="2236147" cy="1397642"/>
            </a:xfrm>
            <a:prstGeom prst="rect">
              <a:avLst/>
            </a:prstGeom>
            <a:noFill/>
            <a:ln w="28575">
              <a:solidFill>
                <a:srgbClr val="4BB9B9"/>
              </a:solidFill>
            </a:ln>
          </p:spPr>
        </p:pic>
      </p:grpSp>
      <p:sp>
        <p:nvSpPr>
          <p:cNvPr id="24" name="Rechteck 24">
            <a:extLst>
              <a:ext uri="{FF2B5EF4-FFF2-40B4-BE49-F238E27FC236}">
                <a16:creationId xmlns:a16="http://schemas.microsoft.com/office/drawing/2014/main" id="{C622EEC3-8E02-45C2-BE21-128DEEEAAA60}"/>
              </a:ext>
            </a:extLst>
          </p:cNvPr>
          <p:cNvSpPr/>
          <p:nvPr/>
        </p:nvSpPr>
        <p:spPr bwMode="gray">
          <a:xfrm>
            <a:off x="518400" y="5795480"/>
            <a:ext cx="2700376" cy="67063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lvl="1">
              <a:lnSpc>
                <a:spcPct val="110000"/>
              </a:lnSpc>
              <a:spcBef>
                <a:spcPts val="300"/>
              </a:spcBef>
              <a:buClr>
                <a:schemeClr val="accent1"/>
              </a:buClr>
            </a:pPr>
            <a:r>
              <a:rPr lang="en-US" altLang="zh-CN" sz="1200" u="sng" dirty="0" err="1">
                <a:solidFill>
                  <a:schemeClr val="dk1"/>
                </a:solidFill>
              </a:rPr>
              <a:t>MindSphere</a:t>
            </a:r>
            <a:r>
              <a:rPr lang="en-US" altLang="zh-CN" sz="1200" u="sng" dirty="0">
                <a:solidFill>
                  <a:schemeClr val="dk1"/>
                </a:solidFill>
              </a:rPr>
              <a:t> Training</a:t>
            </a:r>
          </a:p>
          <a:p>
            <a:pPr marL="0" lvl="1">
              <a:lnSpc>
                <a:spcPct val="110000"/>
              </a:lnSpc>
              <a:spcBef>
                <a:spcPts val="300"/>
              </a:spcBef>
              <a:buClr>
                <a:schemeClr val="accent1"/>
              </a:buClr>
            </a:pPr>
            <a:r>
              <a:rPr lang="en-US" altLang="zh-CN" sz="1200" dirty="0">
                <a:solidFill>
                  <a:schemeClr val="dk1"/>
                </a:solidFill>
              </a:rPr>
              <a:t>BU</a:t>
            </a:r>
            <a:r>
              <a:rPr lang="zh-CN" altLang="en-US" sz="1200" dirty="0">
                <a:solidFill>
                  <a:schemeClr val="dk1"/>
                </a:solidFill>
              </a:rPr>
              <a:t> </a:t>
            </a:r>
            <a:r>
              <a:rPr lang="en-US" altLang="zh-CN" sz="1200" dirty="0">
                <a:solidFill>
                  <a:schemeClr val="dk1"/>
                </a:solidFill>
              </a:rPr>
              <a:t>: DI SW CAS (</a:t>
            </a:r>
            <a:r>
              <a:rPr lang="en-US" altLang="zh-CN" sz="1200" dirty="0" err="1">
                <a:solidFill>
                  <a:schemeClr val="dk1"/>
                </a:solidFill>
              </a:rPr>
              <a:t>MindSphere</a:t>
            </a:r>
            <a:r>
              <a:rPr lang="en-US" altLang="zh-CN" sz="1200" dirty="0">
                <a:solidFill>
                  <a:schemeClr val="dk1"/>
                </a:solidFill>
              </a:rPr>
              <a:t> R&amp;D)</a:t>
            </a:r>
          </a:p>
          <a:p>
            <a:pPr marL="0" lvl="1">
              <a:lnSpc>
                <a:spcPct val="110000"/>
              </a:lnSpc>
              <a:spcBef>
                <a:spcPts val="300"/>
              </a:spcBef>
              <a:buClr>
                <a:schemeClr val="accent1"/>
              </a:buClr>
            </a:pPr>
            <a:endParaRPr lang="en-US" altLang="zh-CN" sz="1200" u="sng" dirty="0">
              <a:solidFill>
                <a:schemeClr val="dk1"/>
              </a:solidFill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BCB0C8C9-DB3B-40EF-BB72-DF31307BC253}"/>
              </a:ext>
            </a:extLst>
          </p:cNvPr>
          <p:cNvSpPr/>
          <p:nvPr/>
        </p:nvSpPr>
        <p:spPr bwMode="gray">
          <a:xfrm>
            <a:off x="3433207" y="5795480"/>
            <a:ext cx="2700376" cy="67063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lvl="1">
              <a:lnSpc>
                <a:spcPct val="110000"/>
              </a:lnSpc>
              <a:spcBef>
                <a:spcPts val="300"/>
              </a:spcBef>
              <a:buClr>
                <a:schemeClr val="accent1"/>
              </a:buClr>
            </a:pPr>
            <a:r>
              <a:rPr lang="en-US" altLang="zh-CN" sz="1200" u="sng" dirty="0">
                <a:solidFill>
                  <a:schemeClr val="dk1"/>
                </a:solidFill>
              </a:rPr>
              <a:t>Ali </a:t>
            </a:r>
            <a:r>
              <a:rPr lang="en-US" altLang="zh-CN" sz="1200" u="sng" dirty="0" err="1">
                <a:solidFill>
                  <a:schemeClr val="dk1"/>
                </a:solidFill>
              </a:rPr>
              <a:t>YunQi</a:t>
            </a:r>
            <a:r>
              <a:rPr lang="en-US" altLang="zh-CN" sz="1200" u="sng" dirty="0">
                <a:solidFill>
                  <a:schemeClr val="dk1"/>
                </a:solidFill>
              </a:rPr>
              <a:t> Conference</a:t>
            </a:r>
          </a:p>
          <a:p>
            <a:pPr marL="0" lvl="1">
              <a:lnSpc>
                <a:spcPct val="110000"/>
              </a:lnSpc>
              <a:spcBef>
                <a:spcPts val="300"/>
              </a:spcBef>
              <a:buClr>
                <a:schemeClr val="accent1"/>
              </a:buClr>
            </a:pPr>
            <a:r>
              <a:rPr lang="en-US" altLang="zh-CN" sz="1200" dirty="0">
                <a:solidFill>
                  <a:schemeClr val="dk1"/>
                </a:solidFill>
              </a:rPr>
              <a:t>BU</a:t>
            </a:r>
            <a:r>
              <a:rPr lang="zh-CN" altLang="en-US" sz="1200" dirty="0">
                <a:solidFill>
                  <a:schemeClr val="dk1"/>
                </a:solidFill>
              </a:rPr>
              <a:t> </a:t>
            </a:r>
            <a:r>
              <a:rPr lang="en-US" altLang="zh-CN" sz="1200" dirty="0">
                <a:solidFill>
                  <a:schemeClr val="dk1"/>
                </a:solidFill>
              </a:rPr>
              <a:t>: DI DE (</a:t>
            </a:r>
            <a:r>
              <a:rPr lang="en-US" altLang="zh-CN" sz="1200" dirty="0" err="1">
                <a:solidFill>
                  <a:schemeClr val="dk1"/>
                </a:solidFill>
              </a:rPr>
              <a:t>MindSphere</a:t>
            </a:r>
            <a:r>
              <a:rPr lang="en-US" altLang="zh-CN" sz="1200" dirty="0">
                <a:solidFill>
                  <a:schemeClr val="dk1"/>
                </a:solidFill>
              </a:rPr>
              <a:t> Sales)</a:t>
            </a:r>
          </a:p>
          <a:p>
            <a:pPr marL="0" lvl="1">
              <a:lnSpc>
                <a:spcPct val="110000"/>
              </a:lnSpc>
              <a:spcBef>
                <a:spcPts val="300"/>
              </a:spcBef>
              <a:buClr>
                <a:schemeClr val="accent1"/>
              </a:buClr>
            </a:pPr>
            <a:endParaRPr lang="en-US" altLang="zh-CN" sz="1200" u="sng" dirty="0">
              <a:solidFill>
                <a:schemeClr val="dk1"/>
              </a:solidFill>
            </a:endParaRPr>
          </a:p>
        </p:txBody>
      </p:sp>
      <p:sp>
        <p:nvSpPr>
          <p:cNvPr id="26" name="Rechteck 24">
            <a:extLst>
              <a:ext uri="{FF2B5EF4-FFF2-40B4-BE49-F238E27FC236}">
                <a16:creationId xmlns:a16="http://schemas.microsoft.com/office/drawing/2014/main" id="{8A932DE3-6DE5-467A-92C0-3C49AAC7C979}"/>
              </a:ext>
            </a:extLst>
          </p:cNvPr>
          <p:cNvSpPr/>
          <p:nvPr/>
        </p:nvSpPr>
        <p:spPr bwMode="gray">
          <a:xfrm>
            <a:off x="6558281" y="5795480"/>
            <a:ext cx="2700376" cy="67063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lvl="1">
              <a:lnSpc>
                <a:spcPct val="110000"/>
              </a:lnSpc>
              <a:spcBef>
                <a:spcPts val="300"/>
              </a:spcBef>
              <a:buClr>
                <a:schemeClr val="accent1"/>
              </a:buClr>
            </a:pPr>
            <a:r>
              <a:rPr lang="en-US" altLang="zh-CN" sz="1200" u="sng" dirty="0">
                <a:solidFill>
                  <a:schemeClr val="dk1"/>
                </a:solidFill>
              </a:rPr>
              <a:t>IFS ,DEC Demo Show</a:t>
            </a:r>
          </a:p>
          <a:p>
            <a:pPr marL="0" lvl="1">
              <a:lnSpc>
                <a:spcPct val="110000"/>
              </a:lnSpc>
              <a:spcBef>
                <a:spcPts val="300"/>
              </a:spcBef>
              <a:buClr>
                <a:schemeClr val="accent1"/>
              </a:buClr>
            </a:pPr>
            <a:r>
              <a:rPr lang="en-US" altLang="zh-CN" sz="1200" dirty="0">
                <a:solidFill>
                  <a:schemeClr val="dk1"/>
                </a:solidFill>
              </a:rPr>
              <a:t>BU</a:t>
            </a:r>
            <a:r>
              <a:rPr lang="zh-CN" altLang="en-US" sz="1200" dirty="0">
                <a:solidFill>
                  <a:schemeClr val="dk1"/>
                </a:solidFill>
              </a:rPr>
              <a:t> </a:t>
            </a:r>
            <a:r>
              <a:rPr lang="en-US" altLang="zh-CN" sz="1200" dirty="0">
                <a:solidFill>
                  <a:schemeClr val="dk1"/>
                </a:solidFill>
              </a:rPr>
              <a:t>: DI CS DE</a:t>
            </a:r>
          </a:p>
          <a:p>
            <a:pPr marL="0" lvl="1">
              <a:lnSpc>
                <a:spcPct val="110000"/>
              </a:lnSpc>
              <a:spcBef>
                <a:spcPts val="300"/>
              </a:spcBef>
              <a:buClr>
                <a:schemeClr val="accent1"/>
              </a:buClr>
            </a:pPr>
            <a:endParaRPr lang="en-US" altLang="zh-CN" sz="1200" u="sng" dirty="0">
              <a:solidFill>
                <a:schemeClr val="dk1"/>
              </a:solidFill>
            </a:endParaRPr>
          </a:p>
        </p:txBody>
      </p:sp>
      <p:sp>
        <p:nvSpPr>
          <p:cNvPr id="29" name="Rechteck 24">
            <a:extLst>
              <a:ext uri="{FF2B5EF4-FFF2-40B4-BE49-F238E27FC236}">
                <a16:creationId xmlns:a16="http://schemas.microsoft.com/office/drawing/2014/main" id="{D2AA5F66-7500-40DB-8C68-A533BBAEF944}"/>
              </a:ext>
            </a:extLst>
          </p:cNvPr>
          <p:cNvSpPr/>
          <p:nvPr/>
        </p:nvSpPr>
        <p:spPr bwMode="gray">
          <a:xfrm>
            <a:off x="9123595" y="5795480"/>
            <a:ext cx="2700376" cy="91223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lvl="1">
              <a:lnSpc>
                <a:spcPct val="110000"/>
              </a:lnSpc>
              <a:spcBef>
                <a:spcPts val="300"/>
              </a:spcBef>
              <a:buClr>
                <a:schemeClr val="accent1"/>
              </a:buClr>
            </a:pPr>
            <a:r>
              <a:rPr lang="en-US" altLang="zh-CN" sz="1200" u="sng" dirty="0" err="1">
                <a:solidFill>
                  <a:schemeClr val="dk1"/>
                </a:solidFill>
              </a:rPr>
              <a:t>WineSphere</a:t>
            </a:r>
            <a:endParaRPr lang="en-US" altLang="zh-CN" sz="1200" u="sng" dirty="0">
              <a:solidFill>
                <a:schemeClr val="dk1"/>
              </a:solidFill>
            </a:endParaRPr>
          </a:p>
          <a:p>
            <a:pPr marL="0" lvl="1">
              <a:lnSpc>
                <a:spcPct val="110000"/>
              </a:lnSpc>
              <a:spcBef>
                <a:spcPts val="300"/>
              </a:spcBef>
              <a:buClr>
                <a:schemeClr val="accent1"/>
              </a:buClr>
            </a:pPr>
            <a:r>
              <a:rPr lang="en-US" altLang="zh-CN" sz="1200" dirty="0">
                <a:solidFill>
                  <a:schemeClr val="dk1"/>
                </a:solidFill>
              </a:rPr>
              <a:t>Siemens Christmas Market Booth</a:t>
            </a:r>
          </a:p>
          <a:p>
            <a:pPr marL="0" lvl="1">
              <a:lnSpc>
                <a:spcPct val="110000"/>
              </a:lnSpc>
              <a:spcBef>
                <a:spcPts val="300"/>
              </a:spcBef>
              <a:buClr>
                <a:schemeClr val="accent1"/>
              </a:buClr>
            </a:pPr>
            <a:r>
              <a:rPr lang="en-US" altLang="zh-CN" sz="1200" dirty="0">
                <a:solidFill>
                  <a:schemeClr val="dk1"/>
                </a:solidFill>
              </a:rPr>
              <a:t>Show digitalization concept to external</a:t>
            </a:r>
          </a:p>
          <a:p>
            <a:pPr marL="0" lvl="1">
              <a:lnSpc>
                <a:spcPct val="110000"/>
              </a:lnSpc>
              <a:spcBef>
                <a:spcPts val="300"/>
              </a:spcBef>
              <a:buClr>
                <a:schemeClr val="accent1"/>
              </a:buClr>
            </a:pPr>
            <a:endParaRPr lang="en-US" altLang="zh-CN" sz="1200" u="sng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7281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6" grpId="0"/>
      <p:bldP spid="2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2" name="Object 621" hidden="1">
            <a:extLst>
              <a:ext uri="{FF2B5EF4-FFF2-40B4-BE49-F238E27FC236}">
                <a16:creationId xmlns:a16="http://schemas.microsoft.com/office/drawing/2014/main" id="{B87B3CA8-15F3-4EB5-A9D1-D948709D5CD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22" name="think-cell Slide" r:id="rId6" imgW="400" imgH="393" progId="TCLayout.ActiveDocument.1">
                  <p:embed/>
                </p:oleObj>
              </mc:Choice>
              <mc:Fallback>
                <p:oleObj name="think-cell Slide" r:id="rId6" imgW="400" imgH="393" progId="TCLayout.ActiveDocument.1">
                  <p:embed/>
                  <p:pic>
                    <p:nvPicPr>
                      <p:cNvPr id="622" name="Object 621" hidden="1">
                        <a:extLst>
                          <a:ext uri="{FF2B5EF4-FFF2-40B4-BE49-F238E27FC236}">
                            <a16:creationId xmlns:a16="http://schemas.microsoft.com/office/drawing/2014/main" id="{B87B3CA8-15F3-4EB5-A9D1-D948709D5C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1" name="Rectangle 620" hidden="1">
            <a:extLst>
              <a:ext uri="{FF2B5EF4-FFF2-40B4-BE49-F238E27FC236}">
                <a16:creationId xmlns:a16="http://schemas.microsoft.com/office/drawing/2014/main" id="{053ED296-6FFE-4305-AE81-ABE4314C78EC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0" tIns="0" rIns="0" bIns="0" numCol="1" spcCol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sz="2200" b="1" dirty="0">
              <a:solidFill>
                <a:schemeClr val="tx1"/>
              </a:solidFill>
              <a:latin typeface="Siemens Sans" pitchFamily="2" charset="0"/>
              <a:ea typeface="Siemens Sans Global" pitchFamily="2" charset="-122"/>
              <a:cs typeface="Arial" panose="020B0604020202020204" pitchFamily="34" charset="0"/>
              <a:sym typeface="Siemens Sans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5FBC1E-0D5C-4273-B46C-134DA9146499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626400" tIns="432000" rIns="2124000" bIns="234000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 dirty="0">
                <a:latin typeface="Arial" pitchFamily="34" charset="0"/>
              </a:rPr>
              <a:t>Keep on growing</a:t>
            </a:r>
            <a:endParaRPr lang="en-US" dirty="0">
              <a:latin typeface="Arial" pitchFamily="34" charset="0"/>
            </a:endParaRPr>
          </a:p>
        </p:txBody>
      </p:sp>
      <p:sp>
        <p:nvSpPr>
          <p:cNvPr id="30" name="Rechteck 27">
            <a:extLst>
              <a:ext uri="{FF2B5EF4-FFF2-40B4-BE49-F238E27FC236}">
                <a16:creationId xmlns:a16="http://schemas.microsoft.com/office/drawing/2014/main" id="{BF4924F7-A29E-43ED-8EFC-3FA971814E35}"/>
              </a:ext>
            </a:extLst>
          </p:cNvPr>
          <p:cNvSpPr>
            <a:spLocks/>
          </p:cNvSpPr>
          <p:nvPr/>
        </p:nvSpPr>
        <p:spPr bwMode="gray">
          <a:xfrm>
            <a:off x="554404" y="1067131"/>
            <a:ext cx="2101903" cy="246221"/>
          </a:xfrm>
          <a:prstGeom prst="rect">
            <a:avLst/>
          </a:prstGeom>
          <a:noFill/>
        </p:spPr>
        <p:txBody>
          <a:bodyPr wrap="square" lIns="72000" tIns="0" rIns="0" bIns="0" anchor="t" anchorCtr="0">
            <a:noAutofit/>
          </a:bodyPr>
          <a:lstStyle/>
          <a:p>
            <a:pPr rtl="0"/>
            <a:r>
              <a:rPr lang="en-US" altLang="zh-CN" sz="1600" b="1" i="0" u="none" baseline="0" dirty="0">
                <a:solidFill>
                  <a:srgbClr val="41AAAA"/>
                </a:solidFill>
                <a:cs typeface="Arial" charset="0"/>
                <a:sym typeface="Arial" charset="0"/>
              </a:rPr>
              <a:t>Growth Path</a:t>
            </a:r>
            <a:r>
              <a:rPr lang="zh-CN" altLang="en-US" sz="1600" b="1" i="0" u="none" baseline="0" dirty="0">
                <a:solidFill>
                  <a:srgbClr val="41AAAA"/>
                </a:solidFill>
                <a:cs typeface="Arial" charset="0"/>
                <a:sym typeface="Arial" charset="0"/>
              </a:rPr>
              <a:t>：</a:t>
            </a:r>
            <a:endParaRPr lang="en-US" sz="1600" b="1" i="0" u="none" baseline="0" dirty="0">
              <a:solidFill>
                <a:srgbClr val="41AAAA"/>
              </a:solidFill>
              <a:cs typeface="Arial" charset="0"/>
              <a:sym typeface="Arial" charset="0"/>
            </a:endParaRPr>
          </a:p>
        </p:txBody>
      </p:sp>
      <p:sp>
        <p:nvSpPr>
          <p:cNvPr id="297" name="Gleichschenkliges Dreieck 7">
            <a:extLst>
              <a:ext uri="{FF2B5EF4-FFF2-40B4-BE49-F238E27FC236}">
                <a16:creationId xmlns:a16="http://schemas.microsoft.com/office/drawing/2014/main" id="{ADFCE392-F237-40CF-B86C-494263B8EB82}"/>
              </a:ext>
            </a:extLst>
          </p:cNvPr>
          <p:cNvSpPr/>
          <p:nvPr/>
        </p:nvSpPr>
        <p:spPr>
          <a:xfrm rot="10800000" flipH="1">
            <a:off x="1290638" y="2538552"/>
            <a:ext cx="151240" cy="82990"/>
          </a:xfrm>
          <a:prstGeom prst="triangle">
            <a:avLst>
              <a:gd name="adj" fmla="val 40000"/>
            </a:avLst>
          </a:prstGeom>
          <a:solidFill>
            <a:srgbClr val="A5E1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6D2418F-F9CB-47FD-A6E8-AD0AF8341CE8}"/>
              </a:ext>
            </a:extLst>
          </p:cNvPr>
          <p:cNvGrpSpPr/>
          <p:nvPr/>
        </p:nvGrpSpPr>
        <p:grpSpPr>
          <a:xfrm>
            <a:off x="626415" y="5719035"/>
            <a:ext cx="4294552" cy="599152"/>
            <a:chOff x="626415" y="5719035"/>
            <a:chExt cx="4294552" cy="59915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F81739C-9522-4692-A736-47C5E9DB68AA}"/>
                </a:ext>
              </a:extLst>
            </p:cNvPr>
            <p:cNvSpPr/>
            <p:nvPr/>
          </p:nvSpPr>
          <p:spPr bwMode="auto">
            <a:xfrm>
              <a:off x="626415" y="5719035"/>
              <a:ext cx="567747" cy="599152"/>
            </a:xfrm>
            <a:prstGeom prst="rect">
              <a:avLst/>
            </a:prstGeom>
            <a:solidFill>
              <a:srgbClr val="AAB414"/>
            </a:solidFill>
            <a:ln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  <a:buFont typeface="Wingdings" charset="0"/>
                <a:buNone/>
              </a:pPr>
              <a:endParaRPr lang="en-US" sz="18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grpSp>
          <p:nvGrpSpPr>
            <p:cNvPr id="309" name="Gruppieren 48">
              <a:extLst>
                <a:ext uri="{FF2B5EF4-FFF2-40B4-BE49-F238E27FC236}">
                  <a16:creationId xmlns:a16="http://schemas.microsoft.com/office/drawing/2014/main" id="{DE5BA368-105D-46E1-85E3-2A0D0EDA00B0}"/>
                </a:ext>
              </a:extLst>
            </p:cNvPr>
            <p:cNvGrpSpPr>
              <a:grpSpLocks/>
            </p:cNvGrpSpPr>
            <p:nvPr/>
          </p:nvGrpSpPr>
          <p:grpSpPr>
            <a:xfrm>
              <a:off x="1302655" y="5887555"/>
              <a:ext cx="3618312" cy="361798"/>
              <a:chOff x="2924175" y="5932294"/>
              <a:chExt cx="1996791" cy="262130"/>
            </a:xfrm>
          </p:grpSpPr>
          <p:sp>
            <p:nvSpPr>
              <p:cNvPr id="310" name="Textfeld 22">
                <a:extLst>
                  <a:ext uri="{FF2B5EF4-FFF2-40B4-BE49-F238E27FC236}">
                    <a16:creationId xmlns:a16="http://schemas.microsoft.com/office/drawing/2014/main" id="{75EC00BB-F7C0-4B82-8D58-7775513A251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07337" y="5932294"/>
                <a:ext cx="1813629" cy="215435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>
                <a:noAutofit/>
              </a:bodyPr>
              <a:lstStyle/>
              <a:p>
                <a:pPr algn="r">
                  <a:spcBef>
                    <a:spcPts val="0"/>
                  </a:spcBef>
                </a:pPr>
                <a:r>
                  <a:rPr lang="en-US" sz="1400" b="1" dirty="0">
                    <a:solidFill>
                      <a:srgbClr val="0F8287"/>
                    </a:solidFill>
                  </a:rPr>
                  <a:t>Support from colleagues and families</a:t>
                </a:r>
              </a:p>
            </p:txBody>
          </p:sp>
          <p:cxnSp>
            <p:nvCxnSpPr>
              <p:cNvPr id="311" name="Gerader Verbinder 23">
                <a:extLst>
                  <a:ext uri="{FF2B5EF4-FFF2-40B4-BE49-F238E27FC236}">
                    <a16:creationId xmlns:a16="http://schemas.microsoft.com/office/drawing/2014/main" id="{2B0EE30D-A9FE-4B9B-9FC3-440295B432DD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924175" y="6194424"/>
                <a:ext cx="1996790" cy="0"/>
              </a:xfrm>
              <a:prstGeom prst="line">
                <a:avLst/>
              </a:prstGeom>
              <a:solidFill>
                <a:schemeClr val="tx2"/>
              </a:solidFill>
              <a:ln w="952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01C78BA-7E54-4F4B-A614-56BF7B28F91A}"/>
              </a:ext>
            </a:extLst>
          </p:cNvPr>
          <p:cNvGrpSpPr/>
          <p:nvPr/>
        </p:nvGrpSpPr>
        <p:grpSpPr>
          <a:xfrm>
            <a:off x="623480" y="2070697"/>
            <a:ext cx="10972335" cy="2603742"/>
            <a:chOff x="623480" y="2070697"/>
            <a:chExt cx="10972335" cy="2603742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F9E15D0-70CC-4B3A-875C-C21A37A4F7F3}"/>
                </a:ext>
              </a:extLst>
            </p:cNvPr>
            <p:cNvGrpSpPr/>
            <p:nvPr/>
          </p:nvGrpSpPr>
          <p:grpSpPr>
            <a:xfrm>
              <a:off x="623480" y="2432994"/>
              <a:ext cx="4297485" cy="2192543"/>
              <a:chOff x="623480" y="2432994"/>
              <a:chExt cx="4297485" cy="2192543"/>
            </a:xfrm>
          </p:grpSpPr>
          <p:grpSp>
            <p:nvGrpSpPr>
              <p:cNvPr id="287" name="Gruppieren 42">
                <a:extLst>
                  <a:ext uri="{FF2B5EF4-FFF2-40B4-BE49-F238E27FC236}">
                    <a16:creationId xmlns:a16="http://schemas.microsoft.com/office/drawing/2014/main" id="{4686A88A-B250-4CA9-BB3C-520C01EC0955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2057400" y="3329942"/>
                <a:ext cx="2863565" cy="262131"/>
                <a:chOff x="2057400" y="4733084"/>
                <a:chExt cx="2863565" cy="262131"/>
              </a:xfrm>
            </p:grpSpPr>
            <p:sp>
              <p:nvSpPr>
                <p:cNvPr id="288" name="Textfeld 40">
                  <a:extLst>
                    <a:ext uri="{FF2B5EF4-FFF2-40B4-BE49-F238E27FC236}">
                      <a16:creationId xmlns:a16="http://schemas.microsoft.com/office/drawing/2014/main" id="{C66A0DA6-7EE1-4B33-99F2-D0A12FA28B8C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356338" y="4733084"/>
                  <a:ext cx="2564627" cy="215433"/>
                </a:xfrm>
                <a:prstGeom prst="rect">
                  <a:avLst/>
                </a:prstGeom>
                <a:noFill/>
              </p:spPr>
              <p:txBody>
                <a:bodyPr vert="horz" wrap="square" lIns="0" tIns="0" rIns="0" bIns="0" rtlCol="0">
                  <a:noAutofit/>
                </a:bodyPr>
                <a:lstStyle/>
                <a:p>
                  <a:pPr algn="r">
                    <a:spcBef>
                      <a:spcPts val="0"/>
                    </a:spcBef>
                  </a:pPr>
                  <a:r>
                    <a:rPr lang="en-US" altLang="zh-CN" sz="1400" b="1" dirty="0">
                      <a:solidFill>
                        <a:srgbClr val="32A0A0"/>
                      </a:solidFill>
                    </a:rPr>
                    <a:t>Innovation      Projects</a:t>
                  </a:r>
                  <a:endParaRPr lang="en-US" sz="1400" b="1" dirty="0">
                    <a:solidFill>
                      <a:srgbClr val="32A0A0"/>
                    </a:solidFill>
                  </a:endParaRPr>
                </a:p>
              </p:txBody>
            </p:sp>
            <p:cxnSp>
              <p:nvCxnSpPr>
                <p:cNvPr id="289" name="Gerader Verbinder 41">
                  <a:extLst>
                    <a:ext uri="{FF2B5EF4-FFF2-40B4-BE49-F238E27FC236}">
                      <a16:creationId xmlns:a16="http://schemas.microsoft.com/office/drawing/2014/main" id="{45231B32-E64E-41BC-8130-8F455D24A872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2057400" y="4995215"/>
                  <a:ext cx="2863565" cy="0"/>
                </a:xfrm>
                <a:prstGeom prst="line">
                  <a:avLst/>
                </a:prstGeom>
                <a:solidFill>
                  <a:schemeClr val="tx2"/>
                </a:solidFill>
                <a:ln w="9525" cap="flat" cmpd="sng" algn="ctr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grpSp>
            <p:nvGrpSpPr>
              <p:cNvPr id="293" name="Gruppieren 53">
                <a:extLst>
                  <a:ext uri="{FF2B5EF4-FFF2-40B4-BE49-F238E27FC236}">
                    <a16:creationId xmlns:a16="http://schemas.microsoft.com/office/drawing/2014/main" id="{6DD98AA8-A0AE-4B61-BEC7-37688133D7EE}"/>
                  </a:ext>
                </a:extLst>
              </p:cNvPr>
              <p:cNvGrpSpPr/>
              <p:nvPr/>
            </p:nvGrpSpPr>
            <p:grpSpPr>
              <a:xfrm>
                <a:off x="623480" y="2432994"/>
                <a:ext cx="1966766" cy="2192543"/>
                <a:chOff x="623480" y="2908383"/>
                <a:chExt cx="1966766" cy="2192543"/>
              </a:xfrm>
            </p:grpSpPr>
            <p:sp>
              <p:nvSpPr>
                <p:cNvPr id="294" name="Gleichschenkliges Dreieck 9">
                  <a:extLst>
                    <a:ext uri="{FF2B5EF4-FFF2-40B4-BE49-F238E27FC236}">
                      <a16:creationId xmlns:a16="http://schemas.microsoft.com/office/drawing/2014/main" id="{2CF21D40-7F64-452C-BAD0-FCBD6C947E33}"/>
                    </a:ext>
                  </a:extLst>
                </p:cNvPr>
                <p:cNvSpPr/>
                <p:nvPr/>
              </p:nvSpPr>
              <p:spPr>
                <a:xfrm rot="10800000" flipH="1">
                  <a:off x="2356339" y="4964401"/>
                  <a:ext cx="231526" cy="136525"/>
                </a:xfrm>
                <a:prstGeom prst="triangle">
                  <a:avLst>
                    <a:gd name="adj" fmla="val 42962"/>
                  </a:avLst>
                </a:prstGeom>
                <a:solidFill>
                  <a:srgbClr val="4BB9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5" name="Freihandform: Form 14">
                  <a:extLst>
                    <a:ext uri="{FF2B5EF4-FFF2-40B4-BE49-F238E27FC236}">
                      <a16:creationId xmlns:a16="http://schemas.microsoft.com/office/drawing/2014/main" id="{31A29005-7BBD-4393-8676-CC7D7D970C6E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623480" y="2908383"/>
                  <a:ext cx="1966766" cy="2056027"/>
                </a:xfrm>
                <a:custGeom>
                  <a:avLst/>
                  <a:gdLst>
                    <a:gd name="connsiteX0" fmla="*/ 0 w 1902586"/>
                    <a:gd name="connsiteY0" fmla="*/ 0 h 1988934"/>
                    <a:gd name="connsiteX1" fmla="*/ 580780 w 1902586"/>
                    <a:gd name="connsiteY1" fmla="*/ 0 h 1988934"/>
                    <a:gd name="connsiteX2" fmla="*/ 1902586 w 1902586"/>
                    <a:gd name="connsiteY2" fmla="*/ 1988934 h 1988934"/>
                    <a:gd name="connsiteX3" fmla="*/ 0 w 1902586"/>
                    <a:gd name="connsiteY3" fmla="*/ 1988934 h 19889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02586" h="1988934">
                      <a:moveTo>
                        <a:pt x="0" y="0"/>
                      </a:moveTo>
                      <a:lnTo>
                        <a:pt x="580780" y="0"/>
                      </a:lnTo>
                      <a:lnTo>
                        <a:pt x="1902586" y="1988934"/>
                      </a:lnTo>
                      <a:lnTo>
                        <a:pt x="0" y="1988934"/>
                      </a:lnTo>
                      <a:close/>
                    </a:path>
                  </a:pathLst>
                </a:custGeom>
                <a:solidFill>
                  <a:srgbClr val="32A0A0"/>
                </a:solidFill>
                <a:ln w="19050">
                  <a:noFill/>
                  <a:round/>
                  <a:headEnd/>
                  <a:tailEnd/>
                </a:ln>
              </p:spPr>
              <p:txBody>
                <a:bodyPr wrap="square">
                  <a:noAutofit/>
                </a:bodyPr>
                <a:lstStyle/>
                <a:p>
                  <a:endParaRPr lang="en-US">
                    <a:solidFill>
                      <a:schemeClr val="bg2"/>
                    </a:solidFill>
                    <a:latin typeface="Arial" pitchFamily="34" charset="0"/>
                    <a:ea typeface="ＭＳ Ｐゴシック" charset="-128"/>
                  </a:endParaRPr>
                </a:p>
              </p:txBody>
            </p:sp>
          </p:grpSp>
          <p:grpSp>
            <p:nvGrpSpPr>
              <p:cNvPr id="315" name="Grafik 15">
                <a:extLst>
                  <a:ext uri="{FF2B5EF4-FFF2-40B4-BE49-F238E27FC236}">
                    <a16:creationId xmlns:a16="http://schemas.microsoft.com/office/drawing/2014/main" id="{C4E7874C-26AE-4A2D-A5B1-1DDDEAFE8F71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524557" y="3936670"/>
                <a:ext cx="459596" cy="439320"/>
                <a:chOff x="837997" y="3985366"/>
                <a:chExt cx="1108800" cy="1288111"/>
              </a:xfrm>
              <a:solidFill>
                <a:schemeClr val="bg1"/>
              </a:solidFill>
            </p:grpSpPr>
            <p:sp>
              <p:nvSpPr>
                <p:cNvPr id="316" name="Freihandform 29">
                  <a:extLst>
                    <a:ext uri="{FF2B5EF4-FFF2-40B4-BE49-F238E27FC236}">
                      <a16:creationId xmlns:a16="http://schemas.microsoft.com/office/drawing/2014/main" id="{9B978988-1ABF-4F06-9298-87D8A6E34015}"/>
                    </a:ext>
                  </a:extLst>
                </p:cNvPr>
                <p:cNvSpPr/>
                <p:nvPr/>
              </p:nvSpPr>
              <p:spPr>
                <a:xfrm>
                  <a:off x="1388692" y="4504201"/>
                  <a:ext cx="172907" cy="679684"/>
                </a:xfrm>
                <a:custGeom>
                  <a:avLst/>
                  <a:gdLst>
                    <a:gd name="connsiteX0" fmla="*/ 2058 w 172906"/>
                    <a:gd name="connsiteY0" fmla="*/ 2055 h 679684"/>
                    <a:gd name="connsiteX1" fmla="*/ 171590 w 172906"/>
                    <a:gd name="connsiteY1" fmla="*/ 2055 h 679684"/>
                    <a:gd name="connsiteX2" fmla="*/ 171590 w 172906"/>
                    <a:gd name="connsiteY2" fmla="*/ 680123 h 679684"/>
                    <a:gd name="connsiteX3" fmla="*/ 2058 w 172906"/>
                    <a:gd name="connsiteY3" fmla="*/ 680123 h 6796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72906" h="679684">
                      <a:moveTo>
                        <a:pt x="2058" y="2055"/>
                      </a:moveTo>
                      <a:lnTo>
                        <a:pt x="171590" y="2055"/>
                      </a:lnTo>
                      <a:lnTo>
                        <a:pt x="171590" y="680123"/>
                      </a:lnTo>
                      <a:lnTo>
                        <a:pt x="2058" y="680123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de-DE"/>
                </a:p>
              </p:txBody>
            </p:sp>
            <p:sp>
              <p:nvSpPr>
                <p:cNvPr id="317" name="Freihandform 31">
                  <a:extLst>
                    <a:ext uri="{FF2B5EF4-FFF2-40B4-BE49-F238E27FC236}">
                      <a16:creationId xmlns:a16="http://schemas.microsoft.com/office/drawing/2014/main" id="{0BA8B682-55A2-482D-8106-2F31D18C881A}"/>
                    </a:ext>
                  </a:extLst>
                </p:cNvPr>
                <p:cNvSpPr/>
                <p:nvPr/>
              </p:nvSpPr>
              <p:spPr>
                <a:xfrm>
                  <a:off x="1599391" y="4504201"/>
                  <a:ext cx="178396" cy="679684"/>
                </a:xfrm>
                <a:custGeom>
                  <a:avLst/>
                  <a:gdLst>
                    <a:gd name="connsiteX0" fmla="*/ 2058 w 178396"/>
                    <a:gd name="connsiteY0" fmla="*/ 2055 h 679684"/>
                    <a:gd name="connsiteX1" fmla="*/ 177518 w 178396"/>
                    <a:gd name="connsiteY1" fmla="*/ 2055 h 679684"/>
                    <a:gd name="connsiteX2" fmla="*/ 177518 w 178396"/>
                    <a:gd name="connsiteY2" fmla="*/ 680123 h 679684"/>
                    <a:gd name="connsiteX3" fmla="*/ 2058 w 178396"/>
                    <a:gd name="connsiteY3" fmla="*/ 680123 h 6796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78396" h="679684">
                      <a:moveTo>
                        <a:pt x="2058" y="2055"/>
                      </a:moveTo>
                      <a:lnTo>
                        <a:pt x="177518" y="2055"/>
                      </a:lnTo>
                      <a:lnTo>
                        <a:pt x="177518" y="680123"/>
                      </a:lnTo>
                      <a:lnTo>
                        <a:pt x="2058" y="680123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de-DE"/>
                </a:p>
              </p:txBody>
            </p:sp>
            <p:sp>
              <p:nvSpPr>
                <p:cNvPr id="318" name="Freihandform 32">
                  <a:extLst>
                    <a:ext uri="{FF2B5EF4-FFF2-40B4-BE49-F238E27FC236}">
                      <a16:creationId xmlns:a16="http://schemas.microsoft.com/office/drawing/2014/main" id="{36F11E1A-C2A5-4A4B-A35D-210DC948BA81}"/>
                    </a:ext>
                  </a:extLst>
                </p:cNvPr>
                <p:cNvSpPr/>
                <p:nvPr/>
              </p:nvSpPr>
              <p:spPr>
                <a:xfrm>
                  <a:off x="1166355" y="5222035"/>
                  <a:ext cx="612036" cy="52073"/>
                </a:xfrm>
                <a:custGeom>
                  <a:avLst/>
                  <a:gdLst>
                    <a:gd name="connsiteX0" fmla="*/ 2058 w 612035"/>
                    <a:gd name="connsiteY0" fmla="*/ 51442 h 52072"/>
                    <a:gd name="connsiteX1" fmla="*/ 67049 w 612035"/>
                    <a:gd name="connsiteY1" fmla="*/ 9620 h 52072"/>
                    <a:gd name="connsiteX2" fmla="*/ 80059 w 612035"/>
                    <a:gd name="connsiteY2" fmla="*/ 3618 h 52072"/>
                    <a:gd name="connsiteX3" fmla="*/ 92327 w 612035"/>
                    <a:gd name="connsiteY3" fmla="*/ 2056 h 52072"/>
                    <a:gd name="connsiteX4" fmla="*/ 610554 w 612035"/>
                    <a:gd name="connsiteY4" fmla="*/ 2056 h 52072"/>
                    <a:gd name="connsiteX5" fmla="*/ 610554 w 612035"/>
                    <a:gd name="connsiteY5" fmla="*/ 51388 h 520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612035" h="52072">
                      <a:moveTo>
                        <a:pt x="2058" y="51442"/>
                      </a:moveTo>
                      <a:lnTo>
                        <a:pt x="67049" y="9620"/>
                      </a:lnTo>
                      <a:cubicBezTo>
                        <a:pt x="71045" y="6952"/>
                        <a:pt x="75435" y="4927"/>
                        <a:pt x="80059" y="3618"/>
                      </a:cubicBezTo>
                      <a:cubicBezTo>
                        <a:pt x="84063" y="2570"/>
                        <a:pt x="88187" y="2045"/>
                        <a:pt x="92327" y="2056"/>
                      </a:cubicBezTo>
                      <a:lnTo>
                        <a:pt x="610554" y="2056"/>
                      </a:lnTo>
                      <a:lnTo>
                        <a:pt x="610554" y="51388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de-DE"/>
                </a:p>
              </p:txBody>
            </p:sp>
            <p:sp>
              <p:nvSpPr>
                <p:cNvPr id="319" name="Freihandform 35">
                  <a:extLst>
                    <a:ext uri="{FF2B5EF4-FFF2-40B4-BE49-F238E27FC236}">
                      <a16:creationId xmlns:a16="http://schemas.microsoft.com/office/drawing/2014/main" id="{C1BFAB45-4761-4B91-AA08-020A017DCD18}"/>
                    </a:ext>
                  </a:extLst>
                </p:cNvPr>
                <p:cNvSpPr/>
                <p:nvPr/>
              </p:nvSpPr>
              <p:spPr>
                <a:xfrm>
                  <a:off x="1006540" y="4504201"/>
                  <a:ext cx="343069" cy="770126"/>
                </a:xfrm>
                <a:custGeom>
                  <a:avLst/>
                  <a:gdLst>
                    <a:gd name="connsiteX0" fmla="*/ 253926 w 343069"/>
                    <a:gd name="connsiteY0" fmla="*/ 680123 h 770125"/>
                    <a:gd name="connsiteX1" fmla="*/ 343042 w 343069"/>
                    <a:gd name="connsiteY1" fmla="*/ 680123 h 770125"/>
                    <a:gd name="connsiteX2" fmla="*/ 343042 w 343069"/>
                    <a:gd name="connsiteY2" fmla="*/ 2055 h 770125"/>
                    <a:gd name="connsiteX3" fmla="*/ 2058 w 343069"/>
                    <a:gd name="connsiteY3" fmla="*/ 2055 h 770125"/>
                    <a:gd name="connsiteX4" fmla="*/ 2058 w 343069"/>
                    <a:gd name="connsiteY4" fmla="*/ 769276 h 770125"/>
                    <a:gd name="connsiteX5" fmla="*/ 93754 w 343069"/>
                    <a:gd name="connsiteY5" fmla="*/ 769276 h 770125"/>
                    <a:gd name="connsiteX6" fmla="*/ 152570 w 343069"/>
                    <a:gd name="connsiteY6" fmla="*/ 730058 h 770125"/>
                    <a:gd name="connsiteX7" fmla="*/ 211331 w 343069"/>
                    <a:gd name="connsiteY7" fmla="*/ 690811 h 770125"/>
                    <a:gd name="connsiteX8" fmla="*/ 253926 w 343069"/>
                    <a:gd name="connsiteY8" fmla="*/ 680123 h 770125"/>
                    <a:gd name="connsiteX9" fmla="*/ 218439 w 343069"/>
                    <a:gd name="connsiteY9" fmla="*/ 571373 h 770125"/>
                    <a:gd name="connsiteX10" fmla="*/ 218439 w 343069"/>
                    <a:gd name="connsiteY10" fmla="*/ 500116 h 770125"/>
                    <a:gd name="connsiteX11" fmla="*/ 289660 w 343069"/>
                    <a:gd name="connsiteY11" fmla="*/ 500116 h 770125"/>
                    <a:gd name="connsiteX12" fmla="*/ 147218 w 343069"/>
                    <a:gd name="connsiteY12" fmla="*/ 500116 h 770125"/>
                    <a:gd name="connsiteX13" fmla="*/ 147218 w 343069"/>
                    <a:gd name="connsiteY13" fmla="*/ 428859 h 770125"/>
                    <a:gd name="connsiteX14" fmla="*/ 218576 w 343069"/>
                    <a:gd name="connsiteY14" fmla="*/ 428859 h 770125"/>
                    <a:gd name="connsiteX15" fmla="*/ 74185 w 343069"/>
                    <a:gd name="connsiteY15" fmla="*/ 90195 h 770125"/>
                    <a:gd name="connsiteX16" fmla="*/ 271793 w 343069"/>
                    <a:gd name="connsiteY16" fmla="*/ 90195 h 770125"/>
                    <a:gd name="connsiteX17" fmla="*/ 271793 w 343069"/>
                    <a:gd name="connsiteY17" fmla="*/ 358780 h 770125"/>
                    <a:gd name="connsiteX18" fmla="*/ 74185 w 343069"/>
                    <a:gd name="connsiteY18" fmla="*/ 358780 h 770125"/>
                    <a:gd name="connsiteX19" fmla="*/ 75969 w 343069"/>
                    <a:gd name="connsiteY19" fmla="*/ 589188 h 770125"/>
                    <a:gd name="connsiteX20" fmla="*/ 75969 w 343069"/>
                    <a:gd name="connsiteY20" fmla="*/ 517930 h 770125"/>
                    <a:gd name="connsiteX21" fmla="*/ 147328 w 343069"/>
                    <a:gd name="connsiteY21" fmla="*/ 517930 h 770125"/>
                    <a:gd name="connsiteX22" fmla="*/ 147328 w 343069"/>
                    <a:gd name="connsiteY22" fmla="*/ 660445 h 770125"/>
                    <a:gd name="connsiteX23" fmla="*/ 147328 w 343069"/>
                    <a:gd name="connsiteY23" fmla="*/ 589188 h 770125"/>
                    <a:gd name="connsiteX24" fmla="*/ 218686 w 343069"/>
                    <a:gd name="connsiteY24" fmla="*/ 589188 h 7701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343069" h="770125">
                      <a:moveTo>
                        <a:pt x="253926" y="680123"/>
                      </a:moveTo>
                      <a:lnTo>
                        <a:pt x="343042" y="680123"/>
                      </a:lnTo>
                      <a:lnTo>
                        <a:pt x="343042" y="2055"/>
                      </a:lnTo>
                      <a:lnTo>
                        <a:pt x="2058" y="2055"/>
                      </a:lnTo>
                      <a:lnTo>
                        <a:pt x="2058" y="769276"/>
                      </a:lnTo>
                      <a:lnTo>
                        <a:pt x="93754" y="769276"/>
                      </a:lnTo>
                      <a:lnTo>
                        <a:pt x="152570" y="730058"/>
                      </a:lnTo>
                      <a:lnTo>
                        <a:pt x="211331" y="690811"/>
                      </a:lnTo>
                      <a:cubicBezTo>
                        <a:pt x="224278" y="683413"/>
                        <a:pt x="239015" y="679715"/>
                        <a:pt x="253926" y="680123"/>
                      </a:cubicBezTo>
                      <a:close/>
                      <a:moveTo>
                        <a:pt x="218439" y="571373"/>
                      </a:moveTo>
                      <a:lnTo>
                        <a:pt x="218439" y="500116"/>
                      </a:lnTo>
                      <a:lnTo>
                        <a:pt x="289660" y="500116"/>
                      </a:lnTo>
                      <a:close/>
                      <a:moveTo>
                        <a:pt x="147218" y="500116"/>
                      </a:moveTo>
                      <a:lnTo>
                        <a:pt x="147218" y="428859"/>
                      </a:lnTo>
                      <a:lnTo>
                        <a:pt x="218576" y="428859"/>
                      </a:lnTo>
                      <a:close/>
                      <a:moveTo>
                        <a:pt x="74185" y="90195"/>
                      </a:moveTo>
                      <a:lnTo>
                        <a:pt x="271793" y="90195"/>
                      </a:lnTo>
                      <a:lnTo>
                        <a:pt x="271793" y="358780"/>
                      </a:lnTo>
                      <a:lnTo>
                        <a:pt x="74185" y="358780"/>
                      </a:lnTo>
                      <a:close/>
                      <a:moveTo>
                        <a:pt x="75969" y="589188"/>
                      </a:moveTo>
                      <a:lnTo>
                        <a:pt x="75969" y="517930"/>
                      </a:lnTo>
                      <a:lnTo>
                        <a:pt x="147328" y="517930"/>
                      </a:lnTo>
                      <a:close/>
                      <a:moveTo>
                        <a:pt x="147328" y="660445"/>
                      </a:moveTo>
                      <a:lnTo>
                        <a:pt x="147328" y="589188"/>
                      </a:lnTo>
                      <a:lnTo>
                        <a:pt x="218686" y="589188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de-DE"/>
                </a:p>
              </p:txBody>
            </p:sp>
            <p:sp>
              <p:nvSpPr>
                <p:cNvPr id="320" name="Freihandform 38">
                  <a:extLst>
                    <a:ext uri="{FF2B5EF4-FFF2-40B4-BE49-F238E27FC236}">
                      <a16:creationId xmlns:a16="http://schemas.microsoft.com/office/drawing/2014/main" id="{4F0705F7-FA14-45AC-9C27-65BA6BA820DE}"/>
                    </a:ext>
                  </a:extLst>
                </p:cNvPr>
                <p:cNvSpPr/>
                <p:nvPr/>
              </p:nvSpPr>
              <p:spPr>
                <a:xfrm>
                  <a:off x="835939" y="3983283"/>
                  <a:ext cx="1111545" cy="482356"/>
                </a:xfrm>
                <a:custGeom>
                  <a:avLst/>
                  <a:gdLst>
                    <a:gd name="connsiteX0" fmla="*/ 513561 w 1111544"/>
                    <a:gd name="connsiteY0" fmla="*/ 481699 h 482356"/>
                    <a:gd name="connsiteX1" fmla="*/ 513561 w 1111544"/>
                    <a:gd name="connsiteY1" fmla="*/ 333703 h 482356"/>
                    <a:gd name="connsiteX2" fmla="*/ 391785 w 1111544"/>
                    <a:gd name="connsiteY2" fmla="*/ 212867 h 482356"/>
                    <a:gd name="connsiteX3" fmla="*/ 2058 w 1111544"/>
                    <a:gd name="connsiteY3" fmla="*/ 212867 h 482356"/>
                    <a:gd name="connsiteX4" fmla="*/ 2058 w 1111544"/>
                    <a:gd name="connsiteY4" fmla="*/ 127742 h 482356"/>
                    <a:gd name="connsiteX5" fmla="*/ 391785 w 1111544"/>
                    <a:gd name="connsiteY5" fmla="*/ 127742 h 482356"/>
                    <a:gd name="connsiteX6" fmla="*/ 600990 w 1111544"/>
                    <a:gd name="connsiteY6" fmla="*/ 8045 h 482356"/>
                    <a:gd name="connsiteX7" fmla="*/ 720857 w 1111544"/>
                    <a:gd name="connsiteY7" fmla="*/ 127742 h 482356"/>
                    <a:gd name="connsiteX8" fmla="*/ 1110584 w 1111544"/>
                    <a:gd name="connsiteY8" fmla="*/ 127742 h 482356"/>
                    <a:gd name="connsiteX9" fmla="*/ 1110584 w 1111544"/>
                    <a:gd name="connsiteY9" fmla="*/ 212867 h 482356"/>
                    <a:gd name="connsiteX10" fmla="*/ 720720 w 1111544"/>
                    <a:gd name="connsiteY10" fmla="*/ 212867 h 482356"/>
                    <a:gd name="connsiteX11" fmla="*/ 598807 w 1111544"/>
                    <a:gd name="connsiteY11" fmla="*/ 334608 h 482356"/>
                    <a:gd name="connsiteX12" fmla="*/ 598807 w 1111544"/>
                    <a:gd name="connsiteY12" fmla="*/ 482083 h 482356"/>
                    <a:gd name="connsiteX13" fmla="*/ 641540 w 1111544"/>
                    <a:gd name="connsiteY13" fmla="*/ 170305 h 482356"/>
                    <a:gd name="connsiteX14" fmla="*/ 556294 w 1111544"/>
                    <a:gd name="connsiteY14" fmla="*/ 85180 h 482356"/>
                    <a:gd name="connsiteX15" fmla="*/ 471048 w 1111544"/>
                    <a:gd name="connsiteY15" fmla="*/ 170305 h 482356"/>
                    <a:gd name="connsiteX16" fmla="*/ 556184 w 1111544"/>
                    <a:gd name="connsiteY16" fmla="*/ 255430 h 482356"/>
                    <a:gd name="connsiteX17" fmla="*/ 641540 w 1111544"/>
                    <a:gd name="connsiteY17" fmla="*/ 170469 h 482356"/>
                    <a:gd name="connsiteX18" fmla="*/ 641540 w 1111544"/>
                    <a:gd name="connsiteY18" fmla="*/ 170305 h 482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1111544" h="482356">
                      <a:moveTo>
                        <a:pt x="513561" y="481699"/>
                      </a:moveTo>
                      <a:lnTo>
                        <a:pt x="513561" y="333703"/>
                      </a:lnTo>
                      <a:cubicBezTo>
                        <a:pt x="454153" y="318239"/>
                        <a:pt x="407647" y="272092"/>
                        <a:pt x="391785" y="212867"/>
                      </a:cubicBezTo>
                      <a:lnTo>
                        <a:pt x="2058" y="212867"/>
                      </a:lnTo>
                      <a:lnTo>
                        <a:pt x="2058" y="127742"/>
                      </a:lnTo>
                      <a:lnTo>
                        <a:pt x="391785" y="127742"/>
                      </a:lnTo>
                      <a:cubicBezTo>
                        <a:pt x="416455" y="37001"/>
                        <a:pt x="510119" y="-16590"/>
                        <a:pt x="600990" y="8045"/>
                      </a:cubicBezTo>
                      <a:cubicBezTo>
                        <a:pt x="659386" y="23876"/>
                        <a:pt x="705004" y="69429"/>
                        <a:pt x="720857" y="127742"/>
                      </a:cubicBezTo>
                      <a:lnTo>
                        <a:pt x="1110584" y="127742"/>
                      </a:lnTo>
                      <a:lnTo>
                        <a:pt x="1110584" y="212867"/>
                      </a:lnTo>
                      <a:lnTo>
                        <a:pt x="720720" y="212867"/>
                      </a:lnTo>
                      <a:cubicBezTo>
                        <a:pt x="705133" y="272485"/>
                        <a:pt x="658509" y="319042"/>
                        <a:pt x="598807" y="334608"/>
                      </a:cubicBezTo>
                      <a:lnTo>
                        <a:pt x="598807" y="482083"/>
                      </a:lnTo>
                      <a:close/>
                      <a:moveTo>
                        <a:pt x="641540" y="170305"/>
                      </a:moveTo>
                      <a:cubicBezTo>
                        <a:pt x="641540" y="123292"/>
                        <a:pt x="603374" y="85180"/>
                        <a:pt x="556294" y="85180"/>
                      </a:cubicBezTo>
                      <a:cubicBezTo>
                        <a:pt x="509214" y="85180"/>
                        <a:pt x="471048" y="123292"/>
                        <a:pt x="471048" y="170305"/>
                      </a:cubicBezTo>
                      <a:cubicBezTo>
                        <a:pt x="471048" y="217275"/>
                        <a:pt x="509147" y="255369"/>
                        <a:pt x="556184" y="255430"/>
                      </a:cubicBezTo>
                      <a:cubicBezTo>
                        <a:pt x="603249" y="255506"/>
                        <a:pt x="641464" y="217467"/>
                        <a:pt x="641540" y="170469"/>
                      </a:cubicBezTo>
                      <a:cubicBezTo>
                        <a:pt x="641540" y="170415"/>
                        <a:pt x="641540" y="170360"/>
                        <a:pt x="641540" y="170305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de-DE"/>
                </a:p>
              </p:txBody>
            </p:sp>
          </p:grpSp>
          <p:pic>
            <p:nvPicPr>
              <p:cNvPr id="321" name="Grafik 70">
                <a:extLst>
                  <a:ext uri="{FF2B5EF4-FFF2-40B4-BE49-F238E27FC236}">
                    <a16:creationId xmlns:a16="http://schemas.microsoft.com/office/drawing/2014/main" id="{3271E291-740F-4906-B2A8-42C7BF2763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 bwMode="gray">
              <a:xfrm>
                <a:off x="721221" y="4028127"/>
                <a:ext cx="457778" cy="374063"/>
              </a:xfrm>
              <a:prstGeom prst="rect">
                <a:avLst/>
              </a:prstGeom>
            </p:spPr>
          </p:pic>
          <p:sp>
            <p:nvSpPr>
              <p:cNvPr id="322" name="Freeform 37">
                <a:extLst>
                  <a:ext uri="{FF2B5EF4-FFF2-40B4-BE49-F238E27FC236}">
                    <a16:creationId xmlns:a16="http://schemas.microsoft.com/office/drawing/2014/main" id="{60C06FCC-B4CF-437B-B0F2-4593E40CC616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040069" y="3117514"/>
                <a:ext cx="461794" cy="524711"/>
              </a:xfrm>
              <a:custGeom>
                <a:avLst/>
                <a:gdLst>
                  <a:gd name="T0" fmla="*/ 170 w 587"/>
                  <a:gd name="T1" fmla="*/ 385 h 667"/>
                  <a:gd name="T2" fmla="*/ 207 w 587"/>
                  <a:gd name="T3" fmla="*/ 349 h 667"/>
                  <a:gd name="T4" fmla="*/ 244 w 587"/>
                  <a:gd name="T5" fmla="*/ 385 h 667"/>
                  <a:gd name="T6" fmla="*/ 207 w 587"/>
                  <a:gd name="T7" fmla="*/ 422 h 667"/>
                  <a:gd name="T8" fmla="*/ 170 w 587"/>
                  <a:gd name="T9" fmla="*/ 385 h 667"/>
                  <a:gd name="T10" fmla="*/ 357 w 587"/>
                  <a:gd name="T11" fmla="*/ 385 h 667"/>
                  <a:gd name="T12" fmla="*/ 394 w 587"/>
                  <a:gd name="T13" fmla="*/ 349 h 667"/>
                  <a:gd name="T14" fmla="*/ 431 w 587"/>
                  <a:gd name="T15" fmla="*/ 385 h 667"/>
                  <a:gd name="T16" fmla="*/ 394 w 587"/>
                  <a:gd name="T17" fmla="*/ 422 h 667"/>
                  <a:gd name="T18" fmla="*/ 357 w 587"/>
                  <a:gd name="T19" fmla="*/ 385 h 667"/>
                  <a:gd name="T20" fmla="*/ 194 w 587"/>
                  <a:gd name="T21" fmla="*/ 439 h 667"/>
                  <a:gd name="T22" fmla="*/ 194 w 587"/>
                  <a:gd name="T23" fmla="*/ 496 h 667"/>
                  <a:gd name="T24" fmla="*/ 90 w 587"/>
                  <a:gd name="T25" fmla="*/ 496 h 667"/>
                  <a:gd name="T26" fmla="*/ 90 w 587"/>
                  <a:gd name="T27" fmla="*/ 392 h 667"/>
                  <a:gd name="T28" fmla="*/ 147 w 587"/>
                  <a:gd name="T29" fmla="*/ 392 h 667"/>
                  <a:gd name="T30" fmla="*/ 194 w 587"/>
                  <a:gd name="T31" fmla="*/ 439 h 667"/>
                  <a:gd name="T32" fmla="*/ 381 w 587"/>
                  <a:gd name="T33" fmla="*/ 439 h 667"/>
                  <a:gd name="T34" fmla="*/ 381 w 587"/>
                  <a:gd name="T35" fmla="*/ 496 h 667"/>
                  <a:gd name="T36" fmla="*/ 277 w 587"/>
                  <a:gd name="T37" fmla="*/ 496 h 667"/>
                  <a:gd name="T38" fmla="*/ 277 w 587"/>
                  <a:gd name="T39" fmla="*/ 392 h 667"/>
                  <a:gd name="T40" fmla="*/ 334 w 587"/>
                  <a:gd name="T41" fmla="*/ 392 h 667"/>
                  <a:gd name="T42" fmla="*/ 381 w 587"/>
                  <a:gd name="T43" fmla="*/ 439 h 667"/>
                  <a:gd name="T44" fmla="*/ 497 w 587"/>
                  <a:gd name="T45" fmla="*/ 570 h 667"/>
                  <a:gd name="T46" fmla="*/ 497 w 587"/>
                  <a:gd name="T47" fmla="*/ 291 h 667"/>
                  <a:gd name="T48" fmla="*/ 472 w 587"/>
                  <a:gd name="T49" fmla="*/ 267 h 667"/>
                  <a:gd name="T50" fmla="*/ 25 w 587"/>
                  <a:gd name="T51" fmla="*/ 267 h 667"/>
                  <a:gd name="T52" fmla="*/ 0 w 587"/>
                  <a:gd name="T53" fmla="*/ 291 h 667"/>
                  <a:gd name="T54" fmla="*/ 0 w 587"/>
                  <a:gd name="T55" fmla="*/ 570 h 667"/>
                  <a:gd name="T56" fmla="*/ 25 w 587"/>
                  <a:gd name="T57" fmla="*/ 594 h 667"/>
                  <a:gd name="T58" fmla="*/ 206 w 587"/>
                  <a:gd name="T59" fmla="*/ 594 h 667"/>
                  <a:gd name="T60" fmla="*/ 206 w 587"/>
                  <a:gd name="T61" fmla="*/ 642 h 667"/>
                  <a:gd name="T62" fmla="*/ 146 w 587"/>
                  <a:gd name="T63" fmla="*/ 642 h 667"/>
                  <a:gd name="T64" fmla="*/ 146 w 587"/>
                  <a:gd name="T65" fmla="*/ 667 h 667"/>
                  <a:gd name="T66" fmla="*/ 351 w 587"/>
                  <a:gd name="T67" fmla="*/ 667 h 667"/>
                  <a:gd name="T68" fmla="*/ 351 w 587"/>
                  <a:gd name="T69" fmla="*/ 642 h 667"/>
                  <a:gd name="T70" fmla="*/ 291 w 587"/>
                  <a:gd name="T71" fmla="*/ 642 h 667"/>
                  <a:gd name="T72" fmla="*/ 291 w 587"/>
                  <a:gd name="T73" fmla="*/ 594 h 667"/>
                  <a:gd name="T74" fmla="*/ 472 w 587"/>
                  <a:gd name="T75" fmla="*/ 594 h 667"/>
                  <a:gd name="T76" fmla="*/ 497 w 587"/>
                  <a:gd name="T77" fmla="*/ 570 h 667"/>
                  <a:gd name="T78" fmla="*/ 25 w 587"/>
                  <a:gd name="T79" fmla="*/ 570 h 667"/>
                  <a:gd name="T80" fmla="*/ 25 w 587"/>
                  <a:gd name="T81" fmla="*/ 291 h 667"/>
                  <a:gd name="T82" fmla="*/ 472 w 587"/>
                  <a:gd name="T83" fmla="*/ 291 h 667"/>
                  <a:gd name="T84" fmla="*/ 472 w 587"/>
                  <a:gd name="T85" fmla="*/ 570 h 667"/>
                  <a:gd name="T86" fmla="*/ 25 w 587"/>
                  <a:gd name="T87" fmla="*/ 570 h 667"/>
                  <a:gd name="T88" fmla="*/ 587 w 587"/>
                  <a:gd name="T89" fmla="*/ 0 h 667"/>
                  <a:gd name="T90" fmla="*/ 587 w 587"/>
                  <a:gd name="T91" fmla="*/ 434 h 667"/>
                  <a:gd name="T92" fmla="*/ 517 w 587"/>
                  <a:gd name="T93" fmla="*/ 434 h 667"/>
                  <a:gd name="T94" fmla="*/ 517 w 587"/>
                  <a:gd name="T95" fmla="*/ 291 h 667"/>
                  <a:gd name="T96" fmla="*/ 472 w 587"/>
                  <a:gd name="T97" fmla="*/ 247 h 667"/>
                  <a:gd name="T98" fmla="*/ 153 w 587"/>
                  <a:gd name="T99" fmla="*/ 247 h 667"/>
                  <a:gd name="T100" fmla="*/ 153 w 587"/>
                  <a:gd name="T101" fmla="*/ 127 h 667"/>
                  <a:gd name="T102" fmla="*/ 274 w 587"/>
                  <a:gd name="T103" fmla="*/ 193 h 667"/>
                  <a:gd name="T104" fmla="*/ 274 w 587"/>
                  <a:gd name="T105" fmla="*/ 127 h 667"/>
                  <a:gd name="T106" fmla="*/ 394 w 587"/>
                  <a:gd name="T107" fmla="*/ 193 h 667"/>
                  <a:gd name="T108" fmla="*/ 394 w 587"/>
                  <a:gd name="T109" fmla="*/ 127 h 667"/>
                  <a:gd name="T110" fmla="*/ 515 w 587"/>
                  <a:gd name="T111" fmla="*/ 193 h 667"/>
                  <a:gd name="T112" fmla="*/ 515 w 587"/>
                  <a:gd name="T113" fmla="*/ 0 h 667"/>
                  <a:gd name="T114" fmla="*/ 587 w 587"/>
                  <a:gd name="T115" fmla="*/ 0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587" h="667">
                    <a:moveTo>
                      <a:pt x="170" y="385"/>
                    </a:moveTo>
                    <a:cubicBezTo>
                      <a:pt x="207" y="349"/>
                      <a:pt x="207" y="349"/>
                      <a:pt x="207" y="349"/>
                    </a:cubicBezTo>
                    <a:cubicBezTo>
                      <a:pt x="244" y="385"/>
                      <a:pt x="244" y="385"/>
                      <a:pt x="244" y="385"/>
                    </a:cubicBezTo>
                    <a:cubicBezTo>
                      <a:pt x="207" y="422"/>
                      <a:pt x="207" y="422"/>
                      <a:pt x="207" y="422"/>
                    </a:cubicBezTo>
                    <a:lnTo>
                      <a:pt x="170" y="385"/>
                    </a:lnTo>
                    <a:close/>
                    <a:moveTo>
                      <a:pt x="357" y="385"/>
                    </a:moveTo>
                    <a:cubicBezTo>
                      <a:pt x="394" y="349"/>
                      <a:pt x="394" y="349"/>
                      <a:pt x="394" y="349"/>
                    </a:cubicBezTo>
                    <a:cubicBezTo>
                      <a:pt x="431" y="385"/>
                      <a:pt x="431" y="385"/>
                      <a:pt x="431" y="385"/>
                    </a:cubicBezTo>
                    <a:cubicBezTo>
                      <a:pt x="394" y="422"/>
                      <a:pt x="394" y="422"/>
                      <a:pt x="394" y="422"/>
                    </a:cubicBezTo>
                    <a:lnTo>
                      <a:pt x="357" y="385"/>
                    </a:lnTo>
                    <a:close/>
                    <a:moveTo>
                      <a:pt x="194" y="439"/>
                    </a:moveTo>
                    <a:cubicBezTo>
                      <a:pt x="194" y="496"/>
                      <a:pt x="194" y="496"/>
                      <a:pt x="194" y="496"/>
                    </a:cubicBezTo>
                    <a:cubicBezTo>
                      <a:pt x="90" y="496"/>
                      <a:pt x="90" y="496"/>
                      <a:pt x="90" y="496"/>
                    </a:cubicBezTo>
                    <a:cubicBezTo>
                      <a:pt x="90" y="392"/>
                      <a:pt x="90" y="392"/>
                      <a:pt x="90" y="392"/>
                    </a:cubicBezTo>
                    <a:cubicBezTo>
                      <a:pt x="147" y="392"/>
                      <a:pt x="147" y="392"/>
                      <a:pt x="147" y="392"/>
                    </a:cubicBezTo>
                    <a:lnTo>
                      <a:pt x="194" y="439"/>
                    </a:lnTo>
                    <a:close/>
                    <a:moveTo>
                      <a:pt x="381" y="439"/>
                    </a:moveTo>
                    <a:cubicBezTo>
                      <a:pt x="381" y="496"/>
                      <a:pt x="381" y="496"/>
                      <a:pt x="381" y="496"/>
                    </a:cubicBezTo>
                    <a:cubicBezTo>
                      <a:pt x="277" y="496"/>
                      <a:pt x="277" y="496"/>
                      <a:pt x="277" y="496"/>
                    </a:cubicBezTo>
                    <a:cubicBezTo>
                      <a:pt x="277" y="392"/>
                      <a:pt x="277" y="392"/>
                      <a:pt x="277" y="392"/>
                    </a:cubicBezTo>
                    <a:cubicBezTo>
                      <a:pt x="334" y="392"/>
                      <a:pt x="334" y="392"/>
                      <a:pt x="334" y="392"/>
                    </a:cubicBezTo>
                    <a:lnTo>
                      <a:pt x="381" y="439"/>
                    </a:lnTo>
                    <a:close/>
                    <a:moveTo>
                      <a:pt x="497" y="570"/>
                    </a:moveTo>
                    <a:cubicBezTo>
                      <a:pt x="497" y="291"/>
                      <a:pt x="497" y="291"/>
                      <a:pt x="497" y="291"/>
                    </a:cubicBezTo>
                    <a:cubicBezTo>
                      <a:pt x="497" y="278"/>
                      <a:pt x="486" y="267"/>
                      <a:pt x="472" y="267"/>
                    </a:cubicBezTo>
                    <a:cubicBezTo>
                      <a:pt x="25" y="267"/>
                      <a:pt x="25" y="267"/>
                      <a:pt x="25" y="267"/>
                    </a:cubicBezTo>
                    <a:cubicBezTo>
                      <a:pt x="11" y="267"/>
                      <a:pt x="0" y="278"/>
                      <a:pt x="0" y="291"/>
                    </a:cubicBezTo>
                    <a:cubicBezTo>
                      <a:pt x="0" y="570"/>
                      <a:pt x="0" y="570"/>
                      <a:pt x="0" y="570"/>
                    </a:cubicBezTo>
                    <a:cubicBezTo>
                      <a:pt x="0" y="583"/>
                      <a:pt x="11" y="594"/>
                      <a:pt x="25" y="594"/>
                    </a:cubicBezTo>
                    <a:cubicBezTo>
                      <a:pt x="206" y="594"/>
                      <a:pt x="206" y="594"/>
                      <a:pt x="206" y="594"/>
                    </a:cubicBezTo>
                    <a:cubicBezTo>
                      <a:pt x="206" y="642"/>
                      <a:pt x="206" y="642"/>
                      <a:pt x="206" y="642"/>
                    </a:cubicBezTo>
                    <a:cubicBezTo>
                      <a:pt x="146" y="642"/>
                      <a:pt x="146" y="642"/>
                      <a:pt x="146" y="642"/>
                    </a:cubicBezTo>
                    <a:cubicBezTo>
                      <a:pt x="146" y="667"/>
                      <a:pt x="146" y="667"/>
                      <a:pt x="146" y="667"/>
                    </a:cubicBezTo>
                    <a:cubicBezTo>
                      <a:pt x="351" y="667"/>
                      <a:pt x="351" y="667"/>
                      <a:pt x="351" y="667"/>
                    </a:cubicBezTo>
                    <a:cubicBezTo>
                      <a:pt x="351" y="642"/>
                      <a:pt x="351" y="642"/>
                      <a:pt x="351" y="642"/>
                    </a:cubicBezTo>
                    <a:cubicBezTo>
                      <a:pt x="291" y="642"/>
                      <a:pt x="291" y="642"/>
                      <a:pt x="291" y="642"/>
                    </a:cubicBezTo>
                    <a:cubicBezTo>
                      <a:pt x="291" y="594"/>
                      <a:pt x="291" y="594"/>
                      <a:pt x="291" y="594"/>
                    </a:cubicBezTo>
                    <a:cubicBezTo>
                      <a:pt x="472" y="594"/>
                      <a:pt x="472" y="594"/>
                      <a:pt x="472" y="594"/>
                    </a:cubicBezTo>
                    <a:cubicBezTo>
                      <a:pt x="486" y="594"/>
                      <a:pt x="497" y="583"/>
                      <a:pt x="497" y="570"/>
                    </a:cubicBezTo>
                    <a:close/>
                    <a:moveTo>
                      <a:pt x="25" y="570"/>
                    </a:moveTo>
                    <a:cubicBezTo>
                      <a:pt x="25" y="291"/>
                      <a:pt x="25" y="291"/>
                      <a:pt x="25" y="291"/>
                    </a:cubicBezTo>
                    <a:cubicBezTo>
                      <a:pt x="472" y="291"/>
                      <a:pt x="472" y="291"/>
                      <a:pt x="472" y="291"/>
                    </a:cubicBezTo>
                    <a:cubicBezTo>
                      <a:pt x="472" y="570"/>
                      <a:pt x="472" y="570"/>
                      <a:pt x="472" y="570"/>
                    </a:cubicBezTo>
                    <a:lnTo>
                      <a:pt x="25" y="570"/>
                    </a:lnTo>
                    <a:close/>
                    <a:moveTo>
                      <a:pt x="587" y="0"/>
                    </a:moveTo>
                    <a:cubicBezTo>
                      <a:pt x="587" y="434"/>
                      <a:pt x="587" y="434"/>
                      <a:pt x="587" y="434"/>
                    </a:cubicBezTo>
                    <a:cubicBezTo>
                      <a:pt x="517" y="434"/>
                      <a:pt x="517" y="434"/>
                      <a:pt x="517" y="434"/>
                    </a:cubicBezTo>
                    <a:cubicBezTo>
                      <a:pt x="517" y="291"/>
                      <a:pt x="517" y="291"/>
                      <a:pt x="517" y="291"/>
                    </a:cubicBezTo>
                    <a:cubicBezTo>
                      <a:pt x="517" y="267"/>
                      <a:pt x="497" y="247"/>
                      <a:pt x="472" y="247"/>
                    </a:cubicBezTo>
                    <a:cubicBezTo>
                      <a:pt x="153" y="247"/>
                      <a:pt x="153" y="247"/>
                      <a:pt x="153" y="247"/>
                    </a:cubicBezTo>
                    <a:cubicBezTo>
                      <a:pt x="153" y="127"/>
                      <a:pt x="153" y="127"/>
                      <a:pt x="153" y="127"/>
                    </a:cubicBezTo>
                    <a:cubicBezTo>
                      <a:pt x="274" y="193"/>
                      <a:pt x="274" y="193"/>
                      <a:pt x="274" y="193"/>
                    </a:cubicBezTo>
                    <a:cubicBezTo>
                      <a:pt x="274" y="127"/>
                      <a:pt x="274" y="127"/>
                      <a:pt x="274" y="127"/>
                    </a:cubicBezTo>
                    <a:cubicBezTo>
                      <a:pt x="394" y="193"/>
                      <a:pt x="394" y="193"/>
                      <a:pt x="394" y="193"/>
                    </a:cubicBezTo>
                    <a:cubicBezTo>
                      <a:pt x="394" y="127"/>
                      <a:pt x="394" y="127"/>
                      <a:pt x="394" y="127"/>
                    </a:cubicBezTo>
                    <a:cubicBezTo>
                      <a:pt x="515" y="193"/>
                      <a:pt x="515" y="193"/>
                      <a:pt x="515" y="193"/>
                    </a:cubicBezTo>
                    <a:cubicBezTo>
                      <a:pt x="515" y="0"/>
                      <a:pt x="515" y="0"/>
                      <a:pt x="515" y="0"/>
                    </a:cubicBezTo>
                    <a:lnTo>
                      <a:pt x="587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cxnSp>
          <p:nvCxnSpPr>
            <p:cNvPr id="610" name="Gerade Verbindung 89">
              <a:extLst>
                <a:ext uri="{FF2B5EF4-FFF2-40B4-BE49-F238E27FC236}">
                  <a16:creationId xmlns:a16="http://schemas.microsoft.com/office/drawing/2014/main" id="{F63F880C-B102-4A91-BE18-378FD33AD4D3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6123704" y="2070697"/>
              <a:ext cx="5472111" cy="0"/>
            </a:xfrm>
            <a:prstGeom prst="line">
              <a:avLst/>
            </a:prstGeom>
            <a:solidFill>
              <a:schemeClr val="tx2"/>
            </a:solidFill>
            <a:ln w="9525" cap="flat" cmpd="sng" algn="ctr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11" name="Textfeld 22">
              <a:extLst>
                <a:ext uri="{FF2B5EF4-FFF2-40B4-BE49-F238E27FC236}">
                  <a16:creationId xmlns:a16="http://schemas.microsoft.com/office/drawing/2014/main" id="{3E465C56-0ADB-4F02-AF01-6C453A5FC6F6}"/>
                </a:ext>
              </a:extLst>
            </p:cNvPr>
            <p:cNvSpPr txBox="1">
              <a:spLocks/>
            </p:cNvSpPr>
            <p:nvPr/>
          </p:nvSpPr>
          <p:spPr>
            <a:xfrm>
              <a:off x="6256270" y="2181276"/>
              <a:ext cx="1484320" cy="230261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0"/>
                </a:spcBef>
              </a:pPr>
              <a:r>
                <a:rPr lang="en-US" altLang="zh-CN" sz="1400" b="1" dirty="0">
                  <a:solidFill>
                    <a:srgbClr val="0F8287"/>
                  </a:solidFill>
                </a:rPr>
                <a:t>2017--2020</a:t>
              </a:r>
              <a:endParaRPr lang="en-US" sz="1400" b="1" dirty="0">
                <a:solidFill>
                  <a:srgbClr val="0F8287"/>
                </a:solidFill>
              </a:endParaRPr>
            </a:p>
          </p:txBody>
        </p:sp>
        <p:sp>
          <p:nvSpPr>
            <p:cNvPr id="657" name="Rechteck 24">
              <a:extLst>
                <a:ext uri="{FF2B5EF4-FFF2-40B4-BE49-F238E27FC236}">
                  <a16:creationId xmlns:a16="http://schemas.microsoft.com/office/drawing/2014/main" id="{8C93972F-ACF4-416E-B534-22E523F54C3C}"/>
                </a:ext>
              </a:extLst>
            </p:cNvPr>
            <p:cNvSpPr/>
            <p:nvPr/>
          </p:nvSpPr>
          <p:spPr bwMode="gray">
            <a:xfrm>
              <a:off x="6194032" y="2592651"/>
              <a:ext cx="2261147" cy="208178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lvl="1">
                <a:lnSpc>
                  <a:spcPct val="110000"/>
                </a:lnSpc>
                <a:spcBef>
                  <a:spcPts val="300"/>
                </a:spcBef>
                <a:buClr>
                  <a:schemeClr val="accent1"/>
                </a:buClr>
              </a:pPr>
              <a:r>
                <a:rPr lang="en-US" altLang="zh-CN" sz="1200" u="sng" dirty="0">
                  <a:solidFill>
                    <a:schemeClr val="dk1"/>
                  </a:solidFill>
                </a:rPr>
                <a:t>Innovation Topics: </a:t>
              </a:r>
            </a:p>
            <a:p>
              <a:pPr marL="171450" lvl="1" indent="-171450">
                <a:lnSpc>
                  <a:spcPct val="110000"/>
                </a:lnSpc>
                <a:spcBef>
                  <a:spcPts val="3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en-US" altLang="zh-CN" sz="1200" b="1" dirty="0">
                  <a:solidFill>
                    <a:schemeClr val="dk1"/>
                  </a:solidFill>
                </a:rPr>
                <a:t>Low-effort Engineering</a:t>
              </a:r>
            </a:p>
            <a:p>
              <a:pPr marL="0" lvl="1">
                <a:lnSpc>
                  <a:spcPct val="110000"/>
                </a:lnSpc>
                <a:spcBef>
                  <a:spcPts val="300"/>
                </a:spcBef>
                <a:buClr>
                  <a:schemeClr val="accent1"/>
                </a:buClr>
              </a:pPr>
              <a:r>
                <a:rPr lang="en-US" altLang="zh-CN" sz="1200" dirty="0">
                  <a:solidFill>
                    <a:schemeClr val="dk1"/>
                  </a:solidFill>
                </a:rPr>
                <a:t>   - Data Feeding Module</a:t>
              </a:r>
            </a:p>
            <a:p>
              <a:pPr marL="0" lvl="1">
                <a:lnSpc>
                  <a:spcPct val="110000"/>
                </a:lnSpc>
                <a:spcBef>
                  <a:spcPts val="300"/>
                </a:spcBef>
                <a:buClr>
                  <a:schemeClr val="accent1"/>
                </a:buClr>
              </a:pPr>
              <a:r>
                <a:rPr lang="en-US" altLang="zh-CN" sz="1200" dirty="0">
                  <a:solidFill>
                    <a:schemeClr val="dk1"/>
                  </a:solidFill>
                </a:rPr>
                <a:t>   - </a:t>
              </a:r>
              <a:r>
                <a:rPr lang="en-US" altLang="zh-CN" sz="1200" dirty="0" err="1">
                  <a:solidFill>
                    <a:schemeClr val="dk1"/>
                  </a:solidFill>
                </a:rPr>
                <a:t>MindSphere</a:t>
              </a:r>
              <a:r>
                <a:rPr lang="en-US" altLang="zh-CN" sz="1200" dirty="0">
                  <a:solidFill>
                    <a:schemeClr val="dk1"/>
                  </a:solidFill>
                </a:rPr>
                <a:t> </a:t>
              </a:r>
              <a:r>
                <a:rPr lang="en-US" altLang="zh-CN" sz="1200" dirty="0" err="1">
                  <a:solidFill>
                    <a:schemeClr val="dk1"/>
                  </a:solidFill>
                </a:rPr>
                <a:t>VSCode</a:t>
              </a:r>
              <a:r>
                <a:rPr lang="en-US" altLang="zh-CN" sz="1200" dirty="0">
                  <a:solidFill>
                    <a:schemeClr val="dk1"/>
                  </a:solidFill>
                </a:rPr>
                <a:t> Plugin</a:t>
              </a:r>
            </a:p>
            <a:p>
              <a:pPr marL="171450" lvl="1" indent="-171450">
                <a:lnSpc>
                  <a:spcPct val="110000"/>
                </a:lnSpc>
                <a:spcBef>
                  <a:spcPts val="3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en-US" altLang="zh-CN" sz="1200" b="1" dirty="0">
                  <a:solidFill>
                    <a:schemeClr val="dk1"/>
                  </a:solidFill>
                </a:rPr>
                <a:t>Resource and performance optimization</a:t>
              </a:r>
            </a:p>
            <a:p>
              <a:pPr marL="0" lvl="1">
                <a:lnSpc>
                  <a:spcPct val="110000"/>
                </a:lnSpc>
                <a:spcBef>
                  <a:spcPts val="300"/>
                </a:spcBef>
                <a:buClr>
                  <a:schemeClr val="accent1"/>
                </a:buClr>
              </a:pPr>
              <a:r>
                <a:rPr lang="en-US" altLang="zh-CN" sz="1200" dirty="0">
                  <a:solidFill>
                    <a:schemeClr val="dk1"/>
                  </a:solidFill>
                </a:rPr>
                <a:t>   - </a:t>
              </a:r>
              <a:r>
                <a:rPr lang="en-US" altLang="zh-CN" sz="1200" dirty="0" err="1">
                  <a:solidFill>
                    <a:schemeClr val="dk1"/>
                  </a:solidFill>
                </a:rPr>
                <a:t>CloudSim</a:t>
              </a:r>
              <a:r>
                <a:rPr lang="en-US" altLang="zh-CN" sz="1200" dirty="0">
                  <a:solidFill>
                    <a:schemeClr val="dk1"/>
                  </a:solidFill>
                </a:rPr>
                <a:t> </a:t>
              </a:r>
            </a:p>
            <a:p>
              <a:pPr marL="0" lvl="1">
                <a:lnSpc>
                  <a:spcPct val="110000"/>
                </a:lnSpc>
                <a:spcBef>
                  <a:spcPts val="300"/>
                </a:spcBef>
                <a:buClr>
                  <a:schemeClr val="accent1"/>
                </a:buClr>
              </a:pPr>
              <a:r>
                <a:rPr lang="en-US" altLang="zh-CN" sz="1200" dirty="0">
                  <a:solidFill>
                    <a:schemeClr val="dk1"/>
                  </a:solidFill>
                </a:rPr>
                <a:t>   - Easy to use edge computing </a:t>
              </a:r>
            </a:p>
            <a:p>
              <a:pPr marL="171450" lvl="1" indent="-171450">
                <a:lnSpc>
                  <a:spcPct val="110000"/>
                </a:lnSpc>
                <a:spcBef>
                  <a:spcPts val="3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endParaRPr lang="en-US" altLang="zh-CN" sz="1200" u="sng" dirty="0">
                <a:solidFill>
                  <a:schemeClr val="dk1"/>
                </a:solidFill>
              </a:endParaRPr>
            </a:p>
          </p:txBody>
        </p:sp>
      </p:grpSp>
      <p:sp>
        <p:nvSpPr>
          <p:cNvPr id="658" name="Rechteck 24">
            <a:extLst>
              <a:ext uri="{FF2B5EF4-FFF2-40B4-BE49-F238E27FC236}">
                <a16:creationId xmlns:a16="http://schemas.microsoft.com/office/drawing/2014/main" id="{4BCC626E-D550-4EAA-8C43-C33DD0849F27}"/>
              </a:ext>
            </a:extLst>
          </p:cNvPr>
          <p:cNvSpPr/>
          <p:nvPr/>
        </p:nvSpPr>
        <p:spPr bwMode="gray">
          <a:xfrm>
            <a:off x="8606030" y="2296406"/>
            <a:ext cx="3644415" cy="28066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lvl="1">
              <a:lnSpc>
                <a:spcPct val="110000"/>
              </a:lnSpc>
              <a:spcBef>
                <a:spcPts val="300"/>
              </a:spcBef>
              <a:buClr>
                <a:schemeClr val="accent1"/>
              </a:buClr>
            </a:pPr>
            <a:r>
              <a:rPr lang="en-US" altLang="zh-CN" sz="1200" u="sng" dirty="0">
                <a:solidFill>
                  <a:schemeClr val="dk1"/>
                </a:solidFill>
              </a:rPr>
              <a:t>Projects: End-to-end IoT projects</a:t>
            </a:r>
          </a:p>
          <a:p>
            <a:pPr marL="171450" lvl="1" indent="-171450">
              <a:lnSpc>
                <a:spcPct val="110000"/>
              </a:lnSpc>
              <a:spcBef>
                <a:spcPts val="3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zh-CN" sz="1200" b="1" dirty="0">
                <a:solidFill>
                  <a:schemeClr val="dk1"/>
                </a:solidFill>
              </a:rPr>
              <a:t>Device condition monitoring </a:t>
            </a:r>
          </a:p>
          <a:p>
            <a:pPr marL="0" lvl="1">
              <a:lnSpc>
                <a:spcPct val="110000"/>
              </a:lnSpc>
              <a:spcBef>
                <a:spcPts val="300"/>
              </a:spcBef>
              <a:buClr>
                <a:schemeClr val="accent1"/>
              </a:buClr>
            </a:pPr>
            <a:r>
              <a:rPr lang="en-US" altLang="zh-CN" sz="1200" dirty="0">
                <a:solidFill>
                  <a:schemeClr val="dk1"/>
                </a:solidFill>
              </a:rPr>
              <a:t>    - Schaeffler (DF PL CAS)</a:t>
            </a:r>
          </a:p>
          <a:p>
            <a:pPr marL="0" lvl="1">
              <a:lnSpc>
                <a:spcPct val="110000"/>
              </a:lnSpc>
              <a:spcBef>
                <a:spcPts val="300"/>
              </a:spcBef>
              <a:buClr>
                <a:schemeClr val="accent1"/>
              </a:buClr>
            </a:pPr>
            <a:r>
              <a:rPr lang="en-US" altLang="zh-CN" sz="1200" dirty="0">
                <a:solidFill>
                  <a:schemeClr val="dk1"/>
                </a:solidFill>
              </a:rPr>
              <a:t>    - THVS (</a:t>
            </a:r>
            <a:r>
              <a:rPr lang="fr-FR" altLang="zh-CN" sz="1200" dirty="0">
                <a:solidFill>
                  <a:schemeClr val="dk1"/>
                </a:solidFill>
              </a:rPr>
              <a:t>SE GP T NP BIC THVS</a:t>
            </a:r>
            <a:r>
              <a:rPr lang="en-US" altLang="zh-CN" sz="1200" dirty="0">
                <a:solidFill>
                  <a:schemeClr val="dk1"/>
                </a:solidFill>
              </a:rPr>
              <a:t>)</a:t>
            </a:r>
          </a:p>
          <a:p>
            <a:pPr marL="171450" lvl="1" indent="-171450">
              <a:lnSpc>
                <a:spcPct val="110000"/>
              </a:lnSpc>
              <a:spcBef>
                <a:spcPts val="3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zh-CN" sz="1200" b="1" dirty="0">
                <a:solidFill>
                  <a:schemeClr val="dk1"/>
                </a:solidFill>
              </a:rPr>
              <a:t>Maintenance Service</a:t>
            </a:r>
          </a:p>
          <a:p>
            <a:pPr marL="0" lvl="1">
              <a:lnSpc>
                <a:spcPct val="110000"/>
              </a:lnSpc>
              <a:spcBef>
                <a:spcPts val="300"/>
              </a:spcBef>
              <a:buClr>
                <a:schemeClr val="accent1"/>
              </a:buClr>
            </a:pPr>
            <a:r>
              <a:rPr lang="en-US" altLang="zh-CN" sz="1200" dirty="0">
                <a:solidFill>
                  <a:schemeClr val="dk1"/>
                </a:solidFill>
              </a:rPr>
              <a:t>    - </a:t>
            </a:r>
            <a:r>
              <a:rPr lang="en-US" altLang="zh-CN" sz="1200" dirty="0" err="1">
                <a:solidFill>
                  <a:schemeClr val="dk1"/>
                </a:solidFill>
              </a:rPr>
              <a:t>DaaS</a:t>
            </a:r>
            <a:r>
              <a:rPr lang="en-US" altLang="zh-CN" sz="1200" dirty="0">
                <a:solidFill>
                  <a:schemeClr val="dk1"/>
                </a:solidFill>
              </a:rPr>
              <a:t> (DI CS SFAE FA-SO)</a:t>
            </a:r>
          </a:p>
          <a:p>
            <a:pPr marL="0" lvl="1">
              <a:lnSpc>
                <a:spcPct val="110000"/>
              </a:lnSpc>
              <a:spcBef>
                <a:spcPts val="300"/>
              </a:spcBef>
              <a:buClr>
                <a:schemeClr val="accent1"/>
              </a:buClr>
            </a:pPr>
            <a:r>
              <a:rPr lang="en-US" altLang="zh-CN" sz="1200" dirty="0">
                <a:solidFill>
                  <a:schemeClr val="dk1"/>
                </a:solidFill>
              </a:rPr>
              <a:t>    - </a:t>
            </a:r>
            <a:r>
              <a:rPr lang="en-US" altLang="zh-CN" sz="1200" dirty="0" err="1">
                <a:solidFill>
                  <a:schemeClr val="dk1"/>
                </a:solidFill>
              </a:rPr>
              <a:t>WaterWheelStation</a:t>
            </a:r>
            <a:r>
              <a:rPr lang="en-US" altLang="zh-CN" sz="1200" dirty="0">
                <a:solidFill>
                  <a:schemeClr val="dk1"/>
                </a:solidFill>
              </a:rPr>
              <a:t> Digital (</a:t>
            </a:r>
            <a:r>
              <a:rPr lang="it-IT" altLang="zh-CN" sz="1200" dirty="0">
                <a:solidFill>
                  <a:schemeClr val="dk1"/>
                </a:solidFill>
              </a:rPr>
              <a:t>RC-CN DI S-RE SE&amp;TSS</a:t>
            </a:r>
            <a:r>
              <a:rPr lang="en-US" altLang="zh-CN" sz="1200" dirty="0">
                <a:solidFill>
                  <a:schemeClr val="dk1"/>
                </a:solidFill>
              </a:rPr>
              <a:t>)</a:t>
            </a:r>
          </a:p>
          <a:p>
            <a:pPr marL="171450" lvl="1" indent="-171450">
              <a:lnSpc>
                <a:spcPct val="110000"/>
              </a:lnSpc>
              <a:spcBef>
                <a:spcPts val="3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zh-CN" sz="1200" b="1" dirty="0">
                <a:solidFill>
                  <a:schemeClr val="dk1"/>
                </a:solidFill>
              </a:rPr>
              <a:t>Device reverse control based on cloud</a:t>
            </a:r>
          </a:p>
          <a:p>
            <a:pPr marL="0" lvl="1">
              <a:lnSpc>
                <a:spcPct val="110000"/>
              </a:lnSpc>
              <a:spcBef>
                <a:spcPts val="300"/>
              </a:spcBef>
              <a:buClr>
                <a:schemeClr val="accent1"/>
              </a:buClr>
            </a:pPr>
            <a:r>
              <a:rPr lang="en-US" altLang="zh-CN" sz="1200" dirty="0">
                <a:solidFill>
                  <a:schemeClr val="dk1"/>
                </a:solidFill>
              </a:rPr>
              <a:t>    - </a:t>
            </a:r>
            <a:r>
              <a:rPr lang="en-US" altLang="zh-CN" sz="1200" dirty="0" err="1">
                <a:solidFill>
                  <a:schemeClr val="dk1"/>
                </a:solidFill>
              </a:rPr>
              <a:t>SmartWaterManagement</a:t>
            </a:r>
            <a:r>
              <a:rPr lang="en-US" altLang="zh-CN" sz="1200" dirty="0">
                <a:solidFill>
                  <a:schemeClr val="dk1"/>
                </a:solidFill>
              </a:rPr>
              <a:t> (</a:t>
            </a:r>
            <a:r>
              <a:rPr lang="fr-FR" altLang="zh-CN" sz="1200" dirty="0">
                <a:solidFill>
                  <a:schemeClr val="dk1"/>
                </a:solidFill>
              </a:rPr>
              <a:t>DI CS DE&amp;DS CAS</a:t>
            </a:r>
            <a:r>
              <a:rPr lang="en-US" altLang="zh-CN" sz="1200" dirty="0">
                <a:solidFill>
                  <a:schemeClr val="dk1"/>
                </a:solidFill>
              </a:rPr>
              <a:t>)</a:t>
            </a:r>
          </a:p>
          <a:p>
            <a:pPr marL="171450" lvl="1" indent="-171450">
              <a:lnSpc>
                <a:spcPct val="110000"/>
              </a:lnSpc>
              <a:spcBef>
                <a:spcPts val="3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altLang="zh-CN" sz="1200" dirty="0">
              <a:solidFill>
                <a:schemeClr val="dk1"/>
              </a:solidFill>
            </a:endParaRPr>
          </a:p>
          <a:p>
            <a:pPr marL="171450" lvl="1" indent="-171450">
              <a:lnSpc>
                <a:spcPct val="110000"/>
              </a:lnSpc>
              <a:spcBef>
                <a:spcPts val="3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altLang="zh-CN" sz="1200" u="sng" dirty="0">
              <a:solidFill>
                <a:schemeClr val="dk1"/>
              </a:solidFill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316829E-CCB0-4F84-ACEC-5D646B0692C5}"/>
              </a:ext>
            </a:extLst>
          </p:cNvPr>
          <p:cNvGrpSpPr/>
          <p:nvPr/>
        </p:nvGrpSpPr>
        <p:grpSpPr>
          <a:xfrm>
            <a:off x="623480" y="1309788"/>
            <a:ext cx="10160126" cy="1228765"/>
            <a:chOff x="623480" y="1309788"/>
            <a:chExt cx="10160126" cy="1228765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45E3C55-8D70-4381-B934-EF475687A7F5}"/>
                </a:ext>
              </a:extLst>
            </p:cNvPr>
            <p:cNvGrpSpPr/>
            <p:nvPr/>
          </p:nvGrpSpPr>
          <p:grpSpPr>
            <a:xfrm>
              <a:off x="623480" y="1340710"/>
              <a:ext cx="4297485" cy="1197843"/>
              <a:chOff x="623480" y="1340710"/>
              <a:chExt cx="4297485" cy="1197843"/>
            </a:xfrm>
          </p:grpSpPr>
          <p:grpSp>
            <p:nvGrpSpPr>
              <p:cNvPr id="290" name="Gruppieren 43">
                <a:extLst>
                  <a:ext uri="{FF2B5EF4-FFF2-40B4-BE49-F238E27FC236}">
                    <a16:creationId xmlns:a16="http://schemas.microsoft.com/office/drawing/2014/main" id="{3131286F-1BB6-46D3-A529-A2A341E9ED9A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1171575" y="1808566"/>
                <a:ext cx="3749390" cy="262131"/>
                <a:chOff x="1171575" y="4733084"/>
                <a:chExt cx="3749390" cy="262131"/>
              </a:xfrm>
            </p:grpSpPr>
            <p:sp>
              <p:nvSpPr>
                <p:cNvPr id="291" name="Textfeld 44">
                  <a:extLst>
                    <a:ext uri="{FF2B5EF4-FFF2-40B4-BE49-F238E27FC236}">
                      <a16:creationId xmlns:a16="http://schemas.microsoft.com/office/drawing/2014/main" id="{647F81E3-B256-469B-9F28-BF8879E8E269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329060" y="4733084"/>
                  <a:ext cx="1591905" cy="215444"/>
                </a:xfrm>
                <a:prstGeom prst="rect">
                  <a:avLst/>
                </a:prstGeom>
                <a:noFill/>
              </p:spPr>
              <p:txBody>
                <a:bodyPr vert="horz" wrap="square" lIns="0" tIns="0" rIns="0" bIns="0" rtlCol="0">
                  <a:noAutofit/>
                </a:bodyPr>
                <a:lstStyle/>
                <a:p>
                  <a:pPr algn="r">
                    <a:spcBef>
                      <a:spcPts val="0"/>
                    </a:spcBef>
                  </a:pPr>
                  <a:r>
                    <a:rPr lang="en-US" altLang="zh-CN" sz="1400" b="1" dirty="0">
                      <a:solidFill>
                        <a:srgbClr val="4BB9B9"/>
                      </a:solidFill>
                    </a:rPr>
                    <a:t>Outlook</a:t>
                  </a:r>
                  <a:endParaRPr lang="en-US" sz="1400" b="1" dirty="0">
                    <a:solidFill>
                      <a:srgbClr val="4BB9B9"/>
                    </a:solidFill>
                  </a:endParaRPr>
                </a:p>
              </p:txBody>
            </p:sp>
            <p:cxnSp>
              <p:nvCxnSpPr>
                <p:cNvPr id="292" name="Gerader Verbinder 45">
                  <a:extLst>
                    <a:ext uri="{FF2B5EF4-FFF2-40B4-BE49-F238E27FC236}">
                      <a16:creationId xmlns:a16="http://schemas.microsoft.com/office/drawing/2014/main" id="{119869B5-F4FC-4823-81DC-2352D1A93BB6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1171575" y="4995215"/>
                  <a:ext cx="3749390" cy="0"/>
                </a:xfrm>
                <a:prstGeom prst="line">
                  <a:avLst/>
                </a:prstGeom>
                <a:solidFill>
                  <a:schemeClr val="tx2"/>
                </a:solidFill>
                <a:ln w="9525" cap="flat" cmpd="sng" algn="ctr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sp>
            <p:nvSpPr>
              <p:cNvPr id="298" name="Gleichschenkliges Dreieck 45">
                <a:extLst>
                  <a:ext uri="{FF2B5EF4-FFF2-40B4-BE49-F238E27FC236}">
                    <a16:creationId xmlns:a16="http://schemas.microsoft.com/office/drawing/2014/main" id="{689FE344-94F6-4AAD-BC12-337B227033C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23480" y="1340710"/>
                <a:ext cx="818398" cy="1197843"/>
              </a:xfrm>
              <a:custGeom>
                <a:avLst/>
                <a:gdLst/>
                <a:ahLst/>
                <a:cxnLst/>
                <a:rect l="l" t="t" r="r" b="b"/>
                <a:pathLst>
                  <a:path w="1145926" h="1677226">
                    <a:moveTo>
                      <a:pt x="4833" y="0"/>
                    </a:moveTo>
                    <a:lnTo>
                      <a:pt x="1145926" y="1677226"/>
                    </a:lnTo>
                    <a:lnTo>
                      <a:pt x="0" y="1677226"/>
                    </a:lnTo>
                    <a:lnTo>
                      <a:pt x="0" y="7104"/>
                    </a:lnTo>
                    <a:close/>
                  </a:path>
                </a:pathLst>
              </a:custGeom>
              <a:solidFill>
                <a:srgbClr val="4BB9B9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solidFill>
                    <a:schemeClr val="bg2"/>
                  </a:solidFill>
                  <a:latin typeface="Arial" pitchFamily="34" charset="0"/>
                  <a:ea typeface="ＭＳ Ｐゴシック" charset="-128"/>
                </a:endParaRPr>
              </a:p>
            </p:txBody>
          </p:sp>
          <p:pic>
            <p:nvPicPr>
              <p:cNvPr id="335" name="Grafik 96">
                <a:extLst>
                  <a:ext uri="{FF2B5EF4-FFF2-40B4-BE49-F238E27FC236}">
                    <a16:creationId xmlns:a16="http://schemas.microsoft.com/office/drawing/2014/main" id="{A6355F05-075E-436F-9B8A-D7DDABA305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50000"/>
              </a:blip>
              <a:stretch>
                <a:fillRect/>
              </a:stretch>
            </p:blipFill>
            <p:spPr>
              <a:xfrm>
                <a:off x="637828" y="1947890"/>
                <a:ext cx="448186" cy="448186"/>
              </a:xfrm>
              <a:prstGeom prst="rect">
                <a:avLst/>
              </a:prstGeom>
            </p:spPr>
          </p:pic>
        </p:grpSp>
        <p:sp>
          <p:nvSpPr>
            <p:cNvPr id="612" name="Textfeld 22">
              <a:extLst>
                <a:ext uri="{FF2B5EF4-FFF2-40B4-BE49-F238E27FC236}">
                  <a16:creationId xmlns:a16="http://schemas.microsoft.com/office/drawing/2014/main" id="{56121FEC-9CED-47E6-A26F-5288FE573C15}"/>
                </a:ext>
              </a:extLst>
            </p:cNvPr>
            <p:cNvSpPr txBox="1">
              <a:spLocks/>
            </p:cNvSpPr>
            <p:nvPr/>
          </p:nvSpPr>
          <p:spPr>
            <a:xfrm>
              <a:off x="6277321" y="1309788"/>
              <a:ext cx="1484320" cy="230261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0"/>
                </a:spcBef>
              </a:pPr>
              <a:r>
                <a:rPr lang="en-US" altLang="zh-CN" sz="1400" b="1" dirty="0">
                  <a:solidFill>
                    <a:srgbClr val="0F8287"/>
                  </a:solidFill>
                </a:rPr>
                <a:t>2020 ~</a:t>
              </a:r>
              <a:endParaRPr lang="en-US" sz="1400" b="1" dirty="0">
                <a:solidFill>
                  <a:srgbClr val="0F8287"/>
                </a:solidFill>
              </a:endParaRPr>
            </a:p>
          </p:txBody>
        </p:sp>
        <p:sp>
          <p:nvSpPr>
            <p:cNvPr id="659" name="Rechteck 24">
              <a:extLst>
                <a:ext uri="{FF2B5EF4-FFF2-40B4-BE49-F238E27FC236}">
                  <a16:creationId xmlns:a16="http://schemas.microsoft.com/office/drawing/2014/main" id="{2C5BE35D-3A3E-4E66-878A-744C320FA7B2}"/>
                </a:ext>
              </a:extLst>
            </p:cNvPr>
            <p:cNvSpPr/>
            <p:nvPr/>
          </p:nvSpPr>
          <p:spPr bwMode="gray">
            <a:xfrm>
              <a:off x="6337637" y="1606207"/>
              <a:ext cx="4445969" cy="42902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lvl="1">
                <a:lnSpc>
                  <a:spcPct val="110000"/>
                </a:lnSpc>
                <a:spcBef>
                  <a:spcPts val="300"/>
                </a:spcBef>
                <a:buClr>
                  <a:schemeClr val="accent1"/>
                </a:buClr>
              </a:pPr>
              <a:r>
                <a:rPr lang="en-US" altLang="zh-CN" sz="1200" dirty="0">
                  <a:solidFill>
                    <a:schemeClr val="dk1"/>
                  </a:solidFill>
                </a:rPr>
                <a:t>Easy to use, easy to integrate industry Collaborative IoT solutions</a:t>
              </a:r>
            </a:p>
            <a:p>
              <a:pPr marL="0" lvl="1">
                <a:lnSpc>
                  <a:spcPct val="110000"/>
                </a:lnSpc>
                <a:spcBef>
                  <a:spcPts val="300"/>
                </a:spcBef>
                <a:buClr>
                  <a:schemeClr val="accent1"/>
                </a:buClr>
              </a:pPr>
              <a:r>
                <a:rPr lang="en-US" altLang="zh-CN" sz="1200" dirty="0">
                  <a:solidFill>
                    <a:schemeClr val="dk1"/>
                  </a:solidFill>
                </a:rPr>
                <a:t>Low effort and threshold building blocks for digital business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BEEA522-4398-41BA-9669-11050DB9820C}"/>
              </a:ext>
            </a:extLst>
          </p:cNvPr>
          <p:cNvGrpSpPr/>
          <p:nvPr/>
        </p:nvGrpSpPr>
        <p:grpSpPr>
          <a:xfrm>
            <a:off x="623480" y="4450708"/>
            <a:ext cx="11092281" cy="2268127"/>
            <a:chOff x="623480" y="4450708"/>
            <a:chExt cx="11092281" cy="2268127"/>
          </a:xfrm>
        </p:grpSpPr>
        <p:cxnSp>
          <p:nvCxnSpPr>
            <p:cNvPr id="337" name="Gerade Verbindung 89">
              <a:extLst>
                <a:ext uri="{FF2B5EF4-FFF2-40B4-BE49-F238E27FC236}">
                  <a16:creationId xmlns:a16="http://schemas.microsoft.com/office/drawing/2014/main" id="{8D84A736-80FE-4E3C-8E8C-214B0DDBF24A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6150163" y="4735549"/>
              <a:ext cx="5472111" cy="0"/>
            </a:xfrm>
            <a:prstGeom prst="line">
              <a:avLst/>
            </a:prstGeom>
            <a:solidFill>
              <a:schemeClr val="tx2"/>
            </a:solidFill>
            <a:ln w="9525" cap="flat" cmpd="sng" algn="ctr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338" name="Gruppieren 969">
              <a:extLst>
                <a:ext uri="{FF2B5EF4-FFF2-40B4-BE49-F238E27FC236}">
                  <a16:creationId xmlns:a16="http://schemas.microsoft.com/office/drawing/2014/main" id="{C410FEF3-D2D5-4498-A45E-34D7A6184A87}"/>
                </a:ext>
              </a:extLst>
            </p:cNvPr>
            <p:cNvGrpSpPr/>
            <p:nvPr/>
          </p:nvGrpSpPr>
          <p:grpSpPr bwMode="gray">
            <a:xfrm>
              <a:off x="6048516" y="5337498"/>
              <a:ext cx="1706889" cy="615806"/>
              <a:chOff x="6932060" y="1450853"/>
              <a:chExt cx="4007796" cy="1298247"/>
            </a:xfrm>
          </p:grpSpPr>
          <p:grpSp>
            <p:nvGrpSpPr>
              <p:cNvPr id="340" name="Gruppieren 971">
                <a:extLst>
                  <a:ext uri="{FF2B5EF4-FFF2-40B4-BE49-F238E27FC236}">
                    <a16:creationId xmlns:a16="http://schemas.microsoft.com/office/drawing/2014/main" id="{6A5266EB-30ED-4713-950C-29C67BA2C0A0}"/>
                  </a:ext>
                </a:extLst>
              </p:cNvPr>
              <p:cNvGrpSpPr/>
              <p:nvPr/>
            </p:nvGrpSpPr>
            <p:grpSpPr bwMode="gray">
              <a:xfrm>
                <a:off x="6940454" y="1509988"/>
                <a:ext cx="3981028" cy="1070062"/>
                <a:chOff x="5427516" y="2972295"/>
                <a:chExt cx="6230431" cy="1603267"/>
              </a:xfrm>
            </p:grpSpPr>
            <p:sp>
              <p:nvSpPr>
                <p:cNvPr id="592" name="Freihandform 1662">
                  <a:extLst>
                    <a:ext uri="{FF2B5EF4-FFF2-40B4-BE49-F238E27FC236}">
                      <a16:creationId xmlns:a16="http://schemas.microsoft.com/office/drawing/2014/main" id="{4E60F29A-0BEA-46E8-81F7-1908475F7E3F}"/>
                    </a:ext>
                  </a:extLst>
                </p:cNvPr>
                <p:cNvSpPr/>
                <p:nvPr/>
              </p:nvSpPr>
              <p:spPr bwMode="gray">
                <a:xfrm>
                  <a:off x="6224226" y="4079768"/>
                  <a:ext cx="1617707" cy="492263"/>
                </a:xfrm>
                <a:custGeom>
                  <a:avLst/>
                  <a:gdLst>
                    <a:gd name="connsiteX0" fmla="*/ 0 w 1362075"/>
                    <a:gd name="connsiteY0" fmla="*/ 414338 h 414338"/>
                    <a:gd name="connsiteX1" fmla="*/ 138113 w 1362075"/>
                    <a:gd name="connsiteY1" fmla="*/ 276225 h 414338"/>
                    <a:gd name="connsiteX2" fmla="*/ 538163 w 1362075"/>
                    <a:gd name="connsiteY2" fmla="*/ 276225 h 414338"/>
                    <a:gd name="connsiteX3" fmla="*/ 666751 w 1362075"/>
                    <a:gd name="connsiteY3" fmla="*/ 404813 h 414338"/>
                    <a:gd name="connsiteX4" fmla="*/ 790576 w 1362075"/>
                    <a:gd name="connsiteY4" fmla="*/ 280988 h 414338"/>
                    <a:gd name="connsiteX5" fmla="*/ 914401 w 1362075"/>
                    <a:gd name="connsiteY5" fmla="*/ 404813 h 414338"/>
                    <a:gd name="connsiteX6" fmla="*/ 1362075 w 1362075"/>
                    <a:gd name="connsiteY6" fmla="*/ 0 h 414338"/>
                    <a:gd name="connsiteX0" fmla="*/ 0 w 1362075"/>
                    <a:gd name="connsiteY0" fmla="*/ 414338 h 414338"/>
                    <a:gd name="connsiteX1" fmla="*/ 138113 w 1362075"/>
                    <a:gd name="connsiteY1" fmla="*/ 276225 h 414338"/>
                    <a:gd name="connsiteX2" fmla="*/ 538163 w 1362075"/>
                    <a:gd name="connsiteY2" fmla="*/ 276225 h 414338"/>
                    <a:gd name="connsiteX3" fmla="*/ 666751 w 1362075"/>
                    <a:gd name="connsiteY3" fmla="*/ 404813 h 414338"/>
                    <a:gd name="connsiteX4" fmla="*/ 790576 w 1362075"/>
                    <a:gd name="connsiteY4" fmla="*/ 280988 h 414338"/>
                    <a:gd name="connsiteX5" fmla="*/ 914401 w 1362075"/>
                    <a:gd name="connsiteY5" fmla="*/ 404813 h 414338"/>
                    <a:gd name="connsiteX6" fmla="*/ 950119 w 1362075"/>
                    <a:gd name="connsiteY6" fmla="*/ 407194 h 414338"/>
                    <a:gd name="connsiteX7" fmla="*/ 1362075 w 1362075"/>
                    <a:gd name="connsiteY7" fmla="*/ 0 h 414338"/>
                    <a:gd name="connsiteX0" fmla="*/ 0 w 1362075"/>
                    <a:gd name="connsiteY0" fmla="*/ 414338 h 414338"/>
                    <a:gd name="connsiteX1" fmla="*/ 138113 w 1362075"/>
                    <a:gd name="connsiteY1" fmla="*/ 276225 h 414338"/>
                    <a:gd name="connsiteX2" fmla="*/ 538163 w 1362075"/>
                    <a:gd name="connsiteY2" fmla="*/ 276225 h 414338"/>
                    <a:gd name="connsiteX3" fmla="*/ 666751 w 1362075"/>
                    <a:gd name="connsiteY3" fmla="*/ 404813 h 414338"/>
                    <a:gd name="connsiteX4" fmla="*/ 821532 w 1362075"/>
                    <a:gd name="connsiteY4" fmla="*/ 273844 h 414338"/>
                    <a:gd name="connsiteX5" fmla="*/ 914401 w 1362075"/>
                    <a:gd name="connsiteY5" fmla="*/ 404813 h 414338"/>
                    <a:gd name="connsiteX6" fmla="*/ 950119 w 1362075"/>
                    <a:gd name="connsiteY6" fmla="*/ 407194 h 414338"/>
                    <a:gd name="connsiteX7" fmla="*/ 1362075 w 1362075"/>
                    <a:gd name="connsiteY7" fmla="*/ 0 h 414338"/>
                    <a:gd name="connsiteX0" fmla="*/ 0 w 1362075"/>
                    <a:gd name="connsiteY0" fmla="*/ 414338 h 414338"/>
                    <a:gd name="connsiteX1" fmla="*/ 138113 w 1362075"/>
                    <a:gd name="connsiteY1" fmla="*/ 276225 h 414338"/>
                    <a:gd name="connsiteX2" fmla="*/ 538163 w 1362075"/>
                    <a:gd name="connsiteY2" fmla="*/ 276225 h 414338"/>
                    <a:gd name="connsiteX3" fmla="*/ 666751 w 1362075"/>
                    <a:gd name="connsiteY3" fmla="*/ 404813 h 414338"/>
                    <a:gd name="connsiteX4" fmla="*/ 821532 w 1362075"/>
                    <a:gd name="connsiteY4" fmla="*/ 273844 h 414338"/>
                    <a:gd name="connsiteX5" fmla="*/ 950119 w 1362075"/>
                    <a:gd name="connsiteY5" fmla="*/ 407194 h 414338"/>
                    <a:gd name="connsiteX6" fmla="*/ 1362075 w 1362075"/>
                    <a:gd name="connsiteY6" fmla="*/ 0 h 414338"/>
                    <a:gd name="connsiteX0" fmla="*/ 0 w 1362075"/>
                    <a:gd name="connsiteY0" fmla="*/ 414338 h 414338"/>
                    <a:gd name="connsiteX1" fmla="*/ 138113 w 1362075"/>
                    <a:gd name="connsiteY1" fmla="*/ 276225 h 414338"/>
                    <a:gd name="connsiteX2" fmla="*/ 538163 w 1362075"/>
                    <a:gd name="connsiteY2" fmla="*/ 276225 h 414338"/>
                    <a:gd name="connsiteX3" fmla="*/ 673895 w 1362075"/>
                    <a:gd name="connsiteY3" fmla="*/ 409575 h 414338"/>
                    <a:gd name="connsiteX4" fmla="*/ 821532 w 1362075"/>
                    <a:gd name="connsiteY4" fmla="*/ 273844 h 414338"/>
                    <a:gd name="connsiteX5" fmla="*/ 950119 w 1362075"/>
                    <a:gd name="connsiteY5" fmla="*/ 407194 h 414338"/>
                    <a:gd name="connsiteX6" fmla="*/ 1362075 w 1362075"/>
                    <a:gd name="connsiteY6" fmla="*/ 0 h 4143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362075" h="414338">
                      <a:moveTo>
                        <a:pt x="0" y="414338"/>
                      </a:moveTo>
                      <a:lnTo>
                        <a:pt x="138113" y="276225"/>
                      </a:lnTo>
                      <a:lnTo>
                        <a:pt x="538163" y="276225"/>
                      </a:lnTo>
                      <a:lnTo>
                        <a:pt x="673895" y="409575"/>
                      </a:lnTo>
                      <a:lnTo>
                        <a:pt x="821532" y="273844"/>
                      </a:lnTo>
                      <a:lnTo>
                        <a:pt x="950119" y="407194"/>
                      </a:lnTo>
                      <a:lnTo>
                        <a:pt x="1362075" y="0"/>
                      </a:lnTo>
                    </a:path>
                  </a:pathLst>
                </a:custGeom>
                <a:noFill/>
                <a:ln w="12700">
                  <a:solidFill>
                    <a:srgbClr val="41AAAA"/>
                  </a:solidFill>
                </a:ln>
                <a:effectLst/>
              </p:spPr>
              <p:txBody>
                <a:bodyPr wrap="square" lIns="108000" tIns="54000" rIns="108000" bIns="54000" numCol="1" spcCol="72000" rtlCol="0" anchor="ctr">
                  <a:noAutofit/>
                </a:bodyPr>
                <a:lstStyle/>
                <a:p>
                  <a:pPr algn="ctr" rtl="0">
                    <a:spcBef>
                      <a:spcPct val="0"/>
                    </a:spcBef>
                    <a:buFont typeface="Wingdings" charset="0"/>
                    <a:buNone/>
                  </a:pPr>
                  <a:endParaRPr lang="en-US" sz="1000" b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593" name="Freihandform 1663">
                  <a:extLst>
                    <a:ext uri="{FF2B5EF4-FFF2-40B4-BE49-F238E27FC236}">
                      <a16:creationId xmlns:a16="http://schemas.microsoft.com/office/drawing/2014/main" id="{CEAD9F53-43C0-4BA6-9FF5-E7BC8BB6C1F5}"/>
                    </a:ext>
                  </a:extLst>
                </p:cNvPr>
                <p:cNvSpPr/>
                <p:nvPr/>
              </p:nvSpPr>
              <p:spPr bwMode="gray">
                <a:xfrm>
                  <a:off x="5427516" y="3934888"/>
                  <a:ext cx="656133" cy="314030"/>
                </a:xfrm>
                <a:custGeom>
                  <a:avLst/>
                  <a:gdLst>
                    <a:gd name="connsiteX0" fmla="*/ 0 w 552450"/>
                    <a:gd name="connsiteY0" fmla="*/ 0 h 264319"/>
                    <a:gd name="connsiteX1" fmla="*/ 138113 w 552450"/>
                    <a:gd name="connsiteY1" fmla="*/ 135732 h 264319"/>
                    <a:gd name="connsiteX2" fmla="*/ 278607 w 552450"/>
                    <a:gd name="connsiteY2" fmla="*/ 135732 h 264319"/>
                    <a:gd name="connsiteX3" fmla="*/ 278607 w 552450"/>
                    <a:gd name="connsiteY3" fmla="*/ 264319 h 264319"/>
                    <a:gd name="connsiteX4" fmla="*/ 552450 w 552450"/>
                    <a:gd name="connsiteY4" fmla="*/ 264319 h 2643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52450" h="264319">
                      <a:moveTo>
                        <a:pt x="0" y="0"/>
                      </a:moveTo>
                      <a:lnTo>
                        <a:pt x="138113" y="135732"/>
                      </a:lnTo>
                      <a:lnTo>
                        <a:pt x="278607" y="135732"/>
                      </a:lnTo>
                      <a:lnTo>
                        <a:pt x="278607" y="264319"/>
                      </a:lnTo>
                      <a:lnTo>
                        <a:pt x="552450" y="264319"/>
                      </a:lnTo>
                    </a:path>
                  </a:pathLst>
                </a:custGeom>
                <a:noFill/>
                <a:ln w="12700">
                  <a:solidFill>
                    <a:srgbClr val="41AAAA"/>
                  </a:solidFill>
                </a:ln>
                <a:effectLst/>
              </p:spPr>
              <p:txBody>
                <a:bodyPr wrap="square" lIns="108000" tIns="54000" rIns="108000" bIns="54000" numCol="1" spcCol="72000" rtlCol="0" anchor="ctr">
                  <a:noAutofit/>
                </a:bodyPr>
                <a:lstStyle/>
                <a:p>
                  <a:pPr algn="ctr" rtl="0">
                    <a:spcBef>
                      <a:spcPct val="0"/>
                    </a:spcBef>
                    <a:buFont typeface="Wingdings" charset="0"/>
                    <a:buNone/>
                  </a:pPr>
                  <a:endParaRPr lang="en-US" sz="1000" b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594" name="Freihandform 1664">
                  <a:extLst>
                    <a:ext uri="{FF2B5EF4-FFF2-40B4-BE49-F238E27FC236}">
                      <a16:creationId xmlns:a16="http://schemas.microsoft.com/office/drawing/2014/main" id="{6D6C38C7-F44D-44B2-B7CC-2EE912863428}"/>
                    </a:ext>
                  </a:extLst>
                </p:cNvPr>
                <p:cNvSpPr/>
                <p:nvPr/>
              </p:nvSpPr>
              <p:spPr bwMode="gray">
                <a:xfrm>
                  <a:off x="5428938" y="3450412"/>
                  <a:ext cx="325239" cy="319687"/>
                </a:xfrm>
                <a:custGeom>
                  <a:avLst/>
                  <a:gdLst>
                    <a:gd name="connsiteX0" fmla="*/ 0 w 273844"/>
                    <a:gd name="connsiteY0" fmla="*/ 269081 h 269081"/>
                    <a:gd name="connsiteX1" fmla="*/ 142875 w 273844"/>
                    <a:gd name="connsiteY1" fmla="*/ 269081 h 269081"/>
                    <a:gd name="connsiteX2" fmla="*/ 142875 w 273844"/>
                    <a:gd name="connsiteY2" fmla="*/ 133350 h 269081"/>
                    <a:gd name="connsiteX3" fmla="*/ 273844 w 273844"/>
                    <a:gd name="connsiteY3" fmla="*/ 0 h 2690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3844" h="269081">
                      <a:moveTo>
                        <a:pt x="0" y="269081"/>
                      </a:moveTo>
                      <a:lnTo>
                        <a:pt x="142875" y="269081"/>
                      </a:lnTo>
                      <a:lnTo>
                        <a:pt x="142875" y="133350"/>
                      </a:lnTo>
                      <a:lnTo>
                        <a:pt x="273844" y="0"/>
                      </a:lnTo>
                    </a:path>
                  </a:pathLst>
                </a:custGeom>
                <a:noFill/>
                <a:ln w="12700">
                  <a:solidFill>
                    <a:srgbClr val="41AAAA"/>
                  </a:solidFill>
                </a:ln>
                <a:effectLst/>
              </p:spPr>
              <p:txBody>
                <a:bodyPr wrap="square" lIns="108000" tIns="54000" rIns="108000" bIns="54000" numCol="1" spcCol="72000" rtlCol="0" anchor="ctr">
                  <a:noAutofit/>
                </a:bodyPr>
                <a:lstStyle/>
                <a:p>
                  <a:pPr algn="ctr" rtl="0">
                    <a:spcBef>
                      <a:spcPct val="0"/>
                    </a:spcBef>
                    <a:buFont typeface="Wingdings" charset="0"/>
                    <a:buNone/>
                  </a:pPr>
                  <a:endParaRPr lang="en-US" sz="1000" b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595" name="Freihandform 1665">
                  <a:extLst>
                    <a:ext uri="{FF2B5EF4-FFF2-40B4-BE49-F238E27FC236}">
                      <a16:creationId xmlns:a16="http://schemas.microsoft.com/office/drawing/2014/main" id="{E9540626-FC0E-4A20-9623-CF611929681F}"/>
                    </a:ext>
                  </a:extLst>
                </p:cNvPr>
                <p:cNvSpPr/>
                <p:nvPr/>
              </p:nvSpPr>
              <p:spPr bwMode="gray">
                <a:xfrm>
                  <a:off x="5739781" y="3148273"/>
                  <a:ext cx="656133" cy="472459"/>
                </a:xfrm>
                <a:custGeom>
                  <a:avLst/>
                  <a:gdLst>
                    <a:gd name="connsiteX0" fmla="*/ 0 w 552450"/>
                    <a:gd name="connsiteY0" fmla="*/ 397669 h 397669"/>
                    <a:gd name="connsiteX1" fmla="*/ 290512 w 552450"/>
                    <a:gd name="connsiteY1" fmla="*/ 116681 h 397669"/>
                    <a:gd name="connsiteX2" fmla="*/ 416718 w 552450"/>
                    <a:gd name="connsiteY2" fmla="*/ 116681 h 397669"/>
                    <a:gd name="connsiteX3" fmla="*/ 552450 w 552450"/>
                    <a:gd name="connsiteY3" fmla="*/ 0 h 3976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52450" h="397669">
                      <a:moveTo>
                        <a:pt x="0" y="397669"/>
                      </a:moveTo>
                      <a:lnTo>
                        <a:pt x="290512" y="116681"/>
                      </a:lnTo>
                      <a:lnTo>
                        <a:pt x="416718" y="116681"/>
                      </a:lnTo>
                      <a:lnTo>
                        <a:pt x="552450" y="0"/>
                      </a:lnTo>
                    </a:path>
                  </a:pathLst>
                </a:custGeom>
                <a:noFill/>
                <a:ln w="12700">
                  <a:solidFill>
                    <a:srgbClr val="41AAAA"/>
                  </a:solidFill>
                </a:ln>
                <a:effectLst/>
              </p:spPr>
              <p:txBody>
                <a:bodyPr wrap="square" lIns="108000" tIns="54000" rIns="108000" bIns="54000" numCol="1" spcCol="72000" rtlCol="0" anchor="ctr">
                  <a:noAutofit/>
                </a:bodyPr>
                <a:lstStyle/>
                <a:p>
                  <a:pPr algn="ctr" rtl="0">
                    <a:spcBef>
                      <a:spcPct val="0"/>
                    </a:spcBef>
                    <a:buFont typeface="Wingdings" charset="0"/>
                    <a:buNone/>
                  </a:pPr>
                  <a:endParaRPr lang="en-US" sz="1000" b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596" name="Freihandform 1666">
                  <a:extLst>
                    <a:ext uri="{FF2B5EF4-FFF2-40B4-BE49-F238E27FC236}">
                      <a16:creationId xmlns:a16="http://schemas.microsoft.com/office/drawing/2014/main" id="{A27274E0-0538-4EE1-B210-F524C4EDCEC7}"/>
                    </a:ext>
                  </a:extLst>
                </p:cNvPr>
                <p:cNvSpPr/>
                <p:nvPr/>
              </p:nvSpPr>
              <p:spPr bwMode="gray">
                <a:xfrm>
                  <a:off x="6400401" y="3456069"/>
                  <a:ext cx="469475" cy="158429"/>
                </a:xfrm>
                <a:custGeom>
                  <a:avLst/>
                  <a:gdLst>
                    <a:gd name="connsiteX0" fmla="*/ 0 w 395288"/>
                    <a:gd name="connsiteY0" fmla="*/ 133350 h 133350"/>
                    <a:gd name="connsiteX1" fmla="*/ 135732 w 395288"/>
                    <a:gd name="connsiteY1" fmla="*/ 133350 h 133350"/>
                    <a:gd name="connsiteX2" fmla="*/ 269082 w 395288"/>
                    <a:gd name="connsiteY2" fmla="*/ 0 h 133350"/>
                    <a:gd name="connsiteX3" fmla="*/ 395288 w 395288"/>
                    <a:gd name="connsiteY3" fmla="*/ 0 h 1333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95288" h="133350">
                      <a:moveTo>
                        <a:pt x="0" y="133350"/>
                      </a:moveTo>
                      <a:lnTo>
                        <a:pt x="135732" y="133350"/>
                      </a:lnTo>
                      <a:lnTo>
                        <a:pt x="269082" y="0"/>
                      </a:lnTo>
                      <a:lnTo>
                        <a:pt x="395288" y="0"/>
                      </a:lnTo>
                    </a:path>
                  </a:pathLst>
                </a:custGeom>
                <a:noFill/>
                <a:ln w="12700">
                  <a:solidFill>
                    <a:srgbClr val="41AAAA"/>
                  </a:solidFill>
                </a:ln>
                <a:effectLst/>
              </p:spPr>
              <p:txBody>
                <a:bodyPr wrap="square" lIns="108000" tIns="54000" rIns="108000" bIns="54000" numCol="1" spcCol="72000" rtlCol="0" anchor="ctr">
                  <a:noAutofit/>
                </a:bodyPr>
                <a:lstStyle/>
                <a:p>
                  <a:pPr algn="ctr" rtl="0">
                    <a:spcBef>
                      <a:spcPct val="0"/>
                    </a:spcBef>
                    <a:buFont typeface="Wingdings" charset="0"/>
                    <a:buNone/>
                  </a:pPr>
                  <a:endParaRPr lang="en-US" sz="1000" b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597" name="Freihandform 1667">
                  <a:extLst>
                    <a:ext uri="{FF2B5EF4-FFF2-40B4-BE49-F238E27FC236}">
                      <a16:creationId xmlns:a16="http://schemas.microsoft.com/office/drawing/2014/main" id="{3309BAB3-F3C3-4C76-B1B6-16E3CAEDC62F}"/>
                    </a:ext>
                  </a:extLst>
                </p:cNvPr>
                <p:cNvSpPr/>
                <p:nvPr/>
              </p:nvSpPr>
              <p:spPr bwMode="gray">
                <a:xfrm>
                  <a:off x="5913959" y="3772927"/>
                  <a:ext cx="964403" cy="319689"/>
                </a:xfrm>
                <a:custGeom>
                  <a:avLst/>
                  <a:gdLst>
                    <a:gd name="connsiteX0" fmla="*/ 0 w 812007"/>
                    <a:gd name="connsiteY0" fmla="*/ 0 h 269082"/>
                    <a:gd name="connsiteX1" fmla="*/ 150019 w 812007"/>
                    <a:gd name="connsiteY1" fmla="*/ 0 h 269082"/>
                    <a:gd name="connsiteX2" fmla="*/ 273844 w 812007"/>
                    <a:gd name="connsiteY2" fmla="*/ 140494 h 269082"/>
                    <a:gd name="connsiteX3" fmla="*/ 411957 w 812007"/>
                    <a:gd name="connsiteY3" fmla="*/ 140494 h 269082"/>
                    <a:gd name="connsiteX4" fmla="*/ 538163 w 812007"/>
                    <a:gd name="connsiteY4" fmla="*/ 269082 h 269082"/>
                    <a:gd name="connsiteX5" fmla="*/ 812007 w 812007"/>
                    <a:gd name="connsiteY5" fmla="*/ 269082 h 2690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812007" h="269082">
                      <a:moveTo>
                        <a:pt x="0" y="0"/>
                      </a:moveTo>
                      <a:lnTo>
                        <a:pt x="150019" y="0"/>
                      </a:lnTo>
                      <a:lnTo>
                        <a:pt x="273844" y="140494"/>
                      </a:lnTo>
                      <a:lnTo>
                        <a:pt x="411957" y="140494"/>
                      </a:lnTo>
                      <a:lnTo>
                        <a:pt x="538163" y="269082"/>
                      </a:lnTo>
                      <a:lnTo>
                        <a:pt x="812007" y="269082"/>
                      </a:lnTo>
                    </a:path>
                  </a:pathLst>
                </a:custGeom>
                <a:noFill/>
                <a:ln w="12700">
                  <a:solidFill>
                    <a:srgbClr val="41AAAA"/>
                  </a:solidFill>
                </a:ln>
                <a:effectLst/>
              </p:spPr>
              <p:txBody>
                <a:bodyPr wrap="square" lIns="108000" tIns="54000" rIns="108000" bIns="54000" numCol="1" spcCol="72000" rtlCol="0" anchor="ctr">
                  <a:noAutofit/>
                </a:bodyPr>
                <a:lstStyle/>
                <a:p>
                  <a:pPr algn="ctr" rtl="0">
                    <a:spcBef>
                      <a:spcPct val="0"/>
                    </a:spcBef>
                    <a:buFont typeface="Wingdings" charset="0"/>
                    <a:buNone/>
                  </a:pPr>
                  <a:endParaRPr lang="en-US" sz="1000" b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598" name="Freihandform 1668">
                  <a:extLst>
                    <a:ext uri="{FF2B5EF4-FFF2-40B4-BE49-F238E27FC236}">
                      <a16:creationId xmlns:a16="http://schemas.microsoft.com/office/drawing/2014/main" id="{806A6666-7F56-40E1-A140-B1466A3CCD29}"/>
                    </a:ext>
                  </a:extLst>
                </p:cNvPr>
                <p:cNvSpPr/>
                <p:nvPr/>
              </p:nvSpPr>
              <p:spPr bwMode="gray">
                <a:xfrm>
                  <a:off x="9415219" y="2972295"/>
                  <a:ext cx="1111465" cy="322516"/>
                </a:xfrm>
                <a:custGeom>
                  <a:avLst/>
                  <a:gdLst>
                    <a:gd name="connsiteX0" fmla="*/ 0 w 935831"/>
                    <a:gd name="connsiteY0" fmla="*/ 271462 h 271462"/>
                    <a:gd name="connsiteX1" fmla="*/ 133350 w 935831"/>
                    <a:gd name="connsiteY1" fmla="*/ 130968 h 271462"/>
                    <a:gd name="connsiteX2" fmla="*/ 411956 w 935831"/>
                    <a:gd name="connsiteY2" fmla="*/ 130968 h 271462"/>
                    <a:gd name="connsiteX3" fmla="*/ 535781 w 935831"/>
                    <a:gd name="connsiteY3" fmla="*/ 0 h 271462"/>
                    <a:gd name="connsiteX4" fmla="*/ 671512 w 935831"/>
                    <a:gd name="connsiteY4" fmla="*/ 0 h 271462"/>
                    <a:gd name="connsiteX5" fmla="*/ 807244 w 935831"/>
                    <a:gd name="connsiteY5" fmla="*/ 145256 h 271462"/>
                    <a:gd name="connsiteX6" fmla="*/ 935831 w 935831"/>
                    <a:gd name="connsiteY6" fmla="*/ 4762 h 27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935831" h="271462">
                      <a:moveTo>
                        <a:pt x="0" y="271462"/>
                      </a:moveTo>
                      <a:lnTo>
                        <a:pt x="133350" y="130968"/>
                      </a:lnTo>
                      <a:lnTo>
                        <a:pt x="411956" y="130968"/>
                      </a:lnTo>
                      <a:lnTo>
                        <a:pt x="535781" y="0"/>
                      </a:lnTo>
                      <a:lnTo>
                        <a:pt x="671512" y="0"/>
                      </a:lnTo>
                      <a:lnTo>
                        <a:pt x="807244" y="145256"/>
                      </a:lnTo>
                      <a:lnTo>
                        <a:pt x="935831" y="4762"/>
                      </a:lnTo>
                    </a:path>
                  </a:pathLst>
                </a:custGeom>
                <a:noFill/>
                <a:ln w="12700">
                  <a:solidFill>
                    <a:srgbClr val="41AAAA"/>
                  </a:solidFill>
                </a:ln>
                <a:effectLst/>
              </p:spPr>
              <p:txBody>
                <a:bodyPr wrap="square" lIns="108000" tIns="54000" rIns="108000" bIns="54000" numCol="1" spcCol="72000" rtlCol="0" anchor="ctr">
                  <a:noAutofit/>
                </a:bodyPr>
                <a:lstStyle/>
                <a:p>
                  <a:pPr algn="ctr" rtl="0">
                    <a:spcBef>
                      <a:spcPct val="0"/>
                    </a:spcBef>
                    <a:buFont typeface="Wingdings" charset="0"/>
                    <a:buNone/>
                  </a:pPr>
                  <a:endParaRPr lang="en-US" sz="1000" b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599" name="Freihandform 1669">
                  <a:extLst>
                    <a:ext uri="{FF2B5EF4-FFF2-40B4-BE49-F238E27FC236}">
                      <a16:creationId xmlns:a16="http://schemas.microsoft.com/office/drawing/2014/main" id="{140B4345-3769-436E-A1B8-B91AC76CCD50}"/>
                    </a:ext>
                  </a:extLst>
                </p:cNvPr>
                <p:cNvSpPr/>
                <p:nvPr/>
              </p:nvSpPr>
              <p:spPr bwMode="gray">
                <a:xfrm>
                  <a:off x="9727484" y="3288324"/>
                  <a:ext cx="486443" cy="164087"/>
                </a:xfrm>
                <a:custGeom>
                  <a:avLst/>
                  <a:gdLst>
                    <a:gd name="connsiteX0" fmla="*/ 0 w 409575"/>
                    <a:gd name="connsiteY0" fmla="*/ 138112 h 138112"/>
                    <a:gd name="connsiteX1" fmla="*/ 140494 w 409575"/>
                    <a:gd name="connsiteY1" fmla="*/ 0 h 138112"/>
                    <a:gd name="connsiteX2" fmla="*/ 409575 w 409575"/>
                    <a:gd name="connsiteY2" fmla="*/ 0 h 1381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09575" h="138112">
                      <a:moveTo>
                        <a:pt x="0" y="138112"/>
                      </a:moveTo>
                      <a:lnTo>
                        <a:pt x="140494" y="0"/>
                      </a:lnTo>
                      <a:lnTo>
                        <a:pt x="409575" y="0"/>
                      </a:lnTo>
                    </a:path>
                  </a:pathLst>
                </a:custGeom>
                <a:noFill/>
                <a:ln w="12700">
                  <a:solidFill>
                    <a:srgbClr val="41AAAA"/>
                  </a:solidFill>
                </a:ln>
                <a:effectLst/>
              </p:spPr>
              <p:txBody>
                <a:bodyPr wrap="square" lIns="108000" tIns="54000" rIns="108000" bIns="54000" numCol="1" spcCol="72000" rtlCol="0" anchor="ctr">
                  <a:noAutofit/>
                </a:bodyPr>
                <a:lstStyle/>
                <a:p>
                  <a:pPr algn="ctr" rtl="0">
                    <a:spcBef>
                      <a:spcPct val="0"/>
                    </a:spcBef>
                    <a:buFont typeface="Wingdings" charset="0"/>
                    <a:buNone/>
                  </a:pPr>
                  <a:endParaRPr lang="en-US" sz="1000" b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600" name="Freihandform 1670">
                  <a:extLst>
                    <a:ext uri="{FF2B5EF4-FFF2-40B4-BE49-F238E27FC236}">
                      <a16:creationId xmlns:a16="http://schemas.microsoft.com/office/drawing/2014/main" id="{455F3104-88CB-45E6-A7DA-136DBD8A0522}"/>
                    </a:ext>
                  </a:extLst>
                </p:cNvPr>
                <p:cNvSpPr/>
                <p:nvPr/>
              </p:nvSpPr>
              <p:spPr bwMode="gray">
                <a:xfrm>
                  <a:off x="7982409" y="4086128"/>
                  <a:ext cx="2081524" cy="489434"/>
                </a:xfrm>
                <a:custGeom>
                  <a:avLst/>
                  <a:gdLst>
                    <a:gd name="connsiteX0" fmla="*/ 0 w 1752600"/>
                    <a:gd name="connsiteY0" fmla="*/ 138113 h 411957"/>
                    <a:gd name="connsiteX1" fmla="*/ 145256 w 1752600"/>
                    <a:gd name="connsiteY1" fmla="*/ 271463 h 411957"/>
                    <a:gd name="connsiteX2" fmla="*/ 400050 w 1752600"/>
                    <a:gd name="connsiteY2" fmla="*/ 0 h 411957"/>
                    <a:gd name="connsiteX3" fmla="*/ 804862 w 1752600"/>
                    <a:gd name="connsiteY3" fmla="*/ 0 h 411957"/>
                    <a:gd name="connsiteX4" fmla="*/ 938212 w 1752600"/>
                    <a:gd name="connsiteY4" fmla="*/ 140494 h 411957"/>
                    <a:gd name="connsiteX5" fmla="*/ 1202531 w 1752600"/>
                    <a:gd name="connsiteY5" fmla="*/ 140494 h 411957"/>
                    <a:gd name="connsiteX6" fmla="*/ 1335881 w 1752600"/>
                    <a:gd name="connsiteY6" fmla="*/ 273844 h 411957"/>
                    <a:gd name="connsiteX7" fmla="*/ 1469231 w 1752600"/>
                    <a:gd name="connsiteY7" fmla="*/ 130969 h 411957"/>
                    <a:gd name="connsiteX8" fmla="*/ 1752600 w 1752600"/>
                    <a:gd name="connsiteY8" fmla="*/ 411957 h 411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752600" h="411957">
                      <a:moveTo>
                        <a:pt x="0" y="138113"/>
                      </a:moveTo>
                      <a:lnTo>
                        <a:pt x="145256" y="271463"/>
                      </a:lnTo>
                      <a:lnTo>
                        <a:pt x="400050" y="0"/>
                      </a:lnTo>
                      <a:lnTo>
                        <a:pt x="804862" y="0"/>
                      </a:lnTo>
                      <a:lnTo>
                        <a:pt x="938212" y="140494"/>
                      </a:lnTo>
                      <a:lnTo>
                        <a:pt x="1202531" y="140494"/>
                      </a:lnTo>
                      <a:lnTo>
                        <a:pt x="1335881" y="273844"/>
                      </a:lnTo>
                      <a:lnTo>
                        <a:pt x="1469231" y="130969"/>
                      </a:lnTo>
                      <a:lnTo>
                        <a:pt x="1752600" y="411957"/>
                      </a:lnTo>
                    </a:path>
                  </a:pathLst>
                </a:custGeom>
                <a:noFill/>
                <a:ln w="12700">
                  <a:solidFill>
                    <a:srgbClr val="41AAAA"/>
                  </a:solidFill>
                </a:ln>
                <a:effectLst/>
              </p:spPr>
              <p:txBody>
                <a:bodyPr wrap="square" lIns="108000" tIns="54000" rIns="108000" bIns="54000" numCol="1" spcCol="72000" rtlCol="0" anchor="ctr">
                  <a:noAutofit/>
                </a:bodyPr>
                <a:lstStyle/>
                <a:p>
                  <a:pPr algn="ctr" rtl="0">
                    <a:spcBef>
                      <a:spcPct val="0"/>
                    </a:spcBef>
                    <a:buFont typeface="Wingdings" charset="0"/>
                    <a:buNone/>
                  </a:pPr>
                  <a:endParaRPr lang="en-US" sz="1000" b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601" name="Freihandform 1671">
                  <a:extLst>
                    <a:ext uri="{FF2B5EF4-FFF2-40B4-BE49-F238E27FC236}">
                      <a16:creationId xmlns:a16="http://schemas.microsoft.com/office/drawing/2014/main" id="{69364580-C7D8-4D45-BF6C-90717DB39314}"/>
                    </a:ext>
                  </a:extLst>
                </p:cNvPr>
                <p:cNvSpPr/>
                <p:nvPr/>
              </p:nvSpPr>
              <p:spPr bwMode="gray">
                <a:xfrm>
                  <a:off x="9729145" y="4086957"/>
                  <a:ext cx="653303" cy="169745"/>
                </a:xfrm>
                <a:custGeom>
                  <a:avLst/>
                  <a:gdLst>
                    <a:gd name="connsiteX0" fmla="*/ 0 w 550068"/>
                    <a:gd name="connsiteY0" fmla="*/ 0 h 142875"/>
                    <a:gd name="connsiteX1" fmla="*/ 278606 w 550068"/>
                    <a:gd name="connsiteY1" fmla="*/ 0 h 142875"/>
                    <a:gd name="connsiteX2" fmla="*/ 402431 w 550068"/>
                    <a:gd name="connsiteY2" fmla="*/ 142875 h 142875"/>
                    <a:gd name="connsiteX3" fmla="*/ 550068 w 550068"/>
                    <a:gd name="connsiteY3" fmla="*/ 142875 h 142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50068" h="142875">
                      <a:moveTo>
                        <a:pt x="0" y="0"/>
                      </a:moveTo>
                      <a:lnTo>
                        <a:pt x="278606" y="0"/>
                      </a:lnTo>
                      <a:lnTo>
                        <a:pt x="402431" y="142875"/>
                      </a:lnTo>
                      <a:lnTo>
                        <a:pt x="550068" y="142875"/>
                      </a:lnTo>
                    </a:path>
                  </a:pathLst>
                </a:custGeom>
                <a:noFill/>
                <a:ln w="12700">
                  <a:solidFill>
                    <a:srgbClr val="41AAAA"/>
                  </a:solidFill>
                </a:ln>
                <a:effectLst/>
              </p:spPr>
              <p:txBody>
                <a:bodyPr wrap="square" lIns="108000" tIns="54000" rIns="108000" bIns="54000" numCol="1" spcCol="72000" rtlCol="0" anchor="ctr">
                  <a:noAutofit/>
                </a:bodyPr>
                <a:lstStyle/>
                <a:p>
                  <a:pPr algn="ctr" rtl="0">
                    <a:spcBef>
                      <a:spcPct val="0"/>
                    </a:spcBef>
                    <a:buFont typeface="Wingdings" charset="0"/>
                    <a:buNone/>
                  </a:pPr>
                  <a:endParaRPr lang="en-US" sz="1000" b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602" name="Freihandform 1672">
                  <a:extLst>
                    <a:ext uri="{FF2B5EF4-FFF2-40B4-BE49-F238E27FC236}">
                      <a16:creationId xmlns:a16="http://schemas.microsoft.com/office/drawing/2014/main" id="{B04C9E5C-E92F-4E60-8986-901159D9F20E}"/>
                    </a:ext>
                  </a:extLst>
                </p:cNvPr>
                <p:cNvSpPr/>
                <p:nvPr/>
              </p:nvSpPr>
              <p:spPr bwMode="gray">
                <a:xfrm>
                  <a:off x="10685061" y="3142041"/>
                  <a:ext cx="967231" cy="469629"/>
                </a:xfrm>
                <a:custGeom>
                  <a:avLst/>
                  <a:gdLst>
                    <a:gd name="connsiteX0" fmla="*/ 0 w 814388"/>
                    <a:gd name="connsiteY0" fmla="*/ 0 h 395287"/>
                    <a:gd name="connsiteX1" fmla="*/ 135731 w 814388"/>
                    <a:gd name="connsiteY1" fmla="*/ 130968 h 395287"/>
                    <a:gd name="connsiteX2" fmla="*/ 273844 w 814388"/>
                    <a:gd name="connsiteY2" fmla="*/ 130968 h 395287"/>
                    <a:gd name="connsiteX3" fmla="*/ 538163 w 814388"/>
                    <a:gd name="connsiteY3" fmla="*/ 395287 h 395287"/>
                    <a:gd name="connsiteX4" fmla="*/ 814388 w 814388"/>
                    <a:gd name="connsiteY4" fmla="*/ 395287 h 3952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14388" h="395287">
                      <a:moveTo>
                        <a:pt x="0" y="0"/>
                      </a:moveTo>
                      <a:lnTo>
                        <a:pt x="135731" y="130968"/>
                      </a:lnTo>
                      <a:lnTo>
                        <a:pt x="273844" y="130968"/>
                      </a:lnTo>
                      <a:lnTo>
                        <a:pt x="538163" y="395287"/>
                      </a:lnTo>
                      <a:lnTo>
                        <a:pt x="814388" y="395287"/>
                      </a:lnTo>
                    </a:path>
                  </a:pathLst>
                </a:custGeom>
                <a:noFill/>
                <a:ln w="12700">
                  <a:solidFill>
                    <a:srgbClr val="41AAAA"/>
                  </a:solidFill>
                </a:ln>
                <a:effectLst/>
              </p:spPr>
              <p:txBody>
                <a:bodyPr wrap="square" lIns="108000" tIns="54000" rIns="108000" bIns="54000" numCol="1" spcCol="72000" rtlCol="0" anchor="ctr">
                  <a:noAutofit/>
                </a:bodyPr>
                <a:lstStyle/>
                <a:p>
                  <a:pPr algn="ctr" rtl="0">
                    <a:spcBef>
                      <a:spcPct val="0"/>
                    </a:spcBef>
                    <a:buFont typeface="Wingdings" charset="0"/>
                    <a:buNone/>
                  </a:pPr>
                  <a:endParaRPr lang="en-US" sz="1000" b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603" name="Freihandform 1673">
                  <a:extLst>
                    <a:ext uri="{FF2B5EF4-FFF2-40B4-BE49-F238E27FC236}">
                      <a16:creationId xmlns:a16="http://schemas.microsoft.com/office/drawing/2014/main" id="{6CCAD78E-E931-47D4-88F1-44FDCDB3CCD3}"/>
                    </a:ext>
                  </a:extLst>
                </p:cNvPr>
                <p:cNvSpPr/>
                <p:nvPr/>
              </p:nvSpPr>
              <p:spPr bwMode="gray">
                <a:xfrm>
                  <a:off x="10834953" y="3934187"/>
                  <a:ext cx="822994" cy="472458"/>
                </a:xfrm>
                <a:custGeom>
                  <a:avLst/>
                  <a:gdLst>
                    <a:gd name="connsiteX0" fmla="*/ 0 w 692944"/>
                    <a:gd name="connsiteY0" fmla="*/ 397668 h 397668"/>
                    <a:gd name="connsiteX1" fmla="*/ 145257 w 692944"/>
                    <a:gd name="connsiteY1" fmla="*/ 397668 h 397668"/>
                    <a:gd name="connsiteX2" fmla="*/ 542925 w 692944"/>
                    <a:gd name="connsiteY2" fmla="*/ 0 h 397668"/>
                    <a:gd name="connsiteX3" fmla="*/ 692944 w 692944"/>
                    <a:gd name="connsiteY3" fmla="*/ 0 h 3976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92944" h="397668">
                      <a:moveTo>
                        <a:pt x="0" y="397668"/>
                      </a:moveTo>
                      <a:lnTo>
                        <a:pt x="145257" y="397668"/>
                      </a:lnTo>
                      <a:lnTo>
                        <a:pt x="542925" y="0"/>
                      </a:lnTo>
                      <a:lnTo>
                        <a:pt x="692944" y="0"/>
                      </a:lnTo>
                    </a:path>
                  </a:pathLst>
                </a:custGeom>
                <a:noFill/>
                <a:ln w="12700">
                  <a:solidFill>
                    <a:srgbClr val="41AAAA"/>
                  </a:solidFill>
                </a:ln>
                <a:effectLst/>
              </p:spPr>
              <p:txBody>
                <a:bodyPr wrap="square" lIns="108000" tIns="54000" rIns="108000" bIns="54000" numCol="1" spcCol="72000" rtlCol="0" anchor="ctr">
                  <a:noAutofit/>
                </a:bodyPr>
                <a:lstStyle/>
                <a:p>
                  <a:pPr algn="ctr" rtl="0">
                    <a:spcBef>
                      <a:spcPct val="0"/>
                    </a:spcBef>
                    <a:buFont typeface="Wingdings" charset="0"/>
                    <a:buNone/>
                  </a:pPr>
                  <a:endParaRPr lang="en-US" sz="1000" b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605" name="Freihandform 1675">
                  <a:extLst>
                    <a:ext uri="{FF2B5EF4-FFF2-40B4-BE49-F238E27FC236}">
                      <a16:creationId xmlns:a16="http://schemas.microsoft.com/office/drawing/2014/main" id="{B0101BBF-BEF8-4D02-89CF-BECBAF416034}"/>
                    </a:ext>
                  </a:extLst>
                </p:cNvPr>
                <p:cNvSpPr/>
                <p:nvPr/>
              </p:nvSpPr>
              <p:spPr bwMode="gray">
                <a:xfrm>
                  <a:off x="11171504" y="3770097"/>
                  <a:ext cx="311098" cy="161259"/>
                </a:xfrm>
                <a:custGeom>
                  <a:avLst/>
                  <a:gdLst>
                    <a:gd name="connsiteX0" fmla="*/ 0 w 261938"/>
                    <a:gd name="connsiteY0" fmla="*/ 135732 h 135732"/>
                    <a:gd name="connsiteX1" fmla="*/ 126206 w 261938"/>
                    <a:gd name="connsiteY1" fmla="*/ 135732 h 135732"/>
                    <a:gd name="connsiteX2" fmla="*/ 261938 w 261938"/>
                    <a:gd name="connsiteY2" fmla="*/ 0 h 1357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61938" h="135732">
                      <a:moveTo>
                        <a:pt x="0" y="135732"/>
                      </a:moveTo>
                      <a:lnTo>
                        <a:pt x="126206" y="135732"/>
                      </a:lnTo>
                      <a:lnTo>
                        <a:pt x="261938" y="0"/>
                      </a:lnTo>
                    </a:path>
                  </a:pathLst>
                </a:custGeom>
                <a:noFill/>
                <a:ln w="12700">
                  <a:solidFill>
                    <a:srgbClr val="41AAAA"/>
                  </a:solidFill>
                </a:ln>
                <a:effectLst/>
              </p:spPr>
              <p:txBody>
                <a:bodyPr wrap="square" lIns="108000" tIns="54000" rIns="108000" bIns="54000" numCol="1" spcCol="72000" rtlCol="0" anchor="ctr">
                  <a:noAutofit/>
                </a:bodyPr>
                <a:lstStyle/>
                <a:p>
                  <a:pPr algn="ctr" rtl="0">
                    <a:spcBef>
                      <a:spcPct val="0"/>
                    </a:spcBef>
                    <a:buFont typeface="Wingdings" charset="0"/>
                    <a:buNone/>
                  </a:pPr>
                  <a:endParaRPr lang="en-US" sz="1000" b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606" name="Freihandform 1676">
                  <a:extLst>
                    <a:ext uri="{FF2B5EF4-FFF2-40B4-BE49-F238E27FC236}">
                      <a16:creationId xmlns:a16="http://schemas.microsoft.com/office/drawing/2014/main" id="{31E54D63-E946-425D-8DCE-937F6BDDA06D}"/>
                    </a:ext>
                  </a:extLst>
                </p:cNvPr>
                <p:cNvSpPr/>
                <p:nvPr/>
              </p:nvSpPr>
              <p:spPr bwMode="gray">
                <a:xfrm>
                  <a:off x="7027311" y="3611670"/>
                  <a:ext cx="478901" cy="147113"/>
                </a:xfrm>
                <a:custGeom>
                  <a:avLst/>
                  <a:gdLst>
                    <a:gd name="connsiteX0" fmla="*/ 0 w 403225"/>
                    <a:gd name="connsiteY0" fmla="*/ 0 h 123825"/>
                    <a:gd name="connsiteX1" fmla="*/ 279400 w 403225"/>
                    <a:gd name="connsiteY1" fmla="*/ 0 h 123825"/>
                    <a:gd name="connsiteX2" fmla="*/ 403225 w 403225"/>
                    <a:gd name="connsiteY2" fmla="*/ 123825 h 1238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03225" h="123825">
                      <a:moveTo>
                        <a:pt x="0" y="0"/>
                      </a:moveTo>
                      <a:lnTo>
                        <a:pt x="279400" y="0"/>
                      </a:lnTo>
                      <a:lnTo>
                        <a:pt x="403225" y="123825"/>
                      </a:lnTo>
                    </a:path>
                  </a:pathLst>
                </a:custGeom>
                <a:noFill/>
                <a:ln w="12700">
                  <a:solidFill>
                    <a:srgbClr val="41AAAA"/>
                  </a:solidFill>
                </a:ln>
                <a:effectLst/>
              </p:spPr>
              <p:txBody>
                <a:bodyPr wrap="square" lIns="108000" tIns="54000" rIns="108000" bIns="54000" numCol="1" spcCol="72000" rtlCol="0" anchor="ctr">
                  <a:noAutofit/>
                </a:bodyPr>
                <a:lstStyle/>
                <a:p>
                  <a:pPr algn="ctr" rtl="0">
                    <a:spcBef>
                      <a:spcPct val="0"/>
                    </a:spcBef>
                    <a:buFont typeface="Wingdings" charset="0"/>
                    <a:buNone/>
                  </a:pPr>
                  <a:endParaRPr lang="en-US" sz="1000" b="1" dirty="0">
                    <a:solidFill>
                      <a:srgbClr val="000000"/>
                    </a:solidFill>
                  </a:endParaRPr>
                </a:p>
              </p:txBody>
            </p:sp>
          </p:grpSp>
          <p:sp>
            <p:nvSpPr>
              <p:cNvPr id="341" name="Ellipse 972">
                <a:extLst>
                  <a:ext uri="{FF2B5EF4-FFF2-40B4-BE49-F238E27FC236}">
                    <a16:creationId xmlns:a16="http://schemas.microsoft.com/office/drawing/2014/main" id="{5587AB4B-A4AA-4EB3-96EC-082B23AF6818}"/>
                  </a:ext>
                </a:extLst>
              </p:cNvPr>
              <p:cNvSpPr/>
              <p:nvPr/>
            </p:nvSpPr>
            <p:spPr bwMode="gray">
              <a:xfrm flipV="1">
                <a:off x="8053160" y="2557824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42" name="Ellipse 973">
                <a:extLst>
                  <a:ext uri="{FF2B5EF4-FFF2-40B4-BE49-F238E27FC236}">
                    <a16:creationId xmlns:a16="http://schemas.microsoft.com/office/drawing/2014/main" id="{D16EED1B-697A-4BEC-B662-6173A42963B5}"/>
                  </a:ext>
                </a:extLst>
              </p:cNvPr>
              <p:cNvSpPr/>
              <p:nvPr/>
            </p:nvSpPr>
            <p:spPr bwMode="gray">
              <a:xfrm flipV="1">
                <a:off x="7950749" y="2557824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43" name="Ellipse 974">
                <a:extLst>
                  <a:ext uri="{FF2B5EF4-FFF2-40B4-BE49-F238E27FC236}">
                    <a16:creationId xmlns:a16="http://schemas.microsoft.com/office/drawing/2014/main" id="{BE5F4E96-694D-4E97-9B2F-90DF6E6C2890}"/>
                  </a:ext>
                </a:extLst>
              </p:cNvPr>
              <p:cNvSpPr/>
              <p:nvPr/>
            </p:nvSpPr>
            <p:spPr bwMode="gray">
              <a:xfrm flipV="1">
                <a:off x="7441978" y="2557824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44" name="Ellipse 975">
                <a:extLst>
                  <a:ext uri="{FF2B5EF4-FFF2-40B4-BE49-F238E27FC236}">
                    <a16:creationId xmlns:a16="http://schemas.microsoft.com/office/drawing/2014/main" id="{5FD0D0B2-2F4E-4F1E-BB47-5A90F883C68C}"/>
                  </a:ext>
                </a:extLst>
              </p:cNvPr>
              <p:cNvSpPr/>
              <p:nvPr/>
            </p:nvSpPr>
            <p:spPr bwMode="gray">
              <a:xfrm flipV="1">
                <a:off x="7344594" y="2557824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45" name="Ellipse 976">
                <a:extLst>
                  <a:ext uri="{FF2B5EF4-FFF2-40B4-BE49-F238E27FC236}">
                    <a16:creationId xmlns:a16="http://schemas.microsoft.com/office/drawing/2014/main" id="{ACE760D8-0464-4C0A-AA2F-66D4936DD755}"/>
                  </a:ext>
                </a:extLst>
              </p:cNvPr>
              <p:cNvSpPr/>
              <p:nvPr/>
            </p:nvSpPr>
            <p:spPr bwMode="gray">
              <a:xfrm flipV="1">
                <a:off x="9778750" y="2557824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46" name="Ellipse 977">
                <a:extLst>
                  <a:ext uri="{FF2B5EF4-FFF2-40B4-BE49-F238E27FC236}">
                    <a16:creationId xmlns:a16="http://schemas.microsoft.com/office/drawing/2014/main" id="{D96491F6-1143-48E5-8813-6B7981B914EB}"/>
                  </a:ext>
                </a:extLst>
              </p:cNvPr>
              <p:cNvSpPr/>
              <p:nvPr/>
            </p:nvSpPr>
            <p:spPr bwMode="gray">
              <a:xfrm flipV="1">
                <a:off x="10185459" y="2453244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47" name="Ellipse 978">
                <a:extLst>
                  <a:ext uri="{FF2B5EF4-FFF2-40B4-BE49-F238E27FC236}">
                    <a16:creationId xmlns:a16="http://schemas.microsoft.com/office/drawing/2014/main" id="{8BEAD64B-3DB0-4C92-8B09-5100BF6BB39E}"/>
                  </a:ext>
                </a:extLst>
              </p:cNvPr>
              <p:cNvSpPr/>
              <p:nvPr/>
            </p:nvSpPr>
            <p:spPr bwMode="gray">
              <a:xfrm flipV="1">
                <a:off x="10185459" y="2135502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48" name="Ellipse 979">
                <a:extLst>
                  <a:ext uri="{FF2B5EF4-FFF2-40B4-BE49-F238E27FC236}">
                    <a16:creationId xmlns:a16="http://schemas.microsoft.com/office/drawing/2014/main" id="{1F25E483-DB3C-4C21-BA87-DE3CF57FCB43}"/>
                  </a:ext>
                </a:extLst>
              </p:cNvPr>
              <p:cNvSpPr/>
              <p:nvPr/>
            </p:nvSpPr>
            <p:spPr bwMode="gray">
              <a:xfrm flipV="1">
                <a:off x="10185459" y="1816026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49" name="Ellipse 980">
                <a:extLst>
                  <a:ext uri="{FF2B5EF4-FFF2-40B4-BE49-F238E27FC236}">
                    <a16:creationId xmlns:a16="http://schemas.microsoft.com/office/drawing/2014/main" id="{ABD5CC65-947D-415C-97FC-66CEFB227892}"/>
                  </a:ext>
                </a:extLst>
              </p:cNvPr>
              <p:cNvSpPr/>
              <p:nvPr/>
            </p:nvSpPr>
            <p:spPr bwMode="gray">
              <a:xfrm flipV="1">
                <a:off x="10185459" y="160243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50" name="Ellipse 981">
                <a:extLst>
                  <a:ext uri="{FF2B5EF4-FFF2-40B4-BE49-F238E27FC236}">
                    <a16:creationId xmlns:a16="http://schemas.microsoft.com/office/drawing/2014/main" id="{FF0FCEE2-1752-4072-8F1D-C7CE0BA0177B}"/>
                  </a:ext>
                </a:extLst>
              </p:cNvPr>
              <p:cNvSpPr/>
              <p:nvPr/>
            </p:nvSpPr>
            <p:spPr bwMode="gray">
              <a:xfrm flipV="1">
                <a:off x="10286625" y="2453244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51" name="Ellipse 982">
                <a:extLst>
                  <a:ext uri="{FF2B5EF4-FFF2-40B4-BE49-F238E27FC236}">
                    <a16:creationId xmlns:a16="http://schemas.microsoft.com/office/drawing/2014/main" id="{818FDAF6-CF6D-4248-921B-A77A1D61F74C}"/>
                  </a:ext>
                </a:extLst>
              </p:cNvPr>
              <p:cNvSpPr/>
              <p:nvPr/>
            </p:nvSpPr>
            <p:spPr bwMode="gray">
              <a:xfrm flipV="1">
                <a:off x="10385977" y="2453244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52" name="Ellipse 983">
                <a:extLst>
                  <a:ext uri="{FF2B5EF4-FFF2-40B4-BE49-F238E27FC236}">
                    <a16:creationId xmlns:a16="http://schemas.microsoft.com/office/drawing/2014/main" id="{3CECE34B-1808-4A19-8910-AECF066551ED}"/>
                  </a:ext>
                </a:extLst>
              </p:cNvPr>
              <p:cNvSpPr/>
              <p:nvPr/>
            </p:nvSpPr>
            <p:spPr bwMode="gray">
              <a:xfrm flipV="1">
                <a:off x="10286625" y="224145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53" name="Ellipse 984">
                <a:extLst>
                  <a:ext uri="{FF2B5EF4-FFF2-40B4-BE49-F238E27FC236}">
                    <a16:creationId xmlns:a16="http://schemas.microsoft.com/office/drawing/2014/main" id="{2C8822ED-1D41-4063-A826-8A10CCA9A60D}"/>
                  </a:ext>
                </a:extLst>
              </p:cNvPr>
              <p:cNvSpPr/>
              <p:nvPr/>
            </p:nvSpPr>
            <p:spPr bwMode="gray">
              <a:xfrm flipV="1">
                <a:off x="10385977" y="2347090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54" name="Ellipse 985">
                <a:extLst>
                  <a:ext uri="{FF2B5EF4-FFF2-40B4-BE49-F238E27FC236}">
                    <a16:creationId xmlns:a16="http://schemas.microsoft.com/office/drawing/2014/main" id="{07EFFCF8-DC7C-46A1-85A5-E0F6E72568CC}"/>
                  </a:ext>
                </a:extLst>
              </p:cNvPr>
              <p:cNvSpPr/>
              <p:nvPr/>
            </p:nvSpPr>
            <p:spPr bwMode="gray">
              <a:xfrm flipV="1">
                <a:off x="10385977" y="224145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55" name="Ellipse 986">
                <a:extLst>
                  <a:ext uri="{FF2B5EF4-FFF2-40B4-BE49-F238E27FC236}">
                    <a16:creationId xmlns:a16="http://schemas.microsoft.com/office/drawing/2014/main" id="{A19FDBEA-6A12-4B59-83A5-4DE42226F6F2}"/>
                  </a:ext>
                </a:extLst>
              </p:cNvPr>
              <p:cNvSpPr/>
              <p:nvPr/>
            </p:nvSpPr>
            <p:spPr bwMode="gray">
              <a:xfrm flipV="1">
                <a:off x="10084935" y="2347090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56" name="Ellipse 987">
                <a:extLst>
                  <a:ext uri="{FF2B5EF4-FFF2-40B4-BE49-F238E27FC236}">
                    <a16:creationId xmlns:a16="http://schemas.microsoft.com/office/drawing/2014/main" id="{688D3D1D-3DA6-4CE6-B91D-0EE8A4ADC3B3}"/>
                  </a:ext>
                </a:extLst>
              </p:cNvPr>
              <p:cNvSpPr/>
              <p:nvPr/>
            </p:nvSpPr>
            <p:spPr bwMode="gray">
              <a:xfrm flipV="1">
                <a:off x="10084935" y="224145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57" name="Ellipse 988">
                <a:extLst>
                  <a:ext uri="{FF2B5EF4-FFF2-40B4-BE49-F238E27FC236}">
                    <a16:creationId xmlns:a16="http://schemas.microsoft.com/office/drawing/2014/main" id="{AD883589-62EC-4C7F-B9D4-67EC1385E6FE}"/>
                  </a:ext>
                </a:extLst>
              </p:cNvPr>
              <p:cNvSpPr/>
              <p:nvPr/>
            </p:nvSpPr>
            <p:spPr bwMode="gray">
              <a:xfrm flipV="1">
                <a:off x="10084935" y="2135502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58" name="Ellipse 989">
                <a:extLst>
                  <a:ext uri="{FF2B5EF4-FFF2-40B4-BE49-F238E27FC236}">
                    <a16:creationId xmlns:a16="http://schemas.microsoft.com/office/drawing/2014/main" id="{670214CB-0BE1-450D-963D-C31A24BD389E}"/>
                  </a:ext>
                </a:extLst>
              </p:cNvPr>
              <p:cNvSpPr/>
              <p:nvPr/>
            </p:nvSpPr>
            <p:spPr bwMode="gray">
              <a:xfrm flipV="1">
                <a:off x="10691133" y="2241459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59" name="Ellipse 990">
                <a:extLst>
                  <a:ext uri="{FF2B5EF4-FFF2-40B4-BE49-F238E27FC236}">
                    <a16:creationId xmlns:a16="http://schemas.microsoft.com/office/drawing/2014/main" id="{78B93CB3-0FFC-4B37-8858-569627E1D212}"/>
                  </a:ext>
                </a:extLst>
              </p:cNvPr>
              <p:cNvSpPr/>
              <p:nvPr/>
            </p:nvSpPr>
            <p:spPr bwMode="gray">
              <a:xfrm flipV="1">
                <a:off x="10691133" y="2135502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60" name="Ellipse 991">
                <a:extLst>
                  <a:ext uri="{FF2B5EF4-FFF2-40B4-BE49-F238E27FC236}">
                    <a16:creationId xmlns:a16="http://schemas.microsoft.com/office/drawing/2014/main" id="{C9BF1ED3-1907-40BF-9280-04DE1735942A}"/>
                  </a:ext>
                </a:extLst>
              </p:cNvPr>
              <p:cNvSpPr/>
              <p:nvPr/>
            </p:nvSpPr>
            <p:spPr bwMode="gray">
              <a:xfrm flipV="1">
                <a:off x="10593948" y="2135502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61" name="Ellipse 992">
                <a:extLst>
                  <a:ext uri="{FF2B5EF4-FFF2-40B4-BE49-F238E27FC236}">
                    <a16:creationId xmlns:a16="http://schemas.microsoft.com/office/drawing/2014/main" id="{DDD7F1D5-B8A8-4DB6-88CD-7D9D20A67C4D}"/>
                  </a:ext>
                </a:extLst>
              </p:cNvPr>
              <p:cNvSpPr/>
              <p:nvPr/>
            </p:nvSpPr>
            <p:spPr bwMode="gray">
              <a:xfrm flipV="1">
                <a:off x="10691133" y="1923224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62" name="Ellipse 993">
                <a:extLst>
                  <a:ext uri="{FF2B5EF4-FFF2-40B4-BE49-F238E27FC236}">
                    <a16:creationId xmlns:a16="http://schemas.microsoft.com/office/drawing/2014/main" id="{0BE6B7AD-81CC-4FC3-ABFE-1BD5398D4CE8}"/>
                  </a:ext>
                </a:extLst>
              </p:cNvPr>
              <p:cNvSpPr/>
              <p:nvPr/>
            </p:nvSpPr>
            <p:spPr bwMode="gray">
              <a:xfrm flipV="1">
                <a:off x="10691133" y="1816026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63" name="Ellipse 994">
                <a:extLst>
                  <a:ext uri="{FF2B5EF4-FFF2-40B4-BE49-F238E27FC236}">
                    <a16:creationId xmlns:a16="http://schemas.microsoft.com/office/drawing/2014/main" id="{6CD2849C-2E53-4699-A34F-EF7993B8A669}"/>
                  </a:ext>
                </a:extLst>
              </p:cNvPr>
              <p:cNvSpPr/>
              <p:nvPr/>
            </p:nvSpPr>
            <p:spPr bwMode="gray">
              <a:xfrm flipV="1">
                <a:off x="10691133" y="170790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64" name="Ellipse 995">
                <a:extLst>
                  <a:ext uri="{FF2B5EF4-FFF2-40B4-BE49-F238E27FC236}">
                    <a16:creationId xmlns:a16="http://schemas.microsoft.com/office/drawing/2014/main" id="{A1E2D3BB-F57F-4BF6-A564-9CDE3BFE5379}"/>
                  </a:ext>
                </a:extLst>
              </p:cNvPr>
              <p:cNvSpPr/>
              <p:nvPr/>
            </p:nvSpPr>
            <p:spPr bwMode="gray">
              <a:xfrm flipV="1">
                <a:off x="9883804" y="160243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65" name="Ellipse 996">
                <a:extLst>
                  <a:ext uri="{FF2B5EF4-FFF2-40B4-BE49-F238E27FC236}">
                    <a16:creationId xmlns:a16="http://schemas.microsoft.com/office/drawing/2014/main" id="{27F43E66-3150-47DD-A954-6CF4D39D7BB7}"/>
                  </a:ext>
                </a:extLst>
              </p:cNvPr>
              <p:cNvSpPr/>
              <p:nvPr/>
            </p:nvSpPr>
            <p:spPr bwMode="gray">
              <a:xfrm flipV="1">
                <a:off x="9778750" y="1602439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66" name="Ellipse 997">
                <a:extLst>
                  <a:ext uri="{FF2B5EF4-FFF2-40B4-BE49-F238E27FC236}">
                    <a16:creationId xmlns:a16="http://schemas.microsoft.com/office/drawing/2014/main" id="{C104B223-520C-41C1-8DDF-610CB72D9434}"/>
                  </a:ext>
                </a:extLst>
              </p:cNvPr>
              <p:cNvSpPr/>
              <p:nvPr/>
            </p:nvSpPr>
            <p:spPr bwMode="gray">
              <a:xfrm flipV="1">
                <a:off x="9676998" y="1602439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67" name="Ellipse 998">
                <a:extLst>
                  <a:ext uri="{FF2B5EF4-FFF2-40B4-BE49-F238E27FC236}">
                    <a16:creationId xmlns:a16="http://schemas.microsoft.com/office/drawing/2014/main" id="{9EB56993-E8F9-4721-9C17-3FE221047884}"/>
                  </a:ext>
                </a:extLst>
              </p:cNvPr>
              <p:cNvSpPr/>
              <p:nvPr/>
            </p:nvSpPr>
            <p:spPr bwMode="gray">
              <a:xfrm flipV="1">
                <a:off x="10593948" y="170790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68" name="Ellipse 999">
                <a:extLst>
                  <a:ext uri="{FF2B5EF4-FFF2-40B4-BE49-F238E27FC236}">
                    <a16:creationId xmlns:a16="http://schemas.microsoft.com/office/drawing/2014/main" id="{3EA71A5F-9A04-4357-9671-3CA0DEAFC4C5}"/>
                  </a:ext>
                </a:extLst>
              </p:cNvPr>
              <p:cNvSpPr/>
              <p:nvPr/>
            </p:nvSpPr>
            <p:spPr bwMode="gray">
              <a:xfrm flipV="1">
                <a:off x="10593948" y="1816026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69" name="Ellipse 1000">
                <a:extLst>
                  <a:ext uri="{FF2B5EF4-FFF2-40B4-BE49-F238E27FC236}">
                    <a16:creationId xmlns:a16="http://schemas.microsoft.com/office/drawing/2014/main" id="{27F97A9A-12F1-471E-84B9-8F9C55B1585A}"/>
                  </a:ext>
                </a:extLst>
              </p:cNvPr>
              <p:cNvSpPr/>
              <p:nvPr/>
            </p:nvSpPr>
            <p:spPr bwMode="gray">
              <a:xfrm flipV="1">
                <a:off x="10385977" y="1816026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70" name="Ellipse 1001">
                <a:extLst>
                  <a:ext uri="{FF2B5EF4-FFF2-40B4-BE49-F238E27FC236}">
                    <a16:creationId xmlns:a16="http://schemas.microsoft.com/office/drawing/2014/main" id="{5E6FE083-33BF-48AA-AD3F-96E3DDB22818}"/>
                  </a:ext>
                </a:extLst>
              </p:cNvPr>
              <p:cNvSpPr/>
              <p:nvPr/>
            </p:nvSpPr>
            <p:spPr bwMode="gray">
              <a:xfrm flipV="1">
                <a:off x="10490310" y="2135502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71" name="Ellipse 1002">
                <a:extLst>
                  <a:ext uri="{FF2B5EF4-FFF2-40B4-BE49-F238E27FC236}">
                    <a16:creationId xmlns:a16="http://schemas.microsoft.com/office/drawing/2014/main" id="{B8F0B45A-ED51-4CF4-9739-43CCE05BBF51}"/>
                  </a:ext>
                </a:extLst>
              </p:cNvPr>
              <p:cNvSpPr/>
              <p:nvPr/>
            </p:nvSpPr>
            <p:spPr bwMode="gray">
              <a:xfrm flipV="1">
                <a:off x="10490310" y="202859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72" name="Ellipse 1003">
                <a:extLst>
                  <a:ext uri="{FF2B5EF4-FFF2-40B4-BE49-F238E27FC236}">
                    <a16:creationId xmlns:a16="http://schemas.microsoft.com/office/drawing/2014/main" id="{B7E8B69E-B605-482C-9D14-2261149E910F}"/>
                  </a:ext>
                </a:extLst>
              </p:cNvPr>
              <p:cNvSpPr/>
              <p:nvPr/>
            </p:nvSpPr>
            <p:spPr bwMode="gray">
              <a:xfrm flipV="1">
                <a:off x="10490310" y="160243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73" name="Ellipse 1004">
                <a:extLst>
                  <a:ext uri="{FF2B5EF4-FFF2-40B4-BE49-F238E27FC236}">
                    <a16:creationId xmlns:a16="http://schemas.microsoft.com/office/drawing/2014/main" id="{7066A820-B9FA-48D1-AC41-8B99BE3A647A}"/>
                  </a:ext>
                </a:extLst>
              </p:cNvPr>
              <p:cNvSpPr/>
              <p:nvPr/>
            </p:nvSpPr>
            <p:spPr bwMode="gray">
              <a:xfrm flipV="1">
                <a:off x="9778750" y="1707909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74" name="Ellipse 1005">
                <a:extLst>
                  <a:ext uri="{FF2B5EF4-FFF2-40B4-BE49-F238E27FC236}">
                    <a16:creationId xmlns:a16="http://schemas.microsoft.com/office/drawing/2014/main" id="{1F2CC8A5-65C5-4D59-919E-F685CCC814EB}"/>
                  </a:ext>
                </a:extLst>
              </p:cNvPr>
              <p:cNvSpPr/>
              <p:nvPr/>
            </p:nvSpPr>
            <p:spPr bwMode="gray">
              <a:xfrm flipV="1">
                <a:off x="9883804" y="1707909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75" name="Ellipse 1006">
                <a:extLst>
                  <a:ext uri="{FF2B5EF4-FFF2-40B4-BE49-F238E27FC236}">
                    <a16:creationId xmlns:a16="http://schemas.microsoft.com/office/drawing/2014/main" id="{E0B38AE7-9986-4B54-89AE-602806DA0C82}"/>
                  </a:ext>
                </a:extLst>
              </p:cNvPr>
              <p:cNvSpPr/>
              <p:nvPr/>
            </p:nvSpPr>
            <p:spPr bwMode="gray">
              <a:xfrm flipV="1">
                <a:off x="9979215" y="1707909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76" name="Ellipse 1007">
                <a:extLst>
                  <a:ext uri="{FF2B5EF4-FFF2-40B4-BE49-F238E27FC236}">
                    <a16:creationId xmlns:a16="http://schemas.microsoft.com/office/drawing/2014/main" id="{2CD6097B-A2ED-44F2-98C2-51DBDBEA777E}"/>
                  </a:ext>
                </a:extLst>
              </p:cNvPr>
              <p:cNvSpPr/>
              <p:nvPr/>
            </p:nvSpPr>
            <p:spPr bwMode="gray">
              <a:xfrm flipV="1">
                <a:off x="9979215" y="1816026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77" name="Ellipse 1008">
                <a:extLst>
                  <a:ext uri="{FF2B5EF4-FFF2-40B4-BE49-F238E27FC236}">
                    <a16:creationId xmlns:a16="http://schemas.microsoft.com/office/drawing/2014/main" id="{EE1D634B-65AE-4DC4-B47A-B82039E56D9E}"/>
                  </a:ext>
                </a:extLst>
              </p:cNvPr>
              <p:cNvSpPr/>
              <p:nvPr/>
            </p:nvSpPr>
            <p:spPr bwMode="gray">
              <a:xfrm flipV="1">
                <a:off x="9979215" y="1923224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78" name="Ellipse 1009">
                <a:extLst>
                  <a:ext uri="{FF2B5EF4-FFF2-40B4-BE49-F238E27FC236}">
                    <a16:creationId xmlns:a16="http://schemas.microsoft.com/office/drawing/2014/main" id="{516EC3A0-8AFB-4CE3-8E16-39805A77705B}"/>
                  </a:ext>
                </a:extLst>
              </p:cNvPr>
              <p:cNvSpPr/>
              <p:nvPr/>
            </p:nvSpPr>
            <p:spPr bwMode="gray">
              <a:xfrm flipV="1">
                <a:off x="9979215" y="224145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79" name="Ellipse 1010">
                <a:extLst>
                  <a:ext uri="{FF2B5EF4-FFF2-40B4-BE49-F238E27FC236}">
                    <a16:creationId xmlns:a16="http://schemas.microsoft.com/office/drawing/2014/main" id="{F3D8A70A-B37C-4578-AC5E-4A7DE7C2181A}"/>
                  </a:ext>
                </a:extLst>
              </p:cNvPr>
              <p:cNvSpPr/>
              <p:nvPr/>
            </p:nvSpPr>
            <p:spPr bwMode="gray">
              <a:xfrm flipV="1">
                <a:off x="9778750" y="2453244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80" name="Ellipse 1011">
                <a:extLst>
                  <a:ext uri="{FF2B5EF4-FFF2-40B4-BE49-F238E27FC236}">
                    <a16:creationId xmlns:a16="http://schemas.microsoft.com/office/drawing/2014/main" id="{B3F196FD-2806-404F-B027-9C993D25E758}"/>
                  </a:ext>
                </a:extLst>
              </p:cNvPr>
              <p:cNvSpPr/>
              <p:nvPr/>
            </p:nvSpPr>
            <p:spPr bwMode="gray">
              <a:xfrm flipV="1">
                <a:off x="9778750" y="2347090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81" name="Ellipse 1012">
                <a:extLst>
                  <a:ext uri="{FF2B5EF4-FFF2-40B4-BE49-F238E27FC236}">
                    <a16:creationId xmlns:a16="http://schemas.microsoft.com/office/drawing/2014/main" id="{046FDC1F-2015-49A0-A2A3-B06470371A33}"/>
                  </a:ext>
                </a:extLst>
              </p:cNvPr>
              <p:cNvSpPr/>
              <p:nvPr/>
            </p:nvSpPr>
            <p:spPr bwMode="gray">
              <a:xfrm flipV="1">
                <a:off x="9778750" y="202859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82" name="Ellipse 1013">
                <a:extLst>
                  <a:ext uri="{FF2B5EF4-FFF2-40B4-BE49-F238E27FC236}">
                    <a16:creationId xmlns:a16="http://schemas.microsoft.com/office/drawing/2014/main" id="{75FB4829-606E-44B4-B09B-5CE39BDD954F}"/>
                  </a:ext>
                </a:extLst>
              </p:cNvPr>
              <p:cNvSpPr/>
              <p:nvPr/>
            </p:nvSpPr>
            <p:spPr bwMode="gray">
              <a:xfrm flipV="1">
                <a:off x="9778750" y="1816026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83" name="Ellipse 1014">
                <a:extLst>
                  <a:ext uri="{FF2B5EF4-FFF2-40B4-BE49-F238E27FC236}">
                    <a16:creationId xmlns:a16="http://schemas.microsoft.com/office/drawing/2014/main" id="{3B3A3B35-2BF1-40AA-B2C3-FC3627F01C30}"/>
                  </a:ext>
                </a:extLst>
              </p:cNvPr>
              <p:cNvSpPr/>
              <p:nvPr/>
            </p:nvSpPr>
            <p:spPr bwMode="gray">
              <a:xfrm flipV="1">
                <a:off x="9676998" y="2241459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84" name="Ellipse 1015">
                <a:extLst>
                  <a:ext uri="{FF2B5EF4-FFF2-40B4-BE49-F238E27FC236}">
                    <a16:creationId xmlns:a16="http://schemas.microsoft.com/office/drawing/2014/main" id="{EC23AFFB-D031-4DDF-80B2-54F0D6BAAA0C}"/>
                  </a:ext>
                </a:extLst>
              </p:cNvPr>
              <p:cNvSpPr/>
              <p:nvPr/>
            </p:nvSpPr>
            <p:spPr bwMode="gray">
              <a:xfrm flipV="1">
                <a:off x="9676998" y="1923224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85" name="Ellipse 1016">
                <a:extLst>
                  <a:ext uri="{FF2B5EF4-FFF2-40B4-BE49-F238E27FC236}">
                    <a16:creationId xmlns:a16="http://schemas.microsoft.com/office/drawing/2014/main" id="{9838B2CF-B241-4254-8D86-0042BFB43041}"/>
                  </a:ext>
                </a:extLst>
              </p:cNvPr>
              <p:cNvSpPr/>
              <p:nvPr/>
            </p:nvSpPr>
            <p:spPr bwMode="gray">
              <a:xfrm flipV="1">
                <a:off x="9471345" y="2453244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86" name="Ellipse 1017">
                <a:extLst>
                  <a:ext uri="{FF2B5EF4-FFF2-40B4-BE49-F238E27FC236}">
                    <a16:creationId xmlns:a16="http://schemas.microsoft.com/office/drawing/2014/main" id="{A6E28035-065B-4668-842E-745344B97461}"/>
                  </a:ext>
                </a:extLst>
              </p:cNvPr>
              <p:cNvSpPr/>
              <p:nvPr/>
            </p:nvSpPr>
            <p:spPr bwMode="gray">
              <a:xfrm flipV="1">
                <a:off x="9471345" y="2347090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87" name="Ellipse 1018">
                <a:extLst>
                  <a:ext uri="{FF2B5EF4-FFF2-40B4-BE49-F238E27FC236}">
                    <a16:creationId xmlns:a16="http://schemas.microsoft.com/office/drawing/2014/main" id="{D83E0E70-08EF-4513-B5A3-FF530D64BA4D}"/>
                  </a:ext>
                </a:extLst>
              </p:cNvPr>
              <p:cNvSpPr/>
              <p:nvPr/>
            </p:nvSpPr>
            <p:spPr bwMode="gray">
              <a:xfrm flipV="1">
                <a:off x="9471345" y="1923224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88" name="Ellipse 1019">
                <a:extLst>
                  <a:ext uri="{FF2B5EF4-FFF2-40B4-BE49-F238E27FC236}">
                    <a16:creationId xmlns:a16="http://schemas.microsoft.com/office/drawing/2014/main" id="{AE32D25F-6805-4111-B177-52350A33A224}"/>
                  </a:ext>
                </a:extLst>
              </p:cNvPr>
              <p:cNvSpPr/>
              <p:nvPr/>
            </p:nvSpPr>
            <p:spPr bwMode="gray">
              <a:xfrm flipV="1">
                <a:off x="9471345" y="1816026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89" name="Ellipse 1020">
                <a:extLst>
                  <a:ext uri="{FF2B5EF4-FFF2-40B4-BE49-F238E27FC236}">
                    <a16:creationId xmlns:a16="http://schemas.microsoft.com/office/drawing/2014/main" id="{B1DEA72E-B80C-4F79-B728-22943043AD1B}"/>
                  </a:ext>
                </a:extLst>
              </p:cNvPr>
              <p:cNvSpPr/>
              <p:nvPr/>
            </p:nvSpPr>
            <p:spPr bwMode="gray">
              <a:xfrm flipV="1">
                <a:off x="9471345" y="1707909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90" name="Ellipse 1021">
                <a:extLst>
                  <a:ext uri="{FF2B5EF4-FFF2-40B4-BE49-F238E27FC236}">
                    <a16:creationId xmlns:a16="http://schemas.microsoft.com/office/drawing/2014/main" id="{69D4B0C9-EAE7-480E-877E-EEAA9172075B}"/>
                  </a:ext>
                </a:extLst>
              </p:cNvPr>
              <p:cNvSpPr/>
              <p:nvPr/>
            </p:nvSpPr>
            <p:spPr bwMode="gray">
              <a:xfrm flipV="1">
                <a:off x="9471345" y="160243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91" name="Ellipse 1022">
                <a:extLst>
                  <a:ext uri="{FF2B5EF4-FFF2-40B4-BE49-F238E27FC236}">
                    <a16:creationId xmlns:a16="http://schemas.microsoft.com/office/drawing/2014/main" id="{84962B76-E335-4785-A0FE-23F445E85890}"/>
                  </a:ext>
                </a:extLst>
              </p:cNvPr>
              <p:cNvSpPr/>
              <p:nvPr/>
            </p:nvSpPr>
            <p:spPr bwMode="gray">
              <a:xfrm flipV="1">
                <a:off x="9574906" y="1602439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92" name="Ellipse 1023">
                <a:extLst>
                  <a:ext uri="{FF2B5EF4-FFF2-40B4-BE49-F238E27FC236}">
                    <a16:creationId xmlns:a16="http://schemas.microsoft.com/office/drawing/2014/main" id="{8D75F26A-D027-44F8-83D4-FF011B54D1EB}"/>
                  </a:ext>
                </a:extLst>
              </p:cNvPr>
              <p:cNvSpPr/>
              <p:nvPr/>
            </p:nvSpPr>
            <p:spPr bwMode="gray">
              <a:xfrm flipV="1">
                <a:off x="9471345" y="145798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93" name="Ellipse 1024">
                <a:extLst>
                  <a:ext uri="{FF2B5EF4-FFF2-40B4-BE49-F238E27FC236}">
                    <a16:creationId xmlns:a16="http://schemas.microsoft.com/office/drawing/2014/main" id="{D59B9EB7-F659-4567-B69D-7BDF3AC69B83}"/>
                  </a:ext>
                </a:extLst>
              </p:cNvPr>
              <p:cNvSpPr/>
              <p:nvPr/>
            </p:nvSpPr>
            <p:spPr bwMode="gray">
              <a:xfrm flipV="1">
                <a:off x="9371954" y="160243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94" name="Ellipse 1025">
                <a:extLst>
                  <a:ext uri="{FF2B5EF4-FFF2-40B4-BE49-F238E27FC236}">
                    <a16:creationId xmlns:a16="http://schemas.microsoft.com/office/drawing/2014/main" id="{1DB960B6-ABA9-48A2-8E89-FD9F1EBBF4AC}"/>
                  </a:ext>
                </a:extLst>
              </p:cNvPr>
              <p:cNvSpPr/>
              <p:nvPr/>
            </p:nvSpPr>
            <p:spPr bwMode="gray">
              <a:xfrm flipV="1">
                <a:off x="9371954" y="2347090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95" name="Ellipse 1026">
                <a:extLst>
                  <a:ext uri="{FF2B5EF4-FFF2-40B4-BE49-F238E27FC236}">
                    <a16:creationId xmlns:a16="http://schemas.microsoft.com/office/drawing/2014/main" id="{401434A3-C491-4F5D-BC92-A77732C88B82}"/>
                  </a:ext>
                </a:extLst>
              </p:cNvPr>
              <p:cNvSpPr/>
              <p:nvPr/>
            </p:nvSpPr>
            <p:spPr bwMode="gray">
              <a:xfrm flipV="1">
                <a:off x="9268950" y="2453244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96" name="Ellipse 1027">
                <a:extLst>
                  <a:ext uri="{FF2B5EF4-FFF2-40B4-BE49-F238E27FC236}">
                    <a16:creationId xmlns:a16="http://schemas.microsoft.com/office/drawing/2014/main" id="{9329AFA9-3A46-442B-9D80-BAA5D1D96A1B}"/>
                  </a:ext>
                </a:extLst>
              </p:cNvPr>
              <p:cNvSpPr/>
              <p:nvPr/>
            </p:nvSpPr>
            <p:spPr bwMode="gray">
              <a:xfrm flipV="1">
                <a:off x="9268950" y="1816026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97" name="Ellipse 1028">
                <a:extLst>
                  <a:ext uri="{FF2B5EF4-FFF2-40B4-BE49-F238E27FC236}">
                    <a16:creationId xmlns:a16="http://schemas.microsoft.com/office/drawing/2014/main" id="{36DA99B9-5B2A-4BF2-8D39-2CF349FEFBB6}"/>
                  </a:ext>
                </a:extLst>
              </p:cNvPr>
              <p:cNvSpPr/>
              <p:nvPr/>
            </p:nvSpPr>
            <p:spPr bwMode="gray">
              <a:xfrm flipV="1">
                <a:off x="9268950" y="170790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98" name="Ellipse 1029">
                <a:extLst>
                  <a:ext uri="{FF2B5EF4-FFF2-40B4-BE49-F238E27FC236}">
                    <a16:creationId xmlns:a16="http://schemas.microsoft.com/office/drawing/2014/main" id="{D56165FE-FE8C-473D-8129-AFCBF2C21491}"/>
                  </a:ext>
                </a:extLst>
              </p:cNvPr>
              <p:cNvSpPr/>
              <p:nvPr/>
            </p:nvSpPr>
            <p:spPr bwMode="gray">
              <a:xfrm flipV="1">
                <a:off x="9268950" y="2347090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99" name="Ellipse 1030">
                <a:extLst>
                  <a:ext uri="{FF2B5EF4-FFF2-40B4-BE49-F238E27FC236}">
                    <a16:creationId xmlns:a16="http://schemas.microsoft.com/office/drawing/2014/main" id="{752DFF24-C9B1-46FE-939B-3026545A5034}"/>
                  </a:ext>
                </a:extLst>
              </p:cNvPr>
              <p:cNvSpPr/>
              <p:nvPr/>
            </p:nvSpPr>
            <p:spPr bwMode="gray">
              <a:xfrm flipV="1">
                <a:off x="9169531" y="2347090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00" name="Ellipse 1031">
                <a:extLst>
                  <a:ext uri="{FF2B5EF4-FFF2-40B4-BE49-F238E27FC236}">
                    <a16:creationId xmlns:a16="http://schemas.microsoft.com/office/drawing/2014/main" id="{384B9537-02CF-4003-977A-CD17CDB19E73}"/>
                  </a:ext>
                </a:extLst>
              </p:cNvPr>
              <p:cNvSpPr/>
              <p:nvPr/>
            </p:nvSpPr>
            <p:spPr bwMode="gray">
              <a:xfrm flipV="1">
                <a:off x="9063923" y="2347090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01" name="Ellipse 1032">
                <a:extLst>
                  <a:ext uri="{FF2B5EF4-FFF2-40B4-BE49-F238E27FC236}">
                    <a16:creationId xmlns:a16="http://schemas.microsoft.com/office/drawing/2014/main" id="{861FDF1E-CF12-48C5-B40A-005F9B2BA045}"/>
                  </a:ext>
                </a:extLst>
              </p:cNvPr>
              <p:cNvSpPr/>
              <p:nvPr/>
            </p:nvSpPr>
            <p:spPr bwMode="gray">
              <a:xfrm flipV="1">
                <a:off x="8865794" y="2241459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02" name="Ellipse 1033">
                <a:extLst>
                  <a:ext uri="{FF2B5EF4-FFF2-40B4-BE49-F238E27FC236}">
                    <a16:creationId xmlns:a16="http://schemas.microsoft.com/office/drawing/2014/main" id="{E1CBEE46-84FF-4D87-B0F1-BE6EAA8428AF}"/>
                  </a:ext>
                </a:extLst>
              </p:cNvPr>
              <p:cNvSpPr/>
              <p:nvPr/>
            </p:nvSpPr>
            <p:spPr bwMode="gray">
              <a:xfrm flipV="1">
                <a:off x="8762410" y="2347090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03" name="Ellipse 1034">
                <a:extLst>
                  <a:ext uri="{FF2B5EF4-FFF2-40B4-BE49-F238E27FC236}">
                    <a16:creationId xmlns:a16="http://schemas.microsoft.com/office/drawing/2014/main" id="{3F06B99C-CD03-481B-A358-C2F0B98EC5C4}"/>
                  </a:ext>
                </a:extLst>
              </p:cNvPr>
              <p:cNvSpPr/>
              <p:nvPr/>
            </p:nvSpPr>
            <p:spPr bwMode="gray">
              <a:xfrm flipV="1">
                <a:off x="8666236" y="2453244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04" name="Ellipse 1035">
                <a:extLst>
                  <a:ext uri="{FF2B5EF4-FFF2-40B4-BE49-F238E27FC236}">
                    <a16:creationId xmlns:a16="http://schemas.microsoft.com/office/drawing/2014/main" id="{60001BAA-892F-4A81-B479-93309757990A}"/>
                  </a:ext>
                </a:extLst>
              </p:cNvPr>
              <p:cNvSpPr/>
              <p:nvPr/>
            </p:nvSpPr>
            <p:spPr bwMode="gray">
              <a:xfrm flipV="1">
                <a:off x="8458819" y="1816026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05" name="Ellipse 1036">
                <a:extLst>
                  <a:ext uri="{FF2B5EF4-FFF2-40B4-BE49-F238E27FC236}">
                    <a16:creationId xmlns:a16="http://schemas.microsoft.com/office/drawing/2014/main" id="{33063A9C-C403-48FB-A251-94EE80470BD3}"/>
                  </a:ext>
                </a:extLst>
              </p:cNvPr>
              <p:cNvSpPr/>
              <p:nvPr/>
            </p:nvSpPr>
            <p:spPr bwMode="gray">
              <a:xfrm flipV="1">
                <a:off x="8458819" y="170790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06" name="Ellipse 1037">
                <a:extLst>
                  <a:ext uri="{FF2B5EF4-FFF2-40B4-BE49-F238E27FC236}">
                    <a16:creationId xmlns:a16="http://schemas.microsoft.com/office/drawing/2014/main" id="{BE550241-98B6-44E6-8B07-1D3EA2BF38EF}"/>
                  </a:ext>
                </a:extLst>
              </p:cNvPr>
              <p:cNvSpPr/>
              <p:nvPr/>
            </p:nvSpPr>
            <p:spPr bwMode="gray">
              <a:xfrm flipV="1">
                <a:off x="8458819" y="160243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07" name="Ellipse 1038">
                <a:extLst>
                  <a:ext uri="{FF2B5EF4-FFF2-40B4-BE49-F238E27FC236}">
                    <a16:creationId xmlns:a16="http://schemas.microsoft.com/office/drawing/2014/main" id="{87290F88-3060-40C2-A8C3-4C2C2D6DA534}"/>
                  </a:ext>
                </a:extLst>
              </p:cNvPr>
              <p:cNvSpPr/>
              <p:nvPr/>
            </p:nvSpPr>
            <p:spPr bwMode="gray">
              <a:xfrm flipV="1">
                <a:off x="8355188" y="160243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08" name="Ellipse 1039">
                <a:extLst>
                  <a:ext uri="{FF2B5EF4-FFF2-40B4-BE49-F238E27FC236}">
                    <a16:creationId xmlns:a16="http://schemas.microsoft.com/office/drawing/2014/main" id="{8DA9FD36-2744-4214-BB06-E461C5DF5528}"/>
                  </a:ext>
                </a:extLst>
              </p:cNvPr>
              <p:cNvSpPr/>
              <p:nvPr/>
            </p:nvSpPr>
            <p:spPr bwMode="gray">
              <a:xfrm flipV="1">
                <a:off x="8355188" y="145798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09" name="Ellipse 1040">
                <a:extLst>
                  <a:ext uri="{FF2B5EF4-FFF2-40B4-BE49-F238E27FC236}">
                    <a16:creationId xmlns:a16="http://schemas.microsoft.com/office/drawing/2014/main" id="{C7C64060-EB80-4AB5-9030-4461D090689D}"/>
                  </a:ext>
                </a:extLst>
              </p:cNvPr>
              <p:cNvSpPr/>
              <p:nvPr/>
            </p:nvSpPr>
            <p:spPr bwMode="gray">
              <a:xfrm flipV="1">
                <a:off x="8257598" y="160243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0" name="Ellipse 1041">
                <a:extLst>
                  <a:ext uri="{FF2B5EF4-FFF2-40B4-BE49-F238E27FC236}">
                    <a16:creationId xmlns:a16="http://schemas.microsoft.com/office/drawing/2014/main" id="{6DEE4E78-6DA0-45F6-8E00-ED0FE4DE2F95}"/>
                  </a:ext>
                </a:extLst>
              </p:cNvPr>
              <p:cNvSpPr/>
              <p:nvPr/>
            </p:nvSpPr>
            <p:spPr bwMode="gray">
              <a:xfrm flipV="1">
                <a:off x="8257598" y="145798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1" name="Ellipse 1042">
                <a:extLst>
                  <a:ext uri="{FF2B5EF4-FFF2-40B4-BE49-F238E27FC236}">
                    <a16:creationId xmlns:a16="http://schemas.microsoft.com/office/drawing/2014/main" id="{CD5844FB-74CA-48DA-875F-D7F30A248E27}"/>
                  </a:ext>
                </a:extLst>
              </p:cNvPr>
              <p:cNvSpPr/>
              <p:nvPr/>
            </p:nvSpPr>
            <p:spPr bwMode="gray">
              <a:xfrm flipV="1">
                <a:off x="8257598" y="1816026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2" name="Ellipse 1043">
                <a:extLst>
                  <a:ext uri="{FF2B5EF4-FFF2-40B4-BE49-F238E27FC236}">
                    <a16:creationId xmlns:a16="http://schemas.microsoft.com/office/drawing/2014/main" id="{048FF136-81C4-4150-92EA-AE49BD20AD18}"/>
                  </a:ext>
                </a:extLst>
              </p:cNvPr>
              <p:cNvSpPr/>
              <p:nvPr/>
            </p:nvSpPr>
            <p:spPr bwMode="gray">
              <a:xfrm flipV="1">
                <a:off x="8257598" y="2028599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3" name="Ellipse 1044">
                <a:extLst>
                  <a:ext uri="{FF2B5EF4-FFF2-40B4-BE49-F238E27FC236}">
                    <a16:creationId xmlns:a16="http://schemas.microsoft.com/office/drawing/2014/main" id="{31D6F502-B1CA-4570-BC1F-2AB03806C339}"/>
                  </a:ext>
                </a:extLst>
              </p:cNvPr>
              <p:cNvSpPr/>
              <p:nvPr/>
            </p:nvSpPr>
            <p:spPr bwMode="gray">
              <a:xfrm flipV="1">
                <a:off x="8156400" y="1923224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4" name="Ellipse 1045">
                <a:extLst>
                  <a:ext uri="{FF2B5EF4-FFF2-40B4-BE49-F238E27FC236}">
                    <a16:creationId xmlns:a16="http://schemas.microsoft.com/office/drawing/2014/main" id="{A149FA54-8C39-4A6F-B574-CD4BE2060AEC}"/>
                  </a:ext>
                </a:extLst>
              </p:cNvPr>
              <p:cNvSpPr/>
              <p:nvPr/>
            </p:nvSpPr>
            <p:spPr bwMode="gray">
              <a:xfrm flipV="1">
                <a:off x="8053160" y="1923224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5" name="Ellipse 1046">
                <a:extLst>
                  <a:ext uri="{FF2B5EF4-FFF2-40B4-BE49-F238E27FC236}">
                    <a16:creationId xmlns:a16="http://schemas.microsoft.com/office/drawing/2014/main" id="{AB7B64AA-C9DE-4541-966D-08C78223A97A}"/>
                  </a:ext>
                </a:extLst>
              </p:cNvPr>
              <p:cNvSpPr/>
              <p:nvPr/>
            </p:nvSpPr>
            <p:spPr bwMode="gray">
              <a:xfrm flipV="1">
                <a:off x="8053160" y="170790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6" name="Ellipse 1047">
                <a:extLst>
                  <a:ext uri="{FF2B5EF4-FFF2-40B4-BE49-F238E27FC236}">
                    <a16:creationId xmlns:a16="http://schemas.microsoft.com/office/drawing/2014/main" id="{FA59A770-2550-4374-915B-2E5221B76811}"/>
                  </a:ext>
                </a:extLst>
              </p:cNvPr>
              <p:cNvSpPr/>
              <p:nvPr/>
            </p:nvSpPr>
            <p:spPr bwMode="gray">
              <a:xfrm flipV="1">
                <a:off x="8053160" y="1816026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7" name="Ellipse 1048">
                <a:extLst>
                  <a:ext uri="{FF2B5EF4-FFF2-40B4-BE49-F238E27FC236}">
                    <a16:creationId xmlns:a16="http://schemas.microsoft.com/office/drawing/2014/main" id="{52772B4C-0F32-4D1B-BD8C-93F19BC6FF3C}"/>
                  </a:ext>
                </a:extLst>
              </p:cNvPr>
              <p:cNvSpPr/>
              <p:nvPr/>
            </p:nvSpPr>
            <p:spPr bwMode="gray">
              <a:xfrm flipV="1">
                <a:off x="8053160" y="2135502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8" name="Ellipse 1049">
                <a:extLst>
                  <a:ext uri="{FF2B5EF4-FFF2-40B4-BE49-F238E27FC236}">
                    <a16:creationId xmlns:a16="http://schemas.microsoft.com/office/drawing/2014/main" id="{70386317-CA5D-4BF4-8C34-F979F503701C}"/>
                  </a:ext>
                </a:extLst>
              </p:cNvPr>
              <p:cNvSpPr/>
              <p:nvPr/>
            </p:nvSpPr>
            <p:spPr bwMode="gray">
              <a:xfrm flipV="1">
                <a:off x="8053160" y="2347090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9" name="Ellipse 1050">
                <a:extLst>
                  <a:ext uri="{FF2B5EF4-FFF2-40B4-BE49-F238E27FC236}">
                    <a16:creationId xmlns:a16="http://schemas.microsoft.com/office/drawing/2014/main" id="{4A8022C8-B3E1-42A1-8A10-CBA77CA672B6}"/>
                  </a:ext>
                </a:extLst>
              </p:cNvPr>
              <p:cNvSpPr/>
              <p:nvPr/>
            </p:nvSpPr>
            <p:spPr bwMode="gray">
              <a:xfrm flipV="1">
                <a:off x="8053160" y="2453244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0" name="Ellipse 1051">
                <a:extLst>
                  <a:ext uri="{FF2B5EF4-FFF2-40B4-BE49-F238E27FC236}">
                    <a16:creationId xmlns:a16="http://schemas.microsoft.com/office/drawing/2014/main" id="{DE93BEB0-19E0-42BF-85C1-10F1B9758ED2}"/>
                  </a:ext>
                </a:extLst>
              </p:cNvPr>
              <p:cNvSpPr/>
              <p:nvPr/>
            </p:nvSpPr>
            <p:spPr bwMode="gray">
              <a:xfrm flipV="1">
                <a:off x="7950749" y="1923224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1" name="Ellipse 1052">
                <a:extLst>
                  <a:ext uri="{FF2B5EF4-FFF2-40B4-BE49-F238E27FC236}">
                    <a16:creationId xmlns:a16="http://schemas.microsoft.com/office/drawing/2014/main" id="{B16A2EE7-B1A8-4E67-9C6B-35755CEF15E8}"/>
                  </a:ext>
                </a:extLst>
              </p:cNvPr>
              <p:cNvSpPr/>
              <p:nvPr/>
            </p:nvSpPr>
            <p:spPr bwMode="gray">
              <a:xfrm flipV="1">
                <a:off x="7950749" y="1816026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2" name="Ellipse 1053">
                <a:extLst>
                  <a:ext uri="{FF2B5EF4-FFF2-40B4-BE49-F238E27FC236}">
                    <a16:creationId xmlns:a16="http://schemas.microsoft.com/office/drawing/2014/main" id="{BF3D4488-458E-4EFD-9AD8-9DEDADDBFE06}"/>
                  </a:ext>
                </a:extLst>
              </p:cNvPr>
              <p:cNvSpPr/>
              <p:nvPr/>
            </p:nvSpPr>
            <p:spPr bwMode="gray">
              <a:xfrm flipV="1">
                <a:off x="7850594" y="160243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3" name="Ellipse 1054">
                <a:extLst>
                  <a:ext uri="{FF2B5EF4-FFF2-40B4-BE49-F238E27FC236}">
                    <a16:creationId xmlns:a16="http://schemas.microsoft.com/office/drawing/2014/main" id="{A410248E-763F-4228-8656-104A95C9D010}"/>
                  </a:ext>
                </a:extLst>
              </p:cNvPr>
              <p:cNvSpPr/>
              <p:nvPr/>
            </p:nvSpPr>
            <p:spPr bwMode="gray">
              <a:xfrm flipV="1">
                <a:off x="7850594" y="145798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4" name="Ellipse 1055">
                <a:extLst>
                  <a:ext uri="{FF2B5EF4-FFF2-40B4-BE49-F238E27FC236}">
                    <a16:creationId xmlns:a16="http://schemas.microsoft.com/office/drawing/2014/main" id="{B3C57496-D966-439F-B1F1-6663FA909314}"/>
                  </a:ext>
                </a:extLst>
              </p:cNvPr>
              <p:cNvSpPr/>
              <p:nvPr/>
            </p:nvSpPr>
            <p:spPr bwMode="gray">
              <a:xfrm flipV="1">
                <a:off x="7850594" y="2453244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5" name="Ellipse 1056">
                <a:extLst>
                  <a:ext uri="{FF2B5EF4-FFF2-40B4-BE49-F238E27FC236}">
                    <a16:creationId xmlns:a16="http://schemas.microsoft.com/office/drawing/2014/main" id="{BC362A32-21C6-42F6-B13B-CC51812D8194}"/>
                  </a:ext>
                </a:extLst>
              </p:cNvPr>
              <p:cNvSpPr/>
              <p:nvPr/>
            </p:nvSpPr>
            <p:spPr bwMode="gray">
              <a:xfrm flipV="1">
                <a:off x="7646801" y="1816026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6" name="Ellipse 1057">
                <a:extLst>
                  <a:ext uri="{FF2B5EF4-FFF2-40B4-BE49-F238E27FC236}">
                    <a16:creationId xmlns:a16="http://schemas.microsoft.com/office/drawing/2014/main" id="{82AB2091-ABAE-4321-B732-78AB35123379}"/>
                  </a:ext>
                </a:extLst>
              </p:cNvPr>
              <p:cNvSpPr/>
              <p:nvPr/>
            </p:nvSpPr>
            <p:spPr bwMode="gray">
              <a:xfrm flipV="1">
                <a:off x="7748160" y="1816026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7" name="Ellipse 1058">
                <a:extLst>
                  <a:ext uri="{FF2B5EF4-FFF2-40B4-BE49-F238E27FC236}">
                    <a16:creationId xmlns:a16="http://schemas.microsoft.com/office/drawing/2014/main" id="{3F18A2EB-5582-4315-BF59-A78863A15619}"/>
                  </a:ext>
                </a:extLst>
              </p:cNvPr>
              <p:cNvSpPr/>
              <p:nvPr/>
            </p:nvSpPr>
            <p:spPr bwMode="gray">
              <a:xfrm flipV="1">
                <a:off x="7748160" y="202859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8" name="Ellipse 1059">
                <a:extLst>
                  <a:ext uri="{FF2B5EF4-FFF2-40B4-BE49-F238E27FC236}">
                    <a16:creationId xmlns:a16="http://schemas.microsoft.com/office/drawing/2014/main" id="{FE9DFA4C-132D-473C-88FD-BAE3FDC2ED44}"/>
                  </a:ext>
                </a:extLst>
              </p:cNvPr>
              <p:cNvSpPr/>
              <p:nvPr/>
            </p:nvSpPr>
            <p:spPr bwMode="gray">
              <a:xfrm flipV="1">
                <a:off x="7549603" y="1602439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9" name="Ellipse 1060">
                <a:extLst>
                  <a:ext uri="{FF2B5EF4-FFF2-40B4-BE49-F238E27FC236}">
                    <a16:creationId xmlns:a16="http://schemas.microsoft.com/office/drawing/2014/main" id="{04124F07-B076-4E85-93B5-42CDB7E40640}"/>
                  </a:ext>
                </a:extLst>
              </p:cNvPr>
              <p:cNvSpPr/>
              <p:nvPr/>
            </p:nvSpPr>
            <p:spPr bwMode="gray">
              <a:xfrm flipV="1">
                <a:off x="7549603" y="1923224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30" name="Ellipse 1061">
                <a:extLst>
                  <a:ext uri="{FF2B5EF4-FFF2-40B4-BE49-F238E27FC236}">
                    <a16:creationId xmlns:a16="http://schemas.microsoft.com/office/drawing/2014/main" id="{6A2772C1-93AA-4100-9836-9217F80E0887}"/>
                  </a:ext>
                </a:extLst>
              </p:cNvPr>
              <p:cNvSpPr/>
              <p:nvPr/>
            </p:nvSpPr>
            <p:spPr bwMode="gray">
              <a:xfrm flipV="1">
                <a:off x="7549603" y="2347090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31" name="Ellipse 1062">
                <a:extLst>
                  <a:ext uri="{FF2B5EF4-FFF2-40B4-BE49-F238E27FC236}">
                    <a16:creationId xmlns:a16="http://schemas.microsoft.com/office/drawing/2014/main" id="{06260B17-65F6-466D-BA28-0A1B5B3E1BAD}"/>
                  </a:ext>
                </a:extLst>
              </p:cNvPr>
              <p:cNvSpPr/>
              <p:nvPr/>
            </p:nvSpPr>
            <p:spPr bwMode="gray">
              <a:xfrm flipV="1">
                <a:off x="7441978" y="2453244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32" name="Ellipse 1063">
                <a:extLst>
                  <a:ext uri="{FF2B5EF4-FFF2-40B4-BE49-F238E27FC236}">
                    <a16:creationId xmlns:a16="http://schemas.microsoft.com/office/drawing/2014/main" id="{B63AAF50-F36E-4338-8D60-F353921A54B6}"/>
                  </a:ext>
                </a:extLst>
              </p:cNvPr>
              <p:cNvSpPr/>
              <p:nvPr/>
            </p:nvSpPr>
            <p:spPr bwMode="gray">
              <a:xfrm flipV="1">
                <a:off x="7441978" y="2347090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33" name="Ellipse 1064">
                <a:extLst>
                  <a:ext uri="{FF2B5EF4-FFF2-40B4-BE49-F238E27FC236}">
                    <a16:creationId xmlns:a16="http://schemas.microsoft.com/office/drawing/2014/main" id="{E8F61A83-1A6C-4BD7-A284-4BA4E7C9167D}"/>
                  </a:ext>
                </a:extLst>
              </p:cNvPr>
              <p:cNvSpPr/>
              <p:nvPr/>
            </p:nvSpPr>
            <p:spPr bwMode="gray">
              <a:xfrm flipV="1">
                <a:off x="7344594" y="2028599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34" name="Ellipse 1065">
                <a:extLst>
                  <a:ext uri="{FF2B5EF4-FFF2-40B4-BE49-F238E27FC236}">
                    <a16:creationId xmlns:a16="http://schemas.microsoft.com/office/drawing/2014/main" id="{965FF0E5-51FF-4D43-98D0-2E8327C0D789}"/>
                  </a:ext>
                </a:extLst>
              </p:cNvPr>
              <p:cNvSpPr/>
              <p:nvPr/>
            </p:nvSpPr>
            <p:spPr bwMode="gray">
              <a:xfrm flipV="1">
                <a:off x="7344594" y="1923224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35" name="Ellipse 1066">
                <a:extLst>
                  <a:ext uri="{FF2B5EF4-FFF2-40B4-BE49-F238E27FC236}">
                    <a16:creationId xmlns:a16="http://schemas.microsoft.com/office/drawing/2014/main" id="{3CD36F5B-14F4-467A-8BAB-581074A1DF76}"/>
                  </a:ext>
                </a:extLst>
              </p:cNvPr>
              <p:cNvSpPr/>
              <p:nvPr/>
            </p:nvSpPr>
            <p:spPr bwMode="gray">
              <a:xfrm flipV="1">
                <a:off x="7344594" y="1816026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36" name="Ellipse 1067">
                <a:extLst>
                  <a:ext uri="{FF2B5EF4-FFF2-40B4-BE49-F238E27FC236}">
                    <a16:creationId xmlns:a16="http://schemas.microsoft.com/office/drawing/2014/main" id="{209F45BF-A1F4-494F-87FA-AC67125CB38E}"/>
                  </a:ext>
                </a:extLst>
              </p:cNvPr>
              <p:cNvSpPr/>
              <p:nvPr/>
            </p:nvSpPr>
            <p:spPr bwMode="gray">
              <a:xfrm flipV="1">
                <a:off x="7344594" y="160243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37" name="Ellipse 1068">
                <a:extLst>
                  <a:ext uri="{FF2B5EF4-FFF2-40B4-BE49-F238E27FC236}">
                    <a16:creationId xmlns:a16="http://schemas.microsoft.com/office/drawing/2014/main" id="{9852970D-7879-401D-BFFA-7321DEAB3535}"/>
                  </a:ext>
                </a:extLst>
              </p:cNvPr>
              <p:cNvSpPr/>
              <p:nvPr/>
            </p:nvSpPr>
            <p:spPr bwMode="gray">
              <a:xfrm flipV="1">
                <a:off x="7239583" y="2453244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38" name="Ellipse 1069">
                <a:extLst>
                  <a:ext uri="{FF2B5EF4-FFF2-40B4-BE49-F238E27FC236}">
                    <a16:creationId xmlns:a16="http://schemas.microsoft.com/office/drawing/2014/main" id="{1D975484-26CB-48A5-8CD2-31549A997AC2}"/>
                  </a:ext>
                </a:extLst>
              </p:cNvPr>
              <p:cNvSpPr/>
              <p:nvPr/>
            </p:nvSpPr>
            <p:spPr bwMode="gray">
              <a:xfrm flipV="1">
                <a:off x="7239583" y="2028599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39" name="Ellipse 1070">
                <a:extLst>
                  <a:ext uri="{FF2B5EF4-FFF2-40B4-BE49-F238E27FC236}">
                    <a16:creationId xmlns:a16="http://schemas.microsoft.com/office/drawing/2014/main" id="{C58EDD72-0865-4E67-A7EE-70B288F26BA9}"/>
                  </a:ext>
                </a:extLst>
              </p:cNvPr>
              <p:cNvSpPr/>
              <p:nvPr/>
            </p:nvSpPr>
            <p:spPr bwMode="gray">
              <a:xfrm flipV="1">
                <a:off x="7239583" y="1816026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40" name="Ellipse 1071">
                <a:extLst>
                  <a:ext uri="{FF2B5EF4-FFF2-40B4-BE49-F238E27FC236}">
                    <a16:creationId xmlns:a16="http://schemas.microsoft.com/office/drawing/2014/main" id="{C24AA382-1F00-4DAA-B2F1-9EE6019E1E28}"/>
                  </a:ext>
                </a:extLst>
              </p:cNvPr>
              <p:cNvSpPr/>
              <p:nvPr/>
            </p:nvSpPr>
            <p:spPr bwMode="gray">
              <a:xfrm flipV="1">
                <a:off x="7239583" y="2347090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41" name="Ellipse 1072">
                <a:extLst>
                  <a:ext uri="{FF2B5EF4-FFF2-40B4-BE49-F238E27FC236}">
                    <a16:creationId xmlns:a16="http://schemas.microsoft.com/office/drawing/2014/main" id="{932E17CD-0C2C-47D7-BB4A-22C2419E2FD4}"/>
                  </a:ext>
                </a:extLst>
              </p:cNvPr>
              <p:cNvSpPr/>
              <p:nvPr/>
            </p:nvSpPr>
            <p:spPr bwMode="gray">
              <a:xfrm flipV="1">
                <a:off x="7136579" y="2347090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6487"/>
                  </a:solidFill>
                </a:endParaRPr>
              </a:p>
            </p:txBody>
          </p:sp>
          <p:sp>
            <p:nvSpPr>
              <p:cNvPr id="442" name="Ellipse 1073">
                <a:extLst>
                  <a:ext uri="{FF2B5EF4-FFF2-40B4-BE49-F238E27FC236}">
                    <a16:creationId xmlns:a16="http://schemas.microsoft.com/office/drawing/2014/main" id="{F75CACF2-88CA-4DA0-B12D-08F5913386CF}"/>
                  </a:ext>
                </a:extLst>
              </p:cNvPr>
              <p:cNvSpPr/>
              <p:nvPr/>
            </p:nvSpPr>
            <p:spPr bwMode="gray">
              <a:xfrm flipV="1">
                <a:off x="7136579" y="1816026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6487"/>
                  </a:solidFill>
                </a:endParaRPr>
              </a:p>
            </p:txBody>
          </p:sp>
          <p:sp>
            <p:nvSpPr>
              <p:cNvPr id="443" name="Ellipse 1074">
                <a:extLst>
                  <a:ext uri="{FF2B5EF4-FFF2-40B4-BE49-F238E27FC236}">
                    <a16:creationId xmlns:a16="http://schemas.microsoft.com/office/drawing/2014/main" id="{60C02876-FDC7-4F46-9330-49EFA4AF20E6}"/>
                  </a:ext>
                </a:extLst>
              </p:cNvPr>
              <p:cNvSpPr/>
              <p:nvPr/>
            </p:nvSpPr>
            <p:spPr bwMode="gray">
              <a:xfrm flipV="1">
                <a:off x="7136579" y="170790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6487"/>
                  </a:solidFill>
                </a:endParaRPr>
              </a:p>
            </p:txBody>
          </p:sp>
          <p:sp>
            <p:nvSpPr>
              <p:cNvPr id="444" name="Ellipse 1075">
                <a:extLst>
                  <a:ext uri="{FF2B5EF4-FFF2-40B4-BE49-F238E27FC236}">
                    <a16:creationId xmlns:a16="http://schemas.microsoft.com/office/drawing/2014/main" id="{094BF4D0-01EF-48A9-9310-F7679C1C47C7}"/>
                  </a:ext>
                </a:extLst>
              </p:cNvPr>
              <p:cNvSpPr/>
              <p:nvPr/>
            </p:nvSpPr>
            <p:spPr bwMode="gray">
              <a:xfrm flipV="1">
                <a:off x="7033574" y="1923224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6487"/>
                  </a:solidFill>
                </a:endParaRPr>
              </a:p>
            </p:txBody>
          </p:sp>
          <p:sp>
            <p:nvSpPr>
              <p:cNvPr id="445" name="Ellipse 1076">
                <a:extLst>
                  <a:ext uri="{FF2B5EF4-FFF2-40B4-BE49-F238E27FC236}">
                    <a16:creationId xmlns:a16="http://schemas.microsoft.com/office/drawing/2014/main" id="{A68CD5DC-A42B-4029-B133-B30C365887FD}"/>
                  </a:ext>
                </a:extLst>
              </p:cNvPr>
              <p:cNvSpPr/>
              <p:nvPr/>
            </p:nvSpPr>
            <p:spPr bwMode="gray">
              <a:xfrm flipV="1">
                <a:off x="7033574" y="2028599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6487"/>
                  </a:solidFill>
                </a:endParaRPr>
              </a:p>
            </p:txBody>
          </p:sp>
          <p:sp>
            <p:nvSpPr>
              <p:cNvPr id="446" name="Ellipse 1077">
                <a:extLst>
                  <a:ext uri="{FF2B5EF4-FFF2-40B4-BE49-F238E27FC236}">
                    <a16:creationId xmlns:a16="http://schemas.microsoft.com/office/drawing/2014/main" id="{E9115401-DDDD-4442-8485-B0F4B52A292E}"/>
                  </a:ext>
                </a:extLst>
              </p:cNvPr>
              <p:cNvSpPr/>
              <p:nvPr/>
            </p:nvSpPr>
            <p:spPr bwMode="gray">
              <a:xfrm flipV="1">
                <a:off x="7033574" y="2135502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6487"/>
                  </a:solidFill>
                </a:endParaRPr>
              </a:p>
            </p:txBody>
          </p:sp>
          <p:sp>
            <p:nvSpPr>
              <p:cNvPr id="447" name="Ellipse 1078">
                <a:extLst>
                  <a:ext uri="{FF2B5EF4-FFF2-40B4-BE49-F238E27FC236}">
                    <a16:creationId xmlns:a16="http://schemas.microsoft.com/office/drawing/2014/main" id="{09F47E8F-D5F0-45B3-A023-E7DF8461529B}"/>
                  </a:ext>
                </a:extLst>
              </p:cNvPr>
              <p:cNvSpPr/>
              <p:nvPr/>
            </p:nvSpPr>
            <p:spPr bwMode="gray">
              <a:xfrm flipV="1">
                <a:off x="7033574" y="2241459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6487"/>
                  </a:solidFill>
                </a:endParaRPr>
              </a:p>
            </p:txBody>
          </p:sp>
          <p:sp>
            <p:nvSpPr>
              <p:cNvPr id="448" name="Ellipse 1079">
                <a:extLst>
                  <a:ext uri="{FF2B5EF4-FFF2-40B4-BE49-F238E27FC236}">
                    <a16:creationId xmlns:a16="http://schemas.microsoft.com/office/drawing/2014/main" id="{E1E9E8C6-10E4-43D1-82E5-2EB67CE8B264}"/>
                  </a:ext>
                </a:extLst>
              </p:cNvPr>
              <p:cNvSpPr/>
              <p:nvPr/>
            </p:nvSpPr>
            <p:spPr bwMode="gray">
              <a:xfrm flipV="1">
                <a:off x="6932060" y="2028599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6487"/>
                  </a:solidFill>
                </a:endParaRPr>
              </a:p>
            </p:txBody>
          </p:sp>
          <p:sp>
            <p:nvSpPr>
              <p:cNvPr id="449" name="Ellipse 1080">
                <a:extLst>
                  <a:ext uri="{FF2B5EF4-FFF2-40B4-BE49-F238E27FC236}">
                    <a16:creationId xmlns:a16="http://schemas.microsoft.com/office/drawing/2014/main" id="{6437AF4D-D40E-439E-96A3-958B039CC2A3}"/>
                  </a:ext>
                </a:extLst>
              </p:cNvPr>
              <p:cNvSpPr/>
              <p:nvPr/>
            </p:nvSpPr>
            <p:spPr bwMode="gray">
              <a:xfrm flipV="1">
                <a:off x="6932060" y="2135502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6487"/>
                  </a:solidFill>
                </a:endParaRPr>
              </a:p>
            </p:txBody>
          </p:sp>
          <p:sp>
            <p:nvSpPr>
              <p:cNvPr id="450" name="Ellipse 1081">
                <a:extLst>
                  <a:ext uri="{FF2B5EF4-FFF2-40B4-BE49-F238E27FC236}">
                    <a16:creationId xmlns:a16="http://schemas.microsoft.com/office/drawing/2014/main" id="{C8422832-5119-4D15-9586-A310D046DA7A}"/>
                  </a:ext>
                </a:extLst>
              </p:cNvPr>
              <p:cNvSpPr/>
              <p:nvPr/>
            </p:nvSpPr>
            <p:spPr bwMode="gray">
              <a:xfrm flipV="1">
                <a:off x="6932060" y="1816026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6487"/>
                  </a:solidFill>
                </a:endParaRPr>
              </a:p>
            </p:txBody>
          </p:sp>
          <p:sp>
            <p:nvSpPr>
              <p:cNvPr id="451" name="Ellipse 1082">
                <a:extLst>
                  <a:ext uri="{FF2B5EF4-FFF2-40B4-BE49-F238E27FC236}">
                    <a16:creationId xmlns:a16="http://schemas.microsoft.com/office/drawing/2014/main" id="{C862AE99-4BAC-4AD1-AA18-E54371DA8FF2}"/>
                  </a:ext>
                </a:extLst>
              </p:cNvPr>
              <p:cNvSpPr/>
              <p:nvPr/>
            </p:nvSpPr>
            <p:spPr bwMode="gray">
              <a:xfrm flipV="1">
                <a:off x="10483480" y="2446108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52" name="Ellipse 1083">
                <a:extLst>
                  <a:ext uri="{FF2B5EF4-FFF2-40B4-BE49-F238E27FC236}">
                    <a16:creationId xmlns:a16="http://schemas.microsoft.com/office/drawing/2014/main" id="{AE918865-69B5-4E89-8AD1-9E899FB5F7DE}"/>
                  </a:ext>
                </a:extLst>
              </p:cNvPr>
              <p:cNvSpPr/>
              <p:nvPr/>
            </p:nvSpPr>
            <p:spPr bwMode="gray">
              <a:xfrm flipV="1">
                <a:off x="10483480" y="2339954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53" name="Ellipse 1084">
                <a:extLst>
                  <a:ext uri="{FF2B5EF4-FFF2-40B4-BE49-F238E27FC236}">
                    <a16:creationId xmlns:a16="http://schemas.microsoft.com/office/drawing/2014/main" id="{2AB78BD1-F8B1-435D-9C72-593222293882}"/>
                  </a:ext>
                </a:extLst>
              </p:cNvPr>
              <p:cNvSpPr/>
              <p:nvPr/>
            </p:nvSpPr>
            <p:spPr bwMode="gray">
              <a:xfrm flipV="1">
                <a:off x="10483480" y="223432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54" name="Ellipse 1085">
                <a:extLst>
                  <a:ext uri="{FF2B5EF4-FFF2-40B4-BE49-F238E27FC236}">
                    <a16:creationId xmlns:a16="http://schemas.microsoft.com/office/drawing/2014/main" id="{188741C9-0AD3-4A9E-BAF5-5A40BD453F28}"/>
                  </a:ext>
                </a:extLst>
              </p:cNvPr>
              <p:cNvSpPr/>
              <p:nvPr/>
            </p:nvSpPr>
            <p:spPr bwMode="gray">
              <a:xfrm flipV="1">
                <a:off x="10483480" y="1916088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55" name="Ellipse 1086">
                <a:extLst>
                  <a:ext uri="{FF2B5EF4-FFF2-40B4-BE49-F238E27FC236}">
                    <a16:creationId xmlns:a16="http://schemas.microsoft.com/office/drawing/2014/main" id="{260AB614-FA94-4EE1-A2D1-C5D16B395FE1}"/>
                  </a:ext>
                </a:extLst>
              </p:cNvPr>
              <p:cNvSpPr/>
              <p:nvPr/>
            </p:nvSpPr>
            <p:spPr bwMode="gray">
              <a:xfrm flipV="1">
                <a:off x="10483480" y="1808890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56" name="Ellipse 1087">
                <a:extLst>
                  <a:ext uri="{FF2B5EF4-FFF2-40B4-BE49-F238E27FC236}">
                    <a16:creationId xmlns:a16="http://schemas.microsoft.com/office/drawing/2014/main" id="{11663696-C5EB-486D-A08F-F8906917335B}"/>
                  </a:ext>
                </a:extLst>
              </p:cNvPr>
              <p:cNvSpPr/>
              <p:nvPr/>
            </p:nvSpPr>
            <p:spPr bwMode="gray">
              <a:xfrm flipV="1">
                <a:off x="10483480" y="1700773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57" name="Ellipse 1088">
                <a:extLst>
                  <a:ext uri="{FF2B5EF4-FFF2-40B4-BE49-F238E27FC236}">
                    <a16:creationId xmlns:a16="http://schemas.microsoft.com/office/drawing/2014/main" id="{A15B9CA9-1B53-4D4B-8B28-A3F0C4756C23}"/>
                  </a:ext>
                </a:extLst>
              </p:cNvPr>
              <p:cNvSpPr/>
              <p:nvPr/>
            </p:nvSpPr>
            <p:spPr bwMode="gray">
              <a:xfrm flipV="1">
                <a:off x="10379147" y="1700773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58" name="Ellipse 1089">
                <a:extLst>
                  <a:ext uri="{FF2B5EF4-FFF2-40B4-BE49-F238E27FC236}">
                    <a16:creationId xmlns:a16="http://schemas.microsoft.com/office/drawing/2014/main" id="{17BFF1A3-61D8-4C7C-8EE6-BE060F2133F8}"/>
                  </a:ext>
                </a:extLst>
              </p:cNvPr>
              <p:cNvSpPr/>
              <p:nvPr/>
            </p:nvSpPr>
            <p:spPr bwMode="gray">
              <a:xfrm flipV="1">
                <a:off x="10279795" y="170077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59" name="Ellipse 1090">
                <a:extLst>
                  <a:ext uri="{FF2B5EF4-FFF2-40B4-BE49-F238E27FC236}">
                    <a16:creationId xmlns:a16="http://schemas.microsoft.com/office/drawing/2014/main" id="{7C1BDF6F-704D-4BC8-8837-8A4B6A4906FA}"/>
                  </a:ext>
                </a:extLst>
              </p:cNvPr>
              <p:cNvSpPr/>
              <p:nvPr/>
            </p:nvSpPr>
            <p:spPr bwMode="gray">
              <a:xfrm flipV="1">
                <a:off x="10178629" y="170077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60" name="Ellipse 1091">
                <a:extLst>
                  <a:ext uri="{FF2B5EF4-FFF2-40B4-BE49-F238E27FC236}">
                    <a16:creationId xmlns:a16="http://schemas.microsoft.com/office/drawing/2014/main" id="{DA1E01BB-24F6-4881-B214-0029620930D5}"/>
                  </a:ext>
                </a:extLst>
              </p:cNvPr>
              <p:cNvSpPr/>
              <p:nvPr/>
            </p:nvSpPr>
            <p:spPr bwMode="gray">
              <a:xfrm flipV="1">
                <a:off x="10286625" y="1602439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61" name="Ellipse 1092">
                <a:extLst>
                  <a:ext uri="{FF2B5EF4-FFF2-40B4-BE49-F238E27FC236}">
                    <a16:creationId xmlns:a16="http://schemas.microsoft.com/office/drawing/2014/main" id="{32BDC948-895D-4F17-B7AA-A4A860D36547}"/>
                  </a:ext>
                </a:extLst>
              </p:cNvPr>
              <p:cNvSpPr/>
              <p:nvPr/>
            </p:nvSpPr>
            <p:spPr bwMode="gray">
              <a:xfrm flipV="1">
                <a:off x="10078105" y="170077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62" name="Ellipse 1093">
                <a:extLst>
                  <a:ext uri="{FF2B5EF4-FFF2-40B4-BE49-F238E27FC236}">
                    <a16:creationId xmlns:a16="http://schemas.microsoft.com/office/drawing/2014/main" id="{68B7D89D-7324-42B8-812C-BE988A2DAD9F}"/>
                  </a:ext>
                </a:extLst>
              </p:cNvPr>
              <p:cNvSpPr/>
              <p:nvPr/>
            </p:nvSpPr>
            <p:spPr bwMode="gray">
              <a:xfrm flipV="1">
                <a:off x="10078105" y="1808890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63" name="Ellipse 1094">
                <a:extLst>
                  <a:ext uri="{FF2B5EF4-FFF2-40B4-BE49-F238E27FC236}">
                    <a16:creationId xmlns:a16="http://schemas.microsoft.com/office/drawing/2014/main" id="{0E669B60-5382-4F90-AE7F-09F1D359C0AC}"/>
                  </a:ext>
                </a:extLst>
              </p:cNvPr>
              <p:cNvSpPr/>
              <p:nvPr/>
            </p:nvSpPr>
            <p:spPr bwMode="gray">
              <a:xfrm flipV="1">
                <a:off x="10078105" y="1916088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64" name="Ellipse 1095">
                <a:extLst>
                  <a:ext uri="{FF2B5EF4-FFF2-40B4-BE49-F238E27FC236}">
                    <a16:creationId xmlns:a16="http://schemas.microsoft.com/office/drawing/2014/main" id="{9D222BAF-D7D3-47A4-857F-D88F94780A2C}"/>
                  </a:ext>
                </a:extLst>
              </p:cNvPr>
              <p:cNvSpPr/>
              <p:nvPr/>
            </p:nvSpPr>
            <p:spPr bwMode="gray">
              <a:xfrm flipV="1">
                <a:off x="10178629" y="1916088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65" name="Ellipse 1096">
                <a:extLst>
                  <a:ext uri="{FF2B5EF4-FFF2-40B4-BE49-F238E27FC236}">
                    <a16:creationId xmlns:a16="http://schemas.microsoft.com/office/drawing/2014/main" id="{17E28F86-90AA-439D-8F98-E7E167F13D62}"/>
                  </a:ext>
                </a:extLst>
              </p:cNvPr>
              <p:cNvSpPr/>
              <p:nvPr/>
            </p:nvSpPr>
            <p:spPr bwMode="gray">
              <a:xfrm flipV="1">
                <a:off x="10279795" y="1916088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66" name="Ellipse 1097">
                <a:extLst>
                  <a:ext uri="{FF2B5EF4-FFF2-40B4-BE49-F238E27FC236}">
                    <a16:creationId xmlns:a16="http://schemas.microsoft.com/office/drawing/2014/main" id="{8EA2AD40-B124-475B-BD3F-5277D4AA4EAB}"/>
                  </a:ext>
                </a:extLst>
              </p:cNvPr>
              <p:cNvSpPr/>
              <p:nvPr/>
            </p:nvSpPr>
            <p:spPr bwMode="gray">
              <a:xfrm flipV="1">
                <a:off x="10379147" y="1916088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67" name="Ellipse 1098">
                <a:extLst>
                  <a:ext uri="{FF2B5EF4-FFF2-40B4-BE49-F238E27FC236}">
                    <a16:creationId xmlns:a16="http://schemas.microsoft.com/office/drawing/2014/main" id="{F99017ED-4076-4E98-B93D-EEC429751E6C}"/>
                  </a:ext>
                </a:extLst>
              </p:cNvPr>
              <p:cNvSpPr/>
              <p:nvPr/>
            </p:nvSpPr>
            <p:spPr bwMode="gray">
              <a:xfrm flipV="1">
                <a:off x="10379147" y="202146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68" name="Ellipse 1099">
                <a:extLst>
                  <a:ext uri="{FF2B5EF4-FFF2-40B4-BE49-F238E27FC236}">
                    <a16:creationId xmlns:a16="http://schemas.microsoft.com/office/drawing/2014/main" id="{65E78536-EB5C-4730-835C-92810E8E2F0F}"/>
                  </a:ext>
                </a:extLst>
              </p:cNvPr>
              <p:cNvSpPr/>
              <p:nvPr/>
            </p:nvSpPr>
            <p:spPr bwMode="gray">
              <a:xfrm flipV="1">
                <a:off x="10379147" y="2128366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69" name="Ellipse 1100">
                <a:extLst>
                  <a:ext uri="{FF2B5EF4-FFF2-40B4-BE49-F238E27FC236}">
                    <a16:creationId xmlns:a16="http://schemas.microsoft.com/office/drawing/2014/main" id="{B2D5AD9D-DF5A-433D-8F0A-7F91D33985CD}"/>
                  </a:ext>
                </a:extLst>
              </p:cNvPr>
              <p:cNvSpPr/>
              <p:nvPr/>
            </p:nvSpPr>
            <p:spPr bwMode="gray">
              <a:xfrm flipV="1">
                <a:off x="10587118" y="2021463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70" name="Ellipse 1101">
                <a:extLst>
                  <a:ext uri="{FF2B5EF4-FFF2-40B4-BE49-F238E27FC236}">
                    <a16:creationId xmlns:a16="http://schemas.microsoft.com/office/drawing/2014/main" id="{E594C31D-E31D-4D74-A959-75C57AC627EC}"/>
                  </a:ext>
                </a:extLst>
              </p:cNvPr>
              <p:cNvSpPr/>
              <p:nvPr/>
            </p:nvSpPr>
            <p:spPr bwMode="gray">
              <a:xfrm flipV="1">
                <a:off x="10587118" y="1916088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71" name="Ellipse 1102">
                <a:extLst>
                  <a:ext uri="{FF2B5EF4-FFF2-40B4-BE49-F238E27FC236}">
                    <a16:creationId xmlns:a16="http://schemas.microsoft.com/office/drawing/2014/main" id="{F4157EEF-5605-4E58-8A3E-C913974F6455}"/>
                  </a:ext>
                </a:extLst>
              </p:cNvPr>
              <p:cNvSpPr/>
              <p:nvPr/>
            </p:nvSpPr>
            <p:spPr bwMode="gray">
              <a:xfrm flipV="1">
                <a:off x="10684303" y="2021463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72" name="Ellipse 1103">
                <a:extLst>
                  <a:ext uri="{FF2B5EF4-FFF2-40B4-BE49-F238E27FC236}">
                    <a16:creationId xmlns:a16="http://schemas.microsoft.com/office/drawing/2014/main" id="{6526F9F1-E786-4566-8439-DB185F884980}"/>
                  </a:ext>
                </a:extLst>
              </p:cNvPr>
              <p:cNvSpPr/>
              <p:nvPr/>
            </p:nvSpPr>
            <p:spPr bwMode="gray">
              <a:xfrm flipV="1">
                <a:off x="10787307" y="2021463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73" name="Ellipse 1104">
                <a:extLst>
                  <a:ext uri="{FF2B5EF4-FFF2-40B4-BE49-F238E27FC236}">
                    <a16:creationId xmlns:a16="http://schemas.microsoft.com/office/drawing/2014/main" id="{AB1086B9-1BC9-48F7-87B8-4EF205D8EFB3}"/>
                  </a:ext>
                </a:extLst>
              </p:cNvPr>
              <p:cNvSpPr/>
              <p:nvPr/>
            </p:nvSpPr>
            <p:spPr bwMode="gray">
              <a:xfrm flipV="1">
                <a:off x="10794137" y="2135502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74" name="Ellipse 1105">
                <a:extLst>
                  <a:ext uri="{FF2B5EF4-FFF2-40B4-BE49-F238E27FC236}">
                    <a16:creationId xmlns:a16="http://schemas.microsoft.com/office/drawing/2014/main" id="{2D16E8AF-EABF-495F-97CB-71C90A9513DF}"/>
                  </a:ext>
                </a:extLst>
              </p:cNvPr>
              <p:cNvSpPr/>
              <p:nvPr/>
            </p:nvSpPr>
            <p:spPr bwMode="gray">
              <a:xfrm flipV="1">
                <a:off x="10587118" y="223432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75" name="Ellipse 1106">
                <a:extLst>
                  <a:ext uri="{FF2B5EF4-FFF2-40B4-BE49-F238E27FC236}">
                    <a16:creationId xmlns:a16="http://schemas.microsoft.com/office/drawing/2014/main" id="{5767ACD7-FA45-483C-BF2D-EE4DDC8F7A58}"/>
                  </a:ext>
                </a:extLst>
              </p:cNvPr>
              <p:cNvSpPr/>
              <p:nvPr/>
            </p:nvSpPr>
            <p:spPr bwMode="gray">
              <a:xfrm flipV="1">
                <a:off x="10279795" y="2128366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76" name="Ellipse 1107">
                <a:extLst>
                  <a:ext uri="{FF2B5EF4-FFF2-40B4-BE49-F238E27FC236}">
                    <a16:creationId xmlns:a16="http://schemas.microsoft.com/office/drawing/2014/main" id="{9826BE50-5BEC-439E-9ABB-A221506A3827}"/>
                  </a:ext>
                </a:extLst>
              </p:cNvPr>
              <p:cNvSpPr/>
              <p:nvPr/>
            </p:nvSpPr>
            <p:spPr bwMode="gray">
              <a:xfrm flipV="1">
                <a:off x="10279795" y="202146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77" name="Ellipse 1108">
                <a:extLst>
                  <a:ext uri="{FF2B5EF4-FFF2-40B4-BE49-F238E27FC236}">
                    <a16:creationId xmlns:a16="http://schemas.microsoft.com/office/drawing/2014/main" id="{670915DB-3DDD-4B08-B882-ED9ADF1C7D56}"/>
                  </a:ext>
                </a:extLst>
              </p:cNvPr>
              <p:cNvSpPr/>
              <p:nvPr/>
            </p:nvSpPr>
            <p:spPr bwMode="gray">
              <a:xfrm flipV="1">
                <a:off x="10078105" y="202146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78" name="Ellipse 1109">
                <a:extLst>
                  <a:ext uri="{FF2B5EF4-FFF2-40B4-BE49-F238E27FC236}">
                    <a16:creationId xmlns:a16="http://schemas.microsoft.com/office/drawing/2014/main" id="{D2D4497F-F585-4338-AE6D-18E051C4CC40}"/>
                  </a:ext>
                </a:extLst>
              </p:cNvPr>
              <p:cNvSpPr/>
              <p:nvPr/>
            </p:nvSpPr>
            <p:spPr bwMode="gray">
              <a:xfrm flipV="1">
                <a:off x="10178629" y="202146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79" name="Ellipse 1110">
                <a:extLst>
                  <a:ext uri="{FF2B5EF4-FFF2-40B4-BE49-F238E27FC236}">
                    <a16:creationId xmlns:a16="http://schemas.microsoft.com/office/drawing/2014/main" id="{2E97DAFE-6250-49BF-9ADD-E92BCE56EDF5}"/>
                  </a:ext>
                </a:extLst>
              </p:cNvPr>
              <p:cNvSpPr/>
              <p:nvPr/>
            </p:nvSpPr>
            <p:spPr bwMode="gray">
              <a:xfrm flipV="1">
                <a:off x="10178629" y="1488599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80" name="Ellipse 1111">
                <a:extLst>
                  <a:ext uri="{FF2B5EF4-FFF2-40B4-BE49-F238E27FC236}">
                    <a16:creationId xmlns:a16="http://schemas.microsoft.com/office/drawing/2014/main" id="{F9B45CB5-496E-4C47-9FEC-9BC552D157B5}"/>
                  </a:ext>
                </a:extLst>
              </p:cNvPr>
              <p:cNvSpPr/>
              <p:nvPr/>
            </p:nvSpPr>
            <p:spPr bwMode="gray">
              <a:xfrm flipV="1">
                <a:off x="10084935" y="1602439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81" name="Ellipse 1112">
                <a:extLst>
                  <a:ext uri="{FF2B5EF4-FFF2-40B4-BE49-F238E27FC236}">
                    <a16:creationId xmlns:a16="http://schemas.microsoft.com/office/drawing/2014/main" id="{781188C8-B904-4490-9EEA-2A479ED68C3A}"/>
                  </a:ext>
                </a:extLst>
              </p:cNvPr>
              <p:cNvSpPr/>
              <p:nvPr/>
            </p:nvSpPr>
            <p:spPr bwMode="gray">
              <a:xfrm flipV="1">
                <a:off x="9972385" y="1488599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82" name="Ellipse 1113">
                <a:extLst>
                  <a:ext uri="{FF2B5EF4-FFF2-40B4-BE49-F238E27FC236}">
                    <a16:creationId xmlns:a16="http://schemas.microsoft.com/office/drawing/2014/main" id="{61F9FBBF-B03C-469E-8037-A6B0F86AD95C}"/>
                  </a:ext>
                </a:extLst>
              </p:cNvPr>
              <p:cNvSpPr/>
              <p:nvPr/>
            </p:nvSpPr>
            <p:spPr bwMode="gray">
              <a:xfrm flipV="1">
                <a:off x="9972385" y="159530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83" name="Ellipse 1114">
                <a:extLst>
                  <a:ext uri="{FF2B5EF4-FFF2-40B4-BE49-F238E27FC236}">
                    <a16:creationId xmlns:a16="http://schemas.microsoft.com/office/drawing/2014/main" id="{E4C67A69-BE45-4430-8416-842D9FE0DE96}"/>
                  </a:ext>
                </a:extLst>
              </p:cNvPr>
              <p:cNvSpPr/>
              <p:nvPr/>
            </p:nvSpPr>
            <p:spPr bwMode="gray">
              <a:xfrm flipV="1">
                <a:off x="9972385" y="202146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84" name="Ellipse 1115">
                <a:extLst>
                  <a:ext uri="{FF2B5EF4-FFF2-40B4-BE49-F238E27FC236}">
                    <a16:creationId xmlns:a16="http://schemas.microsoft.com/office/drawing/2014/main" id="{1649057D-68D0-4784-8401-B40760AA0A98}"/>
                  </a:ext>
                </a:extLst>
              </p:cNvPr>
              <p:cNvSpPr/>
              <p:nvPr/>
            </p:nvSpPr>
            <p:spPr bwMode="gray">
              <a:xfrm flipV="1">
                <a:off x="9972385" y="2339954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85" name="Ellipse 1116">
                <a:extLst>
                  <a:ext uri="{FF2B5EF4-FFF2-40B4-BE49-F238E27FC236}">
                    <a16:creationId xmlns:a16="http://schemas.microsoft.com/office/drawing/2014/main" id="{E59EBFA3-BF3C-4568-AC6F-B36C5EF0EA98}"/>
                  </a:ext>
                </a:extLst>
              </p:cNvPr>
              <p:cNvSpPr/>
              <p:nvPr/>
            </p:nvSpPr>
            <p:spPr bwMode="gray">
              <a:xfrm flipV="1">
                <a:off x="9972385" y="2446108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86" name="Ellipse 1117">
                <a:extLst>
                  <a:ext uri="{FF2B5EF4-FFF2-40B4-BE49-F238E27FC236}">
                    <a16:creationId xmlns:a16="http://schemas.microsoft.com/office/drawing/2014/main" id="{CBF34EF7-F3FB-48DC-BA7D-8D983953D1E4}"/>
                  </a:ext>
                </a:extLst>
              </p:cNvPr>
              <p:cNvSpPr/>
              <p:nvPr/>
            </p:nvSpPr>
            <p:spPr bwMode="gray">
              <a:xfrm flipV="1">
                <a:off x="10078105" y="2446108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87" name="Ellipse 1118">
                <a:extLst>
                  <a:ext uri="{FF2B5EF4-FFF2-40B4-BE49-F238E27FC236}">
                    <a16:creationId xmlns:a16="http://schemas.microsoft.com/office/drawing/2014/main" id="{EFFA1DCB-E629-41C1-B937-7DFA558A2354}"/>
                  </a:ext>
                </a:extLst>
              </p:cNvPr>
              <p:cNvSpPr/>
              <p:nvPr/>
            </p:nvSpPr>
            <p:spPr bwMode="gray">
              <a:xfrm flipV="1">
                <a:off x="9241020" y="2706281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88" name="Ellipse 1119">
                <a:extLst>
                  <a:ext uri="{FF2B5EF4-FFF2-40B4-BE49-F238E27FC236}">
                    <a16:creationId xmlns:a16="http://schemas.microsoft.com/office/drawing/2014/main" id="{DC036501-1CCB-4D3D-837E-46B7803DE09B}"/>
                  </a:ext>
                </a:extLst>
              </p:cNvPr>
              <p:cNvSpPr/>
              <p:nvPr/>
            </p:nvSpPr>
            <p:spPr bwMode="gray">
              <a:xfrm flipV="1">
                <a:off x="9876974" y="2550688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89" name="Ellipse 1120">
                <a:extLst>
                  <a:ext uri="{FF2B5EF4-FFF2-40B4-BE49-F238E27FC236}">
                    <a16:creationId xmlns:a16="http://schemas.microsoft.com/office/drawing/2014/main" id="{1B13C103-1F1A-4478-B1AD-831700CB1BD9}"/>
                  </a:ext>
                </a:extLst>
              </p:cNvPr>
              <p:cNvSpPr/>
              <p:nvPr/>
            </p:nvSpPr>
            <p:spPr bwMode="gray">
              <a:xfrm flipV="1">
                <a:off x="9876974" y="2339954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90" name="Ellipse 1121">
                <a:extLst>
                  <a:ext uri="{FF2B5EF4-FFF2-40B4-BE49-F238E27FC236}">
                    <a16:creationId xmlns:a16="http://schemas.microsoft.com/office/drawing/2014/main" id="{44D6B5F4-2D75-4E0A-A33C-344C4428E62F}"/>
                  </a:ext>
                </a:extLst>
              </p:cNvPr>
              <p:cNvSpPr/>
              <p:nvPr/>
            </p:nvSpPr>
            <p:spPr bwMode="gray">
              <a:xfrm flipV="1">
                <a:off x="9876974" y="2234323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91" name="Ellipse 1122">
                <a:extLst>
                  <a:ext uri="{FF2B5EF4-FFF2-40B4-BE49-F238E27FC236}">
                    <a16:creationId xmlns:a16="http://schemas.microsoft.com/office/drawing/2014/main" id="{FFBDFB90-5871-4E82-8F12-E2B45E0D56CC}"/>
                  </a:ext>
                </a:extLst>
              </p:cNvPr>
              <p:cNvSpPr/>
              <p:nvPr/>
            </p:nvSpPr>
            <p:spPr bwMode="gray">
              <a:xfrm flipV="1">
                <a:off x="9876974" y="2128366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92" name="Ellipse 1123">
                <a:extLst>
                  <a:ext uri="{FF2B5EF4-FFF2-40B4-BE49-F238E27FC236}">
                    <a16:creationId xmlns:a16="http://schemas.microsoft.com/office/drawing/2014/main" id="{E50C5912-17C5-44F5-BA49-C2E3182F2DBE}"/>
                  </a:ext>
                </a:extLst>
              </p:cNvPr>
              <p:cNvSpPr/>
              <p:nvPr/>
            </p:nvSpPr>
            <p:spPr bwMode="gray">
              <a:xfrm flipV="1">
                <a:off x="9876974" y="202146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93" name="Ellipse 1124">
                <a:extLst>
                  <a:ext uri="{FF2B5EF4-FFF2-40B4-BE49-F238E27FC236}">
                    <a16:creationId xmlns:a16="http://schemas.microsoft.com/office/drawing/2014/main" id="{4C4CE5DC-C6EE-4659-96C1-F7D544A2897F}"/>
                  </a:ext>
                </a:extLst>
              </p:cNvPr>
              <p:cNvSpPr/>
              <p:nvPr/>
            </p:nvSpPr>
            <p:spPr bwMode="gray">
              <a:xfrm flipV="1">
                <a:off x="9876974" y="1916088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94" name="Ellipse 1125">
                <a:extLst>
                  <a:ext uri="{FF2B5EF4-FFF2-40B4-BE49-F238E27FC236}">
                    <a16:creationId xmlns:a16="http://schemas.microsoft.com/office/drawing/2014/main" id="{05AB02A4-F46F-4478-B9A7-49A4C181826B}"/>
                  </a:ext>
                </a:extLst>
              </p:cNvPr>
              <p:cNvSpPr/>
              <p:nvPr/>
            </p:nvSpPr>
            <p:spPr bwMode="gray">
              <a:xfrm flipV="1">
                <a:off x="9876974" y="1808890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96" name="Ellipse 1127">
                <a:extLst>
                  <a:ext uri="{FF2B5EF4-FFF2-40B4-BE49-F238E27FC236}">
                    <a16:creationId xmlns:a16="http://schemas.microsoft.com/office/drawing/2014/main" id="{F938834C-3F0A-45FA-9551-D94C6B7D65B3}"/>
                  </a:ext>
                </a:extLst>
              </p:cNvPr>
              <p:cNvSpPr/>
              <p:nvPr/>
            </p:nvSpPr>
            <p:spPr bwMode="gray">
              <a:xfrm flipV="1">
                <a:off x="9771920" y="1916088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97" name="Ellipse 1128">
                <a:extLst>
                  <a:ext uri="{FF2B5EF4-FFF2-40B4-BE49-F238E27FC236}">
                    <a16:creationId xmlns:a16="http://schemas.microsoft.com/office/drawing/2014/main" id="{600D84AC-053E-4DC8-8308-DBFA3626ACE9}"/>
                  </a:ext>
                </a:extLst>
              </p:cNvPr>
              <p:cNvSpPr/>
              <p:nvPr/>
            </p:nvSpPr>
            <p:spPr bwMode="gray">
              <a:xfrm flipV="1">
                <a:off x="9771920" y="2234323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98" name="Ellipse 1129">
                <a:extLst>
                  <a:ext uri="{FF2B5EF4-FFF2-40B4-BE49-F238E27FC236}">
                    <a16:creationId xmlns:a16="http://schemas.microsoft.com/office/drawing/2014/main" id="{08EDF35D-D6E5-4C3B-BC6F-F9C3F17F11E4}"/>
                  </a:ext>
                </a:extLst>
              </p:cNvPr>
              <p:cNvSpPr/>
              <p:nvPr/>
            </p:nvSpPr>
            <p:spPr bwMode="gray">
              <a:xfrm flipV="1">
                <a:off x="9771920" y="2128366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99" name="Ellipse 1130">
                <a:extLst>
                  <a:ext uri="{FF2B5EF4-FFF2-40B4-BE49-F238E27FC236}">
                    <a16:creationId xmlns:a16="http://schemas.microsoft.com/office/drawing/2014/main" id="{775D29E8-E297-4D5F-845D-5CBF84E10A1A}"/>
                  </a:ext>
                </a:extLst>
              </p:cNvPr>
              <p:cNvSpPr/>
              <p:nvPr/>
            </p:nvSpPr>
            <p:spPr bwMode="gray">
              <a:xfrm flipV="1">
                <a:off x="9670168" y="2550688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00" name="Ellipse 1131">
                <a:extLst>
                  <a:ext uri="{FF2B5EF4-FFF2-40B4-BE49-F238E27FC236}">
                    <a16:creationId xmlns:a16="http://schemas.microsoft.com/office/drawing/2014/main" id="{AFDDFE1A-FBAF-488C-811B-242F6E0AFB55}"/>
                  </a:ext>
                </a:extLst>
              </p:cNvPr>
              <p:cNvSpPr/>
              <p:nvPr/>
            </p:nvSpPr>
            <p:spPr bwMode="gray">
              <a:xfrm flipV="1">
                <a:off x="9568076" y="2446108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01" name="Ellipse 1132">
                <a:extLst>
                  <a:ext uri="{FF2B5EF4-FFF2-40B4-BE49-F238E27FC236}">
                    <a16:creationId xmlns:a16="http://schemas.microsoft.com/office/drawing/2014/main" id="{CC8D9E5C-555F-432D-A855-F6F410C7A7F6}"/>
                  </a:ext>
                </a:extLst>
              </p:cNvPr>
              <p:cNvSpPr/>
              <p:nvPr/>
            </p:nvSpPr>
            <p:spPr bwMode="gray">
              <a:xfrm flipV="1">
                <a:off x="9670168" y="2339954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02" name="Ellipse 1133">
                <a:extLst>
                  <a:ext uri="{FF2B5EF4-FFF2-40B4-BE49-F238E27FC236}">
                    <a16:creationId xmlns:a16="http://schemas.microsoft.com/office/drawing/2014/main" id="{9AD5B198-8F88-45FE-BA5E-BDF010DDFA36}"/>
                  </a:ext>
                </a:extLst>
              </p:cNvPr>
              <p:cNvSpPr/>
              <p:nvPr/>
            </p:nvSpPr>
            <p:spPr bwMode="gray">
              <a:xfrm flipV="1">
                <a:off x="9670168" y="202146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03" name="Ellipse 1134">
                <a:extLst>
                  <a:ext uri="{FF2B5EF4-FFF2-40B4-BE49-F238E27FC236}">
                    <a16:creationId xmlns:a16="http://schemas.microsoft.com/office/drawing/2014/main" id="{0C91F331-466E-4F1D-BF1E-A682A3DF05D5}"/>
                  </a:ext>
                </a:extLst>
              </p:cNvPr>
              <p:cNvSpPr/>
              <p:nvPr/>
            </p:nvSpPr>
            <p:spPr bwMode="gray">
              <a:xfrm flipV="1">
                <a:off x="9670168" y="1808890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04" name="Ellipse 1135">
                <a:extLst>
                  <a:ext uri="{FF2B5EF4-FFF2-40B4-BE49-F238E27FC236}">
                    <a16:creationId xmlns:a16="http://schemas.microsoft.com/office/drawing/2014/main" id="{D9D44D1B-39CE-4F6B-95FC-7B3BF095B608}"/>
                  </a:ext>
                </a:extLst>
              </p:cNvPr>
              <p:cNvSpPr/>
              <p:nvPr/>
            </p:nvSpPr>
            <p:spPr bwMode="gray">
              <a:xfrm flipV="1">
                <a:off x="9670168" y="170077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05" name="Ellipse 1136">
                <a:extLst>
                  <a:ext uri="{FF2B5EF4-FFF2-40B4-BE49-F238E27FC236}">
                    <a16:creationId xmlns:a16="http://schemas.microsoft.com/office/drawing/2014/main" id="{3C75ADB7-95B8-49C7-98D7-C7AF891DD78C}"/>
                  </a:ext>
                </a:extLst>
              </p:cNvPr>
              <p:cNvSpPr/>
              <p:nvPr/>
            </p:nvSpPr>
            <p:spPr bwMode="gray">
              <a:xfrm flipV="1">
                <a:off x="9568076" y="170077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06" name="Ellipse 1137">
                <a:extLst>
                  <a:ext uri="{FF2B5EF4-FFF2-40B4-BE49-F238E27FC236}">
                    <a16:creationId xmlns:a16="http://schemas.microsoft.com/office/drawing/2014/main" id="{226C5CDD-D91A-4C20-A1E0-66E5B54F2F4C}"/>
                  </a:ext>
                </a:extLst>
              </p:cNvPr>
              <p:cNvSpPr/>
              <p:nvPr/>
            </p:nvSpPr>
            <p:spPr bwMode="gray">
              <a:xfrm flipV="1">
                <a:off x="9568076" y="1808890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07" name="Ellipse 1138">
                <a:extLst>
                  <a:ext uri="{FF2B5EF4-FFF2-40B4-BE49-F238E27FC236}">
                    <a16:creationId xmlns:a16="http://schemas.microsoft.com/office/drawing/2014/main" id="{83D06BD6-98E0-4141-8BDF-34D36296254C}"/>
                  </a:ext>
                </a:extLst>
              </p:cNvPr>
              <p:cNvSpPr/>
              <p:nvPr/>
            </p:nvSpPr>
            <p:spPr bwMode="gray">
              <a:xfrm flipV="1">
                <a:off x="9568076" y="1916088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08" name="Ellipse 1139">
                <a:extLst>
                  <a:ext uri="{FF2B5EF4-FFF2-40B4-BE49-F238E27FC236}">
                    <a16:creationId xmlns:a16="http://schemas.microsoft.com/office/drawing/2014/main" id="{4C48DA09-3FA6-4D83-A3B7-24C033358556}"/>
                  </a:ext>
                </a:extLst>
              </p:cNvPr>
              <p:cNvSpPr/>
              <p:nvPr/>
            </p:nvSpPr>
            <p:spPr bwMode="gray">
              <a:xfrm flipV="1">
                <a:off x="9568076" y="202146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09" name="Ellipse 1140">
                <a:extLst>
                  <a:ext uri="{FF2B5EF4-FFF2-40B4-BE49-F238E27FC236}">
                    <a16:creationId xmlns:a16="http://schemas.microsoft.com/office/drawing/2014/main" id="{80CD21E1-0B30-460B-8783-14AAE8121E94}"/>
                  </a:ext>
                </a:extLst>
              </p:cNvPr>
              <p:cNvSpPr/>
              <p:nvPr/>
            </p:nvSpPr>
            <p:spPr bwMode="gray">
              <a:xfrm flipV="1">
                <a:off x="9568076" y="2339954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10" name="Ellipse 1141">
                <a:extLst>
                  <a:ext uri="{FF2B5EF4-FFF2-40B4-BE49-F238E27FC236}">
                    <a16:creationId xmlns:a16="http://schemas.microsoft.com/office/drawing/2014/main" id="{833E3FEA-FBBA-4A97-BD20-FB743E7DE443}"/>
                  </a:ext>
                </a:extLst>
              </p:cNvPr>
              <p:cNvSpPr/>
              <p:nvPr/>
            </p:nvSpPr>
            <p:spPr bwMode="gray">
              <a:xfrm flipV="1">
                <a:off x="9365124" y="170077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11" name="Ellipse 1142">
                <a:extLst>
                  <a:ext uri="{FF2B5EF4-FFF2-40B4-BE49-F238E27FC236}">
                    <a16:creationId xmlns:a16="http://schemas.microsoft.com/office/drawing/2014/main" id="{51ACE4F1-0734-4801-9728-CA7D7BE2FC0E}"/>
                  </a:ext>
                </a:extLst>
              </p:cNvPr>
              <p:cNvSpPr/>
              <p:nvPr/>
            </p:nvSpPr>
            <p:spPr bwMode="gray">
              <a:xfrm flipV="1">
                <a:off x="9365124" y="1808890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12" name="Ellipse 1143">
                <a:extLst>
                  <a:ext uri="{FF2B5EF4-FFF2-40B4-BE49-F238E27FC236}">
                    <a16:creationId xmlns:a16="http://schemas.microsoft.com/office/drawing/2014/main" id="{CFE834E2-BB75-4A17-9448-BDA18CD80AEB}"/>
                  </a:ext>
                </a:extLst>
              </p:cNvPr>
              <p:cNvSpPr/>
              <p:nvPr/>
            </p:nvSpPr>
            <p:spPr bwMode="gray">
              <a:xfrm flipV="1">
                <a:off x="9061480" y="2234323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13" name="Ellipse 1144">
                <a:extLst>
                  <a:ext uri="{FF2B5EF4-FFF2-40B4-BE49-F238E27FC236}">
                    <a16:creationId xmlns:a16="http://schemas.microsoft.com/office/drawing/2014/main" id="{2D63FBF5-EA4E-422C-A9F9-DA1B2FC5C438}"/>
                  </a:ext>
                </a:extLst>
              </p:cNvPr>
              <p:cNvSpPr/>
              <p:nvPr/>
            </p:nvSpPr>
            <p:spPr bwMode="gray">
              <a:xfrm flipV="1">
                <a:off x="9162701" y="2234323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14" name="Ellipse 1145">
                <a:extLst>
                  <a:ext uri="{FF2B5EF4-FFF2-40B4-BE49-F238E27FC236}">
                    <a16:creationId xmlns:a16="http://schemas.microsoft.com/office/drawing/2014/main" id="{77548E53-9376-4A9F-B6FA-4073C9EB8099}"/>
                  </a:ext>
                </a:extLst>
              </p:cNvPr>
              <p:cNvSpPr/>
              <p:nvPr/>
            </p:nvSpPr>
            <p:spPr bwMode="gray">
              <a:xfrm flipV="1">
                <a:off x="8960337" y="2234323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15" name="Ellipse 1146">
                <a:extLst>
                  <a:ext uri="{FF2B5EF4-FFF2-40B4-BE49-F238E27FC236}">
                    <a16:creationId xmlns:a16="http://schemas.microsoft.com/office/drawing/2014/main" id="{6F29206B-0935-406C-989B-DCC5E10235E4}"/>
                  </a:ext>
                </a:extLst>
              </p:cNvPr>
              <p:cNvSpPr/>
              <p:nvPr/>
            </p:nvSpPr>
            <p:spPr bwMode="gray">
              <a:xfrm flipV="1">
                <a:off x="8858964" y="2339954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16" name="Ellipse 1147">
                <a:extLst>
                  <a:ext uri="{FF2B5EF4-FFF2-40B4-BE49-F238E27FC236}">
                    <a16:creationId xmlns:a16="http://schemas.microsoft.com/office/drawing/2014/main" id="{E1DF743A-4475-4678-8898-6C2AA00E5D96}"/>
                  </a:ext>
                </a:extLst>
              </p:cNvPr>
              <p:cNvSpPr/>
              <p:nvPr/>
            </p:nvSpPr>
            <p:spPr bwMode="gray">
              <a:xfrm flipV="1">
                <a:off x="8553584" y="170077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17" name="Ellipse 1148">
                <a:extLst>
                  <a:ext uri="{FF2B5EF4-FFF2-40B4-BE49-F238E27FC236}">
                    <a16:creationId xmlns:a16="http://schemas.microsoft.com/office/drawing/2014/main" id="{B66C3934-19BD-4D5C-893B-B51ED7F3CA97}"/>
                  </a:ext>
                </a:extLst>
              </p:cNvPr>
              <p:cNvSpPr/>
              <p:nvPr/>
            </p:nvSpPr>
            <p:spPr bwMode="gray">
              <a:xfrm flipV="1">
                <a:off x="8553584" y="1808890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18" name="Ellipse 1149">
                <a:extLst>
                  <a:ext uri="{FF2B5EF4-FFF2-40B4-BE49-F238E27FC236}">
                    <a16:creationId xmlns:a16="http://schemas.microsoft.com/office/drawing/2014/main" id="{DB0DD5E3-02B7-497A-B3D8-015DC8A0836C}"/>
                  </a:ext>
                </a:extLst>
              </p:cNvPr>
              <p:cNvSpPr/>
              <p:nvPr/>
            </p:nvSpPr>
            <p:spPr bwMode="gray">
              <a:xfrm flipV="1">
                <a:off x="8553584" y="2339954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19" name="Ellipse 1150">
                <a:extLst>
                  <a:ext uri="{FF2B5EF4-FFF2-40B4-BE49-F238E27FC236}">
                    <a16:creationId xmlns:a16="http://schemas.microsoft.com/office/drawing/2014/main" id="{BFA19819-D24D-4E2C-A28E-0AB1104E7F94}"/>
                  </a:ext>
                </a:extLst>
              </p:cNvPr>
              <p:cNvSpPr/>
              <p:nvPr/>
            </p:nvSpPr>
            <p:spPr bwMode="gray">
              <a:xfrm flipV="1">
                <a:off x="8659406" y="2339954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20" name="Ellipse 1151">
                <a:extLst>
                  <a:ext uri="{FF2B5EF4-FFF2-40B4-BE49-F238E27FC236}">
                    <a16:creationId xmlns:a16="http://schemas.microsoft.com/office/drawing/2014/main" id="{DC911BC0-0791-4799-8FE2-A299B86D0201}"/>
                  </a:ext>
                </a:extLst>
              </p:cNvPr>
              <p:cNvSpPr/>
              <p:nvPr/>
            </p:nvSpPr>
            <p:spPr bwMode="gray">
              <a:xfrm flipV="1">
                <a:off x="8451989" y="2339954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21" name="Ellipse 1152">
                <a:extLst>
                  <a:ext uri="{FF2B5EF4-FFF2-40B4-BE49-F238E27FC236}">
                    <a16:creationId xmlns:a16="http://schemas.microsoft.com/office/drawing/2014/main" id="{2D6FCC7B-1709-4E9E-96A9-7AEE3EA184CA}"/>
                  </a:ext>
                </a:extLst>
              </p:cNvPr>
              <p:cNvSpPr/>
              <p:nvPr/>
            </p:nvSpPr>
            <p:spPr bwMode="gray">
              <a:xfrm flipV="1">
                <a:off x="8451989" y="2234323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22" name="Ellipse 1153">
                <a:extLst>
                  <a:ext uri="{FF2B5EF4-FFF2-40B4-BE49-F238E27FC236}">
                    <a16:creationId xmlns:a16="http://schemas.microsoft.com/office/drawing/2014/main" id="{DD05C396-717A-4E7C-9AA8-B79BC830B881}"/>
                  </a:ext>
                </a:extLst>
              </p:cNvPr>
              <p:cNvSpPr/>
              <p:nvPr/>
            </p:nvSpPr>
            <p:spPr bwMode="gray">
              <a:xfrm flipV="1">
                <a:off x="8348358" y="170077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23" name="Ellipse 1154">
                <a:extLst>
                  <a:ext uri="{FF2B5EF4-FFF2-40B4-BE49-F238E27FC236}">
                    <a16:creationId xmlns:a16="http://schemas.microsoft.com/office/drawing/2014/main" id="{A67E4569-1689-47A0-9930-92EA2826BBC3}"/>
                  </a:ext>
                </a:extLst>
              </p:cNvPr>
              <p:cNvSpPr/>
              <p:nvPr/>
            </p:nvSpPr>
            <p:spPr bwMode="gray">
              <a:xfrm flipV="1">
                <a:off x="8250768" y="170077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24" name="Ellipse 1155">
                <a:extLst>
                  <a:ext uri="{FF2B5EF4-FFF2-40B4-BE49-F238E27FC236}">
                    <a16:creationId xmlns:a16="http://schemas.microsoft.com/office/drawing/2014/main" id="{25C7063E-66AB-48FD-B7AE-7082E62F2729}"/>
                  </a:ext>
                </a:extLst>
              </p:cNvPr>
              <p:cNvSpPr/>
              <p:nvPr/>
            </p:nvSpPr>
            <p:spPr bwMode="gray">
              <a:xfrm flipV="1">
                <a:off x="8250768" y="1916088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25" name="Ellipse 1156">
                <a:extLst>
                  <a:ext uri="{FF2B5EF4-FFF2-40B4-BE49-F238E27FC236}">
                    <a16:creationId xmlns:a16="http://schemas.microsoft.com/office/drawing/2014/main" id="{D77F8C7A-86A9-4AD1-9E3D-95FC2ABA5A45}"/>
                  </a:ext>
                </a:extLst>
              </p:cNvPr>
              <p:cNvSpPr/>
              <p:nvPr/>
            </p:nvSpPr>
            <p:spPr bwMode="gray">
              <a:xfrm flipV="1">
                <a:off x="8250768" y="2339954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26" name="Ellipse 1157">
                <a:extLst>
                  <a:ext uri="{FF2B5EF4-FFF2-40B4-BE49-F238E27FC236}">
                    <a16:creationId xmlns:a16="http://schemas.microsoft.com/office/drawing/2014/main" id="{F19D27FE-0F70-4E3F-AB44-1DD73A02B9B9}"/>
                  </a:ext>
                </a:extLst>
              </p:cNvPr>
              <p:cNvSpPr/>
              <p:nvPr/>
            </p:nvSpPr>
            <p:spPr bwMode="gray">
              <a:xfrm flipV="1">
                <a:off x="8149570" y="2339954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27" name="Ellipse 1158">
                <a:extLst>
                  <a:ext uri="{FF2B5EF4-FFF2-40B4-BE49-F238E27FC236}">
                    <a16:creationId xmlns:a16="http://schemas.microsoft.com/office/drawing/2014/main" id="{3D0447E3-5708-45BE-8DF1-6697E518AC32}"/>
                  </a:ext>
                </a:extLst>
              </p:cNvPr>
              <p:cNvSpPr/>
              <p:nvPr/>
            </p:nvSpPr>
            <p:spPr bwMode="gray">
              <a:xfrm flipV="1">
                <a:off x="8149570" y="2446108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28" name="Ellipse 1159">
                <a:extLst>
                  <a:ext uri="{FF2B5EF4-FFF2-40B4-BE49-F238E27FC236}">
                    <a16:creationId xmlns:a16="http://schemas.microsoft.com/office/drawing/2014/main" id="{788E95A4-2595-48B0-93F9-0F452685D62F}"/>
                  </a:ext>
                </a:extLst>
              </p:cNvPr>
              <p:cNvSpPr/>
              <p:nvPr/>
            </p:nvSpPr>
            <p:spPr bwMode="gray">
              <a:xfrm flipV="1">
                <a:off x="8149570" y="2550688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29" name="Ellipse 1160">
                <a:extLst>
                  <a:ext uri="{FF2B5EF4-FFF2-40B4-BE49-F238E27FC236}">
                    <a16:creationId xmlns:a16="http://schemas.microsoft.com/office/drawing/2014/main" id="{741B0CB9-FBFA-473A-A148-4FE26EFC6EC1}"/>
                  </a:ext>
                </a:extLst>
              </p:cNvPr>
              <p:cNvSpPr/>
              <p:nvPr/>
            </p:nvSpPr>
            <p:spPr bwMode="gray">
              <a:xfrm flipV="1">
                <a:off x="8149570" y="202146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30" name="Ellipse 1161">
                <a:extLst>
                  <a:ext uri="{FF2B5EF4-FFF2-40B4-BE49-F238E27FC236}">
                    <a16:creationId xmlns:a16="http://schemas.microsoft.com/office/drawing/2014/main" id="{9036E03E-0E56-410A-B901-5651CDD7C406}"/>
                  </a:ext>
                </a:extLst>
              </p:cNvPr>
              <p:cNvSpPr/>
              <p:nvPr/>
            </p:nvSpPr>
            <p:spPr bwMode="gray">
              <a:xfrm flipV="1">
                <a:off x="8149570" y="1808890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31" name="Ellipse 1162">
                <a:extLst>
                  <a:ext uri="{FF2B5EF4-FFF2-40B4-BE49-F238E27FC236}">
                    <a16:creationId xmlns:a16="http://schemas.microsoft.com/office/drawing/2014/main" id="{798D3884-09F0-43AB-8EE6-D5B6B3F26089}"/>
                  </a:ext>
                </a:extLst>
              </p:cNvPr>
              <p:cNvSpPr/>
              <p:nvPr/>
            </p:nvSpPr>
            <p:spPr bwMode="gray">
              <a:xfrm flipV="1">
                <a:off x="8149570" y="170077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32" name="Ellipse 1163">
                <a:extLst>
                  <a:ext uri="{FF2B5EF4-FFF2-40B4-BE49-F238E27FC236}">
                    <a16:creationId xmlns:a16="http://schemas.microsoft.com/office/drawing/2014/main" id="{FE6EE029-3A4E-4782-B050-44C7430A8C5E}"/>
                  </a:ext>
                </a:extLst>
              </p:cNvPr>
              <p:cNvSpPr/>
              <p:nvPr/>
            </p:nvSpPr>
            <p:spPr bwMode="gray">
              <a:xfrm flipV="1">
                <a:off x="8149570" y="159530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33" name="Ellipse 1164">
                <a:extLst>
                  <a:ext uri="{FF2B5EF4-FFF2-40B4-BE49-F238E27FC236}">
                    <a16:creationId xmlns:a16="http://schemas.microsoft.com/office/drawing/2014/main" id="{2265CB65-16B5-448C-A81F-4F71C09F17DC}"/>
                  </a:ext>
                </a:extLst>
              </p:cNvPr>
              <p:cNvSpPr/>
              <p:nvPr/>
            </p:nvSpPr>
            <p:spPr bwMode="gray">
              <a:xfrm flipV="1">
                <a:off x="8149570" y="145085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34" name="Ellipse 1165">
                <a:extLst>
                  <a:ext uri="{FF2B5EF4-FFF2-40B4-BE49-F238E27FC236}">
                    <a16:creationId xmlns:a16="http://schemas.microsoft.com/office/drawing/2014/main" id="{75897296-E9A1-4F43-9B86-E14AC596D067}"/>
                  </a:ext>
                </a:extLst>
              </p:cNvPr>
              <p:cNvSpPr/>
              <p:nvPr/>
            </p:nvSpPr>
            <p:spPr bwMode="gray">
              <a:xfrm flipV="1">
                <a:off x="8046330" y="159530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35" name="Ellipse 1166">
                <a:extLst>
                  <a:ext uri="{FF2B5EF4-FFF2-40B4-BE49-F238E27FC236}">
                    <a16:creationId xmlns:a16="http://schemas.microsoft.com/office/drawing/2014/main" id="{35B8B2E9-8B1D-4D6E-AE27-B88C62E168A8}"/>
                  </a:ext>
                </a:extLst>
              </p:cNvPr>
              <p:cNvSpPr/>
              <p:nvPr/>
            </p:nvSpPr>
            <p:spPr bwMode="gray">
              <a:xfrm flipV="1">
                <a:off x="8046330" y="145085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36" name="Ellipse 1167">
                <a:extLst>
                  <a:ext uri="{FF2B5EF4-FFF2-40B4-BE49-F238E27FC236}">
                    <a16:creationId xmlns:a16="http://schemas.microsoft.com/office/drawing/2014/main" id="{7CFFC46E-2639-40B6-AF22-D3A2126591B2}"/>
                  </a:ext>
                </a:extLst>
              </p:cNvPr>
              <p:cNvSpPr/>
              <p:nvPr/>
            </p:nvSpPr>
            <p:spPr bwMode="gray">
              <a:xfrm flipV="1">
                <a:off x="7943920" y="159530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37" name="Ellipse 1168">
                <a:extLst>
                  <a:ext uri="{FF2B5EF4-FFF2-40B4-BE49-F238E27FC236}">
                    <a16:creationId xmlns:a16="http://schemas.microsoft.com/office/drawing/2014/main" id="{B236F24B-85DD-4CCF-B3CD-2594C413A36E}"/>
                  </a:ext>
                </a:extLst>
              </p:cNvPr>
              <p:cNvSpPr/>
              <p:nvPr/>
            </p:nvSpPr>
            <p:spPr bwMode="gray">
              <a:xfrm flipV="1">
                <a:off x="8046330" y="202146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38" name="Ellipse 1169">
                <a:extLst>
                  <a:ext uri="{FF2B5EF4-FFF2-40B4-BE49-F238E27FC236}">
                    <a16:creationId xmlns:a16="http://schemas.microsoft.com/office/drawing/2014/main" id="{99F62FE3-439C-4B63-9809-404E73548CA5}"/>
                  </a:ext>
                </a:extLst>
              </p:cNvPr>
              <p:cNvSpPr/>
              <p:nvPr/>
            </p:nvSpPr>
            <p:spPr bwMode="gray">
              <a:xfrm flipV="1">
                <a:off x="7943920" y="223432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39" name="Ellipse 1170">
                <a:extLst>
                  <a:ext uri="{FF2B5EF4-FFF2-40B4-BE49-F238E27FC236}">
                    <a16:creationId xmlns:a16="http://schemas.microsoft.com/office/drawing/2014/main" id="{324131EF-F375-43F1-A510-316E7A36A74F}"/>
                  </a:ext>
                </a:extLst>
              </p:cNvPr>
              <p:cNvSpPr/>
              <p:nvPr/>
            </p:nvSpPr>
            <p:spPr bwMode="gray">
              <a:xfrm flipV="1">
                <a:off x="7943920" y="2339954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40" name="Ellipse 1171">
                <a:extLst>
                  <a:ext uri="{FF2B5EF4-FFF2-40B4-BE49-F238E27FC236}">
                    <a16:creationId xmlns:a16="http://schemas.microsoft.com/office/drawing/2014/main" id="{F55BF612-A10D-438B-B3F0-1600A668079E}"/>
                  </a:ext>
                </a:extLst>
              </p:cNvPr>
              <p:cNvSpPr/>
              <p:nvPr/>
            </p:nvSpPr>
            <p:spPr bwMode="gray">
              <a:xfrm flipV="1">
                <a:off x="7943920" y="2128366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41" name="Ellipse 1172">
                <a:extLst>
                  <a:ext uri="{FF2B5EF4-FFF2-40B4-BE49-F238E27FC236}">
                    <a16:creationId xmlns:a16="http://schemas.microsoft.com/office/drawing/2014/main" id="{8F142FD5-B7D3-43D9-BF0F-47E3FBC07CD2}"/>
                  </a:ext>
                </a:extLst>
              </p:cNvPr>
              <p:cNvSpPr/>
              <p:nvPr/>
            </p:nvSpPr>
            <p:spPr bwMode="gray">
              <a:xfrm flipV="1">
                <a:off x="7943920" y="202146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42" name="Ellipse 1173">
                <a:extLst>
                  <a:ext uri="{FF2B5EF4-FFF2-40B4-BE49-F238E27FC236}">
                    <a16:creationId xmlns:a16="http://schemas.microsoft.com/office/drawing/2014/main" id="{A3A2ECFB-14C4-43CC-93A9-A8D7737B426C}"/>
                  </a:ext>
                </a:extLst>
              </p:cNvPr>
              <p:cNvSpPr/>
              <p:nvPr/>
            </p:nvSpPr>
            <p:spPr bwMode="gray">
              <a:xfrm flipV="1">
                <a:off x="7943920" y="170077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43" name="Ellipse 1174">
                <a:extLst>
                  <a:ext uri="{FF2B5EF4-FFF2-40B4-BE49-F238E27FC236}">
                    <a16:creationId xmlns:a16="http://schemas.microsoft.com/office/drawing/2014/main" id="{401B3C2D-9A00-499B-8211-FE887E63C70C}"/>
                  </a:ext>
                </a:extLst>
              </p:cNvPr>
              <p:cNvSpPr/>
              <p:nvPr/>
            </p:nvSpPr>
            <p:spPr bwMode="gray">
              <a:xfrm flipV="1">
                <a:off x="7843764" y="170077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44" name="Ellipse 1175">
                <a:extLst>
                  <a:ext uri="{FF2B5EF4-FFF2-40B4-BE49-F238E27FC236}">
                    <a16:creationId xmlns:a16="http://schemas.microsoft.com/office/drawing/2014/main" id="{20711BDD-66FA-451A-86F4-7991DD555CD9}"/>
                  </a:ext>
                </a:extLst>
              </p:cNvPr>
              <p:cNvSpPr/>
              <p:nvPr/>
            </p:nvSpPr>
            <p:spPr bwMode="gray">
              <a:xfrm flipV="1">
                <a:off x="7843764" y="1808890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45" name="Ellipse 1176">
                <a:extLst>
                  <a:ext uri="{FF2B5EF4-FFF2-40B4-BE49-F238E27FC236}">
                    <a16:creationId xmlns:a16="http://schemas.microsoft.com/office/drawing/2014/main" id="{DE882D4F-5311-4E73-A0A8-657E8DD0D20C}"/>
                  </a:ext>
                </a:extLst>
              </p:cNvPr>
              <p:cNvSpPr/>
              <p:nvPr/>
            </p:nvSpPr>
            <p:spPr bwMode="gray">
              <a:xfrm flipV="1">
                <a:off x="7843764" y="1916088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46" name="Ellipse 1177">
                <a:extLst>
                  <a:ext uri="{FF2B5EF4-FFF2-40B4-BE49-F238E27FC236}">
                    <a16:creationId xmlns:a16="http://schemas.microsoft.com/office/drawing/2014/main" id="{0B25016E-D513-4735-B1AD-91F74468FB47}"/>
                  </a:ext>
                </a:extLst>
              </p:cNvPr>
              <p:cNvSpPr/>
              <p:nvPr/>
            </p:nvSpPr>
            <p:spPr bwMode="gray">
              <a:xfrm flipV="1">
                <a:off x="7843764" y="2128366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47" name="Ellipse 1178">
                <a:extLst>
                  <a:ext uri="{FF2B5EF4-FFF2-40B4-BE49-F238E27FC236}">
                    <a16:creationId xmlns:a16="http://schemas.microsoft.com/office/drawing/2014/main" id="{1514895C-71D5-486F-BDD2-90C7433C2EBB}"/>
                  </a:ext>
                </a:extLst>
              </p:cNvPr>
              <p:cNvSpPr/>
              <p:nvPr/>
            </p:nvSpPr>
            <p:spPr bwMode="gray">
              <a:xfrm flipV="1">
                <a:off x="7843764" y="2234323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48" name="Ellipse 1179">
                <a:extLst>
                  <a:ext uri="{FF2B5EF4-FFF2-40B4-BE49-F238E27FC236}">
                    <a16:creationId xmlns:a16="http://schemas.microsoft.com/office/drawing/2014/main" id="{EB7BA372-27E9-4082-9F5A-F017BC72378F}"/>
                  </a:ext>
                </a:extLst>
              </p:cNvPr>
              <p:cNvSpPr/>
              <p:nvPr/>
            </p:nvSpPr>
            <p:spPr bwMode="gray">
              <a:xfrm flipV="1">
                <a:off x="7843764" y="2339954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49" name="Ellipse 1180">
                <a:extLst>
                  <a:ext uri="{FF2B5EF4-FFF2-40B4-BE49-F238E27FC236}">
                    <a16:creationId xmlns:a16="http://schemas.microsoft.com/office/drawing/2014/main" id="{D0476FB6-0EAE-452D-9CE2-E1D5EFA92BDF}"/>
                  </a:ext>
                </a:extLst>
              </p:cNvPr>
              <p:cNvSpPr/>
              <p:nvPr/>
            </p:nvSpPr>
            <p:spPr bwMode="gray">
              <a:xfrm flipV="1">
                <a:off x="7741330" y="2128366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50" name="Ellipse 1181">
                <a:extLst>
                  <a:ext uri="{FF2B5EF4-FFF2-40B4-BE49-F238E27FC236}">
                    <a16:creationId xmlns:a16="http://schemas.microsoft.com/office/drawing/2014/main" id="{973AFC10-67EC-4B48-ABF2-54370482C7CC}"/>
                  </a:ext>
                </a:extLst>
              </p:cNvPr>
              <p:cNvSpPr/>
              <p:nvPr/>
            </p:nvSpPr>
            <p:spPr bwMode="gray">
              <a:xfrm flipV="1">
                <a:off x="7741330" y="2234323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51" name="Ellipse 1182">
                <a:extLst>
                  <a:ext uri="{FF2B5EF4-FFF2-40B4-BE49-F238E27FC236}">
                    <a16:creationId xmlns:a16="http://schemas.microsoft.com/office/drawing/2014/main" id="{79537D02-2DC6-4910-8C2F-A830723992CE}"/>
                  </a:ext>
                </a:extLst>
              </p:cNvPr>
              <p:cNvSpPr/>
              <p:nvPr/>
            </p:nvSpPr>
            <p:spPr bwMode="gray">
              <a:xfrm flipV="1">
                <a:off x="7741330" y="2339954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52" name="Ellipse 1183">
                <a:extLst>
                  <a:ext uri="{FF2B5EF4-FFF2-40B4-BE49-F238E27FC236}">
                    <a16:creationId xmlns:a16="http://schemas.microsoft.com/office/drawing/2014/main" id="{9B396281-99C9-40D4-9D75-80A50B1ABB6C}"/>
                  </a:ext>
                </a:extLst>
              </p:cNvPr>
              <p:cNvSpPr/>
              <p:nvPr/>
            </p:nvSpPr>
            <p:spPr bwMode="gray">
              <a:xfrm flipV="1">
                <a:off x="7741330" y="2446108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53" name="Ellipse 1184">
                <a:extLst>
                  <a:ext uri="{FF2B5EF4-FFF2-40B4-BE49-F238E27FC236}">
                    <a16:creationId xmlns:a16="http://schemas.microsoft.com/office/drawing/2014/main" id="{D89A3001-0D97-4F84-9F7E-42FFA145EF1A}"/>
                  </a:ext>
                </a:extLst>
              </p:cNvPr>
              <p:cNvSpPr/>
              <p:nvPr/>
            </p:nvSpPr>
            <p:spPr bwMode="gray">
              <a:xfrm flipV="1">
                <a:off x="7741330" y="1916088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54" name="Ellipse 1185">
                <a:extLst>
                  <a:ext uri="{FF2B5EF4-FFF2-40B4-BE49-F238E27FC236}">
                    <a16:creationId xmlns:a16="http://schemas.microsoft.com/office/drawing/2014/main" id="{A31F47A0-7814-4937-9DE2-559260022716}"/>
                  </a:ext>
                </a:extLst>
              </p:cNvPr>
              <p:cNvSpPr/>
              <p:nvPr/>
            </p:nvSpPr>
            <p:spPr bwMode="gray">
              <a:xfrm flipV="1">
                <a:off x="7741330" y="170077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55" name="Ellipse 1186">
                <a:extLst>
                  <a:ext uri="{FF2B5EF4-FFF2-40B4-BE49-F238E27FC236}">
                    <a16:creationId xmlns:a16="http://schemas.microsoft.com/office/drawing/2014/main" id="{3DCD17C3-8EC4-4F5F-8525-F068775108BB}"/>
                  </a:ext>
                </a:extLst>
              </p:cNvPr>
              <p:cNvSpPr/>
              <p:nvPr/>
            </p:nvSpPr>
            <p:spPr bwMode="gray">
              <a:xfrm flipV="1">
                <a:off x="7741330" y="159530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56" name="Ellipse 1187">
                <a:extLst>
                  <a:ext uri="{FF2B5EF4-FFF2-40B4-BE49-F238E27FC236}">
                    <a16:creationId xmlns:a16="http://schemas.microsoft.com/office/drawing/2014/main" id="{BF30C944-08F7-40A5-92D5-9BDD4659CFFE}"/>
                  </a:ext>
                </a:extLst>
              </p:cNvPr>
              <p:cNvSpPr/>
              <p:nvPr/>
            </p:nvSpPr>
            <p:spPr bwMode="gray">
              <a:xfrm flipV="1">
                <a:off x="7639971" y="170077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57" name="Ellipse 1188">
                <a:extLst>
                  <a:ext uri="{FF2B5EF4-FFF2-40B4-BE49-F238E27FC236}">
                    <a16:creationId xmlns:a16="http://schemas.microsoft.com/office/drawing/2014/main" id="{CA95645C-4E84-4F0F-86C0-3FF4C0B5BB0D}"/>
                  </a:ext>
                </a:extLst>
              </p:cNvPr>
              <p:cNvSpPr/>
              <p:nvPr/>
            </p:nvSpPr>
            <p:spPr bwMode="gray">
              <a:xfrm flipV="1">
                <a:off x="7639971" y="159530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58" name="Ellipse 1189">
                <a:extLst>
                  <a:ext uri="{FF2B5EF4-FFF2-40B4-BE49-F238E27FC236}">
                    <a16:creationId xmlns:a16="http://schemas.microsoft.com/office/drawing/2014/main" id="{C5647AA6-8170-4FF6-96FB-41D45875D08C}"/>
                  </a:ext>
                </a:extLst>
              </p:cNvPr>
              <p:cNvSpPr/>
              <p:nvPr/>
            </p:nvSpPr>
            <p:spPr bwMode="gray">
              <a:xfrm flipV="1">
                <a:off x="7843764" y="202146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59" name="Ellipse 1190">
                <a:extLst>
                  <a:ext uri="{FF2B5EF4-FFF2-40B4-BE49-F238E27FC236}">
                    <a16:creationId xmlns:a16="http://schemas.microsoft.com/office/drawing/2014/main" id="{97D0ECFB-27B0-41CE-B629-2F90AFE2C988}"/>
                  </a:ext>
                </a:extLst>
              </p:cNvPr>
              <p:cNvSpPr/>
              <p:nvPr/>
            </p:nvSpPr>
            <p:spPr bwMode="gray">
              <a:xfrm flipV="1">
                <a:off x="7639971" y="1916088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60" name="Ellipse 1191">
                <a:extLst>
                  <a:ext uri="{FF2B5EF4-FFF2-40B4-BE49-F238E27FC236}">
                    <a16:creationId xmlns:a16="http://schemas.microsoft.com/office/drawing/2014/main" id="{F9902053-8F4C-45EA-82D8-87BB568363DF}"/>
                  </a:ext>
                </a:extLst>
              </p:cNvPr>
              <p:cNvSpPr/>
              <p:nvPr/>
            </p:nvSpPr>
            <p:spPr bwMode="gray">
              <a:xfrm flipV="1">
                <a:off x="7639971" y="2128366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61" name="Ellipse 1192">
                <a:extLst>
                  <a:ext uri="{FF2B5EF4-FFF2-40B4-BE49-F238E27FC236}">
                    <a16:creationId xmlns:a16="http://schemas.microsoft.com/office/drawing/2014/main" id="{B7C2F19A-D0CB-4616-A3DC-295B7019EB3B}"/>
                  </a:ext>
                </a:extLst>
              </p:cNvPr>
              <p:cNvSpPr/>
              <p:nvPr/>
            </p:nvSpPr>
            <p:spPr bwMode="gray">
              <a:xfrm flipV="1">
                <a:off x="7639971" y="2234323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62" name="Ellipse 1193">
                <a:extLst>
                  <a:ext uri="{FF2B5EF4-FFF2-40B4-BE49-F238E27FC236}">
                    <a16:creationId xmlns:a16="http://schemas.microsoft.com/office/drawing/2014/main" id="{DA385E76-ADBE-4356-81D5-9AAB9E835D22}"/>
                  </a:ext>
                </a:extLst>
              </p:cNvPr>
              <p:cNvSpPr/>
              <p:nvPr/>
            </p:nvSpPr>
            <p:spPr bwMode="gray">
              <a:xfrm flipV="1">
                <a:off x="7639971" y="2339954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63" name="Ellipse 1194">
                <a:extLst>
                  <a:ext uri="{FF2B5EF4-FFF2-40B4-BE49-F238E27FC236}">
                    <a16:creationId xmlns:a16="http://schemas.microsoft.com/office/drawing/2014/main" id="{42D11759-6CEC-49A8-A56C-77A3CBEDFA3B}"/>
                  </a:ext>
                </a:extLst>
              </p:cNvPr>
              <p:cNvSpPr/>
              <p:nvPr/>
            </p:nvSpPr>
            <p:spPr bwMode="gray">
              <a:xfrm flipV="1">
                <a:off x="7639971" y="202146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64" name="Ellipse 1195">
                <a:extLst>
                  <a:ext uri="{FF2B5EF4-FFF2-40B4-BE49-F238E27FC236}">
                    <a16:creationId xmlns:a16="http://schemas.microsoft.com/office/drawing/2014/main" id="{3227740C-235B-41CC-A9AB-BEC9AFC242F8}"/>
                  </a:ext>
                </a:extLst>
              </p:cNvPr>
              <p:cNvSpPr/>
              <p:nvPr/>
            </p:nvSpPr>
            <p:spPr bwMode="gray">
              <a:xfrm flipV="1">
                <a:off x="7639971" y="2446108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65" name="Ellipse 1196">
                <a:extLst>
                  <a:ext uri="{FF2B5EF4-FFF2-40B4-BE49-F238E27FC236}">
                    <a16:creationId xmlns:a16="http://schemas.microsoft.com/office/drawing/2014/main" id="{2EB6BEAD-AB2B-487C-BA8E-8D2C1868064E}"/>
                  </a:ext>
                </a:extLst>
              </p:cNvPr>
              <p:cNvSpPr/>
              <p:nvPr/>
            </p:nvSpPr>
            <p:spPr bwMode="gray">
              <a:xfrm flipV="1">
                <a:off x="7542773" y="2446108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66" name="Ellipse 1197">
                <a:extLst>
                  <a:ext uri="{FF2B5EF4-FFF2-40B4-BE49-F238E27FC236}">
                    <a16:creationId xmlns:a16="http://schemas.microsoft.com/office/drawing/2014/main" id="{D4D305F5-25AA-40B2-9DCA-AFA58361314D}"/>
                  </a:ext>
                </a:extLst>
              </p:cNvPr>
              <p:cNvSpPr/>
              <p:nvPr/>
            </p:nvSpPr>
            <p:spPr bwMode="gray">
              <a:xfrm flipV="1">
                <a:off x="7542773" y="2550688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67" name="Ellipse 1198">
                <a:extLst>
                  <a:ext uri="{FF2B5EF4-FFF2-40B4-BE49-F238E27FC236}">
                    <a16:creationId xmlns:a16="http://schemas.microsoft.com/office/drawing/2014/main" id="{801671EB-0F11-4BE4-A704-2DD133635135}"/>
                  </a:ext>
                </a:extLst>
              </p:cNvPr>
              <p:cNvSpPr/>
              <p:nvPr/>
            </p:nvSpPr>
            <p:spPr bwMode="gray">
              <a:xfrm flipV="1">
                <a:off x="7542773" y="2128366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68" name="Ellipse 1199">
                <a:extLst>
                  <a:ext uri="{FF2B5EF4-FFF2-40B4-BE49-F238E27FC236}">
                    <a16:creationId xmlns:a16="http://schemas.microsoft.com/office/drawing/2014/main" id="{A378C177-F7F5-41B2-AC66-FD0F78ED99E9}"/>
                  </a:ext>
                </a:extLst>
              </p:cNvPr>
              <p:cNvSpPr/>
              <p:nvPr/>
            </p:nvSpPr>
            <p:spPr bwMode="gray">
              <a:xfrm flipV="1">
                <a:off x="7542773" y="223432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69" name="Ellipse 1200">
                <a:extLst>
                  <a:ext uri="{FF2B5EF4-FFF2-40B4-BE49-F238E27FC236}">
                    <a16:creationId xmlns:a16="http://schemas.microsoft.com/office/drawing/2014/main" id="{7360FE38-FB37-49A9-A27D-06A9251BCA81}"/>
                  </a:ext>
                </a:extLst>
              </p:cNvPr>
              <p:cNvSpPr/>
              <p:nvPr/>
            </p:nvSpPr>
            <p:spPr bwMode="gray">
              <a:xfrm flipV="1">
                <a:off x="7542773" y="202146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70" name="Ellipse 1201">
                <a:extLst>
                  <a:ext uri="{FF2B5EF4-FFF2-40B4-BE49-F238E27FC236}">
                    <a16:creationId xmlns:a16="http://schemas.microsoft.com/office/drawing/2014/main" id="{453A9933-F427-4657-B4AB-308D700C3287}"/>
                  </a:ext>
                </a:extLst>
              </p:cNvPr>
              <p:cNvSpPr/>
              <p:nvPr/>
            </p:nvSpPr>
            <p:spPr bwMode="gray">
              <a:xfrm flipV="1">
                <a:off x="7542773" y="1808890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71" name="Ellipse 1202">
                <a:extLst>
                  <a:ext uri="{FF2B5EF4-FFF2-40B4-BE49-F238E27FC236}">
                    <a16:creationId xmlns:a16="http://schemas.microsoft.com/office/drawing/2014/main" id="{99AEF289-71EC-422A-AF77-7B6387097DA3}"/>
                  </a:ext>
                </a:extLst>
              </p:cNvPr>
              <p:cNvSpPr/>
              <p:nvPr/>
            </p:nvSpPr>
            <p:spPr bwMode="gray">
              <a:xfrm flipV="1">
                <a:off x="7542773" y="170077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72" name="Ellipse 1203">
                <a:extLst>
                  <a:ext uri="{FF2B5EF4-FFF2-40B4-BE49-F238E27FC236}">
                    <a16:creationId xmlns:a16="http://schemas.microsoft.com/office/drawing/2014/main" id="{9B31764B-26E8-4B4E-A364-5043B64FA15B}"/>
                  </a:ext>
                </a:extLst>
              </p:cNvPr>
              <p:cNvSpPr/>
              <p:nvPr/>
            </p:nvSpPr>
            <p:spPr bwMode="gray">
              <a:xfrm flipV="1">
                <a:off x="7435148" y="1700773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73" name="Ellipse 1204">
                <a:extLst>
                  <a:ext uri="{FF2B5EF4-FFF2-40B4-BE49-F238E27FC236}">
                    <a16:creationId xmlns:a16="http://schemas.microsoft.com/office/drawing/2014/main" id="{AD046DA6-2D37-49B6-90A3-B8F571EC6067}"/>
                  </a:ext>
                </a:extLst>
              </p:cNvPr>
              <p:cNvSpPr/>
              <p:nvPr/>
            </p:nvSpPr>
            <p:spPr bwMode="gray">
              <a:xfrm flipV="1">
                <a:off x="7435148" y="1808890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74" name="Ellipse 1205">
                <a:extLst>
                  <a:ext uri="{FF2B5EF4-FFF2-40B4-BE49-F238E27FC236}">
                    <a16:creationId xmlns:a16="http://schemas.microsoft.com/office/drawing/2014/main" id="{DF1AF368-4CE9-4FDA-9A55-BF90715F42D0}"/>
                  </a:ext>
                </a:extLst>
              </p:cNvPr>
              <p:cNvSpPr/>
              <p:nvPr/>
            </p:nvSpPr>
            <p:spPr bwMode="gray">
              <a:xfrm flipV="1">
                <a:off x="7435148" y="1916088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75" name="Ellipse 1206">
                <a:extLst>
                  <a:ext uri="{FF2B5EF4-FFF2-40B4-BE49-F238E27FC236}">
                    <a16:creationId xmlns:a16="http://schemas.microsoft.com/office/drawing/2014/main" id="{439E615E-7CE1-4B2A-B4BA-32FF7C8B6615}"/>
                  </a:ext>
                </a:extLst>
              </p:cNvPr>
              <p:cNvSpPr/>
              <p:nvPr/>
            </p:nvSpPr>
            <p:spPr bwMode="gray">
              <a:xfrm flipV="1">
                <a:off x="7435148" y="202146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76" name="Ellipse 1207">
                <a:extLst>
                  <a:ext uri="{FF2B5EF4-FFF2-40B4-BE49-F238E27FC236}">
                    <a16:creationId xmlns:a16="http://schemas.microsoft.com/office/drawing/2014/main" id="{7B03A0F9-D6F2-4562-9259-FBE9E6214F24}"/>
                  </a:ext>
                </a:extLst>
              </p:cNvPr>
              <p:cNvSpPr/>
              <p:nvPr/>
            </p:nvSpPr>
            <p:spPr bwMode="gray">
              <a:xfrm flipV="1">
                <a:off x="7435148" y="2128366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77" name="Ellipse 1208">
                <a:extLst>
                  <a:ext uri="{FF2B5EF4-FFF2-40B4-BE49-F238E27FC236}">
                    <a16:creationId xmlns:a16="http://schemas.microsoft.com/office/drawing/2014/main" id="{0E72AEBC-5E2F-40F3-81BF-7136C1FA1ECC}"/>
                  </a:ext>
                </a:extLst>
              </p:cNvPr>
              <p:cNvSpPr/>
              <p:nvPr/>
            </p:nvSpPr>
            <p:spPr bwMode="gray">
              <a:xfrm flipV="1">
                <a:off x="7337764" y="1700773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78" name="Ellipse 1209">
                <a:extLst>
                  <a:ext uri="{FF2B5EF4-FFF2-40B4-BE49-F238E27FC236}">
                    <a16:creationId xmlns:a16="http://schemas.microsoft.com/office/drawing/2014/main" id="{7F0FCA74-1026-4346-914F-E23706ECCF2A}"/>
                  </a:ext>
                </a:extLst>
              </p:cNvPr>
              <p:cNvSpPr/>
              <p:nvPr/>
            </p:nvSpPr>
            <p:spPr bwMode="gray">
              <a:xfrm flipV="1">
                <a:off x="7232753" y="170077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79" name="Ellipse 1210">
                <a:extLst>
                  <a:ext uri="{FF2B5EF4-FFF2-40B4-BE49-F238E27FC236}">
                    <a16:creationId xmlns:a16="http://schemas.microsoft.com/office/drawing/2014/main" id="{103260C2-571B-42C5-8310-BB5E11264B2F}"/>
                  </a:ext>
                </a:extLst>
              </p:cNvPr>
              <p:cNvSpPr/>
              <p:nvPr/>
            </p:nvSpPr>
            <p:spPr bwMode="gray">
              <a:xfrm flipV="1">
                <a:off x="7232753" y="1916088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80" name="Ellipse 1211">
                <a:extLst>
                  <a:ext uri="{FF2B5EF4-FFF2-40B4-BE49-F238E27FC236}">
                    <a16:creationId xmlns:a16="http://schemas.microsoft.com/office/drawing/2014/main" id="{FA33D663-81D2-49C6-8470-229B5EA4DADA}"/>
                  </a:ext>
                </a:extLst>
              </p:cNvPr>
              <p:cNvSpPr/>
              <p:nvPr/>
            </p:nvSpPr>
            <p:spPr bwMode="gray">
              <a:xfrm flipV="1">
                <a:off x="7232753" y="2128366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81" name="Ellipse 1212">
                <a:extLst>
                  <a:ext uri="{FF2B5EF4-FFF2-40B4-BE49-F238E27FC236}">
                    <a16:creationId xmlns:a16="http://schemas.microsoft.com/office/drawing/2014/main" id="{E46B0882-C573-41BF-B5E9-E57F47338D4B}"/>
                  </a:ext>
                </a:extLst>
              </p:cNvPr>
              <p:cNvSpPr/>
              <p:nvPr/>
            </p:nvSpPr>
            <p:spPr bwMode="gray">
              <a:xfrm flipV="1">
                <a:off x="7232753" y="223432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82" name="Ellipse 1213">
                <a:extLst>
                  <a:ext uri="{FF2B5EF4-FFF2-40B4-BE49-F238E27FC236}">
                    <a16:creationId xmlns:a16="http://schemas.microsoft.com/office/drawing/2014/main" id="{27DBE4DD-5E36-4547-B49C-5C474308B37C}"/>
                  </a:ext>
                </a:extLst>
              </p:cNvPr>
              <p:cNvSpPr/>
              <p:nvPr/>
            </p:nvSpPr>
            <p:spPr bwMode="gray">
              <a:xfrm flipV="1">
                <a:off x="7337764" y="2128366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83" name="Ellipse 1214">
                <a:extLst>
                  <a:ext uri="{FF2B5EF4-FFF2-40B4-BE49-F238E27FC236}">
                    <a16:creationId xmlns:a16="http://schemas.microsoft.com/office/drawing/2014/main" id="{18CD00DE-A053-4B05-BC48-A1C5FA8A33B5}"/>
                  </a:ext>
                </a:extLst>
              </p:cNvPr>
              <p:cNvSpPr/>
              <p:nvPr/>
            </p:nvSpPr>
            <p:spPr bwMode="gray">
              <a:xfrm flipV="1">
                <a:off x="7337764" y="2339954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84" name="Ellipse 1215">
                <a:extLst>
                  <a:ext uri="{FF2B5EF4-FFF2-40B4-BE49-F238E27FC236}">
                    <a16:creationId xmlns:a16="http://schemas.microsoft.com/office/drawing/2014/main" id="{832DBF00-134A-4E04-9763-386BC80F9CB8}"/>
                  </a:ext>
                </a:extLst>
              </p:cNvPr>
              <p:cNvSpPr/>
              <p:nvPr/>
            </p:nvSpPr>
            <p:spPr bwMode="gray">
              <a:xfrm flipV="1">
                <a:off x="7337764" y="2446108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85" name="Ellipse 1216">
                <a:extLst>
                  <a:ext uri="{FF2B5EF4-FFF2-40B4-BE49-F238E27FC236}">
                    <a16:creationId xmlns:a16="http://schemas.microsoft.com/office/drawing/2014/main" id="{3E7CF25B-B91C-4C8C-8EBF-CDE7536AC5CE}"/>
                  </a:ext>
                </a:extLst>
              </p:cNvPr>
              <p:cNvSpPr/>
              <p:nvPr/>
            </p:nvSpPr>
            <p:spPr bwMode="gray">
              <a:xfrm flipV="1">
                <a:off x="7129749" y="1916088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6487"/>
                  </a:solidFill>
                </a:endParaRPr>
              </a:p>
            </p:txBody>
          </p:sp>
          <p:sp>
            <p:nvSpPr>
              <p:cNvPr id="586" name="Ellipse 1217">
                <a:extLst>
                  <a:ext uri="{FF2B5EF4-FFF2-40B4-BE49-F238E27FC236}">
                    <a16:creationId xmlns:a16="http://schemas.microsoft.com/office/drawing/2014/main" id="{9A7EF9CF-72E1-4BA1-BB97-4B2C67930C37}"/>
                  </a:ext>
                </a:extLst>
              </p:cNvPr>
              <p:cNvSpPr/>
              <p:nvPr/>
            </p:nvSpPr>
            <p:spPr bwMode="gray">
              <a:xfrm flipV="1">
                <a:off x="7129749" y="2128366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6487"/>
                  </a:solidFill>
                </a:endParaRPr>
              </a:p>
            </p:txBody>
          </p:sp>
          <p:sp>
            <p:nvSpPr>
              <p:cNvPr id="587" name="Ellipse 1218">
                <a:extLst>
                  <a:ext uri="{FF2B5EF4-FFF2-40B4-BE49-F238E27FC236}">
                    <a16:creationId xmlns:a16="http://schemas.microsoft.com/office/drawing/2014/main" id="{5EBB07B4-CF4D-40D5-87A4-11A87CE7898C}"/>
                  </a:ext>
                </a:extLst>
              </p:cNvPr>
              <p:cNvSpPr/>
              <p:nvPr/>
            </p:nvSpPr>
            <p:spPr bwMode="gray">
              <a:xfrm flipV="1">
                <a:off x="7129749" y="2234323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6487"/>
                  </a:solidFill>
                </a:endParaRPr>
              </a:p>
            </p:txBody>
          </p:sp>
          <p:sp>
            <p:nvSpPr>
              <p:cNvPr id="588" name="Ellipse 1219">
                <a:extLst>
                  <a:ext uri="{FF2B5EF4-FFF2-40B4-BE49-F238E27FC236}">
                    <a16:creationId xmlns:a16="http://schemas.microsoft.com/office/drawing/2014/main" id="{7983D1B7-72B7-4C7F-9825-F7C92F3AC8EB}"/>
                  </a:ext>
                </a:extLst>
              </p:cNvPr>
              <p:cNvSpPr/>
              <p:nvPr/>
            </p:nvSpPr>
            <p:spPr bwMode="gray">
              <a:xfrm flipV="1">
                <a:off x="7129749" y="202146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6487"/>
                  </a:solidFill>
                </a:endParaRPr>
              </a:p>
            </p:txBody>
          </p:sp>
          <p:sp>
            <p:nvSpPr>
              <p:cNvPr id="589" name="Ellipse 1220">
                <a:extLst>
                  <a:ext uri="{FF2B5EF4-FFF2-40B4-BE49-F238E27FC236}">
                    <a16:creationId xmlns:a16="http://schemas.microsoft.com/office/drawing/2014/main" id="{F44E3CB1-9E3A-4D8C-BDF6-FE1167C93D66}"/>
                  </a:ext>
                </a:extLst>
              </p:cNvPr>
              <p:cNvSpPr/>
              <p:nvPr/>
            </p:nvSpPr>
            <p:spPr bwMode="gray">
              <a:xfrm flipV="1">
                <a:off x="10912536" y="2135412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90" name="Ellipse 1221">
                <a:extLst>
                  <a:ext uri="{FF2B5EF4-FFF2-40B4-BE49-F238E27FC236}">
                    <a16:creationId xmlns:a16="http://schemas.microsoft.com/office/drawing/2014/main" id="{7B8F04C7-A91C-4292-B945-DB345296CCB2}"/>
                  </a:ext>
                </a:extLst>
              </p:cNvPr>
              <p:cNvSpPr/>
              <p:nvPr/>
            </p:nvSpPr>
            <p:spPr bwMode="gray">
              <a:xfrm flipV="1">
                <a:off x="10912536" y="1923134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91" name="Freeform 17">
                <a:extLst>
                  <a:ext uri="{FF2B5EF4-FFF2-40B4-BE49-F238E27FC236}">
                    <a16:creationId xmlns:a16="http://schemas.microsoft.com/office/drawing/2014/main" id="{B7C2D706-9C74-4AC8-923B-8B44D0B68F77}"/>
                  </a:ext>
                </a:extLst>
              </p:cNvPr>
              <p:cNvSpPr>
                <a:spLocks noChangeAspect="1" noEditPoints="1"/>
              </p:cNvSpPr>
              <p:nvPr/>
            </p:nvSpPr>
            <p:spPr bwMode="gray">
              <a:xfrm>
                <a:off x="8811984" y="1562226"/>
                <a:ext cx="264319" cy="348457"/>
              </a:xfrm>
              <a:custGeom>
                <a:avLst/>
                <a:gdLst>
                  <a:gd name="T0" fmla="*/ 280 w 1760"/>
                  <a:gd name="T1" fmla="*/ 920 h 2320"/>
                  <a:gd name="T2" fmla="*/ 280 w 1760"/>
                  <a:gd name="T3" fmla="*/ 594 h 2320"/>
                  <a:gd name="T4" fmla="*/ 874 w 1760"/>
                  <a:gd name="T5" fmla="*/ 0 h 2320"/>
                  <a:gd name="T6" fmla="*/ 886 w 1760"/>
                  <a:gd name="T7" fmla="*/ 0 h 2320"/>
                  <a:gd name="T8" fmla="*/ 1480 w 1760"/>
                  <a:gd name="T9" fmla="*/ 594 h 2320"/>
                  <a:gd name="T10" fmla="*/ 1480 w 1760"/>
                  <a:gd name="T11" fmla="*/ 920 h 2320"/>
                  <a:gd name="T12" fmla="*/ 1280 w 1760"/>
                  <a:gd name="T13" fmla="*/ 920 h 2320"/>
                  <a:gd name="T14" fmla="*/ 1280 w 1760"/>
                  <a:gd name="T15" fmla="*/ 619 h 2320"/>
                  <a:gd name="T16" fmla="*/ 884 w 1760"/>
                  <a:gd name="T17" fmla="*/ 200 h 2320"/>
                  <a:gd name="T18" fmla="*/ 876 w 1760"/>
                  <a:gd name="T19" fmla="*/ 200 h 2320"/>
                  <a:gd name="T20" fmla="*/ 480 w 1760"/>
                  <a:gd name="T21" fmla="*/ 619 h 2320"/>
                  <a:gd name="T22" fmla="*/ 480 w 1760"/>
                  <a:gd name="T23" fmla="*/ 920 h 2320"/>
                  <a:gd name="T24" fmla="*/ 280 w 1760"/>
                  <a:gd name="T25" fmla="*/ 920 h 2320"/>
                  <a:gd name="T26" fmla="*/ 1760 w 1760"/>
                  <a:gd name="T27" fmla="*/ 960 h 2320"/>
                  <a:gd name="T28" fmla="*/ 1760 w 1760"/>
                  <a:gd name="T29" fmla="*/ 2320 h 2320"/>
                  <a:gd name="T30" fmla="*/ 0 w 1760"/>
                  <a:gd name="T31" fmla="*/ 2320 h 2320"/>
                  <a:gd name="T32" fmla="*/ 0 w 1760"/>
                  <a:gd name="T33" fmla="*/ 960 h 2320"/>
                  <a:gd name="T34" fmla="*/ 1760 w 1760"/>
                  <a:gd name="T35" fmla="*/ 960 h 2320"/>
                  <a:gd name="T36" fmla="*/ 1340 w 1760"/>
                  <a:gd name="T37" fmla="*/ 1640 h 2320"/>
                  <a:gd name="T38" fmla="*/ 880 w 1760"/>
                  <a:gd name="T39" fmla="*/ 1180 h 2320"/>
                  <a:gd name="T40" fmla="*/ 420 w 1760"/>
                  <a:gd name="T41" fmla="*/ 1640 h 2320"/>
                  <a:gd name="T42" fmla="*/ 880 w 1760"/>
                  <a:gd name="T43" fmla="*/ 2100 h 2320"/>
                  <a:gd name="T44" fmla="*/ 1340 w 1760"/>
                  <a:gd name="T45" fmla="*/ 1640 h 2320"/>
                  <a:gd name="T46" fmla="*/ 1300 w 1760"/>
                  <a:gd name="T47" fmla="*/ 1640 h 2320"/>
                  <a:gd name="T48" fmla="*/ 880 w 1760"/>
                  <a:gd name="T49" fmla="*/ 2060 h 2320"/>
                  <a:gd name="T50" fmla="*/ 460 w 1760"/>
                  <a:gd name="T51" fmla="*/ 1640 h 2320"/>
                  <a:gd name="T52" fmla="*/ 880 w 1760"/>
                  <a:gd name="T53" fmla="*/ 1220 h 2320"/>
                  <a:gd name="T54" fmla="*/ 1300 w 1760"/>
                  <a:gd name="T55" fmla="*/ 1640 h 2320"/>
                  <a:gd name="T56" fmla="*/ 1000 w 1760"/>
                  <a:gd name="T57" fmla="*/ 1560 h 2320"/>
                  <a:gd name="T58" fmla="*/ 880 w 1760"/>
                  <a:gd name="T59" fmla="*/ 1440 h 2320"/>
                  <a:gd name="T60" fmla="*/ 760 w 1760"/>
                  <a:gd name="T61" fmla="*/ 1560 h 2320"/>
                  <a:gd name="T62" fmla="*/ 820 w 1760"/>
                  <a:gd name="T63" fmla="*/ 1664 h 2320"/>
                  <a:gd name="T64" fmla="*/ 820 w 1760"/>
                  <a:gd name="T65" fmla="*/ 1840 h 2320"/>
                  <a:gd name="T66" fmla="*/ 940 w 1760"/>
                  <a:gd name="T67" fmla="*/ 1840 h 2320"/>
                  <a:gd name="T68" fmla="*/ 940 w 1760"/>
                  <a:gd name="T69" fmla="*/ 1664 h 2320"/>
                  <a:gd name="T70" fmla="*/ 1000 w 1760"/>
                  <a:gd name="T71" fmla="*/ 1560 h 23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760" h="2320">
                    <a:moveTo>
                      <a:pt x="280" y="920"/>
                    </a:moveTo>
                    <a:cubicBezTo>
                      <a:pt x="280" y="594"/>
                      <a:pt x="280" y="594"/>
                      <a:pt x="280" y="594"/>
                    </a:cubicBezTo>
                    <a:cubicBezTo>
                      <a:pt x="280" y="266"/>
                      <a:pt x="546" y="0"/>
                      <a:pt x="874" y="0"/>
                    </a:cubicBezTo>
                    <a:cubicBezTo>
                      <a:pt x="886" y="0"/>
                      <a:pt x="886" y="0"/>
                      <a:pt x="886" y="0"/>
                    </a:cubicBezTo>
                    <a:cubicBezTo>
                      <a:pt x="1214" y="0"/>
                      <a:pt x="1480" y="266"/>
                      <a:pt x="1480" y="594"/>
                    </a:cubicBezTo>
                    <a:cubicBezTo>
                      <a:pt x="1480" y="920"/>
                      <a:pt x="1480" y="920"/>
                      <a:pt x="1480" y="920"/>
                    </a:cubicBezTo>
                    <a:cubicBezTo>
                      <a:pt x="1280" y="920"/>
                      <a:pt x="1280" y="920"/>
                      <a:pt x="1280" y="920"/>
                    </a:cubicBezTo>
                    <a:cubicBezTo>
                      <a:pt x="1280" y="619"/>
                      <a:pt x="1280" y="619"/>
                      <a:pt x="1280" y="619"/>
                    </a:cubicBezTo>
                    <a:cubicBezTo>
                      <a:pt x="1280" y="388"/>
                      <a:pt x="1103" y="200"/>
                      <a:pt x="884" y="200"/>
                    </a:cubicBezTo>
                    <a:cubicBezTo>
                      <a:pt x="876" y="200"/>
                      <a:pt x="876" y="200"/>
                      <a:pt x="876" y="200"/>
                    </a:cubicBezTo>
                    <a:cubicBezTo>
                      <a:pt x="657" y="200"/>
                      <a:pt x="480" y="388"/>
                      <a:pt x="480" y="619"/>
                    </a:cubicBezTo>
                    <a:cubicBezTo>
                      <a:pt x="480" y="920"/>
                      <a:pt x="480" y="920"/>
                      <a:pt x="480" y="920"/>
                    </a:cubicBezTo>
                    <a:lnTo>
                      <a:pt x="280" y="920"/>
                    </a:lnTo>
                    <a:close/>
                    <a:moveTo>
                      <a:pt x="1760" y="960"/>
                    </a:moveTo>
                    <a:cubicBezTo>
                      <a:pt x="1760" y="2320"/>
                      <a:pt x="1760" y="2320"/>
                      <a:pt x="1760" y="2320"/>
                    </a:cubicBezTo>
                    <a:cubicBezTo>
                      <a:pt x="0" y="2320"/>
                      <a:pt x="0" y="2320"/>
                      <a:pt x="0" y="2320"/>
                    </a:cubicBezTo>
                    <a:cubicBezTo>
                      <a:pt x="0" y="960"/>
                      <a:pt x="0" y="960"/>
                      <a:pt x="0" y="960"/>
                    </a:cubicBezTo>
                    <a:lnTo>
                      <a:pt x="1760" y="960"/>
                    </a:lnTo>
                    <a:close/>
                    <a:moveTo>
                      <a:pt x="1340" y="1640"/>
                    </a:moveTo>
                    <a:cubicBezTo>
                      <a:pt x="1340" y="1386"/>
                      <a:pt x="1134" y="1180"/>
                      <a:pt x="880" y="1180"/>
                    </a:cubicBezTo>
                    <a:cubicBezTo>
                      <a:pt x="626" y="1180"/>
                      <a:pt x="420" y="1386"/>
                      <a:pt x="420" y="1640"/>
                    </a:cubicBezTo>
                    <a:cubicBezTo>
                      <a:pt x="420" y="1894"/>
                      <a:pt x="626" y="2100"/>
                      <a:pt x="880" y="2100"/>
                    </a:cubicBezTo>
                    <a:cubicBezTo>
                      <a:pt x="1134" y="2100"/>
                      <a:pt x="1340" y="1894"/>
                      <a:pt x="1340" y="1640"/>
                    </a:cubicBezTo>
                    <a:close/>
                    <a:moveTo>
                      <a:pt x="1300" y="1640"/>
                    </a:moveTo>
                    <a:cubicBezTo>
                      <a:pt x="1300" y="1872"/>
                      <a:pt x="1112" y="2060"/>
                      <a:pt x="880" y="2060"/>
                    </a:cubicBezTo>
                    <a:cubicBezTo>
                      <a:pt x="648" y="2060"/>
                      <a:pt x="460" y="1872"/>
                      <a:pt x="460" y="1640"/>
                    </a:cubicBezTo>
                    <a:cubicBezTo>
                      <a:pt x="460" y="1408"/>
                      <a:pt x="648" y="1220"/>
                      <a:pt x="880" y="1220"/>
                    </a:cubicBezTo>
                    <a:cubicBezTo>
                      <a:pt x="1112" y="1220"/>
                      <a:pt x="1300" y="1408"/>
                      <a:pt x="1300" y="1640"/>
                    </a:cubicBezTo>
                    <a:close/>
                    <a:moveTo>
                      <a:pt x="1000" y="1560"/>
                    </a:moveTo>
                    <a:cubicBezTo>
                      <a:pt x="1000" y="1494"/>
                      <a:pt x="946" y="1440"/>
                      <a:pt x="880" y="1440"/>
                    </a:cubicBezTo>
                    <a:cubicBezTo>
                      <a:pt x="814" y="1440"/>
                      <a:pt x="760" y="1494"/>
                      <a:pt x="760" y="1560"/>
                    </a:cubicBezTo>
                    <a:cubicBezTo>
                      <a:pt x="760" y="1604"/>
                      <a:pt x="784" y="1643"/>
                      <a:pt x="820" y="1664"/>
                    </a:cubicBezTo>
                    <a:cubicBezTo>
                      <a:pt x="820" y="1840"/>
                      <a:pt x="820" y="1840"/>
                      <a:pt x="820" y="1840"/>
                    </a:cubicBezTo>
                    <a:cubicBezTo>
                      <a:pt x="940" y="1840"/>
                      <a:pt x="940" y="1840"/>
                      <a:pt x="940" y="1840"/>
                    </a:cubicBezTo>
                    <a:cubicBezTo>
                      <a:pt x="940" y="1664"/>
                      <a:pt x="940" y="1664"/>
                      <a:pt x="940" y="1664"/>
                    </a:cubicBezTo>
                    <a:cubicBezTo>
                      <a:pt x="976" y="1643"/>
                      <a:pt x="1000" y="1604"/>
                      <a:pt x="1000" y="1560"/>
                    </a:cubicBezTo>
                    <a:close/>
                  </a:path>
                </a:pathLst>
              </a:custGeom>
              <a:solidFill>
                <a:srgbClr val="41AAAA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solidFill>
                    <a:srgbClr val="788791"/>
                  </a:solidFill>
                </a:endParaRPr>
              </a:p>
            </p:txBody>
          </p:sp>
        </p:grpSp>
        <p:sp>
          <p:nvSpPr>
            <p:cNvPr id="608" name="Textfeld 22">
              <a:extLst>
                <a:ext uri="{FF2B5EF4-FFF2-40B4-BE49-F238E27FC236}">
                  <a16:creationId xmlns:a16="http://schemas.microsoft.com/office/drawing/2014/main" id="{B7F41AE7-EFFB-451B-92EE-9DA9A01E299A}"/>
                </a:ext>
              </a:extLst>
            </p:cNvPr>
            <p:cNvSpPr txBox="1">
              <a:spLocks/>
            </p:cNvSpPr>
            <p:nvPr/>
          </p:nvSpPr>
          <p:spPr>
            <a:xfrm>
              <a:off x="6256270" y="4782959"/>
              <a:ext cx="1484320" cy="230261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0"/>
                </a:spcBef>
              </a:pPr>
              <a:r>
                <a:rPr lang="en-US" altLang="zh-CN" sz="1400" b="1" dirty="0">
                  <a:solidFill>
                    <a:srgbClr val="0F8287"/>
                  </a:solidFill>
                </a:rPr>
                <a:t>2015--2017</a:t>
              </a:r>
              <a:endParaRPr lang="en-US" sz="1400" b="1" dirty="0">
                <a:solidFill>
                  <a:srgbClr val="0F8287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A755375-635E-44DE-9C32-4C32AAE6D895}"/>
                </a:ext>
              </a:extLst>
            </p:cNvPr>
            <p:cNvSpPr/>
            <p:nvPr/>
          </p:nvSpPr>
          <p:spPr bwMode="auto">
            <a:xfrm>
              <a:off x="5998328" y="5019289"/>
              <a:ext cx="2261147" cy="10726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  <a:buFont typeface="Wingdings" charset="0"/>
                <a:buNone/>
              </a:pPr>
              <a:endParaRPr lang="en-US" sz="18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618" name="Rechteck 24">
              <a:extLst>
                <a:ext uri="{FF2B5EF4-FFF2-40B4-BE49-F238E27FC236}">
                  <a16:creationId xmlns:a16="http://schemas.microsoft.com/office/drawing/2014/main" id="{959EAE21-5F0A-4E42-8938-24739F8B9272}"/>
                </a:ext>
              </a:extLst>
            </p:cNvPr>
            <p:cNvSpPr/>
            <p:nvPr/>
          </p:nvSpPr>
          <p:spPr bwMode="gray">
            <a:xfrm>
              <a:off x="6333393" y="5081784"/>
              <a:ext cx="5382368" cy="163705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lvl="1">
                <a:lnSpc>
                  <a:spcPct val="110000"/>
                </a:lnSpc>
                <a:spcBef>
                  <a:spcPts val="300"/>
                </a:spcBef>
                <a:buClr>
                  <a:schemeClr val="accent1"/>
                </a:buClr>
              </a:pPr>
              <a:r>
                <a:rPr lang="en-US" altLang="zh-CN" sz="1200" u="sng" dirty="0" err="1">
                  <a:solidFill>
                    <a:schemeClr val="dk1"/>
                  </a:solidFill>
                </a:rPr>
                <a:t>MindKnowledge</a:t>
              </a:r>
              <a:r>
                <a:rPr lang="en-US" altLang="zh-CN" sz="1200" u="sng" dirty="0">
                  <a:solidFill>
                    <a:schemeClr val="dk1"/>
                  </a:solidFill>
                </a:rPr>
                <a:t> Project</a:t>
              </a:r>
            </a:p>
            <a:p>
              <a:pPr marL="0" lvl="1">
                <a:lnSpc>
                  <a:spcPct val="110000"/>
                </a:lnSpc>
                <a:spcBef>
                  <a:spcPts val="300"/>
                </a:spcBef>
                <a:buClr>
                  <a:schemeClr val="accent1"/>
                </a:buClr>
              </a:pPr>
              <a:r>
                <a:rPr lang="en-US" altLang="zh-CN" sz="1200" dirty="0">
                  <a:solidFill>
                    <a:schemeClr val="dk1"/>
                  </a:solidFill>
                </a:rPr>
                <a:t>BU</a:t>
              </a:r>
              <a:r>
                <a:rPr lang="zh-CN" altLang="en-US" sz="1200" dirty="0">
                  <a:solidFill>
                    <a:schemeClr val="dk1"/>
                  </a:solidFill>
                </a:rPr>
                <a:t> </a:t>
              </a:r>
              <a:r>
                <a:rPr lang="en-US" altLang="zh-CN" sz="1200" dirty="0">
                  <a:solidFill>
                    <a:schemeClr val="dk1"/>
                  </a:solidFill>
                </a:rPr>
                <a:t>: DI SW CAS (</a:t>
              </a:r>
              <a:r>
                <a:rPr lang="en-US" altLang="zh-CN" sz="1200" dirty="0" err="1">
                  <a:solidFill>
                    <a:schemeClr val="dk1"/>
                  </a:solidFill>
                </a:rPr>
                <a:t>MindSphere</a:t>
              </a:r>
              <a:r>
                <a:rPr lang="en-US" altLang="zh-CN" sz="1200" dirty="0">
                  <a:solidFill>
                    <a:schemeClr val="dk1"/>
                  </a:solidFill>
                </a:rPr>
                <a:t> HQ)</a:t>
              </a:r>
            </a:p>
            <a:p>
              <a:pPr marL="0" lvl="1">
                <a:lnSpc>
                  <a:spcPct val="110000"/>
                </a:lnSpc>
                <a:spcBef>
                  <a:spcPts val="300"/>
                </a:spcBef>
                <a:buClr>
                  <a:schemeClr val="accent1"/>
                </a:buClr>
              </a:pPr>
              <a:r>
                <a:rPr lang="en-US" altLang="zh-CN" sz="1200" u="sng" dirty="0">
                  <a:solidFill>
                    <a:schemeClr val="dk1"/>
                  </a:solidFill>
                </a:rPr>
                <a:t>Training for </a:t>
              </a:r>
              <a:r>
                <a:rPr lang="en-US" altLang="zh-CN" sz="1200" u="sng" dirty="0" err="1">
                  <a:solidFill>
                    <a:schemeClr val="dk1"/>
                  </a:solidFill>
                </a:rPr>
                <a:t>MindSphere</a:t>
              </a:r>
              <a:r>
                <a:rPr lang="en-US" altLang="zh-CN" sz="1200" u="sng" dirty="0">
                  <a:solidFill>
                    <a:schemeClr val="dk1"/>
                  </a:solidFill>
                </a:rPr>
                <a:t> R&amp;D CN Setup</a:t>
              </a:r>
            </a:p>
            <a:p>
              <a:pPr marL="0" lvl="1">
                <a:lnSpc>
                  <a:spcPct val="110000"/>
                </a:lnSpc>
                <a:spcBef>
                  <a:spcPts val="300"/>
                </a:spcBef>
                <a:buClr>
                  <a:schemeClr val="accent1"/>
                </a:buClr>
              </a:pPr>
              <a:r>
                <a:rPr lang="en-US" altLang="zh-CN" sz="1200" dirty="0">
                  <a:solidFill>
                    <a:schemeClr val="dk1"/>
                  </a:solidFill>
                </a:rPr>
                <a:t>BU: DI SW CAS </a:t>
              </a:r>
            </a:p>
            <a:p>
              <a:pPr marL="0" lvl="1">
                <a:lnSpc>
                  <a:spcPct val="110000"/>
                </a:lnSpc>
                <a:spcBef>
                  <a:spcPts val="300"/>
                </a:spcBef>
                <a:buClr>
                  <a:schemeClr val="accent1"/>
                </a:buClr>
              </a:pPr>
              <a:r>
                <a:rPr lang="en-US" altLang="zh-CN" sz="1200" u="sng" dirty="0">
                  <a:solidFill>
                    <a:schemeClr val="dk1"/>
                  </a:solidFill>
                </a:rPr>
                <a:t>Consulting for </a:t>
              </a:r>
              <a:r>
                <a:rPr lang="en-US" altLang="zh-CN" sz="1200" u="sng" dirty="0" err="1">
                  <a:solidFill>
                    <a:schemeClr val="dk1"/>
                  </a:solidFill>
                </a:rPr>
                <a:t>MindSphere</a:t>
              </a:r>
              <a:r>
                <a:rPr lang="en-US" altLang="zh-CN" sz="1200" u="sng" dirty="0">
                  <a:solidFill>
                    <a:schemeClr val="dk1"/>
                  </a:solidFill>
                </a:rPr>
                <a:t> Domestic Solution  </a:t>
              </a:r>
            </a:p>
            <a:p>
              <a:pPr marL="0" lvl="1">
                <a:lnSpc>
                  <a:spcPct val="110000"/>
                </a:lnSpc>
                <a:spcBef>
                  <a:spcPts val="300"/>
                </a:spcBef>
                <a:buClr>
                  <a:schemeClr val="accent1"/>
                </a:buClr>
              </a:pPr>
              <a:r>
                <a:rPr lang="en-US" altLang="zh-CN" sz="1200" dirty="0">
                  <a:solidFill>
                    <a:schemeClr val="dk1"/>
                  </a:solidFill>
                </a:rPr>
                <a:t>BU: DI SW GS&amp;CS AP CN, DI DE</a:t>
              </a:r>
            </a:p>
            <a:p>
              <a:pPr marL="0" lvl="1">
                <a:lnSpc>
                  <a:spcPct val="110000"/>
                </a:lnSpc>
                <a:spcBef>
                  <a:spcPts val="300"/>
                </a:spcBef>
                <a:buClr>
                  <a:schemeClr val="accent1"/>
                </a:buClr>
              </a:pPr>
              <a:endParaRPr lang="en-US" altLang="zh-CN" sz="1200" u="sng" dirty="0">
                <a:solidFill>
                  <a:schemeClr val="dk1"/>
                </a:solidFill>
              </a:endParaRP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C01610E9-D840-423C-95BB-F6919EC14DE5}"/>
                </a:ext>
              </a:extLst>
            </p:cNvPr>
            <p:cNvGrpSpPr/>
            <p:nvPr/>
          </p:nvGrpSpPr>
          <p:grpSpPr>
            <a:xfrm>
              <a:off x="623480" y="4450708"/>
              <a:ext cx="4297486" cy="1268327"/>
              <a:chOff x="623480" y="4450708"/>
              <a:chExt cx="4297486" cy="1268327"/>
            </a:xfrm>
          </p:grpSpPr>
          <p:sp>
            <p:nvSpPr>
              <p:cNvPr id="282" name="Trapezoid 39">
                <a:extLst>
                  <a:ext uri="{FF2B5EF4-FFF2-40B4-BE49-F238E27FC236}">
                    <a16:creationId xmlns:a16="http://schemas.microsoft.com/office/drawing/2014/main" id="{3E8E6CC1-D333-4164-A5A6-6BB83DA199F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23480" y="4450708"/>
                <a:ext cx="2558473" cy="1268327"/>
              </a:xfrm>
              <a:custGeom>
                <a:avLst/>
                <a:gdLst/>
                <a:ahLst/>
                <a:cxnLst/>
                <a:rect l="l" t="t" r="r" b="b"/>
                <a:pathLst>
                  <a:path w="2111884" h="1046937">
                    <a:moveTo>
                      <a:pt x="0" y="0"/>
                    </a:moveTo>
                    <a:lnTo>
                      <a:pt x="1416111" y="0"/>
                    </a:lnTo>
                    <a:lnTo>
                      <a:pt x="2111884" y="1046937"/>
                    </a:lnTo>
                    <a:lnTo>
                      <a:pt x="0" y="1046937"/>
                    </a:lnTo>
                    <a:close/>
                  </a:path>
                </a:pathLst>
              </a:custGeom>
              <a:solidFill>
                <a:srgbClr val="0F8287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solidFill>
                    <a:schemeClr val="bg2"/>
                  </a:solidFill>
                  <a:latin typeface="Arial" pitchFamily="34" charset="0"/>
                  <a:ea typeface="ＭＳ Ｐゴシック" charset="-128"/>
                </a:endParaRPr>
              </a:p>
            </p:txBody>
          </p:sp>
          <p:grpSp>
            <p:nvGrpSpPr>
              <p:cNvPr id="284" name="Gruppieren 48">
                <a:extLst>
                  <a:ext uri="{FF2B5EF4-FFF2-40B4-BE49-F238E27FC236}">
                    <a16:creationId xmlns:a16="http://schemas.microsoft.com/office/drawing/2014/main" id="{9DB2FE0C-9107-4934-B3BF-73C43B79D8FC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2924175" y="4953806"/>
                <a:ext cx="1996791" cy="262131"/>
                <a:chOff x="2924175" y="5932293"/>
                <a:chExt cx="1996791" cy="262131"/>
              </a:xfrm>
            </p:grpSpPr>
            <p:sp>
              <p:nvSpPr>
                <p:cNvPr id="285" name="Textfeld 22">
                  <a:extLst>
                    <a:ext uri="{FF2B5EF4-FFF2-40B4-BE49-F238E27FC236}">
                      <a16:creationId xmlns:a16="http://schemas.microsoft.com/office/drawing/2014/main" id="{DB1C463B-FB3A-4AE7-8EEF-3FEFA2885BAA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924176" y="5932293"/>
                  <a:ext cx="1996790" cy="197682"/>
                </a:xfrm>
                <a:prstGeom prst="rect">
                  <a:avLst/>
                </a:prstGeom>
                <a:noFill/>
              </p:spPr>
              <p:txBody>
                <a:bodyPr vert="horz" wrap="square" lIns="0" tIns="0" rIns="0" bIns="0" rtlCol="0">
                  <a:noAutofit/>
                </a:bodyPr>
                <a:lstStyle/>
                <a:p>
                  <a:pPr algn="r">
                    <a:spcBef>
                      <a:spcPts val="0"/>
                    </a:spcBef>
                  </a:pPr>
                  <a:r>
                    <a:rPr lang="en-US" altLang="zh-CN" sz="1400" b="1" dirty="0">
                      <a:solidFill>
                        <a:srgbClr val="0F8287"/>
                      </a:solidFill>
                    </a:rPr>
                    <a:t>Cloud </a:t>
                  </a:r>
                  <a:r>
                    <a:rPr lang="en-US" altLang="zh-CN" b="1" dirty="0">
                      <a:solidFill>
                        <a:srgbClr val="0F8287"/>
                      </a:solidFill>
                    </a:rPr>
                    <a:t>+</a:t>
                  </a:r>
                  <a:r>
                    <a:rPr lang="en-US" altLang="zh-CN" sz="1400" b="1" dirty="0">
                      <a:solidFill>
                        <a:srgbClr val="0F8287"/>
                      </a:solidFill>
                    </a:rPr>
                    <a:t> </a:t>
                  </a:r>
                  <a:r>
                    <a:rPr lang="en-US" sz="1400" b="1" dirty="0">
                      <a:solidFill>
                        <a:srgbClr val="0F8287"/>
                      </a:solidFill>
                    </a:rPr>
                    <a:t>Automation</a:t>
                  </a:r>
                </a:p>
              </p:txBody>
            </p:sp>
            <p:cxnSp>
              <p:nvCxnSpPr>
                <p:cNvPr id="286" name="Gerader Verbinder 23">
                  <a:extLst>
                    <a:ext uri="{FF2B5EF4-FFF2-40B4-BE49-F238E27FC236}">
                      <a16:creationId xmlns:a16="http://schemas.microsoft.com/office/drawing/2014/main" id="{C083A871-7ECA-4C70-AB62-0D128987DF27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2924175" y="6194424"/>
                  <a:ext cx="1996790" cy="0"/>
                </a:xfrm>
                <a:prstGeom prst="line">
                  <a:avLst/>
                </a:prstGeom>
                <a:solidFill>
                  <a:schemeClr val="tx2"/>
                </a:solidFill>
                <a:ln w="9525" cap="flat" cmpd="sng" algn="ctr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sp>
            <p:nvSpPr>
              <p:cNvPr id="299" name="SAGD, Siemens, cloud, wolke">
                <a:extLst>
                  <a:ext uri="{FF2B5EF4-FFF2-40B4-BE49-F238E27FC236}">
                    <a16:creationId xmlns:a16="http://schemas.microsoft.com/office/drawing/2014/main" id="{1E6FC7C9-F7E3-409C-8791-1B61F14981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5928" y="5260825"/>
                <a:ext cx="418234" cy="257810"/>
              </a:xfrm>
              <a:custGeom>
                <a:avLst/>
                <a:gdLst>
                  <a:gd name="T0" fmla="*/ 757 w 884"/>
                  <a:gd name="T1" fmla="*/ 279 h 635"/>
                  <a:gd name="T2" fmla="*/ 762 w 884"/>
                  <a:gd name="T3" fmla="*/ 242 h 635"/>
                  <a:gd name="T4" fmla="*/ 629 w 884"/>
                  <a:gd name="T5" fmla="*/ 108 h 635"/>
                  <a:gd name="T6" fmla="*/ 546 w 884"/>
                  <a:gd name="T7" fmla="*/ 138 h 635"/>
                  <a:gd name="T8" fmla="*/ 344 w 884"/>
                  <a:gd name="T9" fmla="*/ 0 h 635"/>
                  <a:gd name="T10" fmla="*/ 125 w 884"/>
                  <a:gd name="T11" fmla="*/ 222 h 635"/>
                  <a:gd name="T12" fmla="*/ 132 w 884"/>
                  <a:gd name="T13" fmla="*/ 277 h 635"/>
                  <a:gd name="T14" fmla="*/ 0 w 884"/>
                  <a:gd name="T15" fmla="*/ 453 h 635"/>
                  <a:gd name="T16" fmla="*/ 176 w 884"/>
                  <a:gd name="T17" fmla="*/ 635 h 635"/>
                  <a:gd name="T18" fmla="*/ 709 w 884"/>
                  <a:gd name="T19" fmla="*/ 635 h 635"/>
                  <a:gd name="T20" fmla="*/ 884 w 884"/>
                  <a:gd name="T21" fmla="*/ 453 h 635"/>
                  <a:gd name="T22" fmla="*/ 757 w 884"/>
                  <a:gd name="T23" fmla="*/ 279 h 6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84" h="635">
                    <a:moveTo>
                      <a:pt x="757" y="279"/>
                    </a:moveTo>
                    <a:cubicBezTo>
                      <a:pt x="760" y="267"/>
                      <a:pt x="762" y="255"/>
                      <a:pt x="762" y="242"/>
                    </a:cubicBezTo>
                    <a:cubicBezTo>
                      <a:pt x="762" y="168"/>
                      <a:pt x="702" y="108"/>
                      <a:pt x="629" y="108"/>
                    </a:cubicBezTo>
                    <a:cubicBezTo>
                      <a:pt x="598" y="108"/>
                      <a:pt x="569" y="119"/>
                      <a:pt x="546" y="138"/>
                    </a:cubicBezTo>
                    <a:cubicBezTo>
                      <a:pt x="513" y="57"/>
                      <a:pt x="435" y="0"/>
                      <a:pt x="344" y="0"/>
                    </a:cubicBezTo>
                    <a:cubicBezTo>
                      <a:pt x="223" y="0"/>
                      <a:pt x="125" y="100"/>
                      <a:pt x="125" y="222"/>
                    </a:cubicBezTo>
                    <a:cubicBezTo>
                      <a:pt x="125" y="241"/>
                      <a:pt x="128" y="260"/>
                      <a:pt x="132" y="277"/>
                    </a:cubicBezTo>
                    <a:cubicBezTo>
                      <a:pt x="56" y="297"/>
                      <a:pt x="0" y="370"/>
                      <a:pt x="0" y="453"/>
                    </a:cubicBezTo>
                    <a:cubicBezTo>
                      <a:pt x="0" y="552"/>
                      <a:pt x="79" y="635"/>
                      <a:pt x="176" y="635"/>
                    </a:cubicBezTo>
                    <a:cubicBezTo>
                      <a:pt x="709" y="635"/>
                      <a:pt x="709" y="635"/>
                      <a:pt x="709" y="635"/>
                    </a:cubicBezTo>
                    <a:cubicBezTo>
                      <a:pt x="806" y="635"/>
                      <a:pt x="884" y="552"/>
                      <a:pt x="884" y="453"/>
                    </a:cubicBezTo>
                    <a:cubicBezTo>
                      <a:pt x="884" y="372"/>
                      <a:pt x="830" y="300"/>
                      <a:pt x="757" y="27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pic>
            <p:nvPicPr>
              <p:cNvPr id="312" name="Grafik 81">
                <a:extLst>
                  <a:ext uri="{FF2B5EF4-FFF2-40B4-BE49-F238E27FC236}">
                    <a16:creationId xmlns:a16="http://schemas.microsoft.com/office/drawing/2014/main" id="{5AFFF507-F0EA-4927-A382-5C342B4920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 bwMode="gray">
              <a:xfrm>
                <a:off x="2251943" y="5176897"/>
                <a:ext cx="398038" cy="398038"/>
              </a:xfrm>
              <a:prstGeom prst="rect">
                <a:avLst/>
              </a:prstGeom>
            </p:spPr>
          </p:pic>
          <p:sp>
            <p:nvSpPr>
              <p:cNvPr id="336" name="Freeform 29">
                <a:extLst>
                  <a:ext uri="{FF2B5EF4-FFF2-40B4-BE49-F238E27FC236}">
                    <a16:creationId xmlns:a16="http://schemas.microsoft.com/office/drawing/2014/main" id="{DBFCD9BD-24C7-43F5-97CB-D34B200984BC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492818" y="5192538"/>
                <a:ext cx="514313" cy="315601"/>
              </a:xfrm>
              <a:custGeom>
                <a:avLst/>
                <a:gdLst>
                  <a:gd name="T0" fmla="*/ 537 w 5984"/>
                  <a:gd name="T1" fmla="*/ 3672 h 3672"/>
                  <a:gd name="T2" fmla="*/ 929 w 5984"/>
                  <a:gd name="T3" fmla="*/ 3672 h 3672"/>
                  <a:gd name="T4" fmla="*/ 929 w 5984"/>
                  <a:gd name="T5" fmla="*/ 962 h 3672"/>
                  <a:gd name="T6" fmla="*/ 537 w 5984"/>
                  <a:gd name="T7" fmla="*/ 962 h 3672"/>
                  <a:gd name="T8" fmla="*/ 537 w 5984"/>
                  <a:gd name="T9" fmla="*/ 3672 h 3672"/>
                  <a:gd name="T10" fmla="*/ 0 w 5984"/>
                  <a:gd name="T11" fmla="*/ 3672 h 3672"/>
                  <a:gd name="T12" fmla="*/ 385 w 5984"/>
                  <a:gd name="T13" fmla="*/ 3672 h 3672"/>
                  <a:gd name="T14" fmla="*/ 385 w 5984"/>
                  <a:gd name="T15" fmla="*/ 962 h 3672"/>
                  <a:gd name="T16" fmla="*/ 0 w 5984"/>
                  <a:gd name="T17" fmla="*/ 962 h 3672"/>
                  <a:gd name="T18" fmla="*/ 0 w 5984"/>
                  <a:gd name="T19" fmla="*/ 3672 h 3672"/>
                  <a:gd name="T20" fmla="*/ 1081 w 5984"/>
                  <a:gd name="T21" fmla="*/ 3672 h 3672"/>
                  <a:gd name="T22" fmla="*/ 2091 w 5984"/>
                  <a:gd name="T23" fmla="*/ 3672 h 3672"/>
                  <a:gd name="T24" fmla="*/ 2091 w 5984"/>
                  <a:gd name="T25" fmla="*/ 962 h 3672"/>
                  <a:gd name="T26" fmla="*/ 1081 w 5984"/>
                  <a:gd name="T27" fmla="*/ 962 h 3672"/>
                  <a:gd name="T28" fmla="*/ 1081 w 5984"/>
                  <a:gd name="T29" fmla="*/ 3672 h 3672"/>
                  <a:gd name="T30" fmla="*/ 5023 w 5984"/>
                  <a:gd name="T31" fmla="*/ 2221 h 3672"/>
                  <a:gd name="T32" fmla="*/ 4871 w 5984"/>
                  <a:gd name="T33" fmla="*/ 2069 h 3672"/>
                  <a:gd name="T34" fmla="*/ 3909 w 5984"/>
                  <a:gd name="T35" fmla="*/ 1106 h 3672"/>
                  <a:gd name="T36" fmla="*/ 3757 w 5984"/>
                  <a:gd name="T37" fmla="*/ 962 h 3672"/>
                  <a:gd name="T38" fmla="*/ 2243 w 5984"/>
                  <a:gd name="T39" fmla="*/ 962 h 3672"/>
                  <a:gd name="T40" fmla="*/ 2243 w 5984"/>
                  <a:gd name="T41" fmla="*/ 3672 h 3672"/>
                  <a:gd name="T42" fmla="*/ 2403 w 5984"/>
                  <a:gd name="T43" fmla="*/ 3672 h 3672"/>
                  <a:gd name="T44" fmla="*/ 2403 w 5984"/>
                  <a:gd name="T45" fmla="*/ 3455 h 3672"/>
                  <a:gd name="T46" fmla="*/ 2612 w 5984"/>
                  <a:gd name="T47" fmla="*/ 3455 h 3672"/>
                  <a:gd name="T48" fmla="*/ 2612 w 5984"/>
                  <a:gd name="T49" fmla="*/ 3672 h 3672"/>
                  <a:gd name="T50" fmla="*/ 2772 w 5984"/>
                  <a:gd name="T51" fmla="*/ 3672 h 3672"/>
                  <a:gd name="T52" fmla="*/ 2772 w 5984"/>
                  <a:gd name="T53" fmla="*/ 3455 h 3672"/>
                  <a:gd name="T54" fmla="*/ 2980 w 5984"/>
                  <a:gd name="T55" fmla="*/ 3455 h 3672"/>
                  <a:gd name="T56" fmla="*/ 2980 w 5984"/>
                  <a:gd name="T57" fmla="*/ 3672 h 3672"/>
                  <a:gd name="T58" fmla="*/ 3140 w 5984"/>
                  <a:gd name="T59" fmla="*/ 3672 h 3672"/>
                  <a:gd name="T60" fmla="*/ 3140 w 5984"/>
                  <a:gd name="T61" fmla="*/ 3455 h 3672"/>
                  <a:gd name="T62" fmla="*/ 3348 w 5984"/>
                  <a:gd name="T63" fmla="*/ 3455 h 3672"/>
                  <a:gd name="T64" fmla="*/ 3348 w 5984"/>
                  <a:gd name="T65" fmla="*/ 3672 h 3672"/>
                  <a:gd name="T66" fmla="*/ 3509 w 5984"/>
                  <a:gd name="T67" fmla="*/ 3672 h 3672"/>
                  <a:gd name="T68" fmla="*/ 3509 w 5984"/>
                  <a:gd name="T69" fmla="*/ 3455 h 3672"/>
                  <a:gd name="T70" fmla="*/ 3717 w 5984"/>
                  <a:gd name="T71" fmla="*/ 3455 h 3672"/>
                  <a:gd name="T72" fmla="*/ 3717 w 5984"/>
                  <a:gd name="T73" fmla="*/ 3672 h 3672"/>
                  <a:gd name="T74" fmla="*/ 5031 w 5984"/>
                  <a:gd name="T75" fmla="*/ 3672 h 3672"/>
                  <a:gd name="T76" fmla="*/ 5031 w 5984"/>
                  <a:gd name="T77" fmla="*/ 2221 h 3672"/>
                  <a:gd name="T78" fmla="*/ 5023 w 5984"/>
                  <a:gd name="T79" fmla="*/ 2221 h 3672"/>
                  <a:gd name="T80" fmla="*/ 5984 w 5984"/>
                  <a:gd name="T81" fmla="*/ 962 h 3672"/>
                  <a:gd name="T82" fmla="*/ 5023 w 5984"/>
                  <a:gd name="T83" fmla="*/ 0 h 3672"/>
                  <a:gd name="T84" fmla="*/ 4061 w 5984"/>
                  <a:gd name="T85" fmla="*/ 962 h 3672"/>
                  <a:gd name="T86" fmla="*/ 5023 w 5984"/>
                  <a:gd name="T87" fmla="*/ 1924 h 3672"/>
                  <a:gd name="T88" fmla="*/ 5984 w 5984"/>
                  <a:gd name="T89" fmla="*/ 962 h 36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5984" h="3672">
                    <a:moveTo>
                      <a:pt x="537" y="3672"/>
                    </a:moveTo>
                    <a:lnTo>
                      <a:pt x="929" y="3672"/>
                    </a:lnTo>
                    <a:lnTo>
                      <a:pt x="929" y="962"/>
                    </a:lnTo>
                    <a:lnTo>
                      <a:pt x="537" y="962"/>
                    </a:lnTo>
                    <a:lnTo>
                      <a:pt x="537" y="3672"/>
                    </a:lnTo>
                    <a:close/>
                    <a:moveTo>
                      <a:pt x="0" y="3672"/>
                    </a:moveTo>
                    <a:lnTo>
                      <a:pt x="385" y="3672"/>
                    </a:lnTo>
                    <a:lnTo>
                      <a:pt x="385" y="962"/>
                    </a:lnTo>
                    <a:lnTo>
                      <a:pt x="0" y="962"/>
                    </a:lnTo>
                    <a:lnTo>
                      <a:pt x="0" y="3672"/>
                    </a:lnTo>
                    <a:close/>
                    <a:moveTo>
                      <a:pt x="1081" y="3672"/>
                    </a:moveTo>
                    <a:lnTo>
                      <a:pt x="2091" y="3672"/>
                    </a:lnTo>
                    <a:lnTo>
                      <a:pt x="2091" y="962"/>
                    </a:lnTo>
                    <a:lnTo>
                      <a:pt x="1081" y="962"/>
                    </a:lnTo>
                    <a:lnTo>
                      <a:pt x="1081" y="3672"/>
                    </a:lnTo>
                    <a:close/>
                    <a:moveTo>
                      <a:pt x="5023" y="2221"/>
                    </a:moveTo>
                    <a:lnTo>
                      <a:pt x="4871" y="2069"/>
                    </a:lnTo>
                    <a:lnTo>
                      <a:pt x="3909" y="1106"/>
                    </a:lnTo>
                    <a:lnTo>
                      <a:pt x="3757" y="962"/>
                    </a:lnTo>
                    <a:lnTo>
                      <a:pt x="2243" y="962"/>
                    </a:lnTo>
                    <a:lnTo>
                      <a:pt x="2243" y="3672"/>
                    </a:lnTo>
                    <a:lnTo>
                      <a:pt x="2403" y="3672"/>
                    </a:lnTo>
                    <a:lnTo>
                      <a:pt x="2403" y="3455"/>
                    </a:lnTo>
                    <a:lnTo>
                      <a:pt x="2612" y="3455"/>
                    </a:lnTo>
                    <a:lnTo>
                      <a:pt x="2612" y="3672"/>
                    </a:lnTo>
                    <a:lnTo>
                      <a:pt x="2772" y="3672"/>
                    </a:lnTo>
                    <a:lnTo>
                      <a:pt x="2772" y="3455"/>
                    </a:lnTo>
                    <a:lnTo>
                      <a:pt x="2980" y="3455"/>
                    </a:lnTo>
                    <a:lnTo>
                      <a:pt x="2980" y="3672"/>
                    </a:lnTo>
                    <a:lnTo>
                      <a:pt x="3140" y="3672"/>
                    </a:lnTo>
                    <a:lnTo>
                      <a:pt x="3140" y="3455"/>
                    </a:lnTo>
                    <a:lnTo>
                      <a:pt x="3348" y="3455"/>
                    </a:lnTo>
                    <a:lnTo>
                      <a:pt x="3348" y="3672"/>
                    </a:lnTo>
                    <a:lnTo>
                      <a:pt x="3509" y="3672"/>
                    </a:lnTo>
                    <a:lnTo>
                      <a:pt x="3509" y="3455"/>
                    </a:lnTo>
                    <a:lnTo>
                      <a:pt x="3717" y="3455"/>
                    </a:lnTo>
                    <a:lnTo>
                      <a:pt x="3717" y="3672"/>
                    </a:lnTo>
                    <a:lnTo>
                      <a:pt x="5031" y="3672"/>
                    </a:lnTo>
                    <a:lnTo>
                      <a:pt x="5031" y="2221"/>
                    </a:lnTo>
                    <a:lnTo>
                      <a:pt x="5023" y="2221"/>
                    </a:lnTo>
                    <a:close/>
                    <a:moveTo>
                      <a:pt x="5984" y="962"/>
                    </a:moveTo>
                    <a:lnTo>
                      <a:pt x="5023" y="0"/>
                    </a:lnTo>
                    <a:lnTo>
                      <a:pt x="4061" y="962"/>
                    </a:lnTo>
                    <a:lnTo>
                      <a:pt x="5023" y="1924"/>
                    </a:lnTo>
                    <a:lnTo>
                      <a:pt x="5984" y="962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pic>
        <p:nvPicPr>
          <p:cNvPr id="323" name="Graphic 82" descr="Repeat">
            <a:extLst>
              <a:ext uri="{FF2B5EF4-FFF2-40B4-BE49-F238E27FC236}">
                <a16:creationId xmlns:a16="http://schemas.microsoft.com/office/drawing/2014/main" id="{094729B3-BE34-4B87-82BA-612D321B486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928473" y="3293341"/>
            <a:ext cx="288826" cy="28882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1395B37-A7EB-4AFC-9004-50ED90A54716}"/>
              </a:ext>
            </a:extLst>
          </p:cNvPr>
          <p:cNvSpPr/>
          <p:nvPr/>
        </p:nvSpPr>
        <p:spPr bwMode="auto">
          <a:xfrm>
            <a:off x="-3175" y="1311276"/>
            <a:ext cx="12198350" cy="82232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grpSp>
        <p:nvGrpSpPr>
          <p:cNvPr id="1141" name="Gruppieren 969">
            <a:extLst>
              <a:ext uri="{FF2B5EF4-FFF2-40B4-BE49-F238E27FC236}">
                <a16:creationId xmlns:a16="http://schemas.microsoft.com/office/drawing/2014/main" id="{FEDB6799-17D2-4256-88BE-EF15157C36BB}"/>
              </a:ext>
            </a:extLst>
          </p:cNvPr>
          <p:cNvGrpSpPr/>
          <p:nvPr/>
        </p:nvGrpSpPr>
        <p:grpSpPr bwMode="gray">
          <a:xfrm>
            <a:off x="9454706" y="5285710"/>
            <a:ext cx="2510878" cy="715871"/>
            <a:chOff x="6932060" y="1450853"/>
            <a:chExt cx="4007796" cy="1142654"/>
          </a:xfrm>
        </p:grpSpPr>
        <p:sp>
          <p:nvSpPr>
            <p:cNvPr id="1142" name="Textfeld 970">
              <a:extLst>
                <a:ext uri="{FF2B5EF4-FFF2-40B4-BE49-F238E27FC236}">
                  <a16:creationId xmlns:a16="http://schemas.microsoft.com/office/drawing/2014/main" id="{2C41A189-271E-4CDA-97A1-C3ED01E73490}"/>
                </a:ext>
              </a:extLst>
            </p:cNvPr>
            <p:cNvSpPr txBox="1"/>
            <p:nvPr/>
          </p:nvSpPr>
          <p:spPr bwMode="gray">
            <a:xfrm>
              <a:off x="8313929" y="1955118"/>
              <a:ext cx="1289569" cy="27019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r>
                <a:rPr lang="en-US" sz="1100" b="1" i="0" u="none" baseline="0" dirty="0" err="1">
                  <a:solidFill>
                    <a:srgbClr val="00646E"/>
                  </a:solidFill>
                  <a:latin typeface="Arial"/>
                </a:rPr>
                <a:t>MindSphere</a:t>
              </a:r>
              <a:endParaRPr lang="en-US" sz="1100" b="1" dirty="0">
                <a:solidFill>
                  <a:srgbClr val="00646E"/>
                </a:solidFill>
                <a:latin typeface="Arial"/>
              </a:endParaRPr>
            </a:p>
          </p:txBody>
        </p:sp>
        <p:grpSp>
          <p:nvGrpSpPr>
            <p:cNvPr id="1143" name="Gruppieren 971">
              <a:extLst>
                <a:ext uri="{FF2B5EF4-FFF2-40B4-BE49-F238E27FC236}">
                  <a16:creationId xmlns:a16="http://schemas.microsoft.com/office/drawing/2014/main" id="{FBDA3CFA-22F1-46C8-B392-330F7C01B8F3}"/>
                </a:ext>
              </a:extLst>
            </p:cNvPr>
            <p:cNvGrpSpPr/>
            <p:nvPr/>
          </p:nvGrpSpPr>
          <p:grpSpPr bwMode="gray">
            <a:xfrm>
              <a:off x="6940454" y="1509988"/>
              <a:ext cx="3981028" cy="1070062"/>
              <a:chOff x="5427516" y="2972295"/>
              <a:chExt cx="6230431" cy="1603267"/>
            </a:xfrm>
          </p:grpSpPr>
          <p:sp>
            <p:nvSpPr>
              <p:cNvPr id="1395" name="Freihandform 1662">
                <a:extLst>
                  <a:ext uri="{FF2B5EF4-FFF2-40B4-BE49-F238E27FC236}">
                    <a16:creationId xmlns:a16="http://schemas.microsoft.com/office/drawing/2014/main" id="{804C5D21-D932-42F2-BCE4-940F81F008F0}"/>
                  </a:ext>
                </a:extLst>
              </p:cNvPr>
              <p:cNvSpPr/>
              <p:nvPr/>
            </p:nvSpPr>
            <p:spPr bwMode="gray">
              <a:xfrm>
                <a:off x="6224226" y="4079768"/>
                <a:ext cx="1617707" cy="492263"/>
              </a:xfrm>
              <a:custGeom>
                <a:avLst/>
                <a:gdLst>
                  <a:gd name="connsiteX0" fmla="*/ 0 w 1362075"/>
                  <a:gd name="connsiteY0" fmla="*/ 414338 h 414338"/>
                  <a:gd name="connsiteX1" fmla="*/ 138113 w 1362075"/>
                  <a:gd name="connsiteY1" fmla="*/ 276225 h 414338"/>
                  <a:gd name="connsiteX2" fmla="*/ 538163 w 1362075"/>
                  <a:gd name="connsiteY2" fmla="*/ 276225 h 414338"/>
                  <a:gd name="connsiteX3" fmla="*/ 666751 w 1362075"/>
                  <a:gd name="connsiteY3" fmla="*/ 404813 h 414338"/>
                  <a:gd name="connsiteX4" fmla="*/ 790576 w 1362075"/>
                  <a:gd name="connsiteY4" fmla="*/ 280988 h 414338"/>
                  <a:gd name="connsiteX5" fmla="*/ 914401 w 1362075"/>
                  <a:gd name="connsiteY5" fmla="*/ 404813 h 414338"/>
                  <a:gd name="connsiteX6" fmla="*/ 1362075 w 1362075"/>
                  <a:gd name="connsiteY6" fmla="*/ 0 h 414338"/>
                  <a:gd name="connsiteX0" fmla="*/ 0 w 1362075"/>
                  <a:gd name="connsiteY0" fmla="*/ 414338 h 414338"/>
                  <a:gd name="connsiteX1" fmla="*/ 138113 w 1362075"/>
                  <a:gd name="connsiteY1" fmla="*/ 276225 h 414338"/>
                  <a:gd name="connsiteX2" fmla="*/ 538163 w 1362075"/>
                  <a:gd name="connsiteY2" fmla="*/ 276225 h 414338"/>
                  <a:gd name="connsiteX3" fmla="*/ 666751 w 1362075"/>
                  <a:gd name="connsiteY3" fmla="*/ 404813 h 414338"/>
                  <a:gd name="connsiteX4" fmla="*/ 790576 w 1362075"/>
                  <a:gd name="connsiteY4" fmla="*/ 280988 h 414338"/>
                  <a:gd name="connsiteX5" fmla="*/ 914401 w 1362075"/>
                  <a:gd name="connsiteY5" fmla="*/ 404813 h 414338"/>
                  <a:gd name="connsiteX6" fmla="*/ 950119 w 1362075"/>
                  <a:gd name="connsiteY6" fmla="*/ 407194 h 414338"/>
                  <a:gd name="connsiteX7" fmla="*/ 1362075 w 1362075"/>
                  <a:gd name="connsiteY7" fmla="*/ 0 h 414338"/>
                  <a:gd name="connsiteX0" fmla="*/ 0 w 1362075"/>
                  <a:gd name="connsiteY0" fmla="*/ 414338 h 414338"/>
                  <a:gd name="connsiteX1" fmla="*/ 138113 w 1362075"/>
                  <a:gd name="connsiteY1" fmla="*/ 276225 h 414338"/>
                  <a:gd name="connsiteX2" fmla="*/ 538163 w 1362075"/>
                  <a:gd name="connsiteY2" fmla="*/ 276225 h 414338"/>
                  <a:gd name="connsiteX3" fmla="*/ 666751 w 1362075"/>
                  <a:gd name="connsiteY3" fmla="*/ 404813 h 414338"/>
                  <a:gd name="connsiteX4" fmla="*/ 821532 w 1362075"/>
                  <a:gd name="connsiteY4" fmla="*/ 273844 h 414338"/>
                  <a:gd name="connsiteX5" fmla="*/ 914401 w 1362075"/>
                  <a:gd name="connsiteY5" fmla="*/ 404813 h 414338"/>
                  <a:gd name="connsiteX6" fmla="*/ 950119 w 1362075"/>
                  <a:gd name="connsiteY6" fmla="*/ 407194 h 414338"/>
                  <a:gd name="connsiteX7" fmla="*/ 1362075 w 1362075"/>
                  <a:gd name="connsiteY7" fmla="*/ 0 h 414338"/>
                  <a:gd name="connsiteX0" fmla="*/ 0 w 1362075"/>
                  <a:gd name="connsiteY0" fmla="*/ 414338 h 414338"/>
                  <a:gd name="connsiteX1" fmla="*/ 138113 w 1362075"/>
                  <a:gd name="connsiteY1" fmla="*/ 276225 h 414338"/>
                  <a:gd name="connsiteX2" fmla="*/ 538163 w 1362075"/>
                  <a:gd name="connsiteY2" fmla="*/ 276225 h 414338"/>
                  <a:gd name="connsiteX3" fmla="*/ 666751 w 1362075"/>
                  <a:gd name="connsiteY3" fmla="*/ 404813 h 414338"/>
                  <a:gd name="connsiteX4" fmla="*/ 821532 w 1362075"/>
                  <a:gd name="connsiteY4" fmla="*/ 273844 h 414338"/>
                  <a:gd name="connsiteX5" fmla="*/ 950119 w 1362075"/>
                  <a:gd name="connsiteY5" fmla="*/ 407194 h 414338"/>
                  <a:gd name="connsiteX6" fmla="*/ 1362075 w 1362075"/>
                  <a:gd name="connsiteY6" fmla="*/ 0 h 414338"/>
                  <a:gd name="connsiteX0" fmla="*/ 0 w 1362075"/>
                  <a:gd name="connsiteY0" fmla="*/ 414338 h 414338"/>
                  <a:gd name="connsiteX1" fmla="*/ 138113 w 1362075"/>
                  <a:gd name="connsiteY1" fmla="*/ 276225 h 414338"/>
                  <a:gd name="connsiteX2" fmla="*/ 538163 w 1362075"/>
                  <a:gd name="connsiteY2" fmla="*/ 276225 h 414338"/>
                  <a:gd name="connsiteX3" fmla="*/ 673895 w 1362075"/>
                  <a:gd name="connsiteY3" fmla="*/ 409575 h 414338"/>
                  <a:gd name="connsiteX4" fmla="*/ 821532 w 1362075"/>
                  <a:gd name="connsiteY4" fmla="*/ 273844 h 414338"/>
                  <a:gd name="connsiteX5" fmla="*/ 950119 w 1362075"/>
                  <a:gd name="connsiteY5" fmla="*/ 407194 h 414338"/>
                  <a:gd name="connsiteX6" fmla="*/ 1362075 w 1362075"/>
                  <a:gd name="connsiteY6" fmla="*/ 0 h 4143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62075" h="414338">
                    <a:moveTo>
                      <a:pt x="0" y="414338"/>
                    </a:moveTo>
                    <a:lnTo>
                      <a:pt x="138113" y="276225"/>
                    </a:lnTo>
                    <a:lnTo>
                      <a:pt x="538163" y="276225"/>
                    </a:lnTo>
                    <a:lnTo>
                      <a:pt x="673895" y="409575"/>
                    </a:lnTo>
                    <a:lnTo>
                      <a:pt x="821532" y="273844"/>
                    </a:lnTo>
                    <a:lnTo>
                      <a:pt x="950119" y="407194"/>
                    </a:lnTo>
                    <a:lnTo>
                      <a:pt x="1362075" y="0"/>
                    </a:lnTo>
                  </a:path>
                </a:pathLst>
              </a:custGeom>
              <a:noFill/>
              <a:ln w="12700">
                <a:solidFill>
                  <a:srgbClr val="41AAAA"/>
                </a:solidFill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396" name="Freihandform 1663">
                <a:extLst>
                  <a:ext uri="{FF2B5EF4-FFF2-40B4-BE49-F238E27FC236}">
                    <a16:creationId xmlns:a16="http://schemas.microsoft.com/office/drawing/2014/main" id="{B1909FF2-6FE0-4EC5-8A82-51D4CE7F1A84}"/>
                  </a:ext>
                </a:extLst>
              </p:cNvPr>
              <p:cNvSpPr/>
              <p:nvPr/>
            </p:nvSpPr>
            <p:spPr bwMode="gray">
              <a:xfrm>
                <a:off x="5427516" y="3934888"/>
                <a:ext cx="656133" cy="314030"/>
              </a:xfrm>
              <a:custGeom>
                <a:avLst/>
                <a:gdLst>
                  <a:gd name="connsiteX0" fmla="*/ 0 w 552450"/>
                  <a:gd name="connsiteY0" fmla="*/ 0 h 264319"/>
                  <a:gd name="connsiteX1" fmla="*/ 138113 w 552450"/>
                  <a:gd name="connsiteY1" fmla="*/ 135732 h 264319"/>
                  <a:gd name="connsiteX2" fmla="*/ 278607 w 552450"/>
                  <a:gd name="connsiteY2" fmla="*/ 135732 h 264319"/>
                  <a:gd name="connsiteX3" fmla="*/ 278607 w 552450"/>
                  <a:gd name="connsiteY3" fmla="*/ 264319 h 264319"/>
                  <a:gd name="connsiteX4" fmla="*/ 552450 w 552450"/>
                  <a:gd name="connsiteY4" fmla="*/ 264319 h 2643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2450" h="264319">
                    <a:moveTo>
                      <a:pt x="0" y="0"/>
                    </a:moveTo>
                    <a:lnTo>
                      <a:pt x="138113" y="135732"/>
                    </a:lnTo>
                    <a:lnTo>
                      <a:pt x="278607" y="135732"/>
                    </a:lnTo>
                    <a:lnTo>
                      <a:pt x="278607" y="264319"/>
                    </a:lnTo>
                    <a:lnTo>
                      <a:pt x="552450" y="264319"/>
                    </a:lnTo>
                  </a:path>
                </a:pathLst>
              </a:custGeom>
              <a:noFill/>
              <a:ln w="12700">
                <a:solidFill>
                  <a:srgbClr val="41AAAA"/>
                </a:solidFill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397" name="Freihandform 1664">
                <a:extLst>
                  <a:ext uri="{FF2B5EF4-FFF2-40B4-BE49-F238E27FC236}">
                    <a16:creationId xmlns:a16="http://schemas.microsoft.com/office/drawing/2014/main" id="{A837B47D-59EB-4B7E-BECE-095888FD8780}"/>
                  </a:ext>
                </a:extLst>
              </p:cNvPr>
              <p:cNvSpPr/>
              <p:nvPr/>
            </p:nvSpPr>
            <p:spPr bwMode="gray">
              <a:xfrm>
                <a:off x="5428938" y="3450412"/>
                <a:ext cx="325239" cy="319687"/>
              </a:xfrm>
              <a:custGeom>
                <a:avLst/>
                <a:gdLst>
                  <a:gd name="connsiteX0" fmla="*/ 0 w 273844"/>
                  <a:gd name="connsiteY0" fmla="*/ 269081 h 269081"/>
                  <a:gd name="connsiteX1" fmla="*/ 142875 w 273844"/>
                  <a:gd name="connsiteY1" fmla="*/ 269081 h 269081"/>
                  <a:gd name="connsiteX2" fmla="*/ 142875 w 273844"/>
                  <a:gd name="connsiteY2" fmla="*/ 133350 h 269081"/>
                  <a:gd name="connsiteX3" fmla="*/ 273844 w 273844"/>
                  <a:gd name="connsiteY3" fmla="*/ 0 h 2690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3844" h="269081">
                    <a:moveTo>
                      <a:pt x="0" y="269081"/>
                    </a:moveTo>
                    <a:lnTo>
                      <a:pt x="142875" y="269081"/>
                    </a:lnTo>
                    <a:lnTo>
                      <a:pt x="142875" y="133350"/>
                    </a:lnTo>
                    <a:lnTo>
                      <a:pt x="273844" y="0"/>
                    </a:lnTo>
                  </a:path>
                </a:pathLst>
              </a:custGeom>
              <a:noFill/>
              <a:ln w="12700">
                <a:solidFill>
                  <a:srgbClr val="41AAAA"/>
                </a:solidFill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398" name="Freihandform 1665">
                <a:extLst>
                  <a:ext uri="{FF2B5EF4-FFF2-40B4-BE49-F238E27FC236}">
                    <a16:creationId xmlns:a16="http://schemas.microsoft.com/office/drawing/2014/main" id="{5C88D122-5687-4BA7-87BB-BA16940180B1}"/>
                  </a:ext>
                </a:extLst>
              </p:cNvPr>
              <p:cNvSpPr/>
              <p:nvPr/>
            </p:nvSpPr>
            <p:spPr bwMode="gray">
              <a:xfrm>
                <a:off x="5739781" y="3148273"/>
                <a:ext cx="656133" cy="472459"/>
              </a:xfrm>
              <a:custGeom>
                <a:avLst/>
                <a:gdLst>
                  <a:gd name="connsiteX0" fmla="*/ 0 w 552450"/>
                  <a:gd name="connsiteY0" fmla="*/ 397669 h 397669"/>
                  <a:gd name="connsiteX1" fmla="*/ 290512 w 552450"/>
                  <a:gd name="connsiteY1" fmla="*/ 116681 h 397669"/>
                  <a:gd name="connsiteX2" fmla="*/ 416718 w 552450"/>
                  <a:gd name="connsiteY2" fmla="*/ 116681 h 397669"/>
                  <a:gd name="connsiteX3" fmla="*/ 552450 w 552450"/>
                  <a:gd name="connsiteY3" fmla="*/ 0 h 3976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2450" h="397669">
                    <a:moveTo>
                      <a:pt x="0" y="397669"/>
                    </a:moveTo>
                    <a:lnTo>
                      <a:pt x="290512" y="116681"/>
                    </a:lnTo>
                    <a:lnTo>
                      <a:pt x="416718" y="116681"/>
                    </a:lnTo>
                    <a:lnTo>
                      <a:pt x="552450" y="0"/>
                    </a:lnTo>
                  </a:path>
                </a:pathLst>
              </a:custGeom>
              <a:noFill/>
              <a:ln w="12700">
                <a:solidFill>
                  <a:srgbClr val="41AAAA"/>
                </a:solidFill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399" name="Freihandform 1666">
                <a:extLst>
                  <a:ext uri="{FF2B5EF4-FFF2-40B4-BE49-F238E27FC236}">
                    <a16:creationId xmlns:a16="http://schemas.microsoft.com/office/drawing/2014/main" id="{D8E7976B-05BC-4166-9D84-81971B60EC05}"/>
                  </a:ext>
                </a:extLst>
              </p:cNvPr>
              <p:cNvSpPr/>
              <p:nvPr/>
            </p:nvSpPr>
            <p:spPr bwMode="gray">
              <a:xfrm>
                <a:off x="6400401" y="3456069"/>
                <a:ext cx="469475" cy="158429"/>
              </a:xfrm>
              <a:custGeom>
                <a:avLst/>
                <a:gdLst>
                  <a:gd name="connsiteX0" fmla="*/ 0 w 395288"/>
                  <a:gd name="connsiteY0" fmla="*/ 133350 h 133350"/>
                  <a:gd name="connsiteX1" fmla="*/ 135732 w 395288"/>
                  <a:gd name="connsiteY1" fmla="*/ 133350 h 133350"/>
                  <a:gd name="connsiteX2" fmla="*/ 269082 w 395288"/>
                  <a:gd name="connsiteY2" fmla="*/ 0 h 133350"/>
                  <a:gd name="connsiteX3" fmla="*/ 395288 w 395288"/>
                  <a:gd name="connsiteY3" fmla="*/ 0 h 133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95288" h="133350">
                    <a:moveTo>
                      <a:pt x="0" y="133350"/>
                    </a:moveTo>
                    <a:lnTo>
                      <a:pt x="135732" y="133350"/>
                    </a:lnTo>
                    <a:lnTo>
                      <a:pt x="269082" y="0"/>
                    </a:lnTo>
                    <a:lnTo>
                      <a:pt x="395288" y="0"/>
                    </a:lnTo>
                  </a:path>
                </a:pathLst>
              </a:custGeom>
              <a:noFill/>
              <a:ln w="12700">
                <a:solidFill>
                  <a:srgbClr val="41AAAA"/>
                </a:solidFill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400" name="Freihandform 1667">
                <a:extLst>
                  <a:ext uri="{FF2B5EF4-FFF2-40B4-BE49-F238E27FC236}">
                    <a16:creationId xmlns:a16="http://schemas.microsoft.com/office/drawing/2014/main" id="{FBD73C88-45E5-48DC-9463-C469F9A8B40E}"/>
                  </a:ext>
                </a:extLst>
              </p:cNvPr>
              <p:cNvSpPr/>
              <p:nvPr/>
            </p:nvSpPr>
            <p:spPr bwMode="gray">
              <a:xfrm>
                <a:off x="5913959" y="3772927"/>
                <a:ext cx="964403" cy="319689"/>
              </a:xfrm>
              <a:custGeom>
                <a:avLst/>
                <a:gdLst>
                  <a:gd name="connsiteX0" fmla="*/ 0 w 812007"/>
                  <a:gd name="connsiteY0" fmla="*/ 0 h 269082"/>
                  <a:gd name="connsiteX1" fmla="*/ 150019 w 812007"/>
                  <a:gd name="connsiteY1" fmla="*/ 0 h 269082"/>
                  <a:gd name="connsiteX2" fmla="*/ 273844 w 812007"/>
                  <a:gd name="connsiteY2" fmla="*/ 140494 h 269082"/>
                  <a:gd name="connsiteX3" fmla="*/ 411957 w 812007"/>
                  <a:gd name="connsiteY3" fmla="*/ 140494 h 269082"/>
                  <a:gd name="connsiteX4" fmla="*/ 538163 w 812007"/>
                  <a:gd name="connsiteY4" fmla="*/ 269082 h 269082"/>
                  <a:gd name="connsiteX5" fmla="*/ 812007 w 812007"/>
                  <a:gd name="connsiteY5" fmla="*/ 269082 h 269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12007" h="269082">
                    <a:moveTo>
                      <a:pt x="0" y="0"/>
                    </a:moveTo>
                    <a:lnTo>
                      <a:pt x="150019" y="0"/>
                    </a:lnTo>
                    <a:lnTo>
                      <a:pt x="273844" y="140494"/>
                    </a:lnTo>
                    <a:lnTo>
                      <a:pt x="411957" y="140494"/>
                    </a:lnTo>
                    <a:lnTo>
                      <a:pt x="538163" y="269082"/>
                    </a:lnTo>
                    <a:lnTo>
                      <a:pt x="812007" y="269082"/>
                    </a:lnTo>
                  </a:path>
                </a:pathLst>
              </a:custGeom>
              <a:noFill/>
              <a:ln w="12700">
                <a:solidFill>
                  <a:srgbClr val="41AAAA"/>
                </a:solidFill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401" name="Freihandform 1668">
                <a:extLst>
                  <a:ext uri="{FF2B5EF4-FFF2-40B4-BE49-F238E27FC236}">
                    <a16:creationId xmlns:a16="http://schemas.microsoft.com/office/drawing/2014/main" id="{EEEBF756-80C4-43C0-8075-9B539EE6DE8D}"/>
                  </a:ext>
                </a:extLst>
              </p:cNvPr>
              <p:cNvSpPr/>
              <p:nvPr/>
            </p:nvSpPr>
            <p:spPr bwMode="gray">
              <a:xfrm>
                <a:off x="9415219" y="2972295"/>
                <a:ext cx="1111465" cy="322516"/>
              </a:xfrm>
              <a:custGeom>
                <a:avLst/>
                <a:gdLst>
                  <a:gd name="connsiteX0" fmla="*/ 0 w 935831"/>
                  <a:gd name="connsiteY0" fmla="*/ 271462 h 271462"/>
                  <a:gd name="connsiteX1" fmla="*/ 133350 w 935831"/>
                  <a:gd name="connsiteY1" fmla="*/ 130968 h 271462"/>
                  <a:gd name="connsiteX2" fmla="*/ 411956 w 935831"/>
                  <a:gd name="connsiteY2" fmla="*/ 130968 h 271462"/>
                  <a:gd name="connsiteX3" fmla="*/ 535781 w 935831"/>
                  <a:gd name="connsiteY3" fmla="*/ 0 h 271462"/>
                  <a:gd name="connsiteX4" fmla="*/ 671512 w 935831"/>
                  <a:gd name="connsiteY4" fmla="*/ 0 h 271462"/>
                  <a:gd name="connsiteX5" fmla="*/ 807244 w 935831"/>
                  <a:gd name="connsiteY5" fmla="*/ 145256 h 271462"/>
                  <a:gd name="connsiteX6" fmla="*/ 935831 w 935831"/>
                  <a:gd name="connsiteY6" fmla="*/ 4762 h 27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35831" h="271462">
                    <a:moveTo>
                      <a:pt x="0" y="271462"/>
                    </a:moveTo>
                    <a:lnTo>
                      <a:pt x="133350" y="130968"/>
                    </a:lnTo>
                    <a:lnTo>
                      <a:pt x="411956" y="130968"/>
                    </a:lnTo>
                    <a:lnTo>
                      <a:pt x="535781" y="0"/>
                    </a:lnTo>
                    <a:lnTo>
                      <a:pt x="671512" y="0"/>
                    </a:lnTo>
                    <a:lnTo>
                      <a:pt x="807244" y="145256"/>
                    </a:lnTo>
                    <a:lnTo>
                      <a:pt x="935831" y="4762"/>
                    </a:lnTo>
                  </a:path>
                </a:pathLst>
              </a:custGeom>
              <a:noFill/>
              <a:ln w="12700">
                <a:solidFill>
                  <a:srgbClr val="41AAAA"/>
                </a:solidFill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402" name="Freihandform 1669">
                <a:extLst>
                  <a:ext uri="{FF2B5EF4-FFF2-40B4-BE49-F238E27FC236}">
                    <a16:creationId xmlns:a16="http://schemas.microsoft.com/office/drawing/2014/main" id="{EBB22400-D67B-4C97-A78D-0ACAA5EB244A}"/>
                  </a:ext>
                </a:extLst>
              </p:cNvPr>
              <p:cNvSpPr/>
              <p:nvPr/>
            </p:nvSpPr>
            <p:spPr bwMode="gray">
              <a:xfrm>
                <a:off x="9727484" y="3288324"/>
                <a:ext cx="486443" cy="164087"/>
              </a:xfrm>
              <a:custGeom>
                <a:avLst/>
                <a:gdLst>
                  <a:gd name="connsiteX0" fmla="*/ 0 w 409575"/>
                  <a:gd name="connsiteY0" fmla="*/ 138112 h 138112"/>
                  <a:gd name="connsiteX1" fmla="*/ 140494 w 409575"/>
                  <a:gd name="connsiteY1" fmla="*/ 0 h 138112"/>
                  <a:gd name="connsiteX2" fmla="*/ 409575 w 409575"/>
                  <a:gd name="connsiteY2" fmla="*/ 0 h 138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09575" h="138112">
                    <a:moveTo>
                      <a:pt x="0" y="138112"/>
                    </a:moveTo>
                    <a:lnTo>
                      <a:pt x="140494" y="0"/>
                    </a:lnTo>
                    <a:lnTo>
                      <a:pt x="409575" y="0"/>
                    </a:lnTo>
                  </a:path>
                </a:pathLst>
              </a:custGeom>
              <a:noFill/>
              <a:ln w="12700">
                <a:solidFill>
                  <a:srgbClr val="41AAAA"/>
                </a:solidFill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403" name="Freihandform 1670">
                <a:extLst>
                  <a:ext uri="{FF2B5EF4-FFF2-40B4-BE49-F238E27FC236}">
                    <a16:creationId xmlns:a16="http://schemas.microsoft.com/office/drawing/2014/main" id="{9109140E-C51C-4EAE-AADD-F3D724FD2FCA}"/>
                  </a:ext>
                </a:extLst>
              </p:cNvPr>
              <p:cNvSpPr/>
              <p:nvPr/>
            </p:nvSpPr>
            <p:spPr bwMode="gray">
              <a:xfrm>
                <a:off x="7982409" y="4086128"/>
                <a:ext cx="2081524" cy="489434"/>
              </a:xfrm>
              <a:custGeom>
                <a:avLst/>
                <a:gdLst>
                  <a:gd name="connsiteX0" fmla="*/ 0 w 1752600"/>
                  <a:gd name="connsiteY0" fmla="*/ 138113 h 411957"/>
                  <a:gd name="connsiteX1" fmla="*/ 145256 w 1752600"/>
                  <a:gd name="connsiteY1" fmla="*/ 271463 h 411957"/>
                  <a:gd name="connsiteX2" fmla="*/ 400050 w 1752600"/>
                  <a:gd name="connsiteY2" fmla="*/ 0 h 411957"/>
                  <a:gd name="connsiteX3" fmla="*/ 804862 w 1752600"/>
                  <a:gd name="connsiteY3" fmla="*/ 0 h 411957"/>
                  <a:gd name="connsiteX4" fmla="*/ 938212 w 1752600"/>
                  <a:gd name="connsiteY4" fmla="*/ 140494 h 411957"/>
                  <a:gd name="connsiteX5" fmla="*/ 1202531 w 1752600"/>
                  <a:gd name="connsiteY5" fmla="*/ 140494 h 411957"/>
                  <a:gd name="connsiteX6" fmla="*/ 1335881 w 1752600"/>
                  <a:gd name="connsiteY6" fmla="*/ 273844 h 411957"/>
                  <a:gd name="connsiteX7" fmla="*/ 1469231 w 1752600"/>
                  <a:gd name="connsiteY7" fmla="*/ 130969 h 411957"/>
                  <a:gd name="connsiteX8" fmla="*/ 1752600 w 1752600"/>
                  <a:gd name="connsiteY8" fmla="*/ 411957 h 411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752600" h="411957">
                    <a:moveTo>
                      <a:pt x="0" y="138113"/>
                    </a:moveTo>
                    <a:lnTo>
                      <a:pt x="145256" y="271463"/>
                    </a:lnTo>
                    <a:lnTo>
                      <a:pt x="400050" y="0"/>
                    </a:lnTo>
                    <a:lnTo>
                      <a:pt x="804862" y="0"/>
                    </a:lnTo>
                    <a:lnTo>
                      <a:pt x="938212" y="140494"/>
                    </a:lnTo>
                    <a:lnTo>
                      <a:pt x="1202531" y="140494"/>
                    </a:lnTo>
                    <a:lnTo>
                      <a:pt x="1335881" y="273844"/>
                    </a:lnTo>
                    <a:lnTo>
                      <a:pt x="1469231" y="130969"/>
                    </a:lnTo>
                    <a:lnTo>
                      <a:pt x="1752600" y="411957"/>
                    </a:lnTo>
                  </a:path>
                </a:pathLst>
              </a:custGeom>
              <a:noFill/>
              <a:ln w="12700">
                <a:solidFill>
                  <a:srgbClr val="41AAAA"/>
                </a:solidFill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404" name="Freihandform 1671">
                <a:extLst>
                  <a:ext uri="{FF2B5EF4-FFF2-40B4-BE49-F238E27FC236}">
                    <a16:creationId xmlns:a16="http://schemas.microsoft.com/office/drawing/2014/main" id="{0ADFE2FE-B28D-49FD-B2F3-9E83A316BE72}"/>
                  </a:ext>
                </a:extLst>
              </p:cNvPr>
              <p:cNvSpPr/>
              <p:nvPr/>
            </p:nvSpPr>
            <p:spPr bwMode="gray">
              <a:xfrm>
                <a:off x="9729145" y="4086957"/>
                <a:ext cx="653303" cy="169745"/>
              </a:xfrm>
              <a:custGeom>
                <a:avLst/>
                <a:gdLst>
                  <a:gd name="connsiteX0" fmla="*/ 0 w 550068"/>
                  <a:gd name="connsiteY0" fmla="*/ 0 h 142875"/>
                  <a:gd name="connsiteX1" fmla="*/ 278606 w 550068"/>
                  <a:gd name="connsiteY1" fmla="*/ 0 h 142875"/>
                  <a:gd name="connsiteX2" fmla="*/ 402431 w 550068"/>
                  <a:gd name="connsiteY2" fmla="*/ 142875 h 142875"/>
                  <a:gd name="connsiteX3" fmla="*/ 550068 w 550068"/>
                  <a:gd name="connsiteY3" fmla="*/ 142875 h 142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0068" h="142875">
                    <a:moveTo>
                      <a:pt x="0" y="0"/>
                    </a:moveTo>
                    <a:lnTo>
                      <a:pt x="278606" y="0"/>
                    </a:lnTo>
                    <a:lnTo>
                      <a:pt x="402431" y="142875"/>
                    </a:lnTo>
                    <a:lnTo>
                      <a:pt x="550068" y="142875"/>
                    </a:lnTo>
                  </a:path>
                </a:pathLst>
              </a:custGeom>
              <a:noFill/>
              <a:ln w="12700">
                <a:solidFill>
                  <a:srgbClr val="41AAAA"/>
                </a:solidFill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405" name="Freihandform 1672">
                <a:extLst>
                  <a:ext uri="{FF2B5EF4-FFF2-40B4-BE49-F238E27FC236}">
                    <a16:creationId xmlns:a16="http://schemas.microsoft.com/office/drawing/2014/main" id="{1FD123F2-5040-4885-9B1D-D0A2E4DD6A31}"/>
                  </a:ext>
                </a:extLst>
              </p:cNvPr>
              <p:cNvSpPr/>
              <p:nvPr/>
            </p:nvSpPr>
            <p:spPr bwMode="gray">
              <a:xfrm>
                <a:off x="10685061" y="3142041"/>
                <a:ext cx="967231" cy="469629"/>
              </a:xfrm>
              <a:custGeom>
                <a:avLst/>
                <a:gdLst>
                  <a:gd name="connsiteX0" fmla="*/ 0 w 814388"/>
                  <a:gd name="connsiteY0" fmla="*/ 0 h 395287"/>
                  <a:gd name="connsiteX1" fmla="*/ 135731 w 814388"/>
                  <a:gd name="connsiteY1" fmla="*/ 130968 h 395287"/>
                  <a:gd name="connsiteX2" fmla="*/ 273844 w 814388"/>
                  <a:gd name="connsiteY2" fmla="*/ 130968 h 395287"/>
                  <a:gd name="connsiteX3" fmla="*/ 538163 w 814388"/>
                  <a:gd name="connsiteY3" fmla="*/ 395287 h 395287"/>
                  <a:gd name="connsiteX4" fmla="*/ 814388 w 814388"/>
                  <a:gd name="connsiteY4" fmla="*/ 395287 h 395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14388" h="395287">
                    <a:moveTo>
                      <a:pt x="0" y="0"/>
                    </a:moveTo>
                    <a:lnTo>
                      <a:pt x="135731" y="130968"/>
                    </a:lnTo>
                    <a:lnTo>
                      <a:pt x="273844" y="130968"/>
                    </a:lnTo>
                    <a:lnTo>
                      <a:pt x="538163" y="395287"/>
                    </a:lnTo>
                    <a:lnTo>
                      <a:pt x="814388" y="395287"/>
                    </a:lnTo>
                  </a:path>
                </a:pathLst>
              </a:custGeom>
              <a:noFill/>
              <a:ln w="12700">
                <a:solidFill>
                  <a:srgbClr val="41AAAA"/>
                </a:solidFill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406" name="Freihandform 1673">
                <a:extLst>
                  <a:ext uri="{FF2B5EF4-FFF2-40B4-BE49-F238E27FC236}">
                    <a16:creationId xmlns:a16="http://schemas.microsoft.com/office/drawing/2014/main" id="{24EF43DD-2F86-454D-8BA3-C5495D10A24B}"/>
                  </a:ext>
                </a:extLst>
              </p:cNvPr>
              <p:cNvSpPr/>
              <p:nvPr/>
            </p:nvSpPr>
            <p:spPr bwMode="gray">
              <a:xfrm>
                <a:off x="10834953" y="3934187"/>
                <a:ext cx="822994" cy="472458"/>
              </a:xfrm>
              <a:custGeom>
                <a:avLst/>
                <a:gdLst>
                  <a:gd name="connsiteX0" fmla="*/ 0 w 692944"/>
                  <a:gd name="connsiteY0" fmla="*/ 397668 h 397668"/>
                  <a:gd name="connsiteX1" fmla="*/ 145257 w 692944"/>
                  <a:gd name="connsiteY1" fmla="*/ 397668 h 397668"/>
                  <a:gd name="connsiteX2" fmla="*/ 542925 w 692944"/>
                  <a:gd name="connsiteY2" fmla="*/ 0 h 397668"/>
                  <a:gd name="connsiteX3" fmla="*/ 692944 w 692944"/>
                  <a:gd name="connsiteY3" fmla="*/ 0 h 3976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92944" h="397668">
                    <a:moveTo>
                      <a:pt x="0" y="397668"/>
                    </a:moveTo>
                    <a:lnTo>
                      <a:pt x="145257" y="397668"/>
                    </a:lnTo>
                    <a:lnTo>
                      <a:pt x="542925" y="0"/>
                    </a:lnTo>
                    <a:lnTo>
                      <a:pt x="692944" y="0"/>
                    </a:lnTo>
                  </a:path>
                </a:pathLst>
              </a:custGeom>
              <a:noFill/>
              <a:ln w="12700">
                <a:solidFill>
                  <a:srgbClr val="41AAAA"/>
                </a:solidFill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407" name="Freihandform 1674">
                <a:extLst>
                  <a:ext uri="{FF2B5EF4-FFF2-40B4-BE49-F238E27FC236}">
                    <a16:creationId xmlns:a16="http://schemas.microsoft.com/office/drawing/2014/main" id="{24590730-C807-48A7-99A8-4E9EDB928B15}"/>
                  </a:ext>
                </a:extLst>
              </p:cNvPr>
              <p:cNvSpPr/>
              <p:nvPr/>
            </p:nvSpPr>
            <p:spPr bwMode="gray">
              <a:xfrm>
                <a:off x="10843438" y="3614498"/>
                <a:ext cx="483615" cy="164088"/>
              </a:xfrm>
              <a:custGeom>
                <a:avLst/>
                <a:gdLst>
                  <a:gd name="connsiteX0" fmla="*/ 0 w 407194"/>
                  <a:gd name="connsiteY0" fmla="*/ 0 h 138113"/>
                  <a:gd name="connsiteX1" fmla="*/ 133350 w 407194"/>
                  <a:gd name="connsiteY1" fmla="*/ 0 h 138113"/>
                  <a:gd name="connsiteX2" fmla="*/ 271463 w 407194"/>
                  <a:gd name="connsiteY2" fmla="*/ 138113 h 138113"/>
                  <a:gd name="connsiteX3" fmla="*/ 407194 w 407194"/>
                  <a:gd name="connsiteY3" fmla="*/ 138113 h 1381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7194" h="138113">
                    <a:moveTo>
                      <a:pt x="0" y="0"/>
                    </a:moveTo>
                    <a:lnTo>
                      <a:pt x="133350" y="0"/>
                    </a:lnTo>
                    <a:lnTo>
                      <a:pt x="271463" y="138113"/>
                    </a:lnTo>
                    <a:lnTo>
                      <a:pt x="407194" y="138113"/>
                    </a:lnTo>
                  </a:path>
                </a:pathLst>
              </a:custGeom>
              <a:noFill/>
              <a:ln w="12700">
                <a:solidFill>
                  <a:srgbClr val="41AAAA"/>
                </a:solidFill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408" name="Freihandform 1675">
                <a:extLst>
                  <a:ext uri="{FF2B5EF4-FFF2-40B4-BE49-F238E27FC236}">
                    <a16:creationId xmlns:a16="http://schemas.microsoft.com/office/drawing/2014/main" id="{5B0C5B0E-39AA-42E1-B964-163C753B24B2}"/>
                  </a:ext>
                </a:extLst>
              </p:cNvPr>
              <p:cNvSpPr/>
              <p:nvPr/>
            </p:nvSpPr>
            <p:spPr bwMode="gray">
              <a:xfrm>
                <a:off x="11171504" y="3770097"/>
                <a:ext cx="311098" cy="161259"/>
              </a:xfrm>
              <a:custGeom>
                <a:avLst/>
                <a:gdLst>
                  <a:gd name="connsiteX0" fmla="*/ 0 w 261938"/>
                  <a:gd name="connsiteY0" fmla="*/ 135732 h 135732"/>
                  <a:gd name="connsiteX1" fmla="*/ 126206 w 261938"/>
                  <a:gd name="connsiteY1" fmla="*/ 135732 h 135732"/>
                  <a:gd name="connsiteX2" fmla="*/ 261938 w 261938"/>
                  <a:gd name="connsiteY2" fmla="*/ 0 h 1357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61938" h="135732">
                    <a:moveTo>
                      <a:pt x="0" y="135732"/>
                    </a:moveTo>
                    <a:lnTo>
                      <a:pt x="126206" y="135732"/>
                    </a:lnTo>
                    <a:lnTo>
                      <a:pt x="261938" y="0"/>
                    </a:lnTo>
                  </a:path>
                </a:pathLst>
              </a:custGeom>
              <a:noFill/>
              <a:ln w="12700">
                <a:solidFill>
                  <a:srgbClr val="41AAAA"/>
                </a:solidFill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409" name="Freihandform 1676">
                <a:extLst>
                  <a:ext uri="{FF2B5EF4-FFF2-40B4-BE49-F238E27FC236}">
                    <a16:creationId xmlns:a16="http://schemas.microsoft.com/office/drawing/2014/main" id="{2D8CB235-1B01-490C-AAE0-5A0039D9613C}"/>
                  </a:ext>
                </a:extLst>
              </p:cNvPr>
              <p:cNvSpPr/>
              <p:nvPr/>
            </p:nvSpPr>
            <p:spPr bwMode="gray">
              <a:xfrm>
                <a:off x="7027311" y="3611670"/>
                <a:ext cx="478901" cy="147113"/>
              </a:xfrm>
              <a:custGeom>
                <a:avLst/>
                <a:gdLst>
                  <a:gd name="connsiteX0" fmla="*/ 0 w 403225"/>
                  <a:gd name="connsiteY0" fmla="*/ 0 h 123825"/>
                  <a:gd name="connsiteX1" fmla="*/ 279400 w 403225"/>
                  <a:gd name="connsiteY1" fmla="*/ 0 h 123825"/>
                  <a:gd name="connsiteX2" fmla="*/ 403225 w 403225"/>
                  <a:gd name="connsiteY2" fmla="*/ 123825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03225" h="123825">
                    <a:moveTo>
                      <a:pt x="0" y="0"/>
                    </a:moveTo>
                    <a:lnTo>
                      <a:pt x="279400" y="0"/>
                    </a:lnTo>
                    <a:lnTo>
                      <a:pt x="403225" y="123825"/>
                    </a:lnTo>
                  </a:path>
                </a:pathLst>
              </a:custGeom>
              <a:noFill/>
              <a:ln w="12700">
                <a:solidFill>
                  <a:srgbClr val="41AAAA"/>
                </a:solidFill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1144" name="Ellipse 972">
              <a:extLst>
                <a:ext uri="{FF2B5EF4-FFF2-40B4-BE49-F238E27FC236}">
                  <a16:creationId xmlns:a16="http://schemas.microsoft.com/office/drawing/2014/main" id="{2CA4DB12-0DE5-44C8-9104-5F05DDD04CB0}"/>
                </a:ext>
              </a:extLst>
            </p:cNvPr>
            <p:cNvSpPr/>
            <p:nvPr/>
          </p:nvSpPr>
          <p:spPr bwMode="gray">
            <a:xfrm flipV="1">
              <a:off x="8053160" y="2557824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45" name="Ellipse 973">
              <a:extLst>
                <a:ext uri="{FF2B5EF4-FFF2-40B4-BE49-F238E27FC236}">
                  <a16:creationId xmlns:a16="http://schemas.microsoft.com/office/drawing/2014/main" id="{EBE42CFE-3EF3-4257-84C0-BD6E3843B22B}"/>
                </a:ext>
              </a:extLst>
            </p:cNvPr>
            <p:cNvSpPr/>
            <p:nvPr/>
          </p:nvSpPr>
          <p:spPr bwMode="gray">
            <a:xfrm flipV="1">
              <a:off x="7950749" y="2557824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46" name="Ellipse 974">
              <a:extLst>
                <a:ext uri="{FF2B5EF4-FFF2-40B4-BE49-F238E27FC236}">
                  <a16:creationId xmlns:a16="http://schemas.microsoft.com/office/drawing/2014/main" id="{B417A1E1-2296-4F38-9A11-6636C070D776}"/>
                </a:ext>
              </a:extLst>
            </p:cNvPr>
            <p:cNvSpPr/>
            <p:nvPr/>
          </p:nvSpPr>
          <p:spPr bwMode="gray">
            <a:xfrm flipV="1">
              <a:off x="7441978" y="2557824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47" name="Ellipse 975">
              <a:extLst>
                <a:ext uri="{FF2B5EF4-FFF2-40B4-BE49-F238E27FC236}">
                  <a16:creationId xmlns:a16="http://schemas.microsoft.com/office/drawing/2014/main" id="{24A827FA-FD41-46AB-A600-2A4DEBC94052}"/>
                </a:ext>
              </a:extLst>
            </p:cNvPr>
            <p:cNvSpPr/>
            <p:nvPr/>
          </p:nvSpPr>
          <p:spPr bwMode="gray">
            <a:xfrm flipV="1">
              <a:off x="7344594" y="2557824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48" name="Ellipse 976">
              <a:extLst>
                <a:ext uri="{FF2B5EF4-FFF2-40B4-BE49-F238E27FC236}">
                  <a16:creationId xmlns:a16="http://schemas.microsoft.com/office/drawing/2014/main" id="{AD03DFC2-F095-4E92-AD55-1F4DA9AA1010}"/>
                </a:ext>
              </a:extLst>
            </p:cNvPr>
            <p:cNvSpPr/>
            <p:nvPr/>
          </p:nvSpPr>
          <p:spPr bwMode="gray">
            <a:xfrm flipV="1">
              <a:off x="9778750" y="2557824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49" name="Ellipse 977">
              <a:extLst>
                <a:ext uri="{FF2B5EF4-FFF2-40B4-BE49-F238E27FC236}">
                  <a16:creationId xmlns:a16="http://schemas.microsoft.com/office/drawing/2014/main" id="{057D8C0F-A44D-416B-AA77-85B5C8D5E1CC}"/>
                </a:ext>
              </a:extLst>
            </p:cNvPr>
            <p:cNvSpPr/>
            <p:nvPr/>
          </p:nvSpPr>
          <p:spPr bwMode="gray">
            <a:xfrm flipV="1">
              <a:off x="10185459" y="2453244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50" name="Ellipse 978">
              <a:extLst>
                <a:ext uri="{FF2B5EF4-FFF2-40B4-BE49-F238E27FC236}">
                  <a16:creationId xmlns:a16="http://schemas.microsoft.com/office/drawing/2014/main" id="{9BF7DB2E-7738-40E3-B6CD-B0865065BC3E}"/>
                </a:ext>
              </a:extLst>
            </p:cNvPr>
            <p:cNvSpPr/>
            <p:nvPr/>
          </p:nvSpPr>
          <p:spPr bwMode="gray">
            <a:xfrm flipV="1">
              <a:off x="10185459" y="2135502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51" name="Ellipse 979">
              <a:extLst>
                <a:ext uri="{FF2B5EF4-FFF2-40B4-BE49-F238E27FC236}">
                  <a16:creationId xmlns:a16="http://schemas.microsoft.com/office/drawing/2014/main" id="{1CFD81A1-4C65-43F8-BF33-2F6869D0E935}"/>
                </a:ext>
              </a:extLst>
            </p:cNvPr>
            <p:cNvSpPr/>
            <p:nvPr/>
          </p:nvSpPr>
          <p:spPr bwMode="gray">
            <a:xfrm flipV="1">
              <a:off x="10185459" y="1816026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52" name="Ellipse 980">
              <a:extLst>
                <a:ext uri="{FF2B5EF4-FFF2-40B4-BE49-F238E27FC236}">
                  <a16:creationId xmlns:a16="http://schemas.microsoft.com/office/drawing/2014/main" id="{3BB65218-E0DD-46DE-A13A-4C1C15B8F8AA}"/>
                </a:ext>
              </a:extLst>
            </p:cNvPr>
            <p:cNvSpPr/>
            <p:nvPr/>
          </p:nvSpPr>
          <p:spPr bwMode="gray">
            <a:xfrm flipV="1">
              <a:off x="10185459" y="160243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53" name="Ellipse 981">
              <a:extLst>
                <a:ext uri="{FF2B5EF4-FFF2-40B4-BE49-F238E27FC236}">
                  <a16:creationId xmlns:a16="http://schemas.microsoft.com/office/drawing/2014/main" id="{A098456C-0F82-49D9-92DA-29D60F7565DF}"/>
                </a:ext>
              </a:extLst>
            </p:cNvPr>
            <p:cNvSpPr/>
            <p:nvPr/>
          </p:nvSpPr>
          <p:spPr bwMode="gray">
            <a:xfrm flipV="1">
              <a:off x="10286625" y="2453244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54" name="Ellipse 982">
              <a:extLst>
                <a:ext uri="{FF2B5EF4-FFF2-40B4-BE49-F238E27FC236}">
                  <a16:creationId xmlns:a16="http://schemas.microsoft.com/office/drawing/2014/main" id="{0DC718D0-3AD4-453C-A593-EA2B8B439710}"/>
                </a:ext>
              </a:extLst>
            </p:cNvPr>
            <p:cNvSpPr/>
            <p:nvPr/>
          </p:nvSpPr>
          <p:spPr bwMode="gray">
            <a:xfrm flipV="1">
              <a:off x="10385977" y="2453244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55" name="Ellipse 983">
              <a:extLst>
                <a:ext uri="{FF2B5EF4-FFF2-40B4-BE49-F238E27FC236}">
                  <a16:creationId xmlns:a16="http://schemas.microsoft.com/office/drawing/2014/main" id="{6C9438CF-F8FF-4709-9460-3BCD681472E0}"/>
                </a:ext>
              </a:extLst>
            </p:cNvPr>
            <p:cNvSpPr/>
            <p:nvPr/>
          </p:nvSpPr>
          <p:spPr bwMode="gray">
            <a:xfrm flipV="1">
              <a:off x="10286625" y="224145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56" name="Ellipse 984">
              <a:extLst>
                <a:ext uri="{FF2B5EF4-FFF2-40B4-BE49-F238E27FC236}">
                  <a16:creationId xmlns:a16="http://schemas.microsoft.com/office/drawing/2014/main" id="{39EEEFE2-CDFF-4987-8C5D-A7721277A19B}"/>
                </a:ext>
              </a:extLst>
            </p:cNvPr>
            <p:cNvSpPr/>
            <p:nvPr/>
          </p:nvSpPr>
          <p:spPr bwMode="gray">
            <a:xfrm flipV="1">
              <a:off x="10385977" y="2347090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57" name="Ellipse 985">
              <a:extLst>
                <a:ext uri="{FF2B5EF4-FFF2-40B4-BE49-F238E27FC236}">
                  <a16:creationId xmlns:a16="http://schemas.microsoft.com/office/drawing/2014/main" id="{DB13E73F-5D67-42AC-88A0-70AD4F850A9C}"/>
                </a:ext>
              </a:extLst>
            </p:cNvPr>
            <p:cNvSpPr/>
            <p:nvPr/>
          </p:nvSpPr>
          <p:spPr bwMode="gray">
            <a:xfrm flipV="1">
              <a:off x="10385977" y="224145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58" name="Ellipse 986">
              <a:extLst>
                <a:ext uri="{FF2B5EF4-FFF2-40B4-BE49-F238E27FC236}">
                  <a16:creationId xmlns:a16="http://schemas.microsoft.com/office/drawing/2014/main" id="{F8197512-FB0E-4224-9163-0B4CD3141C40}"/>
                </a:ext>
              </a:extLst>
            </p:cNvPr>
            <p:cNvSpPr/>
            <p:nvPr/>
          </p:nvSpPr>
          <p:spPr bwMode="gray">
            <a:xfrm flipV="1">
              <a:off x="10084935" y="2347090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59" name="Ellipse 987">
              <a:extLst>
                <a:ext uri="{FF2B5EF4-FFF2-40B4-BE49-F238E27FC236}">
                  <a16:creationId xmlns:a16="http://schemas.microsoft.com/office/drawing/2014/main" id="{42F47091-06EE-43B4-AAAA-DD65F12F712D}"/>
                </a:ext>
              </a:extLst>
            </p:cNvPr>
            <p:cNvSpPr/>
            <p:nvPr/>
          </p:nvSpPr>
          <p:spPr bwMode="gray">
            <a:xfrm flipV="1">
              <a:off x="10084935" y="224145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60" name="Ellipse 988">
              <a:extLst>
                <a:ext uri="{FF2B5EF4-FFF2-40B4-BE49-F238E27FC236}">
                  <a16:creationId xmlns:a16="http://schemas.microsoft.com/office/drawing/2014/main" id="{4BBFFFB4-3084-435B-B4EC-72711415D09A}"/>
                </a:ext>
              </a:extLst>
            </p:cNvPr>
            <p:cNvSpPr/>
            <p:nvPr/>
          </p:nvSpPr>
          <p:spPr bwMode="gray">
            <a:xfrm flipV="1">
              <a:off x="10084935" y="2135502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61" name="Ellipse 989">
              <a:extLst>
                <a:ext uri="{FF2B5EF4-FFF2-40B4-BE49-F238E27FC236}">
                  <a16:creationId xmlns:a16="http://schemas.microsoft.com/office/drawing/2014/main" id="{E8D05AE9-67A4-4616-AD99-9BC93052D735}"/>
                </a:ext>
              </a:extLst>
            </p:cNvPr>
            <p:cNvSpPr/>
            <p:nvPr/>
          </p:nvSpPr>
          <p:spPr bwMode="gray">
            <a:xfrm flipV="1">
              <a:off x="10691133" y="2241459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62" name="Ellipse 990">
              <a:extLst>
                <a:ext uri="{FF2B5EF4-FFF2-40B4-BE49-F238E27FC236}">
                  <a16:creationId xmlns:a16="http://schemas.microsoft.com/office/drawing/2014/main" id="{AA4607B4-3E46-458D-8206-3F17D82C4D76}"/>
                </a:ext>
              </a:extLst>
            </p:cNvPr>
            <p:cNvSpPr/>
            <p:nvPr/>
          </p:nvSpPr>
          <p:spPr bwMode="gray">
            <a:xfrm flipV="1">
              <a:off x="10691133" y="2135502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63" name="Ellipse 991">
              <a:extLst>
                <a:ext uri="{FF2B5EF4-FFF2-40B4-BE49-F238E27FC236}">
                  <a16:creationId xmlns:a16="http://schemas.microsoft.com/office/drawing/2014/main" id="{2E3199A4-31F2-45A0-85E8-73B178F77ED8}"/>
                </a:ext>
              </a:extLst>
            </p:cNvPr>
            <p:cNvSpPr/>
            <p:nvPr/>
          </p:nvSpPr>
          <p:spPr bwMode="gray">
            <a:xfrm flipV="1">
              <a:off x="10593948" y="2135502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64" name="Ellipse 992">
              <a:extLst>
                <a:ext uri="{FF2B5EF4-FFF2-40B4-BE49-F238E27FC236}">
                  <a16:creationId xmlns:a16="http://schemas.microsoft.com/office/drawing/2014/main" id="{CF06F0DF-65C0-4B36-A046-CA51DF345B2E}"/>
                </a:ext>
              </a:extLst>
            </p:cNvPr>
            <p:cNvSpPr/>
            <p:nvPr/>
          </p:nvSpPr>
          <p:spPr bwMode="gray">
            <a:xfrm flipV="1">
              <a:off x="10691133" y="1923224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65" name="Ellipse 993">
              <a:extLst>
                <a:ext uri="{FF2B5EF4-FFF2-40B4-BE49-F238E27FC236}">
                  <a16:creationId xmlns:a16="http://schemas.microsoft.com/office/drawing/2014/main" id="{EAA35D8D-FAE9-4844-A233-9C6771CF9757}"/>
                </a:ext>
              </a:extLst>
            </p:cNvPr>
            <p:cNvSpPr/>
            <p:nvPr/>
          </p:nvSpPr>
          <p:spPr bwMode="gray">
            <a:xfrm flipV="1">
              <a:off x="10691133" y="1816026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66" name="Ellipse 994">
              <a:extLst>
                <a:ext uri="{FF2B5EF4-FFF2-40B4-BE49-F238E27FC236}">
                  <a16:creationId xmlns:a16="http://schemas.microsoft.com/office/drawing/2014/main" id="{D5D80605-31A9-47A3-A05D-3309EC0BFB16}"/>
                </a:ext>
              </a:extLst>
            </p:cNvPr>
            <p:cNvSpPr/>
            <p:nvPr/>
          </p:nvSpPr>
          <p:spPr bwMode="gray">
            <a:xfrm flipV="1">
              <a:off x="10691133" y="170790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67" name="Ellipse 995">
              <a:extLst>
                <a:ext uri="{FF2B5EF4-FFF2-40B4-BE49-F238E27FC236}">
                  <a16:creationId xmlns:a16="http://schemas.microsoft.com/office/drawing/2014/main" id="{312B4A02-8543-44E6-B2FC-03AEBB4BCEBE}"/>
                </a:ext>
              </a:extLst>
            </p:cNvPr>
            <p:cNvSpPr/>
            <p:nvPr/>
          </p:nvSpPr>
          <p:spPr bwMode="gray">
            <a:xfrm flipV="1">
              <a:off x="9883804" y="160243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68" name="Ellipse 996">
              <a:extLst>
                <a:ext uri="{FF2B5EF4-FFF2-40B4-BE49-F238E27FC236}">
                  <a16:creationId xmlns:a16="http://schemas.microsoft.com/office/drawing/2014/main" id="{4968F706-82EE-4702-B66C-B63F4811B5BE}"/>
                </a:ext>
              </a:extLst>
            </p:cNvPr>
            <p:cNvSpPr/>
            <p:nvPr/>
          </p:nvSpPr>
          <p:spPr bwMode="gray">
            <a:xfrm flipV="1">
              <a:off x="9778750" y="1602439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69" name="Ellipse 997">
              <a:extLst>
                <a:ext uri="{FF2B5EF4-FFF2-40B4-BE49-F238E27FC236}">
                  <a16:creationId xmlns:a16="http://schemas.microsoft.com/office/drawing/2014/main" id="{3484B8A7-C59D-49A2-99F9-7485C9D63576}"/>
                </a:ext>
              </a:extLst>
            </p:cNvPr>
            <p:cNvSpPr/>
            <p:nvPr/>
          </p:nvSpPr>
          <p:spPr bwMode="gray">
            <a:xfrm flipV="1">
              <a:off x="9676998" y="1602439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70" name="Ellipse 998">
              <a:extLst>
                <a:ext uri="{FF2B5EF4-FFF2-40B4-BE49-F238E27FC236}">
                  <a16:creationId xmlns:a16="http://schemas.microsoft.com/office/drawing/2014/main" id="{2B490CDC-AD36-41C5-9E73-233FD9B6F166}"/>
                </a:ext>
              </a:extLst>
            </p:cNvPr>
            <p:cNvSpPr/>
            <p:nvPr/>
          </p:nvSpPr>
          <p:spPr bwMode="gray">
            <a:xfrm flipV="1">
              <a:off x="10593948" y="170790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71" name="Ellipse 999">
              <a:extLst>
                <a:ext uri="{FF2B5EF4-FFF2-40B4-BE49-F238E27FC236}">
                  <a16:creationId xmlns:a16="http://schemas.microsoft.com/office/drawing/2014/main" id="{00D2E3EF-5430-41F9-B256-095C4281FCC6}"/>
                </a:ext>
              </a:extLst>
            </p:cNvPr>
            <p:cNvSpPr/>
            <p:nvPr/>
          </p:nvSpPr>
          <p:spPr bwMode="gray">
            <a:xfrm flipV="1">
              <a:off x="10593948" y="1816026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72" name="Ellipse 1000">
              <a:extLst>
                <a:ext uri="{FF2B5EF4-FFF2-40B4-BE49-F238E27FC236}">
                  <a16:creationId xmlns:a16="http://schemas.microsoft.com/office/drawing/2014/main" id="{F3772551-E3B3-4F13-8327-D1CF41A08366}"/>
                </a:ext>
              </a:extLst>
            </p:cNvPr>
            <p:cNvSpPr/>
            <p:nvPr/>
          </p:nvSpPr>
          <p:spPr bwMode="gray">
            <a:xfrm flipV="1">
              <a:off x="10385977" y="1816026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73" name="Ellipse 1001">
              <a:extLst>
                <a:ext uri="{FF2B5EF4-FFF2-40B4-BE49-F238E27FC236}">
                  <a16:creationId xmlns:a16="http://schemas.microsoft.com/office/drawing/2014/main" id="{62A3E8FC-87F0-40DB-B07E-1B3DF00FC28D}"/>
                </a:ext>
              </a:extLst>
            </p:cNvPr>
            <p:cNvSpPr/>
            <p:nvPr/>
          </p:nvSpPr>
          <p:spPr bwMode="gray">
            <a:xfrm flipV="1">
              <a:off x="10490310" y="2135502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74" name="Ellipse 1002">
              <a:extLst>
                <a:ext uri="{FF2B5EF4-FFF2-40B4-BE49-F238E27FC236}">
                  <a16:creationId xmlns:a16="http://schemas.microsoft.com/office/drawing/2014/main" id="{D07A5BF0-CA27-41B8-B467-4E289C37A18A}"/>
                </a:ext>
              </a:extLst>
            </p:cNvPr>
            <p:cNvSpPr/>
            <p:nvPr/>
          </p:nvSpPr>
          <p:spPr bwMode="gray">
            <a:xfrm flipV="1">
              <a:off x="10490310" y="202859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75" name="Ellipse 1003">
              <a:extLst>
                <a:ext uri="{FF2B5EF4-FFF2-40B4-BE49-F238E27FC236}">
                  <a16:creationId xmlns:a16="http://schemas.microsoft.com/office/drawing/2014/main" id="{33A9499A-FE66-4DCD-954B-D83D255974AB}"/>
                </a:ext>
              </a:extLst>
            </p:cNvPr>
            <p:cNvSpPr/>
            <p:nvPr/>
          </p:nvSpPr>
          <p:spPr bwMode="gray">
            <a:xfrm flipV="1">
              <a:off x="10490310" y="160243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76" name="Ellipse 1004">
              <a:extLst>
                <a:ext uri="{FF2B5EF4-FFF2-40B4-BE49-F238E27FC236}">
                  <a16:creationId xmlns:a16="http://schemas.microsoft.com/office/drawing/2014/main" id="{DE1E0962-C30B-441E-A968-2F5B9984D99E}"/>
                </a:ext>
              </a:extLst>
            </p:cNvPr>
            <p:cNvSpPr/>
            <p:nvPr/>
          </p:nvSpPr>
          <p:spPr bwMode="gray">
            <a:xfrm flipV="1">
              <a:off x="9778750" y="1707909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77" name="Ellipse 1005">
              <a:extLst>
                <a:ext uri="{FF2B5EF4-FFF2-40B4-BE49-F238E27FC236}">
                  <a16:creationId xmlns:a16="http://schemas.microsoft.com/office/drawing/2014/main" id="{0AA54B4B-7B0C-482A-8846-D81F2974B1BA}"/>
                </a:ext>
              </a:extLst>
            </p:cNvPr>
            <p:cNvSpPr/>
            <p:nvPr/>
          </p:nvSpPr>
          <p:spPr bwMode="gray">
            <a:xfrm flipV="1">
              <a:off x="9883804" y="1707909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78" name="Ellipse 1006">
              <a:extLst>
                <a:ext uri="{FF2B5EF4-FFF2-40B4-BE49-F238E27FC236}">
                  <a16:creationId xmlns:a16="http://schemas.microsoft.com/office/drawing/2014/main" id="{44BFC34A-213E-4227-A666-CAB6D90612F0}"/>
                </a:ext>
              </a:extLst>
            </p:cNvPr>
            <p:cNvSpPr/>
            <p:nvPr/>
          </p:nvSpPr>
          <p:spPr bwMode="gray">
            <a:xfrm flipV="1">
              <a:off x="9979215" y="1707909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79" name="Ellipse 1007">
              <a:extLst>
                <a:ext uri="{FF2B5EF4-FFF2-40B4-BE49-F238E27FC236}">
                  <a16:creationId xmlns:a16="http://schemas.microsoft.com/office/drawing/2014/main" id="{8B035F59-C36D-4D09-9E06-021B0635B0DB}"/>
                </a:ext>
              </a:extLst>
            </p:cNvPr>
            <p:cNvSpPr/>
            <p:nvPr/>
          </p:nvSpPr>
          <p:spPr bwMode="gray">
            <a:xfrm flipV="1">
              <a:off x="9979215" y="1816026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80" name="Ellipse 1008">
              <a:extLst>
                <a:ext uri="{FF2B5EF4-FFF2-40B4-BE49-F238E27FC236}">
                  <a16:creationId xmlns:a16="http://schemas.microsoft.com/office/drawing/2014/main" id="{17A2A8E4-049C-4AD4-BD94-6AD72D92C414}"/>
                </a:ext>
              </a:extLst>
            </p:cNvPr>
            <p:cNvSpPr/>
            <p:nvPr/>
          </p:nvSpPr>
          <p:spPr bwMode="gray">
            <a:xfrm flipV="1">
              <a:off x="9979215" y="1923224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81" name="Ellipse 1009">
              <a:extLst>
                <a:ext uri="{FF2B5EF4-FFF2-40B4-BE49-F238E27FC236}">
                  <a16:creationId xmlns:a16="http://schemas.microsoft.com/office/drawing/2014/main" id="{CFF33687-C80D-412C-A267-1AC2F31DCBD7}"/>
                </a:ext>
              </a:extLst>
            </p:cNvPr>
            <p:cNvSpPr/>
            <p:nvPr/>
          </p:nvSpPr>
          <p:spPr bwMode="gray">
            <a:xfrm flipV="1">
              <a:off x="9979215" y="224145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82" name="Ellipse 1010">
              <a:extLst>
                <a:ext uri="{FF2B5EF4-FFF2-40B4-BE49-F238E27FC236}">
                  <a16:creationId xmlns:a16="http://schemas.microsoft.com/office/drawing/2014/main" id="{E064C9FE-0712-4F59-B68F-C8924FE7764D}"/>
                </a:ext>
              </a:extLst>
            </p:cNvPr>
            <p:cNvSpPr/>
            <p:nvPr/>
          </p:nvSpPr>
          <p:spPr bwMode="gray">
            <a:xfrm flipV="1">
              <a:off x="9778750" y="2453244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83" name="Ellipse 1011">
              <a:extLst>
                <a:ext uri="{FF2B5EF4-FFF2-40B4-BE49-F238E27FC236}">
                  <a16:creationId xmlns:a16="http://schemas.microsoft.com/office/drawing/2014/main" id="{BCCC939D-D937-401A-BE6B-259F1D45C390}"/>
                </a:ext>
              </a:extLst>
            </p:cNvPr>
            <p:cNvSpPr/>
            <p:nvPr/>
          </p:nvSpPr>
          <p:spPr bwMode="gray">
            <a:xfrm flipV="1">
              <a:off x="9778750" y="2347090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84" name="Ellipse 1012">
              <a:extLst>
                <a:ext uri="{FF2B5EF4-FFF2-40B4-BE49-F238E27FC236}">
                  <a16:creationId xmlns:a16="http://schemas.microsoft.com/office/drawing/2014/main" id="{25F71D7C-F0CF-44D6-99DE-FEC1BB1DDD71}"/>
                </a:ext>
              </a:extLst>
            </p:cNvPr>
            <p:cNvSpPr/>
            <p:nvPr/>
          </p:nvSpPr>
          <p:spPr bwMode="gray">
            <a:xfrm flipV="1">
              <a:off x="9778750" y="202859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85" name="Ellipse 1013">
              <a:extLst>
                <a:ext uri="{FF2B5EF4-FFF2-40B4-BE49-F238E27FC236}">
                  <a16:creationId xmlns:a16="http://schemas.microsoft.com/office/drawing/2014/main" id="{55E9CA06-99BE-4D5E-984C-FCD34B9CA49D}"/>
                </a:ext>
              </a:extLst>
            </p:cNvPr>
            <p:cNvSpPr/>
            <p:nvPr/>
          </p:nvSpPr>
          <p:spPr bwMode="gray">
            <a:xfrm flipV="1">
              <a:off x="9778750" y="1816026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86" name="Ellipse 1014">
              <a:extLst>
                <a:ext uri="{FF2B5EF4-FFF2-40B4-BE49-F238E27FC236}">
                  <a16:creationId xmlns:a16="http://schemas.microsoft.com/office/drawing/2014/main" id="{68BC1E2D-944F-404B-B085-0BFFB7982005}"/>
                </a:ext>
              </a:extLst>
            </p:cNvPr>
            <p:cNvSpPr/>
            <p:nvPr/>
          </p:nvSpPr>
          <p:spPr bwMode="gray">
            <a:xfrm flipV="1">
              <a:off x="9676998" y="2241459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87" name="Ellipse 1015">
              <a:extLst>
                <a:ext uri="{FF2B5EF4-FFF2-40B4-BE49-F238E27FC236}">
                  <a16:creationId xmlns:a16="http://schemas.microsoft.com/office/drawing/2014/main" id="{2885A48F-698D-48EC-92C4-2A6954E09C8F}"/>
                </a:ext>
              </a:extLst>
            </p:cNvPr>
            <p:cNvSpPr/>
            <p:nvPr/>
          </p:nvSpPr>
          <p:spPr bwMode="gray">
            <a:xfrm flipV="1">
              <a:off x="9676998" y="1923224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88" name="Ellipse 1016">
              <a:extLst>
                <a:ext uri="{FF2B5EF4-FFF2-40B4-BE49-F238E27FC236}">
                  <a16:creationId xmlns:a16="http://schemas.microsoft.com/office/drawing/2014/main" id="{7392AF04-9CAE-4197-946A-F1123F71A14C}"/>
                </a:ext>
              </a:extLst>
            </p:cNvPr>
            <p:cNvSpPr/>
            <p:nvPr/>
          </p:nvSpPr>
          <p:spPr bwMode="gray">
            <a:xfrm flipV="1">
              <a:off x="9471345" y="2453244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89" name="Ellipse 1017">
              <a:extLst>
                <a:ext uri="{FF2B5EF4-FFF2-40B4-BE49-F238E27FC236}">
                  <a16:creationId xmlns:a16="http://schemas.microsoft.com/office/drawing/2014/main" id="{CF8AC4DD-23CC-4198-BA69-79C36E99D993}"/>
                </a:ext>
              </a:extLst>
            </p:cNvPr>
            <p:cNvSpPr/>
            <p:nvPr/>
          </p:nvSpPr>
          <p:spPr bwMode="gray">
            <a:xfrm flipV="1">
              <a:off x="9471345" y="2347090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90" name="Ellipse 1018">
              <a:extLst>
                <a:ext uri="{FF2B5EF4-FFF2-40B4-BE49-F238E27FC236}">
                  <a16:creationId xmlns:a16="http://schemas.microsoft.com/office/drawing/2014/main" id="{CEC15F52-046A-4B90-AAFE-FFBC7C01A17E}"/>
                </a:ext>
              </a:extLst>
            </p:cNvPr>
            <p:cNvSpPr/>
            <p:nvPr/>
          </p:nvSpPr>
          <p:spPr bwMode="gray">
            <a:xfrm flipV="1">
              <a:off x="9471345" y="1923224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91" name="Ellipse 1019">
              <a:extLst>
                <a:ext uri="{FF2B5EF4-FFF2-40B4-BE49-F238E27FC236}">
                  <a16:creationId xmlns:a16="http://schemas.microsoft.com/office/drawing/2014/main" id="{91EECF1B-0BFF-4128-80B3-EC6AAA10CCDA}"/>
                </a:ext>
              </a:extLst>
            </p:cNvPr>
            <p:cNvSpPr/>
            <p:nvPr/>
          </p:nvSpPr>
          <p:spPr bwMode="gray">
            <a:xfrm flipV="1">
              <a:off x="9471345" y="1816026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92" name="Ellipse 1020">
              <a:extLst>
                <a:ext uri="{FF2B5EF4-FFF2-40B4-BE49-F238E27FC236}">
                  <a16:creationId xmlns:a16="http://schemas.microsoft.com/office/drawing/2014/main" id="{1326CA65-D1B7-4706-8787-851C5C0C9478}"/>
                </a:ext>
              </a:extLst>
            </p:cNvPr>
            <p:cNvSpPr/>
            <p:nvPr/>
          </p:nvSpPr>
          <p:spPr bwMode="gray">
            <a:xfrm flipV="1">
              <a:off x="9471345" y="1707909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93" name="Ellipse 1021">
              <a:extLst>
                <a:ext uri="{FF2B5EF4-FFF2-40B4-BE49-F238E27FC236}">
                  <a16:creationId xmlns:a16="http://schemas.microsoft.com/office/drawing/2014/main" id="{BD955DC0-0D5D-4AED-B8D2-9181D691D817}"/>
                </a:ext>
              </a:extLst>
            </p:cNvPr>
            <p:cNvSpPr/>
            <p:nvPr/>
          </p:nvSpPr>
          <p:spPr bwMode="gray">
            <a:xfrm flipV="1">
              <a:off x="9471345" y="160243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94" name="Ellipse 1022">
              <a:extLst>
                <a:ext uri="{FF2B5EF4-FFF2-40B4-BE49-F238E27FC236}">
                  <a16:creationId xmlns:a16="http://schemas.microsoft.com/office/drawing/2014/main" id="{5F721C5C-AAE4-4296-B912-6060225B702D}"/>
                </a:ext>
              </a:extLst>
            </p:cNvPr>
            <p:cNvSpPr/>
            <p:nvPr/>
          </p:nvSpPr>
          <p:spPr bwMode="gray">
            <a:xfrm flipV="1">
              <a:off x="9574906" y="1602439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95" name="Ellipse 1023">
              <a:extLst>
                <a:ext uri="{FF2B5EF4-FFF2-40B4-BE49-F238E27FC236}">
                  <a16:creationId xmlns:a16="http://schemas.microsoft.com/office/drawing/2014/main" id="{2F82892A-C34B-4543-BD5E-91FDBCFC08BE}"/>
                </a:ext>
              </a:extLst>
            </p:cNvPr>
            <p:cNvSpPr/>
            <p:nvPr/>
          </p:nvSpPr>
          <p:spPr bwMode="gray">
            <a:xfrm flipV="1">
              <a:off x="9471345" y="145798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96" name="Ellipse 1024">
              <a:extLst>
                <a:ext uri="{FF2B5EF4-FFF2-40B4-BE49-F238E27FC236}">
                  <a16:creationId xmlns:a16="http://schemas.microsoft.com/office/drawing/2014/main" id="{49A81370-24D4-4D91-AFED-04BD7918E031}"/>
                </a:ext>
              </a:extLst>
            </p:cNvPr>
            <p:cNvSpPr/>
            <p:nvPr/>
          </p:nvSpPr>
          <p:spPr bwMode="gray">
            <a:xfrm flipV="1">
              <a:off x="9371954" y="160243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97" name="Ellipse 1025">
              <a:extLst>
                <a:ext uri="{FF2B5EF4-FFF2-40B4-BE49-F238E27FC236}">
                  <a16:creationId xmlns:a16="http://schemas.microsoft.com/office/drawing/2014/main" id="{07746BF1-3E98-4496-AA0A-D07AD5812509}"/>
                </a:ext>
              </a:extLst>
            </p:cNvPr>
            <p:cNvSpPr/>
            <p:nvPr/>
          </p:nvSpPr>
          <p:spPr bwMode="gray">
            <a:xfrm flipV="1">
              <a:off x="9371954" y="2347090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98" name="Ellipse 1026">
              <a:extLst>
                <a:ext uri="{FF2B5EF4-FFF2-40B4-BE49-F238E27FC236}">
                  <a16:creationId xmlns:a16="http://schemas.microsoft.com/office/drawing/2014/main" id="{D407010D-9F39-4943-9BF1-69344A8F1135}"/>
                </a:ext>
              </a:extLst>
            </p:cNvPr>
            <p:cNvSpPr/>
            <p:nvPr/>
          </p:nvSpPr>
          <p:spPr bwMode="gray">
            <a:xfrm flipV="1">
              <a:off x="9268950" y="2453244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99" name="Ellipse 1027">
              <a:extLst>
                <a:ext uri="{FF2B5EF4-FFF2-40B4-BE49-F238E27FC236}">
                  <a16:creationId xmlns:a16="http://schemas.microsoft.com/office/drawing/2014/main" id="{83A3268C-40BA-4F9C-8D12-B391FEF322E7}"/>
                </a:ext>
              </a:extLst>
            </p:cNvPr>
            <p:cNvSpPr/>
            <p:nvPr/>
          </p:nvSpPr>
          <p:spPr bwMode="gray">
            <a:xfrm flipV="1">
              <a:off x="9268950" y="1816026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00" name="Ellipse 1028">
              <a:extLst>
                <a:ext uri="{FF2B5EF4-FFF2-40B4-BE49-F238E27FC236}">
                  <a16:creationId xmlns:a16="http://schemas.microsoft.com/office/drawing/2014/main" id="{DA7F95CE-8806-4C7A-8CDF-E211A174927B}"/>
                </a:ext>
              </a:extLst>
            </p:cNvPr>
            <p:cNvSpPr/>
            <p:nvPr/>
          </p:nvSpPr>
          <p:spPr bwMode="gray">
            <a:xfrm flipV="1">
              <a:off x="9268950" y="170790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01" name="Ellipse 1029">
              <a:extLst>
                <a:ext uri="{FF2B5EF4-FFF2-40B4-BE49-F238E27FC236}">
                  <a16:creationId xmlns:a16="http://schemas.microsoft.com/office/drawing/2014/main" id="{9B3CA0A8-9A20-44EA-9D4C-FD6A2EDA45D3}"/>
                </a:ext>
              </a:extLst>
            </p:cNvPr>
            <p:cNvSpPr/>
            <p:nvPr/>
          </p:nvSpPr>
          <p:spPr bwMode="gray">
            <a:xfrm flipV="1">
              <a:off x="9268950" y="2347090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02" name="Ellipse 1030">
              <a:extLst>
                <a:ext uri="{FF2B5EF4-FFF2-40B4-BE49-F238E27FC236}">
                  <a16:creationId xmlns:a16="http://schemas.microsoft.com/office/drawing/2014/main" id="{0E6ED0D9-EF5C-4E39-92CE-EB82F165F03F}"/>
                </a:ext>
              </a:extLst>
            </p:cNvPr>
            <p:cNvSpPr/>
            <p:nvPr/>
          </p:nvSpPr>
          <p:spPr bwMode="gray">
            <a:xfrm flipV="1">
              <a:off x="9169531" y="2347090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03" name="Ellipse 1031">
              <a:extLst>
                <a:ext uri="{FF2B5EF4-FFF2-40B4-BE49-F238E27FC236}">
                  <a16:creationId xmlns:a16="http://schemas.microsoft.com/office/drawing/2014/main" id="{F9D2D99A-BB4C-4C4D-8DD2-888AD12D9D1B}"/>
                </a:ext>
              </a:extLst>
            </p:cNvPr>
            <p:cNvSpPr/>
            <p:nvPr/>
          </p:nvSpPr>
          <p:spPr bwMode="gray">
            <a:xfrm flipV="1">
              <a:off x="9063923" y="2347090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04" name="Ellipse 1032">
              <a:extLst>
                <a:ext uri="{FF2B5EF4-FFF2-40B4-BE49-F238E27FC236}">
                  <a16:creationId xmlns:a16="http://schemas.microsoft.com/office/drawing/2014/main" id="{D5295A50-998A-40F4-B155-D3D48FFB065D}"/>
                </a:ext>
              </a:extLst>
            </p:cNvPr>
            <p:cNvSpPr/>
            <p:nvPr/>
          </p:nvSpPr>
          <p:spPr bwMode="gray">
            <a:xfrm flipV="1">
              <a:off x="8865794" y="2241459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05" name="Ellipse 1033">
              <a:extLst>
                <a:ext uri="{FF2B5EF4-FFF2-40B4-BE49-F238E27FC236}">
                  <a16:creationId xmlns:a16="http://schemas.microsoft.com/office/drawing/2014/main" id="{B23AC2F0-6CE8-4E20-AD88-6F3A0664069C}"/>
                </a:ext>
              </a:extLst>
            </p:cNvPr>
            <p:cNvSpPr/>
            <p:nvPr/>
          </p:nvSpPr>
          <p:spPr bwMode="gray">
            <a:xfrm flipV="1">
              <a:off x="8762410" y="2347090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06" name="Ellipse 1034">
              <a:extLst>
                <a:ext uri="{FF2B5EF4-FFF2-40B4-BE49-F238E27FC236}">
                  <a16:creationId xmlns:a16="http://schemas.microsoft.com/office/drawing/2014/main" id="{539B7069-1779-421E-9C4B-DD73C8D5170F}"/>
                </a:ext>
              </a:extLst>
            </p:cNvPr>
            <p:cNvSpPr/>
            <p:nvPr/>
          </p:nvSpPr>
          <p:spPr bwMode="gray">
            <a:xfrm flipV="1">
              <a:off x="8666236" y="2453244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07" name="Ellipse 1035">
              <a:extLst>
                <a:ext uri="{FF2B5EF4-FFF2-40B4-BE49-F238E27FC236}">
                  <a16:creationId xmlns:a16="http://schemas.microsoft.com/office/drawing/2014/main" id="{207B3FD4-B66C-4FAD-92AB-515D53DB1F8F}"/>
                </a:ext>
              </a:extLst>
            </p:cNvPr>
            <p:cNvSpPr/>
            <p:nvPr/>
          </p:nvSpPr>
          <p:spPr bwMode="gray">
            <a:xfrm flipV="1">
              <a:off x="8458819" y="1816026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08" name="Ellipse 1036">
              <a:extLst>
                <a:ext uri="{FF2B5EF4-FFF2-40B4-BE49-F238E27FC236}">
                  <a16:creationId xmlns:a16="http://schemas.microsoft.com/office/drawing/2014/main" id="{07139384-982E-4BAE-B159-9DFEE56AD135}"/>
                </a:ext>
              </a:extLst>
            </p:cNvPr>
            <p:cNvSpPr/>
            <p:nvPr/>
          </p:nvSpPr>
          <p:spPr bwMode="gray">
            <a:xfrm flipV="1">
              <a:off x="8458819" y="170790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09" name="Ellipse 1037">
              <a:extLst>
                <a:ext uri="{FF2B5EF4-FFF2-40B4-BE49-F238E27FC236}">
                  <a16:creationId xmlns:a16="http://schemas.microsoft.com/office/drawing/2014/main" id="{37F3D87E-3E10-4E2E-88A9-193E04262BBE}"/>
                </a:ext>
              </a:extLst>
            </p:cNvPr>
            <p:cNvSpPr/>
            <p:nvPr/>
          </p:nvSpPr>
          <p:spPr bwMode="gray">
            <a:xfrm flipV="1">
              <a:off x="8458819" y="160243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10" name="Ellipse 1038">
              <a:extLst>
                <a:ext uri="{FF2B5EF4-FFF2-40B4-BE49-F238E27FC236}">
                  <a16:creationId xmlns:a16="http://schemas.microsoft.com/office/drawing/2014/main" id="{7C7E46DB-61B4-46CA-A623-3580ABF33F43}"/>
                </a:ext>
              </a:extLst>
            </p:cNvPr>
            <p:cNvSpPr/>
            <p:nvPr/>
          </p:nvSpPr>
          <p:spPr bwMode="gray">
            <a:xfrm flipV="1">
              <a:off x="8355188" y="160243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11" name="Ellipse 1039">
              <a:extLst>
                <a:ext uri="{FF2B5EF4-FFF2-40B4-BE49-F238E27FC236}">
                  <a16:creationId xmlns:a16="http://schemas.microsoft.com/office/drawing/2014/main" id="{2C70F597-87E5-4D2B-A9D4-426EBFD64186}"/>
                </a:ext>
              </a:extLst>
            </p:cNvPr>
            <p:cNvSpPr/>
            <p:nvPr/>
          </p:nvSpPr>
          <p:spPr bwMode="gray">
            <a:xfrm flipV="1">
              <a:off x="8355188" y="145798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12" name="Ellipse 1040">
              <a:extLst>
                <a:ext uri="{FF2B5EF4-FFF2-40B4-BE49-F238E27FC236}">
                  <a16:creationId xmlns:a16="http://schemas.microsoft.com/office/drawing/2014/main" id="{24A9831C-1031-42A1-8278-5440B59F00EE}"/>
                </a:ext>
              </a:extLst>
            </p:cNvPr>
            <p:cNvSpPr/>
            <p:nvPr/>
          </p:nvSpPr>
          <p:spPr bwMode="gray">
            <a:xfrm flipV="1">
              <a:off x="8257598" y="160243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13" name="Ellipse 1041">
              <a:extLst>
                <a:ext uri="{FF2B5EF4-FFF2-40B4-BE49-F238E27FC236}">
                  <a16:creationId xmlns:a16="http://schemas.microsoft.com/office/drawing/2014/main" id="{A0E5A786-D69C-4475-8893-3F5721D58E7C}"/>
                </a:ext>
              </a:extLst>
            </p:cNvPr>
            <p:cNvSpPr/>
            <p:nvPr/>
          </p:nvSpPr>
          <p:spPr bwMode="gray">
            <a:xfrm flipV="1">
              <a:off x="8257598" y="145798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14" name="Ellipse 1042">
              <a:extLst>
                <a:ext uri="{FF2B5EF4-FFF2-40B4-BE49-F238E27FC236}">
                  <a16:creationId xmlns:a16="http://schemas.microsoft.com/office/drawing/2014/main" id="{C852A294-218B-46EE-9749-7E681D269602}"/>
                </a:ext>
              </a:extLst>
            </p:cNvPr>
            <p:cNvSpPr/>
            <p:nvPr/>
          </p:nvSpPr>
          <p:spPr bwMode="gray">
            <a:xfrm flipV="1">
              <a:off x="8257598" y="1816026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15" name="Ellipse 1043">
              <a:extLst>
                <a:ext uri="{FF2B5EF4-FFF2-40B4-BE49-F238E27FC236}">
                  <a16:creationId xmlns:a16="http://schemas.microsoft.com/office/drawing/2014/main" id="{84D8F582-6ACF-4163-9CD7-F5AB41FA19CB}"/>
                </a:ext>
              </a:extLst>
            </p:cNvPr>
            <p:cNvSpPr/>
            <p:nvPr/>
          </p:nvSpPr>
          <p:spPr bwMode="gray">
            <a:xfrm flipV="1">
              <a:off x="8257598" y="2028599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16" name="Ellipse 1044">
              <a:extLst>
                <a:ext uri="{FF2B5EF4-FFF2-40B4-BE49-F238E27FC236}">
                  <a16:creationId xmlns:a16="http://schemas.microsoft.com/office/drawing/2014/main" id="{C4B4ADC0-0DB9-492C-9099-F330895BD522}"/>
                </a:ext>
              </a:extLst>
            </p:cNvPr>
            <p:cNvSpPr/>
            <p:nvPr/>
          </p:nvSpPr>
          <p:spPr bwMode="gray">
            <a:xfrm flipV="1">
              <a:off x="8156400" y="1923224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17" name="Ellipse 1045">
              <a:extLst>
                <a:ext uri="{FF2B5EF4-FFF2-40B4-BE49-F238E27FC236}">
                  <a16:creationId xmlns:a16="http://schemas.microsoft.com/office/drawing/2014/main" id="{C240EF7F-E1B2-43F2-9CC6-5D3DBC415C3A}"/>
                </a:ext>
              </a:extLst>
            </p:cNvPr>
            <p:cNvSpPr/>
            <p:nvPr/>
          </p:nvSpPr>
          <p:spPr bwMode="gray">
            <a:xfrm flipV="1">
              <a:off x="8053160" y="1923224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18" name="Ellipse 1046">
              <a:extLst>
                <a:ext uri="{FF2B5EF4-FFF2-40B4-BE49-F238E27FC236}">
                  <a16:creationId xmlns:a16="http://schemas.microsoft.com/office/drawing/2014/main" id="{40CC40F3-CB00-4317-BB01-1D1DBA8600D5}"/>
                </a:ext>
              </a:extLst>
            </p:cNvPr>
            <p:cNvSpPr/>
            <p:nvPr/>
          </p:nvSpPr>
          <p:spPr bwMode="gray">
            <a:xfrm flipV="1">
              <a:off x="8053160" y="170790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19" name="Ellipse 1047">
              <a:extLst>
                <a:ext uri="{FF2B5EF4-FFF2-40B4-BE49-F238E27FC236}">
                  <a16:creationId xmlns:a16="http://schemas.microsoft.com/office/drawing/2014/main" id="{FBB44085-013E-4528-9853-27BF073818B8}"/>
                </a:ext>
              </a:extLst>
            </p:cNvPr>
            <p:cNvSpPr/>
            <p:nvPr/>
          </p:nvSpPr>
          <p:spPr bwMode="gray">
            <a:xfrm flipV="1">
              <a:off x="8053160" y="1816026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20" name="Ellipse 1048">
              <a:extLst>
                <a:ext uri="{FF2B5EF4-FFF2-40B4-BE49-F238E27FC236}">
                  <a16:creationId xmlns:a16="http://schemas.microsoft.com/office/drawing/2014/main" id="{E4FC1271-F7DE-4599-AB70-E6FA4C3D29C1}"/>
                </a:ext>
              </a:extLst>
            </p:cNvPr>
            <p:cNvSpPr/>
            <p:nvPr/>
          </p:nvSpPr>
          <p:spPr bwMode="gray">
            <a:xfrm flipV="1">
              <a:off x="8053160" y="2135502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21" name="Ellipse 1049">
              <a:extLst>
                <a:ext uri="{FF2B5EF4-FFF2-40B4-BE49-F238E27FC236}">
                  <a16:creationId xmlns:a16="http://schemas.microsoft.com/office/drawing/2014/main" id="{064585E5-F7B4-4EB5-9CFD-B6CF463D6D88}"/>
                </a:ext>
              </a:extLst>
            </p:cNvPr>
            <p:cNvSpPr/>
            <p:nvPr/>
          </p:nvSpPr>
          <p:spPr bwMode="gray">
            <a:xfrm flipV="1">
              <a:off x="8053160" y="2347090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22" name="Ellipse 1050">
              <a:extLst>
                <a:ext uri="{FF2B5EF4-FFF2-40B4-BE49-F238E27FC236}">
                  <a16:creationId xmlns:a16="http://schemas.microsoft.com/office/drawing/2014/main" id="{97BF6B26-82DF-4C19-A49B-EAB38E0BCDED}"/>
                </a:ext>
              </a:extLst>
            </p:cNvPr>
            <p:cNvSpPr/>
            <p:nvPr/>
          </p:nvSpPr>
          <p:spPr bwMode="gray">
            <a:xfrm flipV="1">
              <a:off x="8053160" y="2453244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23" name="Ellipse 1051">
              <a:extLst>
                <a:ext uri="{FF2B5EF4-FFF2-40B4-BE49-F238E27FC236}">
                  <a16:creationId xmlns:a16="http://schemas.microsoft.com/office/drawing/2014/main" id="{514F9A1F-793B-49B1-BCD5-EF3654F84EAA}"/>
                </a:ext>
              </a:extLst>
            </p:cNvPr>
            <p:cNvSpPr/>
            <p:nvPr/>
          </p:nvSpPr>
          <p:spPr bwMode="gray">
            <a:xfrm flipV="1">
              <a:off x="7950749" y="1923224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24" name="Ellipse 1052">
              <a:extLst>
                <a:ext uri="{FF2B5EF4-FFF2-40B4-BE49-F238E27FC236}">
                  <a16:creationId xmlns:a16="http://schemas.microsoft.com/office/drawing/2014/main" id="{E0EBB02D-5027-4A9E-8B55-9D37F3A852C3}"/>
                </a:ext>
              </a:extLst>
            </p:cNvPr>
            <p:cNvSpPr/>
            <p:nvPr/>
          </p:nvSpPr>
          <p:spPr bwMode="gray">
            <a:xfrm flipV="1">
              <a:off x="7950749" y="1816026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25" name="Ellipse 1053">
              <a:extLst>
                <a:ext uri="{FF2B5EF4-FFF2-40B4-BE49-F238E27FC236}">
                  <a16:creationId xmlns:a16="http://schemas.microsoft.com/office/drawing/2014/main" id="{47272EDA-52B3-464A-822D-1EF6DC245C31}"/>
                </a:ext>
              </a:extLst>
            </p:cNvPr>
            <p:cNvSpPr/>
            <p:nvPr/>
          </p:nvSpPr>
          <p:spPr bwMode="gray">
            <a:xfrm flipV="1">
              <a:off x="7850594" y="160243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26" name="Ellipse 1054">
              <a:extLst>
                <a:ext uri="{FF2B5EF4-FFF2-40B4-BE49-F238E27FC236}">
                  <a16:creationId xmlns:a16="http://schemas.microsoft.com/office/drawing/2014/main" id="{044D8956-54AD-4FE8-BAFB-49BE8DFEAEFC}"/>
                </a:ext>
              </a:extLst>
            </p:cNvPr>
            <p:cNvSpPr/>
            <p:nvPr/>
          </p:nvSpPr>
          <p:spPr bwMode="gray">
            <a:xfrm flipV="1">
              <a:off x="7850594" y="145798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27" name="Ellipse 1055">
              <a:extLst>
                <a:ext uri="{FF2B5EF4-FFF2-40B4-BE49-F238E27FC236}">
                  <a16:creationId xmlns:a16="http://schemas.microsoft.com/office/drawing/2014/main" id="{89743F2F-9288-41EA-8456-33D707CC868C}"/>
                </a:ext>
              </a:extLst>
            </p:cNvPr>
            <p:cNvSpPr/>
            <p:nvPr/>
          </p:nvSpPr>
          <p:spPr bwMode="gray">
            <a:xfrm flipV="1">
              <a:off x="7850594" y="2453244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28" name="Ellipse 1056">
              <a:extLst>
                <a:ext uri="{FF2B5EF4-FFF2-40B4-BE49-F238E27FC236}">
                  <a16:creationId xmlns:a16="http://schemas.microsoft.com/office/drawing/2014/main" id="{177E773F-7568-4729-824D-5F1AD48087E5}"/>
                </a:ext>
              </a:extLst>
            </p:cNvPr>
            <p:cNvSpPr/>
            <p:nvPr/>
          </p:nvSpPr>
          <p:spPr bwMode="gray">
            <a:xfrm flipV="1">
              <a:off x="7646801" y="1816026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29" name="Ellipse 1057">
              <a:extLst>
                <a:ext uri="{FF2B5EF4-FFF2-40B4-BE49-F238E27FC236}">
                  <a16:creationId xmlns:a16="http://schemas.microsoft.com/office/drawing/2014/main" id="{E8760A2F-4D8E-4E48-B39E-A5D81B82AA04}"/>
                </a:ext>
              </a:extLst>
            </p:cNvPr>
            <p:cNvSpPr/>
            <p:nvPr/>
          </p:nvSpPr>
          <p:spPr bwMode="gray">
            <a:xfrm flipV="1">
              <a:off x="7748160" y="1816026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30" name="Ellipse 1058">
              <a:extLst>
                <a:ext uri="{FF2B5EF4-FFF2-40B4-BE49-F238E27FC236}">
                  <a16:creationId xmlns:a16="http://schemas.microsoft.com/office/drawing/2014/main" id="{D149C099-6A3D-401F-B042-170306288ECA}"/>
                </a:ext>
              </a:extLst>
            </p:cNvPr>
            <p:cNvSpPr/>
            <p:nvPr/>
          </p:nvSpPr>
          <p:spPr bwMode="gray">
            <a:xfrm flipV="1">
              <a:off x="7748160" y="202859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31" name="Ellipse 1059">
              <a:extLst>
                <a:ext uri="{FF2B5EF4-FFF2-40B4-BE49-F238E27FC236}">
                  <a16:creationId xmlns:a16="http://schemas.microsoft.com/office/drawing/2014/main" id="{BB1C8C75-1143-47E6-89ED-EB38B1262B9B}"/>
                </a:ext>
              </a:extLst>
            </p:cNvPr>
            <p:cNvSpPr/>
            <p:nvPr/>
          </p:nvSpPr>
          <p:spPr bwMode="gray">
            <a:xfrm flipV="1">
              <a:off x="7549603" y="1602439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32" name="Ellipse 1060">
              <a:extLst>
                <a:ext uri="{FF2B5EF4-FFF2-40B4-BE49-F238E27FC236}">
                  <a16:creationId xmlns:a16="http://schemas.microsoft.com/office/drawing/2014/main" id="{5629D904-B841-43DE-9B70-F669CF35821E}"/>
                </a:ext>
              </a:extLst>
            </p:cNvPr>
            <p:cNvSpPr/>
            <p:nvPr/>
          </p:nvSpPr>
          <p:spPr bwMode="gray">
            <a:xfrm flipV="1">
              <a:off x="7549603" y="1923224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33" name="Ellipse 1061">
              <a:extLst>
                <a:ext uri="{FF2B5EF4-FFF2-40B4-BE49-F238E27FC236}">
                  <a16:creationId xmlns:a16="http://schemas.microsoft.com/office/drawing/2014/main" id="{DA78C850-A511-4926-BBAF-0F15D41D1ED5}"/>
                </a:ext>
              </a:extLst>
            </p:cNvPr>
            <p:cNvSpPr/>
            <p:nvPr/>
          </p:nvSpPr>
          <p:spPr bwMode="gray">
            <a:xfrm flipV="1">
              <a:off x="7549603" y="2347090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34" name="Ellipse 1062">
              <a:extLst>
                <a:ext uri="{FF2B5EF4-FFF2-40B4-BE49-F238E27FC236}">
                  <a16:creationId xmlns:a16="http://schemas.microsoft.com/office/drawing/2014/main" id="{A7FF66D5-8897-4D38-8B4F-D2926D61FD9D}"/>
                </a:ext>
              </a:extLst>
            </p:cNvPr>
            <p:cNvSpPr/>
            <p:nvPr/>
          </p:nvSpPr>
          <p:spPr bwMode="gray">
            <a:xfrm flipV="1">
              <a:off x="7441978" y="2453244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35" name="Ellipse 1063">
              <a:extLst>
                <a:ext uri="{FF2B5EF4-FFF2-40B4-BE49-F238E27FC236}">
                  <a16:creationId xmlns:a16="http://schemas.microsoft.com/office/drawing/2014/main" id="{DF8F03A1-3A08-467B-ACAF-1623E0A40610}"/>
                </a:ext>
              </a:extLst>
            </p:cNvPr>
            <p:cNvSpPr/>
            <p:nvPr/>
          </p:nvSpPr>
          <p:spPr bwMode="gray">
            <a:xfrm flipV="1">
              <a:off x="7441978" y="2347090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36" name="Ellipse 1064">
              <a:extLst>
                <a:ext uri="{FF2B5EF4-FFF2-40B4-BE49-F238E27FC236}">
                  <a16:creationId xmlns:a16="http://schemas.microsoft.com/office/drawing/2014/main" id="{7A14B0AA-8C37-4AC6-9CE8-1924DF704EC4}"/>
                </a:ext>
              </a:extLst>
            </p:cNvPr>
            <p:cNvSpPr/>
            <p:nvPr/>
          </p:nvSpPr>
          <p:spPr bwMode="gray">
            <a:xfrm flipV="1">
              <a:off x="7344594" y="2028599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37" name="Ellipse 1065">
              <a:extLst>
                <a:ext uri="{FF2B5EF4-FFF2-40B4-BE49-F238E27FC236}">
                  <a16:creationId xmlns:a16="http://schemas.microsoft.com/office/drawing/2014/main" id="{FB49E507-DD36-4FDF-85E0-5969459BDD5A}"/>
                </a:ext>
              </a:extLst>
            </p:cNvPr>
            <p:cNvSpPr/>
            <p:nvPr/>
          </p:nvSpPr>
          <p:spPr bwMode="gray">
            <a:xfrm flipV="1">
              <a:off x="7344594" y="1923224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38" name="Ellipse 1066">
              <a:extLst>
                <a:ext uri="{FF2B5EF4-FFF2-40B4-BE49-F238E27FC236}">
                  <a16:creationId xmlns:a16="http://schemas.microsoft.com/office/drawing/2014/main" id="{4B47ACDB-4120-4FEE-A427-36AA30794FC3}"/>
                </a:ext>
              </a:extLst>
            </p:cNvPr>
            <p:cNvSpPr/>
            <p:nvPr/>
          </p:nvSpPr>
          <p:spPr bwMode="gray">
            <a:xfrm flipV="1">
              <a:off x="7344594" y="1816026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39" name="Ellipse 1067">
              <a:extLst>
                <a:ext uri="{FF2B5EF4-FFF2-40B4-BE49-F238E27FC236}">
                  <a16:creationId xmlns:a16="http://schemas.microsoft.com/office/drawing/2014/main" id="{E3CECFA8-517E-4178-B730-DC45E61D84D7}"/>
                </a:ext>
              </a:extLst>
            </p:cNvPr>
            <p:cNvSpPr/>
            <p:nvPr/>
          </p:nvSpPr>
          <p:spPr bwMode="gray">
            <a:xfrm flipV="1">
              <a:off x="7344594" y="160243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40" name="Ellipse 1068">
              <a:extLst>
                <a:ext uri="{FF2B5EF4-FFF2-40B4-BE49-F238E27FC236}">
                  <a16:creationId xmlns:a16="http://schemas.microsoft.com/office/drawing/2014/main" id="{B10C4B3C-D15B-42C7-A4F9-5EAACEE36FA4}"/>
                </a:ext>
              </a:extLst>
            </p:cNvPr>
            <p:cNvSpPr/>
            <p:nvPr/>
          </p:nvSpPr>
          <p:spPr bwMode="gray">
            <a:xfrm flipV="1">
              <a:off x="7239583" y="2453244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41" name="Ellipse 1069">
              <a:extLst>
                <a:ext uri="{FF2B5EF4-FFF2-40B4-BE49-F238E27FC236}">
                  <a16:creationId xmlns:a16="http://schemas.microsoft.com/office/drawing/2014/main" id="{F0714C03-9A8E-4FAE-8589-2BCEE81FCB44}"/>
                </a:ext>
              </a:extLst>
            </p:cNvPr>
            <p:cNvSpPr/>
            <p:nvPr/>
          </p:nvSpPr>
          <p:spPr bwMode="gray">
            <a:xfrm flipV="1">
              <a:off x="7239583" y="2028599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42" name="Ellipse 1070">
              <a:extLst>
                <a:ext uri="{FF2B5EF4-FFF2-40B4-BE49-F238E27FC236}">
                  <a16:creationId xmlns:a16="http://schemas.microsoft.com/office/drawing/2014/main" id="{08F03835-B150-4BDF-B60E-328DF98732CD}"/>
                </a:ext>
              </a:extLst>
            </p:cNvPr>
            <p:cNvSpPr/>
            <p:nvPr/>
          </p:nvSpPr>
          <p:spPr bwMode="gray">
            <a:xfrm flipV="1">
              <a:off x="7239583" y="1816026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43" name="Ellipse 1071">
              <a:extLst>
                <a:ext uri="{FF2B5EF4-FFF2-40B4-BE49-F238E27FC236}">
                  <a16:creationId xmlns:a16="http://schemas.microsoft.com/office/drawing/2014/main" id="{55E6896C-161D-4FCD-978F-1D6ADC444989}"/>
                </a:ext>
              </a:extLst>
            </p:cNvPr>
            <p:cNvSpPr/>
            <p:nvPr/>
          </p:nvSpPr>
          <p:spPr bwMode="gray">
            <a:xfrm flipV="1">
              <a:off x="7239583" y="2347090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44" name="Ellipse 1072">
              <a:extLst>
                <a:ext uri="{FF2B5EF4-FFF2-40B4-BE49-F238E27FC236}">
                  <a16:creationId xmlns:a16="http://schemas.microsoft.com/office/drawing/2014/main" id="{C5B0287B-67C5-4517-AEF2-67455501539D}"/>
                </a:ext>
              </a:extLst>
            </p:cNvPr>
            <p:cNvSpPr/>
            <p:nvPr/>
          </p:nvSpPr>
          <p:spPr bwMode="gray">
            <a:xfrm flipV="1">
              <a:off x="7136579" y="2347090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6487"/>
                </a:solidFill>
              </a:endParaRPr>
            </a:p>
          </p:txBody>
        </p:sp>
        <p:sp>
          <p:nvSpPr>
            <p:cNvPr id="1245" name="Ellipse 1073">
              <a:extLst>
                <a:ext uri="{FF2B5EF4-FFF2-40B4-BE49-F238E27FC236}">
                  <a16:creationId xmlns:a16="http://schemas.microsoft.com/office/drawing/2014/main" id="{E859E7C6-D6B3-4CF0-805D-BCA24D16EB05}"/>
                </a:ext>
              </a:extLst>
            </p:cNvPr>
            <p:cNvSpPr/>
            <p:nvPr/>
          </p:nvSpPr>
          <p:spPr bwMode="gray">
            <a:xfrm flipV="1">
              <a:off x="7136579" y="1816026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6487"/>
                </a:solidFill>
              </a:endParaRPr>
            </a:p>
          </p:txBody>
        </p:sp>
        <p:sp>
          <p:nvSpPr>
            <p:cNvPr id="1246" name="Ellipse 1074">
              <a:extLst>
                <a:ext uri="{FF2B5EF4-FFF2-40B4-BE49-F238E27FC236}">
                  <a16:creationId xmlns:a16="http://schemas.microsoft.com/office/drawing/2014/main" id="{A1DDD08F-E9DB-4AC5-8770-BBFF83440BFC}"/>
                </a:ext>
              </a:extLst>
            </p:cNvPr>
            <p:cNvSpPr/>
            <p:nvPr/>
          </p:nvSpPr>
          <p:spPr bwMode="gray">
            <a:xfrm flipV="1">
              <a:off x="7136579" y="170790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6487"/>
                </a:solidFill>
              </a:endParaRPr>
            </a:p>
          </p:txBody>
        </p:sp>
        <p:sp>
          <p:nvSpPr>
            <p:cNvPr id="1247" name="Ellipse 1075">
              <a:extLst>
                <a:ext uri="{FF2B5EF4-FFF2-40B4-BE49-F238E27FC236}">
                  <a16:creationId xmlns:a16="http://schemas.microsoft.com/office/drawing/2014/main" id="{079494A4-5B33-487F-ADCF-A2F43FEECE2C}"/>
                </a:ext>
              </a:extLst>
            </p:cNvPr>
            <p:cNvSpPr/>
            <p:nvPr/>
          </p:nvSpPr>
          <p:spPr bwMode="gray">
            <a:xfrm flipV="1">
              <a:off x="7033574" y="1923224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6487"/>
                </a:solidFill>
              </a:endParaRPr>
            </a:p>
          </p:txBody>
        </p:sp>
        <p:sp>
          <p:nvSpPr>
            <p:cNvPr id="1248" name="Ellipse 1076">
              <a:extLst>
                <a:ext uri="{FF2B5EF4-FFF2-40B4-BE49-F238E27FC236}">
                  <a16:creationId xmlns:a16="http://schemas.microsoft.com/office/drawing/2014/main" id="{E946ED71-7A83-45BD-8E3E-D6174FD1D9EB}"/>
                </a:ext>
              </a:extLst>
            </p:cNvPr>
            <p:cNvSpPr/>
            <p:nvPr/>
          </p:nvSpPr>
          <p:spPr bwMode="gray">
            <a:xfrm flipV="1">
              <a:off x="7033574" y="2028599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6487"/>
                </a:solidFill>
              </a:endParaRPr>
            </a:p>
          </p:txBody>
        </p:sp>
        <p:sp>
          <p:nvSpPr>
            <p:cNvPr id="1249" name="Ellipse 1077">
              <a:extLst>
                <a:ext uri="{FF2B5EF4-FFF2-40B4-BE49-F238E27FC236}">
                  <a16:creationId xmlns:a16="http://schemas.microsoft.com/office/drawing/2014/main" id="{ED67286F-36DE-40D5-8DC9-60BD594BDAA7}"/>
                </a:ext>
              </a:extLst>
            </p:cNvPr>
            <p:cNvSpPr/>
            <p:nvPr/>
          </p:nvSpPr>
          <p:spPr bwMode="gray">
            <a:xfrm flipV="1">
              <a:off x="7033574" y="2135502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6487"/>
                </a:solidFill>
              </a:endParaRPr>
            </a:p>
          </p:txBody>
        </p:sp>
        <p:sp>
          <p:nvSpPr>
            <p:cNvPr id="1250" name="Ellipse 1078">
              <a:extLst>
                <a:ext uri="{FF2B5EF4-FFF2-40B4-BE49-F238E27FC236}">
                  <a16:creationId xmlns:a16="http://schemas.microsoft.com/office/drawing/2014/main" id="{1E3B9166-D2A5-4490-A4AC-CBF2E4346E61}"/>
                </a:ext>
              </a:extLst>
            </p:cNvPr>
            <p:cNvSpPr/>
            <p:nvPr/>
          </p:nvSpPr>
          <p:spPr bwMode="gray">
            <a:xfrm flipV="1">
              <a:off x="7033574" y="2241459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6487"/>
                </a:solidFill>
              </a:endParaRPr>
            </a:p>
          </p:txBody>
        </p:sp>
        <p:sp>
          <p:nvSpPr>
            <p:cNvPr id="1251" name="Ellipse 1079">
              <a:extLst>
                <a:ext uri="{FF2B5EF4-FFF2-40B4-BE49-F238E27FC236}">
                  <a16:creationId xmlns:a16="http://schemas.microsoft.com/office/drawing/2014/main" id="{863AC42E-E057-4EA2-BAD6-6A552BAC8D1B}"/>
                </a:ext>
              </a:extLst>
            </p:cNvPr>
            <p:cNvSpPr/>
            <p:nvPr/>
          </p:nvSpPr>
          <p:spPr bwMode="gray">
            <a:xfrm flipV="1">
              <a:off x="6932060" y="2028599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6487"/>
                </a:solidFill>
              </a:endParaRPr>
            </a:p>
          </p:txBody>
        </p:sp>
        <p:sp>
          <p:nvSpPr>
            <p:cNvPr id="1252" name="Ellipse 1080">
              <a:extLst>
                <a:ext uri="{FF2B5EF4-FFF2-40B4-BE49-F238E27FC236}">
                  <a16:creationId xmlns:a16="http://schemas.microsoft.com/office/drawing/2014/main" id="{5928D19B-33CE-4C59-B512-33F9E0FAC043}"/>
                </a:ext>
              </a:extLst>
            </p:cNvPr>
            <p:cNvSpPr/>
            <p:nvPr/>
          </p:nvSpPr>
          <p:spPr bwMode="gray">
            <a:xfrm flipV="1">
              <a:off x="6932060" y="2135502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6487"/>
                </a:solidFill>
              </a:endParaRPr>
            </a:p>
          </p:txBody>
        </p:sp>
        <p:sp>
          <p:nvSpPr>
            <p:cNvPr id="1253" name="Ellipse 1081">
              <a:extLst>
                <a:ext uri="{FF2B5EF4-FFF2-40B4-BE49-F238E27FC236}">
                  <a16:creationId xmlns:a16="http://schemas.microsoft.com/office/drawing/2014/main" id="{57E3CA0B-AF4B-4DEB-85B0-188398FE2A09}"/>
                </a:ext>
              </a:extLst>
            </p:cNvPr>
            <p:cNvSpPr/>
            <p:nvPr/>
          </p:nvSpPr>
          <p:spPr bwMode="gray">
            <a:xfrm flipV="1">
              <a:off x="6932060" y="1816026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6487"/>
                </a:solidFill>
              </a:endParaRPr>
            </a:p>
          </p:txBody>
        </p:sp>
        <p:sp>
          <p:nvSpPr>
            <p:cNvPr id="1254" name="Ellipse 1082">
              <a:extLst>
                <a:ext uri="{FF2B5EF4-FFF2-40B4-BE49-F238E27FC236}">
                  <a16:creationId xmlns:a16="http://schemas.microsoft.com/office/drawing/2014/main" id="{121B0E55-2869-4651-916D-033C555725F6}"/>
                </a:ext>
              </a:extLst>
            </p:cNvPr>
            <p:cNvSpPr/>
            <p:nvPr/>
          </p:nvSpPr>
          <p:spPr bwMode="gray">
            <a:xfrm flipV="1">
              <a:off x="10483480" y="2446108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55" name="Ellipse 1083">
              <a:extLst>
                <a:ext uri="{FF2B5EF4-FFF2-40B4-BE49-F238E27FC236}">
                  <a16:creationId xmlns:a16="http://schemas.microsoft.com/office/drawing/2014/main" id="{38F9BB9E-2897-4637-A411-CE9105F4D0CB}"/>
                </a:ext>
              </a:extLst>
            </p:cNvPr>
            <p:cNvSpPr/>
            <p:nvPr/>
          </p:nvSpPr>
          <p:spPr bwMode="gray">
            <a:xfrm flipV="1">
              <a:off x="10483480" y="2339954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56" name="Ellipse 1084">
              <a:extLst>
                <a:ext uri="{FF2B5EF4-FFF2-40B4-BE49-F238E27FC236}">
                  <a16:creationId xmlns:a16="http://schemas.microsoft.com/office/drawing/2014/main" id="{3B8BFCC3-3B2C-4A32-9F42-8C78172EE773}"/>
                </a:ext>
              </a:extLst>
            </p:cNvPr>
            <p:cNvSpPr/>
            <p:nvPr/>
          </p:nvSpPr>
          <p:spPr bwMode="gray">
            <a:xfrm flipV="1">
              <a:off x="10483480" y="223432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57" name="Ellipse 1085">
              <a:extLst>
                <a:ext uri="{FF2B5EF4-FFF2-40B4-BE49-F238E27FC236}">
                  <a16:creationId xmlns:a16="http://schemas.microsoft.com/office/drawing/2014/main" id="{20A4E5CD-5245-424E-8F94-436034BC40CA}"/>
                </a:ext>
              </a:extLst>
            </p:cNvPr>
            <p:cNvSpPr/>
            <p:nvPr/>
          </p:nvSpPr>
          <p:spPr bwMode="gray">
            <a:xfrm flipV="1">
              <a:off x="10483480" y="1916088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58" name="Ellipse 1086">
              <a:extLst>
                <a:ext uri="{FF2B5EF4-FFF2-40B4-BE49-F238E27FC236}">
                  <a16:creationId xmlns:a16="http://schemas.microsoft.com/office/drawing/2014/main" id="{B7F56D5B-DE71-4988-BD12-22625E05C241}"/>
                </a:ext>
              </a:extLst>
            </p:cNvPr>
            <p:cNvSpPr/>
            <p:nvPr/>
          </p:nvSpPr>
          <p:spPr bwMode="gray">
            <a:xfrm flipV="1">
              <a:off x="10483480" y="1808890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59" name="Ellipse 1087">
              <a:extLst>
                <a:ext uri="{FF2B5EF4-FFF2-40B4-BE49-F238E27FC236}">
                  <a16:creationId xmlns:a16="http://schemas.microsoft.com/office/drawing/2014/main" id="{2A9E0A65-A1A5-489E-BB96-B31AB8B2E65E}"/>
                </a:ext>
              </a:extLst>
            </p:cNvPr>
            <p:cNvSpPr/>
            <p:nvPr/>
          </p:nvSpPr>
          <p:spPr bwMode="gray">
            <a:xfrm flipV="1">
              <a:off x="10483480" y="1700773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60" name="Ellipse 1088">
              <a:extLst>
                <a:ext uri="{FF2B5EF4-FFF2-40B4-BE49-F238E27FC236}">
                  <a16:creationId xmlns:a16="http://schemas.microsoft.com/office/drawing/2014/main" id="{B7FEE99C-DB78-4716-B390-BE8D0F298308}"/>
                </a:ext>
              </a:extLst>
            </p:cNvPr>
            <p:cNvSpPr/>
            <p:nvPr/>
          </p:nvSpPr>
          <p:spPr bwMode="gray">
            <a:xfrm flipV="1">
              <a:off x="10379147" y="1700773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61" name="Ellipse 1089">
              <a:extLst>
                <a:ext uri="{FF2B5EF4-FFF2-40B4-BE49-F238E27FC236}">
                  <a16:creationId xmlns:a16="http://schemas.microsoft.com/office/drawing/2014/main" id="{A67C34CD-7BF1-4B14-970D-443C96B541B0}"/>
                </a:ext>
              </a:extLst>
            </p:cNvPr>
            <p:cNvSpPr/>
            <p:nvPr/>
          </p:nvSpPr>
          <p:spPr bwMode="gray">
            <a:xfrm flipV="1">
              <a:off x="10279795" y="170077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62" name="Ellipse 1090">
              <a:extLst>
                <a:ext uri="{FF2B5EF4-FFF2-40B4-BE49-F238E27FC236}">
                  <a16:creationId xmlns:a16="http://schemas.microsoft.com/office/drawing/2014/main" id="{CE32A1F3-068F-4DDD-A80F-DAE90240C18C}"/>
                </a:ext>
              </a:extLst>
            </p:cNvPr>
            <p:cNvSpPr/>
            <p:nvPr/>
          </p:nvSpPr>
          <p:spPr bwMode="gray">
            <a:xfrm flipV="1">
              <a:off x="10178629" y="170077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63" name="Ellipse 1091">
              <a:extLst>
                <a:ext uri="{FF2B5EF4-FFF2-40B4-BE49-F238E27FC236}">
                  <a16:creationId xmlns:a16="http://schemas.microsoft.com/office/drawing/2014/main" id="{0EF1C85A-0551-4B86-B8DA-78206F09DF07}"/>
                </a:ext>
              </a:extLst>
            </p:cNvPr>
            <p:cNvSpPr/>
            <p:nvPr/>
          </p:nvSpPr>
          <p:spPr bwMode="gray">
            <a:xfrm flipV="1">
              <a:off x="10286625" y="1602439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64" name="Ellipse 1092">
              <a:extLst>
                <a:ext uri="{FF2B5EF4-FFF2-40B4-BE49-F238E27FC236}">
                  <a16:creationId xmlns:a16="http://schemas.microsoft.com/office/drawing/2014/main" id="{C4DB15D0-DB44-4930-8A6A-736044255205}"/>
                </a:ext>
              </a:extLst>
            </p:cNvPr>
            <p:cNvSpPr/>
            <p:nvPr/>
          </p:nvSpPr>
          <p:spPr bwMode="gray">
            <a:xfrm flipV="1">
              <a:off x="10078105" y="170077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65" name="Ellipse 1093">
              <a:extLst>
                <a:ext uri="{FF2B5EF4-FFF2-40B4-BE49-F238E27FC236}">
                  <a16:creationId xmlns:a16="http://schemas.microsoft.com/office/drawing/2014/main" id="{A3F3BE90-77AC-4CA6-82F8-A2F9FE6433C6}"/>
                </a:ext>
              </a:extLst>
            </p:cNvPr>
            <p:cNvSpPr/>
            <p:nvPr/>
          </p:nvSpPr>
          <p:spPr bwMode="gray">
            <a:xfrm flipV="1">
              <a:off x="10078105" y="1808890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66" name="Ellipse 1094">
              <a:extLst>
                <a:ext uri="{FF2B5EF4-FFF2-40B4-BE49-F238E27FC236}">
                  <a16:creationId xmlns:a16="http://schemas.microsoft.com/office/drawing/2014/main" id="{3C61F3B4-A8AB-4546-8EF3-540A739A9764}"/>
                </a:ext>
              </a:extLst>
            </p:cNvPr>
            <p:cNvSpPr/>
            <p:nvPr/>
          </p:nvSpPr>
          <p:spPr bwMode="gray">
            <a:xfrm flipV="1">
              <a:off x="10078105" y="1916088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67" name="Ellipse 1095">
              <a:extLst>
                <a:ext uri="{FF2B5EF4-FFF2-40B4-BE49-F238E27FC236}">
                  <a16:creationId xmlns:a16="http://schemas.microsoft.com/office/drawing/2014/main" id="{59F562B0-6048-4035-8EC2-A8D8B040A363}"/>
                </a:ext>
              </a:extLst>
            </p:cNvPr>
            <p:cNvSpPr/>
            <p:nvPr/>
          </p:nvSpPr>
          <p:spPr bwMode="gray">
            <a:xfrm flipV="1">
              <a:off x="10178629" y="1916088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68" name="Ellipse 1096">
              <a:extLst>
                <a:ext uri="{FF2B5EF4-FFF2-40B4-BE49-F238E27FC236}">
                  <a16:creationId xmlns:a16="http://schemas.microsoft.com/office/drawing/2014/main" id="{AC4FCF34-D210-43AB-A8F4-39DFC35AF032}"/>
                </a:ext>
              </a:extLst>
            </p:cNvPr>
            <p:cNvSpPr/>
            <p:nvPr/>
          </p:nvSpPr>
          <p:spPr bwMode="gray">
            <a:xfrm flipV="1">
              <a:off x="10279795" y="1916088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69" name="Ellipse 1097">
              <a:extLst>
                <a:ext uri="{FF2B5EF4-FFF2-40B4-BE49-F238E27FC236}">
                  <a16:creationId xmlns:a16="http://schemas.microsoft.com/office/drawing/2014/main" id="{40912DF5-001C-4EB6-BE4F-30776610C0A5}"/>
                </a:ext>
              </a:extLst>
            </p:cNvPr>
            <p:cNvSpPr/>
            <p:nvPr/>
          </p:nvSpPr>
          <p:spPr bwMode="gray">
            <a:xfrm flipV="1">
              <a:off x="10379147" y="1916088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70" name="Ellipse 1098">
              <a:extLst>
                <a:ext uri="{FF2B5EF4-FFF2-40B4-BE49-F238E27FC236}">
                  <a16:creationId xmlns:a16="http://schemas.microsoft.com/office/drawing/2014/main" id="{B8C67EC4-CFCC-4EBE-8432-DCFB4FD465AE}"/>
                </a:ext>
              </a:extLst>
            </p:cNvPr>
            <p:cNvSpPr/>
            <p:nvPr/>
          </p:nvSpPr>
          <p:spPr bwMode="gray">
            <a:xfrm flipV="1">
              <a:off x="10379147" y="202146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71" name="Ellipse 1099">
              <a:extLst>
                <a:ext uri="{FF2B5EF4-FFF2-40B4-BE49-F238E27FC236}">
                  <a16:creationId xmlns:a16="http://schemas.microsoft.com/office/drawing/2014/main" id="{DEC60024-C234-4B5F-B435-5D0B7E17A78A}"/>
                </a:ext>
              </a:extLst>
            </p:cNvPr>
            <p:cNvSpPr/>
            <p:nvPr/>
          </p:nvSpPr>
          <p:spPr bwMode="gray">
            <a:xfrm flipV="1">
              <a:off x="10379147" y="2128366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72" name="Ellipse 1100">
              <a:extLst>
                <a:ext uri="{FF2B5EF4-FFF2-40B4-BE49-F238E27FC236}">
                  <a16:creationId xmlns:a16="http://schemas.microsoft.com/office/drawing/2014/main" id="{B7B5B6CE-66E1-4777-AF1E-49FE8C633DDD}"/>
                </a:ext>
              </a:extLst>
            </p:cNvPr>
            <p:cNvSpPr/>
            <p:nvPr/>
          </p:nvSpPr>
          <p:spPr bwMode="gray">
            <a:xfrm flipV="1">
              <a:off x="10587118" y="2021463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73" name="Ellipse 1101">
              <a:extLst>
                <a:ext uri="{FF2B5EF4-FFF2-40B4-BE49-F238E27FC236}">
                  <a16:creationId xmlns:a16="http://schemas.microsoft.com/office/drawing/2014/main" id="{460BAC02-DD28-406F-A42E-A1DD79E16461}"/>
                </a:ext>
              </a:extLst>
            </p:cNvPr>
            <p:cNvSpPr/>
            <p:nvPr/>
          </p:nvSpPr>
          <p:spPr bwMode="gray">
            <a:xfrm flipV="1">
              <a:off x="10587118" y="1916088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74" name="Ellipse 1102">
              <a:extLst>
                <a:ext uri="{FF2B5EF4-FFF2-40B4-BE49-F238E27FC236}">
                  <a16:creationId xmlns:a16="http://schemas.microsoft.com/office/drawing/2014/main" id="{040345E6-8709-49A2-A337-EBE1CAED4C58}"/>
                </a:ext>
              </a:extLst>
            </p:cNvPr>
            <p:cNvSpPr/>
            <p:nvPr/>
          </p:nvSpPr>
          <p:spPr bwMode="gray">
            <a:xfrm flipV="1">
              <a:off x="10684303" y="2021463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75" name="Ellipse 1103">
              <a:extLst>
                <a:ext uri="{FF2B5EF4-FFF2-40B4-BE49-F238E27FC236}">
                  <a16:creationId xmlns:a16="http://schemas.microsoft.com/office/drawing/2014/main" id="{8F40C300-A4E6-4669-B1AE-FE614A5209FE}"/>
                </a:ext>
              </a:extLst>
            </p:cNvPr>
            <p:cNvSpPr/>
            <p:nvPr/>
          </p:nvSpPr>
          <p:spPr bwMode="gray">
            <a:xfrm flipV="1">
              <a:off x="10787307" y="2021463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76" name="Ellipse 1104">
              <a:extLst>
                <a:ext uri="{FF2B5EF4-FFF2-40B4-BE49-F238E27FC236}">
                  <a16:creationId xmlns:a16="http://schemas.microsoft.com/office/drawing/2014/main" id="{9703A301-3524-432D-8F42-4DBC8C577F34}"/>
                </a:ext>
              </a:extLst>
            </p:cNvPr>
            <p:cNvSpPr/>
            <p:nvPr/>
          </p:nvSpPr>
          <p:spPr bwMode="gray">
            <a:xfrm flipV="1">
              <a:off x="10794137" y="2135502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77" name="Ellipse 1105">
              <a:extLst>
                <a:ext uri="{FF2B5EF4-FFF2-40B4-BE49-F238E27FC236}">
                  <a16:creationId xmlns:a16="http://schemas.microsoft.com/office/drawing/2014/main" id="{A1E9D877-2F23-40EB-9BE5-EBA300333998}"/>
                </a:ext>
              </a:extLst>
            </p:cNvPr>
            <p:cNvSpPr/>
            <p:nvPr/>
          </p:nvSpPr>
          <p:spPr bwMode="gray">
            <a:xfrm flipV="1">
              <a:off x="10587118" y="223432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78" name="Ellipse 1106">
              <a:extLst>
                <a:ext uri="{FF2B5EF4-FFF2-40B4-BE49-F238E27FC236}">
                  <a16:creationId xmlns:a16="http://schemas.microsoft.com/office/drawing/2014/main" id="{49638759-D4C9-475C-BD70-1C72775E2A8E}"/>
                </a:ext>
              </a:extLst>
            </p:cNvPr>
            <p:cNvSpPr/>
            <p:nvPr/>
          </p:nvSpPr>
          <p:spPr bwMode="gray">
            <a:xfrm flipV="1">
              <a:off x="10279795" y="2128366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79" name="Ellipse 1107">
              <a:extLst>
                <a:ext uri="{FF2B5EF4-FFF2-40B4-BE49-F238E27FC236}">
                  <a16:creationId xmlns:a16="http://schemas.microsoft.com/office/drawing/2014/main" id="{2B4BA7B8-5800-4314-9398-A26F87F5DD03}"/>
                </a:ext>
              </a:extLst>
            </p:cNvPr>
            <p:cNvSpPr/>
            <p:nvPr/>
          </p:nvSpPr>
          <p:spPr bwMode="gray">
            <a:xfrm flipV="1">
              <a:off x="10279795" y="202146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80" name="Ellipse 1108">
              <a:extLst>
                <a:ext uri="{FF2B5EF4-FFF2-40B4-BE49-F238E27FC236}">
                  <a16:creationId xmlns:a16="http://schemas.microsoft.com/office/drawing/2014/main" id="{EB1F7F99-D5DE-47B4-97EA-0F833BB427B7}"/>
                </a:ext>
              </a:extLst>
            </p:cNvPr>
            <p:cNvSpPr/>
            <p:nvPr/>
          </p:nvSpPr>
          <p:spPr bwMode="gray">
            <a:xfrm flipV="1">
              <a:off x="10078105" y="202146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81" name="Ellipse 1109">
              <a:extLst>
                <a:ext uri="{FF2B5EF4-FFF2-40B4-BE49-F238E27FC236}">
                  <a16:creationId xmlns:a16="http://schemas.microsoft.com/office/drawing/2014/main" id="{76DD9ACE-1FE8-4F2C-8389-403A820B4C38}"/>
                </a:ext>
              </a:extLst>
            </p:cNvPr>
            <p:cNvSpPr/>
            <p:nvPr/>
          </p:nvSpPr>
          <p:spPr bwMode="gray">
            <a:xfrm flipV="1">
              <a:off x="10178629" y="202146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82" name="Ellipse 1110">
              <a:extLst>
                <a:ext uri="{FF2B5EF4-FFF2-40B4-BE49-F238E27FC236}">
                  <a16:creationId xmlns:a16="http://schemas.microsoft.com/office/drawing/2014/main" id="{0F6397E5-7CE9-4E1E-9099-67BF8D9983EF}"/>
                </a:ext>
              </a:extLst>
            </p:cNvPr>
            <p:cNvSpPr/>
            <p:nvPr/>
          </p:nvSpPr>
          <p:spPr bwMode="gray">
            <a:xfrm flipV="1">
              <a:off x="10178629" y="1488599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83" name="Ellipse 1111">
              <a:extLst>
                <a:ext uri="{FF2B5EF4-FFF2-40B4-BE49-F238E27FC236}">
                  <a16:creationId xmlns:a16="http://schemas.microsoft.com/office/drawing/2014/main" id="{EC147442-EFC8-4564-B4B5-DAFABF543221}"/>
                </a:ext>
              </a:extLst>
            </p:cNvPr>
            <p:cNvSpPr/>
            <p:nvPr/>
          </p:nvSpPr>
          <p:spPr bwMode="gray">
            <a:xfrm flipV="1">
              <a:off x="10084935" y="1602439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84" name="Ellipse 1112">
              <a:extLst>
                <a:ext uri="{FF2B5EF4-FFF2-40B4-BE49-F238E27FC236}">
                  <a16:creationId xmlns:a16="http://schemas.microsoft.com/office/drawing/2014/main" id="{F1272D3F-AAEB-41B4-AC30-6A7ED7949181}"/>
                </a:ext>
              </a:extLst>
            </p:cNvPr>
            <p:cNvSpPr/>
            <p:nvPr/>
          </p:nvSpPr>
          <p:spPr bwMode="gray">
            <a:xfrm flipV="1">
              <a:off x="9972385" y="1488599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85" name="Ellipse 1113">
              <a:extLst>
                <a:ext uri="{FF2B5EF4-FFF2-40B4-BE49-F238E27FC236}">
                  <a16:creationId xmlns:a16="http://schemas.microsoft.com/office/drawing/2014/main" id="{E60D00B4-D369-46E5-836B-1A0CD7F6217B}"/>
                </a:ext>
              </a:extLst>
            </p:cNvPr>
            <p:cNvSpPr/>
            <p:nvPr/>
          </p:nvSpPr>
          <p:spPr bwMode="gray">
            <a:xfrm flipV="1">
              <a:off x="9972385" y="159530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86" name="Ellipse 1114">
              <a:extLst>
                <a:ext uri="{FF2B5EF4-FFF2-40B4-BE49-F238E27FC236}">
                  <a16:creationId xmlns:a16="http://schemas.microsoft.com/office/drawing/2014/main" id="{785AEA02-72C8-4DD2-BB5D-70848C0B99BC}"/>
                </a:ext>
              </a:extLst>
            </p:cNvPr>
            <p:cNvSpPr/>
            <p:nvPr/>
          </p:nvSpPr>
          <p:spPr bwMode="gray">
            <a:xfrm flipV="1">
              <a:off x="9972385" y="202146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87" name="Ellipse 1115">
              <a:extLst>
                <a:ext uri="{FF2B5EF4-FFF2-40B4-BE49-F238E27FC236}">
                  <a16:creationId xmlns:a16="http://schemas.microsoft.com/office/drawing/2014/main" id="{3C4B8869-1F94-4D4B-9F0C-2DD7001E7E6A}"/>
                </a:ext>
              </a:extLst>
            </p:cNvPr>
            <p:cNvSpPr/>
            <p:nvPr/>
          </p:nvSpPr>
          <p:spPr bwMode="gray">
            <a:xfrm flipV="1">
              <a:off x="9972385" y="2339954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88" name="Ellipse 1116">
              <a:extLst>
                <a:ext uri="{FF2B5EF4-FFF2-40B4-BE49-F238E27FC236}">
                  <a16:creationId xmlns:a16="http://schemas.microsoft.com/office/drawing/2014/main" id="{BB64BCC0-D1BA-4C9D-9144-68B5AAF56B21}"/>
                </a:ext>
              </a:extLst>
            </p:cNvPr>
            <p:cNvSpPr/>
            <p:nvPr/>
          </p:nvSpPr>
          <p:spPr bwMode="gray">
            <a:xfrm flipV="1">
              <a:off x="9972385" y="2446108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89" name="Ellipse 1117">
              <a:extLst>
                <a:ext uri="{FF2B5EF4-FFF2-40B4-BE49-F238E27FC236}">
                  <a16:creationId xmlns:a16="http://schemas.microsoft.com/office/drawing/2014/main" id="{F21D4E49-D3B1-4875-80EB-C881146A184E}"/>
                </a:ext>
              </a:extLst>
            </p:cNvPr>
            <p:cNvSpPr/>
            <p:nvPr/>
          </p:nvSpPr>
          <p:spPr bwMode="gray">
            <a:xfrm flipV="1">
              <a:off x="10078105" y="2446108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90" name="Ellipse 1118">
              <a:extLst>
                <a:ext uri="{FF2B5EF4-FFF2-40B4-BE49-F238E27FC236}">
                  <a16:creationId xmlns:a16="http://schemas.microsoft.com/office/drawing/2014/main" id="{5E7D1433-ADB8-41B9-AB99-79C38B259F4A}"/>
                </a:ext>
              </a:extLst>
            </p:cNvPr>
            <p:cNvSpPr/>
            <p:nvPr/>
          </p:nvSpPr>
          <p:spPr bwMode="gray">
            <a:xfrm flipV="1">
              <a:off x="10279795" y="2339954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91" name="Ellipse 1119">
              <a:extLst>
                <a:ext uri="{FF2B5EF4-FFF2-40B4-BE49-F238E27FC236}">
                  <a16:creationId xmlns:a16="http://schemas.microsoft.com/office/drawing/2014/main" id="{7290F79A-75C2-48D4-842B-D2E9CD53334C}"/>
                </a:ext>
              </a:extLst>
            </p:cNvPr>
            <p:cNvSpPr/>
            <p:nvPr/>
          </p:nvSpPr>
          <p:spPr bwMode="gray">
            <a:xfrm flipV="1">
              <a:off x="9876974" y="2550688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92" name="Ellipse 1120">
              <a:extLst>
                <a:ext uri="{FF2B5EF4-FFF2-40B4-BE49-F238E27FC236}">
                  <a16:creationId xmlns:a16="http://schemas.microsoft.com/office/drawing/2014/main" id="{D241C5FD-7C48-4426-8D36-EEE73E09DE98}"/>
                </a:ext>
              </a:extLst>
            </p:cNvPr>
            <p:cNvSpPr/>
            <p:nvPr/>
          </p:nvSpPr>
          <p:spPr bwMode="gray">
            <a:xfrm flipV="1">
              <a:off x="9876974" y="2339954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93" name="Ellipse 1121">
              <a:extLst>
                <a:ext uri="{FF2B5EF4-FFF2-40B4-BE49-F238E27FC236}">
                  <a16:creationId xmlns:a16="http://schemas.microsoft.com/office/drawing/2014/main" id="{B4855A00-ECF2-4658-B872-485B871839AB}"/>
                </a:ext>
              </a:extLst>
            </p:cNvPr>
            <p:cNvSpPr/>
            <p:nvPr/>
          </p:nvSpPr>
          <p:spPr bwMode="gray">
            <a:xfrm flipV="1">
              <a:off x="9876974" y="2234323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94" name="Ellipse 1122">
              <a:extLst>
                <a:ext uri="{FF2B5EF4-FFF2-40B4-BE49-F238E27FC236}">
                  <a16:creationId xmlns:a16="http://schemas.microsoft.com/office/drawing/2014/main" id="{F1F88774-4A0B-4FA4-9F8D-587A06E4FA3C}"/>
                </a:ext>
              </a:extLst>
            </p:cNvPr>
            <p:cNvSpPr/>
            <p:nvPr/>
          </p:nvSpPr>
          <p:spPr bwMode="gray">
            <a:xfrm flipV="1">
              <a:off x="9876974" y="2128366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95" name="Ellipse 1123">
              <a:extLst>
                <a:ext uri="{FF2B5EF4-FFF2-40B4-BE49-F238E27FC236}">
                  <a16:creationId xmlns:a16="http://schemas.microsoft.com/office/drawing/2014/main" id="{6AEB15FE-B16D-4D80-A4BF-C5AD20D469EA}"/>
                </a:ext>
              </a:extLst>
            </p:cNvPr>
            <p:cNvSpPr/>
            <p:nvPr/>
          </p:nvSpPr>
          <p:spPr bwMode="gray">
            <a:xfrm flipV="1">
              <a:off x="9876974" y="202146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96" name="Ellipse 1124">
              <a:extLst>
                <a:ext uri="{FF2B5EF4-FFF2-40B4-BE49-F238E27FC236}">
                  <a16:creationId xmlns:a16="http://schemas.microsoft.com/office/drawing/2014/main" id="{9F696094-F2E8-47A1-89C6-6C35133DA9EF}"/>
                </a:ext>
              </a:extLst>
            </p:cNvPr>
            <p:cNvSpPr/>
            <p:nvPr/>
          </p:nvSpPr>
          <p:spPr bwMode="gray">
            <a:xfrm flipV="1">
              <a:off x="9876974" y="1916088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97" name="Ellipse 1125">
              <a:extLst>
                <a:ext uri="{FF2B5EF4-FFF2-40B4-BE49-F238E27FC236}">
                  <a16:creationId xmlns:a16="http://schemas.microsoft.com/office/drawing/2014/main" id="{A66BAAF5-6600-4862-A416-4FA181B96568}"/>
                </a:ext>
              </a:extLst>
            </p:cNvPr>
            <p:cNvSpPr/>
            <p:nvPr/>
          </p:nvSpPr>
          <p:spPr bwMode="gray">
            <a:xfrm flipV="1">
              <a:off x="9876974" y="1808890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98" name="Ellipse 1126">
              <a:extLst>
                <a:ext uri="{FF2B5EF4-FFF2-40B4-BE49-F238E27FC236}">
                  <a16:creationId xmlns:a16="http://schemas.microsoft.com/office/drawing/2014/main" id="{2DE01ED6-89CA-4349-A2C5-354AE2BEC8D2}"/>
                </a:ext>
              </a:extLst>
            </p:cNvPr>
            <p:cNvSpPr/>
            <p:nvPr/>
          </p:nvSpPr>
          <p:spPr bwMode="gray">
            <a:xfrm flipV="1">
              <a:off x="9876974" y="1488599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99" name="Ellipse 1127">
              <a:extLst>
                <a:ext uri="{FF2B5EF4-FFF2-40B4-BE49-F238E27FC236}">
                  <a16:creationId xmlns:a16="http://schemas.microsoft.com/office/drawing/2014/main" id="{D3A49B02-485C-4577-89B7-ABA25C1B0AD5}"/>
                </a:ext>
              </a:extLst>
            </p:cNvPr>
            <p:cNvSpPr/>
            <p:nvPr/>
          </p:nvSpPr>
          <p:spPr bwMode="gray">
            <a:xfrm flipV="1">
              <a:off x="9771920" y="1916088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00" name="Ellipse 1128">
              <a:extLst>
                <a:ext uri="{FF2B5EF4-FFF2-40B4-BE49-F238E27FC236}">
                  <a16:creationId xmlns:a16="http://schemas.microsoft.com/office/drawing/2014/main" id="{BAB0FF11-9885-4119-BFC9-AD560CAE777F}"/>
                </a:ext>
              </a:extLst>
            </p:cNvPr>
            <p:cNvSpPr/>
            <p:nvPr/>
          </p:nvSpPr>
          <p:spPr bwMode="gray">
            <a:xfrm flipV="1">
              <a:off x="9771920" y="2234323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01" name="Ellipse 1129">
              <a:extLst>
                <a:ext uri="{FF2B5EF4-FFF2-40B4-BE49-F238E27FC236}">
                  <a16:creationId xmlns:a16="http://schemas.microsoft.com/office/drawing/2014/main" id="{D2BFD065-3045-4BD4-9F03-758B34F24419}"/>
                </a:ext>
              </a:extLst>
            </p:cNvPr>
            <p:cNvSpPr/>
            <p:nvPr/>
          </p:nvSpPr>
          <p:spPr bwMode="gray">
            <a:xfrm flipV="1">
              <a:off x="9771920" y="2128366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02" name="Ellipse 1130">
              <a:extLst>
                <a:ext uri="{FF2B5EF4-FFF2-40B4-BE49-F238E27FC236}">
                  <a16:creationId xmlns:a16="http://schemas.microsoft.com/office/drawing/2014/main" id="{A0CF2544-A925-49BD-96B4-9FFFE46FD68F}"/>
                </a:ext>
              </a:extLst>
            </p:cNvPr>
            <p:cNvSpPr/>
            <p:nvPr/>
          </p:nvSpPr>
          <p:spPr bwMode="gray">
            <a:xfrm flipV="1">
              <a:off x="9670168" y="2550688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03" name="Ellipse 1131">
              <a:extLst>
                <a:ext uri="{FF2B5EF4-FFF2-40B4-BE49-F238E27FC236}">
                  <a16:creationId xmlns:a16="http://schemas.microsoft.com/office/drawing/2014/main" id="{FDAA729F-6955-491C-923D-FEFE9B303C96}"/>
                </a:ext>
              </a:extLst>
            </p:cNvPr>
            <p:cNvSpPr/>
            <p:nvPr/>
          </p:nvSpPr>
          <p:spPr bwMode="gray">
            <a:xfrm flipV="1">
              <a:off x="9568076" y="2446108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04" name="Ellipse 1132">
              <a:extLst>
                <a:ext uri="{FF2B5EF4-FFF2-40B4-BE49-F238E27FC236}">
                  <a16:creationId xmlns:a16="http://schemas.microsoft.com/office/drawing/2014/main" id="{23FB3C6A-B9EB-4DE8-8E7C-E5A6C640029D}"/>
                </a:ext>
              </a:extLst>
            </p:cNvPr>
            <p:cNvSpPr/>
            <p:nvPr/>
          </p:nvSpPr>
          <p:spPr bwMode="gray">
            <a:xfrm flipV="1">
              <a:off x="9670168" y="2339954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05" name="Ellipse 1133">
              <a:extLst>
                <a:ext uri="{FF2B5EF4-FFF2-40B4-BE49-F238E27FC236}">
                  <a16:creationId xmlns:a16="http://schemas.microsoft.com/office/drawing/2014/main" id="{9F451CC5-30B1-45A7-AE2C-7F7E8D455A22}"/>
                </a:ext>
              </a:extLst>
            </p:cNvPr>
            <p:cNvSpPr/>
            <p:nvPr/>
          </p:nvSpPr>
          <p:spPr bwMode="gray">
            <a:xfrm flipV="1">
              <a:off x="9670168" y="202146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06" name="Ellipse 1134">
              <a:extLst>
                <a:ext uri="{FF2B5EF4-FFF2-40B4-BE49-F238E27FC236}">
                  <a16:creationId xmlns:a16="http://schemas.microsoft.com/office/drawing/2014/main" id="{02AEF132-D4C1-44F7-AD76-46368F609EB2}"/>
                </a:ext>
              </a:extLst>
            </p:cNvPr>
            <p:cNvSpPr/>
            <p:nvPr/>
          </p:nvSpPr>
          <p:spPr bwMode="gray">
            <a:xfrm flipV="1">
              <a:off x="9670168" y="1808890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07" name="Ellipse 1135">
              <a:extLst>
                <a:ext uri="{FF2B5EF4-FFF2-40B4-BE49-F238E27FC236}">
                  <a16:creationId xmlns:a16="http://schemas.microsoft.com/office/drawing/2014/main" id="{1C1668F3-8F12-4A24-942B-2AC7B04AAB7B}"/>
                </a:ext>
              </a:extLst>
            </p:cNvPr>
            <p:cNvSpPr/>
            <p:nvPr/>
          </p:nvSpPr>
          <p:spPr bwMode="gray">
            <a:xfrm flipV="1">
              <a:off x="9670168" y="170077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08" name="Ellipse 1136">
              <a:extLst>
                <a:ext uri="{FF2B5EF4-FFF2-40B4-BE49-F238E27FC236}">
                  <a16:creationId xmlns:a16="http://schemas.microsoft.com/office/drawing/2014/main" id="{DD254D79-064F-43C9-8519-0D3D8F39A378}"/>
                </a:ext>
              </a:extLst>
            </p:cNvPr>
            <p:cNvSpPr/>
            <p:nvPr/>
          </p:nvSpPr>
          <p:spPr bwMode="gray">
            <a:xfrm flipV="1">
              <a:off x="9568076" y="170077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09" name="Ellipse 1137">
              <a:extLst>
                <a:ext uri="{FF2B5EF4-FFF2-40B4-BE49-F238E27FC236}">
                  <a16:creationId xmlns:a16="http://schemas.microsoft.com/office/drawing/2014/main" id="{6DA07ADA-71DC-4D61-B574-D5FB3E37F2AE}"/>
                </a:ext>
              </a:extLst>
            </p:cNvPr>
            <p:cNvSpPr/>
            <p:nvPr/>
          </p:nvSpPr>
          <p:spPr bwMode="gray">
            <a:xfrm flipV="1">
              <a:off x="9568076" y="1808890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10" name="Ellipse 1138">
              <a:extLst>
                <a:ext uri="{FF2B5EF4-FFF2-40B4-BE49-F238E27FC236}">
                  <a16:creationId xmlns:a16="http://schemas.microsoft.com/office/drawing/2014/main" id="{8393B398-77AD-4971-BD3F-60B489F94DB5}"/>
                </a:ext>
              </a:extLst>
            </p:cNvPr>
            <p:cNvSpPr/>
            <p:nvPr/>
          </p:nvSpPr>
          <p:spPr bwMode="gray">
            <a:xfrm flipV="1">
              <a:off x="9568076" y="1916088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11" name="Ellipse 1139">
              <a:extLst>
                <a:ext uri="{FF2B5EF4-FFF2-40B4-BE49-F238E27FC236}">
                  <a16:creationId xmlns:a16="http://schemas.microsoft.com/office/drawing/2014/main" id="{D7D5CBC2-3F21-45FE-94D5-5B93E8F9016D}"/>
                </a:ext>
              </a:extLst>
            </p:cNvPr>
            <p:cNvSpPr/>
            <p:nvPr/>
          </p:nvSpPr>
          <p:spPr bwMode="gray">
            <a:xfrm flipV="1">
              <a:off x="9568076" y="202146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12" name="Ellipse 1140">
              <a:extLst>
                <a:ext uri="{FF2B5EF4-FFF2-40B4-BE49-F238E27FC236}">
                  <a16:creationId xmlns:a16="http://schemas.microsoft.com/office/drawing/2014/main" id="{784A6E3E-FF27-4390-BE56-F11935050943}"/>
                </a:ext>
              </a:extLst>
            </p:cNvPr>
            <p:cNvSpPr/>
            <p:nvPr/>
          </p:nvSpPr>
          <p:spPr bwMode="gray">
            <a:xfrm flipV="1">
              <a:off x="9568076" y="2339954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13" name="Ellipse 1141">
              <a:extLst>
                <a:ext uri="{FF2B5EF4-FFF2-40B4-BE49-F238E27FC236}">
                  <a16:creationId xmlns:a16="http://schemas.microsoft.com/office/drawing/2014/main" id="{5CC0FC89-85E4-425C-B636-609A891EDF05}"/>
                </a:ext>
              </a:extLst>
            </p:cNvPr>
            <p:cNvSpPr/>
            <p:nvPr/>
          </p:nvSpPr>
          <p:spPr bwMode="gray">
            <a:xfrm flipV="1">
              <a:off x="9365124" y="170077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14" name="Ellipse 1142">
              <a:extLst>
                <a:ext uri="{FF2B5EF4-FFF2-40B4-BE49-F238E27FC236}">
                  <a16:creationId xmlns:a16="http://schemas.microsoft.com/office/drawing/2014/main" id="{BE37E0EF-44A7-4B5C-899D-A43DBE4BE96E}"/>
                </a:ext>
              </a:extLst>
            </p:cNvPr>
            <p:cNvSpPr/>
            <p:nvPr/>
          </p:nvSpPr>
          <p:spPr bwMode="gray">
            <a:xfrm flipV="1">
              <a:off x="9365124" y="1808890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15" name="Ellipse 1143">
              <a:extLst>
                <a:ext uri="{FF2B5EF4-FFF2-40B4-BE49-F238E27FC236}">
                  <a16:creationId xmlns:a16="http://schemas.microsoft.com/office/drawing/2014/main" id="{35544213-DA0C-49CD-B2A5-10442FE11116}"/>
                </a:ext>
              </a:extLst>
            </p:cNvPr>
            <p:cNvSpPr/>
            <p:nvPr/>
          </p:nvSpPr>
          <p:spPr bwMode="gray">
            <a:xfrm flipV="1">
              <a:off x="9061480" y="2234323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16" name="Ellipse 1144">
              <a:extLst>
                <a:ext uri="{FF2B5EF4-FFF2-40B4-BE49-F238E27FC236}">
                  <a16:creationId xmlns:a16="http://schemas.microsoft.com/office/drawing/2014/main" id="{1DC1B1B1-C528-4AFB-AEE5-C77559240E92}"/>
                </a:ext>
              </a:extLst>
            </p:cNvPr>
            <p:cNvSpPr/>
            <p:nvPr/>
          </p:nvSpPr>
          <p:spPr bwMode="gray">
            <a:xfrm flipV="1">
              <a:off x="9162701" y="2234323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17" name="Ellipse 1145">
              <a:extLst>
                <a:ext uri="{FF2B5EF4-FFF2-40B4-BE49-F238E27FC236}">
                  <a16:creationId xmlns:a16="http://schemas.microsoft.com/office/drawing/2014/main" id="{D256BCF9-F764-4AE2-BB0B-EFA84730D9B2}"/>
                </a:ext>
              </a:extLst>
            </p:cNvPr>
            <p:cNvSpPr/>
            <p:nvPr/>
          </p:nvSpPr>
          <p:spPr bwMode="gray">
            <a:xfrm flipV="1">
              <a:off x="8960337" y="2234323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18" name="Ellipse 1146">
              <a:extLst>
                <a:ext uri="{FF2B5EF4-FFF2-40B4-BE49-F238E27FC236}">
                  <a16:creationId xmlns:a16="http://schemas.microsoft.com/office/drawing/2014/main" id="{7352F027-4A1A-4768-ADAC-9D739B76C623}"/>
                </a:ext>
              </a:extLst>
            </p:cNvPr>
            <p:cNvSpPr/>
            <p:nvPr/>
          </p:nvSpPr>
          <p:spPr bwMode="gray">
            <a:xfrm flipV="1">
              <a:off x="8858964" y="2339954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19" name="Ellipse 1147">
              <a:extLst>
                <a:ext uri="{FF2B5EF4-FFF2-40B4-BE49-F238E27FC236}">
                  <a16:creationId xmlns:a16="http://schemas.microsoft.com/office/drawing/2014/main" id="{90779C81-1EBA-4A66-B1F0-F34052FAFAD7}"/>
                </a:ext>
              </a:extLst>
            </p:cNvPr>
            <p:cNvSpPr/>
            <p:nvPr/>
          </p:nvSpPr>
          <p:spPr bwMode="gray">
            <a:xfrm flipV="1">
              <a:off x="8553584" y="170077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20" name="Ellipse 1148">
              <a:extLst>
                <a:ext uri="{FF2B5EF4-FFF2-40B4-BE49-F238E27FC236}">
                  <a16:creationId xmlns:a16="http://schemas.microsoft.com/office/drawing/2014/main" id="{A8671E5F-9958-4F33-9730-DA83D9618546}"/>
                </a:ext>
              </a:extLst>
            </p:cNvPr>
            <p:cNvSpPr/>
            <p:nvPr/>
          </p:nvSpPr>
          <p:spPr bwMode="gray">
            <a:xfrm flipV="1">
              <a:off x="8553584" y="1808890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21" name="Ellipse 1149">
              <a:extLst>
                <a:ext uri="{FF2B5EF4-FFF2-40B4-BE49-F238E27FC236}">
                  <a16:creationId xmlns:a16="http://schemas.microsoft.com/office/drawing/2014/main" id="{4CEB534D-072B-4D21-A726-166F857E26FF}"/>
                </a:ext>
              </a:extLst>
            </p:cNvPr>
            <p:cNvSpPr/>
            <p:nvPr/>
          </p:nvSpPr>
          <p:spPr bwMode="gray">
            <a:xfrm flipV="1">
              <a:off x="8553584" y="2339954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22" name="Ellipse 1150">
              <a:extLst>
                <a:ext uri="{FF2B5EF4-FFF2-40B4-BE49-F238E27FC236}">
                  <a16:creationId xmlns:a16="http://schemas.microsoft.com/office/drawing/2014/main" id="{B67E6C83-F038-4AA5-9A14-170B76AE9A03}"/>
                </a:ext>
              </a:extLst>
            </p:cNvPr>
            <p:cNvSpPr/>
            <p:nvPr/>
          </p:nvSpPr>
          <p:spPr bwMode="gray">
            <a:xfrm flipV="1">
              <a:off x="8659406" y="2339954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23" name="Ellipse 1151">
              <a:extLst>
                <a:ext uri="{FF2B5EF4-FFF2-40B4-BE49-F238E27FC236}">
                  <a16:creationId xmlns:a16="http://schemas.microsoft.com/office/drawing/2014/main" id="{EA84109B-CA43-4BDE-B650-5967D2C76E60}"/>
                </a:ext>
              </a:extLst>
            </p:cNvPr>
            <p:cNvSpPr/>
            <p:nvPr/>
          </p:nvSpPr>
          <p:spPr bwMode="gray">
            <a:xfrm flipV="1">
              <a:off x="8451989" y="2339954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24" name="Ellipse 1152">
              <a:extLst>
                <a:ext uri="{FF2B5EF4-FFF2-40B4-BE49-F238E27FC236}">
                  <a16:creationId xmlns:a16="http://schemas.microsoft.com/office/drawing/2014/main" id="{0EEBD06A-E0BE-4EB6-B38C-A510EFED54C4}"/>
                </a:ext>
              </a:extLst>
            </p:cNvPr>
            <p:cNvSpPr/>
            <p:nvPr/>
          </p:nvSpPr>
          <p:spPr bwMode="gray">
            <a:xfrm flipV="1">
              <a:off x="8451989" y="2234323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25" name="Ellipse 1153">
              <a:extLst>
                <a:ext uri="{FF2B5EF4-FFF2-40B4-BE49-F238E27FC236}">
                  <a16:creationId xmlns:a16="http://schemas.microsoft.com/office/drawing/2014/main" id="{71C451D0-B959-42C6-8554-B572B73F8B4B}"/>
                </a:ext>
              </a:extLst>
            </p:cNvPr>
            <p:cNvSpPr/>
            <p:nvPr/>
          </p:nvSpPr>
          <p:spPr bwMode="gray">
            <a:xfrm flipV="1">
              <a:off x="8348358" y="170077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26" name="Ellipse 1154">
              <a:extLst>
                <a:ext uri="{FF2B5EF4-FFF2-40B4-BE49-F238E27FC236}">
                  <a16:creationId xmlns:a16="http://schemas.microsoft.com/office/drawing/2014/main" id="{DB468E2C-65C3-4F71-AFA8-F32F6E2A6299}"/>
                </a:ext>
              </a:extLst>
            </p:cNvPr>
            <p:cNvSpPr/>
            <p:nvPr/>
          </p:nvSpPr>
          <p:spPr bwMode="gray">
            <a:xfrm flipV="1">
              <a:off x="8250768" y="170077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27" name="Ellipse 1155">
              <a:extLst>
                <a:ext uri="{FF2B5EF4-FFF2-40B4-BE49-F238E27FC236}">
                  <a16:creationId xmlns:a16="http://schemas.microsoft.com/office/drawing/2014/main" id="{C4C311C8-D4D4-4974-985D-33CA31E34182}"/>
                </a:ext>
              </a:extLst>
            </p:cNvPr>
            <p:cNvSpPr/>
            <p:nvPr/>
          </p:nvSpPr>
          <p:spPr bwMode="gray">
            <a:xfrm flipV="1">
              <a:off x="8250768" y="1916088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28" name="Ellipse 1156">
              <a:extLst>
                <a:ext uri="{FF2B5EF4-FFF2-40B4-BE49-F238E27FC236}">
                  <a16:creationId xmlns:a16="http://schemas.microsoft.com/office/drawing/2014/main" id="{7395767E-68CA-461E-BB06-E1BCE3451B74}"/>
                </a:ext>
              </a:extLst>
            </p:cNvPr>
            <p:cNvSpPr/>
            <p:nvPr/>
          </p:nvSpPr>
          <p:spPr bwMode="gray">
            <a:xfrm flipV="1">
              <a:off x="8250768" y="2339954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29" name="Ellipse 1157">
              <a:extLst>
                <a:ext uri="{FF2B5EF4-FFF2-40B4-BE49-F238E27FC236}">
                  <a16:creationId xmlns:a16="http://schemas.microsoft.com/office/drawing/2014/main" id="{3E4CB2F7-3A76-4901-933D-3553DB941C93}"/>
                </a:ext>
              </a:extLst>
            </p:cNvPr>
            <p:cNvSpPr/>
            <p:nvPr/>
          </p:nvSpPr>
          <p:spPr bwMode="gray">
            <a:xfrm flipV="1">
              <a:off x="8149570" y="2339954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30" name="Ellipse 1158">
              <a:extLst>
                <a:ext uri="{FF2B5EF4-FFF2-40B4-BE49-F238E27FC236}">
                  <a16:creationId xmlns:a16="http://schemas.microsoft.com/office/drawing/2014/main" id="{D645329F-E905-4700-82B5-C7B0B36F91E0}"/>
                </a:ext>
              </a:extLst>
            </p:cNvPr>
            <p:cNvSpPr/>
            <p:nvPr/>
          </p:nvSpPr>
          <p:spPr bwMode="gray">
            <a:xfrm flipV="1">
              <a:off x="8149570" y="2446108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31" name="Ellipse 1159">
              <a:extLst>
                <a:ext uri="{FF2B5EF4-FFF2-40B4-BE49-F238E27FC236}">
                  <a16:creationId xmlns:a16="http://schemas.microsoft.com/office/drawing/2014/main" id="{9A568A91-14D4-47A1-88D4-18E43ABEF880}"/>
                </a:ext>
              </a:extLst>
            </p:cNvPr>
            <p:cNvSpPr/>
            <p:nvPr/>
          </p:nvSpPr>
          <p:spPr bwMode="gray">
            <a:xfrm flipV="1">
              <a:off x="8149570" y="2550688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32" name="Ellipse 1160">
              <a:extLst>
                <a:ext uri="{FF2B5EF4-FFF2-40B4-BE49-F238E27FC236}">
                  <a16:creationId xmlns:a16="http://schemas.microsoft.com/office/drawing/2014/main" id="{BEED1A1F-8B58-4E4C-8C6E-D65C0F55C4C0}"/>
                </a:ext>
              </a:extLst>
            </p:cNvPr>
            <p:cNvSpPr/>
            <p:nvPr/>
          </p:nvSpPr>
          <p:spPr bwMode="gray">
            <a:xfrm flipV="1">
              <a:off x="8149570" y="202146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33" name="Ellipse 1161">
              <a:extLst>
                <a:ext uri="{FF2B5EF4-FFF2-40B4-BE49-F238E27FC236}">
                  <a16:creationId xmlns:a16="http://schemas.microsoft.com/office/drawing/2014/main" id="{18354166-8CFC-469F-A7C2-5D06896CA339}"/>
                </a:ext>
              </a:extLst>
            </p:cNvPr>
            <p:cNvSpPr/>
            <p:nvPr/>
          </p:nvSpPr>
          <p:spPr bwMode="gray">
            <a:xfrm flipV="1">
              <a:off x="8149570" y="1808890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34" name="Ellipse 1162">
              <a:extLst>
                <a:ext uri="{FF2B5EF4-FFF2-40B4-BE49-F238E27FC236}">
                  <a16:creationId xmlns:a16="http://schemas.microsoft.com/office/drawing/2014/main" id="{C3F36691-8CE4-461E-B949-8D0FE135F865}"/>
                </a:ext>
              </a:extLst>
            </p:cNvPr>
            <p:cNvSpPr/>
            <p:nvPr/>
          </p:nvSpPr>
          <p:spPr bwMode="gray">
            <a:xfrm flipV="1">
              <a:off x="8149570" y="170077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35" name="Ellipse 1163">
              <a:extLst>
                <a:ext uri="{FF2B5EF4-FFF2-40B4-BE49-F238E27FC236}">
                  <a16:creationId xmlns:a16="http://schemas.microsoft.com/office/drawing/2014/main" id="{79724A1E-9017-4DC7-850E-434F5CFD2111}"/>
                </a:ext>
              </a:extLst>
            </p:cNvPr>
            <p:cNvSpPr/>
            <p:nvPr/>
          </p:nvSpPr>
          <p:spPr bwMode="gray">
            <a:xfrm flipV="1">
              <a:off x="8149570" y="159530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36" name="Ellipse 1164">
              <a:extLst>
                <a:ext uri="{FF2B5EF4-FFF2-40B4-BE49-F238E27FC236}">
                  <a16:creationId xmlns:a16="http://schemas.microsoft.com/office/drawing/2014/main" id="{7412512C-159A-48EE-862B-237314B334A0}"/>
                </a:ext>
              </a:extLst>
            </p:cNvPr>
            <p:cNvSpPr/>
            <p:nvPr/>
          </p:nvSpPr>
          <p:spPr bwMode="gray">
            <a:xfrm flipV="1">
              <a:off x="8149570" y="145085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37" name="Ellipse 1165">
              <a:extLst>
                <a:ext uri="{FF2B5EF4-FFF2-40B4-BE49-F238E27FC236}">
                  <a16:creationId xmlns:a16="http://schemas.microsoft.com/office/drawing/2014/main" id="{4D81D1D1-E1B2-4C49-8B02-7BE7AF69D018}"/>
                </a:ext>
              </a:extLst>
            </p:cNvPr>
            <p:cNvSpPr/>
            <p:nvPr/>
          </p:nvSpPr>
          <p:spPr bwMode="gray">
            <a:xfrm flipV="1">
              <a:off x="8046330" y="159530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38" name="Ellipse 1166">
              <a:extLst>
                <a:ext uri="{FF2B5EF4-FFF2-40B4-BE49-F238E27FC236}">
                  <a16:creationId xmlns:a16="http://schemas.microsoft.com/office/drawing/2014/main" id="{9C99D6EA-3267-4E65-B93D-4AA68F6FA1DF}"/>
                </a:ext>
              </a:extLst>
            </p:cNvPr>
            <p:cNvSpPr/>
            <p:nvPr/>
          </p:nvSpPr>
          <p:spPr bwMode="gray">
            <a:xfrm flipV="1">
              <a:off x="8046330" y="145085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39" name="Ellipse 1167">
              <a:extLst>
                <a:ext uri="{FF2B5EF4-FFF2-40B4-BE49-F238E27FC236}">
                  <a16:creationId xmlns:a16="http://schemas.microsoft.com/office/drawing/2014/main" id="{E611A27F-EE99-486A-97AA-BD7DE48CB376}"/>
                </a:ext>
              </a:extLst>
            </p:cNvPr>
            <p:cNvSpPr/>
            <p:nvPr/>
          </p:nvSpPr>
          <p:spPr bwMode="gray">
            <a:xfrm flipV="1">
              <a:off x="7943920" y="159530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40" name="Ellipse 1168">
              <a:extLst>
                <a:ext uri="{FF2B5EF4-FFF2-40B4-BE49-F238E27FC236}">
                  <a16:creationId xmlns:a16="http://schemas.microsoft.com/office/drawing/2014/main" id="{92B0AC88-2024-4058-9982-8D95F58282C2}"/>
                </a:ext>
              </a:extLst>
            </p:cNvPr>
            <p:cNvSpPr/>
            <p:nvPr/>
          </p:nvSpPr>
          <p:spPr bwMode="gray">
            <a:xfrm flipV="1">
              <a:off x="8046330" y="202146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41" name="Ellipse 1169">
              <a:extLst>
                <a:ext uri="{FF2B5EF4-FFF2-40B4-BE49-F238E27FC236}">
                  <a16:creationId xmlns:a16="http://schemas.microsoft.com/office/drawing/2014/main" id="{7DACFF33-2829-4C25-A3AE-2D0BCDE52C62}"/>
                </a:ext>
              </a:extLst>
            </p:cNvPr>
            <p:cNvSpPr/>
            <p:nvPr/>
          </p:nvSpPr>
          <p:spPr bwMode="gray">
            <a:xfrm flipV="1">
              <a:off x="7943920" y="223432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42" name="Ellipse 1170">
              <a:extLst>
                <a:ext uri="{FF2B5EF4-FFF2-40B4-BE49-F238E27FC236}">
                  <a16:creationId xmlns:a16="http://schemas.microsoft.com/office/drawing/2014/main" id="{B84F15C7-ACCC-43B0-8523-FEE65230E40E}"/>
                </a:ext>
              </a:extLst>
            </p:cNvPr>
            <p:cNvSpPr/>
            <p:nvPr/>
          </p:nvSpPr>
          <p:spPr bwMode="gray">
            <a:xfrm flipV="1">
              <a:off x="7943920" y="2339954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43" name="Ellipse 1171">
              <a:extLst>
                <a:ext uri="{FF2B5EF4-FFF2-40B4-BE49-F238E27FC236}">
                  <a16:creationId xmlns:a16="http://schemas.microsoft.com/office/drawing/2014/main" id="{15A6C78F-EA33-43F9-894F-B1531328AAEC}"/>
                </a:ext>
              </a:extLst>
            </p:cNvPr>
            <p:cNvSpPr/>
            <p:nvPr/>
          </p:nvSpPr>
          <p:spPr bwMode="gray">
            <a:xfrm flipV="1">
              <a:off x="7943920" y="2128366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44" name="Ellipse 1172">
              <a:extLst>
                <a:ext uri="{FF2B5EF4-FFF2-40B4-BE49-F238E27FC236}">
                  <a16:creationId xmlns:a16="http://schemas.microsoft.com/office/drawing/2014/main" id="{830D716C-AA93-4F15-82CA-057220CAE1DA}"/>
                </a:ext>
              </a:extLst>
            </p:cNvPr>
            <p:cNvSpPr/>
            <p:nvPr/>
          </p:nvSpPr>
          <p:spPr bwMode="gray">
            <a:xfrm flipV="1">
              <a:off x="7943920" y="202146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45" name="Ellipse 1173">
              <a:extLst>
                <a:ext uri="{FF2B5EF4-FFF2-40B4-BE49-F238E27FC236}">
                  <a16:creationId xmlns:a16="http://schemas.microsoft.com/office/drawing/2014/main" id="{010F187B-B4C1-4C61-A447-BB2CA3296EE9}"/>
                </a:ext>
              </a:extLst>
            </p:cNvPr>
            <p:cNvSpPr/>
            <p:nvPr/>
          </p:nvSpPr>
          <p:spPr bwMode="gray">
            <a:xfrm flipV="1">
              <a:off x="7943920" y="170077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46" name="Ellipse 1174">
              <a:extLst>
                <a:ext uri="{FF2B5EF4-FFF2-40B4-BE49-F238E27FC236}">
                  <a16:creationId xmlns:a16="http://schemas.microsoft.com/office/drawing/2014/main" id="{4ADBE976-ECDA-45C0-B27C-58E44FCC73C3}"/>
                </a:ext>
              </a:extLst>
            </p:cNvPr>
            <p:cNvSpPr/>
            <p:nvPr/>
          </p:nvSpPr>
          <p:spPr bwMode="gray">
            <a:xfrm flipV="1">
              <a:off x="7843764" y="170077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47" name="Ellipse 1175">
              <a:extLst>
                <a:ext uri="{FF2B5EF4-FFF2-40B4-BE49-F238E27FC236}">
                  <a16:creationId xmlns:a16="http://schemas.microsoft.com/office/drawing/2014/main" id="{8ED32A80-FB74-4E2E-B27E-6D3E9A586483}"/>
                </a:ext>
              </a:extLst>
            </p:cNvPr>
            <p:cNvSpPr/>
            <p:nvPr/>
          </p:nvSpPr>
          <p:spPr bwMode="gray">
            <a:xfrm flipV="1">
              <a:off x="7843764" y="1808890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48" name="Ellipse 1176">
              <a:extLst>
                <a:ext uri="{FF2B5EF4-FFF2-40B4-BE49-F238E27FC236}">
                  <a16:creationId xmlns:a16="http://schemas.microsoft.com/office/drawing/2014/main" id="{5C440100-943E-4AD4-8D10-153389F8FBEA}"/>
                </a:ext>
              </a:extLst>
            </p:cNvPr>
            <p:cNvSpPr/>
            <p:nvPr/>
          </p:nvSpPr>
          <p:spPr bwMode="gray">
            <a:xfrm flipV="1">
              <a:off x="7843764" y="1916088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49" name="Ellipse 1177">
              <a:extLst>
                <a:ext uri="{FF2B5EF4-FFF2-40B4-BE49-F238E27FC236}">
                  <a16:creationId xmlns:a16="http://schemas.microsoft.com/office/drawing/2014/main" id="{0A1F6A43-C990-4216-9F49-904ECAF9333D}"/>
                </a:ext>
              </a:extLst>
            </p:cNvPr>
            <p:cNvSpPr/>
            <p:nvPr/>
          </p:nvSpPr>
          <p:spPr bwMode="gray">
            <a:xfrm flipV="1">
              <a:off x="7843764" y="2128366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50" name="Ellipse 1178">
              <a:extLst>
                <a:ext uri="{FF2B5EF4-FFF2-40B4-BE49-F238E27FC236}">
                  <a16:creationId xmlns:a16="http://schemas.microsoft.com/office/drawing/2014/main" id="{1C91B68B-DE69-4308-8524-B8C8C4C8357B}"/>
                </a:ext>
              </a:extLst>
            </p:cNvPr>
            <p:cNvSpPr/>
            <p:nvPr/>
          </p:nvSpPr>
          <p:spPr bwMode="gray">
            <a:xfrm flipV="1">
              <a:off x="7843764" y="2234323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51" name="Ellipse 1179">
              <a:extLst>
                <a:ext uri="{FF2B5EF4-FFF2-40B4-BE49-F238E27FC236}">
                  <a16:creationId xmlns:a16="http://schemas.microsoft.com/office/drawing/2014/main" id="{6AD2AB5E-6F14-4536-B47D-D7D7D9288CAA}"/>
                </a:ext>
              </a:extLst>
            </p:cNvPr>
            <p:cNvSpPr/>
            <p:nvPr/>
          </p:nvSpPr>
          <p:spPr bwMode="gray">
            <a:xfrm flipV="1">
              <a:off x="7843764" y="2339954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52" name="Ellipse 1180">
              <a:extLst>
                <a:ext uri="{FF2B5EF4-FFF2-40B4-BE49-F238E27FC236}">
                  <a16:creationId xmlns:a16="http://schemas.microsoft.com/office/drawing/2014/main" id="{48149A90-7CE6-479D-9A8D-826F3A629A21}"/>
                </a:ext>
              </a:extLst>
            </p:cNvPr>
            <p:cNvSpPr/>
            <p:nvPr/>
          </p:nvSpPr>
          <p:spPr bwMode="gray">
            <a:xfrm flipV="1">
              <a:off x="7741330" y="2128366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53" name="Ellipse 1181">
              <a:extLst>
                <a:ext uri="{FF2B5EF4-FFF2-40B4-BE49-F238E27FC236}">
                  <a16:creationId xmlns:a16="http://schemas.microsoft.com/office/drawing/2014/main" id="{4497C979-FF50-4723-858A-4C021374F317}"/>
                </a:ext>
              </a:extLst>
            </p:cNvPr>
            <p:cNvSpPr/>
            <p:nvPr/>
          </p:nvSpPr>
          <p:spPr bwMode="gray">
            <a:xfrm flipV="1">
              <a:off x="7741330" y="2234323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54" name="Ellipse 1182">
              <a:extLst>
                <a:ext uri="{FF2B5EF4-FFF2-40B4-BE49-F238E27FC236}">
                  <a16:creationId xmlns:a16="http://schemas.microsoft.com/office/drawing/2014/main" id="{185F3D55-3FD5-4B79-A590-90FB3EB780F4}"/>
                </a:ext>
              </a:extLst>
            </p:cNvPr>
            <p:cNvSpPr/>
            <p:nvPr/>
          </p:nvSpPr>
          <p:spPr bwMode="gray">
            <a:xfrm flipV="1">
              <a:off x="7741330" y="2339954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55" name="Ellipse 1183">
              <a:extLst>
                <a:ext uri="{FF2B5EF4-FFF2-40B4-BE49-F238E27FC236}">
                  <a16:creationId xmlns:a16="http://schemas.microsoft.com/office/drawing/2014/main" id="{8041D6BC-1D76-4917-9BD2-0EC7CD56CFB9}"/>
                </a:ext>
              </a:extLst>
            </p:cNvPr>
            <p:cNvSpPr/>
            <p:nvPr/>
          </p:nvSpPr>
          <p:spPr bwMode="gray">
            <a:xfrm flipV="1">
              <a:off x="7741330" y="2446108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56" name="Ellipse 1184">
              <a:extLst>
                <a:ext uri="{FF2B5EF4-FFF2-40B4-BE49-F238E27FC236}">
                  <a16:creationId xmlns:a16="http://schemas.microsoft.com/office/drawing/2014/main" id="{CF48739E-D0BE-419E-AE69-D52A673E63AF}"/>
                </a:ext>
              </a:extLst>
            </p:cNvPr>
            <p:cNvSpPr/>
            <p:nvPr/>
          </p:nvSpPr>
          <p:spPr bwMode="gray">
            <a:xfrm flipV="1">
              <a:off x="7741330" y="1916088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57" name="Ellipse 1185">
              <a:extLst>
                <a:ext uri="{FF2B5EF4-FFF2-40B4-BE49-F238E27FC236}">
                  <a16:creationId xmlns:a16="http://schemas.microsoft.com/office/drawing/2014/main" id="{21EA9CB2-7D49-40E8-9D3C-E8A3EE86FD9D}"/>
                </a:ext>
              </a:extLst>
            </p:cNvPr>
            <p:cNvSpPr/>
            <p:nvPr/>
          </p:nvSpPr>
          <p:spPr bwMode="gray">
            <a:xfrm flipV="1">
              <a:off x="7741330" y="170077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58" name="Ellipse 1186">
              <a:extLst>
                <a:ext uri="{FF2B5EF4-FFF2-40B4-BE49-F238E27FC236}">
                  <a16:creationId xmlns:a16="http://schemas.microsoft.com/office/drawing/2014/main" id="{760F2F9F-CEBF-4432-8256-A69544B76066}"/>
                </a:ext>
              </a:extLst>
            </p:cNvPr>
            <p:cNvSpPr/>
            <p:nvPr/>
          </p:nvSpPr>
          <p:spPr bwMode="gray">
            <a:xfrm flipV="1">
              <a:off x="7741330" y="159530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59" name="Ellipse 1187">
              <a:extLst>
                <a:ext uri="{FF2B5EF4-FFF2-40B4-BE49-F238E27FC236}">
                  <a16:creationId xmlns:a16="http://schemas.microsoft.com/office/drawing/2014/main" id="{E36E5338-D982-44DE-B701-4E06E4B1B931}"/>
                </a:ext>
              </a:extLst>
            </p:cNvPr>
            <p:cNvSpPr/>
            <p:nvPr/>
          </p:nvSpPr>
          <p:spPr bwMode="gray">
            <a:xfrm flipV="1">
              <a:off x="7639971" y="170077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60" name="Ellipse 1188">
              <a:extLst>
                <a:ext uri="{FF2B5EF4-FFF2-40B4-BE49-F238E27FC236}">
                  <a16:creationId xmlns:a16="http://schemas.microsoft.com/office/drawing/2014/main" id="{5E3DF2BD-7B8C-4C16-B561-A150001427DE}"/>
                </a:ext>
              </a:extLst>
            </p:cNvPr>
            <p:cNvSpPr/>
            <p:nvPr/>
          </p:nvSpPr>
          <p:spPr bwMode="gray">
            <a:xfrm flipV="1">
              <a:off x="7639971" y="159530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61" name="Ellipse 1189">
              <a:extLst>
                <a:ext uri="{FF2B5EF4-FFF2-40B4-BE49-F238E27FC236}">
                  <a16:creationId xmlns:a16="http://schemas.microsoft.com/office/drawing/2014/main" id="{56E82A04-1A8E-4062-A817-8079E3CC9D86}"/>
                </a:ext>
              </a:extLst>
            </p:cNvPr>
            <p:cNvSpPr/>
            <p:nvPr/>
          </p:nvSpPr>
          <p:spPr bwMode="gray">
            <a:xfrm flipV="1">
              <a:off x="7843764" y="202146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62" name="Ellipse 1190">
              <a:extLst>
                <a:ext uri="{FF2B5EF4-FFF2-40B4-BE49-F238E27FC236}">
                  <a16:creationId xmlns:a16="http://schemas.microsoft.com/office/drawing/2014/main" id="{AD6BB488-E6CC-4CCF-A189-29014499FACD}"/>
                </a:ext>
              </a:extLst>
            </p:cNvPr>
            <p:cNvSpPr/>
            <p:nvPr/>
          </p:nvSpPr>
          <p:spPr bwMode="gray">
            <a:xfrm flipV="1">
              <a:off x="7639971" y="1916088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63" name="Ellipse 1191">
              <a:extLst>
                <a:ext uri="{FF2B5EF4-FFF2-40B4-BE49-F238E27FC236}">
                  <a16:creationId xmlns:a16="http://schemas.microsoft.com/office/drawing/2014/main" id="{7E0BB5A9-38D6-4D73-AD64-6D82F08BD498}"/>
                </a:ext>
              </a:extLst>
            </p:cNvPr>
            <p:cNvSpPr/>
            <p:nvPr/>
          </p:nvSpPr>
          <p:spPr bwMode="gray">
            <a:xfrm flipV="1">
              <a:off x="7639971" y="2128366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64" name="Ellipse 1192">
              <a:extLst>
                <a:ext uri="{FF2B5EF4-FFF2-40B4-BE49-F238E27FC236}">
                  <a16:creationId xmlns:a16="http://schemas.microsoft.com/office/drawing/2014/main" id="{7C17CEDF-4564-4AD1-8741-48A54914FC68}"/>
                </a:ext>
              </a:extLst>
            </p:cNvPr>
            <p:cNvSpPr/>
            <p:nvPr/>
          </p:nvSpPr>
          <p:spPr bwMode="gray">
            <a:xfrm flipV="1">
              <a:off x="7639971" y="2234323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65" name="Ellipse 1193">
              <a:extLst>
                <a:ext uri="{FF2B5EF4-FFF2-40B4-BE49-F238E27FC236}">
                  <a16:creationId xmlns:a16="http://schemas.microsoft.com/office/drawing/2014/main" id="{12C3ADE9-42DD-4D45-BC9B-F98CB1AB0F28}"/>
                </a:ext>
              </a:extLst>
            </p:cNvPr>
            <p:cNvSpPr/>
            <p:nvPr/>
          </p:nvSpPr>
          <p:spPr bwMode="gray">
            <a:xfrm flipV="1">
              <a:off x="7639971" y="2339954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66" name="Ellipse 1194">
              <a:extLst>
                <a:ext uri="{FF2B5EF4-FFF2-40B4-BE49-F238E27FC236}">
                  <a16:creationId xmlns:a16="http://schemas.microsoft.com/office/drawing/2014/main" id="{14BA052F-CD99-48CC-919A-CE6DE60EBE8D}"/>
                </a:ext>
              </a:extLst>
            </p:cNvPr>
            <p:cNvSpPr/>
            <p:nvPr/>
          </p:nvSpPr>
          <p:spPr bwMode="gray">
            <a:xfrm flipV="1">
              <a:off x="7639971" y="202146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67" name="Ellipse 1195">
              <a:extLst>
                <a:ext uri="{FF2B5EF4-FFF2-40B4-BE49-F238E27FC236}">
                  <a16:creationId xmlns:a16="http://schemas.microsoft.com/office/drawing/2014/main" id="{F92585D3-B40C-412F-B91B-BC145562836A}"/>
                </a:ext>
              </a:extLst>
            </p:cNvPr>
            <p:cNvSpPr/>
            <p:nvPr/>
          </p:nvSpPr>
          <p:spPr bwMode="gray">
            <a:xfrm flipV="1">
              <a:off x="7639971" y="2446108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68" name="Ellipse 1196">
              <a:extLst>
                <a:ext uri="{FF2B5EF4-FFF2-40B4-BE49-F238E27FC236}">
                  <a16:creationId xmlns:a16="http://schemas.microsoft.com/office/drawing/2014/main" id="{6554E0D8-9407-4E45-ABEE-F93D522DEB84}"/>
                </a:ext>
              </a:extLst>
            </p:cNvPr>
            <p:cNvSpPr/>
            <p:nvPr/>
          </p:nvSpPr>
          <p:spPr bwMode="gray">
            <a:xfrm flipV="1">
              <a:off x="7542773" y="2446108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69" name="Ellipse 1197">
              <a:extLst>
                <a:ext uri="{FF2B5EF4-FFF2-40B4-BE49-F238E27FC236}">
                  <a16:creationId xmlns:a16="http://schemas.microsoft.com/office/drawing/2014/main" id="{D20748E9-7735-4A49-8780-69AC19C04740}"/>
                </a:ext>
              </a:extLst>
            </p:cNvPr>
            <p:cNvSpPr/>
            <p:nvPr/>
          </p:nvSpPr>
          <p:spPr bwMode="gray">
            <a:xfrm flipV="1">
              <a:off x="7542773" y="2550688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70" name="Ellipse 1198">
              <a:extLst>
                <a:ext uri="{FF2B5EF4-FFF2-40B4-BE49-F238E27FC236}">
                  <a16:creationId xmlns:a16="http://schemas.microsoft.com/office/drawing/2014/main" id="{6B5E47E3-7EBF-48E9-9879-B0F010F250BF}"/>
                </a:ext>
              </a:extLst>
            </p:cNvPr>
            <p:cNvSpPr/>
            <p:nvPr/>
          </p:nvSpPr>
          <p:spPr bwMode="gray">
            <a:xfrm flipV="1">
              <a:off x="7542773" y="2128366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71" name="Ellipse 1199">
              <a:extLst>
                <a:ext uri="{FF2B5EF4-FFF2-40B4-BE49-F238E27FC236}">
                  <a16:creationId xmlns:a16="http://schemas.microsoft.com/office/drawing/2014/main" id="{6DFF4615-9A1E-4EC0-8421-F1C2F08C01CC}"/>
                </a:ext>
              </a:extLst>
            </p:cNvPr>
            <p:cNvSpPr/>
            <p:nvPr/>
          </p:nvSpPr>
          <p:spPr bwMode="gray">
            <a:xfrm flipV="1">
              <a:off x="7542773" y="223432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72" name="Ellipse 1200">
              <a:extLst>
                <a:ext uri="{FF2B5EF4-FFF2-40B4-BE49-F238E27FC236}">
                  <a16:creationId xmlns:a16="http://schemas.microsoft.com/office/drawing/2014/main" id="{E05AAA95-8F66-4FD6-9F6F-7D96D2334CF7}"/>
                </a:ext>
              </a:extLst>
            </p:cNvPr>
            <p:cNvSpPr/>
            <p:nvPr/>
          </p:nvSpPr>
          <p:spPr bwMode="gray">
            <a:xfrm flipV="1">
              <a:off x="7542773" y="202146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73" name="Ellipse 1201">
              <a:extLst>
                <a:ext uri="{FF2B5EF4-FFF2-40B4-BE49-F238E27FC236}">
                  <a16:creationId xmlns:a16="http://schemas.microsoft.com/office/drawing/2014/main" id="{DF56D0DD-81E3-4486-B541-56AA890A1EEC}"/>
                </a:ext>
              </a:extLst>
            </p:cNvPr>
            <p:cNvSpPr/>
            <p:nvPr/>
          </p:nvSpPr>
          <p:spPr bwMode="gray">
            <a:xfrm flipV="1">
              <a:off x="7542773" y="1808890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74" name="Ellipse 1202">
              <a:extLst>
                <a:ext uri="{FF2B5EF4-FFF2-40B4-BE49-F238E27FC236}">
                  <a16:creationId xmlns:a16="http://schemas.microsoft.com/office/drawing/2014/main" id="{CF36FC8C-DDE8-472C-AE15-CCB391B9D9EF}"/>
                </a:ext>
              </a:extLst>
            </p:cNvPr>
            <p:cNvSpPr/>
            <p:nvPr/>
          </p:nvSpPr>
          <p:spPr bwMode="gray">
            <a:xfrm flipV="1">
              <a:off x="7542773" y="170077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75" name="Ellipse 1203">
              <a:extLst>
                <a:ext uri="{FF2B5EF4-FFF2-40B4-BE49-F238E27FC236}">
                  <a16:creationId xmlns:a16="http://schemas.microsoft.com/office/drawing/2014/main" id="{98CEEEE7-D1FA-43C9-8711-73A2F3D46E95}"/>
                </a:ext>
              </a:extLst>
            </p:cNvPr>
            <p:cNvSpPr/>
            <p:nvPr/>
          </p:nvSpPr>
          <p:spPr bwMode="gray">
            <a:xfrm flipV="1">
              <a:off x="7435148" y="1700773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76" name="Ellipse 1204">
              <a:extLst>
                <a:ext uri="{FF2B5EF4-FFF2-40B4-BE49-F238E27FC236}">
                  <a16:creationId xmlns:a16="http://schemas.microsoft.com/office/drawing/2014/main" id="{D99053EB-8FC7-48E8-B742-A3C4A857BBEA}"/>
                </a:ext>
              </a:extLst>
            </p:cNvPr>
            <p:cNvSpPr/>
            <p:nvPr/>
          </p:nvSpPr>
          <p:spPr bwMode="gray">
            <a:xfrm flipV="1">
              <a:off x="7435148" y="1808890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77" name="Ellipse 1205">
              <a:extLst>
                <a:ext uri="{FF2B5EF4-FFF2-40B4-BE49-F238E27FC236}">
                  <a16:creationId xmlns:a16="http://schemas.microsoft.com/office/drawing/2014/main" id="{2756281A-FB90-4544-A49C-E43A7595F5A0}"/>
                </a:ext>
              </a:extLst>
            </p:cNvPr>
            <p:cNvSpPr/>
            <p:nvPr/>
          </p:nvSpPr>
          <p:spPr bwMode="gray">
            <a:xfrm flipV="1">
              <a:off x="7435148" y="1916088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78" name="Ellipse 1206">
              <a:extLst>
                <a:ext uri="{FF2B5EF4-FFF2-40B4-BE49-F238E27FC236}">
                  <a16:creationId xmlns:a16="http://schemas.microsoft.com/office/drawing/2014/main" id="{A1E2620B-923E-47E4-840E-27ABEB0B0034}"/>
                </a:ext>
              </a:extLst>
            </p:cNvPr>
            <p:cNvSpPr/>
            <p:nvPr/>
          </p:nvSpPr>
          <p:spPr bwMode="gray">
            <a:xfrm flipV="1">
              <a:off x="7435148" y="202146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79" name="Ellipse 1207">
              <a:extLst>
                <a:ext uri="{FF2B5EF4-FFF2-40B4-BE49-F238E27FC236}">
                  <a16:creationId xmlns:a16="http://schemas.microsoft.com/office/drawing/2014/main" id="{46FA5465-CC2E-4EE7-9A12-B130676CE37A}"/>
                </a:ext>
              </a:extLst>
            </p:cNvPr>
            <p:cNvSpPr/>
            <p:nvPr/>
          </p:nvSpPr>
          <p:spPr bwMode="gray">
            <a:xfrm flipV="1">
              <a:off x="7435148" y="2128366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80" name="Ellipse 1208">
              <a:extLst>
                <a:ext uri="{FF2B5EF4-FFF2-40B4-BE49-F238E27FC236}">
                  <a16:creationId xmlns:a16="http://schemas.microsoft.com/office/drawing/2014/main" id="{90D8FCB4-25BE-4FEF-8551-28415A786FC9}"/>
                </a:ext>
              </a:extLst>
            </p:cNvPr>
            <p:cNvSpPr/>
            <p:nvPr/>
          </p:nvSpPr>
          <p:spPr bwMode="gray">
            <a:xfrm flipV="1">
              <a:off x="7337764" y="1700773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81" name="Ellipse 1209">
              <a:extLst>
                <a:ext uri="{FF2B5EF4-FFF2-40B4-BE49-F238E27FC236}">
                  <a16:creationId xmlns:a16="http://schemas.microsoft.com/office/drawing/2014/main" id="{7B8E5BCD-B169-43B8-A42F-787DB09F36D5}"/>
                </a:ext>
              </a:extLst>
            </p:cNvPr>
            <p:cNvSpPr/>
            <p:nvPr/>
          </p:nvSpPr>
          <p:spPr bwMode="gray">
            <a:xfrm flipV="1">
              <a:off x="7232753" y="170077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82" name="Ellipse 1210">
              <a:extLst>
                <a:ext uri="{FF2B5EF4-FFF2-40B4-BE49-F238E27FC236}">
                  <a16:creationId xmlns:a16="http://schemas.microsoft.com/office/drawing/2014/main" id="{8DE6EB6B-8CE6-4DA1-98CE-C8EB2AC9F19C}"/>
                </a:ext>
              </a:extLst>
            </p:cNvPr>
            <p:cNvSpPr/>
            <p:nvPr/>
          </p:nvSpPr>
          <p:spPr bwMode="gray">
            <a:xfrm flipV="1">
              <a:off x="7232753" y="1916088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83" name="Ellipse 1211">
              <a:extLst>
                <a:ext uri="{FF2B5EF4-FFF2-40B4-BE49-F238E27FC236}">
                  <a16:creationId xmlns:a16="http://schemas.microsoft.com/office/drawing/2014/main" id="{47FCE69B-A8AB-4A57-B677-D2B4CBD3B324}"/>
                </a:ext>
              </a:extLst>
            </p:cNvPr>
            <p:cNvSpPr/>
            <p:nvPr/>
          </p:nvSpPr>
          <p:spPr bwMode="gray">
            <a:xfrm flipV="1">
              <a:off x="7232753" y="2128366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84" name="Ellipse 1212">
              <a:extLst>
                <a:ext uri="{FF2B5EF4-FFF2-40B4-BE49-F238E27FC236}">
                  <a16:creationId xmlns:a16="http://schemas.microsoft.com/office/drawing/2014/main" id="{96447E48-E2B9-44D7-9169-61ADC21A897F}"/>
                </a:ext>
              </a:extLst>
            </p:cNvPr>
            <p:cNvSpPr/>
            <p:nvPr/>
          </p:nvSpPr>
          <p:spPr bwMode="gray">
            <a:xfrm flipV="1">
              <a:off x="7232753" y="223432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85" name="Ellipse 1213">
              <a:extLst>
                <a:ext uri="{FF2B5EF4-FFF2-40B4-BE49-F238E27FC236}">
                  <a16:creationId xmlns:a16="http://schemas.microsoft.com/office/drawing/2014/main" id="{86412F63-C75A-42FE-B19B-45ABD4282D09}"/>
                </a:ext>
              </a:extLst>
            </p:cNvPr>
            <p:cNvSpPr/>
            <p:nvPr/>
          </p:nvSpPr>
          <p:spPr bwMode="gray">
            <a:xfrm flipV="1">
              <a:off x="7337764" y="2128366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86" name="Ellipse 1214">
              <a:extLst>
                <a:ext uri="{FF2B5EF4-FFF2-40B4-BE49-F238E27FC236}">
                  <a16:creationId xmlns:a16="http://schemas.microsoft.com/office/drawing/2014/main" id="{78F7CC6E-0212-4D14-8871-202DFBAF97F9}"/>
                </a:ext>
              </a:extLst>
            </p:cNvPr>
            <p:cNvSpPr/>
            <p:nvPr/>
          </p:nvSpPr>
          <p:spPr bwMode="gray">
            <a:xfrm flipV="1">
              <a:off x="7337764" y="2339954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87" name="Ellipse 1215">
              <a:extLst>
                <a:ext uri="{FF2B5EF4-FFF2-40B4-BE49-F238E27FC236}">
                  <a16:creationId xmlns:a16="http://schemas.microsoft.com/office/drawing/2014/main" id="{4B92CFE7-CF38-4C82-826E-2238362AD5F4}"/>
                </a:ext>
              </a:extLst>
            </p:cNvPr>
            <p:cNvSpPr/>
            <p:nvPr/>
          </p:nvSpPr>
          <p:spPr bwMode="gray">
            <a:xfrm flipV="1">
              <a:off x="7337764" y="2446108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88" name="Ellipse 1216">
              <a:extLst>
                <a:ext uri="{FF2B5EF4-FFF2-40B4-BE49-F238E27FC236}">
                  <a16:creationId xmlns:a16="http://schemas.microsoft.com/office/drawing/2014/main" id="{78EC62DA-17F8-4891-B327-583521C76AC5}"/>
                </a:ext>
              </a:extLst>
            </p:cNvPr>
            <p:cNvSpPr/>
            <p:nvPr/>
          </p:nvSpPr>
          <p:spPr bwMode="gray">
            <a:xfrm flipV="1">
              <a:off x="7129749" y="1916088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6487"/>
                </a:solidFill>
              </a:endParaRPr>
            </a:p>
          </p:txBody>
        </p:sp>
        <p:sp>
          <p:nvSpPr>
            <p:cNvPr id="1389" name="Ellipse 1217">
              <a:extLst>
                <a:ext uri="{FF2B5EF4-FFF2-40B4-BE49-F238E27FC236}">
                  <a16:creationId xmlns:a16="http://schemas.microsoft.com/office/drawing/2014/main" id="{97C56218-8CF4-47F1-8F3B-F0F36701110A}"/>
                </a:ext>
              </a:extLst>
            </p:cNvPr>
            <p:cNvSpPr/>
            <p:nvPr/>
          </p:nvSpPr>
          <p:spPr bwMode="gray">
            <a:xfrm flipV="1">
              <a:off x="7129749" y="2128366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6487"/>
                </a:solidFill>
              </a:endParaRPr>
            </a:p>
          </p:txBody>
        </p:sp>
        <p:sp>
          <p:nvSpPr>
            <p:cNvPr id="1390" name="Ellipse 1218">
              <a:extLst>
                <a:ext uri="{FF2B5EF4-FFF2-40B4-BE49-F238E27FC236}">
                  <a16:creationId xmlns:a16="http://schemas.microsoft.com/office/drawing/2014/main" id="{E5321B99-BE7A-4912-85C8-2F81F6A34F00}"/>
                </a:ext>
              </a:extLst>
            </p:cNvPr>
            <p:cNvSpPr/>
            <p:nvPr/>
          </p:nvSpPr>
          <p:spPr bwMode="gray">
            <a:xfrm flipV="1">
              <a:off x="7129749" y="2234323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6487"/>
                </a:solidFill>
              </a:endParaRPr>
            </a:p>
          </p:txBody>
        </p:sp>
        <p:sp>
          <p:nvSpPr>
            <p:cNvPr id="1391" name="Ellipse 1219">
              <a:extLst>
                <a:ext uri="{FF2B5EF4-FFF2-40B4-BE49-F238E27FC236}">
                  <a16:creationId xmlns:a16="http://schemas.microsoft.com/office/drawing/2014/main" id="{40137925-6C2C-4D90-ABFC-B5AF1C0FB333}"/>
                </a:ext>
              </a:extLst>
            </p:cNvPr>
            <p:cNvSpPr/>
            <p:nvPr/>
          </p:nvSpPr>
          <p:spPr bwMode="gray">
            <a:xfrm flipV="1">
              <a:off x="7129749" y="202146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6487"/>
                </a:solidFill>
              </a:endParaRPr>
            </a:p>
          </p:txBody>
        </p:sp>
        <p:sp>
          <p:nvSpPr>
            <p:cNvPr id="1392" name="Ellipse 1220">
              <a:extLst>
                <a:ext uri="{FF2B5EF4-FFF2-40B4-BE49-F238E27FC236}">
                  <a16:creationId xmlns:a16="http://schemas.microsoft.com/office/drawing/2014/main" id="{84061B35-FB1E-4A72-BDF7-E4E834322EAF}"/>
                </a:ext>
              </a:extLst>
            </p:cNvPr>
            <p:cNvSpPr/>
            <p:nvPr/>
          </p:nvSpPr>
          <p:spPr bwMode="gray">
            <a:xfrm flipV="1">
              <a:off x="10912536" y="2135412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93" name="Ellipse 1221">
              <a:extLst>
                <a:ext uri="{FF2B5EF4-FFF2-40B4-BE49-F238E27FC236}">
                  <a16:creationId xmlns:a16="http://schemas.microsoft.com/office/drawing/2014/main" id="{40EEF323-CB2A-4654-B269-D7C6960EAA64}"/>
                </a:ext>
              </a:extLst>
            </p:cNvPr>
            <p:cNvSpPr/>
            <p:nvPr/>
          </p:nvSpPr>
          <p:spPr bwMode="gray">
            <a:xfrm flipV="1">
              <a:off x="10912536" y="1923134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94" name="Freeform 17">
              <a:extLst>
                <a:ext uri="{FF2B5EF4-FFF2-40B4-BE49-F238E27FC236}">
                  <a16:creationId xmlns:a16="http://schemas.microsoft.com/office/drawing/2014/main" id="{C3107611-DDE6-4304-B554-91EB9701D2BB}"/>
                </a:ext>
              </a:extLst>
            </p:cNvPr>
            <p:cNvSpPr>
              <a:spLocks noChangeAspect="1" noEditPoints="1"/>
            </p:cNvSpPr>
            <p:nvPr/>
          </p:nvSpPr>
          <p:spPr bwMode="gray">
            <a:xfrm>
              <a:off x="8811984" y="1562226"/>
              <a:ext cx="264319" cy="348457"/>
            </a:xfrm>
            <a:custGeom>
              <a:avLst/>
              <a:gdLst>
                <a:gd name="T0" fmla="*/ 280 w 1760"/>
                <a:gd name="T1" fmla="*/ 920 h 2320"/>
                <a:gd name="T2" fmla="*/ 280 w 1760"/>
                <a:gd name="T3" fmla="*/ 594 h 2320"/>
                <a:gd name="T4" fmla="*/ 874 w 1760"/>
                <a:gd name="T5" fmla="*/ 0 h 2320"/>
                <a:gd name="T6" fmla="*/ 886 w 1760"/>
                <a:gd name="T7" fmla="*/ 0 h 2320"/>
                <a:gd name="T8" fmla="*/ 1480 w 1760"/>
                <a:gd name="T9" fmla="*/ 594 h 2320"/>
                <a:gd name="T10" fmla="*/ 1480 w 1760"/>
                <a:gd name="T11" fmla="*/ 920 h 2320"/>
                <a:gd name="T12" fmla="*/ 1280 w 1760"/>
                <a:gd name="T13" fmla="*/ 920 h 2320"/>
                <a:gd name="T14" fmla="*/ 1280 w 1760"/>
                <a:gd name="T15" fmla="*/ 619 h 2320"/>
                <a:gd name="T16" fmla="*/ 884 w 1760"/>
                <a:gd name="T17" fmla="*/ 200 h 2320"/>
                <a:gd name="T18" fmla="*/ 876 w 1760"/>
                <a:gd name="T19" fmla="*/ 200 h 2320"/>
                <a:gd name="T20" fmla="*/ 480 w 1760"/>
                <a:gd name="T21" fmla="*/ 619 h 2320"/>
                <a:gd name="T22" fmla="*/ 480 w 1760"/>
                <a:gd name="T23" fmla="*/ 920 h 2320"/>
                <a:gd name="T24" fmla="*/ 280 w 1760"/>
                <a:gd name="T25" fmla="*/ 920 h 2320"/>
                <a:gd name="T26" fmla="*/ 1760 w 1760"/>
                <a:gd name="T27" fmla="*/ 960 h 2320"/>
                <a:gd name="T28" fmla="*/ 1760 w 1760"/>
                <a:gd name="T29" fmla="*/ 2320 h 2320"/>
                <a:gd name="T30" fmla="*/ 0 w 1760"/>
                <a:gd name="T31" fmla="*/ 2320 h 2320"/>
                <a:gd name="T32" fmla="*/ 0 w 1760"/>
                <a:gd name="T33" fmla="*/ 960 h 2320"/>
                <a:gd name="T34" fmla="*/ 1760 w 1760"/>
                <a:gd name="T35" fmla="*/ 960 h 2320"/>
                <a:gd name="T36" fmla="*/ 1340 w 1760"/>
                <a:gd name="T37" fmla="*/ 1640 h 2320"/>
                <a:gd name="T38" fmla="*/ 880 w 1760"/>
                <a:gd name="T39" fmla="*/ 1180 h 2320"/>
                <a:gd name="T40" fmla="*/ 420 w 1760"/>
                <a:gd name="T41" fmla="*/ 1640 h 2320"/>
                <a:gd name="T42" fmla="*/ 880 w 1760"/>
                <a:gd name="T43" fmla="*/ 2100 h 2320"/>
                <a:gd name="T44" fmla="*/ 1340 w 1760"/>
                <a:gd name="T45" fmla="*/ 1640 h 2320"/>
                <a:gd name="T46" fmla="*/ 1300 w 1760"/>
                <a:gd name="T47" fmla="*/ 1640 h 2320"/>
                <a:gd name="T48" fmla="*/ 880 w 1760"/>
                <a:gd name="T49" fmla="*/ 2060 h 2320"/>
                <a:gd name="T50" fmla="*/ 460 w 1760"/>
                <a:gd name="T51" fmla="*/ 1640 h 2320"/>
                <a:gd name="T52" fmla="*/ 880 w 1760"/>
                <a:gd name="T53" fmla="*/ 1220 h 2320"/>
                <a:gd name="T54" fmla="*/ 1300 w 1760"/>
                <a:gd name="T55" fmla="*/ 1640 h 2320"/>
                <a:gd name="T56" fmla="*/ 1000 w 1760"/>
                <a:gd name="T57" fmla="*/ 1560 h 2320"/>
                <a:gd name="T58" fmla="*/ 880 w 1760"/>
                <a:gd name="T59" fmla="*/ 1440 h 2320"/>
                <a:gd name="T60" fmla="*/ 760 w 1760"/>
                <a:gd name="T61" fmla="*/ 1560 h 2320"/>
                <a:gd name="T62" fmla="*/ 820 w 1760"/>
                <a:gd name="T63" fmla="*/ 1664 h 2320"/>
                <a:gd name="T64" fmla="*/ 820 w 1760"/>
                <a:gd name="T65" fmla="*/ 1840 h 2320"/>
                <a:gd name="T66" fmla="*/ 940 w 1760"/>
                <a:gd name="T67" fmla="*/ 1840 h 2320"/>
                <a:gd name="T68" fmla="*/ 940 w 1760"/>
                <a:gd name="T69" fmla="*/ 1664 h 2320"/>
                <a:gd name="T70" fmla="*/ 1000 w 1760"/>
                <a:gd name="T71" fmla="*/ 1560 h 2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760" h="2320">
                  <a:moveTo>
                    <a:pt x="280" y="920"/>
                  </a:moveTo>
                  <a:cubicBezTo>
                    <a:pt x="280" y="594"/>
                    <a:pt x="280" y="594"/>
                    <a:pt x="280" y="594"/>
                  </a:cubicBezTo>
                  <a:cubicBezTo>
                    <a:pt x="280" y="266"/>
                    <a:pt x="546" y="0"/>
                    <a:pt x="874" y="0"/>
                  </a:cubicBezTo>
                  <a:cubicBezTo>
                    <a:pt x="886" y="0"/>
                    <a:pt x="886" y="0"/>
                    <a:pt x="886" y="0"/>
                  </a:cubicBezTo>
                  <a:cubicBezTo>
                    <a:pt x="1214" y="0"/>
                    <a:pt x="1480" y="266"/>
                    <a:pt x="1480" y="594"/>
                  </a:cubicBezTo>
                  <a:cubicBezTo>
                    <a:pt x="1480" y="920"/>
                    <a:pt x="1480" y="920"/>
                    <a:pt x="1480" y="920"/>
                  </a:cubicBezTo>
                  <a:cubicBezTo>
                    <a:pt x="1280" y="920"/>
                    <a:pt x="1280" y="920"/>
                    <a:pt x="1280" y="920"/>
                  </a:cubicBezTo>
                  <a:cubicBezTo>
                    <a:pt x="1280" y="619"/>
                    <a:pt x="1280" y="619"/>
                    <a:pt x="1280" y="619"/>
                  </a:cubicBezTo>
                  <a:cubicBezTo>
                    <a:pt x="1280" y="388"/>
                    <a:pt x="1103" y="200"/>
                    <a:pt x="884" y="200"/>
                  </a:cubicBezTo>
                  <a:cubicBezTo>
                    <a:pt x="876" y="200"/>
                    <a:pt x="876" y="200"/>
                    <a:pt x="876" y="200"/>
                  </a:cubicBezTo>
                  <a:cubicBezTo>
                    <a:pt x="657" y="200"/>
                    <a:pt x="480" y="388"/>
                    <a:pt x="480" y="619"/>
                  </a:cubicBezTo>
                  <a:cubicBezTo>
                    <a:pt x="480" y="920"/>
                    <a:pt x="480" y="920"/>
                    <a:pt x="480" y="920"/>
                  </a:cubicBezTo>
                  <a:lnTo>
                    <a:pt x="280" y="920"/>
                  </a:lnTo>
                  <a:close/>
                  <a:moveTo>
                    <a:pt x="1760" y="960"/>
                  </a:moveTo>
                  <a:cubicBezTo>
                    <a:pt x="1760" y="2320"/>
                    <a:pt x="1760" y="2320"/>
                    <a:pt x="1760" y="2320"/>
                  </a:cubicBezTo>
                  <a:cubicBezTo>
                    <a:pt x="0" y="2320"/>
                    <a:pt x="0" y="2320"/>
                    <a:pt x="0" y="2320"/>
                  </a:cubicBezTo>
                  <a:cubicBezTo>
                    <a:pt x="0" y="960"/>
                    <a:pt x="0" y="960"/>
                    <a:pt x="0" y="960"/>
                  </a:cubicBezTo>
                  <a:lnTo>
                    <a:pt x="1760" y="960"/>
                  </a:lnTo>
                  <a:close/>
                  <a:moveTo>
                    <a:pt x="1340" y="1640"/>
                  </a:moveTo>
                  <a:cubicBezTo>
                    <a:pt x="1340" y="1386"/>
                    <a:pt x="1134" y="1180"/>
                    <a:pt x="880" y="1180"/>
                  </a:cubicBezTo>
                  <a:cubicBezTo>
                    <a:pt x="626" y="1180"/>
                    <a:pt x="420" y="1386"/>
                    <a:pt x="420" y="1640"/>
                  </a:cubicBezTo>
                  <a:cubicBezTo>
                    <a:pt x="420" y="1894"/>
                    <a:pt x="626" y="2100"/>
                    <a:pt x="880" y="2100"/>
                  </a:cubicBezTo>
                  <a:cubicBezTo>
                    <a:pt x="1134" y="2100"/>
                    <a:pt x="1340" y="1894"/>
                    <a:pt x="1340" y="1640"/>
                  </a:cubicBezTo>
                  <a:close/>
                  <a:moveTo>
                    <a:pt x="1300" y="1640"/>
                  </a:moveTo>
                  <a:cubicBezTo>
                    <a:pt x="1300" y="1872"/>
                    <a:pt x="1112" y="2060"/>
                    <a:pt x="880" y="2060"/>
                  </a:cubicBezTo>
                  <a:cubicBezTo>
                    <a:pt x="648" y="2060"/>
                    <a:pt x="460" y="1872"/>
                    <a:pt x="460" y="1640"/>
                  </a:cubicBezTo>
                  <a:cubicBezTo>
                    <a:pt x="460" y="1408"/>
                    <a:pt x="648" y="1220"/>
                    <a:pt x="880" y="1220"/>
                  </a:cubicBezTo>
                  <a:cubicBezTo>
                    <a:pt x="1112" y="1220"/>
                    <a:pt x="1300" y="1408"/>
                    <a:pt x="1300" y="1640"/>
                  </a:cubicBezTo>
                  <a:close/>
                  <a:moveTo>
                    <a:pt x="1000" y="1560"/>
                  </a:moveTo>
                  <a:cubicBezTo>
                    <a:pt x="1000" y="1494"/>
                    <a:pt x="946" y="1440"/>
                    <a:pt x="880" y="1440"/>
                  </a:cubicBezTo>
                  <a:cubicBezTo>
                    <a:pt x="814" y="1440"/>
                    <a:pt x="760" y="1494"/>
                    <a:pt x="760" y="1560"/>
                  </a:cubicBezTo>
                  <a:cubicBezTo>
                    <a:pt x="760" y="1604"/>
                    <a:pt x="784" y="1643"/>
                    <a:pt x="820" y="1664"/>
                  </a:cubicBezTo>
                  <a:cubicBezTo>
                    <a:pt x="820" y="1840"/>
                    <a:pt x="820" y="1840"/>
                    <a:pt x="820" y="1840"/>
                  </a:cubicBezTo>
                  <a:cubicBezTo>
                    <a:pt x="940" y="1840"/>
                    <a:pt x="940" y="1840"/>
                    <a:pt x="940" y="1840"/>
                  </a:cubicBezTo>
                  <a:cubicBezTo>
                    <a:pt x="940" y="1664"/>
                    <a:pt x="940" y="1664"/>
                    <a:pt x="940" y="1664"/>
                  </a:cubicBezTo>
                  <a:cubicBezTo>
                    <a:pt x="976" y="1643"/>
                    <a:pt x="1000" y="1604"/>
                    <a:pt x="1000" y="1560"/>
                  </a:cubicBezTo>
                  <a:close/>
                </a:path>
              </a:pathLst>
            </a:custGeom>
            <a:solidFill>
              <a:srgbClr val="41AAA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srgbClr val="788791"/>
                </a:solidFill>
              </a:endParaRPr>
            </a:p>
          </p:txBody>
        </p:sp>
      </p:grpSp>
      <p:sp>
        <p:nvSpPr>
          <p:cNvPr id="604" name="Rectangle 603">
            <a:extLst>
              <a:ext uri="{FF2B5EF4-FFF2-40B4-BE49-F238E27FC236}">
                <a16:creationId xmlns:a16="http://schemas.microsoft.com/office/drawing/2014/main" id="{58751CD0-F09D-4414-8F3D-A61DDEE77D29}"/>
              </a:ext>
            </a:extLst>
          </p:cNvPr>
          <p:cNvSpPr/>
          <p:nvPr/>
        </p:nvSpPr>
        <p:spPr bwMode="auto">
          <a:xfrm>
            <a:off x="-7425" y="4776889"/>
            <a:ext cx="12198350" cy="180077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2728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2" name="Object 621" hidden="1">
            <a:extLst>
              <a:ext uri="{FF2B5EF4-FFF2-40B4-BE49-F238E27FC236}">
                <a16:creationId xmlns:a16="http://schemas.microsoft.com/office/drawing/2014/main" id="{B87B3CA8-15F3-4EB5-A9D1-D948709D5CD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51" name="think-cell Slide" r:id="rId6" imgW="400" imgH="393" progId="TCLayout.ActiveDocument.1">
                  <p:embed/>
                </p:oleObj>
              </mc:Choice>
              <mc:Fallback>
                <p:oleObj name="think-cell Slide" r:id="rId6" imgW="400" imgH="393" progId="TCLayout.ActiveDocument.1">
                  <p:embed/>
                  <p:pic>
                    <p:nvPicPr>
                      <p:cNvPr id="622" name="Object 621" hidden="1">
                        <a:extLst>
                          <a:ext uri="{FF2B5EF4-FFF2-40B4-BE49-F238E27FC236}">
                            <a16:creationId xmlns:a16="http://schemas.microsoft.com/office/drawing/2014/main" id="{B87B3CA8-15F3-4EB5-A9D1-D948709D5C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1" name="Rectangle 620" hidden="1">
            <a:extLst>
              <a:ext uri="{FF2B5EF4-FFF2-40B4-BE49-F238E27FC236}">
                <a16:creationId xmlns:a16="http://schemas.microsoft.com/office/drawing/2014/main" id="{053ED296-6FFE-4305-AE81-ABE4314C78EC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0" tIns="0" rIns="0" bIns="0" numCol="1" spcCol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sz="2200" b="1" dirty="0">
              <a:solidFill>
                <a:schemeClr val="tx1"/>
              </a:solidFill>
              <a:latin typeface="Siemens Sans" pitchFamily="2" charset="0"/>
              <a:ea typeface="Siemens Sans Global" pitchFamily="2" charset="-122"/>
              <a:cs typeface="Arial" panose="020B0604020202020204" pitchFamily="34" charset="0"/>
              <a:sym typeface="Siemens Sans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5FBC1E-0D5C-4273-B46C-134DA9146499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626400" tIns="432000" rIns="2124000" bIns="234000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 dirty="0">
                <a:latin typeface="Arial" pitchFamily="34" charset="0"/>
              </a:rPr>
              <a:t>Data Feeding</a:t>
            </a:r>
            <a:br>
              <a:rPr lang="en-US" altLang="zh-CN" dirty="0">
                <a:latin typeface="Arial" pitchFamily="34" charset="0"/>
              </a:rPr>
            </a:br>
            <a:r>
              <a:rPr lang="en-US" altLang="zh-CN" dirty="0">
                <a:latin typeface="Arial" pitchFamily="34" charset="0"/>
              </a:rPr>
              <a:t>Closing the gap between digital service and cloud </a:t>
            </a:r>
            <a:endParaRPr lang="en-US" dirty="0">
              <a:latin typeface="Arial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D38D869-686C-4D00-9C2E-2181F039E339}"/>
              </a:ext>
            </a:extLst>
          </p:cNvPr>
          <p:cNvGrpSpPr/>
          <p:nvPr/>
        </p:nvGrpSpPr>
        <p:grpSpPr>
          <a:xfrm>
            <a:off x="4242667" y="1548140"/>
            <a:ext cx="7113237" cy="4761260"/>
            <a:chOff x="2354655" y="1340711"/>
            <a:chExt cx="8505560" cy="512109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A9C2D2B0-88DF-4525-9DC4-BD1478A03761}"/>
                </a:ext>
              </a:extLst>
            </p:cNvPr>
            <p:cNvSpPr/>
            <p:nvPr/>
          </p:nvSpPr>
          <p:spPr bwMode="auto">
            <a:xfrm>
              <a:off x="2498675" y="1439999"/>
              <a:ext cx="8209140" cy="4869401"/>
            </a:xfrm>
            <a:prstGeom prst="rect">
              <a:avLst/>
            </a:prstGeom>
            <a:noFill/>
            <a:ln>
              <a:solidFill>
                <a:srgbClr val="4BB9B9"/>
              </a:solidFill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  <a:buFont typeface="Wingdings" charset="0"/>
                <a:buNone/>
              </a:pPr>
              <a:endParaRPr lang="en-US" sz="18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280" name="Rectangle 279">
              <a:extLst>
                <a:ext uri="{FF2B5EF4-FFF2-40B4-BE49-F238E27FC236}">
                  <a16:creationId xmlns:a16="http://schemas.microsoft.com/office/drawing/2014/main" id="{4124C3EE-A738-4C45-B3D0-2FE60A69BF4C}"/>
                </a:ext>
              </a:extLst>
            </p:cNvPr>
            <p:cNvSpPr/>
            <p:nvPr/>
          </p:nvSpPr>
          <p:spPr bwMode="auto">
            <a:xfrm>
              <a:off x="2354655" y="1340711"/>
              <a:ext cx="8505560" cy="5121090"/>
            </a:xfrm>
            <a:prstGeom prst="rect">
              <a:avLst/>
            </a:prstGeom>
            <a:noFill/>
            <a:ln w="19050">
              <a:solidFill>
                <a:srgbClr val="4BB9B9"/>
              </a:solidFill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  <a:buFont typeface="Wingdings" charset="0"/>
                <a:buNone/>
              </a:pPr>
              <a:endParaRPr lang="en-US" sz="18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</p:grpSp>
      <p:sp>
        <p:nvSpPr>
          <p:cNvPr id="281" name="Rechteck 27">
            <a:extLst>
              <a:ext uri="{FF2B5EF4-FFF2-40B4-BE49-F238E27FC236}">
                <a16:creationId xmlns:a16="http://schemas.microsoft.com/office/drawing/2014/main" id="{58216492-ABEC-4F7D-AB64-3C538A0968DF}"/>
              </a:ext>
            </a:extLst>
          </p:cNvPr>
          <p:cNvSpPr>
            <a:spLocks/>
          </p:cNvSpPr>
          <p:nvPr/>
        </p:nvSpPr>
        <p:spPr bwMode="gray">
          <a:xfrm>
            <a:off x="4442945" y="1716013"/>
            <a:ext cx="2101903" cy="246221"/>
          </a:xfrm>
          <a:prstGeom prst="rect">
            <a:avLst/>
          </a:prstGeom>
          <a:noFill/>
        </p:spPr>
        <p:txBody>
          <a:bodyPr wrap="square" lIns="72000" tIns="0" rIns="0" bIns="0" anchor="t" anchorCtr="0">
            <a:noAutofit/>
          </a:bodyPr>
          <a:lstStyle/>
          <a:p>
            <a:pPr rtl="0"/>
            <a:r>
              <a:rPr lang="en-US" altLang="zh-CN" sz="1600" b="1" i="0" u="none" baseline="0" dirty="0">
                <a:solidFill>
                  <a:srgbClr val="41AAAA"/>
                </a:solidFill>
                <a:cs typeface="Arial" charset="0"/>
                <a:sym typeface="Arial" charset="0"/>
              </a:rPr>
              <a:t>Workflow</a:t>
            </a:r>
            <a:r>
              <a:rPr lang="zh-CN" altLang="en-US" sz="1600" b="1" i="0" u="none" baseline="0" dirty="0">
                <a:solidFill>
                  <a:srgbClr val="41AAAA"/>
                </a:solidFill>
                <a:cs typeface="Arial" charset="0"/>
                <a:sym typeface="Arial" charset="0"/>
              </a:rPr>
              <a:t>：</a:t>
            </a:r>
            <a:endParaRPr lang="en-US" sz="1600" b="1" i="0" u="none" baseline="0" dirty="0">
              <a:solidFill>
                <a:srgbClr val="41AAAA"/>
              </a:solidFill>
              <a:cs typeface="Arial" charset="0"/>
              <a:sym typeface="Arial" charset="0"/>
            </a:endParaRPr>
          </a:p>
        </p:txBody>
      </p:sp>
      <p:sp>
        <p:nvSpPr>
          <p:cNvPr id="337" name="Textfeld 83">
            <a:extLst>
              <a:ext uri="{FF2B5EF4-FFF2-40B4-BE49-F238E27FC236}">
                <a16:creationId xmlns:a16="http://schemas.microsoft.com/office/drawing/2014/main" id="{F5396CFB-A6A3-4050-B399-CA8EB1D3499A}"/>
              </a:ext>
            </a:extLst>
          </p:cNvPr>
          <p:cNvSpPr txBox="1"/>
          <p:nvPr/>
        </p:nvSpPr>
        <p:spPr>
          <a:xfrm>
            <a:off x="467578" y="1553871"/>
            <a:ext cx="3647637" cy="403542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l" rtl="0" eaLnBrk="1" fontAlgn="base" hangingPunct="1">
              <a:spcBef>
                <a:spcPts val="0"/>
              </a:spcBef>
              <a:spcAft>
                <a:spcPct val="0"/>
              </a:spcAft>
            </a:pPr>
            <a:r>
              <a:rPr lang="en-US" sz="1600" b="1" dirty="0">
                <a:solidFill>
                  <a:srgbClr val="00646E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Existing Question</a:t>
            </a:r>
            <a:endParaRPr lang="en-US" sz="1600" dirty="0">
              <a:solidFill>
                <a:srgbClr val="00646E"/>
              </a:solidFill>
              <a:latin typeface="Arial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177800" indent="-177800"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Knowledge gap </a:t>
            </a:r>
            <a:r>
              <a:rPr lang="en-US" sz="14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between cloud platform and app development.</a:t>
            </a:r>
          </a:p>
          <a:p>
            <a:pPr marL="177800" indent="-177800"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Existed service/application </a:t>
            </a:r>
            <a:r>
              <a:rPr lang="en-US" sz="1400" b="1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deployment and migration</a:t>
            </a:r>
            <a:r>
              <a:rPr lang="en-US" sz="14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n-US" sz="1400" b="1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maintenance effort cost</a:t>
            </a:r>
            <a:r>
              <a:rPr lang="en-US" sz="14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.</a:t>
            </a:r>
          </a:p>
          <a:p>
            <a:pPr marL="177800" indent="-177800"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Recode effort </a:t>
            </a:r>
            <a:r>
              <a:rPr lang="en-US" sz="14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of app modification to fit requirement change</a:t>
            </a:r>
          </a:p>
          <a:p>
            <a:pPr>
              <a:spcBef>
                <a:spcPts val="0"/>
              </a:spcBef>
              <a:buClr>
                <a:schemeClr val="accent1"/>
              </a:buClr>
            </a:pPr>
            <a:endParaRPr lang="en-US" sz="1400" dirty="0">
              <a:solidFill>
                <a:srgbClr val="000000"/>
              </a:solidFill>
              <a:latin typeface="Arial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spcBef>
                <a:spcPts val="0"/>
              </a:spcBef>
              <a:buClr>
                <a:schemeClr val="accent1"/>
              </a:buClr>
            </a:pPr>
            <a:endParaRPr lang="en-US" sz="1400" dirty="0">
              <a:solidFill>
                <a:srgbClr val="000000"/>
              </a:solidFill>
              <a:latin typeface="Arial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spcBef>
                <a:spcPts val="0"/>
              </a:spcBef>
            </a:pPr>
            <a:r>
              <a:rPr lang="en-US" sz="1600" b="1" dirty="0">
                <a:solidFill>
                  <a:srgbClr val="00646E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Solution</a:t>
            </a:r>
          </a:p>
          <a:p>
            <a:pPr marL="177800" indent="-177800"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DataFeeding</a:t>
            </a:r>
            <a:r>
              <a:rPr lang="en-US" sz="14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 Tool (app) provides </a:t>
            </a:r>
            <a:r>
              <a:rPr lang="en-US" altLang="zh-CN" sz="1400" b="1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model mapping </a:t>
            </a:r>
            <a:r>
              <a:rPr lang="en-US" altLang="zh-CN" sz="14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between cloud timeseries data and relation structure of application’s db.</a:t>
            </a:r>
          </a:p>
          <a:p>
            <a:pPr marL="177800" indent="-177800"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Integrate the data pipeline for data subscribe </a:t>
            </a:r>
            <a:r>
              <a:rPr lang="en-US" altLang="zh-CN" sz="14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to mapped database.</a:t>
            </a:r>
          </a:p>
          <a:p>
            <a:pPr marL="177800" indent="-177800"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Easy operation interface </a:t>
            </a:r>
            <a:r>
              <a:rPr lang="en-US" sz="14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to save the effort of engineer/developer work.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2D50AC-051D-4043-AFFD-4072F54DF62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35004" y="2037794"/>
            <a:ext cx="6704871" cy="4098457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1DA932AA-AEF5-4C16-B1E8-9A1520B22FEF}"/>
              </a:ext>
            </a:extLst>
          </p:cNvPr>
          <p:cNvGrpSpPr/>
          <p:nvPr/>
        </p:nvGrpSpPr>
        <p:grpSpPr>
          <a:xfrm>
            <a:off x="6243195" y="6155912"/>
            <a:ext cx="3952610" cy="655782"/>
            <a:chOff x="3503603" y="4120609"/>
            <a:chExt cx="3952610" cy="655782"/>
          </a:xfrm>
        </p:grpSpPr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8CB1A340-6786-4B4F-93A2-27AAA85D90EB}"/>
                </a:ext>
              </a:extLst>
            </p:cNvPr>
            <p:cNvSpPr/>
            <p:nvPr/>
          </p:nvSpPr>
          <p:spPr bwMode="auto">
            <a:xfrm rot="10800000">
              <a:off x="3503603" y="4120609"/>
              <a:ext cx="3952610" cy="655782"/>
            </a:xfrm>
            <a:prstGeom prst="triangle">
              <a:avLst/>
            </a:prstGeom>
            <a:solidFill>
              <a:srgbClr val="0F8287"/>
            </a:solidFill>
            <a:ln>
              <a:solidFill>
                <a:srgbClr val="0F8287"/>
              </a:soli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b" anchorCtr="1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2D5671D-89A0-4CA0-B1A0-2452FA88A3B9}"/>
                </a:ext>
              </a:extLst>
            </p:cNvPr>
            <p:cNvSpPr txBox="1"/>
            <p:nvPr/>
          </p:nvSpPr>
          <p:spPr>
            <a:xfrm>
              <a:off x="4725332" y="4250696"/>
              <a:ext cx="1509152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300"/>
                </a:spcBef>
                <a:buClr>
                  <a:schemeClr val="accent1"/>
                </a:buClr>
              </a:pPr>
              <a:r>
                <a:rPr lang="en-US" altLang="zh-CN" sz="1400" b="1" dirty="0">
                  <a:solidFill>
                    <a:schemeClr val="bg1"/>
                  </a:solidFill>
                  <a:latin typeface="+mn-lt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Benefit</a:t>
              </a:r>
              <a:endParaRPr lang="en-US" sz="1400" b="1" dirty="0">
                <a:solidFill>
                  <a:schemeClr val="bg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38780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2" name="Object 621" hidden="1">
            <a:extLst>
              <a:ext uri="{FF2B5EF4-FFF2-40B4-BE49-F238E27FC236}">
                <a16:creationId xmlns:a16="http://schemas.microsoft.com/office/drawing/2014/main" id="{B87B3CA8-15F3-4EB5-A9D1-D948709D5CD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180" name="think-cell Slide" r:id="rId6" imgW="400" imgH="393" progId="TCLayout.ActiveDocument.1">
                  <p:embed/>
                </p:oleObj>
              </mc:Choice>
              <mc:Fallback>
                <p:oleObj name="think-cell Slide" r:id="rId6" imgW="400" imgH="393" progId="TCLayout.ActiveDocument.1">
                  <p:embed/>
                  <p:pic>
                    <p:nvPicPr>
                      <p:cNvPr id="622" name="Object 621" hidden="1">
                        <a:extLst>
                          <a:ext uri="{FF2B5EF4-FFF2-40B4-BE49-F238E27FC236}">
                            <a16:creationId xmlns:a16="http://schemas.microsoft.com/office/drawing/2014/main" id="{B87B3CA8-15F3-4EB5-A9D1-D948709D5C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1" name="Rectangle 620" hidden="1">
            <a:extLst>
              <a:ext uri="{FF2B5EF4-FFF2-40B4-BE49-F238E27FC236}">
                <a16:creationId xmlns:a16="http://schemas.microsoft.com/office/drawing/2014/main" id="{053ED296-6FFE-4305-AE81-ABE4314C78EC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0" tIns="0" rIns="0" bIns="0" numCol="1" spcCol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sz="2200" b="1" dirty="0">
              <a:solidFill>
                <a:schemeClr val="tx1"/>
              </a:solidFill>
              <a:latin typeface="Siemens Sans" pitchFamily="2" charset="0"/>
              <a:ea typeface="Siemens Sans Global" pitchFamily="2" charset="-122"/>
              <a:cs typeface="Arial" panose="020B0604020202020204" pitchFamily="34" charset="0"/>
              <a:sym typeface="Siemens Sans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5FBC1E-0D5C-4273-B46C-134DA9146499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626400" tIns="432000" rIns="2124000" bIns="234000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 dirty="0">
                <a:latin typeface="Arial" pitchFamily="34" charset="0"/>
              </a:rPr>
              <a:t>Data Feeding</a:t>
            </a:r>
            <a:br>
              <a:rPr lang="en-US" altLang="zh-CN" dirty="0">
                <a:latin typeface="Arial" pitchFamily="34" charset="0"/>
              </a:rPr>
            </a:br>
            <a:r>
              <a:rPr lang="en-US" altLang="zh-CN" dirty="0">
                <a:latin typeface="Arial" pitchFamily="34" charset="0"/>
              </a:rPr>
              <a:t>Business improvement in three main aspects</a:t>
            </a:r>
            <a:endParaRPr lang="en-US" dirty="0">
              <a:latin typeface="Arial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301861F-74B0-4C52-97D6-B7008E64B914}"/>
              </a:ext>
            </a:extLst>
          </p:cNvPr>
          <p:cNvSpPr>
            <a:spLocks/>
          </p:cNvSpPr>
          <p:nvPr/>
        </p:nvSpPr>
        <p:spPr bwMode="gray">
          <a:xfrm>
            <a:off x="4117765" y="1322738"/>
            <a:ext cx="3703297" cy="663271"/>
          </a:xfrm>
          <a:prstGeom prst="rect">
            <a:avLst/>
          </a:prstGeom>
          <a:gradFill>
            <a:gsLst>
              <a:gs pos="83000">
                <a:srgbClr val="0099B0">
                  <a:alpha val="85000"/>
                </a:srgbClr>
              </a:gs>
              <a:gs pos="50000">
                <a:srgbClr val="009999">
                  <a:alpha val="85000"/>
                </a:srgbClr>
              </a:gs>
              <a:gs pos="0">
                <a:srgbClr val="50BEBE">
                  <a:alpha val="85000"/>
                </a:srgbClr>
              </a:gs>
              <a:gs pos="100000">
                <a:srgbClr val="0099CB">
                  <a:alpha val="85000"/>
                </a:srgbClr>
              </a:gs>
            </a:gsLst>
            <a:lin ang="0" scaled="0"/>
          </a:gradFill>
          <a:ln w="9525">
            <a:noFill/>
            <a:miter lim="800000"/>
            <a:headEnd/>
            <a:tailEnd/>
          </a:ln>
        </p:spPr>
        <p:txBody>
          <a:bodyPr vert="horz" wrap="square" lIns="180000" tIns="144000" rIns="144000" bIns="144000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rgbClr val="FFFFFF"/>
                </a:solidFill>
                <a:ea typeface="+mj-ea"/>
                <a:cs typeface="Arial" pitchFamily="34" charset="0"/>
              </a:rPr>
              <a:t>Accelerate Digital Business Integration</a:t>
            </a:r>
          </a:p>
        </p:txBody>
      </p:sp>
      <p:graphicFrame>
        <p:nvGraphicFramePr>
          <p:cNvPr id="20" name="Inhaltsplatzhalter 5">
            <a:extLst>
              <a:ext uri="{FF2B5EF4-FFF2-40B4-BE49-F238E27FC236}">
                <a16:creationId xmlns:a16="http://schemas.microsoft.com/office/drawing/2014/main" id="{E1F88E1E-DED3-476C-8A9C-04CA764D91E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22204808"/>
              </p:ext>
            </p:extLst>
          </p:nvPr>
        </p:nvGraphicFramePr>
        <p:xfrm>
          <a:off x="427512" y="1322739"/>
          <a:ext cx="3536222" cy="31141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62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6425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kern="1200" noProof="0" dirty="0">
                          <a:solidFill>
                            <a:srgbClr val="FFFFFF"/>
                          </a:solidFill>
                          <a:latin typeface="Arial" pitchFamily="34" charset="0"/>
                          <a:ea typeface="+mj-ea"/>
                          <a:cs typeface="Arial" pitchFamily="34" charset="0"/>
                        </a:rPr>
                        <a:t>Quickly Application Development</a:t>
                      </a:r>
                    </a:p>
                  </a:txBody>
                  <a:tcPr marL="108000" marR="108000" marT="54000" marB="5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83000">
                          <a:srgbClr val="0099B0">
                            <a:alpha val="85000"/>
                          </a:srgbClr>
                        </a:gs>
                        <a:gs pos="50000">
                          <a:srgbClr val="009999">
                            <a:alpha val="85000"/>
                          </a:srgbClr>
                        </a:gs>
                        <a:gs pos="0">
                          <a:srgbClr val="50BEBE">
                            <a:alpha val="85000"/>
                          </a:srgbClr>
                        </a:gs>
                        <a:gs pos="100000">
                          <a:srgbClr val="0099CB">
                            <a:alpha val="85000"/>
                          </a:srgbClr>
                        </a:gs>
                      </a:gsLst>
                      <a:lin ang="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57509">
                <a:tc>
                  <a:txBody>
                    <a:bodyPr/>
                    <a:lstStyle/>
                    <a:p>
                      <a:pPr marL="0" lvl="1" indent="0" algn="l">
                        <a:spcBef>
                          <a:spcPts val="3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US" sz="1400" b="1" kern="1200" noProof="0" dirty="0" err="1">
                          <a:solidFill>
                            <a:schemeClr val="dk1"/>
                          </a:solidFill>
                          <a:latin typeface="Arial" pitchFamily="34" charset="0"/>
                          <a:ea typeface="ＭＳ Ｐゴシック" charset="-128"/>
                          <a:cs typeface="+mn-cs"/>
                        </a:rPr>
                        <a:t>UseCase</a:t>
                      </a:r>
                      <a:r>
                        <a:rPr lang="en-US" sz="1400" b="1" kern="1200" noProof="0" dirty="0">
                          <a:solidFill>
                            <a:schemeClr val="dk1"/>
                          </a:solidFill>
                          <a:latin typeface="Arial" pitchFamily="34" charset="0"/>
                          <a:ea typeface="ＭＳ Ｐゴシック" charset="-128"/>
                          <a:cs typeface="+mn-cs"/>
                        </a:rPr>
                        <a:t>: Schaeffler Project</a:t>
                      </a:r>
                    </a:p>
                    <a:p>
                      <a:pPr marL="171450" lvl="1" indent="-171450" algn="l">
                        <a:spcBef>
                          <a:spcPts val="3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200" kern="1200" noProof="0" dirty="0">
                          <a:solidFill>
                            <a:schemeClr val="dk1"/>
                          </a:solidFill>
                          <a:latin typeface="Arial" pitchFamily="34" charset="0"/>
                          <a:ea typeface="ＭＳ Ｐゴシック" charset="-128"/>
                          <a:cs typeface="+mn-cs"/>
                        </a:rPr>
                        <a:t>Schaeffler Germany factory need to guarantee their OEE and finding cloud solution.</a:t>
                      </a:r>
                    </a:p>
                    <a:p>
                      <a:pPr marL="171450" lvl="1" indent="-171450" algn="l">
                        <a:spcBef>
                          <a:spcPts val="3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200" kern="1200" noProof="0" dirty="0">
                          <a:solidFill>
                            <a:schemeClr val="dk1"/>
                          </a:solidFill>
                          <a:latin typeface="Arial" pitchFamily="34" charset="0"/>
                          <a:ea typeface="ＭＳ Ｐゴシック" charset="-128"/>
                          <a:cs typeface="+mn-cs"/>
                        </a:rPr>
                        <a:t>MindSphere HQ is competing with IBM on </a:t>
                      </a:r>
                      <a:r>
                        <a:rPr lang="en-US" altLang="zh-CN" sz="1200" kern="1200" noProof="0" dirty="0">
                          <a:solidFill>
                            <a:schemeClr val="dk1"/>
                          </a:solidFill>
                          <a:latin typeface="Arial" pitchFamily="34" charset="0"/>
                          <a:ea typeface="ＭＳ Ｐゴシック" charset="-128"/>
                          <a:cs typeface="+mn-cs"/>
                        </a:rPr>
                        <a:t>this project,</a:t>
                      </a:r>
                      <a:r>
                        <a:rPr lang="zh-CN" altLang="en-US" sz="1200" kern="1200" noProof="0" dirty="0">
                          <a:solidFill>
                            <a:schemeClr val="dk1"/>
                          </a:solidFill>
                          <a:latin typeface="Arial" pitchFamily="34" charset="0"/>
                          <a:ea typeface="ＭＳ Ｐゴシック" charset="-128"/>
                          <a:cs typeface="+mn-cs"/>
                        </a:rPr>
                        <a:t> </a:t>
                      </a:r>
                      <a:r>
                        <a:rPr lang="en-US" altLang="zh-CN" sz="1200" kern="1200" noProof="0" dirty="0">
                          <a:solidFill>
                            <a:schemeClr val="dk1"/>
                          </a:solidFill>
                          <a:latin typeface="Arial" pitchFamily="34" charset="0"/>
                          <a:ea typeface="ＭＳ Ｐゴシック" charset="-128"/>
                          <a:cs typeface="+mn-cs"/>
                        </a:rPr>
                        <a:t>need</a:t>
                      </a:r>
                      <a:r>
                        <a:rPr lang="zh-CN" altLang="en-US" sz="1200" kern="1200" noProof="0" dirty="0">
                          <a:solidFill>
                            <a:schemeClr val="dk1"/>
                          </a:solidFill>
                          <a:latin typeface="Arial" pitchFamily="34" charset="0"/>
                          <a:ea typeface="ＭＳ Ｐゴシック" charset="-128"/>
                          <a:cs typeface="+mn-cs"/>
                        </a:rPr>
                        <a:t> </a:t>
                      </a:r>
                      <a:r>
                        <a:rPr lang="en-US" altLang="zh-CN" sz="1200" kern="1200" noProof="0" dirty="0">
                          <a:solidFill>
                            <a:schemeClr val="dk1"/>
                          </a:solidFill>
                          <a:latin typeface="Arial" pitchFamily="34" charset="0"/>
                          <a:ea typeface="ＭＳ Ｐゴシック" charset="-128"/>
                          <a:cs typeface="+mn-cs"/>
                        </a:rPr>
                        <a:t>to</a:t>
                      </a:r>
                      <a:r>
                        <a:rPr lang="zh-CN" altLang="en-US" sz="1200" kern="1200" noProof="0" dirty="0">
                          <a:solidFill>
                            <a:schemeClr val="dk1"/>
                          </a:solidFill>
                          <a:latin typeface="Arial" pitchFamily="34" charset="0"/>
                          <a:ea typeface="ＭＳ Ｐゴシック" charset="-128"/>
                          <a:cs typeface="+mn-cs"/>
                        </a:rPr>
                        <a:t> </a:t>
                      </a:r>
                      <a:r>
                        <a:rPr lang="en-US" altLang="zh-CN" sz="1200" kern="1200" noProof="0" dirty="0">
                          <a:solidFill>
                            <a:schemeClr val="dk1"/>
                          </a:solidFill>
                          <a:latin typeface="Arial" pitchFamily="34" charset="0"/>
                          <a:ea typeface="ＭＳ Ｐゴシック" charset="-128"/>
                          <a:cs typeface="+mn-cs"/>
                        </a:rPr>
                        <a:t>provide</a:t>
                      </a:r>
                      <a:r>
                        <a:rPr lang="zh-CN" altLang="en-US" sz="1200" kern="1200" noProof="0" dirty="0">
                          <a:solidFill>
                            <a:schemeClr val="dk1"/>
                          </a:solidFill>
                          <a:latin typeface="Arial" pitchFamily="34" charset="0"/>
                          <a:ea typeface="ＭＳ Ｐゴシック" charset="-128"/>
                          <a:cs typeface="+mn-cs"/>
                        </a:rPr>
                        <a:t> </a:t>
                      </a:r>
                      <a:r>
                        <a:rPr lang="en-US" altLang="zh-CN" sz="1200" kern="1200" noProof="0" dirty="0">
                          <a:solidFill>
                            <a:schemeClr val="dk1"/>
                          </a:solidFill>
                          <a:latin typeface="Arial" pitchFamily="34" charset="0"/>
                          <a:ea typeface="ＭＳ Ｐゴシック" charset="-128"/>
                          <a:cs typeface="+mn-cs"/>
                        </a:rPr>
                        <a:t>multi-type machine tools system or other IT system. At that time, the native application is poor for customer.</a:t>
                      </a:r>
                    </a:p>
                    <a:p>
                      <a:pPr marL="171450" lvl="1" indent="-171450" algn="l">
                        <a:spcBef>
                          <a:spcPts val="3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200" kern="1200" noProof="0" dirty="0">
                          <a:solidFill>
                            <a:schemeClr val="dk1"/>
                          </a:solidFill>
                          <a:latin typeface="Arial" pitchFamily="34" charset="0"/>
                          <a:ea typeface="ＭＳ Ｐゴシック" charset="-128"/>
                          <a:cs typeface="+mn-cs"/>
                        </a:rPr>
                        <a:t>Reuse the existed local version OEE module, and make it as a </a:t>
                      </a:r>
                      <a:r>
                        <a:rPr lang="en-US" altLang="zh-CN" sz="1200" kern="1200" noProof="0" dirty="0" err="1">
                          <a:solidFill>
                            <a:schemeClr val="dk1"/>
                          </a:solidFill>
                          <a:latin typeface="Arial" pitchFamily="34" charset="0"/>
                          <a:ea typeface="ＭＳ Ｐゴシック" charset="-128"/>
                          <a:cs typeface="+mn-cs"/>
                        </a:rPr>
                        <a:t>MindApp</a:t>
                      </a:r>
                      <a:r>
                        <a:rPr lang="en-US" altLang="zh-CN" sz="1200" kern="1200" noProof="0" dirty="0">
                          <a:solidFill>
                            <a:schemeClr val="dk1"/>
                          </a:solidFill>
                          <a:latin typeface="Arial" pitchFamily="34" charset="0"/>
                          <a:ea typeface="ＭＳ Ｐゴシック" charset="-128"/>
                          <a:cs typeface="+mn-cs"/>
                        </a:rPr>
                        <a:t> by data feeding </a:t>
                      </a:r>
                    </a:p>
                    <a:p>
                      <a:pPr marL="171450" lvl="1" indent="-171450" algn="l">
                        <a:spcBef>
                          <a:spcPts val="3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buChar char="•"/>
                      </a:pPr>
                      <a:endParaRPr lang="en-US" altLang="zh-CN" sz="1200" noProof="0" dirty="0"/>
                    </a:p>
                  </a:txBody>
                  <a:tcPr marL="108000" marR="108000" marT="54000" marB="54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" name="Inhaltsplatzhalter 5">
            <a:extLst>
              <a:ext uri="{FF2B5EF4-FFF2-40B4-BE49-F238E27FC236}">
                <a16:creationId xmlns:a16="http://schemas.microsoft.com/office/drawing/2014/main" id="{7661FB20-5FE7-4474-A2FE-D213B5A102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30405373"/>
              </p:ext>
            </p:extLst>
          </p:nvPr>
        </p:nvGraphicFramePr>
        <p:xfrm>
          <a:off x="8047243" y="1322737"/>
          <a:ext cx="3668712" cy="39237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8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6667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noProof="0" dirty="0">
                          <a:solidFill>
                            <a:srgbClr val="FFFFFF"/>
                          </a:solidFill>
                          <a:latin typeface="Arial" pitchFamily="34" charset="0"/>
                          <a:ea typeface="+mj-ea"/>
                          <a:cs typeface="Arial" pitchFamily="34" charset="0"/>
                        </a:rPr>
                        <a:t>Cross-platform or system Interaction</a:t>
                      </a:r>
                    </a:p>
                  </a:txBody>
                  <a:tcPr marL="108000" marR="108000" marT="54000" marB="5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83000">
                          <a:srgbClr val="0099B0">
                            <a:alpha val="85000"/>
                          </a:srgbClr>
                        </a:gs>
                        <a:gs pos="50000">
                          <a:srgbClr val="009999">
                            <a:alpha val="85000"/>
                          </a:srgbClr>
                        </a:gs>
                        <a:gs pos="0">
                          <a:srgbClr val="50BEBE">
                            <a:alpha val="85000"/>
                          </a:srgbClr>
                        </a:gs>
                        <a:gs pos="100000">
                          <a:srgbClr val="0099CB">
                            <a:alpha val="85000"/>
                          </a:srgbClr>
                        </a:gs>
                      </a:gsLst>
                      <a:lin ang="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7088">
                <a:tc>
                  <a:txBody>
                    <a:bodyPr/>
                    <a:lstStyle/>
                    <a:p>
                      <a:pPr marL="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b="1" kern="1200" dirty="0" err="1">
                          <a:solidFill>
                            <a:schemeClr val="dk1"/>
                          </a:solidFill>
                          <a:latin typeface="Arial" pitchFamily="34" charset="0"/>
                          <a:ea typeface="ＭＳ Ｐゴシック" charset="-128"/>
                          <a:cs typeface="+mn-cs"/>
                        </a:rPr>
                        <a:t>UseCase</a:t>
                      </a:r>
                      <a:r>
                        <a:rPr lang="en-US" sz="1400" b="1" kern="1200" dirty="0">
                          <a:solidFill>
                            <a:schemeClr val="dk1"/>
                          </a:solidFill>
                          <a:latin typeface="Arial" pitchFamily="34" charset="0"/>
                          <a:ea typeface="ＭＳ Ｐゴシック" charset="-128"/>
                          <a:cs typeface="+mn-cs"/>
                        </a:rPr>
                        <a:t>: Interaction with external application deployed on </a:t>
                      </a:r>
                      <a:r>
                        <a:rPr lang="en-US" sz="1200" b="1" kern="1200" dirty="0" err="1">
                          <a:solidFill>
                            <a:schemeClr val="dk1"/>
                          </a:solidFill>
                          <a:latin typeface="Arial" pitchFamily="34" charset="0"/>
                          <a:ea typeface="ＭＳ Ｐゴシック" charset="-128"/>
                          <a:cs typeface="+mn-cs"/>
                        </a:rPr>
                        <a:t>Aliyun</a:t>
                      </a:r>
                      <a:r>
                        <a:rPr lang="en-US" sz="1200" b="1" kern="1200" dirty="0">
                          <a:solidFill>
                            <a:schemeClr val="dk1"/>
                          </a:solidFill>
                          <a:latin typeface="Arial" pitchFamily="34" charset="0"/>
                          <a:ea typeface="ＭＳ Ｐゴシック" charset="-128"/>
                          <a:cs typeface="+mn-cs"/>
                        </a:rPr>
                        <a:t> </a:t>
                      </a:r>
                    </a:p>
                    <a:p>
                      <a:pPr marL="171450" lvl="1" indent="-171450">
                        <a:spcBef>
                          <a:spcPts val="3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200" kern="1200" dirty="0" err="1">
                          <a:solidFill>
                            <a:schemeClr val="dk1"/>
                          </a:solidFill>
                          <a:latin typeface="Arial" pitchFamily="34" charset="0"/>
                          <a:ea typeface="ＭＳ Ｐゴシック" charset="-128"/>
                          <a:cs typeface="+mn-cs"/>
                        </a:rPr>
                        <a:t>Aliyun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Arial" pitchFamily="34" charset="0"/>
                          <a:ea typeface="ＭＳ Ｐゴシック" charset="-128"/>
                          <a:cs typeface="+mn-cs"/>
                        </a:rPr>
                        <a:t> provide the service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latin typeface="Arial" pitchFamily="34" charset="0"/>
                          <a:ea typeface="ＭＳ Ｐゴシック" charset="-128"/>
                          <a:cs typeface="+mn-cs"/>
                        </a:rPr>
                        <a:t>DataV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Arial" pitchFamily="34" charset="0"/>
                          <a:ea typeface="ＭＳ Ｐゴシック" charset="-128"/>
                          <a:cs typeface="+mn-cs"/>
                        </a:rPr>
                        <a:t> for quick big screen visualization.</a:t>
                      </a:r>
                    </a:p>
                    <a:p>
                      <a:pPr marL="171450" lvl="1" indent="-171450">
                        <a:spcBef>
                          <a:spcPts val="3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Arial" pitchFamily="34" charset="0"/>
                          <a:ea typeface="ＭＳ Ｐゴシック" charset="-128"/>
                          <a:cs typeface="+mn-cs"/>
                        </a:rPr>
                        <a:t>MindSphere provide the industry edge connectivity competence.</a:t>
                      </a:r>
                    </a:p>
                    <a:p>
                      <a:pPr marL="171450" lvl="1" indent="-171450">
                        <a:spcBef>
                          <a:spcPts val="3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Arial" pitchFamily="34" charset="0"/>
                          <a:ea typeface="ＭＳ Ｐゴシック" charset="-128"/>
                          <a:cs typeface="+mn-cs"/>
                        </a:rPr>
                        <a:t>Data feeding makes the timeseries data to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latin typeface="Arial" pitchFamily="34" charset="0"/>
                          <a:ea typeface="ＭＳ Ｐゴシック" charset="-128"/>
                          <a:cs typeface="+mn-cs"/>
                        </a:rPr>
                        <a:t>Aliyun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Arial" pitchFamily="34" charset="0"/>
                          <a:ea typeface="ＭＳ Ｐゴシック" charset="-128"/>
                          <a:cs typeface="+mn-cs"/>
                        </a:rPr>
                        <a:t> RDS to support the existed visualization application. Formed technical ecosystem.</a:t>
                      </a:r>
                    </a:p>
                    <a:p>
                      <a:pPr marL="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2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8000" marR="108000" marT="54000" marB="54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98" name="Rechteck 24">
            <a:extLst>
              <a:ext uri="{FF2B5EF4-FFF2-40B4-BE49-F238E27FC236}">
                <a16:creationId xmlns:a16="http://schemas.microsoft.com/office/drawing/2014/main" id="{61B3A170-B552-4D30-B879-8E6C212C1161}"/>
              </a:ext>
            </a:extLst>
          </p:cNvPr>
          <p:cNvSpPr/>
          <p:nvPr/>
        </p:nvSpPr>
        <p:spPr bwMode="gray">
          <a:xfrm>
            <a:off x="4151108" y="1989335"/>
            <a:ext cx="3669954" cy="224676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lvl="1">
              <a:spcBef>
                <a:spcPts val="300"/>
              </a:spcBef>
              <a:buClr>
                <a:schemeClr val="accent1"/>
              </a:buClr>
            </a:pPr>
            <a:r>
              <a:rPr lang="en-US" sz="1400" b="1" dirty="0" err="1">
                <a:solidFill>
                  <a:schemeClr val="dk1"/>
                </a:solidFill>
              </a:rPr>
              <a:t>UseCase</a:t>
            </a:r>
            <a:r>
              <a:rPr lang="en-US" sz="1400" b="1" dirty="0">
                <a:solidFill>
                  <a:schemeClr val="dk1"/>
                </a:solidFill>
              </a:rPr>
              <a:t>: </a:t>
            </a:r>
            <a:r>
              <a:rPr lang="en-US" sz="1400" b="1" dirty="0" err="1">
                <a:solidFill>
                  <a:schemeClr val="dk1"/>
                </a:solidFill>
              </a:rPr>
              <a:t>PlantSimulation</a:t>
            </a:r>
            <a:r>
              <a:rPr lang="en-US" sz="1400" b="1" dirty="0">
                <a:solidFill>
                  <a:schemeClr val="dk1"/>
                </a:solidFill>
              </a:rPr>
              <a:t> closed-loop service based on cloud</a:t>
            </a:r>
          </a:p>
          <a:p>
            <a:pPr marL="171450" lvl="1" indent="-171450">
              <a:spcBef>
                <a:spcPts val="3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dk1"/>
                </a:solidFill>
              </a:rPr>
              <a:t>PlantSimulation</a:t>
            </a:r>
            <a:r>
              <a:rPr lang="en-US" sz="1200" dirty="0">
                <a:solidFill>
                  <a:schemeClr val="dk1"/>
                </a:solidFill>
              </a:rPr>
              <a:t> (Simulation SW of Siemens) having the simulation data, the case want to use the real data to validate the simulation design (e.g. rationality of station cycle).</a:t>
            </a:r>
          </a:p>
          <a:p>
            <a:pPr marL="171450" lvl="1" indent="-171450">
              <a:spcBef>
                <a:spcPts val="3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dk1"/>
                </a:solidFill>
              </a:rPr>
              <a:t>The topic/direction is how to quickly integrate Siemens PL product.</a:t>
            </a:r>
          </a:p>
          <a:p>
            <a:pPr marL="171450" lvl="1" indent="-171450">
              <a:spcBef>
                <a:spcPts val="3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dk1"/>
                </a:solidFill>
              </a:rPr>
              <a:t>Combining simulation data and real-timeseries data by data feeding to </a:t>
            </a:r>
            <a:r>
              <a:rPr lang="en-US" altLang="zh-CN" sz="1200" dirty="0" err="1">
                <a:solidFill>
                  <a:schemeClr val="dk1"/>
                </a:solidFill>
              </a:rPr>
              <a:t>PlantSimulation</a:t>
            </a:r>
            <a:r>
              <a:rPr lang="en-US" altLang="zh-CN" sz="1200" dirty="0">
                <a:solidFill>
                  <a:schemeClr val="dk1"/>
                </a:solidFill>
              </a:rPr>
              <a:t> local database.</a:t>
            </a:r>
          </a:p>
          <a:p>
            <a:pPr marL="171450" lvl="1" indent="-171450">
              <a:spcBef>
                <a:spcPts val="3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altLang="zh-CN" sz="1200" dirty="0">
              <a:solidFill>
                <a:schemeClr val="dk1"/>
              </a:solidFill>
            </a:endParaRPr>
          </a:p>
        </p:txBody>
      </p:sp>
      <p:pic>
        <p:nvPicPr>
          <p:cNvPr id="303" name="Picture 2">
            <a:extLst>
              <a:ext uri="{FF2B5EF4-FFF2-40B4-BE49-F238E27FC236}">
                <a16:creationId xmlns:a16="http://schemas.microsoft.com/office/drawing/2014/main" id="{2F5AFC1E-D099-4D76-AA6D-0654E49699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1902789" y="4015838"/>
            <a:ext cx="1995992" cy="13736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1" name="Picture 774">
            <a:extLst>
              <a:ext uri="{FF2B5EF4-FFF2-40B4-BE49-F238E27FC236}">
                <a16:creationId xmlns:a16="http://schemas.microsoft.com/office/drawing/2014/main" id="{CAE8CC33-763A-4FFC-B0A5-24E410D74D93}"/>
              </a:ext>
            </a:extLst>
          </p:cNvPr>
          <p:cNvPicPr>
            <a:picLocks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11715" y="4000580"/>
            <a:ext cx="1399286" cy="375246"/>
          </a:xfrm>
          <a:prstGeom prst="rect">
            <a:avLst/>
          </a:prstGeom>
          <a:noFill/>
        </p:spPr>
      </p:pic>
      <p:pic>
        <p:nvPicPr>
          <p:cNvPr id="304" name="Picture 2">
            <a:extLst>
              <a:ext uri="{FF2B5EF4-FFF2-40B4-BE49-F238E27FC236}">
                <a16:creationId xmlns:a16="http://schemas.microsoft.com/office/drawing/2014/main" id="{4B0D4F6B-6B01-4288-A675-C11AB30E31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4841622" y="4025883"/>
            <a:ext cx="2279236" cy="13736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5" name="Picture 2">
            <a:extLst>
              <a:ext uri="{FF2B5EF4-FFF2-40B4-BE49-F238E27FC236}">
                <a16:creationId xmlns:a16="http://schemas.microsoft.com/office/drawing/2014/main" id="{8B976CC3-F642-4BC8-A07C-A5F26C4D13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8646418" y="3983830"/>
            <a:ext cx="2380265" cy="13859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CD3A2A86-EBD6-4A3D-8502-AC36286BE7B2}"/>
              </a:ext>
            </a:extLst>
          </p:cNvPr>
          <p:cNvGrpSpPr/>
          <p:nvPr/>
        </p:nvGrpSpPr>
        <p:grpSpPr>
          <a:xfrm>
            <a:off x="626398" y="5600700"/>
            <a:ext cx="11089351" cy="593726"/>
            <a:chOff x="626398" y="5600700"/>
            <a:chExt cx="11089351" cy="593726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D181FE6-F102-4603-83D6-85807C34BB43}"/>
                </a:ext>
              </a:extLst>
            </p:cNvPr>
            <p:cNvGrpSpPr/>
            <p:nvPr/>
          </p:nvGrpSpPr>
          <p:grpSpPr>
            <a:xfrm>
              <a:off x="626398" y="5600700"/>
              <a:ext cx="11089351" cy="593726"/>
              <a:chOff x="626398" y="5600700"/>
              <a:chExt cx="11089351" cy="593726"/>
            </a:xfrm>
          </p:grpSpPr>
          <p:sp>
            <p:nvSpPr>
              <p:cNvPr id="15" name="Richtungspfeil 4">
                <a:extLst>
                  <a:ext uri="{FF2B5EF4-FFF2-40B4-BE49-F238E27FC236}">
                    <a16:creationId xmlns:a16="http://schemas.microsoft.com/office/drawing/2014/main" id="{D0171388-E3FA-4140-84F7-F9833E5745FC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626398" y="5600700"/>
                <a:ext cx="11089351" cy="593726"/>
              </a:xfrm>
              <a:prstGeom prst="rect">
                <a:avLst/>
              </a:prstGeom>
              <a:gradFill>
                <a:gsLst>
                  <a:gs pos="83000">
                    <a:srgbClr val="0099B0">
                      <a:alpha val="85000"/>
                    </a:srgbClr>
                  </a:gs>
                  <a:gs pos="50000">
                    <a:srgbClr val="009999">
                      <a:alpha val="85000"/>
                    </a:srgbClr>
                  </a:gs>
                  <a:gs pos="0">
                    <a:srgbClr val="50BEBE">
                      <a:alpha val="85000"/>
                    </a:srgbClr>
                  </a:gs>
                  <a:gs pos="100000">
                    <a:srgbClr val="0099CB">
                      <a:alpha val="85000"/>
                    </a:srgbClr>
                  </a:gs>
                </a:gsLst>
                <a:lin ang="0" scaled="0"/>
              </a:gra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792000" tIns="144000" rIns="144000" bIns="144000" numCol="1" anchor="ctr" anchorCtr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algn="l" rtl="0" fontAlgn="base">
                  <a:spcBef>
                    <a:spcPct val="50000"/>
                  </a:spcBef>
                  <a:spcAft>
                    <a:spcPct val="0"/>
                  </a:spcAft>
                  <a:defRPr kern="1200">
                    <a:solidFill>
                      <a:schemeClr val="bg2"/>
                    </a:solidFill>
                    <a:latin typeface="Arial" pitchFamily="34" charset="0"/>
                    <a:ea typeface="ＭＳ Ｐゴシック" charset="-128"/>
                    <a:cs typeface="+mn-cs"/>
                  </a:defRPr>
                </a:lvl1pPr>
                <a:lvl2pPr marL="457200" algn="l" rtl="0" fontAlgn="base">
                  <a:spcBef>
                    <a:spcPct val="50000"/>
                  </a:spcBef>
                  <a:spcAft>
                    <a:spcPct val="0"/>
                  </a:spcAft>
                  <a:defRPr kern="1200">
                    <a:solidFill>
                      <a:schemeClr val="bg2"/>
                    </a:solidFill>
                    <a:latin typeface="Arial" pitchFamily="34" charset="0"/>
                    <a:ea typeface="ＭＳ Ｐゴシック" charset="-128"/>
                    <a:cs typeface="+mn-cs"/>
                  </a:defRPr>
                </a:lvl2pPr>
                <a:lvl3pPr marL="914400" algn="l" rtl="0" fontAlgn="base">
                  <a:spcBef>
                    <a:spcPct val="50000"/>
                  </a:spcBef>
                  <a:spcAft>
                    <a:spcPct val="0"/>
                  </a:spcAft>
                  <a:defRPr kern="1200">
                    <a:solidFill>
                      <a:schemeClr val="bg2"/>
                    </a:solidFill>
                    <a:latin typeface="Arial" pitchFamily="34" charset="0"/>
                    <a:ea typeface="ＭＳ Ｐゴシック" charset="-128"/>
                    <a:cs typeface="+mn-cs"/>
                  </a:defRPr>
                </a:lvl3pPr>
                <a:lvl4pPr marL="1371600" algn="l" rtl="0" fontAlgn="base">
                  <a:spcBef>
                    <a:spcPct val="50000"/>
                  </a:spcBef>
                  <a:spcAft>
                    <a:spcPct val="0"/>
                  </a:spcAft>
                  <a:defRPr kern="1200">
                    <a:solidFill>
                      <a:schemeClr val="bg2"/>
                    </a:solidFill>
                    <a:latin typeface="Arial" pitchFamily="34" charset="0"/>
                    <a:ea typeface="ＭＳ Ｐゴシック" charset="-128"/>
                    <a:cs typeface="+mn-cs"/>
                  </a:defRPr>
                </a:lvl4pPr>
                <a:lvl5pPr marL="1828800" algn="l" rtl="0" fontAlgn="base">
                  <a:spcBef>
                    <a:spcPct val="50000"/>
                  </a:spcBef>
                  <a:spcAft>
                    <a:spcPct val="0"/>
                  </a:spcAft>
                  <a:defRPr kern="1200">
                    <a:solidFill>
                      <a:schemeClr val="bg2"/>
                    </a:solidFill>
                    <a:latin typeface="Arial" pitchFamily="34" charset="0"/>
                    <a:ea typeface="ＭＳ Ｐゴシック" charset="-128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bg2"/>
                    </a:solidFill>
                    <a:latin typeface="Arial" pitchFamily="34" charset="0"/>
                    <a:ea typeface="ＭＳ Ｐゴシック" charset="-128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bg2"/>
                    </a:solidFill>
                    <a:latin typeface="Arial" pitchFamily="34" charset="0"/>
                    <a:ea typeface="ＭＳ Ｐゴシック" charset="-128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bg2"/>
                    </a:solidFill>
                    <a:latin typeface="Arial" pitchFamily="34" charset="0"/>
                    <a:ea typeface="ＭＳ Ｐゴシック" charset="-128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bg2"/>
                    </a:solidFill>
                    <a:latin typeface="Arial" pitchFamily="34" charset="0"/>
                    <a:ea typeface="ＭＳ Ｐゴシック" charset="-128"/>
                    <a:cs typeface="+mn-cs"/>
                  </a:defRPr>
                </a:lvl9pPr>
              </a:lstStyle>
              <a:p>
                <a:pPr>
                  <a:lnSpc>
                    <a:spcPct val="2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b="1" baseline="30000" dirty="0">
                    <a:solidFill>
                      <a:srgbClr val="FFFFFF"/>
                    </a:solidFill>
                    <a:ea typeface="+mj-ea"/>
                    <a:cs typeface="Arial" pitchFamily="34" charset="0"/>
                  </a:rPr>
                  <a:t>Support projects, such as THVS, </a:t>
                </a:r>
                <a:r>
                  <a:rPr lang="en-US" altLang="zh-CN" sz="2400" b="1" baseline="30000" dirty="0" err="1">
                    <a:solidFill>
                      <a:srgbClr val="FFFFFF"/>
                    </a:solidFill>
                    <a:ea typeface="+mj-ea"/>
                    <a:cs typeface="Arial" pitchFamily="34" charset="0"/>
                  </a:rPr>
                  <a:t>DaaS</a:t>
                </a:r>
                <a:r>
                  <a:rPr lang="en-US" altLang="zh-CN" sz="2400" b="1" baseline="30000" dirty="0">
                    <a:solidFill>
                      <a:srgbClr val="FFFFFF"/>
                    </a:solidFill>
                    <a:ea typeface="+mj-ea"/>
                    <a:cs typeface="Arial" pitchFamily="34" charset="0"/>
                  </a:rPr>
                  <a:t> and </a:t>
                </a:r>
                <a:r>
                  <a:rPr lang="en-US" altLang="zh-CN" sz="2400" b="1" baseline="30000" dirty="0" err="1">
                    <a:solidFill>
                      <a:srgbClr val="FFFFFF"/>
                    </a:solidFill>
                    <a:ea typeface="+mj-ea"/>
                    <a:cs typeface="Arial" pitchFamily="34" charset="0"/>
                  </a:rPr>
                  <a:t>WaterWheelMachine</a:t>
                </a:r>
                <a:r>
                  <a:rPr lang="en-US" altLang="zh-CN" sz="2400" b="1" baseline="30000" dirty="0">
                    <a:solidFill>
                      <a:srgbClr val="FFFFFF"/>
                    </a:solidFill>
                    <a:ea typeface="+mj-ea"/>
                    <a:cs typeface="Arial" pitchFamily="34" charset="0"/>
                  </a:rPr>
                  <a:t>,</a:t>
                </a:r>
                <a:r>
                  <a:rPr lang="zh-CN" altLang="en-US" sz="2400" b="1" baseline="30000" dirty="0">
                    <a:solidFill>
                      <a:srgbClr val="FFFFFF"/>
                    </a:solidFill>
                    <a:ea typeface="+mj-ea"/>
                    <a:cs typeface="Arial" pitchFamily="34" charset="0"/>
                  </a:rPr>
                  <a:t> </a:t>
                </a:r>
                <a:r>
                  <a:rPr lang="en-US" altLang="zh-CN" sz="2400" b="1" baseline="30000" dirty="0">
                    <a:solidFill>
                      <a:srgbClr val="FFFFFF"/>
                    </a:solidFill>
                    <a:ea typeface="+mj-ea"/>
                    <a:cs typeface="Arial" pitchFamily="34" charset="0"/>
                  </a:rPr>
                  <a:t>etc.</a:t>
                </a:r>
                <a:r>
                  <a:rPr lang="en-US" altLang="zh-CN" b="1" baseline="30000" dirty="0">
                    <a:solidFill>
                      <a:srgbClr val="FFFFFF"/>
                    </a:solidFill>
                    <a:ea typeface="+mj-ea"/>
                    <a:cs typeface="Arial" pitchFamily="34" charset="0"/>
                  </a:rPr>
                  <a:t>. </a:t>
                </a:r>
                <a:endParaRPr lang="en-US" b="1" baseline="30000" dirty="0">
                  <a:solidFill>
                    <a:srgbClr val="FFFFFF"/>
                  </a:solidFill>
                  <a:ea typeface="+mj-ea"/>
                  <a:cs typeface="Arial" pitchFamily="34" charset="0"/>
                </a:endParaRPr>
              </a:p>
            </p:txBody>
          </p:sp>
          <p:sp>
            <p:nvSpPr>
              <p:cNvPr id="17" name="AutoShape 39">
                <a:extLst>
                  <a:ext uri="{FF2B5EF4-FFF2-40B4-BE49-F238E27FC236}">
                    <a16:creationId xmlns:a16="http://schemas.microsoft.com/office/drawing/2014/main" id="{5AB10226-2EB8-4DD3-9546-541F8C9A4F3D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gray">
              <a:xfrm>
                <a:off x="718685" y="5684037"/>
                <a:ext cx="429411" cy="4270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de-DE"/>
                </a:defPPr>
                <a:lvl1pPr algn="l" rtl="0" fontAlgn="base">
                  <a:spcBef>
                    <a:spcPct val="50000"/>
                  </a:spcBef>
                  <a:spcAft>
                    <a:spcPct val="0"/>
                  </a:spcAft>
                  <a:defRPr kern="1200">
                    <a:solidFill>
                      <a:schemeClr val="bg2"/>
                    </a:solidFill>
                    <a:latin typeface="Arial" pitchFamily="34" charset="0"/>
                    <a:ea typeface="ＭＳ Ｐゴシック" charset="-128"/>
                    <a:cs typeface="+mn-cs"/>
                  </a:defRPr>
                </a:lvl1pPr>
                <a:lvl2pPr marL="457200" algn="l" rtl="0" fontAlgn="base">
                  <a:spcBef>
                    <a:spcPct val="50000"/>
                  </a:spcBef>
                  <a:spcAft>
                    <a:spcPct val="0"/>
                  </a:spcAft>
                  <a:defRPr kern="1200">
                    <a:solidFill>
                      <a:schemeClr val="bg2"/>
                    </a:solidFill>
                    <a:latin typeface="Arial" pitchFamily="34" charset="0"/>
                    <a:ea typeface="ＭＳ Ｐゴシック" charset="-128"/>
                    <a:cs typeface="+mn-cs"/>
                  </a:defRPr>
                </a:lvl2pPr>
                <a:lvl3pPr marL="914400" algn="l" rtl="0" fontAlgn="base">
                  <a:spcBef>
                    <a:spcPct val="50000"/>
                  </a:spcBef>
                  <a:spcAft>
                    <a:spcPct val="0"/>
                  </a:spcAft>
                  <a:defRPr kern="1200">
                    <a:solidFill>
                      <a:schemeClr val="bg2"/>
                    </a:solidFill>
                    <a:latin typeface="Arial" pitchFamily="34" charset="0"/>
                    <a:ea typeface="ＭＳ Ｐゴシック" charset="-128"/>
                    <a:cs typeface="+mn-cs"/>
                  </a:defRPr>
                </a:lvl3pPr>
                <a:lvl4pPr marL="1371600" algn="l" rtl="0" fontAlgn="base">
                  <a:spcBef>
                    <a:spcPct val="50000"/>
                  </a:spcBef>
                  <a:spcAft>
                    <a:spcPct val="0"/>
                  </a:spcAft>
                  <a:defRPr kern="1200">
                    <a:solidFill>
                      <a:schemeClr val="bg2"/>
                    </a:solidFill>
                    <a:latin typeface="Arial" pitchFamily="34" charset="0"/>
                    <a:ea typeface="ＭＳ Ｐゴシック" charset="-128"/>
                    <a:cs typeface="+mn-cs"/>
                  </a:defRPr>
                </a:lvl4pPr>
                <a:lvl5pPr marL="1828800" algn="l" rtl="0" fontAlgn="base">
                  <a:spcBef>
                    <a:spcPct val="50000"/>
                  </a:spcBef>
                  <a:spcAft>
                    <a:spcPct val="0"/>
                  </a:spcAft>
                  <a:defRPr kern="1200">
                    <a:solidFill>
                      <a:schemeClr val="bg2"/>
                    </a:solidFill>
                    <a:latin typeface="Arial" pitchFamily="34" charset="0"/>
                    <a:ea typeface="ＭＳ Ｐゴシック" charset="-128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bg2"/>
                    </a:solidFill>
                    <a:latin typeface="Arial" pitchFamily="34" charset="0"/>
                    <a:ea typeface="ＭＳ Ｐゴシック" charset="-128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bg2"/>
                    </a:solidFill>
                    <a:latin typeface="Arial" pitchFamily="34" charset="0"/>
                    <a:ea typeface="ＭＳ Ｐゴシック" charset="-128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bg2"/>
                    </a:solidFill>
                    <a:latin typeface="Arial" pitchFamily="34" charset="0"/>
                    <a:ea typeface="ＭＳ Ｐゴシック" charset="-128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bg2"/>
                    </a:solidFill>
                    <a:latin typeface="Arial" pitchFamily="34" charset="0"/>
                    <a:ea typeface="ＭＳ Ｐゴシック" charset="-128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</p:grpSp>
        <p:grpSp>
          <p:nvGrpSpPr>
            <p:cNvPr id="23" name="Gruppieren 92">
              <a:extLst>
                <a:ext uri="{FF2B5EF4-FFF2-40B4-BE49-F238E27FC236}">
                  <a16:creationId xmlns:a16="http://schemas.microsoft.com/office/drawing/2014/main" id="{EF8E654F-1CF4-4523-836B-EB08C4EE3854}"/>
                </a:ext>
              </a:extLst>
            </p:cNvPr>
            <p:cNvGrpSpPr>
              <a:grpSpLocks/>
            </p:cNvGrpSpPr>
            <p:nvPr/>
          </p:nvGrpSpPr>
          <p:grpSpPr bwMode="gray">
            <a:xfrm>
              <a:off x="811241" y="5714483"/>
              <a:ext cx="400117" cy="369649"/>
              <a:chOff x="9841765" y="4217698"/>
              <a:chExt cx="816148" cy="728236"/>
            </a:xfrm>
            <a:solidFill>
              <a:srgbClr val="FFFFFF"/>
            </a:solidFill>
          </p:grpSpPr>
          <p:grpSp>
            <p:nvGrpSpPr>
              <p:cNvPr id="24" name="Gruppieren 74">
                <a:extLst>
                  <a:ext uri="{FF2B5EF4-FFF2-40B4-BE49-F238E27FC236}">
                    <a16:creationId xmlns:a16="http://schemas.microsoft.com/office/drawing/2014/main" id="{EA6EBA67-41DE-41E5-9EB4-1A4E3EA26EBD}"/>
                  </a:ext>
                </a:extLst>
              </p:cNvPr>
              <p:cNvGrpSpPr/>
              <p:nvPr/>
            </p:nvGrpSpPr>
            <p:grpSpPr bwMode="gray">
              <a:xfrm>
                <a:off x="9841765" y="4651916"/>
                <a:ext cx="721924" cy="294018"/>
                <a:chOff x="1678368" y="4804215"/>
                <a:chExt cx="721924" cy="294018"/>
              </a:xfrm>
              <a:grpFill/>
            </p:grpSpPr>
            <p:sp>
              <p:nvSpPr>
                <p:cNvPr id="29" name="Freeform 77">
                  <a:extLst>
                    <a:ext uri="{FF2B5EF4-FFF2-40B4-BE49-F238E27FC236}">
                      <a16:creationId xmlns:a16="http://schemas.microsoft.com/office/drawing/2014/main" id="{47D6D437-B76B-43BF-9482-B167FF9F9DE7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1678368" y="4869478"/>
                  <a:ext cx="162820" cy="228755"/>
                </a:xfrm>
                <a:custGeom>
                  <a:avLst/>
                  <a:gdLst>
                    <a:gd name="T0" fmla="*/ 242 w 242"/>
                    <a:gd name="T1" fmla="*/ 291 h 340"/>
                    <a:gd name="T2" fmla="*/ 135 w 242"/>
                    <a:gd name="T3" fmla="*/ 0 h 340"/>
                    <a:gd name="T4" fmla="*/ 0 w 242"/>
                    <a:gd name="T5" fmla="*/ 48 h 340"/>
                    <a:gd name="T6" fmla="*/ 107 w 242"/>
                    <a:gd name="T7" fmla="*/ 340 h 340"/>
                    <a:gd name="T8" fmla="*/ 242 w 242"/>
                    <a:gd name="T9" fmla="*/ 291 h 3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2" h="340">
                      <a:moveTo>
                        <a:pt x="242" y="291"/>
                      </a:moveTo>
                      <a:lnTo>
                        <a:pt x="135" y="0"/>
                      </a:lnTo>
                      <a:lnTo>
                        <a:pt x="0" y="48"/>
                      </a:lnTo>
                      <a:lnTo>
                        <a:pt x="107" y="340"/>
                      </a:lnTo>
                      <a:lnTo>
                        <a:pt x="242" y="29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0" name="Freeform 78">
                  <a:extLst>
                    <a:ext uri="{FF2B5EF4-FFF2-40B4-BE49-F238E27FC236}">
                      <a16:creationId xmlns:a16="http://schemas.microsoft.com/office/drawing/2014/main" id="{DAF0FB77-B6B4-4C2E-AC24-05D318D9F3F3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1807547" y="4804215"/>
                  <a:ext cx="592745" cy="232792"/>
                </a:xfrm>
                <a:custGeom>
                  <a:avLst/>
                  <a:gdLst>
                    <a:gd name="T0" fmla="*/ 187 w 881"/>
                    <a:gd name="T1" fmla="*/ 310 h 346"/>
                    <a:gd name="T2" fmla="*/ 89 w 881"/>
                    <a:gd name="T3" fmla="*/ 346 h 346"/>
                    <a:gd name="T4" fmla="*/ 0 w 881"/>
                    <a:gd name="T5" fmla="*/ 103 h 346"/>
                    <a:gd name="T6" fmla="*/ 194 w 881"/>
                    <a:gd name="T7" fmla="*/ 0 h 346"/>
                    <a:gd name="T8" fmla="*/ 587 w 881"/>
                    <a:gd name="T9" fmla="*/ 3 h 346"/>
                    <a:gd name="T10" fmla="*/ 530 w 881"/>
                    <a:gd name="T11" fmla="*/ 79 h 346"/>
                    <a:gd name="T12" fmla="*/ 297 w 881"/>
                    <a:gd name="T13" fmla="*/ 95 h 346"/>
                    <a:gd name="T14" fmla="*/ 336 w 881"/>
                    <a:gd name="T15" fmla="*/ 193 h 346"/>
                    <a:gd name="T16" fmla="*/ 569 w 881"/>
                    <a:gd name="T17" fmla="*/ 193 h 346"/>
                    <a:gd name="T18" fmla="*/ 829 w 881"/>
                    <a:gd name="T19" fmla="*/ 115 h 346"/>
                    <a:gd name="T20" fmla="*/ 881 w 881"/>
                    <a:gd name="T21" fmla="*/ 154 h 346"/>
                    <a:gd name="T22" fmla="*/ 621 w 881"/>
                    <a:gd name="T23" fmla="*/ 280 h 346"/>
                    <a:gd name="T24" fmla="*/ 187 w 881"/>
                    <a:gd name="T25" fmla="*/ 310 h 3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881" h="346">
                      <a:moveTo>
                        <a:pt x="187" y="310"/>
                      </a:moveTo>
                      <a:lnTo>
                        <a:pt x="89" y="346"/>
                      </a:lnTo>
                      <a:lnTo>
                        <a:pt x="0" y="103"/>
                      </a:lnTo>
                      <a:lnTo>
                        <a:pt x="194" y="0"/>
                      </a:lnTo>
                      <a:lnTo>
                        <a:pt x="587" y="3"/>
                      </a:lnTo>
                      <a:lnTo>
                        <a:pt x="530" y="79"/>
                      </a:lnTo>
                      <a:lnTo>
                        <a:pt x="297" y="95"/>
                      </a:lnTo>
                      <a:lnTo>
                        <a:pt x="336" y="193"/>
                      </a:lnTo>
                      <a:lnTo>
                        <a:pt x="569" y="193"/>
                      </a:lnTo>
                      <a:lnTo>
                        <a:pt x="829" y="115"/>
                      </a:lnTo>
                      <a:lnTo>
                        <a:pt x="881" y="154"/>
                      </a:lnTo>
                      <a:lnTo>
                        <a:pt x="621" y="280"/>
                      </a:lnTo>
                      <a:lnTo>
                        <a:pt x="187" y="31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25" name="Gruppieren 91">
                <a:extLst>
                  <a:ext uri="{FF2B5EF4-FFF2-40B4-BE49-F238E27FC236}">
                    <a16:creationId xmlns:a16="http://schemas.microsoft.com/office/drawing/2014/main" id="{6D9FD391-E7C0-49BB-8F1F-126DA69C9426}"/>
                  </a:ext>
                </a:extLst>
              </p:cNvPr>
              <p:cNvGrpSpPr/>
              <p:nvPr/>
            </p:nvGrpSpPr>
            <p:grpSpPr bwMode="gray">
              <a:xfrm>
                <a:off x="10233101" y="4217698"/>
                <a:ext cx="424812" cy="460606"/>
                <a:chOff x="10229297" y="4170936"/>
                <a:chExt cx="424812" cy="460606"/>
              </a:xfrm>
              <a:grpFill/>
            </p:grpSpPr>
            <p:sp>
              <p:nvSpPr>
                <p:cNvPr id="26" name="Freeform 62">
                  <a:extLst>
                    <a:ext uri="{FF2B5EF4-FFF2-40B4-BE49-F238E27FC236}">
                      <a16:creationId xmlns:a16="http://schemas.microsoft.com/office/drawing/2014/main" id="{DDB01E9F-CDEF-46C4-9654-C95FCFD2CB33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10354139" y="4374412"/>
                  <a:ext cx="259092" cy="257130"/>
                </a:xfrm>
                <a:custGeom>
                  <a:avLst/>
                  <a:gdLst>
                    <a:gd name="T0" fmla="*/ 132 w 132"/>
                    <a:gd name="T1" fmla="*/ 53 h 131"/>
                    <a:gd name="T2" fmla="*/ 83 w 132"/>
                    <a:gd name="T3" fmla="*/ 49 h 131"/>
                    <a:gd name="T4" fmla="*/ 79 w 132"/>
                    <a:gd name="T5" fmla="*/ 0 h 131"/>
                    <a:gd name="T6" fmla="*/ 53 w 132"/>
                    <a:gd name="T7" fmla="*/ 0 h 131"/>
                    <a:gd name="T8" fmla="*/ 49 w 132"/>
                    <a:gd name="T9" fmla="*/ 49 h 131"/>
                    <a:gd name="T10" fmla="*/ 0 w 132"/>
                    <a:gd name="T11" fmla="*/ 53 h 131"/>
                    <a:gd name="T12" fmla="*/ 0 w 132"/>
                    <a:gd name="T13" fmla="*/ 79 h 131"/>
                    <a:gd name="T14" fmla="*/ 49 w 132"/>
                    <a:gd name="T15" fmla="*/ 82 h 131"/>
                    <a:gd name="T16" fmla="*/ 53 w 132"/>
                    <a:gd name="T17" fmla="*/ 131 h 131"/>
                    <a:gd name="T18" fmla="*/ 79 w 132"/>
                    <a:gd name="T19" fmla="*/ 131 h 131"/>
                    <a:gd name="T20" fmla="*/ 83 w 132"/>
                    <a:gd name="T21" fmla="*/ 82 h 131"/>
                    <a:gd name="T22" fmla="*/ 132 w 132"/>
                    <a:gd name="T23" fmla="*/ 79 h 131"/>
                    <a:gd name="T24" fmla="*/ 132 w 132"/>
                    <a:gd name="T25" fmla="*/ 53 h 1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32" h="131">
                      <a:moveTo>
                        <a:pt x="132" y="53"/>
                      </a:moveTo>
                      <a:lnTo>
                        <a:pt x="83" y="49"/>
                      </a:lnTo>
                      <a:lnTo>
                        <a:pt x="79" y="0"/>
                      </a:lnTo>
                      <a:lnTo>
                        <a:pt x="53" y="0"/>
                      </a:lnTo>
                      <a:lnTo>
                        <a:pt x="49" y="49"/>
                      </a:lnTo>
                      <a:lnTo>
                        <a:pt x="0" y="53"/>
                      </a:lnTo>
                      <a:lnTo>
                        <a:pt x="0" y="79"/>
                      </a:lnTo>
                      <a:lnTo>
                        <a:pt x="49" y="82"/>
                      </a:lnTo>
                      <a:lnTo>
                        <a:pt x="53" y="131"/>
                      </a:lnTo>
                      <a:lnTo>
                        <a:pt x="79" y="131"/>
                      </a:lnTo>
                      <a:lnTo>
                        <a:pt x="83" y="82"/>
                      </a:lnTo>
                      <a:lnTo>
                        <a:pt x="132" y="79"/>
                      </a:lnTo>
                      <a:lnTo>
                        <a:pt x="132" y="53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7" name="Freeform 62">
                  <a:extLst>
                    <a:ext uri="{FF2B5EF4-FFF2-40B4-BE49-F238E27FC236}">
                      <a16:creationId xmlns:a16="http://schemas.microsoft.com/office/drawing/2014/main" id="{07C0DDCB-8159-47E2-A7FB-EB2D5D0DE0AF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10229297" y="4229569"/>
                  <a:ext cx="188583" cy="187155"/>
                </a:xfrm>
                <a:custGeom>
                  <a:avLst/>
                  <a:gdLst>
                    <a:gd name="T0" fmla="*/ 132 w 132"/>
                    <a:gd name="T1" fmla="*/ 53 h 131"/>
                    <a:gd name="T2" fmla="*/ 83 w 132"/>
                    <a:gd name="T3" fmla="*/ 49 h 131"/>
                    <a:gd name="T4" fmla="*/ 79 w 132"/>
                    <a:gd name="T5" fmla="*/ 0 h 131"/>
                    <a:gd name="T6" fmla="*/ 53 w 132"/>
                    <a:gd name="T7" fmla="*/ 0 h 131"/>
                    <a:gd name="T8" fmla="*/ 49 w 132"/>
                    <a:gd name="T9" fmla="*/ 49 h 131"/>
                    <a:gd name="T10" fmla="*/ 0 w 132"/>
                    <a:gd name="T11" fmla="*/ 53 h 131"/>
                    <a:gd name="T12" fmla="*/ 0 w 132"/>
                    <a:gd name="T13" fmla="*/ 79 h 131"/>
                    <a:gd name="T14" fmla="*/ 49 w 132"/>
                    <a:gd name="T15" fmla="*/ 82 h 131"/>
                    <a:gd name="T16" fmla="*/ 53 w 132"/>
                    <a:gd name="T17" fmla="*/ 131 h 131"/>
                    <a:gd name="T18" fmla="*/ 79 w 132"/>
                    <a:gd name="T19" fmla="*/ 131 h 131"/>
                    <a:gd name="T20" fmla="*/ 83 w 132"/>
                    <a:gd name="T21" fmla="*/ 82 h 131"/>
                    <a:gd name="T22" fmla="*/ 132 w 132"/>
                    <a:gd name="T23" fmla="*/ 79 h 131"/>
                    <a:gd name="T24" fmla="*/ 132 w 132"/>
                    <a:gd name="T25" fmla="*/ 53 h 1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32" h="131">
                      <a:moveTo>
                        <a:pt x="132" y="53"/>
                      </a:moveTo>
                      <a:lnTo>
                        <a:pt x="83" y="49"/>
                      </a:lnTo>
                      <a:lnTo>
                        <a:pt x="79" y="0"/>
                      </a:lnTo>
                      <a:lnTo>
                        <a:pt x="53" y="0"/>
                      </a:lnTo>
                      <a:lnTo>
                        <a:pt x="49" y="49"/>
                      </a:lnTo>
                      <a:lnTo>
                        <a:pt x="0" y="53"/>
                      </a:lnTo>
                      <a:lnTo>
                        <a:pt x="0" y="79"/>
                      </a:lnTo>
                      <a:lnTo>
                        <a:pt x="49" y="82"/>
                      </a:lnTo>
                      <a:lnTo>
                        <a:pt x="53" y="131"/>
                      </a:lnTo>
                      <a:lnTo>
                        <a:pt x="79" y="131"/>
                      </a:lnTo>
                      <a:lnTo>
                        <a:pt x="83" y="82"/>
                      </a:lnTo>
                      <a:lnTo>
                        <a:pt x="132" y="79"/>
                      </a:lnTo>
                      <a:lnTo>
                        <a:pt x="132" y="53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8" name="Freeform 62">
                  <a:extLst>
                    <a:ext uri="{FF2B5EF4-FFF2-40B4-BE49-F238E27FC236}">
                      <a16:creationId xmlns:a16="http://schemas.microsoft.com/office/drawing/2014/main" id="{D01EC1A7-D477-43C1-8CBA-2403F1398561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10487111" y="4170936"/>
                  <a:ext cx="166998" cy="165733"/>
                </a:xfrm>
                <a:custGeom>
                  <a:avLst/>
                  <a:gdLst>
                    <a:gd name="T0" fmla="*/ 132 w 132"/>
                    <a:gd name="T1" fmla="*/ 53 h 131"/>
                    <a:gd name="T2" fmla="*/ 83 w 132"/>
                    <a:gd name="T3" fmla="*/ 49 h 131"/>
                    <a:gd name="T4" fmla="*/ 79 w 132"/>
                    <a:gd name="T5" fmla="*/ 0 h 131"/>
                    <a:gd name="T6" fmla="*/ 53 w 132"/>
                    <a:gd name="T7" fmla="*/ 0 h 131"/>
                    <a:gd name="T8" fmla="*/ 49 w 132"/>
                    <a:gd name="T9" fmla="*/ 49 h 131"/>
                    <a:gd name="T10" fmla="*/ 0 w 132"/>
                    <a:gd name="T11" fmla="*/ 53 h 131"/>
                    <a:gd name="T12" fmla="*/ 0 w 132"/>
                    <a:gd name="T13" fmla="*/ 79 h 131"/>
                    <a:gd name="T14" fmla="*/ 49 w 132"/>
                    <a:gd name="T15" fmla="*/ 82 h 131"/>
                    <a:gd name="T16" fmla="*/ 53 w 132"/>
                    <a:gd name="T17" fmla="*/ 131 h 131"/>
                    <a:gd name="T18" fmla="*/ 79 w 132"/>
                    <a:gd name="T19" fmla="*/ 131 h 131"/>
                    <a:gd name="T20" fmla="*/ 83 w 132"/>
                    <a:gd name="T21" fmla="*/ 82 h 131"/>
                    <a:gd name="T22" fmla="*/ 132 w 132"/>
                    <a:gd name="T23" fmla="*/ 79 h 131"/>
                    <a:gd name="T24" fmla="*/ 132 w 132"/>
                    <a:gd name="T25" fmla="*/ 53 h 1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32" h="131">
                      <a:moveTo>
                        <a:pt x="132" y="53"/>
                      </a:moveTo>
                      <a:lnTo>
                        <a:pt x="83" y="49"/>
                      </a:lnTo>
                      <a:lnTo>
                        <a:pt x="79" y="0"/>
                      </a:lnTo>
                      <a:lnTo>
                        <a:pt x="53" y="0"/>
                      </a:lnTo>
                      <a:lnTo>
                        <a:pt x="49" y="49"/>
                      </a:lnTo>
                      <a:lnTo>
                        <a:pt x="0" y="53"/>
                      </a:lnTo>
                      <a:lnTo>
                        <a:pt x="0" y="79"/>
                      </a:lnTo>
                      <a:lnTo>
                        <a:pt x="49" y="82"/>
                      </a:lnTo>
                      <a:lnTo>
                        <a:pt x="53" y="131"/>
                      </a:lnTo>
                      <a:lnTo>
                        <a:pt x="79" y="131"/>
                      </a:lnTo>
                      <a:lnTo>
                        <a:pt x="83" y="82"/>
                      </a:lnTo>
                      <a:lnTo>
                        <a:pt x="132" y="79"/>
                      </a:lnTo>
                      <a:lnTo>
                        <a:pt x="132" y="53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>
                    <a:solidFill>
                      <a:schemeClr val="bg1"/>
                    </a:solidFill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812656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9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2" name="Object 621" hidden="1">
            <a:extLst>
              <a:ext uri="{FF2B5EF4-FFF2-40B4-BE49-F238E27FC236}">
                <a16:creationId xmlns:a16="http://schemas.microsoft.com/office/drawing/2014/main" id="{B87B3CA8-15F3-4EB5-A9D1-D948709D5CD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193" name="think-cell Slide" r:id="rId6" imgW="400" imgH="393" progId="TCLayout.ActiveDocument.1">
                  <p:embed/>
                </p:oleObj>
              </mc:Choice>
              <mc:Fallback>
                <p:oleObj name="think-cell Slide" r:id="rId6" imgW="400" imgH="393" progId="TCLayout.ActiveDocument.1">
                  <p:embed/>
                  <p:pic>
                    <p:nvPicPr>
                      <p:cNvPr id="622" name="Object 621" hidden="1">
                        <a:extLst>
                          <a:ext uri="{FF2B5EF4-FFF2-40B4-BE49-F238E27FC236}">
                            <a16:creationId xmlns:a16="http://schemas.microsoft.com/office/drawing/2014/main" id="{B87B3CA8-15F3-4EB5-A9D1-D948709D5C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1" name="Rectangle 620" hidden="1">
            <a:extLst>
              <a:ext uri="{FF2B5EF4-FFF2-40B4-BE49-F238E27FC236}">
                <a16:creationId xmlns:a16="http://schemas.microsoft.com/office/drawing/2014/main" id="{053ED296-6FFE-4305-AE81-ABE4314C78EC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0" tIns="0" rIns="0" bIns="0" numCol="1" spcCol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sz="2200" b="1" dirty="0">
              <a:solidFill>
                <a:schemeClr val="tx1"/>
              </a:solidFill>
              <a:latin typeface="Siemens Sans" pitchFamily="2" charset="0"/>
              <a:ea typeface="Siemens Sans Global" pitchFamily="2" charset="-122"/>
              <a:cs typeface="Arial" panose="020B0604020202020204" pitchFamily="34" charset="0"/>
              <a:sym typeface="Siemens Sans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5FBC1E-0D5C-4273-B46C-134DA9146499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626400" tIns="432000" rIns="2124000" bIns="234000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 dirty="0">
                <a:latin typeface="Arial" pitchFamily="34" charset="0"/>
              </a:rPr>
              <a:t>Device as a Service</a:t>
            </a:r>
            <a:br>
              <a:rPr lang="en-US" altLang="zh-CN" dirty="0">
                <a:latin typeface="Arial" pitchFamily="34" charset="0"/>
              </a:rPr>
            </a:br>
            <a:r>
              <a:rPr lang="en-US" altLang="zh-CN" dirty="0">
                <a:latin typeface="Arial" pitchFamily="34" charset="0"/>
              </a:rPr>
              <a:t>Siemens maintenance solution in automotive industry</a:t>
            </a:r>
            <a:endParaRPr lang="en-US" dirty="0">
              <a:latin typeface="Arial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D38D869-686C-4D00-9C2E-2181F039E339}"/>
              </a:ext>
            </a:extLst>
          </p:cNvPr>
          <p:cNvGrpSpPr/>
          <p:nvPr/>
        </p:nvGrpSpPr>
        <p:grpSpPr>
          <a:xfrm>
            <a:off x="4458698" y="1548140"/>
            <a:ext cx="7113237" cy="4761260"/>
            <a:chOff x="2354655" y="1340711"/>
            <a:chExt cx="8505560" cy="512109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A9C2D2B0-88DF-4525-9DC4-BD1478A03761}"/>
                </a:ext>
              </a:extLst>
            </p:cNvPr>
            <p:cNvSpPr/>
            <p:nvPr/>
          </p:nvSpPr>
          <p:spPr bwMode="auto">
            <a:xfrm>
              <a:off x="2498675" y="1439999"/>
              <a:ext cx="8209140" cy="4869401"/>
            </a:xfrm>
            <a:prstGeom prst="rect">
              <a:avLst/>
            </a:prstGeom>
            <a:noFill/>
            <a:ln>
              <a:solidFill>
                <a:srgbClr val="4BB9B9"/>
              </a:solidFill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  <a:buFont typeface="Wingdings" charset="0"/>
                <a:buNone/>
              </a:pPr>
              <a:endParaRPr lang="en-US" sz="18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280" name="Rectangle 279">
              <a:extLst>
                <a:ext uri="{FF2B5EF4-FFF2-40B4-BE49-F238E27FC236}">
                  <a16:creationId xmlns:a16="http://schemas.microsoft.com/office/drawing/2014/main" id="{4124C3EE-A738-4C45-B3D0-2FE60A69BF4C}"/>
                </a:ext>
              </a:extLst>
            </p:cNvPr>
            <p:cNvSpPr/>
            <p:nvPr/>
          </p:nvSpPr>
          <p:spPr bwMode="auto">
            <a:xfrm>
              <a:off x="2354655" y="1340711"/>
              <a:ext cx="8505560" cy="5121090"/>
            </a:xfrm>
            <a:prstGeom prst="rect">
              <a:avLst/>
            </a:prstGeom>
            <a:noFill/>
            <a:ln w="19050">
              <a:solidFill>
                <a:srgbClr val="4BB9B9"/>
              </a:solidFill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  <a:buFont typeface="Wingdings" charset="0"/>
                <a:buNone/>
              </a:pPr>
              <a:endParaRPr lang="en-US" sz="18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</p:grpSp>
      <p:sp>
        <p:nvSpPr>
          <p:cNvPr id="281" name="Rechteck 27">
            <a:extLst>
              <a:ext uri="{FF2B5EF4-FFF2-40B4-BE49-F238E27FC236}">
                <a16:creationId xmlns:a16="http://schemas.microsoft.com/office/drawing/2014/main" id="{58216492-ABEC-4F7D-AB64-3C538A0968DF}"/>
              </a:ext>
            </a:extLst>
          </p:cNvPr>
          <p:cNvSpPr>
            <a:spLocks/>
          </p:cNvSpPr>
          <p:nvPr/>
        </p:nvSpPr>
        <p:spPr bwMode="gray">
          <a:xfrm>
            <a:off x="4658976" y="1716013"/>
            <a:ext cx="2101903" cy="246221"/>
          </a:xfrm>
          <a:prstGeom prst="rect">
            <a:avLst/>
          </a:prstGeom>
          <a:noFill/>
        </p:spPr>
        <p:txBody>
          <a:bodyPr wrap="square" lIns="72000" tIns="0" rIns="0" bIns="0" anchor="t" anchorCtr="0">
            <a:noAutofit/>
          </a:bodyPr>
          <a:lstStyle/>
          <a:p>
            <a:pPr rtl="0"/>
            <a:r>
              <a:rPr lang="en-US" altLang="zh-CN" sz="1600" b="1" i="0" u="none" baseline="0" dirty="0">
                <a:solidFill>
                  <a:srgbClr val="41AAAA"/>
                </a:solidFill>
                <a:cs typeface="Arial" charset="0"/>
                <a:sym typeface="Arial" charset="0"/>
              </a:rPr>
              <a:t>Workflow</a:t>
            </a:r>
            <a:r>
              <a:rPr lang="zh-CN" altLang="en-US" sz="1600" b="1" i="0" u="none" baseline="0" dirty="0">
                <a:solidFill>
                  <a:srgbClr val="41AAAA"/>
                </a:solidFill>
                <a:cs typeface="Arial" charset="0"/>
                <a:sym typeface="Arial" charset="0"/>
              </a:rPr>
              <a:t>：</a:t>
            </a:r>
            <a:endParaRPr lang="en-US" sz="1600" b="1" i="0" u="none" baseline="0" dirty="0">
              <a:solidFill>
                <a:srgbClr val="41AAAA"/>
              </a:solidFill>
              <a:cs typeface="Arial" charset="0"/>
              <a:sym typeface="Arial" charset="0"/>
            </a:endParaRPr>
          </a:p>
        </p:txBody>
      </p:sp>
      <p:sp>
        <p:nvSpPr>
          <p:cNvPr id="337" name="Textfeld 83">
            <a:extLst>
              <a:ext uri="{FF2B5EF4-FFF2-40B4-BE49-F238E27FC236}">
                <a16:creationId xmlns:a16="http://schemas.microsoft.com/office/drawing/2014/main" id="{F5396CFB-A6A3-4050-B399-CA8EB1D3499A}"/>
              </a:ext>
            </a:extLst>
          </p:cNvPr>
          <p:cNvSpPr txBox="1"/>
          <p:nvPr/>
        </p:nvSpPr>
        <p:spPr>
          <a:xfrm>
            <a:off x="467578" y="1553871"/>
            <a:ext cx="3647637" cy="264687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l" rtl="0" eaLnBrk="1" fontAlgn="base" hangingPunct="1">
              <a:spcBef>
                <a:spcPts val="0"/>
              </a:spcBef>
              <a:spcAft>
                <a:spcPct val="0"/>
              </a:spcAft>
            </a:pPr>
            <a:r>
              <a:rPr lang="en-US" sz="1600" b="1" dirty="0">
                <a:solidFill>
                  <a:srgbClr val="00646E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Background</a:t>
            </a:r>
            <a:endParaRPr lang="en-US" sz="1600" dirty="0">
              <a:solidFill>
                <a:srgbClr val="00646E"/>
              </a:solidFill>
              <a:latin typeface="Arial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177800" indent="-177800"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400" u="sng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Customer</a:t>
            </a:r>
            <a:r>
              <a:rPr lang="en-US" sz="14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: </a:t>
            </a:r>
            <a:r>
              <a:rPr lang="en-US" altLang="zh-CN" sz="1400" dirty="0">
                <a:solidFill>
                  <a:schemeClr val="dk1"/>
                </a:solidFill>
              </a:rPr>
              <a:t>DI CS SFAE FA-SO</a:t>
            </a:r>
            <a:r>
              <a:rPr lang="en-US" altLang="zh-CN" sz="14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, </a:t>
            </a:r>
            <a:r>
              <a:rPr lang="en-US" altLang="zh-CN" sz="1400" b="1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F</a:t>
            </a:r>
            <a:r>
              <a:rPr lang="en-US" altLang="zh-CN" sz="14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actory </a:t>
            </a:r>
            <a:r>
              <a:rPr lang="en-US" altLang="zh-CN" sz="1400" b="1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utomation </a:t>
            </a:r>
            <a:r>
              <a:rPr lang="en-US" altLang="zh-CN" sz="1400" b="1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So</a:t>
            </a:r>
            <a:r>
              <a:rPr lang="en-US" altLang="zh-CN" sz="14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lution.</a:t>
            </a:r>
          </a:p>
          <a:p>
            <a:pPr marL="177800" indent="-177800"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400" u="sng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Main Product</a:t>
            </a:r>
            <a:r>
              <a:rPr lang="en-US" sz="14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: </a:t>
            </a:r>
            <a:r>
              <a:rPr lang="en-US" altLang="zh-CN" sz="14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Assembly technology &amp; systems in automotive industry</a:t>
            </a:r>
          </a:p>
          <a:p>
            <a:pPr marL="177800" indent="-177800"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400" u="sng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Target</a:t>
            </a:r>
            <a:r>
              <a:rPr lang="en-US" sz="14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: </a:t>
            </a:r>
          </a:p>
          <a:p>
            <a:pPr>
              <a:spcBef>
                <a:spcPts val="0"/>
              </a:spcBef>
              <a:buClr>
                <a:schemeClr val="accent1"/>
              </a:buClr>
            </a:pPr>
            <a:r>
              <a:rPr lang="en-US" sz="14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    - Create new business on automotive digitalization industry.</a:t>
            </a:r>
            <a:r>
              <a:rPr lang="zh-CN" altLang="en-US" sz="14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endParaRPr lang="en-US" sz="1400" dirty="0">
              <a:solidFill>
                <a:srgbClr val="000000"/>
              </a:solidFill>
              <a:latin typeface="Arial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spcBef>
                <a:spcPts val="0"/>
              </a:spcBef>
              <a:buClr>
                <a:schemeClr val="accent1"/>
              </a:buClr>
            </a:pPr>
            <a:r>
              <a:rPr lang="en-US" sz="14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    - Market-driven cooperation with partner.</a:t>
            </a:r>
          </a:p>
          <a:p>
            <a:pPr>
              <a:spcBef>
                <a:spcPts val="0"/>
              </a:spcBef>
              <a:buClr>
                <a:schemeClr val="accent1"/>
              </a:buClr>
            </a:pPr>
            <a:r>
              <a:rPr lang="en-US" sz="14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    - Provide Siemens maintenance solution in automotive industry.</a:t>
            </a:r>
            <a:br>
              <a:rPr lang="en-US" sz="14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</a:br>
            <a:endParaRPr lang="en-US" sz="1400" dirty="0">
              <a:solidFill>
                <a:srgbClr val="000000"/>
              </a:solidFill>
              <a:latin typeface="Arial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spcBef>
                <a:spcPts val="0"/>
              </a:spcBef>
            </a:pPr>
            <a:r>
              <a:rPr lang="en-US" sz="1600" b="1" dirty="0">
                <a:solidFill>
                  <a:srgbClr val="00646E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Solution</a:t>
            </a:r>
          </a:p>
          <a:p>
            <a:pPr marL="177800" indent="-177800"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zh-CN" sz="1400" dirty="0" err="1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DaaS</a:t>
            </a:r>
            <a:r>
              <a:rPr lang="en-US" altLang="zh-CN" sz="14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 provides the </a:t>
            </a:r>
            <a:r>
              <a:rPr lang="en-US" altLang="zh-CN" sz="1400" b="1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maintenance service packages</a:t>
            </a:r>
            <a:r>
              <a:rPr lang="en-US" altLang="zh-CN" sz="14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, incl data acquisition and edge computing, maintenance service and system exchange as the </a:t>
            </a:r>
            <a:r>
              <a:rPr lang="en-US" altLang="zh-CN" sz="1400" b="1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standard portfolios</a:t>
            </a:r>
            <a:r>
              <a:rPr lang="en-US" altLang="zh-CN" sz="14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.</a:t>
            </a:r>
          </a:p>
          <a:p>
            <a:pPr marL="177800" indent="-177800"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Framework for cloud and local solution</a:t>
            </a:r>
            <a:r>
              <a:rPr lang="en-US" sz="14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.</a:t>
            </a:r>
          </a:p>
          <a:p>
            <a:pPr marL="177800" indent="-177800"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Edge computing scheme with </a:t>
            </a:r>
            <a:r>
              <a:rPr lang="en-US" sz="1400" b="1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FEMA analysis</a:t>
            </a:r>
            <a:r>
              <a:rPr lang="en-US" sz="14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 to enrich competitiveness in domain.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FAD3C0-CB4D-4E17-946D-573BFD537CB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58976" y="2054546"/>
            <a:ext cx="6774581" cy="3750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577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412" y="0"/>
            <a:ext cx="12195527" cy="1440000"/>
          </a:xfrm>
        </p:spPr>
        <p:txBody>
          <a:bodyPr/>
          <a:lstStyle/>
          <a:p>
            <a:r>
              <a:rPr lang="en-US" altLang="zh-CN" dirty="0">
                <a:latin typeface="Arial" pitchFamily="34" charset="0"/>
              </a:rPr>
              <a:t>Extension of </a:t>
            </a:r>
            <a:r>
              <a:rPr lang="en-US" altLang="zh-CN" dirty="0" err="1">
                <a:latin typeface="Arial" pitchFamily="34" charset="0"/>
              </a:rPr>
              <a:t>DaaS</a:t>
            </a:r>
            <a:br>
              <a:rPr lang="en-US" sz="2400" dirty="0"/>
            </a:br>
            <a:endParaRPr lang="en-US" sz="2000" dirty="0"/>
          </a:p>
        </p:txBody>
      </p:sp>
      <p:graphicFrame>
        <p:nvGraphicFramePr>
          <p:cNvPr id="393" name="Diagram 392">
            <a:extLst>
              <a:ext uri="{FF2B5EF4-FFF2-40B4-BE49-F238E27FC236}">
                <a16:creationId xmlns:a16="http://schemas.microsoft.com/office/drawing/2014/main" id="{6F934D3D-E9AD-48B5-A5DF-FE3CD6CB2E0B}"/>
              </a:ext>
            </a:extLst>
          </p:cNvPr>
          <p:cNvGraphicFramePr/>
          <p:nvPr/>
        </p:nvGraphicFramePr>
        <p:xfrm>
          <a:off x="155575" y="4005899"/>
          <a:ext cx="11430000" cy="2261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94" name="Rounded Rectangle 4">
            <a:extLst>
              <a:ext uri="{FF2B5EF4-FFF2-40B4-BE49-F238E27FC236}">
                <a16:creationId xmlns:a16="http://schemas.microsoft.com/office/drawing/2014/main" id="{E6CD7FB0-CB49-441F-953A-2B117400520E}"/>
              </a:ext>
            </a:extLst>
          </p:cNvPr>
          <p:cNvSpPr/>
          <p:nvPr/>
        </p:nvSpPr>
        <p:spPr bwMode="auto">
          <a:xfrm>
            <a:off x="572572" y="1982269"/>
            <a:ext cx="2440042" cy="1739663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4BB9B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en-US" sz="1200" b="1" dirty="0">
                <a:solidFill>
                  <a:schemeClr val="tx1"/>
                </a:solidFill>
                <a:ea typeface="Arial Unicode MS" panose="020B0604020202020204" pitchFamily="34" charset="-128"/>
                <a:cs typeface="Arial" panose="020B0604020202020204" pitchFamily="34" charset="0"/>
              </a:rPr>
              <a:t>1</a:t>
            </a:r>
            <a:r>
              <a:rPr lang="en-US" sz="1200" b="1" baseline="30000" dirty="0">
                <a:solidFill>
                  <a:schemeClr val="tx1"/>
                </a:solidFill>
                <a:ea typeface="Arial Unicode MS" panose="020B0604020202020204" pitchFamily="34" charset="-128"/>
                <a:cs typeface="Arial" panose="020B0604020202020204" pitchFamily="34" charset="0"/>
              </a:rPr>
              <a:t>st</a:t>
            </a:r>
            <a:r>
              <a:rPr lang="en-US" sz="1200" b="1" dirty="0">
                <a:solidFill>
                  <a:schemeClr val="tx1"/>
                </a:solidFill>
                <a:ea typeface="Arial Unicode MS" panose="020B0604020202020204" pitchFamily="34" charset="-128"/>
                <a:cs typeface="Arial" panose="020B0604020202020204" pitchFamily="34" charset="0"/>
              </a:rPr>
              <a:t> project </a:t>
            </a:r>
          </a:p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r>
              <a:rPr lang="en-US" sz="1200" b="1" dirty="0">
                <a:solidFill>
                  <a:schemeClr val="tx1"/>
                </a:solidFill>
                <a:ea typeface="Arial Unicode MS" panose="020B0604020202020204" pitchFamily="34" charset="-128"/>
                <a:cs typeface="Arial" panose="020B0604020202020204" pitchFamily="34" charset="0"/>
              </a:rPr>
              <a:t>“</a:t>
            </a:r>
            <a:r>
              <a:rPr lang="en-US" sz="1200" b="1" dirty="0" err="1">
                <a:solidFill>
                  <a:schemeClr val="tx1"/>
                </a:solidFill>
                <a:ea typeface="Arial Unicode MS" panose="020B0604020202020204" pitchFamily="34" charset="-128"/>
                <a:cs typeface="Arial" panose="020B0604020202020204" pitchFamily="34" charset="0"/>
              </a:rPr>
              <a:t>Aiways</a:t>
            </a:r>
            <a:r>
              <a:rPr lang="en-US" sz="1200" b="1" dirty="0">
                <a:solidFill>
                  <a:schemeClr val="tx1"/>
                </a:solidFill>
                <a:ea typeface="Arial Unicode MS" panose="020B0604020202020204" pitchFamily="34" charset="-128"/>
                <a:cs typeface="Arial" panose="020B0604020202020204" pitchFamily="34" charset="0"/>
              </a:rPr>
              <a:t>” Lifter </a:t>
            </a:r>
            <a:r>
              <a:rPr lang="en-US" sz="1200" b="1" dirty="0" err="1">
                <a:solidFill>
                  <a:schemeClr val="tx1"/>
                </a:solidFill>
                <a:ea typeface="Arial Unicode MS" panose="020B0604020202020204" pitchFamily="34" charset="-128"/>
                <a:cs typeface="Arial" panose="020B0604020202020204" pitchFamily="34" charset="0"/>
              </a:rPr>
              <a:t>Mindsphere</a:t>
            </a:r>
            <a:r>
              <a:rPr lang="en-US" sz="1200" b="1" dirty="0">
                <a:solidFill>
                  <a:schemeClr val="tx1"/>
                </a:solidFill>
                <a:ea typeface="Arial Unicode MS" panose="020B0604020202020204" pitchFamily="34" charset="-128"/>
                <a:cs typeface="Arial" panose="020B0604020202020204" pitchFamily="34" charset="0"/>
              </a:rPr>
              <a:t> R&amp;D Project (</a:t>
            </a:r>
            <a:r>
              <a:rPr lang="zh-CN" altLang="en-US" sz="1200" b="1" dirty="0">
                <a:solidFill>
                  <a:schemeClr val="tx1"/>
                </a:solidFill>
                <a:ea typeface="Arial Unicode MS" panose="020B0604020202020204" pitchFamily="34" charset="-128"/>
                <a:cs typeface="Arial" panose="020B0604020202020204" pitchFamily="34" charset="0"/>
              </a:rPr>
              <a:t>￥</a:t>
            </a:r>
            <a:r>
              <a:rPr lang="en-US" altLang="zh-CN" sz="1200" b="1" dirty="0">
                <a:solidFill>
                  <a:schemeClr val="tx1"/>
                </a:solidFill>
                <a:ea typeface="Arial Unicode MS" panose="020B0604020202020204" pitchFamily="34" charset="-128"/>
                <a:cs typeface="Arial" panose="020B0604020202020204" pitchFamily="34" charset="0"/>
              </a:rPr>
              <a:t>0.7</a:t>
            </a:r>
            <a:r>
              <a:rPr lang="zh-CN" altLang="en-US" sz="1200" b="1" dirty="0">
                <a:solidFill>
                  <a:schemeClr val="tx1"/>
                </a:solidFill>
                <a:ea typeface="Arial Unicode MS" panose="020B0604020202020204" pitchFamily="34" charset="-128"/>
                <a:cs typeface="Arial" panose="020B0604020202020204" pitchFamily="34" charset="0"/>
              </a:rPr>
              <a:t>‘</a:t>
            </a:r>
            <a:r>
              <a:rPr lang="en-US" altLang="zh-CN" sz="1200" b="1" dirty="0">
                <a:solidFill>
                  <a:schemeClr val="tx1"/>
                </a:solidFill>
                <a:ea typeface="Arial Unicode MS" panose="020B0604020202020204" pitchFamily="34" charset="-128"/>
                <a:cs typeface="Arial" panose="020B0604020202020204" pitchFamily="34" charset="0"/>
              </a:rPr>
              <a:t>)</a:t>
            </a:r>
            <a:endParaRPr lang="en-US" sz="1200" b="1" dirty="0">
              <a:solidFill>
                <a:schemeClr val="tx1"/>
              </a:solidFill>
              <a:ea typeface="Arial Unicode MS" panose="020B0604020202020204" pitchFamily="34" charset="-128"/>
              <a:cs typeface="Arial" panose="020B0604020202020204" pitchFamily="34" charset="0"/>
            </a:endParaRPr>
          </a:p>
          <a:p>
            <a:pPr marL="171450" indent="-171450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ea typeface="Arial Unicode MS" panose="020B0604020202020204" pitchFamily="34" charset="-128"/>
                <a:cs typeface="Arial" panose="020B0604020202020204" pitchFamily="34" charset="0"/>
              </a:rPr>
              <a:t>Lifter data acquisition </a:t>
            </a:r>
          </a:p>
          <a:p>
            <a:pPr marL="171450" indent="-171450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ea typeface="Arial Unicode MS" panose="020B0604020202020204" pitchFamily="34" charset="-128"/>
                <a:cs typeface="Arial" panose="020B0604020202020204" pitchFamily="34" charset="0"/>
              </a:rPr>
              <a:t>Edge computing on vibration analysis</a:t>
            </a:r>
          </a:p>
          <a:p>
            <a:pPr marL="171450" indent="-171450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ea typeface="Arial Unicode MS" panose="020B0604020202020204" pitchFamily="34" charset="-128"/>
                <a:cs typeface="Arial" panose="020B0604020202020204" pitchFamily="34" charset="0"/>
              </a:rPr>
              <a:t>Data transmission to </a:t>
            </a:r>
            <a:r>
              <a:rPr lang="en-US" sz="1100" dirty="0" err="1">
                <a:solidFill>
                  <a:schemeClr val="tx1"/>
                </a:solidFill>
                <a:ea typeface="Arial Unicode MS" panose="020B0604020202020204" pitchFamily="34" charset="-128"/>
                <a:cs typeface="Arial" panose="020B0604020202020204" pitchFamily="34" charset="0"/>
              </a:rPr>
              <a:t>MindSphere</a:t>
            </a:r>
            <a:endParaRPr lang="en-US" sz="1100" dirty="0">
              <a:solidFill>
                <a:schemeClr val="tx1"/>
              </a:solidFill>
              <a:ea typeface="Arial Unicode MS" panose="020B0604020202020204" pitchFamily="34" charset="-128"/>
              <a:cs typeface="Arial" panose="020B0604020202020204" pitchFamily="34" charset="0"/>
            </a:endParaRPr>
          </a:p>
          <a:p>
            <a:pPr marL="171450" indent="-171450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tx1"/>
                </a:solidFill>
                <a:ea typeface="Arial Unicode MS" panose="020B0604020202020204" pitchFamily="34" charset="-128"/>
                <a:cs typeface="Arial" panose="020B0604020202020204" pitchFamily="34" charset="0"/>
              </a:rPr>
              <a:t>MindAPP</a:t>
            </a:r>
            <a:r>
              <a:rPr lang="en-US" sz="1100" dirty="0">
                <a:solidFill>
                  <a:schemeClr val="tx1"/>
                </a:solidFill>
                <a:ea typeface="Arial Unicode MS" panose="020B0604020202020204" pitchFamily="34" charset="-128"/>
                <a:cs typeface="Arial" panose="020B0604020202020204" pitchFamily="34" charset="0"/>
              </a:rPr>
              <a:t> system design</a:t>
            </a:r>
          </a:p>
        </p:txBody>
      </p:sp>
      <p:sp>
        <p:nvSpPr>
          <p:cNvPr id="395" name="Rounded Rectangle 5">
            <a:extLst>
              <a:ext uri="{FF2B5EF4-FFF2-40B4-BE49-F238E27FC236}">
                <a16:creationId xmlns:a16="http://schemas.microsoft.com/office/drawing/2014/main" id="{77749C29-B9D1-4F6E-A365-CD6994A01E83}"/>
              </a:ext>
            </a:extLst>
          </p:cNvPr>
          <p:cNvSpPr/>
          <p:nvPr/>
        </p:nvSpPr>
        <p:spPr bwMode="auto">
          <a:xfrm>
            <a:off x="3396061" y="1347302"/>
            <a:ext cx="2544078" cy="2180572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4BB9B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en-US" altLang="zh-CN" sz="1200" b="1" dirty="0">
                <a:solidFill>
                  <a:schemeClr val="tx1"/>
                </a:solidFill>
                <a:ea typeface="Arial Unicode MS" panose="020B0604020202020204" pitchFamily="34" charset="-128"/>
                <a:cs typeface="Arial" panose="020B0604020202020204" pitchFamily="34" charset="0"/>
              </a:rPr>
              <a:t>Follow up project</a:t>
            </a:r>
          </a:p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en-US" altLang="zh-CN" sz="1200" b="1" dirty="0">
                <a:solidFill>
                  <a:schemeClr val="tx1"/>
                </a:solidFill>
                <a:ea typeface="Arial Unicode MS" panose="020B0604020202020204" pitchFamily="34" charset="-128"/>
                <a:cs typeface="Arial" panose="020B0604020202020204" pitchFamily="34" charset="0"/>
              </a:rPr>
              <a:t>Device as a </a:t>
            </a:r>
            <a:r>
              <a:rPr lang="en-US" altLang="zh-CN" sz="1200" b="1" dirty="0" err="1">
                <a:solidFill>
                  <a:schemeClr val="tx1"/>
                </a:solidFill>
                <a:ea typeface="Arial Unicode MS" panose="020B0604020202020204" pitchFamily="34" charset="-128"/>
                <a:cs typeface="Arial" panose="020B0604020202020204" pitchFamily="34" charset="0"/>
              </a:rPr>
              <a:t>Sevice</a:t>
            </a:r>
            <a:r>
              <a:rPr lang="en-US" altLang="zh-CN" sz="1200" b="1" dirty="0">
                <a:solidFill>
                  <a:schemeClr val="tx1"/>
                </a:solidFill>
                <a:ea typeface="Arial Unicode MS" panose="020B0604020202020204" pitchFamily="34" charset="-128"/>
                <a:cs typeface="Arial" panose="020B0604020202020204" pitchFamily="34" charset="0"/>
              </a:rPr>
              <a:t> (</a:t>
            </a:r>
            <a:r>
              <a:rPr lang="en-US" altLang="zh-CN" sz="1200" b="1" dirty="0" err="1">
                <a:solidFill>
                  <a:schemeClr val="tx1"/>
                </a:solidFill>
                <a:ea typeface="Arial Unicode MS" panose="020B0604020202020204" pitchFamily="34" charset="-128"/>
                <a:cs typeface="Arial" panose="020B0604020202020204" pitchFamily="34" charset="0"/>
              </a:rPr>
              <a:t>DaaS</a:t>
            </a:r>
            <a:r>
              <a:rPr lang="en-US" altLang="zh-CN" sz="1200" b="1" dirty="0">
                <a:solidFill>
                  <a:schemeClr val="tx1"/>
                </a:solidFill>
                <a:ea typeface="Arial Unicode MS" panose="020B0604020202020204" pitchFamily="34" charset="-128"/>
                <a:cs typeface="Arial" panose="020B0604020202020204" pitchFamily="34" charset="0"/>
              </a:rPr>
              <a:t>) </a:t>
            </a:r>
            <a:r>
              <a:rPr lang="en-US" sz="1200" b="1" dirty="0" err="1">
                <a:solidFill>
                  <a:schemeClr val="tx1"/>
                </a:solidFill>
                <a:ea typeface="Arial Unicode MS" panose="020B0604020202020204" pitchFamily="34" charset="-128"/>
                <a:cs typeface="Arial" panose="020B0604020202020204" pitchFamily="34" charset="0"/>
              </a:rPr>
              <a:t>Mindsphere</a:t>
            </a:r>
            <a:r>
              <a:rPr lang="en-US" sz="1200" b="1" dirty="0">
                <a:solidFill>
                  <a:schemeClr val="tx1"/>
                </a:solidFill>
                <a:ea typeface="Arial Unicode MS" panose="020B0604020202020204" pitchFamily="34" charset="-128"/>
                <a:cs typeface="Arial" panose="020B0604020202020204" pitchFamily="34" charset="0"/>
              </a:rPr>
              <a:t> R&amp;D Project(</a:t>
            </a:r>
            <a:r>
              <a:rPr lang="zh-CN" altLang="en-US" sz="1200" b="1" dirty="0">
                <a:solidFill>
                  <a:schemeClr val="tx1"/>
                </a:solidFill>
                <a:ea typeface="Arial Unicode MS" panose="020B0604020202020204" pitchFamily="34" charset="-128"/>
                <a:cs typeface="Arial" panose="020B0604020202020204" pitchFamily="34" charset="0"/>
              </a:rPr>
              <a:t>￥</a:t>
            </a:r>
            <a:r>
              <a:rPr lang="en-US" altLang="zh-CN" sz="1200" b="1" dirty="0">
                <a:solidFill>
                  <a:schemeClr val="tx1"/>
                </a:solidFill>
                <a:ea typeface="Arial Unicode MS" panose="020B0604020202020204" pitchFamily="34" charset="-128"/>
                <a:cs typeface="Arial" panose="020B0604020202020204" pitchFamily="34" charset="0"/>
              </a:rPr>
              <a:t>1</a:t>
            </a:r>
            <a:r>
              <a:rPr lang="zh-CN" altLang="en-US" sz="1200" b="1" dirty="0">
                <a:solidFill>
                  <a:schemeClr val="tx1"/>
                </a:solidFill>
                <a:ea typeface="Arial Unicode MS" panose="020B0604020202020204" pitchFamily="34" charset="-128"/>
                <a:cs typeface="Arial" panose="020B0604020202020204" pitchFamily="34" charset="0"/>
              </a:rPr>
              <a:t>‘</a:t>
            </a:r>
            <a:r>
              <a:rPr lang="en-US" altLang="zh-CN" sz="1200" b="1" dirty="0">
                <a:solidFill>
                  <a:schemeClr val="tx1"/>
                </a:solidFill>
                <a:ea typeface="Arial Unicode MS" panose="020B0604020202020204" pitchFamily="34" charset="-128"/>
                <a:cs typeface="Arial" panose="020B0604020202020204" pitchFamily="34" charset="0"/>
              </a:rPr>
              <a:t>)</a:t>
            </a:r>
            <a:endParaRPr lang="en-US" sz="1200" b="1" dirty="0">
              <a:solidFill>
                <a:schemeClr val="tx1"/>
              </a:solidFill>
              <a:ea typeface="Arial Unicode MS" panose="020B0604020202020204" pitchFamily="34" charset="-128"/>
              <a:cs typeface="Arial" panose="020B0604020202020204" pitchFamily="34" charset="0"/>
            </a:endParaRPr>
          </a:p>
          <a:p>
            <a:pPr marL="171450" indent="-171450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tx1"/>
                </a:solidFill>
                <a:ea typeface="Arial Unicode MS" panose="020B0604020202020204" pitchFamily="34" charset="-128"/>
                <a:cs typeface="Arial" panose="020B0604020202020204" pitchFamily="34" charset="0"/>
              </a:rPr>
              <a:t>Maintanence</a:t>
            </a:r>
            <a:r>
              <a:rPr lang="en-US" sz="1100" dirty="0">
                <a:solidFill>
                  <a:schemeClr val="tx1"/>
                </a:solidFill>
                <a:ea typeface="Arial Unicode MS" panose="020B0604020202020204" pitchFamily="34" charset="-128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ea typeface="Arial Unicode MS" panose="020B0604020202020204" pitchFamily="34" charset="-128"/>
                <a:cs typeface="Arial" panose="020B0604020202020204" pitchFamily="34" charset="0"/>
              </a:rPr>
              <a:t>MindApp</a:t>
            </a:r>
            <a:r>
              <a:rPr lang="en-US" sz="1100" dirty="0">
                <a:solidFill>
                  <a:schemeClr val="tx1"/>
                </a:solidFill>
                <a:ea typeface="Arial Unicode MS" panose="020B0604020202020204" pitchFamily="34" charset="-128"/>
                <a:cs typeface="Arial" panose="020B0604020202020204" pitchFamily="34" charset="0"/>
              </a:rPr>
              <a:t> </a:t>
            </a:r>
            <a:r>
              <a:rPr lang="en-US" altLang="zh-CN" sz="1100" dirty="0">
                <a:solidFill>
                  <a:schemeClr val="tx1"/>
                </a:solidFill>
                <a:ea typeface="Arial Unicode MS" panose="020B0604020202020204" pitchFamily="34" charset="-128"/>
                <a:cs typeface="Arial" panose="020B0604020202020204" pitchFamily="34" charset="0"/>
              </a:rPr>
              <a:t>development</a:t>
            </a:r>
          </a:p>
          <a:p>
            <a:pPr marL="171450" indent="-171450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ea typeface="Arial Unicode MS" panose="020B0604020202020204" pitchFamily="34" charset="-128"/>
                <a:cs typeface="Arial" panose="020B0604020202020204" pitchFamily="34" charset="0"/>
              </a:rPr>
              <a:t>AGV data acquisition and edge computing</a:t>
            </a:r>
          </a:p>
          <a:p>
            <a:pPr marL="171450" indent="-171450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ea typeface="Arial Unicode MS" panose="020B0604020202020204" pitchFamily="34" charset="-128"/>
                <a:cs typeface="Arial" panose="020B0604020202020204" pitchFamily="34" charset="0"/>
              </a:rPr>
              <a:t>Experience center setup and deployment</a:t>
            </a:r>
          </a:p>
          <a:p>
            <a:pPr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sz="1100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396" name="Straight Arrow Connector 8">
            <a:extLst>
              <a:ext uri="{FF2B5EF4-FFF2-40B4-BE49-F238E27FC236}">
                <a16:creationId xmlns:a16="http://schemas.microsoft.com/office/drawing/2014/main" id="{22F6D30B-ED3D-4D49-A2DB-F67E0C89F8E0}"/>
              </a:ext>
            </a:extLst>
          </p:cNvPr>
          <p:cNvCxnSpPr>
            <a:cxnSpLocks/>
            <a:endCxn id="394" idx="1"/>
          </p:cNvCxnSpPr>
          <p:nvPr/>
        </p:nvCxnSpPr>
        <p:spPr bwMode="auto">
          <a:xfrm rot="5400000" flipH="1" flipV="1">
            <a:off x="-90887" y="3342440"/>
            <a:ext cx="1153798" cy="173120"/>
          </a:xfrm>
          <a:prstGeom prst="bentConnector2">
            <a:avLst/>
          </a:prstGeom>
          <a:ln>
            <a:solidFill>
              <a:srgbClr val="4BB9B9"/>
            </a:solidFill>
            <a:headEnd type="none" w="med" len="med"/>
            <a:tailEnd type="arrow"/>
          </a:ln>
          <a:effec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97" name="Straight Arrow Connector 9">
            <a:extLst>
              <a:ext uri="{FF2B5EF4-FFF2-40B4-BE49-F238E27FC236}">
                <a16:creationId xmlns:a16="http://schemas.microsoft.com/office/drawing/2014/main" id="{C79EC26D-DE6A-4452-9087-6D9EE6322108}"/>
              </a:ext>
            </a:extLst>
          </p:cNvPr>
          <p:cNvCxnSpPr>
            <a:cxnSpLocks/>
            <a:endCxn id="395" idx="1"/>
          </p:cNvCxnSpPr>
          <p:nvPr/>
        </p:nvCxnSpPr>
        <p:spPr bwMode="auto">
          <a:xfrm rot="5400000" flipH="1" flipV="1">
            <a:off x="2485751" y="3122396"/>
            <a:ext cx="1595117" cy="225503"/>
          </a:xfrm>
          <a:prstGeom prst="bentConnector2">
            <a:avLst/>
          </a:prstGeom>
          <a:ln>
            <a:solidFill>
              <a:srgbClr val="4BB9B9"/>
            </a:solidFill>
            <a:headEnd type="none" w="med" len="med"/>
            <a:tailEnd type="arrow"/>
          </a:ln>
          <a:effec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98" name="Straight Arrow Connector 19">
            <a:extLst>
              <a:ext uri="{FF2B5EF4-FFF2-40B4-BE49-F238E27FC236}">
                <a16:creationId xmlns:a16="http://schemas.microsoft.com/office/drawing/2014/main" id="{770D91F0-BE04-4FE2-84CC-7AC667A169CF}"/>
              </a:ext>
            </a:extLst>
          </p:cNvPr>
          <p:cNvCxnSpPr>
            <a:cxnSpLocks/>
          </p:cNvCxnSpPr>
          <p:nvPr/>
        </p:nvCxnSpPr>
        <p:spPr bwMode="auto">
          <a:xfrm rot="5400000" flipH="1" flipV="1">
            <a:off x="5409550" y="3083227"/>
            <a:ext cx="1738232" cy="160723"/>
          </a:xfrm>
          <a:prstGeom prst="bentConnector2">
            <a:avLst/>
          </a:prstGeom>
          <a:ln>
            <a:solidFill>
              <a:srgbClr val="4BB9B9"/>
            </a:solidFill>
            <a:headEnd type="none" w="med" len="med"/>
            <a:tailEnd type="arrow"/>
          </a:ln>
          <a:effec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99" name="Rounded Rectangle 47">
            <a:extLst>
              <a:ext uri="{FF2B5EF4-FFF2-40B4-BE49-F238E27FC236}">
                <a16:creationId xmlns:a16="http://schemas.microsoft.com/office/drawing/2014/main" id="{327354E2-7571-4891-8A55-978A244945AB}"/>
              </a:ext>
            </a:extLst>
          </p:cNvPr>
          <p:cNvSpPr/>
          <p:nvPr/>
        </p:nvSpPr>
        <p:spPr bwMode="auto">
          <a:xfrm>
            <a:off x="6345409" y="1162504"/>
            <a:ext cx="2403503" cy="2103782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4BB9B9"/>
            </a:solidFill>
            <a:miter lim="800000"/>
            <a:headEnd/>
            <a:tailEnd/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en-US" altLang="zh-CN" sz="1200" b="1" dirty="0">
                <a:solidFill>
                  <a:schemeClr val="tx1"/>
                </a:solidFill>
                <a:ea typeface="Arial Unicode MS" panose="020B0604020202020204" pitchFamily="34" charset="-128"/>
                <a:cs typeface="Arial" panose="020B0604020202020204" pitchFamily="34" charset="0"/>
              </a:rPr>
              <a:t>Pilot project</a:t>
            </a:r>
          </a:p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en-US" altLang="zh-CN" sz="1200" b="1" dirty="0">
                <a:solidFill>
                  <a:schemeClr val="tx1"/>
                </a:solidFill>
                <a:ea typeface="Arial Unicode MS" panose="020B0604020202020204" pitchFamily="34" charset="-128"/>
                <a:cs typeface="Arial" panose="020B0604020202020204" pitchFamily="34" charset="0"/>
              </a:rPr>
              <a:t>Device as a </a:t>
            </a:r>
            <a:r>
              <a:rPr lang="en-US" altLang="zh-CN" sz="1200" b="1" dirty="0" err="1">
                <a:solidFill>
                  <a:schemeClr val="tx1"/>
                </a:solidFill>
                <a:ea typeface="Arial Unicode MS" panose="020B0604020202020204" pitchFamily="34" charset="-128"/>
                <a:cs typeface="Arial" panose="020B0604020202020204" pitchFamily="34" charset="0"/>
              </a:rPr>
              <a:t>Sevice</a:t>
            </a:r>
            <a:r>
              <a:rPr lang="en-US" altLang="zh-CN" sz="1200" b="1" dirty="0">
                <a:solidFill>
                  <a:schemeClr val="tx1"/>
                </a:solidFill>
                <a:ea typeface="Arial Unicode MS" panose="020B0604020202020204" pitchFamily="34" charset="-128"/>
                <a:cs typeface="Arial" panose="020B0604020202020204" pitchFamily="34" charset="0"/>
              </a:rPr>
              <a:t> (</a:t>
            </a:r>
            <a:r>
              <a:rPr lang="en-US" altLang="zh-CN" sz="1200" b="1" dirty="0" err="1">
                <a:solidFill>
                  <a:schemeClr val="tx1"/>
                </a:solidFill>
                <a:ea typeface="Arial Unicode MS" panose="020B0604020202020204" pitchFamily="34" charset="-128"/>
                <a:cs typeface="Arial" panose="020B0604020202020204" pitchFamily="34" charset="0"/>
              </a:rPr>
              <a:t>DaaS</a:t>
            </a:r>
            <a:r>
              <a:rPr lang="en-US" altLang="zh-CN" sz="1200" b="1" dirty="0">
                <a:solidFill>
                  <a:schemeClr val="tx1"/>
                </a:solidFill>
                <a:ea typeface="Arial Unicode MS" panose="020B0604020202020204" pitchFamily="34" charset="-128"/>
                <a:cs typeface="Arial" panose="020B0604020202020204" pitchFamily="34" charset="0"/>
              </a:rPr>
              <a:t>) on FAW-VW Chengdu</a:t>
            </a:r>
            <a:r>
              <a:rPr lang="en-US" sz="1200" b="1" dirty="0">
                <a:solidFill>
                  <a:schemeClr val="tx1"/>
                </a:solidFill>
                <a:ea typeface="Arial Unicode MS" panose="020B0604020202020204" pitchFamily="34" charset="-128"/>
                <a:cs typeface="Arial" panose="020B0604020202020204" pitchFamily="34" charset="0"/>
              </a:rPr>
              <a:t>(</a:t>
            </a:r>
            <a:r>
              <a:rPr lang="zh-CN" altLang="en-US" sz="1200" b="1" dirty="0">
                <a:solidFill>
                  <a:schemeClr val="tx1"/>
                </a:solidFill>
                <a:ea typeface="Arial Unicode MS" panose="020B0604020202020204" pitchFamily="34" charset="-128"/>
                <a:cs typeface="Arial" panose="020B0604020202020204" pitchFamily="34" charset="0"/>
              </a:rPr>
              <a:t>￥</a:t>
            </a:r>
            <a:r>
              <a:rPr lang="en-US" altLang="zh-CN" sz="1200" b="1" dirty="0">
                <a:solidFill>
                  <a:schemeClr val="tx1"/>
                </a:solidFill>
                <a:ea typeface="Arial Unicode MS" panose="020B0604020202020204" pitchFamily="34" charset="-128"/>
                <a:cs typeface="Arial" panose="020B0604020202020204" pitchFamily="34" charset="0"/>
              </a:rPr>
              <a:t>0.6</a:t>
            </a:r>
            <a:r>
              <a:rPr lang="zh-CN" altLang="en-US" sz="1200" b="1" dirty="0">
                <a:solidFill>
                  <a:schemeClr val="tx1"/>
                </a:solidFill>
                <a:ea typeface="Arial Unicode MS" panose="020B0604020202020204" pitchFamily="34" charset="-128"/>
                <a:cs typeface="Arial" panose="020B0604020202020204" pitchFamily="34" charset="0"/>
              </a:rPr>
              <a:t>‘</a:t>
            </a:r>
            <a:r>
              <a:rPr lang="en-US" altLang="zh-CN" sz="1200" b="1" dirty="0">
                <a:solidFill>
                  <a:schemeClr val="tx1"/>
                </a:solidFill>
                <a:ea typeface="Arial Unicode MS" panose="020B0604020202020204" pitchFamily="34" charset="-128"/>
                <a:cs typeface="Arial" panose="020B0604020202020204" pitchFamily="34" charset="0"/>
              </a:rPr>
              <a:t>)</a:t>
            </a:r>
          </a:p>
          <a:p>
            <a:pPr marL="171450" indent="-171450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ea typeface="Arial Unicode MS" panose="020B0604020202020204" pitchFamily="34" charset="-128"/>
                <a:cs typeface="Arial" panose="020B0604020202020204" pitchFamily="34" charset="0"/>
              </a:rPr>
              <a:t>Marriage line(shaft) data acquisition and edge computing</a:t>
            </a:r>
          </a:p>
          <a:p>
            <a:pPr marL="171450" indent="-171450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tx1"/>
                </a:solidFill>
                <a:ea typeface="Arial Unicode MS" panose="020B0604020202020204" pitchFamily="34" charset="-128"/>
                <a:cs typeface="Arial" panose="020B0604020202020204" pitchFamily="34" charset="0"/>
              </a:rPr>
              <a:t>MindSphere</a:t>
            </a:r>
            <a:r>
              <a:rPr lang="en-US" sz="1100" dirty="0">
                <a:solidFill>
                  <a:schemeClr val="tx1"/>
                </a:solidFill>
                <a:ea typeface="Arial Unicode MS" panose="020B0604020202020204" pitchFamily="34" charset="-128"/>
                <a:cs typeface="Arial" panose="020B0604020202020204" pitchFamily="34" charset="0"/>
              </a:rPr>
              <a:t> </a:t>
            </a:r>
            <a:r>
              <a:rPr lang="en-US" altLang="zh-CN" sz="1100" dirty="0">
                <a:solidFill>
                  <a:schemeClr val="tx1"/>
                </a:solidFill>
                <a:ea typeface="Arial Unicode MS" panose="020B0604020202020204" pitchFamily="34" charset="-128"/>
                <a:cs typeface="Arial" panose="020B0604020202020204" pitchFamily="34" charset="0"/>
              </a:rPr>
              <a:t>s</a:t>
            </a:r>
            <a:r>
              <a:rPr lang="en-US" sz="1100" dirty="0">
                <a:solidFill>
                  <a:schemeClr val="tx1"/>
                </a:solidFill>
                <a:ea typeface="Arial Unicode MS" panose="020B0604020202020204" pitchFamily="34" charset="-128"/>
                <a:cs typeface="Arial" panose="020B0604020202020204" pitchFamily="34" charset="0"/>
              </a:rPr>
              <a:t>olution, </a:t>
            </a:r>
            <a:r>
              <a:rPr lang="en-US" altLang="zh-CN" sz="1100" dirty="0">
                <a:solidFill>
                  <a:schemeClr val="tx1"/>
                </a:solidFill>
                <a:ea typeface="Arial Unicode MS" panose="020B0604020202020204" pitchFamily="34" charset="-128"/>
                <a:cs typeface="Arial" panose="020B0604020202020204" pitchFamily="34" charset="0"/>
              </a:rPr>
              <a:t>deliver </a:t>
            </a:r>
            <a:r>
              <a:rPr lang="en-US" altLang="zh-CN" sz="1100" dirty="0" err="1">
                <a:solidFill>
                  <a:schemeClr val="tx1"/>
                </a:solidFill>
                <a:ea typeface="Arial Unicode MS" panose="020B0604020202020204" pitchFamily="34" charset="-128"/>
                <a:cs typeface="Arial" panose="020B0604020202020204" pitchFamily="34" charset="0"/>
              </a:rPr>
              <a:t>MindApp</a:t>
            </a:r>
            <a:endParaRPr lang="en-US" sz="1100" dirty="0">
              <a:solidFill>
                <a:schemeClr val="tx1"/>
              </a:solidFill>
              <a:ea typeface="Arial Unicode MS" panose="020B0604020202020204" pitchFamily="34" charset="-128"/>
              <a:cs typeface="Arial" panose="020B0604020202020204" pitchFamily="34" charset="0"/>
            </a:endParaRPr>
          </a:p>
          <a:p>
            <a:pPr marL="171450" indent="-171450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ea typeface="Arial Unicode MS" panose="020B0604020202020204" pitchFamily="34" charset="-128"/>
                <a:cs typeface="Arial" panose="020B0604020202020204" pitchFamily="34" charset="0"/>
              </a:rPr>
              <a:t>Customer factory setup and deployment</a:t>
            </a:r>
          </a:p>
        </p:txBody>
      </p:sp>
      <p:pic>
        <p:nvPicPr>
          <p:cNvPr id="401" name="Grafik 1">
            <a:extLst>
              <a:ext uri="{FF2B5EF4-FFF2-40B4-BE49-F238E27FC236}">
                <a16:creationId xmlns:a16="http://schemas.microsoft.com/office/drawing/2014/main" id="{107042FA-55E8-4EBB-831F-1BE35C7AE1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741" y="4265296"/>
            <a:ext cx="2311508" cy="1102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2" name="Picture 2" descr="D:\01work\004 PM\SFAE FA-SO\work\commissioning\On-Site Image\SM1281.jpg">
            <a:extLst>
              <a:ext uri="{FF2B5EF4-FFF2-40B4-BE49-F238E27FC236}">
                <a16:creationId xmlns:a16="http://schemas.microsoft.com/office/drawing/2014/main" id="{F1E31B1A-270E-4A9A-B325-093FE8492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792" y="5448658"/>
            <a:ext cx="2273472" cy="1136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3" name="Picture 402">
            <a:extLst>
              <a:ext uri="{FF2B5EF4-FFF2-40B4-BE49-F238E27FC236}">
                <a16:creationId xmlns:a16="http://schemas.microsoft.com/office/drawing/2014/main" id="{4A25A048-20A3-4C1D-9A22-5424350216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1702" y="4291205"/>
            <a:ext cx="2030562" cy="124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4" name="Picture 6">
            <a:extLst>
              <a:ext uri="{FF2B5EF4-FFF2-40B4-BE49-F238E27FC236}">
                <a16:creationId xmlns:a16="http://schemas.microsoft.com/office/drawing/2014/main" id="{9CD5D041-1278-4968-A3DF-8D35549B4A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0543" y="5684523"/>
            <a:ext cx="2139272" cy="10088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5" name="Rounded Rectangle 47">
            <a:extLst>
              <a:ext uri="{FF2B5EF4-FFF2-40B4-BE49-F238E27FC236}">
                <a16:creationId xmlns:a16="http://schemas.microsoft.com/office/drawing/2014/main" id="{2B2DB8A3-B51D-48F4-B36A-73F0CE99FB19}"/>
              </a:ext>
            </a:extLst>
          </p:cNvPr>
          <p:cNvSpPr/>
          <p:nvPr/>
        </p:nvSpPr>
        <p:spPr bwMode="auto">
          <a:xfrm>
            <a:off x="9047053" y="1101544"/>
            <a:ext cx="2758717" cy="2272150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4BB9B9"/>
            </a:solidFill>
            <a:miter lim="800000"/>
            <a:headEnd/>
            <a:tailEnd/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en-US" altLang="zh-CN" sz="1200" b="1" dirty="0">
                <a:solidFill>
                  <a:schemeClr val="tx1"/>
                </a:solidFill>
                <a:ea typeface="Arial Unicode MS" panose="020B0604020202020204" pitchFamily="34" charset="-128"/>
                <a:cs typeface="Arial" panose="020B0604020202020204" pitchFamily="34" charset="0"/>
              </a:rPr>
              <a:t>Implementation project</a:t>
            </a:r>
          </a:p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en-US" altLang="zh-CN" sz="1200" b="1" dirty="0">
                <a:solidFill>
                  <a:schemeClr val="tx1"/>
                </a:solidFill>
                <a:ea typeface="Arial Unicode MS" panose="020B0604020202020204" pitchFamily="34" charset="-128"/>
                <a:cs typeface="Arial" panose="020B0604020202020204" pitchFamily="34" charset="0"/>
              </a:rPr>
              <a:t>Device as a </a:t>
            </a:r>
            <a:r>
              <a:rPr lang="en-US" altLang="zh-CN" sz="1200" b="1" dirty="0" err="1">
                <a:solidFill>
                  <a:schemeClr val="tx1"/>
                </a:solidFill>
                <a:ea typeface="Arial Unicode MS" panose="020B0604020202020204" pitchFamily="34" charset="-128"/>
                <a:cs typeface="Arial" panose="020B0604020202020204" pitchFamily="34" charset="0"/>
              </a:rPr>
              <a:t>Sevice</a:t>
            </a:r>
            <a:r>
              <a:rPr lang="en-US" altLang="zh-CN" sz="1200" b="1" dirty="0">
                <a:solidFill>
                  <a:schemeClr val="tx1"/>
                </a:solidFill>
                <a:ea typeface="Arial Unicode MS" panose="020B0604020202020204" pitchFamily="34" charset="-128"/>
                <a:cs typeface="Arial" panose="020B0604020202020204" pitchFamily="34" charset="0"/>
              </a:rPr>
              <a:t> (</a:t>
            </a:r>
            <a:r>
              <a:rPr lang="en-US" altLang="zh-CN" sz="1200" b="1" dirty="0" err="1">
                <a:solidFill>
                  <a:schemeClr val="tx1"/>
                </a:solidFill>
                <a:ea typeface="Arial Unicode MS" panose="020B0604020202020204" pitchFamily="34" charset="-128"/>
                <a:cs typeface="Arial" panose="020B0604020202020204" pitchFamily="34" charset="0"/>
              </a:rPr>
              <a:t>DaaS</a:t>
            </a:r>
            <a:r>
              <a:rPr lang="en-US" altLang="zh-CN" sz="1200" b="1" dirty="0">
                <a:solidFill>
                  <a:schemeClr val="tx1"/>
                </a:solidFill>
                <a:ea typeface="Arial Unicode MS" panose="020B0604020202020204" pitchFamily="34" charset="-128"/>
                <a:cs typeface="Arial" panose="020B0604020202020204" pitchFamily="34" charset="0"/>
              </a:rPr>
              <a:t>) on SAIC-VW CP3 Shanghai</a:t>
            </a:r>
            <a:r>
              <a:rPr lang="en-US" sz="1200" b="1" dirty="0">
                <a:solidFill>
                  <a:schemeClr val="tx1"/>
                </a:solidFill>
                <a:ea typeface="Arial Unicode MS" panose="020B0604020202020204" pitchFamily="34" charset="-128"/>
                <a:cs typeface="Arial" panose="020B0604020202020204" pitchFamily="34" charset="0"/>
              </a:rPr>
              <a:t>(</a:t>
            </a:r>
            <a:r>
              <a:rPr lang="zh-CN" altLang="en-US" sz="1200" b="1" dirty="0">
                <a:solidFill>
                  <a:schemeClr val="tx1"/>
                </a:solidFill>
                <a:ea typeface="Arial Unicode MS" panose="020B0604020202020204" pitchFamily="34" charset="-128"/>
                <a:cs typeface="Arial" panose="020B0604020202020204" pitchFamily="34" charset="0"/>
              </a:rPr>
              <a:t>￥</a:t>
            </a:r>
            <a:r>
              <a:rPr lang="en-US" altLang="zh-CN" sz="1200" b="1" dirty="0">
                <a:solidFill>
                  <a:schemeClr val="tx1"/>
                </a:solidFill>
                <a:ea typeface="Arial Unicode MS" panose="020B0604020202020204" pitchFamily="34" charset="-128"/>
                <a:cs typeface="Arial" panose="020B0604020202020204" pitchFamily="34" charset="0"/>
              </a:rPr>
              <a:t>0.8</a:t>
            </a:r>
            <a:r>
              <a:rPr lang="zh-CN" altLang="en-US" sz="1200" b="1" dirty="0">
                <a:solidFill>
                  <a:schemeClr val="tx1"/>
                </a:solidFill>
                <a:ea typeface="Arial Unicode MS" panose="020B0604020202020204" pitchFamily="34" charset="-128"/>
                <a:cs typeface="Arial" panose="020B0604020202020204" pitchFamily="34" charset="0"/>
              </a:rPr>
              <a:t>‘</a:t>
            </a:r>
            <a:r>
              <a:rPr lang="en-US" altLang="zh-CN" sz="1200" b="1" dirty="0">
                <a:solidFill>
                  <a:schemeClr val="tx1"/>
                </a:solidFill>
                <a:ea typeface="Arial Unicode MS" panose="020B0604020202020204" pitchFamily="34" charset="-128"/>
                <a:cs typeface="Arial" panose="020B0604020202020204" pitchFamily="34" charset="0"/>
              </a:rPr>
              <a:t>)</a:t>
            </a:r>
          </a:p>
          <a:p>
            <a:pPr marL="171450" indent="-171450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zh-CN" sz="1100" dirty="0">
                <a:solidFill>
                  <a:schemeClr val="tx1"/>
                </a:solidFill>
                <a:ea typeface="Arial Unicode MS" panose="020B0604020202020204" pitchFamily="34" charset="-128"/>
                <a:cs typeface="Arial" panose="020B0604020202020204" pitchFamily="34" charset="0"/>
              </a:rPr>
              <a:t>Assembly Line, Marriage Line Chain Conveyor,</a:t>
            </a:r>
            <a:r>
              <a:rPr lang="en-US" altLang="zh-CN" sz="1100" dirty="0">
                <a:ea typeface="Arial Unicode MS" panose="020B0604020202020204" pitchFamily="34" charset="-128"/>
                <a:cs typeface="Arial" panose="020B0604020202020204" pitchFamily="34" charset="0"/>
              </a:rPr>
              <a:t> </a:t>
            </a:r>
            <a:r>
              <a:rPr lang="en-US" altLang="zh-CN" sz="1100" dirty="0">
                <a:solidFill>
                  <a:schemeClr val="tx1"/>
                </a:solidFill>
                <a:ea typeface="Arial Unicode MS" panose="020B0604020202020204" pitchFamily="34" charset="-128"/>
                <a:cs typeface="Arial" panose="020B0604020202020204" pitchFamily="34" charset="0"/>
              </a:rPr>
              <a:t>Bodyshop Lifter data acquisition and edge computing</a:t>
            </a:r>
          </a:p>
          <a:p>
            <a:pPr marL="171450" indent="-171450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zh-CN" sz="1100" dirty="0">
                <a:solidFill>
                  <a:schemeClr val="tx1"/>
                </a:solidFill>
                <a:ea typeface="Arial Unicode MS" panose="020B0604020202020204" pitchFamily="34" charset="-128"/>
                <a:cs typeface="Arial" panose="020B0604020202020204" pitchFamily="34" charset="0"/>
              </a:rPr>
              <a:t>Multi-sensor solution comparison</a:t>
            </a:r>
          </a:p>
          <a:p>
            <a:pPr marL="171450" indent="-171450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zh-CN" sz="1100" dirty="0">
                <a:solidFill>
                  <a:schemeClr val="tx1"/>
                </a:solidFill>
                <a:ea typeface="Arial Unicode MS" panose="020B0604020202020204" pitchFamily="34" charset="-128"/>
                <a:cs typeface="Arial" panose="020B0604020202020204" pitchFamily="34" charset="0"/>
              </a:rPr>
              <a:t>Local server solution</a:t>
            </a:r>
          </a:p>
          <a:p>
            <a:pPr marL="171450" indent="-171450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ea typeface="Arial Unicode MS" panose="020B0604020202020204" pitchFamily="34" charset="-128"/>
                <a:cs typeface="Arial" panose="020B0604020202020204" pitchFamily="34" charset="0"/>
              </a:rPr>
              <a:t>Customer factory setup and deployment</a:t>
            </a:r>
          </a:p>
        </p:txBody>
      </p:sp>
      <p:cxnSp>
        <p:nvCxnSpPr>
          <p:cNvPr id="406" name="Straight Arrow Connector 19">
            <a:extLst>
              <a:ext uri="{FF2B5EF4-FFF2-40B4-BE49-F238E27FC236}">
                <a16:creationId xmlns:a16="http://schemas.microsoft.com/office/drawing/2014/main" id="{EC11287E-8F48-465E-AF4F-3EFDBA8063F6}"/>
              </a:ext>
            </a:extLst>
          </p:cNvPr>
          <p:cNvCxnSpPr/>
          <p:nvPr/>
        </p:nvCxnSpPr>
        <p:spPr bwMode="auto">
          <a:xfrm rot="5400000" flipH="1" flipV="1">
            <a:off x="8100357" y="3056421"/>
            <a:ext cx="1738232" cy="160723"/>
          </a:xfrm>
          <a:prstGeom prst="bentConnector2">
            <a:avLst/>
          </a:prstGeom>
          <a:ln>
            <a:solidFill>
              <a:srgbClr val="4BB9B9"/>
            </a:solidFill>
            <a:headEnd type="none" w="med" len="med"/>
            <a:tailEnd type="arrow"/>
          </a:ln>
          <a:effec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407" name="Picture 406">
            <a:extLst>
              <a:ext uri="{FF2B5EF4-FFF2-40B4-BE49-F238E27FC236}">
                <a16:creationId xmlns:a16="http://schemas.microsoft.com/office/drawing/2014/main" id="{089F0895-D91A-4BDD-9DB3-CE8024E15257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25912" t="-1899" r="5200" b="1681"/>
          <a:stretch/>
        </p:blipFill>
        <p:spPr>
          <a:xfrm rot="5400000">
            <a:off x="6589148" y="3889924"/>
            <a:ext cx="1243952" cy="2281161"/>
          </a:xfrm>
          <a:prstGeom prst="rect">
            <a:avLst/>
          </a:prstGeom>
        </p:spPr>
      </p:pic>
      <p:pic>
        <p:nvPicPr>
          <p:cNvPr id="408" name="Picture 407">
            <a:extLst>
              <a:ext uri="{FF2B5EF4-FFF2-40B4-BE49-F238E27FC236}">
                <a16:creationId xmlns:a16="http://schemas.microsoft.com/office/drawing/2014/main" id="{F4870B5E-FDE6-45AA-8709-56B951C65BE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98350" y="4458905"/>
            <a:ext cx="764503" cy="44660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09" name="Picture 408">
            <a:extLst>
              <a:ext uri="{FF2B5EF4-FFF2-40B4-BE49-F238E27FC236}">
                <a16:creationId xmlns:a16="http://schemas.microsoft.com/office/drawing/2014/main" id="{43E26EBA-ED12-4B7D-B4AC-41A98B8F9BA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98350" y="5002050"/>
            <a:ext cx="764503" cy="44660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10" name="Picture 409">
            <a:extLst>
              <a:ext uri="{FF2B5EF4-FFF2-40B4-BE49-F238E27FC236}">
                <a16:creationId xmlns:a16="http://schemas.microsoft.com/office/drawing/2014/main" id="{A7E7F1C7-6136-47DB-9BA7-AD0D182AC59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772056" y="4453393"/>
            <a:ext cx="1046174" cy="1430354"/>
          </a:xfrm>
          <a:prstGeom prst="rect">
            <a:avLst/>
          </a:prstGeom>
        </p:spPr>
      </p:pic>
      <p:pic>
        <p:nvPicPr>
          <p:cNvPr id="411" name="Picture 410">
            <a:extLst>
              <a:ext uri="{FF2B5EF4-FFF2-40B4-BE49-F238E27FC236}">
                <a16:creationId xmlns:a16="http://schemas.microsoft.com/office/drawing/2014/main" id="{3DDB5D83-5020-42A0-BB88-97A5398AF91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818230" y="4459284"/>
            <a:ext cx="1489590" cy="1430354"/>
          </a:xfrm>
          <a:prstGeom prst="rect">
            <a:avLst/>
          </a:prstGeom>
        </p:spPr>
      </p:pic>
      <p:pic>
        <p:nvPicPr>
          <p:cNvPr id="412" name="Picture 411">
            <a:extLst>
              <a:ext uri="{FF2B5EF4-FFF2-40B4-BE49-F238E27FC236}">
                <a16:creationId xmlns:a16="http://schemas.microsoft.com/office/drawing/2014/main" id="{5A22F7D5-D1CD-4D85-BCBD-16AD574756A3}"/>
              </a:ext>
            </a:extLst>
          </p:cNvPr>
          <p:cNvPicPr>
            <a:picLocks noChangeAspect="1"/>
          </p:cNvPicPr>
          <p:nvPr/>
        </p:nvPicPr>
        <p:blipFill rotWithShape="1">
          <a:blip r:embed="rId17"/>
          <a:srcRect l="12369"/>
          <a:stretch/>
        </p:blipFill>
        <p:spPr>
          <a:xfrm>
            <a:off x="8764956" y="5912923"/>
            <a:ext cx="1116579" cy="689865"/>
          </a:xfrm>
          <a:prstGeom prst="rect">
            <a:avLst/>
          </a:prstGeom>
        </p:spPr>
      </p:pic>
      <p:pic>
        <p:nvPicPr>
          <p:cNvPr id="413" name="Picture 412">
            <a:extLst>
              <a:ext uri="{FF2B5EF4-FFF2-40B4-BE49-F238E27FC236}">
                <a16:creationId xmlns:a16="http://schemas.microsoft.com/office/drawing/2014/main" id="{7C054C40-1B87-4622-888D-EAA2E46A155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884710" y="5895528"/>
            <a:ext cx="1426285" cy="689865"/>
          </a:xfrm>
          <a:prstGeom prst="rect">
            <a:avLst/>
          </a:prstGeom>
          <a:effectLst/>
        </p:spPr>
      </p:pic>
      <p:pic>
        <p:nvPicPr>
          <p:cNvPr id="414" name="Picture 4">
            <a:extLst>
              <a:ext uri="{FF2B5EF4-FFF2-40B4-BE49-F238E27FC236}">
                <a16:creationId xmlns:a16="http://schemas.microsoft.com/office/drawing/2014/main" id="{CF1615F7-0887-43C1-9349-6C2DD05A57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3519" y="5437560"/>
            <a:ext cx="2435812" cy="124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09451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412" y="0"/>
            <a:ext cx="12195527" cy="1440000"/>
          </a:xfrm>
        </p:spPr>
        <p:txBody>
          <a:bodyPr/>
          <a:lstStyle/>
          <a:p>
            <a:r>
              <a:rPr lang="en-US" altLang="zh-CN" dirty="0">
                <a:latin typeface="Arial" pitchFamily="34" charset="0"/>
              </a:rPr>
              <a:t>Continuously development of technology in </a:t>
            </a:r>
            <a:r>
              <a:rPr lang="en-US" altLang="zh-CN" dirty="0" err="1">
                <a:latin typeface="Arial" pitchFamily="34" charset="0"/>
              </a:rPr>
              <a:t>DaaS</a:t>
            </a:r>
            <a:br>
              <a:rPr lang="en-US" sz="2400" dirty="0"/>
            </a:br>
            <a:endParaRPr lang="en-US" sz="2000" dirty="0"/>
          </a:p>
        </p:txBody>
      </p:sp>
      <p:cxnSp>
        <p:nvCxnSpPr>
          <p:cNvPr id="393" name="Gerade Verbindung mit Pfeil 6">
            <a:extLst>
              <a:ext uri="{FF2B5EF4-FFF2-40B4-BE49-F238E27FC236}">
                <a16:creationId xmlns:a16="http://schemas.microsoft.com/office/drawing/2014/main" id="{5C9871BB-1A04-4887-8F61-BC59E3073C97}"/>
              </a:ext>
            </a:extLst>
          </p:cNvPr>
          <p:cNvCxnSpPr/>
          <p:nvPr/>
        </p:nvCxnSpPr>
        <p:spPr bwMode="auto">
          <a:xfrm>
            <a:off x="1081290" y="3488116"/>
            <a:ext cx="10489108" cy="0"/>
          </a:xfrm>
          <a:prstGeom prst="straightConnector1">
            <a:avLst/>
          </a:prstGeom>
          <a:solidFill>
            <a:schemeClr val="tx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4" name="Ellipse 7">
            <a:extLst>
              <a:ext uri="{FF2B5EF4-FFF2-40B4-BE49-F238E27FC236}">
                <a16:creationId xmlns:a16="http://schemas.microsoft.com/office/drawing/2014/main" id="{D3B44F8A-CE0A-453A-8568-C5D96D705726}"/>
              </a:ext>
            </a:extLst>
          </p:cNvPr>
          <p:cNvSpPr/>
          <p:nvPr/>
        </p:nvSpPr>
        <p:spPr bwMode="auto">
          <a:xfrm>
            <a:off x="1537398" y="3354766"/>
            <a:ext cx="266700" cy="266700"/>
          </a:xfrm>
          <a:prstGeom prst="ellipse">
            <a:avLst/>
          </a:prstGeom>
          <a:solidFill>
            <a:srgbClr val="32A0A0"/>
          </a:solidFill>
          <a:ln>
            <a:noFill/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charset="0"/>
              <a:buNone/>
            </a:pPr>
            <a:endParaRPr lang="de-DE" sz="1800" b="0" i="0" u="none" baseline="0">
              <a:solidFill>
                <a:srgbClr val="000000"/>
              </a:solidFill>
              <a:latin typeface="Arial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395" name="Gerader Verbinder 9">
            <a:extLst>
              <a:ext uri="{FF2B5EF4-FFF2-40B4-BE49-F238E27FC236}">
                <a16:creationId xmlns:a16="http://schemas.microsoft.com/office/drawing/2014/main" id="{576DFAB3-AA55-4A5D-87DF-B83BB17B8981}"/>
              </a:ext>
            </a:extLst>
          </p:cNvPr>
          <p:cNvCxnSpPr/>
          <p:nvPr/>
        </p:nvCxnSpPr>
        <p:spPr bwMode="auto">
          <a:xfrm>
            <a:off x="1660916" y="3602416"/>
            <a:ext cx="0" cy="1108194"/>
          </a:xfrm>
          <a:prstGeom prst="line">
            <a:avLst/>
          </a:prstGeom>
          <a:solidFill>
            <a:schemeClr val="tx2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6" name="Rechteck 10">
            <a:extLst>
              <a:ext uri="{FF2B5EF4-FFF2-40B4-BE49-F238E27FC236}">
                <a16:creationId xmlns:a16="http://schemas.microsoft.com/office/drawing/2014/main" id="{B913CE0A-7022-41E2-B097-54652E0A4D46}"/>
              </a:ext>
            </a:extLst>
          </p:cNvPr>
          <p:cNvSpPr>
            <a:spLocks/>
          </p:cNvSpPr>
          <p:nvPr/>
        </p:nvSpPr>
        <p:spPr bwMode="gray">
          <a:xfrm>
            <a:off x="820079" y="4732322"/>
            <a:ext cx="2470701" cy="11028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71450" indent="-171450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100" b="1" dirty="0" err="1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HighSpeed</a:t>
            </a:r>
            <a:r>
              <a:rPr lang="en-US" sz="11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 Lifter </a:t>
            </a:r>
            <a:r>
              <a:rPr lang="en-US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data acquisition </a:t>
            </a:r>
          </a:p>
          <a:p>
            <a:pPr marL="171450" indent="-171450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Edge computing on </a:t>
            </a:r>
            <a:r>
              <a:rPr lang="en-US" sz="11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vibration analysis (X-tools)</a:t>
            </a:r>
          </a:p>
          <a:p>
            <a:pPr marL="171450" indent="-171450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Data transmission to </a:t>
            </a:r>
            <a:r>
              <a:rPr lang="en-US" sz="1100" dirty="0" err="1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MindSphere</a:t>
            </a:r>
            <a:r>
              <a:rPr lang="en-US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 (</a:t>
            </a:r>
            <a:r>
              <a:rPr lang="en-US" sz="1100" b="1" dirty="0" err="1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MindConnect</a:t>
            </a:r>
            <a:r>
              <a:rPr lang="en-US" sz="11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 Nano</a:t>
            </a:r>
            <a:r>
              <a:rPr lang="en-US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)</a:t>
            </a:r>
          </a:p>
          <a:p>
            <a:pPr marL="171450" indent="-171450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MindAPP</a:t>
            </a:r>
            <a:r>
              <a:rPr lang="en-US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 system design</a:t>
            </a:r>
          </a:p>
        </p:txBody>
      </p:sp>
      <p:sp>
        <p:nvSpPr>
          <p:cNvPr id="397" name="Ellipse 11">
            <a:extLst>
              <a:ext uri="{FF2B5EF4-FFF2-40B4-BE49-F238E27FC236}">
                <a16:creationId xmlns:a16="http://schemas.microsoft.com/office/drawing/2014/main" id="{77D7A8FF-A2E8-4FC5-AD28-966DDA2331BF}"/>
              </a:ext>
            </a:extLst>
          </p:cNvPr>
          <p:cNvSpPr/>
          <p:nvPr/>
        </p:nvSpPr>
        <p:spPr bwMode="auto">
          <a:xfrm>
            <a:off x="3972341" y="3354766"/>
            <a:ext cx="266700" cy="266700"/>
          </a:xfrm>
          <a:prstGeom prst="ellipse">
            <a:avLst/>
          </a:prstGeom>
          <a:solidFill>
            <a:srgbClr val="32A0A0"/>
          </a:solidFill>
          <a:ln>
            <a:noFill/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charset="0"/>
              <a:buNone/>
            </a:pPr>
            <a:endParaRPr lang="de-DE" sz="1800" b="0" i="0" u="none" baseline="0">
              <a:solidFill>
                <a:srgbClr val="000000"/>
              </a:solidFill>
              <a:latin typeface="Arial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398" name="Gerader Verbinder 12">
            <a:extLst>
              <a:ext uri="{FF2B5EF4-FFF2-40B4-BE49-F238E27FC236}">
                <a16:creationId xmlns:a16="http://schemas.microsoft.com/office/drawing/2014/main" id="{2F31CADF-32FF-4F9F-BA94-549962B10A5C}"/>
              </a:ext>
            </a:extLst>
          </p:cNvPr>
          <p:cNvCxnSpPr/>
          <p:nvPr/>
        </p:nvCxnSpPr>
        <p:spPr bwMode="auto">
          <a:xfrm>
            <a:off x="4102144" y="2557964"/>
            <a:ext cx="0" cy="797924"/>
          </a:xfrm>
          <a:prstGeom prst="line">
            <a:avLst/>
          </a:prstGeom>
          <a:solidFill>
            <a:schemeClr val="tx2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6" name="Gerader Verbinder 28">
            <a:extLst>
              <a:ext uri="{FF2B5EF4-FFF2-40B4-BE49-F238E27FC236}">
                <a16:creationId xmlns:a16="http://schemas.microsoft.com/office/drawing/2014/main" id="{1D4C4421-5800-4F72-95DE-092F911C03A8}"/>
              </a:ext>
            </a:extLst>
          </p:cNvPr>
          <p:cNvCxnSpPr/>
          <p:nvPr/>
        </p:nvCxnSpPr>
        <p:spPr bwMode="auto">
          <a:xfrm flipH="1">
            <a:off x="5785387" y="3591141"/>
            <a:ext cx="1" cy="920730"/>
          </a:xfrm>
          <a:prstGeom prst="line">
            <a:avLst/>
          </a:prstGeom>
          <a:solidFill>
            <a:schemeClr val="tx2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9" name="Gerader Verbinder 53">
            <a:extLst>
              <a:ext uri="{FF2B5EF4-FFF2-40B4-BE49-F238E27FC236}">
                <a16:creationId xmlns:a16="http://schemas.microsoft.com/office/drawing/2014/main" id="{CA18EBD6-8F66-4A5B-9BA6-EB1F05F25828}"/>
              </a:ext>
            </a:extLst>
          </p:cNvPr>
          <p:cNvCxnSpPr/>
          <p:nvPr/>
        </p:nvCxnSpPr>
        <p:spPr bwMode="auto">
          <a:xfrm>
            <a:off x="8782215" y="3566490"/>
            <a:ext cx="0" cy="711143"/>
          </a:xfrm>
          <a:prstGeom prst="line">
            <a:avLst/>
          </a:prstGeom>
          <a:solidFill>
            <a:schemeClr val="tx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31" name="Rechteck 58">
            <a:extLst>
              <a:ext uri="{FF2B5EF4-FFF2-40B4-BE49-F238E27FC236}">
                <a16:creationId xmlns:a16="http://schemas.microsoft.com/office/drawing/2014/main" id="{328754B1-3D5E-4BCC-9C4E-FB9BD3DA513A}"/>
              </a:ext>
            </a:extLst>
          </p:cNvPr>
          <p:cNvSpPr>
            <a:spLocks/>
          </p:cNvSpPr>
          <p:nvPr/>
        </p:nvSpPr>
        <p:spPr bwMode="gray">
          <a:xfrm>
            <a:off x="1245222" y="3111650"/>
            <a:ext cx="1014437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buClr>
                <a:srgbClr val="879BAA"/>
              </a:buClr>
            </a:pPr>
            <a:r>
              <a:rPr lang="en-US" sz="1100" dirty="0">
                <a:solidFill>
                  <a:schemeClr val="tx1"/>
                </a:solidFill>
              </a:rPr>
              <a:t>Aug, 2018</a:t>
            </a:r>
          </a:p>
        </p:txBody>
      </p:sp>
      <p:sp>
        <p:nvSpPr>
          <p:cNvPr id="432" name="Rechteck 59">
            <a:extLst>
              <a:ext uri="{FF2B5EF4-FFF2-40B4-BE49-F238E27FC236}">
                <a16:creationId xmlns:a16="http://schemas.microsoft.com/office/drawing/2014/main" id="{1C86D756-A9AD-4E38-83B1-324FBC8335EA}"/>
              </a:ext>
            </a:extLst>
          </p:cNvPr>
          <p:cNvSpPr>
            <a:spLocks/>
          </p:cNvSpPr>
          <p:nvPr/>
        </p:nvSpPr>
        <p:spPr bwMode="gray">
          <a:xfrm>
            <a:off x="3527787" y="3700991"/>
            <a:ext cx="1184890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buClr>
                <a:srgbClr val="879BAA"/>
              </a:buClr>
            </a:pPr>
            <a:r>
              <a:rPr lang="en-US" sz="1200" dirty="0">
                <a:solidFill>
                  <a:schemeClr val="tx1"/>
                </a:solidFill>
              </a:rPr>
              <a:t>June, 2019</a:t>
            </a:r>
          </a:p>
        </p:txBody>
      </p:sp>
      <p:sp>
        <p:nvSpPr>
          <p:cNvPr id="437" name="Rechteck 65">
            <a:extLst>
              <a:ext uri="{FF2B5EF4-FFF2-40B4-BE49-F238E27FC236}">
                <a16:creationId xmlns:a16="http://schemas.microsoft.com/office/drawing/2014/main" id="{D7ECB518-4A51-4907-BB58-379EE7AF3774}"/>
              </a:ext>
            </a:extLst>
          </p:cNvPr>
          <p:cNvSpPr>
            <a:spLocks/>
          </p:cNvSpPr>
          <p:nvPr/>
        </p:nvSpPr>
        <p:spPr bwMode="gray">
          <a:xfrm>
            <a:off x="8051594" y="3139526"/>
            <a:ext cx="1400975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buClr>
                <a:srgbClr val="879BAA"/>
              </a:buClr>
            </a:pPr>
            <a:r>
              <a:rPr lang="en-US" sz="1200" dirty="0">
                <a:solidFill>
                  <a:schemeClr val="tx1"/>
                </a:solidFill>
              </a:rPr>
              <a:t>July, 2020</a:t>
            </a:r>
          </a:p>
        </p:txBody>
      </p:sp>
      <p:sp>
        <p:nvSpPr>
          <p:cNvPr id="438" name="Rechteck 66">
            <a:extLst>
              <a:ext uri="{FF2B5EF4-FFF2-40B4-BE49-F238E27FC236}">
                <a16:creationId xmlns:a16="http://schemas.microsoft.com/office/drawing/2014/main" id="{D60511B3-D1DE-4631-A3F8-FAD82A1694E7}"/>
              </a:ext>
            </a:extLst>
          </p:cNvPr>
          <p:cNvSpPr>
            <a:spLocks/>
          </p:cNvSpPr>
          <p:nvPr/>
        </p:nvSpPr>
        <p:spPr bwMode="gray">
          <a:xfrm>
            <a:off x="9955245" y="3672665"/>
            <a:ext cx="1398756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buClr>
                <a:srgbClr val="879BAA"/>
              </a:buClr>
            </a:pPr>
            <a:r>
              <a:rPr lang="en-US" sz="1200" dirty="0">
                <a:solidFill>
                  <a:schemeClr val="tx1"/>
                </a:solidFill>
              </a:rPr>
              <a:t>Now</a:t>
            </a:r>
          </a:p>
        </p:txBody>
      </p:sp>
      <p:cxnSp>
        <p:nvCxnSpPr>
          <p:cNvPr id="591" name="Gerader Verbinder 241">
            <a:extLst>
              <a:ext uri="{FF2B5EF4-FFF2-40B4-BE49-F238E27FC236}">
                <a16:creationId xmlns:a16="http://schemas.microsoft.com/office/drawing/2014/main" id="{95296B0E-9893-4C00-9C97-A6D59B1F26C8}"/>
              </a:ext>
            </a:extLst>
          </p:cNvPr>
          <p:cNvCxnSpPr>
            <a:stCxn id="423" idx="0"/>
          </p:cNvCxnSpPr>
          <p:nvPr/>
        </p:nvCxnSpPr>
        <p:spPr bwMode="auto">
          <a:xfrm flipV="1">
            <a:off x="10655977" y="2690192"/>
            <a:ext cx="7939" cy="642392"/>
          </a:xfrm>
          <a:prstGeom prst="line">
            <a:avLst/>
          </a:prstGeom>
          <a:solidFill>
            <a:schemeClr val="tx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08" name="Pfeil: Fünfeck 4">
            <a:extLst>
              <a:ext uri="{FF2B5EF4-FFF2-40B4-BE49-F238E27FC236}">
                <a16:creationId xmlns:a16="http://schemas.microsoft.com/office/drawing/2014/main" id="{F965B3AC-39F3-4BC4-BED2-DC64F999C4CF}"/>
              </a:ext>
            </a:extLst>
          </p:cNvPr>
          <p:cNvSpPr/>
          <p:nvPr/>
        </p:nvSpPr>
        <p:spPr bwMode="auto">
          <a:xfrm>
            <a:off x="993204" y="6030580"/>
            <a:ext cx="10577194" cy="335270"/>
          </a:xfrm>
          <a:prstGeom prst="homePlate">
            <a:avLst/>
          </a:prstGeom>
          <a:gradFill flip="none" rotWithShape="1">
            <a:gsLst>
              <a:gs pos="56000">
                <a:srgbClr val="32A0A0"/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en-US" sz="1600" dirty="0">
                <a:solidFill>
                  <a:schemeClr val="bg1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                                                                                                               Continuous </a:t>
            </a:r>
            <a:r>
              <a:rPr lang="en-US" altLang="zh-CN" sz="1600" dirty="0">
                <a:solidFill>
                  <a:schemeClr val="bg1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technology</a:t>
            </a:r>
            <a:r>
              <a:rPr lang="en-US" sz="1600" dirty="0">
                <a:solidFill>
                  <a:schemeClr val="bg1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 up</a:t>
            </a:r>
            <a:r>
              <a:rPr lang="en-US" altLang="zh-CN" sz="1600" dirty="0">
                <a:solidFill>
                  <a:schemeClr val="bg1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grade   </a:t>
            </a:r>
            <a:r>
              <a:rPr lang="en-US" sz="1600" dirty="0">
                <a:solidFill>
                  <a:schemeClr val="bg1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</a:p>
        </p:txBody>
      </p:sp>
      <p:sp>
        <p:nvSpPr>
          <p:cNvPr id="615" name="Rechteck 10">
            <a:extLst>
              <a:ext uri="{FF2B5EF4-FFF2-40B4-BE49-F238E27FC236}">
                <a16:creationId xmlns:a16="http://schemas.microsoft.com/office/drawing/2014/main" id="{C9A32C0E-A564-49BD-858F-2960637402F8}"/>
              </a:ext>
            </a:extLst>
          </p:cNvPr>
          <p:cNvSpPr>
            <a:spLocks/>
          </p:cNvSpPr>
          <p:nvPr/>
        </p:nvSpPr>
        <p:spPr bwMode="gray">
          <a:xfrm>
            <a:off x="3027587" y="1059986"/>
            <a:ext cx="2724878" cy="16614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71450" indent="-171450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Multi-type AGV </a:t>
            </a:r>
            <a:r>
              <a:rPr lang="en-US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data acquisition and edge computing</a:t>
            </a:r>
          </a:p>
          <a:p>
            <a:pPr marL="171450" indent="-171450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Multi-protocol data </a:t>
            </a:r>
            <a:r>
              <a:rPr lang="en-US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acquisition</a:t>
            </a:r>
          </a:p>
          <a:p>
            <a:pPr marL="171450" indent="-171450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Edge </a:t>
            </a:r>
            <a:r>
              <a:rPr lang="en-US" sz="11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computing by self-develop module</a:t>
            </a:r>
            <a:r>
              <a:rPr lang="en-US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, embedded into </a:t>
            </a:r>
            <a:r>
              <a:rPr lang="en-US" sz="11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IoT2040</a:t>
            </a:r>
          </a:p>
          <a:p>
            <a:pPr marL="171450" indent="-171450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Data transfer to </a:t>
            </a:r>
            <a:r>
              <a:rPr lang="en-US" sz="1100" dirty="0" err="1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MindSphere</a:t>
            </a:r>
            <a:r>
              <a:rPr lang="en-US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 by </a:t>
            </a:r>
            <a:r>
              <a:rPr lang="en-US" sz="11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OEDK</a:t>
            </a:r>
          </a:p>
          <a:p>
            <a:pPr marL="171450" indent="-171450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Basic framework </a:t>
            </a:r>
            <a:r>
              <a:rPr lang="en-US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and maintenance </a:t>
            </a:r>
            <a:r>
              <a:rPr lang="en-US" sz="1100" dirty="0" err="1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MindApp</a:t>
            </a:r>
            <a:r>
              <a:rPr lang="en-US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 Development</a:t>
            </a:r>
          </a:p>
          <a:p>
            <a:pPr marL="171450" indent="-171450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616" name="Rechteck 59">
            <a:extLst>
              <a:ext uri="{FF2B5EF4-FFF2-40B4-BE49-F238E27FC236}">
                <a16:creationId xmlns:a16="http://schemas.microsoft.com/office/drawing/2014/main" id="{8B19FB87-CF23-4980-814F-390659D088E7}"/>
              </a:ext>
            </a:extLst>
          </p:cNvPr>
          <p:cNvSpPr>
            <a:spLocks/>
          </p:cNvSpPr>
          <p:nvPr/>
        </p:nvSpPr>
        <p:spPr bwMode="gray">
          <a:xfrm>
            <a:off x="5222394" y="3142941"/>
            <a:ext cx="1184890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buClr>
                <a:srgbClr val="879BAA"/>
              </a:buClr>
            </a:pPr>
            <a:r>
              <a:rPr lang="en-US" sz="1200" dirty="0">
                <a:solidFill>
                  <a:schemeClr val="tx1"/>
                </a:solidFill>
              </a:rPr>
              <a:t>Dec, 2019</a:t>
            </a:r>
          </a:p>
        </p:txBody>
      </p:sp>
      <p:sp>
        <p:nvSpPr>
          <p:cNvPr id="405" name="Ellipse 27">
            <a:extLst>
              <a:ext uri="{FF2B5EF4-FFF2-40B4-BE49-F238E27FC236}">
                <a16:creationId xmlns:a16="http://schemas.microsoft.com/office/drawing/2014/main" id="{DFE7B608-3319-4F02-A9F7-62EA2EAE7BC2}"/>
              </a:ext>
            </a:extLst>
          </p:cNvPr>
          <p:cNvSpPr/>
          <p:nvPr/>
        </p:nvSpPr>
        <p:spPr bwMode="auto">
          <a:xfrm>
            <a:off x="5652037" y="3344934"/>
            <a:ext cx="266700" cy="266700"/>
          </a:xfrm>
          <a:prstGeom prst="ellipse">
            <a:avLst/>
          </a:prstGeom>
          <a:solidFill>
            <a:srgbClr val="32A0A0"/>
          </a:solidFill>
          <a:ln>
            <a:noFill/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charset="0"/>
              <a:buNone/>
            </a:pPr>
            <a:endParaRPr lang="de-DE" sz="1800" b="0" i="0" u="none" baseline="0">
              <a:solidFill>
                <a:srgbClr val="000000"/>
              </a:solidFill>
              <a:latin typeface="Arial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621" name="Rechteck 10">
            <a:extLst>
              <a:ext uri="{FF2B5EF4-FFF2-40B4-BE49-F238E27FC236}">
                <a16:creationId xmlns:a16="http://schemas.microsoft.com/office/drawing/2014/main" id="{F930BAB5-7586-4BDF-A423-9A056DD68B33}"/>
              </a:ext>
            </a:extLst>
          </p:cNvPr>
          <p:cNvSpPr>
            <a:spLocks/>
          </p:cNvSpPr>
          <p:nvPr/>
        </p:nvSpPr>
        <p:spPr bwMode="gray">
          <a:xfrm>
            <a:off x="4797142" y="4629233"/>
            <a:ext cx="2195510" cy="1475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71450" indent="-171450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Maintenance </a:t>
            </a:r>
            <a:r>
              <a:rPr lang="en-US" sz="11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knowledge graph (</a:t>
            </a:r>
            <a:r>
              <a:rPr lang="en-US" sz="1100" b="1" dirty="0" err="1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blazegraph</a:t>
            </a:r>
            <a:r>
              <a:rPr lang="en-US" sz="11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) </a:t>
            </a:r>
            <a:r>
              <a:rPr lang="en-US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in </a:t>
            </a:r>
            <a:r>
              <a:rPr lang="en-US" sz="1100" dirty="0" err="1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MindSphere</a:t>
            </a:r>
            <a:r>
              <a:rPr lang="en-US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</a:p>
          <a:p>
            <a:pPr marL="171450" indent="-171450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Local version solution </a:t>
            </a:r>
            <a:r>
              <a:rPr lang="en-US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design</a:t>
            </a:r>
          </a:p>
          <a:p>
            <a:pPr marL="171450" indent="-171450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Experience center </a:t>
            </a:r>
            <a:r>
              <a:rPr lang="en-US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setup and deployment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endParaRPr lang="en-US" sz="1100" dirty="0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10000"/>
              </a:lnSpc>
              <a:spcBef>
                <a:spcPct val="0"/>
              </a:spcBef>
            </a:pPr>
            <a:endParaRPr lang="en-US" sz="1100" dirty="0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171450" indent="-171450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622" name="Rechteck 59">
            <a:extLst>
              <a:ext uri="{FF2B5EF4-FFF2-40B4-BE49-F238E27FC236}">
                <a16:creationId xmlns:a16="http://schemas.microsoft.com/office/drawing/2014/main" id="{833FCEF2-241F-47F0-9EED-207A36B7C437}"/>
              </a:ext>
            </a:extLst>
          </p:cNvPr>
          <p:cNvSpPr>
            <a:spLocks/>
          </p:cNvSpPr>
          <p:nvPr/>
        </p:nvSpPr>
        <p:spPr bwMode="gray">
          <a:xfrm>
            <a:off x="6606255" y="3730420"/>
            <a:ext cx="1184890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buClr>
                <a:srgbClr val="879BAA"/>
              </a:buClr>
            </a:pPr>
            <a:r>
              <a:rPr lang="en-US" sz="1200" dirty="0">
                <a:solidFill>
                  <a:schemeClr val="tx1"/>
                </a:solidFill>
              </a:rPr>
              <a:t>March, 2020</a:t>
            </a:r>
          </a:p>
        </p:txBody>
      </p:sp>
      <p:cxnSp>
        <p:nvCxnSpPr>
          <p:cNvPr id="624" name="Gerader Verbinder 28">
            <a:extLst>
              <a:ext uri="{FF2B5EF4-FFF2-40B4-BE49-F238E27FC236}">
                <a16:creationId xmlns:a16="http://schemas.microsoft.com/office/drawing/2014/main" id="{E30F2007-3694-4978-BB75-E12FEEFF7618}"/>
              </a:ext>
            </a:extLst>
          </p:cNvPr>
          <p:cNvCxnSpPr/>
          <p:nvPr/>
        </p:nvCxnSpPr>
        <p:spPr bwMode="auto">
          <a:xfrm>
            <a:off x="7190760" y="2970939"/>
            <a:ext cx="0" cy="396026"/>
          </a:xfrm>
          <a:prstGeom prst="line">
            <a:avLst/>
          </a:prstGeom>
          <a:solidFill>
            <a:schemeClr val="tx2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7" name="Ellipse 29">
            <a:extLst>
              <a:ext uri="{FF2B5EF4-FFF2-40B4-BE49-F238E27FC236}">
                <a16:creationId xmlns:a16="http://schemas.microsoft.com/office/drawing/2014/main" id="{3280C8EA-96EE-4518-9350-5812843104FD}"/>
              </a:ext>
            </a:extLst>
          </p:cNvPr>
          <p:cNvSpPr/>
          <p:nvPr/>
        </p:nvSpPr>
        <p:spPr bwMode="auto">
          <a:xfrm>
            <a:off x="7065350" y="3335716"/>
            <a:ext cx="266700" cy="266700"/>
          </a:xfrm>
          <a:prstGeom prst="ellipse">
            <a:avLst/>
          </a:prstGeom>
          <a:solidFill>
            <a:srgbClr val="32A0A0"/>
          </a:solidFill>
          <a:ln>
            <a:noFill/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charset="0"/>
              <a:buNone/>
            </a:pPr>
            <a:endParaRPr lang="de-DE" sz="1800" b="0" i="0" u="none" baseline="0">
              <a:solidFill>
                <a:srgbClr val="000000"/>
              </a:solidFill>
              <a:latin typeface="Arial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625" name="Rechteck 10">
            <a:extLst>
              <a:ext uri="{FF2B5EF4-FFF2-40B4-BE49-F238E27FC236}">
                <a16:creationId xmlns:a16="http://schemas.microsoft.com/office/drawing/2014/main" id="{F2B685A4-19F4-4A5C-9C36-26F2C3577ADA}"/>
              </a:ext>
            </a:extLst>
          </p:cNvPr>
          <p:cNvSpPr>
            <a:spLocks/>
          </p:cNvSpPr>
          <p:nvPr/>
        </p:nvSpPr>
        <p:spPr bwMode="gray">
          <a:xfrm>
            <a:off x="6207006" y="1123317"/>
            <a:ext cx="2575209" cy="18476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71450" indent="-171450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Chain Conveyor </a:t>
            </a:r>
            <a:r>
              <a:rPr lang="en-US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of assembly line data acquisition and edge computing</a:t>
            </a:r>
          </a:p>
          <a:p>
            <a:pPr marL="171450" indent="-171450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Local version </a:t>
            </a:r>
            <a:r>
              <a:rPr lang="en-US" sz="11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big data storage (</a:t>
            </a:r>
            <a:r>
              <a:rPr lang="en-US" sz="1100" b="1" dirty="0" err="1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TimeScale</a:t>
            </a:r>
            <a:r>
              <a:rPr lang="en-US" sz="11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 DB)</a:t>
            </a:r>
          </a:p>
          <a:p>
            <a:pPr marL="171450" indent="-171450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Combined analysis </a:t>
            </a:r>
            <a:r>
              <a:rPr lang="en-US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in frequency domain and time domain</a:t>
            </a:r>
          </a:p>
          <a:p>
            <a:pPr marL="171450" indent="-171450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Edge analysis configuration tool</a:t>
            </a:r>
            <a:r>
              <a:rPr lang="en-US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 design (</a:t>
            </a:r>
            <a:r>
              <a:rPr lang="en-US" sz="11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Electron</a:t>
            </a:r>
            <a:r>
              <a:rPr lang="en-US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)</a:t>
            </a:r>
          </a:p>
          <a:p>
            <a:pPr marL="171450" indent="-171450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100" b="1" dirty="0" err="1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Wechat</a:t>
            </a:r>
            <a:r>
              <a:rPr lang="en-US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n-US" sz="11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Mini-program</a:t>
            </a:r>
            <a:r>
              <a:rPr lang="en-US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 (communication with </a:t>
            </a:r>
            <a:r>
              <a:rPr lang="en-US" sz="1100" dirty="0" err="1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MindSphere</a:t>
            </a:r>
            <a:r>
              <a:rPr lang="en-US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)</a:t>
            </a:r>
          </a:p>
        </p:txBody>
      </p:sp>
      <p:sp>
        <p:nvSpPr>
          <p:cNvPr id="428" name="Ellipse 52">
            <a:extLst>
              <a:ext uri="{FF2B5EF4-FFF2-40B4-BE49-F238E27FC236}">
                <a16:creationId xmlns:a16="http://schemas.microsoft.com/office/drawing/2014/main" id="{36EBF43F-4B32-43C3-9E8E-8D043F8EB653}"/>
              </a:ext>
            </a:extLst>
          </p:cNvPr>
          <p:cNvSpPr/>
          <p:nvPr/>
        </p:nvSpPr>
        <p:spPr bwMode="auto">
          <a:xfrm>
            <a:off x="8648865" y="3366965"/>
            <a:ext cx="266700" cy="266700"/>
          </a:xfrm>
          <a:prstGeom prst="ellipse">
            <a:avLst/>
          </a:prstGeom>
          <a:solidFill>
            <a:srgbClr val="32A0A0"/>
          </a:solidFill>
          <a:ln>
            <a:noFill/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charset="0"/>
              <a:buNone/>
            </a:pPr>
            <a:endParaRPr lang="de-DE" sz="1800" b="0" i="0" u="none" baseline="0">
              <a:solidFill>
                <a:srgbClr val="000000"/>
              </a:solidFill>
              <a:latin typeface="Arial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629" name="Rechteck 10">
            <a:extLst>
              <a:ext uri="{FF2B5EF4-FFF2-40B4-BE49-F238E27FC236}">
                <a16:creationId xmlns:a16="http://schemas.microsoft.com/office/drawing/2014/main" id="{B081ABC3-42AC-432F-B6DA-06B926865465}"/>
              </a:ext>
            </a:extLst>
          </p:cNvPr>
          <p:cNvSpPr>
            <a:spLocks/>
          </p:cNvSpPr>
          <p:nvPr/>
        </p:nvSpPr>
        <p:spPr bwMode="gray">
          <a:xfrm>
            <a:off x="7982189" y="4338289"/>
            <a:ext cx="2575209" cy="1475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71450" indent="-171450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End of </a:t>
            </a:r>
            <a:r>
              <a:rPr lang="en-US" altLang="zh-CN" sz="11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line </a:t>
            </a:r>
            <a:r>
              <a:rPr lang="en-US" altLang="zh-CN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data acquisition solution</a:t>
            </a:r>
            <a:endParaRPr lang="en-US" sz="1100" dirty="0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171450" indent="-171450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Performance and computing module optimization</a:t>
            </a:r>
          </a:p>
          <a:p>
            <a:pPr marL="171450" indent="-171450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Add </a:t>
            </a:r>
            <a:r>
              <a:rPr lang="en-US" sz="11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label for data sample</a:t>
            </a:r>
          </a:p>
          <a:p>
            <a:pPr marL="171450" indent="-171450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Data export function tool for on-site engineer </a:t>
            </a:r>
          </a:p>
          <a:p>
            <a:pPr marL="171450" indent="-171450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Integrated with end-customer IT system</a:t>
            </a:r>
            <a:endParaRPr lang="en-US" sz="1100" dirty="0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23" name="Ellipse 46">
            <a:extLst>
              <a:ext uri="{FF2B5EF4-FFF2-40B4-BE49-F238E27FC236}">
                <a16:creationId xmlns:a16="http://schemas.microsoft.com/office/drawing/2014/main" id="{78A3BCB2-5E85-4AE6-8364-8632F8941B49}"/>
              </a:ext>
            </a:extLst>
          </p:cNvPr>
          <p:cNvSpPr/>
          <p:nvPr/>
        </p:nvSpPr>
        <p:spPr bwMode="auto">
          <a:xfrm>
            <a:off x="10522627" y="3332584"/>
            <a:ext cx="266700" cy="266700"/>
          </a:xfrm>
          <a:prstGeom prst="ellipse">
            <a:avLst/>
          </a:prstGeom>
          <a:solidFill>
            <a:srgbClr val="FFB900"/>
          </a:solidFill>
          <a:ln>
            <a:noFill/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charset="0"/>
              <a:buNone/>
            </a:pPr>
            <a:endParaRPr lang="de-DE" sz="1800" b="0" i="0" u="none" baseline="0">
              <a:solidFill>
                <a:srgbClr val="000000"/>
              </a:solidFill>
              <a:latin typeface="Arial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634" name="Rechteck 10">
            <a:extLst>
              <a:ext uri="{FF2B5EF4-FFF2-40B4-BE49-F238E27FC236}">
                <a16:creationId xmlns:a16="http://schemas.microsoft.com/office/drawing/2014/main" id="{594094DD-7310-4F49-B093-D0F9551CF20A}"/>
              </a:ext>
            </a:extLst>
          </p:cNvPr>
          <p:cNvSpPr>
            <a:spLocks/>
          </p:cNvSpPr>
          <p:nvPr/>
        </p:nvSpPr>
        <p:spPr bwMode="gray">
          <a:xfrm>
            <a:off x="9367018" y="1455162"/>
            <a:ext cx="2567085" cy="11028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71450" indent="-171450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Root cause analysis</a:t>
            </a:r>
            <a:r>
              <a:rPr lang="en-US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 of production bottlenec</a:t>
            </a:r>
            <a:r>
              <a:rPr lang="en-US" altLang="zh-CN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k,</a:t>
            </a:r>
            <a:r>
              <a:rPr lang="zh-CN" altLang="en-US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n-US" altLang="zh-CN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combined</a:t>
            </a:r>
            <a:r>
              <a:rPr lang="zh-CN" altLang="en-US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n-US" altLang="zh-CN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with</a:t>
            </a:r>
            <a:r>
              <a:rPr lang="zh-CN" altLang="en-US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n-US" altLang="zh-CN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maintenance</a:t>
            </a:r>
            <a:r>
              <a:rPr lang="zh-CN" altLang="en-US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n-US" altLang="zh-CN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alarm</a:t>
            </a:r>
            <a:r>
              <a:rPr lang="zh-CN" altLang="en-US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n-US" altLang="zh-CN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and</a:t>
            </a:r>
            <a:r>
              <a:rPr lang="zh-CN" altLang="en-US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n-US" altLang="zh-CN" sz="1100" b="1" dirty="0" err="1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SiPlant</a:t>
            </a:r>
            <a:r>
              <a:rPr lang="zh-CN" altLang="en-US" sz="11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n-US" altLang="zh-CN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operation</a:t>
            </a:r>
            <a:r>
              <a:rPr lang="zh-CN" altLang="en-US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n-US" altLang="zh-CN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system</a:t>
            </a:r>
            <a:r>
              <a:rPr lang="zh-CN" altLang="en-US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n-US" altLang="zh-CN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data.</a:t>
            </a:r>
            <a:endParaRPr lang="en-US" sz="1100" dirty="0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171450" indent="-171450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zh-CN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OPC of </a:t>
            </a:r>
            <a:r>
              <a:rPr lang="en-US" altLang="zh-CN" sz="11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Industry Edge </a:t>
            </a:r>
            <a:r>
              <a:rPr lang="en-US" altLang="zh-CN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solution integration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24FD520-783F-4F19-A1FE-28F8C95B018B}"/>
              </a:ext>
            </a:extLst>
          </p:cNvPr>
          <p:cNvSpPr/>
          <p:nvPr/>
        </p:nvSpPr>
        <p:spPr bwMode="auto">
          <a:xfrm rot="20237656">
            <a:off x="320075" y="1142743"/>
            <a:ext cx="1799078" cy="310224"/>
          </a:xfrm>
          <a:prstGeom prst="roundRect">
            <a:avLst/>
          </a:prstGeom>
          <a:solidFill>
            <a:srgbClr val="4BB9B9"/>
          </a:solidFill>
          <a:ln>
            <a:noFill/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r>
              <a:rPr lang="en-US" sz="1200" b="1" dirty="0">
                <a:solidFill>
                  <a:srgbClr val="FFFFFF"/>
                </a:solidFill>
                <a:ea typeface="Arial Unicode MS" panose="020B0604020202020204" pitchFamily="34" charset="-128"/>
                <a:cs typeface="Arial" panose="020B0604020202020204" pitchFamily="34" charset="0"/>
              </a:rPr>
              <a:t>Device Type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7C95571-CDC4-49A0-81F8-86D591916496}"/>
              </a:ext>
            </a:extLst>
          </p:cNvPr>
          <p:cNvSpPr/>
          <p:nvPr/>
        </p:nvSpPr>
        <p:spPr bwMode="auto">
          <a:xfrm rot="20237656">
            <a:off x="478001" y="1497699"/>
            <a:ext cx="1799078" cy="310224"/>
          </a:xfrm>
          <a:prstGeom prst="roundRect">
            <a:avLst/>
          </a:prstGeom>
          <a:solidFill>
            <a:srgbClr val="4BB9B9"/>
          </a:solidFill>
          <a:ln>
            <a:noFill/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r>
              <a:rPr lang="en-US" sz="1200" b="1" dirty="0">
                <a:solidFill>
                  <a:srgbClr val="FFFFFF"/>
                </a:solidFill>
                <a:ea typeface="Arial Unicode MS" panose="020B0604020202020204" pitchFamily="34" charset="-128"/>
                <a:cs typeface="Arial" panose="020B0604020202020204" pitchFamily="34" charset="0"/>
              </a:rPr>
              <a:t>DA Solution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EE6D80C3-37E3-4044-BD73-E48469260BF1}"/>
              </a:ext>
            </a:extLst>
          </p:cNvPr>
          <p:cNvSpPr/>
          <p:nvPr/>
        </p:nvSpPr>
        <p:spPr bwMode="auto">
          <a:xfrm rot="20237656">
            <a:off x="635927" y="1836039"/>
            <a:ext cx="1799078" cy="310224"/>
          </a:xfrm>
          <a:prstGeom prst="roundRect">
            <a:avLst/>
          </a:prstGeom>
          <a:solidFill>
            <a:srgbClr val="4BB9B9"/>
          </a:solidFill>
          <a:ln>
            <a:noFill/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r>
              <a:rPr lang="en-US" sz="1200" b="1" dirty="0">
                <a:solidFill>
                  <a:srgbClr val="FFFFFF"/>
                </a:solidFill>
                <a:ea typeface="Arial Unicode MS" panose="020B0604020202020204" pitchFamily="34" charset="-128"/>
                <a:cs typeface="Arial" panose="020B0604020202020204" pitchFamily="34" charset="0"/>
              </a:rPr>
              <a:t>Edge Computing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BF62FCA4-19F7-44BE-830A-FD9981384347}"/>
              </a:ext>
            </a:extLst>
          </p:cNvPr>
          <p:cNvSpPr/>
          <p:nvPr/>
        </p:nvSpPr>
        <p:spPr bwMode="auto">
          <a:xfrm rot="20237656">
            <a:off x="793853" y="2183467"/>
            <a:ext cx="1799078" cy="310224"/>
          </a:xfrm>
          <a:prstGeom prst="roundRect">
            <a:avLst/>
          </a:prstGeom>
          <a:solidFill>
            <a:srgbClr val="4BB9B9"/>
          </a:solidFill>
          <a:ln>
            <a:noFill/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r>
              <a:rPr lang="en-US" sz="1200" b="1" dirty="0">
                <a:solidFill>
                  <a:srgbClr val="FFFFFF"/>
                </a:solidFill>
                <a:ea typeface="Arial Unicode MS" panose="020B0604020202020204" pitchFamily="34" charset="-128"/>
                <a:cs typeface="Arial" panose="020B0604020202020204" pitchFamily="34" charset="0"/>
              </a:rPr>
              <a:t>Data Integration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064D65B0-E718-4F30-BC68-0CD6287CAA6E}"/>
              </a:ext>
            </a:extLst>
          </p:cNvPr>
          <p:cNvSpPr/>
          <p:nvPr/>
        </p:nvSpPr>
        <p:spPr bwMode="auto">
          <a:xfrm rot="20237656">
            <a:off x="951779" y="2530607"/>
            <a:ext cx="1799078" cy="317682"/>
          </a:xfrm>
          <a:prstGeom prst="roundRect">
            <a:avLst/>
          </a:prstGeom>
          <a:solidFill>
            <a:srgbClr val="4BB9B9"/>
          </a:solidFill>
          <a:ln>
            <a:solidFill>
              <a:srgbClr val="0F8287"/>
            </a:solidFill>
          </a:ln>
          <a:effectLst>
            <a:outerShdw blurRad="50800" dist="38100" dir="5400000" algn="t" rotWithShape="0">
              <a:srgbClr val="4BB9B9">
                <a:alpha val="40000"/>
              </a:srgbClr>
            </a:outerShdw>
          </a:effectLst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en-US" altLang="zh-CN" sz="1200" b="1" dirty="0">
                <a:solidFill>
                  <a:srgbClr val="FFFFFF"/>
                </a:solidFill>
                <a:ea typeface="Arial Unicode MS" panose="020B0604020202020204" pitchFamily="34" charset="-128"/>
                <a:cs typeface="Arial" panose="020B0604020202020204" pitchFamily="34" charset="0"/>
              </a:rPr>
              <a:t>Service Model and Performance</a:t>
            </a:r>
            <a:endParaRPr lang="en-US" sz="1200" b="1" dirty="0">
              <a:solidFill>
                <a:srgbClr val="FFFFFF"/>
              </a:solidFill>
              <a:ea typeface="Arial Unicode MS" panose="020B060402020202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5636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2" name="Object 621" hidden="1">
            <a:extLst>
              <a:ext uri="{FF2B5EF4-FFF2-40B4-BE49-F238E27FC236}">
                <a16:creationId xmlns:a16="http://schemas.microsoft.com/office/drawing/2014/main" id="{B87B3CA8-15F3-4EB5-A9D1-D948709D5CD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48" name="think-cell Slide" r:id="rId9" imgW="400" imgH="393" progId="TCLayout.ActiveDocument.1">
                  <p:embed/>
                </p:oleObj>
              </mc:Choice>
              <mc:Fallback>
                <p:oleObj name="think-cell Slide" r:id="rId9" imgW="400" imgH="393" progId="TCLayout.ActiveDocument.1">
                  <p:embed/>
                  <p:pic>
                    <p:nvPicPr>
                      <p:cNvPr id="622" name="Object 621" hidden="1">
                        <a:extLst>
                          <a:ext uri="{FF2B5EF4-FFF2-40B4-BE49-F238E27FC236}">
                            <a16:creationId xmlns:a16="http://schemas.microsoft.com/office/drawing/2014/main" id="{B87B3CA8-15F3-4EB5-A9D1-D948709D5C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1" name="Rectangle 620" hidden="1">
            <a:extLst>
              <a:ext uri="{FF2B5EF4-FFF2-40B4-BE49-F238E27FC236}">
                <a16:creationId xmlns:a16="http://schemas.microsoft.com/office/drawing/2014/main" id="{053ED296-6FFE-4305-AE81-ABE4314C78EC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0" tIns="0" rIns="0" bIns="0" numCol="1" spcCol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sz="2200" b="1" dirty="0">
              <a:solidFill>
                <a:schemeClr val="tx1"/>
              </a:solidFill>
              <a:latin typeface="Siemens Sans" pitchFamily="2" charset="0"/>
              <a:ea typeface="Siemens Sans Global" pitchFamily="2" charset="-122"/>
              <a:cs typeface="Arial" panose="020B0604020202020204" pitchFamily="34" charset="0"/>
              <a:sym typeface="Siemens Sans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5FBC1E-0D5C-4273-B46C-134DA9146499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626400" tIns="432000" rIns="2124000" bIns="234000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 dirty="0">
                <a:latin typeface="Arial" pitchFamily="34" charset="0"/>
              </a:rPr>
              <a:t>Promotion between innovation and practical projects</a:t>
            </a:r>
            <a:br>
              <a:rPr lang="en-US" altLang="zh-CN" dirty="0">
                <a:latin typeface="Arial" pitchFamily="34" charset="0"/>
              </a:rPr>
            </a:br>
            <a:endParaRPr lang="en-US" dirty="0">
              <a:latin typeface="Arial" pitchFamily="34" charset="0"/>
            </a:endParaRPr>
          </a:p>
        </p:txBody>
      </p:sp>
      <p:sp>
        <p:nvSpPr>
          <p:cNvPr id="7" name="Ellipse 252">
            <a:extLst>
              <a:ext uri="{FF2B5EF4-FFF2-40B4-BE49-F238E27FC236}">
                <a16:creationId xmlns:a16="http://schemas.microsoft.com/office/drawing/2014/main" id="{4DAAE303-E1D4-4A9F-A0AB-BCC929D7858A}"/>
              </a:ext>
            </a:extLst>
          </p:cNvPr>
          <p:cNvSpPr>
            <a:spLocks/>
          </p:cNvSpPr>
          <p:nvPr/>
        </p:nvSpPr>
        <p:spPr bwMode="gray">
          <a:xfrm>
            <a:off x="1094393" y="3323110"/>
            <a:ext cx="2337022" cy="2337022"/>
          </a:xfrm>
          <a:prstGeom prst="ellipse">
            <a:avLst/>
          </a:prstGeom>
          <a:noFill/>
          <a:ln w="257175">
            <a:gradFill flip="none" rotWithShape="1">
              <a:gsLst>
                <a:gs pos="0">
                  <a:srgbClr val="FFFFFF"/>
                </a:gs>
                <a:gs pos="0">
                  <a:schemeClr val="accent1">
                    <a:lumMod val="45000"/>
                    <a:lumOff val="55000"/>
                  </a:schemeClr>
                </a:gs>
                <a:gs pos="19000">
                  <a:srgbClr val="4BB9B9"/>
                </a:gs>
              </a:gsLst>
              <a:lin ang="13200000" scaled="0"/>
              <a:tileRect/>
            </a:gra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dirty="0">
                <a:solidFill>
                  <a:srgbClr val="4BB9B9"/>
                </a:solidFill>
              </a:rPr>
              <a:t>Projects Practice</a:t>
            </a:r>
            <a:endParaRPr lang="en-US" dirty="0">
              <a:solidFill>
                <a:srgbClr val="4BB9B9"/>
              </a:solidFill>
            </a:endParaRPr>
          </a:p>
        </p:txBody>
      </p:sp>
      <p:sp>
        <p:nvSpPr>
          <p:cNvPr id="8" name="Pfeil: Fünfeck 4">
            <a:extLst>
              <a:ext uri="{FF2B5EF4-FFF2-40B4-BE49-F238E27FC236}">
                <a16:creationId xmlns:a16="http://schemas.microsoft.com/office/drawing/2014/main" id="{2505216D-BDE3-4F9D-8B21-7064D2D2CEE7}"/>
              </a:ext>
            </a:extLst>
          </p:cNvPr>
          <p:cNvSpPr/>
          <p:nvPr/>
        </p:nvSpPr>
        <p:spPr bwMode="auto">
          <a:xfrm>
            <a:off x="1686449" y="5548884"/>
            <a:ext cx="8301266" cy="277586"/>
          </a:xfrm>
          <a:prstGeom prst="homePlate">
            <a:avLst/>
          </a:prstGeom>
          <a:gradFill flip="none" rotWithShape="1">
            <a:gsLst>
              <a:gs pos="66000">
                <a:srgbClr val="0F8287"/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endParaRPr lang="en-US" sz="1600" dirty="0">
              <a:solidFill>
                <a:schemeClr val="bg1"/>
              </a:solidFill>
              <a:latin typeface="Arial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6" name="Pfeil: Fünfeck 4">
            <a:extLst>
              <a:ext uri="{FF2B5EF4-FFF2-40B4-BE49-F238E27FC236}">
                <a16:creationId xmlns:a16="http://schemas.microsoft.com/office/drawing/2014/main" id="{10BC452F-E29C-492D-AA9A-CD270746AED6}"/>
              </a:ext>
            </a:extLst>
          </p:cNvPr>
          <p:cNvSpPr/>
          <p:nvPr/>
        </p:nvSpPr>
        <p:spPr bwMode="auto">
          <a:xfrm>
            <a:off x="289724" y="5537021"/>
            <a:ext cx="2160300" cy="290164"/>
          </a:xfrm>
          <a:prstGeom prst="homePlate">
            <a:avLst/>
          </a:prstGeom>
          <a:gradFill flip="none" rotWithShape="1">
            <a:gsLst>
              <a:gs pos="56000">
                <a:srgbClr val="4BB9B9"/>
              </a:gs>
              <a:gs pos="93000">
                <a:schemeClr val="bg1"/>
              </a:gs>
            </a:gsLst>
            <a:lin ang="10800000" scaled="1"/>
            <a:tileRect/>
          </a:gradFill>
          <a:ln>
            <a:noFill/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en-US" sz="1600" dirty="0">
                <a:solidFill>
                  <a:schemeClr val="bg1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                                                                                                              </a:t>
            </a:r>
          </a:p>
        </p:txBody>
      </p:sp>
      <p:sp>
        <p:nvSpPr>
          <p:cNvPr id="9" name="Rechteck 2131">
            <a:extLst>
              <a:ext uri="{FF2B5EF4-FFF2-40B4-BE49-F238E27FC236}">
                <a16:creationId xmlns:a16="http://schemas.microsoft.com/office/drawing/2014/main" id="{58D5F334-A3DE-4F65-83D4-3F9BB6876CFC}"/>
              </a:ext>
            </a:extLst>
          </p:cNvPr>
          <p:cNvSpPr>
            <a:spLocks/>
          </p:cNvSpPr>
          <p:nvPr/>
        </p:nvSpPr>
        <p:spPr bwMode="gray">
          <a:xfrm>
            <a:off x="626414" y="5580248"/>
            <a:ext cx="1823609" cy="24622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 rtl="0">
              <a:buClr>
                <a:srgbClr val="879BAA"/>
              </a:buClr>
            </a:pPr>
            <a:r>
              <a:rPr lang="en-US" altLang="zh-CN" sz="1000" b="1" dirty="0">
                <a:solidFill>
                  <a:schemeClr val="bg1"/>
                </a:solidFill>
              </a:rPr>
              <a:t>Requirements</a:t>
            </a:r>
            <a:r>
              <a:rPr lang="en-US" sz="1000" b="1" dirty="0">
                <a:solidFill>
                  <a:schemeClr val="bg1"/>
                </a:solidFill>
              </a:rPr>
              <a:t> </a:t>
            </a:r>
            <a:r>
              <a:rPr lang="en-US" altLang="zh-CN" sz="1000" b="1" dirty="0">
                <a:solidFill>
                  <a:schemeClr val="bg1"/>
                </a:solidFill>
              </a:rPr>
              <a:t>Driven</a:t>
            </a:r>
            <a:endParaRPr lang="en-US" sz="1000" b="1" dirty="0">
              <a:solidFill>
                <a:schemeClr val="bg1"/>
              </a:solidFill>
            </a:endParaRPr>
          </a:p>
          <a:p>
            <a:pPr algn="ctr" rtl="0">
              <a:buClr>
                <a:srgbClr val="879BAA"/>
              </a:buClr>
            </a:pP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10" name="Rechteck 2131">
            <a:extLst>
              <a:ext uri="{FF2B5EF4-FFF2-40B4-BE49-F238E27FC236}">
                <a16:creationId xmlns:a16="http://schemas.microsoft.com/office/drawing/2014/main" id="{8FA6FAB8-B82A-404E-B515-01F747974E23}"/>
              </a:ext>
            </a:extLst>
          </p:cNvPr>
          <p:cNvSpPr>
            <a:spLocks/>
          </p:cNvSpPr>
          <p:nvPr/>
        </p:nvSpPr>
        <p:spPr bwMode="gray">
          <a:xfrm>
            <a:off x="4983019" y="5580963"/>
            <a:ext cx="2700376" cy="24622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 rtl="0">
              <a:buClr>
                <a:srgbClr val="879BAA"/>
              </a:buClr>
            </a:pPr>
            <a:r>
              <a:rPr lang="en-US" altLang="zh-CN" sz="1000" b="1" dirty="0">
                <a:solidFill>
                  <a:schemeClr val="bg1"/>
                </a:solidFill>
              </a:rPr>
              <a:t>Innovation Topics Development</a:t>
            </a:r>
            <a:endParaRPr lang="en-US" sz="1000" b="1" dirty="0">
              <a:solidFill>
                <a:schemeClr val="bg1"/>
              </a:solidFill>
            </a:endParaRPr>
          </a:p>
          <a:p>
            <a:pPr algn="ctr" rtl="0">
              <a:buClr>
                <a:srgbClr val="879BAA"/>
              </a:buClr>
            </a:pP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39EE090F-BE65-43A5-ABD7-0C822F042B0F}"/>
              </a:ext>
            </a:extLst>
          </p:cNvPr>
          <p:cNvSpPr/>
          <p:nvPr/>
        </p:nvSpPr>
        <p:spPr bwMode="auto">
          <a:xfrm rot="20426944">
            <a:off x="3103617" y="3931219"/>
            <a:ext cx="483413" cy="255783"/>
          </a:xfrm>
          <a:prstGeom prst="triangle">
            <a:avLst/>
          </a:prstGeom>
          <a:solidFill>
            <a:srgbClr val="51B6B6"/>
          </a:solidFill>
          <a:ln>
            <a:solidFill>
              <a:srgbClr val="4BB9B9"/>
            </a:solidFill>
          </a:ln>
          <a:effectLst>
            <a:outerShdw blurRad="50800" dist="38100" dir="2700000" algn="tl" rotWithShape="0">
              <a:prstClr val="black">
                <a:alpha val="0"/>
              </a:prstClr>
            </a:outerShdw>
          </a:effectLst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BDED4A8E-70B6-4483-8FCF-E2C3ADE81C2C}"/>
              </a:ext>
            </a:extLst>
          </p:cNvPr>
          <p:cNvSpPr/>
          <p:nvPr/>
        </p:nvSpPr>
        <p:spPr bwMode="auto">
          <a:xfrm rot="9263179">
            <a:off x="945990" y="4801035"/>
            <a:ext cx="483413" cy="255783"/>
          </a:xfrm>
          <a:prstGeom prst="triangle">
            <a:avLst/>
          </a:prstGeom>
          <a:solidFill>
            <a:srgbClr val="51B6B6"/>
          </a:solidFill>
          <a:ln>
            <a:solidFill>
              <a:srgbClr val="4BB9B9"/>
            </a:solidFill>
          </a:ln>
          <a:effectLst>
            <a:outerShdw blurRad="50800" dist="38100" dir="2700000" algn="tl" rotWithShape="0">
              <a:prstClr val="black">
                <a:alpha val="0"/>
              </a:prstClr>
            </a:outerShdw>
          </a:effectLst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endParaRPr lang="en-US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3" name="Rechteck 7">
            <a:extLst>
              <a:ext uri="{FF2B5EF4-FFF2-40B4-BE49-F238E27FC236}">
                <a16:creationId xmlns:a16="http://schemas.microsoft.com/office/drawing/2014/main" id="{A6A5EA22-919F-4B6F-A08D-076A65931AE9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gray">
          <a:xfrm>
            <a:off x="6053518" y="1188739"/>
            <a:ext cx="4502404" cy="12727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B780A"/>
                </a:solidFill>
              </a14:hiddenFill>
            </a:ext>
          </a:extLst>
        </p:spPr>
        <p:txBody>
          <a:bodyPr wrap="square" lIns="0" tIns="0" rIns="0" bIns="0" numCol="1" spcCol="72000" rtlCol="0" anchor="t">
            <a:noAutofit/>
          </a:bodyPr>
          <a:lstStyle>
            <a:lvl1pPr marL="179388" indent="-177800" algn="l" rtl="0" fontAlgn="base">
              <a:buClr>
                <a:schemeClr val="accent1"/>
              </a:buClr>
              <a:buChar char="•"/>
            </a:lvl1pPr>
            <a:lvl2pPr marL="179388" indent="-177800" algn="l" rtl="0" fontAlgn="base">
              <a:buClr>
                <a:schemeClr val="accent1"/>
              </a:buClr>
              <a:buChar char="•"/>
            </a:lvl2pPr>
            <a:lvl3pPr marL="358775" indent="-177800" algn="l" rtl="0" fontAlgn="base">
              <a:buClr>
                <a:schemeClr val="accent1"/>
              </a:buClr>
              <a:buChar char="•"/>
            </a:lvl3pPr>
            <a:lvl4pPr marL="538163" indent="-177800" algn="l" rtl="0" fontAlgn="base">
              <a:buClr>
                <a:schemeClr val="accent1"/>
              </a:buClr>
              <a:buChar char="•"/>
            </a:lvl4pPr>
            <a:lvl5pPr marL="717550" indent="-177800" algn="l" rtl="0" fontAlgn="base">
              <a:buClr>
                <a:schemeClr val="accent1"/>
              </a:buClr>
              <a:buChar char="•"/>
            </a:lvl5pPr>
            <a:lvl6pPr marL="1220788" indent="-188913" algn="l" rtl="0" eaLnBrk="1" fontAlgn="base" hangingPunct="1">
              <a:buClr>
                <a:schemeClr val="accent1"/>
              </a:buClr>
              <a:buFont typeface="Wingdings" charset="0"/>
              <a:buChar char="§"/>
            </a:lvl6pPr>
            <a:lvl7pPr marL="1677988" indent="-188913" algn="l" rtl="0" eaLnBrk="1" fontAlgn="base" hangingPunct="1">
              <a:buClr>
                <a:schemeClr val="accent1"/>
              </a:buClr>
              <a:buFont typeface="Wingdings" charset="0"/>
              <a:buChar char="§"/>
            </a:lvl7pPr>
            <a:lvl8pPr marL="2135188" indent="-188913" algn="l" rtl="0" eaLnBrk="1" fontAlgn="base" hangingPunct="1">
              <a:buClr>
                <a:schemeClr val="accent1"/>
              </a:buClr>
              <a:buFont typeface="Wingdings" charset="0"/>
              <a:buChar char="§"/>
            </a:lvl8pPr>
            <a:lvl9pPr marL="2592388" indent="-188913" algn="l" rtl="0" eaLnBrk="1" fontAlgn="base" hangingPunct="1">
              <a:buClr>
                <a:schemeClr val="accent1"/>
              </a:buClr>
              <a:buFont typeface="Wingdings" charset="0"/>
              <a:buChar char="§"/>
            </a:lvl9pPr>
          </a:lstStyle>
          <a:p>
            <a:pPr>
              <a:spcBef>
                <a:spcPct val="0"/>
              </a:spcBef>
              <a:spcAft>
                <a:spcPts val="300"/>
              </a:spcAft>
              <a:buFont typeface="Wingdings" charset="0"/>
              <a:buNone/>
            </a:pPr>
            <a:r>
              <a:rPr lang="en-US" sz="1600" b="1" dirty="0" err="1">
                <a:solidFill>
                  <a:srgbClr val="41AAAA"/>
                </a:solidFill>
                <a:latin typeface="Arial"/>
                <a:ea typeface="Arial Unicode MS" panose="020B0604020202020204" pitchFamily="34" charset="-128"/>
              </a:rPr>
              <a:t>MindSphere</a:t>
            </a:r>
            <a:r>
              <a:rPr lang="en-US" sz="1600" b="1" dirty="0">
                <a:solidFill>
                  <a:srgbClr val="41AAAA"/>
                </a:solidFill>
                <a:latin typeface="Arial"/>
                <a:ea typeface="Arial Unicode MS" panose="020B0604020202020204" pitchFamily="34" charset="-128"/>
              </a:rPr>
              <a:t> </a:t>
            </a:r>
            <a:r>
              <a:rPr lang="en-US" sz="1600" b="1" dirty="0" err="1">
                <a:solidFill>
                  <a:srgbClr val="41AAAA"/>
                </a:solidFill>
                <a:latin typeface="Arial"/>
                <a:ea typeface="Arial Unicode MS" panose="020B0604020202020204" pitchFamily="34" charset="-128"/>
              </a:rPr>
              <a:t>VSCode</a:t>
            </a:r>
            <a:r>
              <a:rPr lang="en-US" sz="1600" b="1" dirty="0">
                <a:solidFill>
                  <a:srgbClr val="41AAAA"/>
                </a:solidFill>
                <a:latin typeface="Arial"/>
                <a:ea typeface="Arial Unicode MS" panose="020B0604020202020204" pitchFamily="34" charset="-128"/>
              </a:rPr>
              <a:t> Plugin</a:t>
            </a:r>
          </a:p>
          <a:p>
            <a:pPr>
              <a:spcBef>
                <a:spcPct val="0"/>
              </a:spcBef>
              <a:spcAft>
                <a:spcPts val="300"/>
              </a:spcAft>
            </a:pPr>
            <a:r>
              <a:rPr lang="en-US" sz="14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</a:rPr>
              <a:t>Tool to make development and deployment of </a:t>
            </a:r>
            <a:r>
              <a:rPr lang="en-US" sz="1400" dirty="0" err="1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</a:rPr>
              <a:t>MindApp</a:t>
            </a:r>
            <a:r>
              <a:rPr lang="en-US" sz="14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</a:rPr>
              <a:t> more acceptable and productive.</a:t>
            </a:r>
          </a:p>
          <a:p>
            <a:pPr>
              <a:spcBef>
                <a:spcPct val="0"/>
              </a:spcBef>
              <a:spcAft>
                <a:spcPts val="300"/>
              </a:spcAft>
            </a:pPr>
            <a:r>
              <a:rPr lang="en-US" sz="14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</a:rPr>
              <a:t>Support </a:t>
            </a:r>
            <a:r>
              <a:rPr lang="en-US" sz="1400" dirty="0" err="1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</a:rPr>
              <a:t>MindSphere</a:t>
            </a:r>
            <a:r>
              <a:rPr lang="en-US" sz="14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</a:rPr>
              <a:t>consulting and training projects.</a:t>
            </a:r>
          </a:p>
          <a:p>
            <a:pPr>
              <a:spcBef>
                <a:spcPct val="0"/>
              </a:spcBef>
              <a:spcAft>
                <a:spcPts val="300"/>
              </a:spcAft>
            </a:pPr>
            <a:r>
              <a:rPr lang="en-US" altLang="zh-CN" sz="14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</a:rPr>
              <a:t>BU</a:t>
            </a:r>
            <a:r>
              <a:rPr lang="zh-CN" altLang="en-US" sz="14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</a:rPr>
              <a:t>：</a:t>
            </a:r>
            <a:r>
              <a:rPr lang="en-US" altLang="zh-CN" sz="1400" dirty="0" err="1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</a:rPr>
              <a:t>MindSphere</a:t>
            </a:r>
            <a:r>
              <a:rPr lang="en-US" altLang="zh-CN" sz="14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</a:rPr>
              <a:t> R&amp;D and Sales.</a:t>
            </a:r>
            <a:endParaRPr lang="en-US" sz="1400" dirty="0">
              <a:solidFill>
                <a:srgbClr val="000000"/>
              </a:solidFill>
              <a:latin typeface="Arial"/>
              <a:ea typeface="Arial Unicode MS" panose="020B0604020202020204" pitchFamily="34" charset="-128"/>
            </a:endParaRPr>
          </a:p>
        </p:txBody>
      </p:sp>
      <p:grpSp>
        <p:nvGrpSpPr>
          <p:cNvPr id="16" name="Gruppieren 8">
            <a:extLst>
              <a:ext uri="{FF2B5EF4-FFF2-40B4-BE49-F238E27FC236}">
                <a16:creationId xmlns:a16="http://schemas.microsoft.com/office/drawing/2014/main" id="{894FB800-6EFD-40AB-9CC6-BD93E39B4C87}"/>
              </a:ext>
            </a:extLst>
          </p:cNvPr>
          <p:cNvGrpSpPr/>
          <p:nvPr/>
        </p:nvGrpSpPr>
        <p:grpSpPr bwMode="gray">
          <a:xfrm>
            <a:off x="4236373" y="2510058"/>
            <a:ext cx="6048840" cy="1559081"/>
            <a:chOff x="627065" y="2986259"/>
            <a:chExt cx="11088685" cy="1559081"/>
          </a:xfrm>
        </p:grpSpPr>
        <p:cxnSp>
          <p:nvCxnSpPr>
            <p:cNvPr id="17" name="Gerader Verbinder 6">
              <a:extLst>
                <a:ext uri="{FF2B5EF4-FFF2-40B4-BE49-F238E27FC236}">
                  <a16:creationId xmlns:a16="http://schemas.microsoft.com/office/drawing/2014/main" id="{A993BAE3-60ED-464C-AEF7-43D5C92F36BC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627065" y="2986259"/>
              <a:ext cx="11088685" cy="0"/>
            </a:xfrm>
            <a:prstGeom prst="line">
              <a:avLst/>
            </a:prstGeom>
            <a:solidFill>
              <a:schemeClr val="tx2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" name="Gerader Verbinder 22">
              <a:extLst>
                <a:ext uri="{FF2B5EF4-FFF2-40B4-BE49-F238E27FC236}">
                  <a16:creationId xmlns:a16="http://schemas.microsoft.com/office/drawing/2014/main" id="{DFE27276-6C9F-4674-979E-352BAB70DB10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627065" y="4545340"/>
              <a:ext cx="11088685" cy="0"/>
            </a:xfrm>
            <a:prstGeom prst="line">
              <a:avLst/>
            </a:prstGeom>
            <a:solidFill>
              <a:schemeClr val="tx2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B06D35D3-B4EB-44DB-BD76-88C6B176844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10050" y="1334701"/>
            <a:ext cx="1745937" cy="983742"/>
          </a:xfrm>
          <a:prstGeom prst="rect">
            <a:avLst/>
          </a:prstGeom>
          <a:ln w="19050">
            <a:solidFill>
              <a:srgbClr val="0F8287"/>
            </a:solidFill>
          </a:ln>
        </p:spPr>
      </p:pic>
      <p:sp>
        <p:nvSpPr>
          <p:cNvPr id="20" name="Rechteck 7">
            <a:extLst>
              <a:ext uri="{FF2B5EF4-FFF2-40B4-BE49-F238E27FC236}">
                <a16:creationId xmlns:a16="http://schemas.microsoft.com/office/drawing/2014/main" id="{773EC933-C197-480F-BB51-3A7AD4CF383C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gray">
          <a:xfrm>
            <a:off x="6050999" y="2556929"/>
            <a:ext cx="4594263" cy="12727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B780A"/>
                </a:solidFill>
              </a14:hiddenFill>
            </a:ext>
          </a:extLst>
        </p:spPr>
        <p:txBody>
          <a:bodyPr wrap="square" lIns="0" tIns="0" rIns="0" bIns="0" numCol="1" spcCol="72000" rtlCol="0" anchor="t">
            <a:noAutofit/>
          </a:bodyPr>
          <a:lstStyle>
            <a:lvl1pPr marL="179388" indent="-177800" algn="l" rtl="0" fontAlgn="base">
              <a:buClr>
                <a:schemeClr val="accent1"/>
              </a:buClr>
              <a:buChar char="•"/>
            </a:lvl1pPr>
            <a:lvl2pPr marL="179388" indent="-177800" algn="l" rtl="0" fontAlgn="base">
              <a:buClr>
                <a:schemeClr val="accent1"/>
              </a:buClr>
              <a:buChar char="•"/>
            </a:lvl2pPr>
            <a:lvl3pPr marL="358775" indent="-177800" algn="l" rtl="0" fontAlgn="base">
              <a:buClr>
                <a:schemeClr val="accent1"/>
              </a:buClr>
              <a:buChar char="•"/>
            </a:lvl3pPr>
            <a:lvl4pPr marL="538163" indent="-177800" algn="l" rtl="0" fontAlgn="base">
              <a:buClr>
                <a:schemeClr val="accent1"/>
              </a:buClr>
              <a:buChar char="•"/>
            </a:lvl4pPr>
            <a:lvl5pPr marL="717550" indent="-177800" algn="l" rtl="0" fontAlgn="base">
              <a:buClr>
                <a:schemeClr val="accent1"/>
              </a:buClr>
              <a:buChar char="•"/>
            </a:lvl5pPr>
            <a:lvl6pPr marL="1220788" indent="-188913" algn="l" rtl="0" eaLnBrk="1" fontAlgn="base" hangingPunct="1">
              <a:buClr>
                <a:schemeClr val="accent1"/>
              </a:buClr>
              <a:buFont typeface="Wingdings" charset="0"/>
              <a:buChar char="§"/>
            </a:lvl6pPr>
            <a:lvl7pPr marL="1677988" indent="-188913" algn="l" rtl="0" eaLnBrk="1" fontAlgn="base" hangingPunct="1">
              <a:buClr>
                <a:schemeClr val="accent1"/>
              </a:buClr>
              <a:buFont typeface="Wingdings" charset="0"/>
              <a:buChar char="§"/>
            </a:lvl7pPr>
            <a:lvl8pPr marL="2135188" indent="-188913" algn="l" rtl="0" eaLnBrk="1" fontAlgn="base" hangingPunct="1">
              <a:buClr>
                <a:schemeClr val="accent1"/>
              </a:buClr>
              <a:buFont typeface="Wingdings" charset="0"/>
              <a:buChar char="§"/>
            </a:lvl8pPr>
            <a:lvl9pPr marL="2592388" indent="-188913" algn="l" rtl="0" eaLnBrk="1" fontAlgn="base" hangingPunct="1">
              <a:buClr>
                <a:schemeClr val="accent1"/>
              </a:buClr>
              <a:buFont typeface="Wingdings" charset="0"/>
              <a:buChar char="§"/>
            </a:lvl9pPr>
          </a:lstStyle>
          <a:p>
            <a:pPr>
              <a:spcBef>
                <a:spcPct val="0"/>
              </a:spcBef>
              <a:spcAft>
                <a:spcPts val="300"/>
              </a:spcAft>
              <a:buFont typeface="Wingdings" charset="0"/>
              <a:buNone/>
            </a:pPr>
            <a:r>
              <a:rPr lang="en-US" altLang="zh-CN" sz="1600" b="1" dirty="0" err="1">
                <a:solidFill>
                  <a:srgbClr val="41AAAA"/>
                </a:solidFill>
                <a:latin typeface="Arial"/>
                <a:ea typeface="Arial Unicode MS" panose="020B0604020202020204" pitchFamily="34" charset="-128"/>
              </a:rPr>
              <a:t>CloudSim</a:t>
            </a:r>
            <a:endParaRPr lang="en-US" altLang="zh-CN" sz="1600" b="1" dirty="0">
              <a:solidFill>
                <a:srgbClr val="41AAAA"/>
              </a:solidFill>
              <a:latin typeface="Arial"/>
              <a:ea typeface="Arial Unicode MS" panose="020B0604020202020204" pitchFamily="34" charset="-128"/>
            </a:endParaRPr>
          </a:p>
          <a:p>
            <a:pPr marL="91440" indent="-285750"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</a:rPr>
              <a:t>Provide a generalized,</a:t>
            </a:r>
            <a:r>
              <a:rPr lang="zh-CN" altLang="en-US" sz="14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</a:rPr>
              <a:t>extensible</a:t>
            </a:r>
            <a:r>
              <a:rPr lang="zh-CN" altLang="en-US" sz="14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</a:rPr>
              <a:t>simulation</a:t>
            </a:r>
            <a:r>
              <a:rPr lang="zh-CN" altLang="en-US" sz="14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</a:rPr>
              <a:t>framework, evaluation of resource allocation policy in virtual environment, find performance bottleneck.</a:t>
            </a:r>
          </a:p>
          <a:p>
            <a:pPr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</a:rPr>
              <a:t>Support “</a:t>
            </a:r>
            <a:r>
              <a:rPr lang="en-US" altLang="zh-CN" sz="14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</a:rPr>
              <a:t>Standard services model for one </a:t>
            </a:r>
            <a:r>
              <a:rPr lang="en-US" altLang="zh-CN" sz="1400" dirty="0" err="1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</a:rPr>
              <a:t>MindSphere</a:t>
            </a:r>
            <a:r>
              <a:rPr lang="en-US" altLang="zh-CN" sz="14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</a:rPr>
              <a:t>”.</a:t>
            </a:r>
          </a:p>
          <a:p>
            <a:pPr>
              <a:spcBef>
                <a:spcPct val="0"/>
              </a:spcBef>
              <a:spcAft>
                <a:spcPts val="300"/>
              </a:spcAft>
            </a:pPr>
            <a:r>
              <a:rPr lang="en-US" altLang="zh-CN" sz="14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</a:rPr>
              <a:t>BU</a:t>
            </a:r>
            <a:r>
              <a:rPr lang="zh-CN" altLang="en-US" sz="14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</a:rPr>
              <a:t>：</a:t>
            </a:r>
            <a:r>
              <a:rPr lang="en-US" altLang="zh-CN" sz="1400" dirty="0" err="1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</a:rPr>
              <a:t>MindSphere</a:t>
            </a:r>
            <a:r>
              <a:rPr lang="en-US" altLang="zh-CN" sz="14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</a:rPr>
              <a:t> R&amp;D CN.</a:t>
            </a:r>
          </a:p>
          <a:p>
            <a:pPr marL="1588" indent="0">
              <a:spcBef>
                <a:spcPct val="0"/>
              </a:spcBef>
              <a:spcAft>
                <a:spcPts val="300"/>
              </a:spcAft>
              <a:buNone/>
            </a:pPr>
            <a:endParaRPr lang="en-US" sz="1400" dirty="0">
              <a:solidFill>
                <a:srgbClr val="000000"/>
              </a:solidFill>
              <a:latin typeface="Arial"/>
              <a:ea typeface="Arial Unicode MS" panose="020B0604020202020204" pitchFamily="34" charset="-128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A837D61-447A-45CE-9D0D-FA992F64F45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10050" y="2692947"/>
            <a:ext cx="1745936" cy="1085735"/>
          </a:xfrm>
          <a:prstGeom prst="rect">
            <a:avLst/>
          </a:prstGeom>
          <a:ln w="19050">
            <a:solidFill>
              <a:srgbClr val="0F8287"/>
            </a:solidFill>
          </a:ln>
        </p:spPr>
      </p:pic>
      <p:sp>
        <p:nvSpPr>
          <p:cNvPr id="22" name="Rechteck 7">
            <a:extLst>
              <a:ext uri="{FF2B5EF4-FFF2-40B4-BE49-F238E27FC236}">
                <a16:creationId xmlns:a16="http://schemas.microsoft.com/office/drawing/2014/main" id="{E077DE1F-BF46-4C10-9D3E-0DE40EEFEBBE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gray">
          <a:xfrm>
            <a:off x="6050998" y="4116009"/>
            <a:ext cx="4882305" cy="12727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B780A"/>
                </a:solidFill>
              </a14:hiddenFill>
            </a:ext>
          </a:extLst>
        </p:spPr>
        <p:txBody>
          <a:bodyPr wrap="square" lIns="0" tIns="0" rIns="0" bIns="0" numCol="1" spcCol="72000" rtlCol="0" anchor="t">
            <a:noAutofit/>
          </a:bodyPr>
          <a:lstStyle>
            <a:lvl1pPr marL="179388" indent="-177800" algn="l" rtl="0" fontAlgn="base">
              <a:buClr>
                <a:schemeClr val="accent1"/>
              </a:buClr>
              <a:buChar char="•"/>
            </a:lvl1pPr>
            <a:lvl2pPr marL="179388" indent="-177800" algn="l" rtl="0" fontAlgn="base">
              <a:buClr>
                <a:schemeClr val="accent1"/>
              </a:buClr>
              <a:buChar char="•"/>
            </a:lvl2pPr>
            <a:lvl3pPr marL="358775" indent="-177800" algn="l" rtl="0" fontAlgn="base">
              <a:buClr>
                <a:schemeClr val="accent1"/>
              </a:buClr>
              <a:buChar char="•"/>
            </a:lvl3pPr>
            <a:lvl4pPr marL="538163" indent="-177800" algn="l" rtl="0" fontAlgn="base">
              <a:buClr>
                <a:schemeClr val="accent1"/>
              </a:buClr>
              <a:buChar char="•"/>
            </a:lvl4pPr>
            <a:lvl5pPr marL="717550" indent="-177800" algn="l" rtl="0" fontAlgn="base">
              <a:buClr>
                <a:schemeClr val="accent1"/>
              </a:buClr>
              <a:buChar char="•"/>
            </a:lvl5pPr>
            <a:lvl6pPr marL="1220788" indent="-188913" algn="l" rtl="0" eaLnBrk="1" fontAlgn="base" hangingPunct="1">
              <a:buClr>
                <a:schemeClr val="accent1"/>
              </a:buClr>
              <a:buFont typeface="Wingdings" charset="0"/>
              <a:buChar char="§"/>
            </a:lvl6pPr>
            <a:lvl7pPr marL="1677988" indent="-188913" algn="l" rtl="0" eaLnBrk="1" fontAlgn="base" hangingPunct="1">
              <a:buClr>
                <a:schemeClr val="accent1"/>
              </a:buClr>
              <a:buFont typeface="Wingdings" charset="0"/>
              <a:buChar char="§"/>
            </a:lvl7pPr>
            <a:lvl8pPr marL="2135188" indent="-188913" algn="l" rtl="0" eaLnBrk="1" fontAlgn="base" hangingPunct="1">
              <a:buClr>
                <a:schemeClr val="accent1"/>
              </a:buClr>
              <a:buFont typeface="Wingdings" charset="0"/>
              <a:buChar char="§"/>
            </a:lvl8pPr>
            <a:lvl9pPr marL="2592388" indent="-188913" algn="l" rtl="0" eaLnBrk="1" fontAlgn="base" hangingPunct="1">
              <a:buClr>
                <a:schemeClr val="accent1"/>
              </a:buClr>
              <a:buFont typeface="Wingdings" charset="0"/>
              <a:buChar char="§"/>
            </a:lvl9pPr>
          </a:lstStyle>
          <a:p>
            <a:pPr>
              <a:spcBef>
                <a:spcPct val="0"/>
              </a:spcBef>
              <a:spcAft>
                <a:spcPts val="300"/>
              </a:spcAft>
              <a:buFont typeface="Wingdings" charset="0"/>
              <a:buNone/>
            </a:pPr>
            <a:r>
              <a:rPr lang="en-US" altLang="zh-CN" sz="1600" b="1" dirty="0">
                <a:solidFill>
                  <a:srgbClr val="41AAAA"/>
                </a:solidFill>
                <a:latin typeface="Arial"/>
                <a:ea typeface="Arial Unicode MS" panose="020B0604020202020204" pitchFamily="34" charset="-128"/>
              </a:rPr>
              <a:t>Easy to Use Edge Computing Tool</a:t>
            </a:r>
          </a:p>
          <a:p>
            <a:pPr>
              <a:spcBef>
                <a:spcPct val="0"/>
              </a:spcBef>
              <a:spcAft>
                <a:spcPts val="300"/>
              </a:spcAft>
            </a:pPr>
            <a:r>
              <a:rPr lang="en-US" sz="14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</a:rPr>
              <a:t>Integrated domain knowhow for automotive edge computing, incl. device, DA model and processing module.</a:t>
            </a:r>
          </a:p>
          <a:p>
            <a:pPr>
              <a:spcBef>
                <a:spcPct val="0"/>
              </a:spcBef>
              <a:spcAft>
                <a:spcPts val="300"/>
              </a:spcAft>
            </a:pPr>
            <a:r>
              <a:rPr lang="en-US" sz="14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</a:rPr>
              <a:t>Support </a:t>
            </a:r>
            <a:r>
              <a:rPr lang="en-US" sz="1400" dirty="0" err="1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</a:rPr>
              <a:t>DaaS</a:t>
            </a:r>
            <a:r>
              <a:rPr lang="en-US" sz="14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</a:rPr>
              <a:t> solution promotion, save engineering effort</a:t>
            </a:r>
            <a:r>
              <a:rPr lang="en-US" altLang="zh-CN" sz="14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</a:rPr>
              <a:t>.</a:t>
            </a:r>
          </a:p>
          <a:p>
            <a:pPr>
              <a:spcBef>
                <a:spcPct val="0"/>
              </a:spcBef>
              <a:spcAft>
                <a:spcPts val="300"/>
              </a:spcAft>
            </a:pPr>
            <a:r>
              <a:rPr lang="en-US" altLang="zh-CN" sz="14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</a:rPr>
              <a:t>BU</a:t>
            </a:r>
            <a:r>
              <a:rPr lang="zh-CN" altLang="en-US" sz="14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</a:rPr>
              <a:t>：</a:t>
            </a:r>
            <a:r>
              <a:rPr lang="en-US" altLang="zh-CN" sz="14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</a:rPr>
              <a:t>DI CS SFAE FASO.</a:t>
            </a:r>
            <a:endParaRPr lang="en-US" sz="1400" dirty="0">
              <a:solidFill>
                <a:srgbClr val="000000"/>
              </a:solidFill>
              <a:latin typeface="Arial"/>
              <a:ea typeface="Arial Unicode MS" panose="020B0604020202020204" pitchFamily="34" charset="-128"/>
            </a:endParaRPr>
          </a:p>
          <a:p>
            <a:pPr marL="1588" indent="0">
              <a:spcBef>
                <a:spcPct val="0"/>
              </a:spcBef>
              <a:spcAft>
                <a:spcPts val="300"/>
              </a:spcAft>
              <a:buNone/>
            </a:pPr>
            <a:endParaRPr lang="en-US" sz="1400" dirty="0">
              <a:solidFill>
                <a:srgbClr val="000000"/>
              </a:solidFill>
              <a:latin typeface="Arial"/>
              <a:ea typeface="Arial Unicode MS" panose="020B0604020202020204" pitchFamily="34" charset="-12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DD93E8-FC0B-413E-86AF-C4AB5A13D8D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65112" y="4205081"/>
            <a:ext cx="1840323" cy="1132681"/>
          </a:xfrm>
          <a:prstGeom prst="rect">
            <a:avLst/>
          </a:prstGeom>
          <a:ln w="19050">
            <a:solidFill>
              <a:srgbClr val="0F8287"/>
            </a:solidFill>
          </a:ln>
        </p:spPr>
      </p:pic>
    </p:spTree>
    <p:extLst>
      <p:ext uri="{BB962C8B-B14F-4D97-AF65-F5344CB8AC3E}">
        <p14:creationId xmlns:p14="http://schemas.microsoft.com/office/powerpoint/2010/main" val="3082045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0" grpId="0"/>
      <p:bldP spid="2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2" name="Object 621" hidden="1">
            <a:extLst>
              <a:ext uri="{FF2B5EF4-FFF2-40B4-BE49-F238E27FC236}">
                <a16:creationId xmlns:a16="http://schemas.microsoft.com/office/drawing/2014/main" id="{B87B3CA8-15F3-4EB5-A9D1-D948709D5CD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200" name="think-cell Slide" r:id="rId6" imgW="400" imgH="393" progId="TCLayout.ActiveDocument.1">
                  <p:embed/>
                </p:oleObj>
              </mc:Choice>
              <mc:Fallback>
                <p:oleObj name="think-cell Slide" r:id="rId6" imgW="400" imgH="393" progId="TCLayout.ActiveDocument.1">
                  <p:embed/>
                  <p:pic>
                    <p:nvPicPr>
                      <p:cNvPr id="622" name="Object 621" hidden="1">
                        <a:extLst>
                          <a:ext uri="{FF2B5EF4-FFF2-40B4-BE49-F238E27FC236}">
                            <a16:creationId xmlns:a16="http://schemas.microsoft.com/office/drawing/2014/main" id="{B87B3CA8-15F3-4EB5-A9D1-D948709D5C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1" name="Rectangle 620" hidden="1">
            <a:extLst>
              <a:ext uri="{FF2B5EF4-FFF2-40B4-BE49-F238E27FC236}">
                <a16:creationId xmlns:a16="http://schemas.microsoft.com/office/drawing/2014/main" id="{053ED296-6FFE-4305-AE81-ABE4314C78EC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0" tIns="0" rIns="0" bIns="0" numCol="1" spcCol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sz="2200" b="1" dirty="0">
              <a:solidFill>
                <a:schemeClr val="tx1"/>
              </a:solidFill>
              <a:latin typeface="Siemens Sans" pitchFamily="2" charset="0"/>
              <a:ea typeface="Siemens Sans Global" pitchFamily="2" charset="-122"/>
              <a:cs typeface="Arial" panose="020B0604020202020204" pitchFamily="34" charset="0"/>
              <a:sym typeface="Siemens Sans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5FBC1E-0D5C-4273-B46C-134DA9146499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626400" tIns="432000" rIns="2124000" bIns="234000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 dirty="0">
                <a:latin typeface="Arial" pitchFamily="34" charset="0"/>
              </a:rPr>
              <a:t>Summary</a:t>
            </a:r>
            <a:endParaRPr lang="en-US" dirty="0">
              <a:latin typeface="Arial" pitchFamily="34" charset="0"/>
            </a:endParaRPr>
          </a:p>
        </p:txBody>
      </p:sp>
      <p:sp>
        <p:nvSpPr>
          <p:cNvPr id="30" name="Rechteck 27">
            <a:extLst>
              <a:ext uri="{FF2B5EF4-FFF2-40B4-BE49-F238E27FC236}">
                <a16:creationId xmlns:a16="http://schemas.microsoft.com/office/drawing/2014/main" id="{BF4924F7-A29E-43ED-8EFC-3FA971814E35}"/>
              </a:ext>
            </a:extLst>
          </p:cNvPr>
          <p:cNvSpPr>
            <a:spLocks/>
          </p:cNvSpPr>
          <p:nvPr/>
        </p:nvSpPr>
        <p:spPr bwMode="gray">
          <a:xfrm>
            <a:off x="554404" y="1067131"/>
            <a:ext cx="2101903" cy="246221"/>
          </a:xfrm>
          <a:prstGeom prst="rect">
            <a:avLst/>
          </a:prstGeom>
          <a:noFill/>
        </p:spPr>
        <p:txBody>
          <a:bodyPr wrap="square" lIns="72000" tIns="0" rIns="0" bIns="0" anchor="t" anchorCtr="0">
            <a:noAutofit/>
          </a:bodyPr>
          <a:lstStyle/>
          <a:p>
            <a:pPr rtl="0"/>
            <a:r>
              <a:rPr lang="en-US" altLang="zh-CN" sz="1600" b="1" i="0" u="none" baseline="0" dirty="0">
                <a:solidFill>
                  <a:srgbClr val="41AAAA"/>
                </a:solidFill>
                <a:cs typeface="Arial" charset="0"/>
                <a:sym typeface="Arial" charset="0"/>
              </a:rPr>
              <a:t>Growth Path</a:t>
            </a:r>
            <a:r>
              <a:rPr lang="zh-CN" altLang="en-US" sz="1600" b="1" i="0" u="none" baseline="0" dirty="0">
                <a:solidFill>
                  <a:srgbClr val="41AAAA"/>
                </a:solidFill>
                <a:cs typeface="Arial" charset="0"/>
                <a:sym typeface="Arial" charset="0"/>
              </a:rPr>
              <a:t>：</a:t>
            </a:r>
            <a:endParaRPr lang="en-US" sz="1600" b="1" i="0" u="none" baseline="0" dirty="0">
              <a:solidFill>
                <a:srgbClr val="41AAAA"/>
              </a:solidFill>
              <a:cs typeface="Arial" charset="0"/>
              <a:sym typeface="Arial" charset="0"/>
            </a:endParaRPr>
          </a:p>
        </p:txBody>
      </p:sp>
      <p:sp>
        <p:nvSpPr>
          <p:cNvPr id="297" name="Gleichschenkliges Dreieck 7">
            <a:extLst>
              <a:ext uri="{FF2B5EF4-FFF2-40B4-BE49-F238E27FC236}">
                <a16:creationId xmlns:a16="http://schemas.microsoft.com/office/drawing/2014/main" id="{ADFCE392-F237-40CF-B86C-494263B8EB82}"/>
              </a:ext>
            </a:extLst>
          </p:cNvPr>
          <p:cNvSpPr/>
          <p:nvPr/>
        </p:nvSpPr>
        <p:spPr>
          <a:xfrm rot="10800000" flipH="1">
            <a:off x="1290638" y="2538552"/>
            <a:ext cx="151240" cy="82990"/>
          </a:xfrm>
          <a:prstGeom prst="triangle">
            <a:avLst>
              <a:gd name="adj" fmla="val 40000"/>
            </a:avLst>
          </a:prstGeom>
          <a:solidFill>
            <a:srgbClr val="A5E1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6D2418F-F9CB-47FD-A6E8-AD0AF8341CE8}"/>
              </a:ext>
            </a:extLst>
          </p:cNvPr>
          <p:cNvGrpSpPr/>
          <p:nvPr/>
        </p:nvGrpSpPr>
        <p:grpSpPr>
          <a:xfrm>
            <a:off x="626415" y="5719035"/>
            <a:ext cx="4294552" cy="599152"/>
            <a:chOff x="626415" y="5719035"/>
            <a:chExt cx="4294552" cy="59915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F81739C-9522-4692-A736-47C5E9DB68AA}"/>
                </a:ext>
              </a:extLst>
            </p:cNvPr>
            <p:cNvSpPr/>
            <p:nvPr/>
          </p:nvSpPr>
          <p:spPr bwMode="auto">
            <a:xfrm>
              <a:off x="626415" y="5719035"/>
              <a:ext cx="567747" cy="599152"/>
            </a:xfrm>
            <a:prstGeom prst="rect">
              <a:avLst/>
            </a:prstGeom>
            <a:solidFill>
              <a:srgbClr val="AAB414"/>
            </a:solidFill>
            <a:ln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  <a:buFont typeface="Wingdings" charset="0"/>
                <a:buNone/>
              </a:pPr>
              <a:endParaRPr lang="en-US" sz="18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grpSp>
          <p:nvGrpSpPr>
            <p:cNvPr id="309" name="Gruppieren 48">
              <a:extLst>
                <a:ext uri="{FF2B5EF4-FFF2-40B4-BE49-F238E27FC236}">
                  <a16:creationId xmlns:a16="http://schemas.microsoft.com/office/drawing/2014/main" id="{DE5BA368-105D-46E1-85E3-2A0D0EDA00B0}"/>
                </a:ext>
              </a:extLst>
            </p:cNvPr>
            <p:cNvGrpSpPr>
              <a:grpSpLocks/>
            </p:cNvGrpSpPr>
            <p:nvPr/>
          </p:nvGrpSpPr>
          <p:grpSpPr>
            <a:xfrm>
              <a:off x="1302655" y="5887555"/>
              <a:ext cx="3618312" cy="361798"/>
              <a:chOff x="2924175" y="5932294"/>
              <a:chExt cx="1996791" cy="262130"/>
            </a:xfrm>
          </p:grpSpPr>
          <p:sp>
            <p:nvSpPr>
              <p:cNvPr id="310" name="Textfeld 22">
                <a:extLst>
                  <a:ext uri="{FF2B5EF4-FFF2-40B4-BE49-F238E27FC236}">
                    <a16:creationId xmlns:a16="http://schemas.microsoft.com/office/drawing/2014/main" id="{75EC00BB-F7C0-4B82-8D58-7775513A251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07337" y="5932294"/>
                <a:ext cx="1813629" cy="215435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>
                <a:noAutofit/>
              </a:bodyPr>
              <a:lstStyle/>
              <a:p>
                <a:pPr algn="r">
                  <a:spcBef>
                    <a:spcPts val="0"/>
                  </a:spcBef>
                </a:pPr>
                <a:r>
                  <a:rPr lang="en-US" sz="1400" b="1" dirty="0">
                    <a:solidFill>
                      <a:srgbClr val="0F8287"/>
                    </a:solidFill>
                  </a:rPr>
                  <a:t>Support from colleagues and families</a:t>
                </a:r>
              </a:p>
            </p:txBody>
          </p:sp>
          <p:cxnSp>
            <p:nvCxnSpPr>
              <p:cNvPr id="311" name="Gerader Verbinder 23">
                <a:extLst>
                  <a:ext uri="{FF2B5EF4-FFF2-40B4-BE49-F238E27FC236}">
                    <a16:creationId xmlns:a16="http://schemas.microsoft.com/office/drawing/2014/main" id="{2B0EE30D-A9FE-4B9B-9FC3-440295B432DD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924175" y="6194424"/>
                <a:ext cx="1996790" cy="0"/>
              </a:xfrm>
              <a:prstGeom prst="line">
                <a:avLst/>
              </a:prstGeom>
              <a:solidFill>
                <a:schemeClr val="tx2"/>
              </a:solidFill>
              <a:ln w="952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01C78BA-7E54-4F4B-A614-56BF7B28F91A}"/>
              </a:ext>
            </a:extLst>
          </p:cNvPr>
          <p:cNvGrpSpPr/>
          <p:nvPr/>
        </p:nvGrpSpPr>
        <p:grpSpPr>
          <a:xfrm>
            <a:off x="623480" y="2070697"/>
            <a:ext cx="10972335" cy="2806875"/>
            <a:chOff x="623480" y="2070697"/>
            <a:chExt cx="10972335" cy="2806875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F9E15D0-70CC-4B3A-875C-C21A37A4F7F3}"/>
                </a:ext>
              </a:extLst>
            </p:cNvPr>
            <p:cNvGrpSpPr/>
            <p:nvPr/>
          </p:nvGrpSpPr>
          <p:grpSpPr>
            <a:xfrm>
              <a:off x="623480" y="2432994"/>
              <a:ext cx="4297485" cy="2192543"/>
              <a:chOff x="623480" y="2432994"/>
              <a:chExt cx="4297485" cy="2192543"/>
            </a:xfrm>
          </p:grpSpPr>
          <p:grpSp>
            <p:nvGrpSpPr>
              <p:cNvPr id="287" name="Gruppieren 42">
                <a:extLst>
                  <a:ext uri="{FF2B5EF4-FFF2-40B4-BE49-F238E27FC236}">
                    <a16:creationId xmlns:a16="http://schemas.microsoft.com/office/drawing/2014/main" id="{4686A88A-B250-4CA9-BB3C-520C01EC0955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2057400" y="3329942"/>
                <a:ext cx="2863565" cy="262131"/>
                <a:chOff x="2057400" y="4733084"/>
                <a:chExt cx="2863565" cy="262131"/>
              </a:xfrm>
            </p:grpSpPr>
            <p:sp>
              <p:nvSpPr>
                <p:cNvPr id="288" name="Textfeld 40">
                  <a:extLst>
                    <a:ext uri="{FF2B5EF4-FFF2-40B4-BE49-F238E27FC236}">
                      <a16:creationId xmlns:a16="http://schemas.microsoft.com/office/drawing/2014/main" id="{C66A0DA6-7EE1-4B33-99F2-D0A12FA28B8C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356338" y="4733084"/>
                  <a:ext cx="2564627" cy="215433"/>
                </a:xfrm>
                <a:prstGeom prst="rect">
                  <a:avLst/>
                </a:prstGeom>
                <a:noFill/>
              </p:spPr>
              <p:txBody>
                <a:bodyPr vert="horz" wrap="square" lIns="0" tIns="0" rIns="0" bIns="0" rtlCol="0">
                  <a:noAutofit/>
                </a:bodyPr>
                <a:lstStyle/>
                <a:p>
                  <a:pPr algn="r">
                    <a:spcBef>
                      <a:spcPts val="0"/>
                    </a:spcBef>
                  </a:pPr>
                  <a:r>
                    <a:rPr lang="en-US" altLang="zh-CN" sz="1400" b="1" dirty="0">
                      <a:solidFill>
                        <a:srgbClr val="32A0A0"/>
                      </a:solidFill>
                    </a:rPr>
                    <a:t>Innovation      Projects</a:t>
                  </a:r>
                  <a:endParaRPr lang="en-US" sz="1400" b="1" dirty="0">
                    <a:solidFill>
                      <a:srgbClr val="32A0A0"/>
                    </a:solidFill>
                  </a:endParaRPr>
                </a:p>
              </p:txBody>
            </p:sp>
            <p:cxnSp>
              <p:nvCxnSpPr>
                <p:cNvPr id="289" name="Gerader Verbinder 41">
                  <a:extLst>
                    <a:ext uri="{FF2B5EF4-FFF2-40B4-BE49-F238E27FC236}">
                      <a16:creationId xmlns:a16="http://schemas.microsoft.com/office/drawing/2014/main" id="{45231B32-E64E-41BC-8130-8F455D24A872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2057400" y="4995215"/>
                  <a:ext cx="2863565" cy="0"/>
                </a:xfrm>
                <a:prstGeom prst="line">
                  <a:avLst/>
                </a:prstGeom>
                <a:solidFill>
                  <a:schemeClr val="tx2"/>
                </a:solidFill>
                <a:ln w="9525" cap="flat" cmpd="sng" algn="ctr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grpSp>
            <p:nvGrpSpPr>
              <p:cNvPr id="293" name="Gruppieren 53">
                <a:extLst>
                  <a:ext uri="{FF2B5EF4-FFF2-40B4-BE49-F238E27FC236}">
                    <a16:creationId xmlns:a16="http://schemas.microsoft.com/office/drawing/2014/main" id="{6DD98AA8-A0AE-4B61-BEC7-37688133D7EE}"/>
                  </a:ext>
                </a:extLst>
              </p:cNvPr>
              <p:cNvGrpSpPr/>
              <p:nvPr/>
            </p:nvGrpSpPr>
            <p:grpSpPr>
              <a:xfrm>
                <a:off x="623480" y="2432994"/>
                <a:ext cx="1966766" cy="2192543"/>
                <a:chOff x="623480" y="2908383"/>
                <a:chExt cx="1966766" cy="2192543"/>
              </a:xfrm>
            </p:grpSpPr>
            <p:sp>
              <p:nvSpPr>
                <p:cNvPr id="294" name="Gleichschenkliges Dreieck 9">
                  <a:extLst>
                    <a:ext uri="{FF2B5EF4-FFF2-40B4-BE49-F238E27FC236}">
                      <a16:creationId xmlns:a16="http://schemas.microsoft.com/office/drawing/2014/main" id="{2CF21D40-7F64-452C-BAD0-FCBD6C947E33}"/>
                    </a:ext>
                  </a:extLst>
                </p:cNvPr>
                <p:cNvSpPr/>
                <p:nvPr/>
              </p:nvSpPr>
              <p:spPr>
                <a:xfrm rot="10800000" flipH="1">
                  <a:off x="2356339" y="4964401"/>
                  <a:ext cx="231526" cy="136525"/>
                </a:xfrm>
                <a:prstGeom prst="triangle">
                  <a:avLst>
                    <a:gd name="adj" fmla="val 42962"/>
                  </a:avLst>
                </a:prstGeom>
                <a:solidFill>
                  <a:srgbClr val="4BB9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5" name="Freihandform: Form 14">
                  <a:extLst>
                    <a:ext uri="{FF2B5EF4-FFF2-40B4-BE49-F238E27FC236}">
                      <a16:creationId xmlns:a16="http://schemas.microsoft.com/office/drawing/2014/main" id="{31A29005-7BBD-4393-8676-CC7D7D970C6E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623480" y="2908383"/>
                  <a:ext cx="1966766" cy="2056027"/>
                </a:xfrm>
                <a:custGeom>
                  <a:avLst/>
                  <a:gdLst>
                    <a:gd name="connsiteX0" fmla="*/ 0 w 1902586"/>
                    <a:gd name="connsiteY0" fmla="*/ 0 h 1988934"/>
                    <a:gd name="connsiteX1" fmla="*/ 580780 w 1902586"/>
                    <a:gd name="connsiteY1" fmla="*/ 0 h 1988934"/>
                    <a:gd name="connsiteX2" fmla="*/ 1902586 w 1902586"/>
                    <a:gd name="connsiteY2" fmla="*/ 1988934 h 1988934"/>
                    <a:gd name="connsiteX3" fmla="*/ 0 w 1902586"/>
                    <a:gd name="connsiteY3" fmla="*/ 1988934 h 19889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02586" h="1988934">
                      <a:moveTo>
                        <a:pt x="0" y="0"/>
                      </a:moveTo>
                      <a:lnTo>
                        <a:pt x="580780" y="0"/>
                      </a:lnTo>
                      <a:lnTo>
                        <a:pt x="1902586" y="1988934"/>
                      </a:lnTo>
                      <a:lnTo>
                        <a:pt x="0" y="1988934"/>
                      </a:lnTo>
                      <a:close/>
                    </a:path>
                  </a:pathLst>
                </a:custGeom>
                <a:solidFill>
                  <a:srgbClr val="32A0A0"/>
                </a:solidFill>
                <a:ln w="19050">
                  <a:noFill/>
                  <a:round/>
                  <a:headEnd/>
                  <a:tailEnd/>
                </a:ln>
              </p:spPr>
              <p:txBody>
                <a:bodyPr wrap="square">
                  <a:noAutofit/>
                </a:bodyPr>
                <a:lstStyle/>
                <a:p>
                  <a:endParaRPr lang="en-US">
                    <a:solidFill>
                      <a:schemeClr val="bg2"/>
                    </a:solidFill>
                    <a:latin typeface="Arial" pitchFamily="34" charset="0"/>
                    <a:ea typeface="ＭＳ Ｐゴシック" charset="-128"/>
                  </a:endParaRPr>
                </a:p>
              </p:txBody>
            </p:sp>
          </p:grpSp>
          <p:grpSp>
            <p:nvGrpSpPr>
              <p:cNvPr id="315" name="Grafik 15">
                <a:extLst>
                  <a:ext uri="{FF2B5EF4-FFF2-40B4-BE49-F238E27FC236}">
                    <a16:creationId xmlns:a16="http://schemas.microsoft.com/office/drawing/2014/main" id="{C4E7874C-26AE-4A2D-A5B1-1DDDEAFE8F71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524557" y="3936670"/>
                <a:ext cx="459596" cy="439320"/>
                <a:chOff x="837997" y="3985366"/>
                <a:chExt cx="1108800" cy="1288111"/>
              </a:xfrm>
              <a:solidFill>
                <a:schemeClr val="bg1"/>
              </a:solidFill>
            </p:grpSpPr>
            <p:sp>
              <p:nvSpPr>
                <p:cNvPr id="316" name="Freihandform 29">
                  <a:extLst>
                    <a:ext uri="{FF2B5EF4-FFF2-40B4-BE49-F238E27FC236}">
                      <a16:creationId xmlns:a16="http://schemas.microsoft.com/office/drawing/2014/main" id="{9B978988-1ABF-4F06-9298-87D8A6E34015}"/>
                    </a:ext>
                  </a:extLst>
                </p:cNvPr>
                <p:cNvSpPr/>
                <p:nvPr/>
              </p:nvSpPr>
              <p:spPr>
                <a:xfrm>
                  <a:off x="1388692" y="4504201"/>
                  <a:ext cx="172907" cy="679684"/>
                </a:xfrm>
                <a:custGeom>
                  <a:avLst/>
                  <a:gdLst>
                    <a:gd name="connsiteX0" fmla="*/ 2058 w 172906"/>
                    <a:gd name="connsiteY0" fmla="*/ 2055 h 679684"/>
                    <a:gd name="connsiteX1" fmla="*/ 171590 w 172906"/>
                    <a:gd name="connsiteY1" fmla="*/ 2055 h 679684"/>
                    <a:gd name="connsiteX2" fmla="*/ 171590 w 172906"/>
                    <a:gd name="connsiteY2" fmla="*/ 680123 h 679684"/>
                    <a:gd name="connsiteX3" fmla="*/ 2058 w 172906"/>
                    <a:gd name="connsiteY3" fmla="*/ 680123 h 6796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72906" h="679684">
                      <a:moveTo>
                        <a:pt x="2058" y="2055"/>
                      </a:moveTo>
                      <a:lnTo>
                        <a:pt x="171590" y="2055"/>
                      </a:lnTo>
                      <a:lnTo>
                        <a:pt x="171590" y="680123"/>
                      </a:lnTo>
                      <a:lnTo>
                        <a:pt x="2058" y="680123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de-DE"/>
                </a:p>
              </p:txBody>
            </p:sp>
            <p:sp>
              <p:nvSpPr>
                <p:cNvPr id="317" name="Freihandform 31">
                  <a:extLst>
                    <a:ext uri="{FF2B5EF4-FFF2-40B4-BE49-F238E27FC236}">
                      <a16:creationId xmlns:a16="http://schemas.microsoft.com/office/drawing/2014/main" id="{0BA8B682-55A2-482D-8106-2F31D18C881A}"/>
                    </a:ext>
                  </a:extLst>
                </p:cNvPr>
                <p:cNvSpPr/>
                <p:nvPr/>
              </p:nvSpPr>
              <p:spPr>
                <a:xfrm>
                  <a:off x="1599391" y="4504201"/>
                  <a:ext cx="178396" cy="679684"/>
                </a:xfrm>
                <a:custGeom>
                  <a:avLst/>
                  <a:gdLst>
                    <a:gd name="connsiteX0" fmla="*/ 2058 w 178396"/>
                    <a:gd name="connsiteY0" fmla="*/ 2055 h 679684"/>
                    <a:gd name="connsiteX1" fmla="*/ 177518 w 178396"/>
                    <a:gd name="connsiteY1" fmla="*/ 2055 h 679684"/>
                    <a:gd name="connsiteX2" fmla="*/ 177518 w 178396"/>
                    <a:gd name="connsiteY2" fmla="*/ 680123 h 679684"/>
                    <a:gd name="connsiteX3" fmla="*/ 2058 w 178396"/>
                    <a:gd name="connsiteY3" fmla="*/ 680123 h 6796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78396" h="679684">
                      <a:moveTo>
                        <a:pt x="2058" y="2055"/>
                      </a:moveTo>
                      <a:lnTo>
                        <a:pt x="177518" y="2055"/>
                      </a:lnTo>
                      <a:lnTo>
                        <a:pt x="177518" y="680123"/>
                      </a:lnTo>
                      <a:lnTo>
                        <a:pt x="2058" y="680123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de-DE"/>
                </a:p>
              </p:txBody>
            </p:sp>
            <p:sp>
              <p:nvSpPr>
                <p:cNvPr id="318" name="Freihandform 32">
                  <a:extLst>
                    <a:ext uri="{FF2B5EF4-FFF2-40B4-BE49-F238E27FC236}">
                      <a16:creationId xmlns:a16="http://schemas.microsoft.com/office/drawing/2014/main" id="{36F11E1A-C2A5-4A4B-A35D-210DC948BA81}"/>
                    </a:ext>
                  </a:extLst>
                </p:cNvPr>
                <p:cNvSpPr/>
                <p:nvPr/>
              </p:nvSpPr>
              <p:spPr>
                <a:xfrm>
                  <a:off x="1166355" y="5222035"/>
                  <a:ext cx="612036" cy="52073"/>
                </a:xfrm>
                <a:custGeom>
                  <a:avLst/>
                  <a:gdLst>
                    <a:gd name="connsiteX0" fmla="*/ 2058 w 612035"/>
                    <a:gd name="connsiteY0" fmla="*/ 51442 h 52072"/>
                    <a:gd name="connsiteX1" fmla="*/ 67049 w 612035"/>
                    <a:gd name="connsiteY1" fmla="*/ 9620 h 52072"/>
                    <a:gd name="connsiteX2" fmla="*/ 80059 w 612035"/>
                    <a:gd name="connsiteY2" fmla="*/ 3618 h 52072"/>
                    <a:gd name="connsiteX3" fmla="*/ 92327 w 612035"/>
                    <a:gd name="connsiteY3" fmla="*/ 2056 h 52072"/>
                    <a:gd name="connsiteX4" fmla="*/ 610554 w 612035"/>
                    <a:gd name="connsiteY4" fmla="*/ 2056 h 52072"/>
                    <a:gd name="connsiteX5" fmla="*/ 610554 w 612035"/>
                    <a:gd name="connsiteY5" fmla="*/ 51388 h 520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612035" h="52072">
                      <a:moveTo>
                        <a:pt x="2058" y="51442"/>
                      </a:moveTo>
                      <a:lnTo>
                        <a:pt x="67049" y="9620"/>
                      </a:lnTo>
                      <a:cubicBezTo>
                        <a:pt x="71045" y="6952"/>
                        <a:pt x="75435" y="4927"/>
                        <a:pt x="80059" y="3618"/>
                      </a:cubicBezTo>
                      <a:cubicBezTo>
                        <a:pt x="84063" y="2570"/>
                        <a:pt x="88187" y="2045"/>
                        <a:pt x="92327" y="2056"/>
                      </a:cubicBezTo>
                      <a:lnTo>
                        <a:pt x="610554" y="2056"/>
                      </a:lnTo>
                      <a:lnTo>
                        <a:pt x="610554" y="51388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de-DE"/>
                </a:p>
              </p:txBody>
            </p:sp>
            <p:sp>
              <p:nvSpPr>
                <p:cNvPr id="319" name="Freihandform 35">
                  <a:extLst>
                    <a:ext uri="{FF2B5EF4-FFF2-40B4-BE49-F238E27FC236}">
                      <a16:creationId xmlns:a16="http://schemas.microsoft.com/office/drawing/2014/main" id="{C1BFAB45-4761-4B91-AA08-020A017DCD18}"/>
                    </a:ext>
                  </a:extLst>
                </p:cNvPr>
                <p:cNvSpPr/>
                <p:nvPr/>
              </p:nvSpPr>
              <p:spPr>
                <a:xfrm>
                  <a:off x="1006540" y="4504201"/>
                  <a:ext cx="343069" cy="770126"/>
                </a:xfrm>
                <a:custGeom>
                  <a:avLst/>
                  <a:gdLst>
                    <a:gd name="connsiteX0" fmla="*/ 253926 w 343069"/>
                    <a:gd name="connsiteY0" fmla="*/ 680123 h 770125"/>
                    <a:gd name="connsiteX1" fmla="*/ 343042 w 343069"/>
                    <a:gd name="connsiteY1" fmla="*/ 680123 h 770125"/>
                    <a:gd name="connsiteX2" fmla="*/ 343042 w 343069"/>
                    <a:gd name="connsiteY2" fmla="*/ 2055 h 770125"/>
                    <a:gd name="connsiteX3" fmla="*/ 2058 w 343069"/>
                    <a:gd name="connsiteY3" fmla="*/ 2055 h 770125"/>
                    <a:gd name="connsiteX4" fmla="*/ 2058 w 343069"/>
                    <a:gd name="connsiteY4" fmla="*/ 769276 h 770125"/>
                    <a:gd name="connsiteX5" fmla="*/ 93754 w 343069"/>
                    <a:gd name="connsiteY5" fmla="*/ 769276 h 770125"/>
                    <a:gd name="connsiteX6" fmla="*/ 152570 w 343069"/>
                    <a:gd name="connsiteY6" fmla="*/ 730058 h 770125"/>
                    <a:gd name="connsiteX7" fmla="*/ 211331 w 343069"/>
                    <a:gd name="connsiteY7" fmla="*/ 690811 h 770125"/>
                    <a:gd name="connsiteX8" fmla="*/ 253926 w 343069"/>
                    <a:gd name="connsiteY8" fmla="*/ 680123 h 770125"/>
                    <a:gd name="connsiteX9" fmla="*/ 218439 w 343069"/>
                    <a:gd name="connsiteY9" fmla="*/ 571373 h 770125"/>
                    <a:gd name="connsiteX10" fmla="*/ 218439 w 343069"/>
                    <a:gd name="connsiteY10" fmla="*/ 500116 h 770125"/>
                    <a:gd name="connsiteX11" fmla="*/ 289660 w 343069"/>
                    <a:gd name="connsiteY11" fmla="*/ 500116 h 770125"/>
                    <a:gd name="connsiteX12" fmla="*/ 147218 w 343069"/>
                    <a:gd name="connsiteY12" fmla="*/ 500116 h 770125"/>
                    <a:gd name="connsiteX13" fmla="*/ 147218 w 343069"/>
                    <a:gd name="connsiteY13" fmla="*/ 428859 h 770125"/>
                    <a:gd name="connsiteX14" fmla="*/ 218576 w 343069"/>
                    <a:gd name="connsiteY14" fmla="*/ 428859 h 770125"/>
                    <a:gd name="connsiteX15" fmla="*/ 74185 w 343069"/>
                    <a:gd name="connsiteY15" fmla="*/ 90195 h 770125"/>
                    <a:gd name="connsiteX16" fmla="*/ 271793 w 343069"/>
                    <a:gd name="connsiteY16" fmla="*/ 90195 h 770125"/>
                    <a:gd name="connsiteX17" fmla="*/ 271793 w 343069"/>
                    <a:gd name="connsiteY17" fmla="*/ 358780 h 770125"/>
                    <a:gd name="connsiteX18" fmla="*/ 74185 w 343069"/>
                    <a:gd name="connsiteY18" fmla="*/ 358780 h 770125"/>
                    <a:gd name="connsiteX19" fmla="*/ 75969 w 343069"/>
                    <a:gd name="connsiteY19" fmla="*/ 589188 h 770125"/>
                    <a:gd name="connsiteX20" fmla="*/ 75969 w 343069"/>
                    <a:gd name="connsiteY20" fmla="*/ 517930 h 770125"/>
                    <a:gd name="connsiteX21" fmla="*/ 147328 w 343069"/>
                    <a:gd name="connsiteY21" fmla="*/ 517930 h 770125"/>
                    <a:gd name="connsiteX22" fmla="*/ 147328 w 343069"/>
                    <a:gd name="connsiteY22" fmla="*/ 660445 h 770125"/>
                    <a:gd name="connsiteX23" fmla="*/ 147328 w 343069"/>
                    <a:gd name="connsiteY23" fmla="*/ 589188 h 770125"/>
                    <a:gd name="connsiteX24" fmla="*/ 218686 w 343069"/>
                    <a:gd name="connsiteY24" fmla="*/ 589188 h 7701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343069" h="770125">
                      <a:moveTo>
                        <a:pt x="253926" y="680123"/>
                      </a:moveTo>
                      <a:lnTo>
                        <a:pt x="343042" y="680123"/>
                      </a:lnTo>
                      <a:lnTo>
                        <a:pt x="343042" y="2055"/>
                      </a:lnTo>
                      <a:lnTo>
                        <a:pt x="2058" y="2055"/>
                      </a:lnTo>
                      <a:lnTo>
                        <a:pt x="2058" y="769276"/>
                      </a:lnTo>
                      <a:lnTo>
                        <a:pt x="93754" y="769276"/>
                      </a:lnTo>
                      <a:lnTo>
                        <a:pt x="152570" y="730058"/>
                      </a:lnTo>
                      <a:lnTo>
                        <a:pt x="211331" y="690811"/>
                      </a:lnTo>
                      <a:cubicBezTo>
                        <a:pt x="224278" y="683413"/>
                        <a:pt x="239015" y="679715"/>
                        <a:pt x="253926" y="680123"/>
                      </a:cubicBezTo>
                      <a:close/>
                      <a:moveTo>
                        <a:pt x="218439" y="571373"/>
                      </a:moveTo>
                      <a:lnTo>
                        <a:pt x="218439" y="500116"/>
                      </a:lnTo>
                      <a:lnTo>
                        <a:pt x="289660" y="500116"/>
                      </a:lnTo>
                      <a:close/>
                      <a:moveTo>
                        <a:pt x="147218" y="500116"/>
                      </a:moveTo>
                      <a:lnTo>
                        <a:pt x="147218" y="428859"/>
                      </a:lnTo>
                      <a:lnTo>
                        <a:pt x="218576" y="428859"/>
                      </a:lnTo>
                      <a:close/>
                      <a:moveTo>
                        <a:pt x="74185" y="90195"/>
                      </a:moveTo>
                      <a:lnTo>
                        <a:pt x="271793" y="90195"/>
                      </a:lnTo>
                      <a:lnTo>
                        <a:pt x="271793" y="358780"/>
                      </a:lnTo>
                      <a:lnTo>
                        <a:pt x="74185" y="358780"/>
                      </a:lnTo>
                      <a:close/>
                      <a:moveTo>
                        <a:pt x="75969" y="589188"/>
                      </a:moveTo>
                      <a:lnTo>
                        <a:pt x="75969" y="517930"/>
                      </a:lnTo>
                      <a:lnTo>
                        <a:pt x="147328" y="517930"/>
                      </a:lnTo>
                      <a:close/>
                      <a:moveTo>
                        <a:pt x="147328" y="660445"/>
                      </a:moveTo>
                      <a:lnTo>
                        <a:pt x="147328" y="589188"/>
                      </a:lnTo>
                      <a:lnTo>
                        <a:pt x="218686" y="589188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de-DE"/>
                </a:p>
              </p:txBody>
            </p:sp>
            <p:sp>
              <p:nvSpPr>
                <p:cNvPr id="320" name="Freihandform 38">
                  <a:extLst>
                    <a:ext uri="{FF2B5EF4-FFF2-40B4-BE49-F238E27FC236}">
                      <a16:creationId xmlns:a16="http://schemas.microsoft.com/office/drawing/2014/main" id="{4F0705F7-FA14-45AC-9C27-65BA6BA820DE}"/>
                    </a:ext>
                  </a:extLst>
                </p:cNvPr>
                <p:cNvSpPr/>
                <p:nvPr/>
              </p:nvSpPr>
              <p:spPr>
                <a:xfrm>
                  <a:off x="835939" y="3983283"/>
                  <a:ext cx="1111545" cy="482356"/>
                </a:xfrm>
                <a:custGeom>
                  <a:avLst/>
                  <a:gdLst>
                    <a:gd name="connsiteX0" fmla="*/ 513561 w 1111544"/>
                    <a:gd name="connsiteY0" fmla="*/ 481699 h 482356"/>
                    <a:gd name="connsiteX1" fmla="*/ 513561 w 1111544"/>
                    <a:gd name="connsiteY1" fmla="*/ 333703 h 482356"/>
                    <a:gd name="connsiteX2" fmla="*/ 391785 w 1111544"/>
                    <a:gd name="connsiteY2" fmla="*/ 212867 h 482356"/>
                    <a:gd name="connsiteX3" fmla="*/ 2058 w 1111544"/>
                    <a:gd name="connsiteY3" fmla="*/ 212867 h 482356"/>
                    <a:gd name="connsiteX4" fmla="*/ 2058 w 1111544"/>
                    <a:gd name="connsiteY4" fmla="*/ 127742 h 482356"/>
                    <a:gd name="connsiteX5" fmla="*/ 391785 w 1111544"/>
                    <a:gd name="connsiteY5" fmla="*/ 127742 h 482356"/>
                    <a:gd name="connsiteX6" fmla="*/ 600990 w 1111544"/>
                    <a:gd name="connsiteY6" fmla="*/ 8045 h 482356"/>
                    <a:gd name="connsiteX7" fmla="*/ 720857 w 1111544"/>
                    <a:gd name="connsiteY7" fmla="*/ 127742 h 482356"/>
                    <a:gd name="connsiteX8" fmla="*/ 1110584 w 1111544"/>
                    <a:gd name="connsiteY8" fmla="*/ 127742 h 482356"/>
                    <a:gd name="connsiteX9" fmla="*/ 1110584 w 1111544"/>
                    <a:gd name="connsiteY9" fmla="*/ 212867 h 482356"/>
                    <a:gd name="connsiteX10" fmla="*/ 720720 w 1111544"/>
                    <a:gd name="connsiteY10" fmla="*/ 212867 h 482356"/>
                    <a:gd name="connsiteX11" fmla="*/ 598807 w 1111544"/>
                    <a:gd name="connsiteY11" fmla="*/ 334608 h 482356"/>
                    <a:gd name="connsiteX12" fmla="*/ 598807 w 1111544"/>
                    <a:gd name="connsiteY12" fmla="*/ 482083 h 482356"/>
                    <a:gd name="connsiteX13" fmla="*/ 641540 w 1111544"/>
                    <a:gd name="connsiteY13" fmla="*/ 170305 h 482356"/>
                    <a:gd name="connsiteX14" fmla="*/ 556294 w 1111544"/>
                    <a:gd name="connsiteY14" fmla="*/ 85180 h 482356"/>
                    <a:gd name="connsiteX15" fmla="*/ 471048 w 1111544"/>
                    <a:gd name="connsiteY15" fmla="*/ 170305 h 482356"/>
                    <a:gd name="connsiteX16" fmla="*/ 556184 w 1111544"/>
                    <a:gd name="connsiteY16" fmla="*/ 255430 h 482356"/>
                    <a:gd name="connsiteX17" fmla="*/ 641540 w 1111544"/>
                    <a:gd name="connsiteY17" fmla="*/ 170469 h 482356"/>
                    <a:gd name="connsiteX18" fmla="*/ 641540 w 1111544"/>
                    <a:gd name="connsiteY18" fmla="*/ 170305 h 482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1111544" h="482356">
                      <a:moveTo>
                        <a:pt x="513561" y="481699"/>
                      </a:moveTo>
                      <a:lnTo>
                        <a:pt x="513561" y="333703"/>
                      </a:lnTo>
                      <a:cubicBezTo>
                        <a:pt x="454153" y="318239"/>
                        <a:pt x="407647" y="272092"/>
                        <a:pt x="391785" y="212867"/>
                      </a:cubicBezTo>
                      <a:lnTo>
                        <a:pt x="2058" y="212867"/>
                      </a:lnTo>
                      <a:lnTo>
                        <a:pt x="2058" y="127742"/>
                      </a:lnTo>
                      <a:lnTo>
                        <a:pt x="391785" y="127742"/>
                      </a:lnTo>
                      <a:cubicBezTo>
                        <a:pt x="416455" y="37001"/>
                        <a:pt x="510119" y="-16590"/>
                        <a:pt x="600990" y="8045"/>
                      </a:cubicBezTo>
                      <a:cubicBezTo>
                        <a:pt x="659386" y="23876"/>
                        <a:pt x="705004" y="69429"/>
                        <a:pt x="720857" y="127742"/>
                      </a:cubicBezTo>
                      <a:lnTo>
                        <a:pt x="1110584" y="127742"/>
                      </a:lnTo>
                      <a:lnTo>
                        <a:pt x="1110584" y="212867"/>
                      </a:lnTo>
                      <a:lnTo>
                        <a:pt x="720720" y="212867"/>
                      </a:lnTo>
                      <a:cubicBezTo>
                        <a:pt x="705133" y="272485"/>
                        <a:pt x="658509" y="319042"/>
                        <a:pt x="598807" y="334608"/>
                      </a:cubicBezTo>
                      <a:lnTo>
                        <a:pt x="598807" y="482083"/>
                      </a:lnTo>
                      <a:close/>
                      <a:moveTo>
                        <a:pt x="641540" y="170305"/>
                      </a:moveTo>
                      <a:cubicBezTo>
                        <a:pt x="641540" y="123292"/>
                        <a:pt x="603374" y="85180"/>
                        <a:pt x="556294" y="85180"/>
                      </a:cubicBezTo>
                      <a:cubicBezTo>
                        <a:pt x="509214" y="85180"/>
                        <a:pt x="471048" y="123292"/>
                        <a:pt x="471048" y="170305"/>
                      </a:cubicBezTo>
                      <a:cubicBezTo>
                        <a:pt x="471048" y="217275"/>
                        <a:pt x="509147" y="255369"/>
                        <a:pt x="556184" y="255430"/>
                      </a:cubicBezTo>
                      <a:cubicBezTo>
                        <a:pt x="603249" y="255506"/>
                        <a:pt x="641464" y="217467"/>
                        <a:pt x="641540" y="170469"/>
                      </a:cubicBezTo>
                      <a:cubicBezTo>
                        <a:pt x="641540" y="170415"/>
                        <a:pt x="641540" y="170360"/>
                        <a:pt x="641540" y="170305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de-DE"/>
                </a:p>
              </p:txBody>
            </p:sp>
          </p:grpSp>
          <p:pic>
            <p:nvPicPr>
              <p:cNvPr id="321" name="Grafik 70">
                <a:extLst>
                  <a:ext uri="{FF2B5EF4-FFF2-40B4-BE49-F238E27FC236}">
                    <a16:creationId xmlns:a16="http://schemas.microsoft.com/office/drawing/2014/main" id="{3271E291-740F-4906-B2A8-42C7BF2763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 bwMode="gray">
              <a:xfrm>
                <a:off x="721221" y="4028127"/>
                <a:ext cx="457778" cy="374063"/>
              </a:xfrm>
              <a:prstGeom prst="rect">
                <a:avLst/>
              </a:prstGeom>
            </p:spPr>
          </p:pic>
          <p:sp>
            <p:nvSpPr>
              <p:cNvPr id="322" name="Freeform 37">
                <a:extLst>
                  <a:ext uri="{FF2B5EF4-FFF2-40B4-BE49-F238E27FC236}">
                    <a16:creationId xmlns:a16="http://schemas.microsoft.com/office/drawing/2014/main" id="{60C06FCC-B4CF-437B-B0F2-4593E40CC616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040069" y="3117514"/>
                <a:ext cx="461794" cy="524711"/>
              </a:xfrm>
              <a:custGeom>
                <a:avLst/>
                <a:gdLst>
                  <a:gd name="T0" fmla="*/ 170 w 587"/>
                  <a:gd name="T1" fmla="*/ 385 h 667"/>
                  <a:gd name="T2" fmla="*/ 207 w 587"/>
                  <a:gd name="T3" fmla="*/ 349 h 667"/>
                  <a:gd name="T4" fmla="*/ 244 w 587"/>
                  <a:gd name="T5" fmla="*/ 385 h 667"/>
                  <a:gd name="T6" fmla="*/ 207 w 587"/>
                  <a:gd name="T7" fmla="*/ 422 h 667"/>
                  <a:gd name="T8" fmla="*/ 170 w 587"/>
                  <a:gd name="T9" fmla="*/ 385 h 667"/>
                  <a:gd name="T10" fmla="*/ 357 w 587"/>
                  <a:gd name="T11" fmla="*/ 385 h 667"/>
                  <a:gd name="T12" fmla="*/ 394 w 587"/>
                  <a:gd name="T13" fmla="*/ 349 h 667"/>
                  <a:gd name="T14" fmla="*/ 431 w 587"/>
                  <a:gd name="T15" fmla="*/ 385 h 667"/>
                  <a:gd name="T16" fmla="*/ 394 w 587"/>
                  <a:gd name="T17" fmla="*/ 422 h 667"/>
                  <a:gd name="T18" fmla="*/ 357 w 587"/>
                  <a:gd name="T19" fmla="*/ 385 h 667"/>
                  <a:gd name="T20" fmla="*/ 194 w 587"/>
                  <a:gd name="T21" fmla="*/ 439 h 667"/>
                  <a:gd name="T22" fmla="*/ 194 w 587"/>
                  <a:gd name="T23" fmla="*/ 496 h 667"/>
                  <a:gd name="T24" fmla="*/ 90 w 587"/>
                  <a:gd name="T25" fmla="*/ 496 h 667"/>
                  <a:gd name="T26" fmla="*/ 90 w 587"/>
                  <a:gd name="T27" fmla="*/ 392 h 667"/>
                  <a:gd name="T28" fmla="*/ 147 w 587"/>
                  <a:gd name="T29" fmla="*/ 392 h 667"/>
                  <a:gd name="T30" fmla="*/ 194 w 587"/>
                  <a:gd name="T31" fmla="*/ 439 h 667"/>
                  <a:gd name="T32" fmla="*/ 381 w 587"/>
                  <a:gd name="T33" fmla="*/ 439 h 667"/>
                  <a:gd name="T34" fmla="*/ 381 w 587"/>
                  <a:gd name="T35" fmla="*/ 496 h 667"/>
                  <a:gd name="T36" fmla="*/ 277 w 587"/>
                  <a:gd name="T37" fmla="*/ 496 h 667"/>
                  <a:gd name="T38" fmla="*/ 277 w 587"/>
                  <a:gd name="T39" fmla="*/ 392 h 667"/>
                  <a:gd name="T40" fmla="*/ 334 w 587"/>
                  <a:gd name="T41" fmla="*/ 392 h 667"/>
                  <a:gd name="T42" fmla="*/ 381 w 587"/>
                  <a:gd name="T43" fmla="*/ 439 h 667"/>
                  <a:gd name="T44" fmla="*/ 497 w 587"/>
                  <a:gd name="T45" fmla="*/ 570 h 667"/>
                  <a:gd name="T46" fmla="*/ 497 w 587"/>
                  <a:gd name="T47" fmla="*/ 291 h 667"/>
                  <a:gd name="T48" fmla="*/ 472 w 587"/>
                  <a:gd name="T49" fmla="*/ 267 h 667"/>
                  <a:gd name="T50" fmla="*/ 25 w 587"/>
                  <a:gd name="T51" fmla="*/ 267 h 667"/>
                  <a:gd name="T52" fmla="*/ 0 w 587"/>
                  <a:gd name="T53" fmla="*/ 291 h 667"/>
                  <a:gd name="T54" fmla="*/ 0 w 587"/>
                  <a:gd name="T55" fmla="*/ 570 h 667"/>
                  <a:gd name="T56" fmla="*/ 25 w 587"/>
                  <a:gd name="T57" fmla="*/ 594 h 667"/>
                  <a:gd name="T58" fmla="*/ 206 w 587"/>
                  <a:gd name="T59" fmla="*/ 594 h 667"/>
                  <a:gd name="T60" fmla="*/ 206 w 587"/>
                  <a:gd name="T61" fmla="*/ 642 h 667"/>
                  <a:gd name="T62" fmla="*/ 146 w 587"/>
                  <a:gd name="T63" fmla="*/ 642 h 667"/>
                  <a:gd name="T64" fmla="*/ 146 w 587"/>
                  <a:gd name="T65" fmla="*/ 667 h 667"/>
                  <a:gd name="T66" fmla="*/ 351 w 587"/>
                  <a:gd name="T67" fmla="*/ 667 h 667"/>
                  <a:gd name="T68" fmla="*/ 351 w 587"/>
                  <a:gd name="T69" fmla="*/ 642 h 667"/>
                  <a:gd name="T70" fmla="*/ 291 w 587"/>
                  <a:gd name="T71" fmla="*/ 642 h 667"/>
                  <a:gd name="T72" fmla="*/ 291 w 587"/>
                  <a:gd name="T73" fmla="*/ 594 h 667"/>
                  <a:gd name="T74" fmla="*/ 472 w 587"/>
                  <a:gd name="T75" fmla="*/ 594 h 667"/>
                  <a:gd name="T76" fmla="*/ 497 w 587"/>
                  <a:gd name="T77" fmla="*/ 570 h 667"/>
                  <a:gd name="T78" fmla="*/ 25 w 587"/>
                  <a:gd name="T79" fmla="*/ 570 h 667"/>
                  <a:gd name="T80" fmla="*/ 25 w 587"/>
                  <a:gd name="T81" fmla="*/ 291 h 667"/>
                  <a:gd name="T82" fmla="*/ 472 w 587"/>
                  <a:gd name="T83" fmla="*/ 291 h 667"/>
                  <a:gd name="T84" fmla="*/ 472 w 587"/>
                  <a:gd name="T85" fmla="*/ 570 h 667"/>
                  <a:gd name="T86" fmla="*/ 25 w 587"/>
                  <a:gd name="T87" fmla="*/ 570 h 667"/>
                  <a:gd name="T88" fmla="*/ 587 w 587"/>
                  <a:gd name="T89" fmla="*/ 0 h 667"/>
                  <a:gd name="T90" fmla="*/ 587 w 587"/>
                  <a:gd name="T91" fmla="*/ 434 h 667"/>
                  <a:gd name="T92" fmla="*/ 517 w 587"/>
                  <a:gd name="T93" fmla="*/ 434 h 667"/>
                  <a:gd name="T94" fmla="*/ 517 w 587"/>
                  <a:gd name="T95" fmla="*/ 291 h 667"/>
                  <a:gd name="T96" fmla="*/ 472 w 587"/>
                  <a:gd name="T97" fmla="*/ 247 h 667"/>
                  <a:gd name="T98" fmla="*/ 153 w 587"/>
                  <a:gd name="T99" fmla="*/ 247 h 667"/>
                  <a:gd name="T100" fmla="*/ 153 w 587"/>
                  <a:gd name="T101" fmla="*/ 127 h 667"/>
                  <a:gd name="T102" fmla="*/ 274 w 587"/>
                  <a:gd name="T103" fmla="*/ 193 h 667"/>
                  <a:gd name="T104" fmla="*/ 274 w 587"/>
                  <a:gd name="T105" fmla="*/ 127 h 667"/>
                  <a:gd name="T106" fmla="*/ 394 w 587"/>
                  <a:gd name="T107" fmla="*/ 193 h 667"/>
                  <a:gd name="T108" fmla="*/ 394 w 587"/>
                  <a:gd name="T109" fmla="*/ 127 h 667"/>
                  <a:gd name="T110" fmla="*/ 515 w 587"/>
                  <a:gd name="T111" fmla="*/ 193 h 667"/>
                  <a:gd name="T112" fmla="*/ 515 w 587"/>
                  <a:gd name="T113" fmla="*/ 0 h 667"/>
                  <a:gd name="T114" fmla="*/ 587 w 587"/>
                  <a:gd name="T115" fmla="*/ 0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587" h="667">
                    <a:moveTo>
                      <a:pt x="170" y="385"/>
                    </a:moveTo>
                    <a:cubicBezTo>
                      <a:pt x="207" y="349"/>
                      <a:pt x="207" y="349"/>
                      <a:pt x="207" y="349"/>
                    </a:cubicBezTo>
                    <a:cubicBezTo>
                      <a:pt x="244" y="385"/>
                      <a:pt x="244" y="385"/>
                      <a:pt x="244" y="385"/>
                    </a:cubicBezTo>
                    <a:cubicBezTo>
                      <a:pt x="207" y="422"/>
                      <a:pt x="207" y="422"/>
                      <a:pt x="207" y="422"/>
                    </a:cubicBezTo>
                    <a:lnTo>
                      <a:pt x="170" y="385"/>
                    </a:lnTo>
                    <a:close/>
                    <a:moveTo>
                      <a:pt x="357" y="385"/>
                    </a:moveTo>
                    <a:cubicBezTo>
                      <a:pt x="394" y="349"/>
                      <a:pt x="394" y="349"/>
                      <a:pt x="394" y="349"/>
                    </a:cubicBezTo>
                    <a:cubicBezTo>
                      <a:pt x="431" y="385"/>
                      <a:pt x="431" y="385"/>
                      <a:pt x="431" y="385"/>
                    </a:cubicBezTo>
                    <a:cubicBezTo>
                      <a:pt x="394" y="422"/>
                      <a:pt x="394" y="422"/>
                      <a:pt x="394" y="422"/>
                    </a:cubicBezTo>
                    <a:lnTo>
                      <a:pt x="357" y="385"/>
                    </a:lnTo>
                    <a:close/>
                    <a:moveTo>
                      <a:pt x="194" y="439"/>
                    </a:moveTo>
                    <a:cubicBezTo>
                      <a:pt x="194" y="496"/>
                      <a:pt x="194" y="496"/>
                      <a:pt x="194" y="496"/>
                    </a:cubicBezTo>
                    <a:cubicBezTo>
                      <a:pt x="90" y="496"/>
                      <a:pt x="90" y="496"/>
                      <a:pt x="90" y="496"/>
                    </a:cubicBezTo>
                    <a:cubicBezTo>
                      <a:pt x="90" y="392"/>
                      <a:pt x="90" y="392"/>
                      <a:pt x="90" y="392"/>
                    </a:cubicBezTo>
                    <a:cubicBezTo>
                      <a:pt x="147" y="392"/>
                      <a:pt x="147" y="392"/>
                      <a:pt x="147" y="392"/>
                    </a:cubicBezTo>
                    <a:lnTo>
                      <a:pt x="194" y="439"/>
                    </a:lnTo>
                    <a:close/>
                    <a:moveTo>
                      <a:pt x="381" y="439"/>
                    </a:moveTo>
                    <a:cubicBezTo>
                      <a:pt x="381" y="496"/>
                      <a:pt x="381" y="496"/>
                      <a:pt x="381" y="496"/>
                    </a:cubicBezTo>
                    <a:cubicBezTo>
                      <a:pt x="277" y="496"/>
                      <a:pt x="277" y="496"/>
                      <a:pt x="277" y="496"/>
                    </a:cubicBezTo>
                    <a:cubicBezTo>
                      <a:pt x="277" y="392"/>
                      <a:pt x="277" y="392"/>
                      <a:pt x="277" y="392"/>
                    </a:cubicBezTo>
                    <a:cubicBezTo>
                      <a:pt x="334" y="392"/>
                      <a:pt x="334" y="392"/>
                      <a:pt x="334" y="392"/>
                    </a:cubicBezTo>
                    <a:lnTo>
                      <a:pt x="381" y="439"/>
                    </a:lnTo>
                    <a:close/>
                    <a:moveTo>
                      <a:pt x="497" y="570"/>
                    </a:moveTo>
                    <a:cubicBezTo>
                      <a:pt x="497" y="291"/>
                      <a:pt x="497" y="291"/>
                      <a:pt x="497" y="291"/>
                    </a:cubicBezTo>
                    <a:cubicBezTo>
                      <a:pt x="497" y="278"/>
                      <a:pt x="486" y="267"/>
                      <a:pt x="472" y="267"/>
                    </a:cubicBezTo>
                    <a:cubicBezTo>
                      <a:pt x="25" y="267"/>
                      <a:pt x="25" y="267"/>
                      <a:pt x="25" y="267"/>
                    </a:cubicBezTo>
                    <a:cubicBezTo>
                      <a:pt x="11" y="267"/>
                      <a:pt x="0" y="278"/>
                      <a:pt x="0" y="291"/>
                    </a:cubicBezTo>
                    <a:cubicBezTo>
                      <a:pt x="0" y="570"/>
                      <a:pt x="0" y="570"/>
                      <a:pt x="0" y="570"/>
                    </a:cubicBezTo>
                    <a:cubicBezTo>
                      <a:pt x="0" y="583"/>
                      <a:pt x="11" y="594"/>
                      <a:pt x="25" y="594"/>
                    </a:cubicBezTo>
                    <a:cubicBezTo>
                      <a:pt x="206" y="594"/>
                      <a:pt x="206" y="594"/>
                      <a:pt x="206" y="594"/>
                    </a:cubicBezTo>
                    <a:cubicBezTo>
                      <a:pt x="206" y="642"/>
                      <a:pt x="206" y="642"/>
                      <a:pt x="206" y="642"/>
                    </a:cubicBezTo>
                    <a:cubicBezTo>
                      <a:pt x="146" y="642"/>
                      <a:pt x="146" y="642"/>
                      <a:pt x="146" y="642"/>
                    </a:cubicBezTo>
                    <a:cubicBezTo>
                      <a:pt x="146" y="667"/>
                      <a:pt x="146" y="667"/>
                      <a:pt x="146" y="667"/>
                    </a:cubicBezTo>
                    <a:cubicBezTo>
                      <a:pt x="351" y="667"/>
                      <a:pt x="351" y="667"/>
                      <a:pt x="351" y="667"/>
                    </a:cubicBezTo>
                    <a:cubicBezTo>
                      <a:pt x="351" y="642"/>
                      <a:pt x="351" y="642"/>
                      <a:pt x="351" y="642"/>
                    </a:cubicBezTo>
                    <a:cubicBezTo>
                      <a:pt x="291" y="642"/>
                      <a:pt x="291" y="642"/>
                      <a:pt x="291" y="642"/>
                    </a:cubicBezTo>
                    <a:cubicBezTo>
                      <a:pt x="291" y="594"/>
                      <a:pt x="291" y="594"/>
                      <a:pt x="291" y="594"/>
                    </a:cubicBezTo>
                    <a:cubicBezTo>
                      <a:pt x="472" y="594"/>
                      <a:pt x="472" y="594"/>
                      <a:pt x="472" y="594"/>
                    </a:cubicBezTo>
                    <a:cubicBezTo>
                      <a:pt x="486" y="594"/>
                      <a:pt x="497" y="583"/>
                      <a:pt x="497" y="570"/>
                    </a:cubicBezTo>
                    <a:close/>
                    <a:moveTo>
                      <a:pt x="25" y="570"/>
                    </a:moveTo>
                    <a:cubicBezTo>
                      <a:pt x="25" y="291"/>
                      <a:pt x="25" y="291"/>
                      <a:pt x="25" y="291"/>
                    </a:cubicBezTo>
                    <a:cubicBezTo>
                      <a:pt x="472" y="291"/>
                      <a:pt x="472" y="291"/>
                      <a:pt x="472" y="291"/>
                    </a:cubicBezTo>
                    <a:cubicBezTo>
                      <a:pt x="472" y="570"/>
                      <a:pt x="472" y="570"/>
                      <a:pt x="472" y="570"/>
                    </a:cubicBezTo>
                    <a:lnTo>
                      <a:pt x="25" y="570"/>
                    </a:lnTo>
                    <a:close/>
                    <a:moveTo>
                      <a:pt x="587" y="0"/>
                    </a:moveTo>
                    <a:cubicBezTo>
                      <a:pt x="587" y="434"/>
                      <a:pt x="587" y="434"/>
                      <a:pt x="587" y="434"/>
                    </a:cubicBezTo>
                    <a:cubicBezTo>
                      <a:pt x="517" y="434"/>
                      <a:pt x="517" y="434"/>
                      <a:pt x="517" y="434"/>
                    </a:cubicBezTo>
                    <a:cubicBezTo>
                      <a:pt x="517" y="291"/>
                      <a:pt x="517" y="291"/>
                      <a:pt x="517" y="291"/>
                    </a:cubicBezTo>
                    <a:cubicBezTo>
                      <a:pt x="517" y="267"/>
                      <a:pt x="497" y="247"/>
                      <a:pt x="472" y="247"/>
                    </a:cubicBezTo>
                    <a:cubicBezTo>
                      <a:pt x="153" y="247"/>
                      <a:pt x="153" y="247"/>
                      <a:pt x="153" y="247"/>
                    </a:cubicBezTo>
                    <a:cubicBezTo>
                      <a:pt x="153" y="127"/>
                      <a:pt x="153" y="127"/>
                      <a:pt x="153" y="127"/>
                    </a:cubicBezTo>
                    <a:cubicBezTo>
                      <a:pt x="274" y="193"/>
                      <a:pt x="274" y="193"/>
                      <a:pt x="274" y="193"/>
                    </a:cubicBezTo>
                    <a:cubicBezTo>
                      <a:pt x="274" y="127"/>
                      <a:pt x="274" y="127"/>
                      <a:pt x="274" y="127"/>
                    </a:cubicBezTo>
                    <a:cubicBezTo>
                      <a:pt x="394" y="193"/>
                      <a:pt x="394" y="193"/>
                      <a:pt x="394" y="193"/>
                    </a:cubicBezTo>
                    <a:cubicBezTo>
                      <a:pt x="394" y="127"/>
                      <a:pt x="394" y="127"/>
                      <a:pt x="394" y="127"/>
                    </a:cubicBezTo>
                    <a:cubicBezTo>
                      <a:pt x="515" y="193"/>
                      <a:pt x="515" y="193"/>
                      <a:pt x="515" y="193"/>
                    </a:cubicBezTo>
                    <a:cubicBezTo>
                      <a:pt x="515" y="0"/>
                      <a:pt x="515" y="0"/>
                      <a:pt x="515" y="0"/>
                    </a:cubicBezTo>
                    <a:lnTo>
                      <a:pt x="587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cxnSp>
          <p:nvCxnSpPr>
            <p:cNvPr id="610" name="Gerade Verbindung 89">
              <a:extLst>
                <a:ext uri="{FF2B5EF4-FFF2-40B4-BE49-F238E27FC236}">
                  <a16:creationId xmlns:a16="http://schemas.microsoft.com/office/drawing/2014/main" id="{F63F880C-B102-4A91-BE18-378FD33AD4D3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6123704" y="2070697"/>
              <a:ext cx="5472111" cy="0"/>
            </a:xfrm>
            <a:prstGeom prst="line">
              <a:avLst/>
            </a:prstGeom>
            <a:solidFill>
              <a:schemeClr val="tx2"/>
            </a:solidFill>
            <a:ln w="9525" cap="flat" cmpd="sng" algn="ctr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11" name="Textfeld 22">
              <a:extLst>
                <a:ext uri="{FF2B5EF4-FFF2-40B4-BE49-F238E27FC236}">
                  <a16:creationId xmlns:a16="http://schemas.microsoft.com/office/drawing/2014/main" id="{3E465C56-0ADB-4F02-AF01-6C453A5FC6F6}"/>
                </a:ext>
              </a:extLst>
            </p:cNvPr>
            <p:cNvSpPr txBox="1">
              <a:spLocks/>
            </p:cNvSpPr>
            <p:nvPr/>
          </p:nvSpPr>
          <p:spPr>
            <a:xfrm>
              <a:off x="6256270" y="2181276"/>
              <a:ext cx="1484320" cy="230261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0"/>
                </a:spcBef>
              </a:pPr>
              <a:r>
                <a:rPr lang="en-US" altLang="zh-CN" sz="1400" b="1" dirty="0">
                  <a:solidFill>
                    <a:srgbClr val="0F8287"/>
                  </a:solidFill>
                </a:rPr>
                <a:t>2017--2020</a:t>
              </a:r>
              <a:endParaRPr lang="en-US" sz="1400" b="1" dirty="0">
                <a:solidFill>
                  <a:srgbClr val="0F8287"/>
                </a:solidFill>
              </a:endParaRPr>
            </a:p>
          </p:txBody>
        </p:sp>
        <p:sp>
          <p:nvSpPr>
            <p:cNvPr id="657" name="Rechteck 24">
              <a:extLst>
                <a:ext uri="{FF2B5EF4-FFF2-40B4-BE49-F238E27FC236}">
                  <a16:creationId xmlns:a16="http://schemas.microsoft.com/office/drawing/2014/main" id="{8C93972F-ACF4-416E-B534-22E523F54C3C}"/>
                </a:ext>
              </a:extLst>
            </p:cNvPr>
            <p:cNvSpPr/>
            <p:nvPr/>
          </p:nvSpPr>
          <p:spPr bwMode="gray">
            <a:xfrm>
              <a:off x="6194032" y="2592651"/>
              <a:ext cx="2261147" cy="228492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lvl="1">
                <a:lnSpc>
                  <a:spcPct val="110000"/>
                </a:lnSpc>
                <a:spcBef>
                  <a:spcPts val="300"/>
                </a:spcBef>
                <a:buClr>
                  <a:schemeClr val="accent1"/>
                </a:buClr>
              </a:pPr>
              <a:r>
                <a:rPr lang="en-US" altLang="zh-CN" sz="1200" u="sng" dirty="0">
                  <a:solidFill>
                    <a:schemeClr val="dk1"/>
                  </a:solidFill>
                </a:rPr>
                <a:t>Innovation Topics: </a:t>
              </a:r>
            </a:p>
            <a:p>
              <a:pPr marL="171450" lvl="1" indent="-171450">
                <a:lnSpc>
                  <a:spcPct val="110000"/>
                </a:lnSpc>
                <a:spcBef>
                  <a:spcPts val="3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en-US" altLang="zh-CN" sz="1200" b="1" dirty="0">
                  <a:solidFill>
                    <a:schemeClr val="dk1"/>
                  </a:solidFill>
                </a:rPr>
                <a:t>Low-effort Engineering</a:t>
              </a:r>
            </a:p>
            <a:p>
              <a:pPr marL="0" lvl="1">
                <a:lnSpc>
                  <a:spcPct val="110000"/>
                </a:lnSpc>
                <a:spcBef>
                  <a:spcPts val="300"/>
                </a:spcBef>
                <a:buClr>
                  <a:schemeClr val="accent1"/>
                </a:buClr>
              </a:pPr>
              <a:r>
                <a:rPr lang="en-US" altLang="zh-CN" sz="1200" dirty="0">
                  <a:solidFill>
                    <a:schemeClr val="dk1"/>
                  </a:solidFill>
                </a:rPr>
                <a:t>   - Data Feeding Module</a:t>
              </a:r>
            </a:p>
            <a:p>
              <a:pPr marL="0" lvl="1">
                <a:lnSpc>
                  <a:spcPct val="110000"/>
                </a:lnSpc>
                <a:spcBef>
                  <a:spcPts val="300"/>
                </a:spcBef>
                <a:buClr>
                  <a:schemeClr val="accent1"/>
                </a:buClr>
              </a:pPr>
              <a:r>
                <a:rPr lang="en-US" altLang="zh-CN" sz="1200" dirty="0">
                  <a:solidFill>
                    <a:schemeClr val="dk1"/>
                  </a:solidFill>
                </a:rPr>
                <a:t>   - </a:t>
              </a:r>
              <a:r>
                <a:rPr lang="en-US" altLang="zh-CN" sz="1200" dirty="0" err="1">
                  <a:solidFill>
                    <a:schemeClr val="dk1"/>
                  </a:solidFill>
                </a:rPr>
                <a:t>MindSphere</a:t>
              </a:r>
              <a:r>
                <a:rPr lang="en-US" altLang="zh-CN" sz="1200" dirty="0">
                  <a:solidFill>
                    <a:schemeClr val="dk1"/>
                  </a:solidFill>
                </a:rPr>
                <a:t> </a:t>
              </a:r>
              <a:r>
                <a:rPr lang="en-US" altLang="zh-CN" sz="1200" dirty="0" err="1">
                  <a:solidFill>
                    <a:schemeClr val="dk1"/>
                  </a:solidFill>
                </a:rPr>
                <a:t>VSCode</a:t>
              </a:r>
              <a:r>
                <a:rPr lang="en-US" altLang="zh-CN" sz="1200" dirty="0">
                  <a:solidFill>
                    <a:schemeClr val="dk1"/>
                  </a:solidFill>
                </a:rPr>
                <a:t> Plugin</a:t>
              </a:r>
            </a:p>
            <a:p>
              <a:pPr marL="171450" lvl="1" indent="-171450">
                <a:lnSpc>
                  <a:spcPct val="110000"/>
                </a:lnSpc>
                <a:spcBef>
                  <a:spcPts val="3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en-US" altLang="zh-CN" sz="1200" b="1" dirty="0">
                  <a:solidFill>
                    <a:schemeClr val="dk1"/>
                  </a:solidFill>
                </a:rPr>
                <a:t>Resource and performance optimization</a:t>
              </a:r>
            </a:p>
            <a:p>
              <a:pPr marL="0" lvl="1">
                <a:lnSpc>
                  <a:spcPct val="110000"/>
                </a:lnSpc>
                <a:spcBef>
                  <a:spcPts val="300"/>
                </a:spcBef>
                <a:buClr>
                  <a:schemeClr val="accent1"/>
                </a:buClr>
              </a:pPr>
              <a:r>
                <a:rPr lang="en-US" altLang="zh-CN" sz="1200" dirty="0">
                  <a:solidFill>
                    <a:schemeClr val="dk1"/>
                  </a:solidFill>
                </a:rPr>
                <a:t>   - </a:t>
              </a:r>
              <a:r>
                <a:rPr lang="en-US" altLang="zh-CN" sz="1200" dirty="0" err="1">
                  <a:solidFill>
                    <a:schemeClr val="dk1"/>
                  </a:solidFill>
                </a:rPr>
                <a:t>CloudSim</a:t>
              </a:r>
              <a:r>
                <a:rPr lang="en-US" altLang="zh-CN" sz="1200" dirty="0">
                  <a:solidFill>
                    <a:schemeClr val="dk1"/>
                  </a:solidFill>
                </a:rPr>
                <a:t> </a:t>
              </a:r>
            </a:p>
            <a:p>
              <a:pPr marL="0" lvl="1">
                <a:lnSpc>
                  <a:spcPct val="110000"/>
                </a:lnSpc>
                <a:spcBef>
                  <a:spcPts val="300"/>
                </a:spcBef>
                <a:buClr>
                  <a:schemeClr val="accent1"/>
                </a:buClr>
              </a:pPr>
              <a:r>
                <a:rPr lang="en-US" altLang="zh-CN" sz="1200" dirty="0">
                  <a:solidFill>
                    <a:schemeClr val="dk1"/>
                  </a:solidFill>
                </a:rPr>
                <a:t>   - Easy to use edge computing tools </a:t>
              </a:r>
            </a:p>
            <a:p>
              <a:pPr marL="171450" lvl="1" indent="-171450">
                <a:lnSpc>
                  <a:spcPct val="110000"/>
                </a:lnSpc>
                <a:spcBef>
                  <a:spcPts val="3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endParaRPr lang="en-US" altLang="zh-CN" sz="1200" u="sng" dirty="0">
                <a:solidFill>
                  <a:schemeClr val="dk1"/>
                </a:solidFill>
              </a:endParaRPr>
            </a:p>
          </p:txBody>
        </p:sp>
      </p:grpSp>
      <p:sp>
        <p:nvSpPr>
          <p:cNvPr id="658" name="Rechteck 24">
            <a:extLst>
              <a:ext uri="{FF2B5EF4-FFF2-40B4-BE49-F238E27FC236}">
                <a16:creationId xmlns:a16="http://schemas.microsoft.com/office/drawing/2014/main" id="{4BCC626E-D550-4EAA-8C43-C33DD0849F27}"/>
              </a:ext>
            </a:extLst>
          </p:cNvPr>
          <p:cNvSpPr/>
          <p:nvPr/>
        </p:nvSpPr>
        <p:spPr bwMode="gray">
          <a:xfrm>
            <a:off x="8606030" y="2296406"/>
            <a:ext cx="3644415" cy="28066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lvl="1">
              <a:lnSpc>
                <a:spcPct val="110000"/>
              </a:lnSpc>
              <a:spcBef>
                <a:spcPts val="300"/>
              </a:spcBef>
              <a:buClr>
                <a:schemeClr val="accent1"/>
              </a:buClr>
            </a:pPr>
            <a:r>
              <a:rPr lang="en-US" altLang="zh-CN" sz="1200" u="sng" dirty="0">
                <a:solidFill>
                  <a:schemeClr val="dk1"/>
                </a:solidFill>
              </a:rPr>
              <a:t>Projects: End-to-end IoT projects</a:t>
            </a:r>
          </a:p>
          <a:p>
            <a:pPr marL="171450" lvl="1" indent="-171450">
              <a:lnSpc>
                <a:spcPct val="110000"/>
              </a:lnSpc>
              <a:spcBef>
                <a:spcPts val="3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zh-CN" sz="1200" b="1" dirty="0">
                <a:solidFill>
                  <a:schemeClr val="dk1"/>
                </a:solidFill>
              </a:rPr>
              <a:t>Device condition monitoring </a:t>
            </a:r>
          </a:p>
          <a:p>
            <a:pPr marL="0" lvl="1">
              <a:lnSpc>
                <a:spcPct val="110000"/>
              </a:lnSpc>
              <a:spcBef>
                <a:spcPts val="300"/>
              </a:spcBef>
              <a:buClr>
                <a:schemeClr val="accent1"/>
              </a:buClr>
            </a:pPr>
            <a:r>
              <a:rPr lang="en-US" altLang="zh-CN" sz="1200" dirty="0">
                <a:solidFill>
                  <a:schemeClr val="dk1"/>
                </a:solidFill>
              </a:rPr>
              <a:t>    - Schaeffler (DF PL CAS)</a:t>
            </a:r>
          </a:p>
          <a:p>
            <a:pPr marL="0" lvl="1">
              <a:lnSpc>
                <a:spcPct val="110000"/>
              </a:lnSpc>
              <a:spcBef>
                <a:spcPts val="300"/>
              </a:spcBef>
              <a:buClr>
                <a:schemeClr val="accent1"/>
              </a:buClr>
            </a:pPr>
            <a:r>
              <a:rPr lang="en-US" altLang="zh-CN" sz="1200" dirty="0">
                <a:solidFill>
                  <a:schemeClr val="dk1"/>
                </a:solidFill>
              </a:rPr>
              <a:t>    - THVS (</a:t>
            </a:r>
            <a:r>
              <a:rPr lang="fr-FR" altLang="zh-CN" sz="1200" dirty="0">
                <a:solidFill>
                  <a:schemeClr val="dk1"/>
                </a:solidFill>
              </a:rPr>
              <a:t>SE GP T NP BIC THVS</a:t>
            </a:r>
            <a:r>
              <a:rPr lang="en-US" altLang="zh-CN" sz="1200" dirty="0">
                <a:solidFill>
                  <a:schemeClr val="dk1"/>
                </a:solidFill>
              </a:rPr>
              <a:t>)</a:t>
            </a:r>
          </a:p>
          <a:p>
            <a:pPr marL="171450" lvl="1" indent="-171450">
              <a:lnSpc>
                <a:spcPct val="110000"/>
              </a:lnSpc>
              <a:spcBef>
                <a:spcPts val="3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zh-CN" sz="1200" b="1" dirty="0" err="1">
                <a:solidFill>
                  <a:schemeClr val="dk1"/>
                </a:solidFill>
              </a:rPr>
              <a:t>DaaS</a:t>
            </a:r>
            <a:r>
              <a:rPr lang="en-US" altLang="zh-CN" sz="1200" b="1" dirty="0">
                <a:solidFill>
                  <a:schemeClr val="dk1"/>
                </a:solidFill>
              </a:rPr>
              <a:t> (Maintenance Service)</a:t>
            </a:r>
          </a:p>
          <a:p>
            <a:pPr marL="0" lvl="1">
              <a:lnSpc>
                <a:spcPct val="110000"/>
              </a:lnSpc>
              <a:spcBef>
                <a:spcPts val="300"/>
              </a:spcBef>
              <a:buClr>
                <a:schemeClr val="accent1"/>
              </a:buClr>
            </a:pPr>
            <a:r>
              <a:rPr lang="en-US" altLang="zh-CN" sz="1200" dirty="0">
                <a:solidFill>
                  <a:schemeClr val="dk1"/>
                </a:solidFill>
              </a:rPr>
              <a:t>    - SAIC VW, FAW-VW (DI CS SFAE FA-SO)</a:t>
            </a:r>
          </a:p>
          <a:p>
            <a:pPr marL="0" lvl="1">
              <a:lnSpc>
                <a:spcPct val="110000"/>
              </a:lnSpc>
              <a:spcBef>
                <a:spcPts val="300"/>
              </a:spcBef>
              <a:buClr>
                <a:schemeClr val="accent1"/>
              </a:buClr>
            </a:pPr>
            <a:r>
              <a:rPr lang="en-US" altLang="zh-CN" sz="1200" dirty="0">
                <a:solidFill>
                  <a:schemeClr val="dk1"/>
                </a:solidFill>
              </a:rPr>
              <a:t>    - </a:t>
            </a:r>
            <a:r>
              <a:rPr lang="en-US" altLang="zh-CN" sz="1200" dirty="0" err="1">
                <a:solidFill>
                  <a:schemeClr val="dk1"/>
                </a:solidFill>
              </a:rPr>
              <a:t>WaterWheelStation</a:t>
            </a:r>
            <a:r>
              <a:rPr lang="en-US" altLang="zh-CN" sz="1200" dirty="0">
                <a:solidFill>
                  <a:schemeClr val="dk1"/>
                </a:solidFill>
              </a:rPr>
              <a:t> Digital (</a:t>
            </a:r>
            <a:r>
              <a:rPr lang="it-IT" altLang="zh-CN" sz="1200" dirty="0">
                <a:solidFill>
                  <a:schemeClr val="dk1"/>
                </a:solidFill>
              </a:rPr>
              <a:t>RC-CN DI S-RE SE&amp;TSS</a:t>
            </a:r>
            <a:r>
              <a:rPr lang="en-US" altLang="zh-CN" sz="1200" dirty="0">
                <a:solidFill>
                  <a:schemeClr val="dk1"/>
                </a:solidFill>
              </a:rPr>
              <a:t>)</a:t>
            </a:r>
          </a:p>
          <a:p>
            <a:pPr marL="171450" lvl="1" indent="-171450">
              <a:lnSpc>
                <a:spcPct val="110000"/>
              </a:lnSpc>
              <a:spcBef>
                <a:spcPts val="3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zh-CN" sz="1200" b="1" dirty="0">
                <a:solidFill>
                  <a:schemeClr val="dk1"/>
                </a:solidFill>
              </a:rPr>
              <a:t>Device reverse control based on cloud</a:t>
            </a:r>
          </a:p>
          <a:p>
            <a:pPr marL="0" lvl="1">
              <a:lnSpc>
                <a:spcPct val="110000"/>
              </a:lnSpc>
              <a:spcBef>
                <a:spcPts val="300"/>
              </a:spcBef>
              <a:buClr>
                <a:schemeClr val="accent1"/>
              </a:buClr>
            </a:pPr>
            <a:r>
              <a:rPr lang="en-US" altLang="zh-CN" sz="1200" dirty="0">
                <a:solidFill>
                  <a:schemeClr val="dk1"/>
                </a:solidFill>
              </a:rPr>
              <a:t>    - </a:t>
            </a:r>
            <a:r>
              <a:rPr lang="en-US" altLang="zh-CN" sz="1200" dirty="0" err="1">
                <a:solidFill>
                  <a:schemeClr val="dk1"/>
                </a:solidFill>
              </a:rPr>
              <a:t>SmartWaterManagement</a:t>
            </a:r>
            <a:r>
              <a:rPr lang="en-US" altLang="zh-CN" sz="1200" dirty="0">
                <a:solidFill>
                  <a:schemeClr val="dk1"/>
                </a:solidFill>
              </a:rPr>
              <a:t> (</a:t>
            </a:r>
            <a:r>
              <a:rPr lang="fr-FR" altLang="zh-CN" sz="1200" dirty="0">
                <a:solidFill>
                  <a:schemeClr val="dk1"/>
                </a:solidFill>
              </a:rPr>
              <a:t>DI CS DE&amp;DS CAS</a:t>
            </a:r>
            <a:r>
              <a:rPr lang="en-US" altLang="zh-CN" sz="1200" dirty="0">
                <a:solidFill>
                  <a:schemeClr val="dk1"/>
                </a:solidFill>
              </a:rPr>
              <a:t>)</a:t>
            </a:r>
          </a:p>
          <a:p>
            <a:pPr marL="171450" lvl="1" indent="-171450">
              <a:lnSpc>
                <a:spcPct val="110000"/>
              </a:lnSpc>
              <a:spcBef>
                <a:spcPts val="3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altLang="zh-CN" sz="1200" dirty="0">
              <a:solidFill>
                <a:schemeClr val="dk1"/>
              </a:solidFill>
            </a:endParaRPr>
          </a:p>
          <a:p>
            <a:pPr marL="171450" lvl="1" indent="-171450">
              <a:lnSpc>
                <a:spcPct val="110000"/>
              </a:lnSpc>
              <a:spcBef>
                <a:spcPts val="3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altLang="zh-CN" sz="1200" u="sng" dirty="0">
              <a:solidFill>
                <a:schemeClr val="dk1"/>
              </a:solidFill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316829E-CCB0-4F84-ACEC-5D646B0692C5}"/>
              </a:ext>
            </a:extLst>
          </p:cNvPr>
          <p:cNvGrpSpPr/>
          <p:nvPr/>
        </p:nvGrpSpPr>
        <p:grpSpPr>
          <a:xfrm>
            <a:off x="623480" y="1309788"/>
            <a:ext cx="10160126" cy="1228765"/>
            <a:chOff x="623480" y="1309788"/>
            <a:chExt cx="10160126" cy="1228765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45E3C55-8D70-4381-B934-EF475687A7F5}"/>
                </a:ext>
              </a:extLst>
            </p:cNvPr>
            <p:cNvGrpSpPr/>
            <p:nvPr/>
          </p:nvGrpSpPr>
          <p:grpSpPr>
            <a:xfrm>
              <a:off x="623480" y="1340710"/>
              <a:ext cx="4297485" cy="1197843"/>
              <a:chOff x="623480" y="1340710"/>
              <a:chExt cx="4297485" cy="1197843"/>
            </a:xfrm>
          </p:grpSpPr>
          <p:grpSp>
            <p:nvGrpSpPr>
              <p:cNvPr id="290" name="Gruppieren 43">
                <a:extLst>
                  <a:ext uri="{FF2B5EF4-FFF2-40B4-BE49-F238E27FC236}">
                    <a16:creationId xmlns:a16="http://schemas.microsoft.com/office/drawing/2014/main" id="{3131286F-1BB6-46D3-A529-A2A341E9ED9A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1171575" y="1808566"/>
                <a:ext cx="3749390" cy="262131"/>
                <a:chOff x="1171575" y="4733084"/>
                <a:chExt cx="3749390" cy="262131"/>
              </a:xfrm>
            </p:grpSpPr>
            <p:sp>
              <p:nvSpPr>
                <p:cNvPr id="291" name="Textfeld 44">
                  <a:extLst>
                    <a:ext uri="{FF2B5EF4-FFF2-40B4-BE49-F238E27FC236}">
                      <a16:creationId xmlns:a16="http://schemas.microsoft.com/office/drawing/2014/main" id="{647F81E3-B256-469B-9F28-BF8879E8E269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329060" y="4733084"/>
                  <a:ext cx="1591905" cy="215444"/>
                </a:xfrm>
                <a:prstGeom prst="rect">
                  <a:avLst/>
                </a:prstGeom>
                <a:noFill/>
              </p:spPr>
              <p:txBody>
                <a:bodyPr vert="horz" wrap="square" lIns="0" tIns="0" rIns="0" bIns="0" rtlCol="0">
                  <a:noAutofit/>
                </a:bodyPr>
                <a:lstStyle/>
                <a:p>
                  <a:pPr algn="r">
                    <a:spcBef>
                      <a:spcPts val="0"/>
                    </a:spcBef>
                  </a:pPr>
                  <a:r>
                    <a:rPr lang="en-US" altLang="zh-CN" sz="1400" b="1" dirty="0">
                      <a:solidFill>
                        <a:srgbClr val="4BB9B9"/>
                      </a:solidFill>
                    </a:rPr>
                    <a:t>Outlook</a:t>
                  </a:r>
                  <a:endParaRPr lang="en-US" sz="1400" b="1" dirty="0">
                    <a:solidFill>
                      <a:srgbClr val="4BB9B9"/>
                    </a:solidFill>
                  </a:endParaRPr>
                </a:p>
              </p:txBody>
            </p:sp>
            <p:cxnSp>
              <p:nvCxnSpPr>
                <p:cNvPr id="292" name="Gerader Verbinder 45">
                  <a:extLst>
                    <a:ext uri="{FF2B5EF4-FFF2-40B4-BE49-F238E27FC236}">
                      <a16:creationId xmlns:a16="http://schemas.microsoft.com/office/drawing/2014/main" id="{119869B5-F4FC-4823-81DC-2352D1A93BB6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1171575" y="4995215"/>
                  <a:ext cx="3749390" cy="0"/>
                </a:xfrm>
                <a:prstGeom prst="line">
                  <a:avLst/>
                </a:prstGeom>
                <a:solidFill>
                  <a:schemeClr val="tx2"/>
                </a:solidFill>
                <a:ln w="9525" cap="flat" cmpd="sng" algn="ctr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sp>
            <p:nvSpPr>
              <p:cNvPr id="298" name="Gleichschenkliges Dreieck 45">
                <a:extLst>
                  <a:ext uri="{FF2B5EF4-FFF2-40B4-BE49-F238E27FC236}">
                    <a16:creationId xmlns:a16="http://schemas.microsoft.com/office/drawing/2014/main" id="{689FE344-94F6-4AAD-BC12-337B227033C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23480" y="1340710"/>
                <a:ext cx="818398" cy="1197843"/>
              </a:xfrm>
              <a:custGeom>
                <a:avLst/>
                <a:gdLst/>
                <a:ahLst/>
                <a:cxnLst/>
                <a:rect l="l" t="t" r="r" b="b"/>
                <a:pathLst>
                  <a:path w="1145926" h="1677226">
                    <a:moveTo>
                      <a:pt x="4833" y="0"/>
                    </a:moveTo>
                    <a:lnTo>
                      <a:pt x="1145926" y="1677226"/>
                    </a:lnTo>
                    <a:lnTo>
                      <a:pt x="0" y="1677226"/>
                    </a:lnTo>
                    <a:lnTo>
                      <a:pt x="0" y="7104"/>
                    </a:lnTo>
                    <a:close/>
                  </a:path>
                </a:pathLst>
              </a:custGeom>
              <a:solidFill>
                <a:srgbClr val="4BB9B9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solidFill>
                    <a:schemeClr val="bg2"/>
                  </a:solidFill>
                  <a:latin typeface="Arial" pitchFamily="34" charset="0"/>
                  <a:ea typeface="ＭＳ Ｐゴシック" charset="-128"/>
                </a:endParaRPr>
              </a:p>
            </p:txBody>
          </p:sp>
          <p:pic>
            <p:nvPicPr>
              <p:cNvPr id="335" name="Grafik 96">
                <a:extLst>
                  <a:ext uri="{FF2B5EF4-FFF2-40B4-BE49-F238E27FC236}">
                    <a16:creationId xmlns:a16="http://schemas.microsoft.com/office/drawing/2014/main" id="{A6355F05-075E-436F-9B8A-D7DDABA305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50000"/>
              </a:blip>
              <a:stretch>
                <a:fillRect/>
              </a:stretch>
            </p:blipFill>
            <p:spPr>
              <a:xfrm>
                <a:off x="637828" y="1947890"/>
                <a:ext cx="448186" cy="448186"/>
              </a:xfrm>
              <a:prstGeom prst="rect">
                <a:avLst/>
              </a:prstGeom>
            </p:spPr>
          </p:pic>
        </p:grpSp>
        <p:sp>
          <p:nvSpPr>
            <p:cNvPr id="612" name="Textfeld 22">
              <a:extLst>
                <a:ext uri="{FF2B5EF4-FFF2-40B4-BE49-F238E27FC236}">
                  <a16:creationId xmlns:a16="http://schemas.microsoft.com/office/drawing/2014/main" id="{56121FEC-9CED-47E6-A26F-5288FE573C15}"/>
                </a:ext>
              </a:extLst>
            </p:cNvPr>
            <p:cNvSpPr txBox="1">
              <a:spLocks/>
            </p:cNvSpPr>
            <p:nvPr/>
          </p:nvSpPr>
          <p:spPr>
            <a:xfrm>
              <a:off x="6277321" y="1309788"/>
              <a:ext cx="1484320" cy="230261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0"/>
                </a:spcBef>
              </a:pPr>
              <a:r>
                <a:rPr lang="en-US" altLang="zh-CN" sz="1400" b="1" dirty="0">
                  <a:solidFill>
                    <a:srgbClr val="0F8287"/>
                  </a:solidFill>
                </a:rPr>
                <a:t>2020 ~</a:t>
              </a:r>
              <a:endParaRPr lang="en-US" sz="1400" b="1" dirty="0">
                <a:solidFill>
                  <a:srgbClr val="0F8287"/>
                </a:solidFill>
              </a:endParaRPr>
            </a:p>
          </p:txBody>
        </p:sp>
        <p:sp>
          <p:nvSpPr>
            <p:cNvPr id="659" name="Rechteck 24">
              <a:extLst>
                <a:ext uri="{FF2B5EF4-FFF2-40B4-BE49-F238E27FC236}">
                  <a16:creationId xmlns:a16="http://schemas.microsoft.com/office/drawing/2014/main" id="{2C5BE35D-3A3E-4E66-878A-744C320FA7B2}"/>
                </a:ext>
              </a:extLst>
            </p:cNvPr>
            <p:cNvSpPr/>
            <p:nvPr/>
          </p:nvSpPr>
          <p:spPr bwMode="gray">
            <a:xfrm>
              <a:off x="6337637" y="1606207"/>
              <a:ext cx="4445969" cy="42902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lvl="1">
                <a:lnSpc>
                  <a:spcPct val="110000"/>
                </a:lnSpc>
                <a:spcBef>
                  <a:spcPts val="300"/>
                </a:spcBef>
                <a:buClr>
                  <a:schemeClr val="accent1"/>
                </a:buClr>
              </a:pPr>
              <a:r>
                <a:rPr lang="en-US" altLang="zh-CN" sz="1200" dirty="0">
                  <a:solidFill>
                    <a:schemeClr val="dk1"/>
                  </a:solidFill>
                </a:rPr>
                <a:t>Easy to use, easy to integrate industry Collaborative IoT solutions</a:t>
              </a:r>
            </a:p>
            <a:p>
              <a:pPr marL="0" lvl="1">
                <a:lnSpc>
                  <a:spcPct val="110000"/>
                </a:lnSpc>
                <a:spcBef>
                  <a:spcPts val="300"/>
                </a:spcBef>
                <a:buClr>
                  <a:schemeClr val="accent1"/>
                </a:buClr>
              </a:pPr>
              <a:r>
                <a:rPr lang="en-US" altLang="zh-CN" sz="1200" dirty="0">
                  <a:solidFill>
                    <a:schemeClr val="dk1"/>
                  </a:solidFill>
                </a:rPr>
                <a:t>Low effort and threshold building blocks for digital business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BEEA522-4398-41BA-9669-11050DB9820C}"/>
              </a:ext>
            </a:extLst>
          </p:cNvPr>
          <p:cNvGrpSpPr/>
          <p:nvPr/>
        </p:nvGrpSpPr>
        <p:grpSpPr>
          <a:xfrm>
            <a:off x="623480" y="4450708"/>
            <a:ext cx="11092281" cy="2268127"/>
            <a:chOff x="623480" y="4450708"/>
            <a:chExt cx="11092281" cy="2268127"/>
          </a:xfrm>
        </p:grpSpPr>
        <p:cxnSp>
          <p:nvCxnSpPr>
            <p:cNvPr id="337" name="Gerade Verbindung 89">
              <a:extLst>
                <a:ext uri="{FF2B5EF4-FFF2-40B4-BE49-F238E27FC236}">
                  <a16:creationId xmlns:a16="http://schemas.microsoft.com/office/drawing/2014/main" id="{8D84A736-80FE-4E3C-8E8C-214B0DDBF24A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6150163" y="4735549"/>
              <a:ext cx="5472111" cy="0"/>
            </a:xfrm>
            <a:prstGeom prst="line">
              <a:avLst/>
            </a:prstGeom>
            <a:solidFill>
              <a:schemeClr val="tx2"/>
            </a:solidFill>
            <a:ln w="9525" cap="flat" cmpd="sng" algn="ctr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338" name="Gruppieren 969">
              <a:extLst>
                <a:ext uri="{FF2B5EF4-FFF2-40B4-BE49-F238E27FC236}">
                  <a16:creationId xmlns:a16="http://schemas.microsoft.com/office/drawing/2014/main" id="{C410FEF3-D2D5-4498-A45E-34D7A6184A87}"/>
                </a:ext>
              </a:extLst>
            </p:cNvPr>
            <p:cNvGrpSpPr/>
            <p:nvPr/>
          </p:nvGrpSpPr>
          <p:grpSpPr bwMode="gray">
            <a:xfrm>
              <a:off x="6048516" y="5337498"/>
              <a:ext cx="1706889" cy="615806"/>
              <a:chOff x="6932060" y="1450853"/>
              <a:chExt cx="4007796" cy="1298247"/>
            </a:xfrm>
          </p:grpSpPr>
          <p:grpSp>
            <p:nvGrpSpPr>
              <p:cNvPr id="340" name="Gruppieren 971">
                <a:extLst>
                  <a:ext uri="{FF2B5EF4-FFF2-40B4-BE49-F238E27FC236}">
                    <a16:creationId xmlns:a16="http://schemas.microsoft.com/office/drawing/2014/main" id="{6A5266EB-30ED-4713-950C-29C67BA2C0A0}"/>
                  </a:ext>
                </a:extLst>
              </p:cNvPr>
              <p:cNvGrpSpPr/>
              <p:nvPr/>
            </p:nvGrpSpPr>
            <p:grpSpPr bwMode="gray">
              <a:xfrm>
                <a:off x="6940454" y="1509988"/>
                <a:ext cx="3981028" cy="1070062"/>
                <a:chOff x="5427516" y="2972295"/>
                <a:chExt cx="6230431" cy="1603267"/>
              </a:xfrm>
            </p:grpSpPr>
            <p:sp>
              <p:nvSpPr>
                <p:cNvPr id="592" name="Freihandform 1662">
                  <a:extLst>
                    <a:ext uri="{FF2B5EF4-FFF2-40B4-BE49-F238E27FC236}">
                      <a16:creationId xmlns:a16="http://schemas.microsoft.com/office/drawing/2014/main" id="{4E60F29A-0BEA-46E8-81F7-1908475F7E3F}"/>
                    </a:ext>
                  </a:extLst>
                </p:cNvPr>
                <p:cNvSpPr/>
                <p:nvPr/>
              </p:nvSpPr>
              <p:spPr bwMode="gray">
                <a:xfrm>
                  <a:off x="6224226" y="4079768"/>
                  <a:ext cx="1617707" cy="492263"/>
                </a:xfrm>
                <a:custGeom>
                  <a:avLst/>
                  <a:gdLst>
                    <a:gd name="connsiteX0" fmla="*/ 0 w 1362075"/>
                    <a:gd name="connsiteY0" fmla="*/ 414338 h 414338"/>
                    <a:gd name="connsiteX1" fmla="*/ 138113 w 1362075"/>
                    <a:gd name="connsiteY1" fmla="*/ 276225 h 414338"/>
                    <a:gd name="connsiteX2" fmla="*/ 538163 w 1362075"/>
                    <a:gd name="connsiteY2" fmla="*/ 276225 h 414338"/>
                    <a:gd name="connsiteX3" fmla="*/ 666751 w 1362075"/>
                    <a:gd name="connsiteY3" fmla="*/ 404813 h 414338"/>
                    <a:gd name="connsiteX4" fmla="*/ 790576 w 1362075"/>
                    <a:gd name="connsiteY4" fmla="*/ 280988 h 414338"/>
                    <a:gd name="connsiteX5" fmla="*/ 914401 w 1362075"/>
                    <a:gd name="connsiteY5" fmla="*/ 404813 h 414338"/>
                    <a:gd name="connsiteX6" fmla="*/ 1362075 w 1362075"/>
                    <a:gd name="connsiteY6" fmla="*/ 0 h 414338"/>
                    <a:gd name="connsiteX0" fmla="*/ 0 w 1362075"/>
                    <a:gd name="connsiteY0" fmla="*/ 414338 h 414338"/>
                    <a:gd name="connsiteX1" fmla="*/ 138113 w 1362075"/>
                    <a:gd name="connsiteY1" fmla="*/ 276225 h 414338"/>
                    <a:gd name="connsiteX2" fmla="*/ 538163 w 1362075"/>
                    <a:gd name="connsiteY2" fmla="*/ 276225 h 414338"/>
                    <a:gd name="connsiteX3" fmla="*/ 666751 w 1362075"/>
                    <a:gd name="connsiteY3" fmla="*/ 404813 h 414338"/>
                    <a:gd name="connsiteX4" fmla="*/ 790576 w 1362075"/>
                    <a:gd name="connsiteY4" fmla="*/ 280988 h 414338"/>
                    <a:gd name="connsiteX5" fmla="*/ 914401 w 1362075"/>
                    <a:gd name="connsiteY5" fmla="*/ 404813 h 414338"/>
                    <a:gd name="connsiteX6" fmla="*/ 950119 w 1362075"/>
                    <a:gd name="connsiteY6" fmla="*/ 407194 h 414338"/>
                    <a:gd name="connsiteX7" fmla="*/ 1362075 w 1362075"/>
                    <a:gd name="connsiteY7" fmla="*/ 0 h 414338"/>
                    <a:gd name="connsiteX0" fmla="*/ 0 w 1362075"/>
                    <a:gd name="connsiteY0" fmla="*/ 414338 h 414338"/>
                    <a:gd name="connsiteX1" fmla="*/ 138113 w 1362075"/>
                    <a:gd name="connsiteY1" fmla="*/ 276225 h 414338"/>
                    <a:gd name="connsiteX2" fmla="*/ 538163 w 1362075"/>
                    <a:gd name="connsiteY2" fmla="*/ 276225 h 414338"/>
                    <a:gd name="connsiteX3" fmla="*/ 666751 w 1362075"/>
                    <a:gd name="connsiteY3" fmla="*/ 404813 h 414338"/>
                    <a:gd name="connsiteX4" fmla="*/ 821532 w 1362075"/>
                    <a:gd name="connsiteY4" fmla="*/ 273844 h 414338"/>
                    <a:gd name="connsiteX5" fmla="*/ 914401 w 1362075"/>
                    <a:gd name="connsiteY5" fmla="*/ 404813 h 414338"/>
                    <a:gd name="connsiteX6" fmla="*/ 950119 w 1362075"/>
                    <a:gd name="connsiteY6" fmla="*/ 407194 h 414338"/>
                    <a:gd name="connsiteX7" fmla="*/ 1362075 w 1362075"/>
                    <a:gd name="connsiteY7" fmla="*/ 0 h 414338"/>
                    <a:gd name="connsiteX0" fmla="*/ 0 w 1362075"/>
                    <a:gd name="connsiteY0" fmla="*/ 414338 h 414338"/>
                    <a:gd name="connsiteX1" fmla="*/ 138113 w 1362075"/>
                    <a:gd name="connsiteY1" fmla="*/ 276225 h 414338"/>
                    <a:gd name="connsiteX2" fmla="*/ 538163 w 1362075"/>
                    <a:gd name="connsiteY2" fmla="*/ 276225 h 414338"/>
                    <a:gd name="connsiteX3" fmla="*/ 666751 w 1362075"/>
                    <a:gd name="connsiteY3" fmla="*/ 404813 h 414338"/>
                    <a:gd name="connsiteX4" fmla="*/ 821532 w 1362075"/>
                    <a:gd name="connsiteY4" fmla="*/ 273844 h 414338"/>
                    <a:gd name="connsiteX5" fmla="*/ 950119 w 1362075"/>
                    <a:gd name="connsiteY5" fmla="*/ 407194 h 414338"/>
                    <a:gd name="connsiteX6" fmla="*/ 1362075 w 1362075"/>
                    <a:gd name="connsiteY6" fmla="*/ 0 h 414338"/>
                    <a:gd name="connsiteX0" fmla="*/ 0 w 1362075"/>
                    <a:gd name="connsiteY0" fmla="*/ 414338 h 414338"/>
                    <a:gd name="connsiteX1" fmla="*/ 138113 w 1362075"/>
                    <a:gd name="connsiteY1" fmla="*/ 276225 h 414338"/>
                    <a:gd name="connsiteX2" fmla="*/ 538163 w 1362075"/>
                    <a:gd name="connsiteY2" fmla="*/ 276225 h 414338"/>
                    <a:gd name="connsiteX3" fmla="*/ 673895 w 1362075"/>
                    <a:gd name="connsiteY3" fmla="*/ 409575 h 414338"/>
                    <a:gd name="connsiteX4" fmla="*/ 821532 w 1362075"/>
                    <a:gd name="connsiteY4" fmla="*/ 273844 h 414338"/>
                    <a:gd name="connsiteX5" fmla="*/ 950119 w 1362075"/>
                    <a:gd name="connsiteY5" fmla="*/ 407194 h 414338"/>
                    <a:gd name="connsiteX6" fmla="*/ 1362075 w 1362075"/>
                    <a:gd name="connsiteY6" fmla="*/ 0 h 4143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362075" h="414338">
                      <a:moveTo>
                        <a:pt x="0" y="414338"/>
                      </a:moveTo>
                      <a:lnTo>
                        <a:pt x="138113" y="276225"/>
                      </a:lnTo>
                      <a:lnTo>
                        <a:pt x="538163" y="276225"/>
                      </a:lnTo>
                      <a:lnTo>
                        <a:pt x="673895" y="409575"/>
                      </a:lnTo>
                      <a:lnTo>
                        <a:pt x="821532" y="273844"/>
                      </a:lnTo>
                      <a:lnTo>
                        <a:pt x="950119" y="407194"/>
                      </a:lnTo>
                      <a:lnTo>
                        <a:pt x="1362075" y="0"/>
                      </a:lnTo>
                    </a:path>
                  </a:pathLst>
                </a:custGeom>
                <a:noFill/>
                <a:ln w="12700">
                  <a:solidFill>
                    <a:srgbClr val="41AAAA"/>
                  </a:solidFill>
                </a:ln>
                <a:effectLst/>
              </p:spPr>
              <p:txBody>
                <a:bodyPr wrap="square" lIns="108000" tIns="54000" rIns="108000" bIns="54000" numCol="1" spcCol="72000" rtlCol="0" anchor="ctr">
                  <a:noAutofit/>
                </a:bodyPr>
                <a:lstStyle/>
                <a:p>
                  <a:pPr algn="ctr" rtl="0">
                    <a:spcBef>
                      <a:spcPct val="0"/>
                    </a:spcBef>
                    <a:buFont typeface="Wingdings" charset="0"/>
                    <a:buNone/>
                  </a:pPr>
                  <a:endParaRPr lang="en-US" sz="1000" b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593" name="Freihandform 1663">
                  <a:extLst>
                    <a:ext uri="{FF2B5EF4-FFF2-40B4-BE49-F238E27FC236}">
                      <a16:creationId xmlns:a16="http://schemas.microsoft.com/office/drawing/2014/main" id="{CEAD9F53-43C0-4BA6-9FF5-E7BC8BB6C1F5}"/>
                    </a:ext>
                  </a:extLst>
                </p:cNvPr>
                <p:cNvSpPr/>
                <p:nvPr/>
              </p:nvSpPr>
              <p:spPr bwMode="gray">
                <a:xfrm>
                  <a:off x="5427516" y="3934888"/>
                  <a:ext cx="656133" cy="314030"/>
                </a:xfrm>
                <a:custGeom>
                  <a:avLst/>
                  <a:gdLst>
                    <a:gd name="connsiteX0" fmla="*/ 0 w 552450"/>
                    <a:gd name="connsiteY0" fmla="*/ 0 h 264319"/>
                    <a:gd name="connsiteX1" fmla="*/ 138113 w 552450"/>
                    <a:gd name="connsiteY1" fmla="*/ 135732 h 264319"/>
                    <a:gd name="connsiteX2" fmla="*/ 278607 w 552450"/>
                    <a:gd name="connsiteY2" fmla="*/ 135732 h 264319"/>
                    <a:gd name="connsiteX3" fmla="*/ 278607 w 552450"/>
                    <a:gd name="connsiteY3" fmla="*/ 264319 h 264319"/>
                    <a:gd name="connsiteX4" fmla="*/ 552450 w 552450"/>
                    <a:gd name="connsiteY4" fmla="*/ 264319 h 2643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52450" h="264319">
                      <a:moveTo>
                        <a:pt x="0" y="0"/>
                      </a:moveTo>
                      <a:lnTo>
                        <a:pt x="138113" y="135732"/>
                      </a:lnTo>
                      <a:lnTo>
                        <a:pt x="278607" y="135732"/>
                      </a:lnTo>
                      <a:lnTo>
                        <a:pt x="278607" y="264319"/>
                      </a:lnTo>
                      <a:lnTo>
                        <a:pt x="552450" y="264319"/>
                      </a:lnTo>
                    </a:path>
                  </a:pathLst>
                </a:custGeom>
                <a:noFill/>
                <a:ln w="12700">
                  <a:solidFill>
                    <a:srgbClr val="41AAAA"/>
                  </a:solidFill>
                </a:ln>
                <a:effectLst/>
              </p:spPr>
              <p:txBody>
                <a:bodyPr wrap="square" lIns="108000" tIns="54000" rIns="108000" bIns="54000" numCol="1" spcCol="72000" rtlCol="0" anchor="ctr">
                  <a:noAutofit/>
                </a:bodyPr>
                <a:lstStyle/>
                <a:p>
                  <a:pPr algn="ctr" rtl="0">
                    <a:spcBef>
                      <a:spcPct val="0"/>
                    </a:spcBef>
                    <a:buFont typeface="Wingdings" charset="0"/>
                    <a:buNone/>
                  </a:pPr>
                  <a:endParaRPr lang="en-US" sz="1000" b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594" name="Freihandform 1664">
                  <a:extLst>
                    <a:ext uri="{FF2B5EF4-FFF2-40B4-BE49-F238E27FC236}">
                      <a16:creationId xmlns:a16="http://schemas.microsoft.com/office/drawing/2014/main" id="{6D6C38C7-F44D-44B2-B7CC-2EE912863428}"/>
                    </a:ext>
                  </a:extLst>
                </p:cNvPr>
                <p:cNvSpPr/>
                <p:nvPr/>
              </p:nvSpPr>
              <p:spPr bwMode="gray">
                <a:xfrm>
                  <a:off x="5428938" y="3450412"/>
                  <a:ext cx="325239" cy="319687"/>
                </a:xfrm>
                <a:custGeom>
                  <a:avLst/>
                  <a:gdLst>
                    <a:gd name="connsiteX0" fmla="*/ 0 w 273844"/>
                    <a:gd name="connsiteY0" fmla="*/ 269081 h 269081"/>
                    <a:gd name="connsiteX1" fmla="*/ 142875 w 273844"/>
                    <a:gd name="connsiteY1" fmla="*/ 269081 h 269081"/>
                    <a:gd name="connsiteX2" fmla="*/ 142875 w 273844"/>
                    <a:gd name="connsiteY2" fmla="*/ 133350 h 269081"/>
                    <a:gd name="connsiteX3" fmla="*/ 273844 w 273844"/>
                    <a:gd name="connsiteY3" fmla="*/ 0 h 2690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3844" h="269081">
                      <a:moveTo>
                        <a:pt x="0" y="269081"/>
                      </a:moveTo>
                      <a:lnTo>
                        <a:pt x="142875" y="269081"/>
                      </a:lnTo>
                      <a:lnTo>
                        <a:pt x="142875" y="133350"/>
                      </a:lnTo>
                      <a:lnTo>
                        <a:pt x="273844" y="0"/>
                      </a:lnTo>
                    </a:path>
                  </a:pathLst>
                </a:custGeom>
                <a:noFill/>
                <a:ln w="12700">
                  <a:solidFill>
                    <a:srgbClr val="41AAAA"/>
                  </a:solidFill>
                </a:ln>
                <a:effectLst/>
              </p:spPr>
              <p:txBody>
                <a:bodyPr wrap="square" lIns="108000" tIns="54000" rIns="108000" bIns="54000" numCol="1" spcCol="72000" rtlCol="0" anchor="ctr">
                  <a:noAutofit/>
                </a:bodyPr>
                <a:lstStyle/>
                <a:p>
                  <a:pPr algn="ctr" rtl="0">
                    <a:spcBef>
                      <a:spcPct val="0"/>
                    </a:spcBef>
                    <a:buFont typeface="Wingdings" charset="0"/>
                    <a:buNone/>
                  </a:pPr>
                  <a:endParaRPr lang="en-US" sz="1000" b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595" name="Freihandform 1665">
                  <a:extLst>
                    <a:ext uri="{FF2B5EF4-FFF2-40B4-BE49-F238E27FC236}">
                      <a16:creationId xmlns:a16="http://schemas.microsoft.com/office/drawing/2014/main" id="{E9540626-FC0E-4A20-9623-CF611929681F}"/>
                    </a:ext>
                  </a:extLst>
                </p:cNvPr>
                <p:cNvSpPr/>
                <p:nvPr/>
              </p:nvSpPr>
              <p:spPr bwMode="gray">
                <a:xfrm>
                  <a:off x="5739781" y="3148273"/>
                  <a:ext cx="656133" cy="472459"/>
                </a:xfrm>
                <a:custGeom>
                  <a:avLst/>
                  <a:gdLst>
                    <a:gd name="connsiteX0" fmla="*/ 0 w 552450"/>
                    <a:gd name="connsiteY0" fmla="*/ 397669 h 397669"/>
                    <a:gd name="connsiteX1" fmla="*/ 290512 w 552450"/>
                    <a:gd name="connsiteY1" fmla="*/ 116681 h 397669"/>
                    <a:gd name="connsiteX2" fmla="*/ 416718 w 552450"/>
                    <a:gd name="connsiteY2" fmla="*/ 116681 h 397669"/>
                    <a:gd name="connsiteX3" fmla="*/ 552450 w 552450"/>
                    <a:gd name="connsiteY3" fmla="*/ 0 h 3976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52450" h="397669">
                      <a:moveTo>
                        <a:pt x="0" y="397669"/>
                      </a:moveTo>
                      <a:lnTo>
                        <a:pt x="290512" y="116681"/>
                      </a:lnTo>
                      <a:lnTo>
                        <a:pt x="416718" y="116681"/>
                      </a:lnTo>
                      <a:lnTo>
                        <a:pt x="552450" y="0"/>
                      </a:lnTo>
                    </a:path>
                  </a:pathLst>
                </a:custGeom>
                <a:noFill/>
                <a:ln w="12700">
                  <a:solidFill>
                    <a:srgbClr val="41AAAA"/>
                  </a:solidFill>
                </a:ln>
                <a:effectLst/>
              </p:spPr>
              <p:txBody>
                <a:bodyPr wrap="square" lIns="108000" tIns="54000" rIns="108000" bIns="54000" numCol="1" spcCol="72000" rtlCol="0" anchor="ctr">
                  <a:noAutofit/>
                </a:bodyPr>
                <a:lstStyle/>
                <a:p>
                  <a:pPr algn="ctr" rtl="0">
                    <a:spcBef>
                      <a:spcPct val="0"/>
                    </a:spcBef>
                    <a:buFont typeface="Wingdings" charset="0"/>
                    <a:buNone/>
                  </a:pPr>
                  <a:endParaRPr lang="en-US" sz="1000" b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596" name="Freihandform 1666">
                  <a:extLst>
                    <a:ext uri="{FF2B5EF4-FFF2-40B4-BE49-F238E27FC236}">
                      <a16:creationId xmlns:a16="http://schemas.microsoft.com/office/drawing/2014/main" id="{A27274E0-0538-4EE1-B210-F524C4EDCEC7}"/>
                    </a:ext>
                  </a:extLst>
                </p:cNvPr>
                <p:cNvSpPr/>
                <p:nvPr/>
              </p:nvSpPr>
              <p:spPr bwMode="gray">
                <a:xfrm>
                  <a:off x="6400401" y="3456069"/>
                  <a:ext cx="469475" cy="158429"/>
                </a:xfrm>
                <a:custGeom>
                  <a:avLst/>
                  <a:gdLst>
                    <a:gd name="connsiteX0" fmla="*/ 0 w 395288"/>
                    <a:gd name="connsiteY0" fmla="*/ 133350 h 133350"/>
                    <a:gd name="connsiteX1" fmla="*/ 135732 w 395288"/>
                    <a:gd name="connsiteY1" fmla="*/ 133350 h 133350"/>
                    <a:gd name="connsiteX2" fmla="*/ 269082 w 395288"/>
                    <a:gd name="connsiteY2" fmla="*/ 0 h 133350"/>
                    <a:gd name="connsiteX3" fmla="*/ 395288 w 395288"/>
                    <a:gd name="connsiteY3" fmla="*/ 0 h 1333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95288" h="133350">
                      <a:moveTo>
                        <a:pt x="0" y="133350"/>
                      </a:moveTo>
                      <a:lnTo>
                        <a:pt x="135732" y="133350"/>
                      </a:lnTo>
                      <a:lnTo>
                        <a:pt x="269082" y="0"/>
                      </a:lnTo>
                      <a:lnTo>
                        <a:pt x="395288" y="0"/>
                      </a:lnTo>
                    </a:path>
                  </a:pathLst>
                </a:custGeom>
                <a:noFill/>
                <a:ln w="12700">
                  <a:solidFill>
                    <a:srgbClr val="41AAAA"/>
                  </a:solidFill>
                </a:ln>
                <a:effectLst/>
              </p:spPr>
              <p:txBody>
                <a:bodyPr wrap="square" lIns="108000" tIns="54000" rIns="108000" bIns="54000" numCol="1" spcCol="72000" rtlCol="0" anchor="ctr">
                  <a:noAutofit/>
                </a:bodyPr>
                <a:lstStyle/>
                <a:p>
                  <a:pPr algn="ctr" rtl="0">
                    <a:spcBef>
                      <a:spcPct val="0"/>
                    </a:spcBef>
                    <a:buFont typeface="Wingdings" charset="0"/>
                    <a:buNone/>
                  </a:pPr>
                  <a:endParaRPr lang="en-US" sz="1000" b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597" name="Freihandform 1667">
                  <a:extLst>
                    <a:ext uri="{FF2B5EF4-FFF2-40B4-BE49-F238E27FC236}">
                      <a16:creationId xmlns:a16="http://schemas.microsoft.com/office/drawing/2014/main" id="{3309BAB3-F3C3-4C76-B1B6-16E3CAEDC62F}"/>
                    </a:ext>
                  </a:extLst>
                </p:cNvPr>
                <p:cNvSpPr/>
                <p:nvPr/>
              </p:nvSpPr>
              <p:spPr bwMode="gray">
                <a:xfrm>
                  <a:off x="5913959" y="3772927"/>
                  <a:ext cx="964403" cy="319689"/>
                </a:xfrm>
                <a:custGeom>
                  <a:avLst/>
                  <a:gdLst>
                    <a:gd name="connsiteX0" fmla="*/ 0 w 812007"/>
                    <a:gd name="connsiteY0" fmla="*/ 0 h 269082"/>
                    <a:gd name="connsiteX1" fmla="*/ 150019 w 812007"/>
                    <a:gd name="connsiteY1" fmla="*/ 0 h 269082"/>
                    <a:gd name="connsiteX2" fmla="*/ 273844 w 812007"/>
                    <a:gd name="connsiteY2" fmla="*/ 140494 h 269082"/>
                    <a:gd name="connsiteX3" fmla="*/ 411957 w 812007"/>
                    <a:gd name="connsiteY3" fmla="*/ 140494 h 269082"/>
                    <a:gd name="connsiteX4" fmla="*/ 538163 w 812007"/>
                    <a:gd name="connsiteY4" fmla="*/ 269082 h 269082"/>
                    <a:gd name="connsiteX5" fmla="*/ 812007 w 812007"/>
                    <a:gd name="connsiteY5" fmla="*/ 269082 h 2690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812007" h="269082">
                      <a:moveTo>
                        <a:pt x="0" y="0"/>
                      </a:moveTo>
                      <a:lnTo>
                        <a:pt x="150019" y="0"/>
                      </a:lnTo>
                      <a:lnTo>
                        <a:pt x="273844" y="140494"/>
                      </a:lnTo>
                      <a:lnTo>
                        <a:pt x="411957" y="140494"/>
                      </a:lnTo>
                      <a:lnTo>
                        <a:pt x="538163" y="269082"/>
                      </a:lnTo>
                      <a:lnTo>
                        <a:pt x="812007" y="269082"/>
                      </a:lnTo>
                    </a:path>
                  </a:pathLst>
                </a:custGeom>
                <a:noFill/>
                <a:ln w="12700">
                  <a:solidFill>
                    <a:srgbClr val="41AAAA"/>
                  </a:solidFill>
                </a:ln>
                <a:effectLst/>
              </p:spPr>
              <p:txBody>
                <a:bodyPr wrap="square" lIns="108000" tIns="54000" rIns="108000" bIns="54000" numCol="1" spcCol="72000" rtlCol="0" anchor="ctr">
                  <a:noAutofit/>
                </a:bodyPr>
                <a:lstStyle/>
                <a:p>
                  <a:pPr algn="ctr" rtl="0">
                    <a:spcBef>
                      <a:spcPct val="0"/>
                    </a:spcBef>
                    <a:buFont typeface="Wingdings" charset="0"/>
                    <a:buNone/>
                  </a:pPr>
                  <a:endParaRPr lang="en-US" sz="1000" b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598" name="Freihandform 1668">
                  <a:extLst>
                    <a:ext uri="{FF2B5EF4-FFF2-40B4-BE49-F238E27FC236}">
                      <a16:creationId xmlns:a16="http://schemas.microsoft.com/office/drawing/2014/main" id="{806A6666-7F56-40E1-A140-B1466A3CCD29}"/>
                    </a:ext>
                  </a:extLst>
                </p:cNvPr>
                <p:cNvSpPr/>
                <p:nvPr/>
              </p:nvSpPr>
              <p:spPr bwMode="gray">
                <a:xfrm>
                  <a:off x="9415219" y="2972295"/>
                  <a:ext cx="1111465" cy="322516"/>
                </a:xfrm>
                <a:custGeom>
                  <a:avLst/>
                  <a:gdLst>
                    <a:gd name="connsiteX0" fmla="*/ 0 w 935831"/>
                    <a:gd name="connsiteY0" fmla="*/ 271462 h 271462"/>
                    <a:gd name="connsiteX1" fmla="*/ 133350 w 935831"/>
                    <a:gd name="connsiteY1" fmla="*/ 130968 h 271462"/>
                    <a:gd name="connsiteX2" fmla="*/ 411956 w 935831"/>
                    <a:gd name="connsiteY2" fmla="*/ 130968 h 271462"/>
                    <a:gd name="connsiteX3" fmla="*/ 535781 w 935831"/>
                    <a:gd name="connsiteY3" fmla="*/ 0 h 271462"/>
                    <a:gd name="connsiteX4" fmla="*/ 671512 w 935831"/>
                    <a:gd name="connsiteY4" fmla="*/ 0 h 271462"/>
                    <a:gd name="connsiteX5" fmla="*/ 807244 w 935831"/>
                    <a:gd name="connsiteY5" fmla="*/ 145256 h 271462"/>
                    <a:gd name="connsiteX6" fmla="*/ 935831 w 935831"/>
                    <a:gd name="connsiteY6" fmla="*/ 4762 h 27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935831" h="271462">
                      <a:moveTo>
                        <a:pt x="0" y="271462"/>
                      </a:moveTo>
                      <a:lnTo>
                        <a:pt x="133350" y="130968"/>
                      </a:lnTo>
                      <a:lnTo>
                        <a:pt x="411956" y="130968"/>
                      </a:lnTo>
                      <a:lnTo>
                        <a:pt x="535781" y="0"/>
                      </a:lnTo>
                      <a:lnTo>
                        <a:pt x="671512" y="0"/>
                      </a:lnTo>
                      <a:lnTo>
                        <a:pt x="807244" y="145256"/>
                      </a:lnTo>
                      <a:lnTo>
                        <a:pt x="935831" y="4762"/>
                      </a:lnTo>
                    </a:path>
                  </a:pathLst>
                </a:custGeom>
                <a:noFill/>
                <a:ln w="12700">
                  <a:solidFill>
                    <a:srgbClr val="41AAAA"/>
                  </a:solidFill>
                </a:ln>
                <a:effectLst/>
              </p:spPr>
              <p:txBody>
                <a:bodyPr wrap="square" lIns="108000" tIns="54000" rIns="108000" bIns="54000" numCol="1" spcCol="72000" rtlCol="0" anchor="ctr">
                  <a:noAutofit/>
                </a:bodyPr>
                <a:lstStyle/>
                <a:p>
                  <a:pPr algn="ctr" rtl="0">
                    <a:spcBef>
                      <a:spcPct val="0"/>
                    </a:spcBef>
                    <a:buFont typeface="Wingdings" charset="0"/>
                    <a:buNone/>
                  </a:pPr>
                  <a:endParaRPr lang="en-US" sz="1000" b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599" name="Freihandform 1669">
                  <a:extLst>
                    <a:ext uri="{FF2B5EF4-FFF2-40B4-BE49-F238E27FC236}">
                      <a16:creationId xmlns:a16="http://schemas.microsoft.com/office/drawing/2014/main" id="{140B4345-3769-436E-A1B8-B91AC76CCD50}"/>
                    </a:ext>
                  </a:extLst>
                </p:cNvPr>
                <p:cNvSpPr/>
                <p:nvPr/>
              </p:nvSpPr>
              <p:spPr bwMode="gray">
                <a:xfrm>
                  <a:off x="9727484" y="3288324"/>
                  <a:ext cx="486443" cy="164087"/>
                </a:xfrm>
                <a:custGeom>
                  <a:avLst/>
                  <a:gdLst>
                    <a:gd name="connsiteX0" fmla="*/ 0 w 409575"/>
                    <a:gd name="connsiteY0" fmla="*/ 138112 h 138112"/>
                    <a:gd name="connsiteX1" fmla="*/ 140494 w 409575"/>
                    <a:gd name="connsiteY1" fmla="*/ 0 h 138112"/>
                    <a:gd name="connsiteX2" fmla="*/ 409575 w 409575"/>
                    <a:gd name="connsiteY2" fmla="*/ 0 h 1381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09575" h="138112">
                      <a:moveTo>
                        <a:pt x="0" y="138112"/>
                      </a:moveTo>
                      <a:lnTo>
                        <a:pt x="140494" y="0"/>
                      </a:lnTo>
                      <a:lnTo>
                        <a:pt x="409575" y="0"/>
                      </a:lnTo>
                    </a:path>
                  </a:pathLst>
                </a:custGeom>
                <a:noFill/>
                <a:ln w="12700">
                  <a:solidFill>
                    <a:srgbClr val="41AAAA"/>
                  </a:solidFill>
                </a:ln>
                <a:effectLst/>
              </p:spPr>
              <p:txBody>
                <a:bodyPr wrap="square" lIns="108000" tIns="54000" rIns="108000" bIns="54000" numCol="1" spcCol="72000" rtlCol="0" anchor="ctr">
                  <a:noAutofit/>
                </a:bodyPr>
                <a:lstStyle/>
                <a:p>
                  <a:pPr algn="ctr" rtl="0">
                    <a:spcBef>
                      <a:spcPct val="0"/>
                    </a:spcBef>
                    <a:buFont typeface="Wingdings" charset="0"/>
                    <a:buNone/>
                  </a:pPr>
                  <a:endParaRPr lang="en-US" sz="1000" b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600" name="Freihandform 1670">
                  <a:extLst>
                    <a:ext uri="{FF2B5EF4-FFF2-40B4-BE49-F238E27FC236}">
                      <a16:creationId xmlns:a16="http://schemas.microsoft.com/office/drawing/2014/main" id="{455F3104-88CB-45E6-A7DA-136DBD8A0522}"/>
                    </a:ext>
                  </a:extLst>
                </p:cNvPr>
                <p:cNvSpPr/>
                <p:nvPr/>
              </p:nvSpPr>
              <p:spPr bwMode="gray">
                <a:xfrm>
                  <a:off x="7982409" y="4086128"/>
                  <a:ext cx="2081524" cy="489434"/>
                </a:xfrm>
                <a:custGeom>
                  <a:avLst/>
                  <a:gdLst>
                    <a:gd name="connsiteX0" fmla="*/ 0 w 1752600"/>
                    <a:gd name="connsiteY0" fmla="*/ 138113 h 411957"/>
                    <a:gd name="connsiteX1" fmla="*/ 145256 w 1752600"/>
                    <a:gd name="connsiteY1" fmla="*/ 271463 h 411957"/>
                    <a:gd name="connsiteX2" fmla="*/ 400050 w 1752600"/>
                    <a:gd name="connsiteY2" fmla="*/ 0 h 411957"/>
                    <a:gd name="connsiteX3" fmla="*/ 804862 w 1752600"/>
                    <a:gd name="connsiteY3" fmla="*/ 0 h 411957"/>
                    <a:gd name="connsiteX4" fmla="*/ 938212 w 1752600"/>
                    <a:gd name="connsiteY4" fmla="*/ 140494 h 411957"/>
                    <a:gd name="connsiteX5" fmla="*/ 1202531 w 1752600"/>
                    <a:gd name="connsiteY5" fmla="*/ 140494 h 411957"/>
                    <a:gd name="connsiteX6" fmla="*/ 1335881 w 1752600"/>
                    <a:gd name="connsiteY6" fmla="*/ 273844 h 411957"/>
                    <a:gd name="connsiteX7" fmla="*/ 1469231 w 1752600"/>
                    <a:gd name="connsiteY7" fmla="*/ 130969 h 411957"/>
                    <a:gd name="connsiteX8" fmla="*/ 1752600 w 1752600"/>
                    <a:gd name="connsiteY8" fmla="*/ 411957 h 411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752600" h="411957">
                      <a:moveTo>
                        <a:pt x="0" y="138113"/>
                      </a:moveTo>
                      <a:lnTo>
                        <a:pt x="145256" y="271463"/>
                      </a:lnTo>
                      <a:lnTo>
                        <a:pt x="400050" y="0"/>
                      </a:lnTo>
                      <a:lnTo>
                        <a:pt x="804862" y="0"/>
                      </a:lnTo>
                      <a:lnTo>
                        <a:pt x="938212" y="140494"/>
                      </a:lnTo>
                      <a:lnTo>
                        <a:pt x="1202531" y="140494"/>
                      </a:lnTo>
                      <a:lnTo>
                        <a:pt x="1335881" y="273844"/>
                      </a:lnTo>
                      <a:lnTo>
                        <a:pt x="1469231" y="130969"/>
                      </a:lnTo>
                      <a:lnTo>
                        <a:pt x="1752600" y="411957"/>
                      </a:lnTo>
                    </a:path>
                  </a:pathLst>
                </a:custGeom>
                <a:noFill/>
                <a:ln w="12700">
                  <a:solidFill>
                    <a:srgbClr val="41AAAA"/>
                  </a:solidFill>
                </a:ln>
                <a:effectLst/>
              </p:spPr>
              <p:txBody>
                <a:bodyPr wrap="square" lIns="108000" tIns="54000" rIns="108000" bIns="54000" numCol="1" spcCol="72000" rtlCol="0" anchor="ctr">
                  <a:noAutofit/>
                </a:bodyPr>
                <a:lstStyle/>
                <a:p>
                  <a:pPr algn="ctr" rtl="0">
                    <a:spcBef>
                      <a:spcPct val="0"/>
                    </a:spcBef>
                    <a:buFont typeface="Wingdings" charset="0"/>
                    <a:buNone/>
                  </a:pPr>
                  <a:endParaRPr lang="en-US" sz="1000" b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601" name="Freihandform 1671">
                  <a:extLst>
                    <a:ext uri="{FF2B5EF4-FFF2-40B4-BE49-F238E27FC236}">
                      <a16:creationId xmlns:a16="http://schemas.microsoft.com/office/drawing/2014/main" id="{69364580-C7D8-4D45-BF6C-90717DB39314}"/>
                    </a:ext>
                  </a:extLst>
                </p:cNvPr>
                <p:cNvSpPr/>
                <p:nvPr/>
              </p:nvSpPr>
              <p:spPr bwMode="gray">
                <a:xfrm>
                  <a:off x="9729145" y="4086957"/>
                  <a:ext cx="653303" cy="169745"/>
                </a:xfrm>
                <a:custGeom>
                  <a:avLst/>
                  <a:gdLst>
                    <a:gd name="connsiteX0" fmla="*/ 0 w 550068"/>
                    <a:gd name="connsiteY0" fmla="*/ 0 h 142875"/>
                    <a:gd name="connsiteX1" fmla="*/ 278606 w 550068"/>
                    <a:gd name="connsiteY1" fmla="*/ 0 h 142875"/>
                    <a:gd name="connsiteX2" fmla="*/ 402431 w 550068"/>
                    <a:gd name="connsiteY2" fmla="*/ 142875 h 142875"/>
                    <a:gd name="connsiteX3" fmla="*/ 550068 w 550068"/>
                    <a:gd name="connsiteY3" fmla="*/ 142875 h 142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50068" h="142875">
                      <a:moveTo>
                        <a:pt x="0" y="0"/>
                      </a:moveTo>
                      <a:lnTo>
                        <a:pt x="278606" y="0"/>
                      </a:lnTo>
                      <a:lnTo>
                        <a:pt x="402431" y="142875"/>
                      </a:lnTo>
                      <a:lnTo>
                        <a:pt x="550068" y="142875"/>
                      </a:lnTo>
                    </a:path>
                  </a:pathLst>
                </a:custGeom>
                <a:noFill/>
                <a:ln w="12700">
                  <a:solidFill>
                    <a:srgbClr val="41AAAA"/>
                  </a:solidFill>
                </a:ln>
                <a:effectLst/>
              </p:spPr>
              <p:txBody>
                <a:bodyPr wrap="square" lIns="108000" tIns="54000" rIns="108000" bIns="54000" numCol="1" spcCol="72000" rtlCol="0" anchor="ctr">
                  <a:noAutofit/>
                </a:bodyPr>
                <a:lstStyle/>
                <a:p>
                  <a:pPr algn="ctr" rtl="0">
                    <a:spcBef>
                      <a:spcPct val="0"/>
                    </a:spcBef>
                    <a:buFont typeface="Wingdings" charset="0"/>
                    <a:buNone/>
                  </a:pPr>
                  <a:endParaRPr lang="en-US" sz="1000" b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602" name="Freihandform 1672">
                  <a:extLst>
                    <a:ext uri="{FF2B5EF4-FFF2-40B4-BE49-F238E27FC236}">
                      <a16:creationId xmlns:a16="http://schemas.microsoft.com/office/drawing/2014/main" id="{B04C9E5C-E92F-4E60-8986-901159D9F20E}"/>
                    </a:ext>
                  </a:extLst>
                </p:cNvPr>
                <p:cNvSpPr/>
                <p:nvPr/>
              </p:nvSpPr>
              <p:spPr bwMode="gray">
                <a:xfrm>
                  <a:off x="10685061" y="3142041"/>
                  <a:ext cx="967231" cy="469629"/>
                </a:xfrm>
                <a:custGeom>
                  <a:avLst/>
                  <a:gdLst>
                    <a:gd name="connsiteX0" fmla="*/ 0 w 814388"/>
                    <a:gd name="connsiteY0" fmla="*/ 0 h 395287"/>
                    <a:gd name="connsiteX1" fmla="*/ 135731 w 814388"/>
                    <a:gd name="connsiteY1" fmla="*/ 130968 h 395287"/>
                    <a:gd name="connsiteX2" fmla="*/ 273844 w 814388"/>
                    <a:gd name="connsiteY2" fmla="*/ 130968 h 395287"/>
                    <a:gd name="connsiteX3" fmla="*/ 538163 w 814388"/>
                    <a:gd name="connsiteY3" fmla="*/ 395287 h 395287"/>
                    <a:gd name="connsiteX4" fmla="*/ 814388 w 814388"/>
                    <a:gd name="connsiteY4" fmla="*/ 395287 h 3952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14388" h="395287">
                      <a:moveTo>
                        <a:pt x="0" y="0"/>
                      </a:moveTo>
                      <a:lnTo>
                        <a:pt x="135731" y="130968"/>
                      </a:lnTo>
                      <a:lnTo>
                        <a:pt x="273844" y="130968"/>
                      </a:lnTo>
                      <a:lnTo>
                        <a:pt x="538163" y="395287"/>
                      </a:lnTo>
                      <a:lnTo>
                        <a:pt x="814388" y="395287"/>
                      </a:lnTo>
                    </a:path>
                  </a:pathLst>
                </a:custGeom>
                <a:noFill/>
                <a:ln w="12700">
                  <a:solidFill>
                    <a:srgbClr val="41AAAA"/>
                  </a:solidFill>
                </a:ln>
                <a:effectLst/>
              </p:spPr>
              <p:txBody>
                <a:bodyPr wrap="square" lIns="108000" tIns="54000" rIns="108000" bIns="54000" numCol="1" spcCol="72000" rtlCol="0" anchor="ctr">
                  <a:noAutofit/>
                </a:bodyPr>
                <a:lstStyle/>
                <a:p>
                  <a:pPr algn="ctr" rtl="0">
                    <a:spcBef>
                      <a:spcPct val="0"/>
                    </a:spcBef>
                    <a:buFont typeface="Wingdings" charset="0"/>
                    <a:buNone/>
                  </a:pPr>
                  <a:endParaRPr lang="en-US" sz="1000" b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603" name="Freihandform 1673">
                  <a:extLst>
                    <a:ext uri="{FF2B5EF4-FFF2-40B4-BE49-F238E27FC236}">
                      <a16:creationId xmlns:a16="http://schemas.microsoft.com/office/drawing/2014/main" id="{6CCAD78E-E931-47D4-88F1-44FDCDB3CCD3}"/>
                    </a:ext>
                  </a:extLst>
                </p:cNvPr>
                <p:cNvSpPr/>
                <p:nvPr/>
              </p:nvSpPr>
              <p:spPr bwMode="gray">
                <a:xfrm>
                  <a:off x="10834953" y="3934187"/>
                  <a:ext cx="822994" cy="472458"/>
                </a:xfrm>
                <a:custGeom>
                  <a:avLst/>
                  <a:gdLst>
                    <a:gd name="connsiteX0" fmla="*/ 0 w 692944"/>
                    <a:gd name="connsiteY0" fmla="*/ 397668 h 397668"/>
                    <a:gd name="connsiteX1" fmla="*/ 145257 w 692944"/>
                    <a:gd name="connsiteY1" fmla="*/ 397668 h 397668"/>
                    <a:gd name="connsiteX2" fmla="*/ 542925 w 692944"/>
                    <a:gd name="connsiteY2" fmla="*/ 0 h 397668"/>
                    <a:gd name="connsiteX3" fmla="*/ 692944 w 692944"/>
                    <a:gd name="connsiteY3" fmla="*/ 0 h 3976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92944" h="397668">
                      <a:moveTo>
                        <a:pt x="0" y="397668"/>
                      </a:moveTo>
                      <a:lnTo>
                        <a:pt x="145257" y="397668"/>
                      </a:lnTo>
                      <a:lnTo>
                        <a:pt x="542925" y="0"/>
                      </a:lnTo>
                      <a:lnTo>
                        <a:pt x="692944" y="0"/>
                      </a:lnTo>
                    </a:path>
                  </a:pathLst>
                </a:custGeom>
                <a:noFill/>
                <a:ln w="12700">
                  <a:solidFill>
                    <a:srgbClr val="41AAAA"/>
                  </a:solidFill>
                </a:ln>
                <a:effectLst/>
              </p:spPr>
              <p:txBody>
                <a:bodyPr wrap="square" lIns="108000" tIns="54000" rIns="108000" bIns="54000" numCol="1" spcCol="72000" rtlCol="0" anchor="ctr">
                  <a:noAutofit/>
                </a:bodyPr>
                <a:lstStyle/>
                <a:p>
                  <a:pPr algn="ctr" rtl="0">
                    <a:spcBef>
                      <a:spcPct val="0"/>
                    </a:spcBef>
                    <a:buFont typeface="Wingdings" charset="0"/>
                    <a:buNone/>
                  </a:pPr>
                  <a:endParaRPr lang="en-US" sz="1000" b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605" name="Freihandform 1675">
                  <a:extLst>
                    <a:ext uri="{FF2B5EF4-FFF2-40B4-BE49-F238E27FC236}">
                      <a16:creationId xmlns:a16="http://schemas.microsoft.com/office/drawing/2014/main" id="{B0101BBF-BEF8-4D02-89CF-BECBAF416034}"/>
                    </a:ext>
                  </a:extLst>
                </p:cNvPr>
                <p:cNvSpPr/>
                <p:nvPr/>
              </p:nvSpPr>
              <p:spPr bwMode="gray">
                <a:xfrm>
                  <a:off x="11171504" y="3770097"/>
                  <a:ext cx="311098" cy="161259"/>
                </a:xfrm>
                <a:custGeom>
                  <a:avLst/>
                  <a:gdLst>
                    <a:gd name="connsiteX0" fmla="*/ 0 w 261938"/>
                    <a:gd name="connsiteY0" fmla="*/ 135732 h 135732"/>
                    <a:gd name="connsiteX1" fmla="*/ 126206 w 261938"/>
                    <a:gd name="connsiteY1" fmla="*/ 135732 h 135732"/>
                    <a:gd name="connsiteX2" fmla="*/ 261938 w 261938"/>
                    <a:gd name="connsiteY2" fmla="*/ 0 h 1357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61938" h="135732">
                      <a:moveTo>
                        <a:pt x="0" y="135732"/>
                      </a:moveTo>
                      <a:lnTo>
                        <a:pt x="126206" y="135732"/>
                      </a:lnTo>
                      <a:lnTo>
                        <a:pt x="261938" y="0"/>
                      </a:lnTo>
                    </a:path>
                  </a:pathLst>
                </a:custGeom>
                <a:noFill/>
                <a:ln w="12700">
                  <a:solidFill>
                    <a:srgbClr val="41AAAA"/>
                  </a:solidFill>
                </a:ln>
                <a:effectLst/>
              </p:spPr>
              <p:txBody>
                <a:bodyPr wrap="square" lIns="108000" tIns="54000" rIns="108000" bIns="54000" numCol="1" spcCol="72000" rtlCol="0" anchor="ctr">
                  <a:noAutofit/>
                </a:bodyPr>
                <a:lstStyle/>
                <a:p>
                  <a:pPr algn="ctr" rtl="0">
                    <a:spcBef>
                      <a:spcPct val="0"/>
                    </a:spcBef>
                    <a:buFont typeface="Wingdings" charset="0"/>
                    <a:buNone/>
                  </a:pPr>
                  <a:endParaRPr lang="en-US" sz="1000" b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606" name="Freihandform 1676">
                  <a:extLst>
                    <a:ext uri="{FF2B5EF4-FFF2-40B4-BE49-F238E27FC236}">
                      <a16:creationId xmlns:a16="http://schemas.microsoft.com/office/drawing/2014/main" id="{31E54D63-E946-425D-8DCE-937F6BDDA06D}"/>
                    </a:ext>
                  </a:extLst>
                </p:cNvPr>
                <p:cNvSpPr/>
                <p:nvPr/>
              </p:nvSpPr>
              <p:spPr bwMode="gray">
                <a:xfrm>
                  <a:off x="7027311" y="3611670"/>
                  <a:ext cx="478901" cy="147113"/>
                </a:xfrm>
                <a:custGeom>
                  <a:avLst/>
                  <a:gdLst>
                    <a:gd name="connsiteX0" fmla="*/ 0 w 403225"/>
                    <a:gd name="connsiteY0" fmla="*/ 0 h 123825"/>
                    <a:gd name="connsiteX1" fmla="*/ 279400 w 403225"/>
                    <a:gd name="connsiteY1" fmla="*/ 0 h 123825"/>
                    <a:gd name="connsiteX2" fmla="*/ 403225 w 403225"/>
                    <a:gd name="connsiteY2" fmla="*/ 123825 h 1238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03225" h="123825">
                      <a:moveTo>
                        <a:pt x="0" y="0"/>
                      </a:moveTo>
                      <a:lnTo>
                        <a:pt x="279400" y="0"/>
                      </a:lnTo>
                      <a:lnTo>
                        <a:pt x="403225" y="123825"/>
                      </a:lnTo>
                    </a:path>
                  </a:pathLst>
                </a:custGeom>
                <a:noFill/>
                <a:ln w="12700">
                  <a:solidFill>
                    <a:srgbClr val="41AAAA"/>
                  </a:solidFill>
                </a:ln>
                <a:effectLst/>
              </p:spPr>
              <p:txBody>
                <a:bodyPr wrap="square" lIns="108000" tIns="54000" rIns="108000" bIns="54000" numCol="1" spcCol="72000" rtlCol="0" anchor="ctr">
                  <a:noAutofit/>
                </a:bodyPr>
                <a:lstStyle/>
                <a:p>
                  <a:pPr algn="ctr" rtl="0">
                    <a:spcBef>
                      <a:spcPct val="0"/>
                    </a:spcBef>
                    <a:buFont typeface="Wingdings" charset="0"/>
                    <a:buNone/>
                  </a:pPr>
                  <a:endParaRPr lang="en-US" sz="1000" b="1" dirty="0">
                    <a:solidFill>
                      <a:srgbClr val="000000"/>
                    </a:solidFill>
                  </a:endParaRPr>
                </a:p>
              </p:txBody>
            </p:sp>
          </p:grpSp>
          <p:sp>
            <p:nvSpPr>
              <p:cNvPr id="341" name="Ellipse 972">
                <a:extLst>
                  <a:ext uri="{FF2B5EF4-FFF2-40B4-BE49-F238E27FC236}">
                    <a16:creationId xmlns:a16="http://schemas.microsoft.com/office/drawing/2014/main" id="{5587AB4B-A4AA-4EB3-96EC-082B23AF6818}"/>
                  </a:ext>
                </a:extLst>
              </p:cNvPr>
              <p:cNvSpPr/>
              <p:nvPr/>
            </p:nvSpPr>
            <p:spPr bwMode="gray">
              <a:xfrm flipV="1">
                <a:off x="8053160" y="2557824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42" name="Ellipse 973">
                <a:extLst>
                  <a:ext uri="{FF2B5EF4-FFF2-40B4-BE49-F238E27FC236}">
                    <a16:creationId xmlns:a16="http://schemas.microsoft.com/office/drawing/2014/main" id="{D16EED1B-697A-4BEC-B662-6173A42963B5}"/>
                  </a:ext>
                </a:extLst>
              </p:cNvPr>
              <p:cNvSpPr/>
              <p:nvPr/>
            </p:nvSpPr>
            <p:spPr bwMode="gray">
              <a:xfrm flipV="1">
                <a:off x="7950749" y="2557824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43" name="Ellipse 974">
                <a:extLst>
                  <a:ext uri="{FF2B5EF4-FFF2-40B4-BE49-F238E27FC236}">
                    <a16:creationId xmlns:a16="http://schemas.microsoft.com/office/drawing/2014/main" id="{BE5F4E96-694D-4E97-9B2F-90DF6E6C2890}"/>
                  </a:ext>
                </a:extLst>
              </p:cNvPr>
              <p:cNvSpPr/>
              <p:nvPr/>
            </p:nvSpPr>
            <p:spPr bwMode="gray">
              <a:xfrm flipV="1">
                <a:off x="7441978" y="2557824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44" name="Ellipse 975">
                <a:extLst>
                  <a:ext uri="{FF2B5EF4-FFF2-40B4-BE49-F238E27FC236}">
                    <a16:creationId xmlns:a16="http://schemas.microsoft.com/office/drawing/2014/main" id="{5FD0D0B2-2F4E-4F1E-BB47-5A90F883C68C}"/>
                  </a:ext>
                </a:extLst>
              </p:cNvPr>
              <p:cNvSpPr/>
              <p:nvPr/>
            </p:nvSpPr>
            <p:spPr bwMode="gray">
              <a:xfrm flipV="1">
                <a:off x="7344594" y="2557824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45" name="Ellipse 976">
                <a:extLst>
                  <a:ext uri="{FF2B5EF4-FFF2-40B4-BE49-F238E27FC236}">
                    <a16:creationId xmlns:a16="http://schemas.microsoft.com/office/drawing/2014/main" id="{ACE760D8-0464-4C0A-AA2F-66D4936DD755}"/>
                  </a:ext>
                </a:extLst>
              </p:cNvPr>
              <p:cNvSpPr/>
              <p:nvPr/>
            </p:nvSpPr>
            <p:spPr bwMode="gray">
              <a:xfrm flipV="1">
                <a:off x="9778750" y="2557824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46" name="Ellipse 977">
                <a:extLst>
                  <a:ext uri="{FF2B5EF4-FFF2-40B4-BE49-F238E27FC236}">
                    <a16:creationId xmlns:a16="http://schemas.microsoft.com/office/drawing/2014/main" id="{D96491F6-1143-48E5-8813-6B7981B914EB}"/>
                  </a:ext>
                </a:extLst>
              </p:cNvPr>
              <p:cNvSpPr/>
              <p:nvPr/>
            </p:nvSpPr>
            <p:spPr bwMode="gray">
              <a:xfrm flipV="1">
                <a:off x="10185459" y="2453244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47" name="Ellipse 978">
                <a:extLst>
                  <a:ext uri="{FF2B5EF4-FFF2-40B4-BE49-F238E27FC236}">
                    <a16:creationId xmlns:a16="http://schemas.microsoft.com/office/drawing/2014/main" id="{8BEAD64B-3DB0-4C92-8B09-5100BF6BB39E}"/>
                  </a:ext>
                </a:extLst>
              </p:cNvPr>
              <p:cNvSpPr/>
              <p:nvPr/>
            </p:nvSpPr>
            <p:spPr bwMode="gray">
              <a:xfrm flipV="1">
                <a:off x="10185459" y="2135502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48" name="Ellipse 979">
                <a:extLst>
                  <a:ext uri="{FF2B5EF4-FFF2-40B4-BE49-F238E27FC236}">
                    <a16:creationId xmlns:a16="http://schemas.microsoft.com/office/drawing/2014/main" id="{1F25E483-DB3C-4C21-BA87-DE3CF57FCB43}"/>
                  </a:ext>
                </a:extLst>
              </p:cNvPr>
              <p:cNvSpPr/>
              <p:nvPr/>
            </p:nvSpPr>
            <p:spPr bwMode="gray">
              <a:xfrm flipV="1">
                <a:off x="10185459" y="1816026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49" name="Ellipse 980">
                <a:extLst>
                  <a:ext uri="{FF2B5EF4-FFF2-40B4-BE49-F238E27FC236}">
                    <a16:creationId xmlns:a16="http://schemas.microsoft.com/office/drawing/2014/main" id="{ABD5CC65-947D-415C-97FC-66CEFB227892}"/>
                  </a:ext>
                </a:extLst>
              </p:cNvPr>
              <p:cNvSpPr/>
              <p:nvPr/>
            </p:nvSpPr>
            <p:spPr bwMode="gray">
              <a:xfrm flipV="1">
                <a:off x="10185459" y="160243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50" name="Ellipse 981">
                <a:extLst>
                  <a:ext uri="{FF2B5EF4-FFF2-40B4-BE49-F238E27FC236}">
                    <a16:creationId xmlns:a16="http://schemas.microsoft.com/office/drawing/2014/main" id="{FF0FCEE2-1752-4072-8F1D-C7CE0BA0177B}"/>
                  </a:ext>
                </a:extLst>
              </p:cNvPr>
              <p:cNvSpPr/>
              <p:nvPr/>
            </p:nvSpPr>
            <p:spPr bwMode="gray">
              <a:xfrm flipV="1">
                <a:off x="10286625" y="2453244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51" name="Ellipse 982">
                <a:extLst>
                  <a:ext uri="{FF2B5EF4-FFF2-40B4-BE49-F238E27FC236}">
                    <a16:creationId xmlns:a16="http://schemas.microsoft.com/office/drawing/2014/main" id="{818FDAF6-CF6D-4248-921B-A77A1D61F74C}"/>
                  </a:ext>
                </a:extLst>
              </p:cNvPr>
              <p:cNvSpPr/>
              <p:nvPr/>
            </p:nvSpPr>
            <p:spPr bwMode="gray">
              <a:xfrm flipV="1">
                <a:off x="10385977" y="2453244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52" name="Ellipse 983">
                <a:extLst>
                  <a:ext uri="{FF2B5EF4-FFF2-40B4-BE49-F238E27FC236}">
                    <a16:creationId xmlns:a16="http://schemas.microsoft.com/office/drawing/2014/main" id="{3CECE34B-1808-4A19-8910-AECF066551ED}"/>
                  </a:ext>
                </a:extLst>
              </p:cNvPr>
              <p:cNvSpPr/>
              <p:nvPr/>
            </p:nvSpPr>
            <p:spPr bwMode="gray">
              <a:xfrm flipV="1">
                <a:off x="10286625" y="224145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53" name="Ellipse 984">
                <a:extLst>
                  <a:ext uri="{FF2B5EF4-FFF2-40B4-BE49-F238E27FC236}">
                    <a16:creationId xmlns:a16="http://schemas.microsoft.com/office/drawing/2014/main" id="{2C8822ED-1D41-4063-A826-8A10CCA9A60D}"/>
                  </a:ext>
                </a:extLst>
              </p:cNvPr>
              <p:cNvSpPr/>
              <p:nvPr/>
            </p:nvSpPr>
            <p:spPr bwMode="gray">
              <a:xfrm flipV="1">
                <a:off x="10385977" y="2347090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54" name="Ellipse 985">
                <a:extLst>
                  <a:ext uri="{FF2B5EF4-FFF2-40B4-BE49-F238E27FC236}">
                    <a16:creationId xmlns:a16="http://schemas.microsoft.com/office/drawing/2014/main" id="{07EFFCF8-DC7C-46A1-85A5-E0F6E72568CC}"/>
                  </a:ext>
                </a:extLst>
              </p:cNvPr>
              <p:cNvSpPr/>
              <p:nvPr/>
            </p:nvSpPr>
            <p:spPr bwMode="gray">
              <a:xfrm flipV="1">
                <a:off x="10385977" y="224145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55" name="Ellipse 986">
                <a:extLst>
                  <a:ext uri="{FF2B5EF4-FFF2-40B4-BE49-F238E27FC236}">
                    <a16:creationId xmlns:a16="http://schemas.microsoft.com/office/drawing/2014/main" id="{A19FDBEA-6A12-4B59-83A5-4DE42226F6F2}"/>
                  </a:ext>
                </a:extLst>
              </p:cNvPr>
              <p:cNvSpPr/>
              <p:nvPr/>
            </p:nvSpPr>
            <p:spPr bwMode="gray">
              <a:xfrm flipV="1">
                <a:off x="10084935" y="2347090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56" name="Ellipse 987">
                <a:extLst>
                  <a:ext uri="{FF2B5EF4-FFF2-40B4-BE49-F238E27FC236}">
                    <a16:creationId xmlns:a16="http://schemas.microsoft.com/office/drawing/2014/main" id="{688D3D1D-3DA6-4CE6-B91D-0EE8A4ADC3B3}"/>
                  </a:ext>
                </a:extLst>
              </p:cNvPr>
              <p:cNvSpPr/>
              <p:nvPr/>
            </p:nvSpPr>
            <p:spPr bwMode="gray">
              <a:xfrm flipV="1">
                <a:off x="10084935" y="224145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57" name="Ellipse 988">
                <a:extLst>
                  <a:ext uri="{FF2B5EF4-FFF2-40B4-BE49-F238E27FC236}">
                    <a16:creationId xmlns:a16="http://schemas.microsoft.com/office/drawing/2014/main" id="{AD883589-62EC-4C7F-B9D4-67EC1385E6FE}"/>
                  </a:ext>
                </a:extLst>
              </p:cNvPr>
              <p:cNvSpPr/>
              <p:nvPr/>
            </p:nvSpPr>
            <p:spPr bwMode="gray">
              <a:xfrm flipV="1">
                <a:off x="10084935" y="2135502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58" name="Ellipse 989">
                <a:extLst>
                  <a:ext uri="{FF2B5EF4-FFF2-40B4-BE49-F238E27FC236}">
                    <a16:creationId xmlns:a16="http://schemas.microsoft.com/office/drawing/2014/main" id="{670214CB-0BE1-450D-963D-C31A24BD389E}"/>
                  </a:ext>
                </a:extLst>
              </p:cNvPr>
              <p:cNvSpPr/>
              <p:nvPr/>
            </p:nvSpPr>
            <p:spPr bwMode="gray">
              <a:xfrm flipV="1">
                <a:off x="10691133" y="2241459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59" name="Ellipse 990">
                <a:extLst>
                  <a:ext uri="{FF2B5EF4-FFF2-40B4-BE49-F238E27FC236}">
                    <a16:creationId xmlns:a16="http://schemas.microsoft.com/office/drawing/2014/main" id="{78B93CB3-0FFC-4B37-8858-569627E1D212}"/>
                  </a:ext>
                </a:extLst>
              </p:cNvPr>
              <p:cNvSpPr/>
              <p:nvPr/>
            </p:nvSpPr>
            <p:spPr bwMode="gray">
              <a:xfrm flipV="1">
                <a:off x="10691133" y="2135502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60" name="Ellipse 991">
                <a:extLst>
                  <a:ext uri="{FF2B5EF4-FFF2-40B4-BE49-F238E27FC236}">
                    <a16:creationId xmlns:a16="http://schemas.microsoft.com/office/drawing/2014/main" id="{C9BF1ED3-1907-40BF-9280-04DE1735942A}"/>
                  </a:ext>
                </a:extLst>
              </p:cNvPr>
              <p:cNvSpPr/>
              <p:nvPr/>
            </p:nvSpPr>
            <p:spPr bwMode="gray">
              <a:xfrm flipV="1">
                <a:off x="10593948" y="2135502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61" name="Ellipse 992">
                <a:extLst>
                  <a:ext uri="{FF2B5EF4-FFF2-40B4-BE49-F238E27FC236}">
                    <a16:creationId xmlns:a16="http://schemas.microsoft.com/office/drawing/2014/main" id="{DDD7F1D5-B8A8-4DB6-88CD-7D9D20A67C4D}"/>
                  </a:ext>
                </a:extLst>
              </p:cNvPr>
              <p:cNvSpPr/>
              <p:nvPr/>
            </p:nvSpPr>
            <p:spPr bwMode="gray">
              <a:xfrm flipV="1">
                <a:off x="10691133" y="1923224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62" name="Ellipse 993">
                <a:extLst>
                  <a:ext uri="{FF2B5EF4-FFF2-40B4-BE49-F238E27FC236}">
                    <a16:creationId xmlns:a16="http://schemas.microsoft.com/office/drawing/2014/main" id="{0BE6B7AD-81CC-4FC3-ABFE-1BD5398D4CE8}"/>
                  </a:ext>
                </a:extLst>
              </p:cNvPr>
              <p:cNvSpPr/>
              <p:nvPr/>
            </p:nvSpPr>
            <p:spPr bwMode="gray">
              <a:xfrm flipV="1">
                <a:off x="10691133" y="1816026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63" name="Ellipse 994">
                <a:extLst>
                  <a:ext uri="{FF2B5EF4-FFF2-40B4-BE49-F238E27FC236}">
                    <a16:creationId xmlns:a16="http://schemas.microsoft.com/office/drawing/2014/main" id="{6CD2849C-2E53-4699-A34F-EF7993B8A669}"/>
                  </a:ext>
                </a:extLst>
              </p:cNvPr>
              <p:cNvSpPr/>
              <p:nvPr/>
            </p:nvSpPr>
            <p:spPr bwMode="gray">
              <a:xfrm flipV="1">
                <a:off x="10691133" y="170790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64" name="Ellipse 995">
                <a:extLst>
                  <a:ext uri="{FF2B5EF4-FFF2-40B4-BE49-F238E27FC236}">
                    <a16:creationId xmlns:a16="http://schemas.microsoft.com/office/drawing/2014/main" id="{A1E2D3BB-F57F-4BF6-A564-9CDE3BFE5379}"/>
                  </a:ext>
                </a:extLst>
              </p:cNvPr>
              <p:cNvSpPr/>
              <p:nvPr/>
            </p:nvSpPr>
            <p:spPr bwMode="gray">
              <a:xfrm flipV="1">
                <a:off x="9883804" y="160243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65" name="Ellipse 996">
                <a:extLst>
                  <a:ext uri="{FF2B5EF4-FFF2-40B4-BE49-F238E27FC236}">
                    <a16:creationId xmlns:a16="http://schemas.microsoft.com/office/drawing/2014/main" id="{27F43E66-3150-47DD-A954-6CF4D39D7BB7}"/>
                  </a:ext>
                </a:extLst>
              </p:cNvPr>
              <p:cNvSpPr/>
              <p:nvPr/>
            </p:nvSpPr>
            <p:spPr bwMode="gray">
              <a:xfrm flipV="1">
                <a:off x="9778750" y="1602439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66" name="Ellipse 997">
                <a:extLst>
                  <a:ext uri="{FF2B5EF4-FFF2-40B4-BE49-F238E27FC236}">
                    <a16:creationId xmlns:a16="http://schemas.microsoft.com/office/drawing/2014/main" id="{C104B223-520C-41C1-8DDF-610CB72D9434}"/>
                  </a:ext>
                </a:extLst>
              </p:cNvPr>
              <p:cNvSpPr/>
              <p:nvPr/>
            </p:nvSpPr>
            <p:spPr bwMode="gray">
              <a:xfrm flipV="1">
                <a:off x="9676998" y="1602439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67" name="Ellipse 998">
                <a:extLst>
                  <a:ext uri="{FF2B5EF4-FFF2-40B4-BE49-F238E27FC236}">
                    <a16:creationId xmlns:a16="http://schemas.microsoft.com/office/drawing/2014/main" id="{9EB56993-E8F9-4721-9C17-3FE221047884}"/>
                  </a:ext>
                </a:extLst>
              </p:cNvPr>
              <p:cNvSpPr/>
              <p:nvPr/>
            </p:nvSpPr>
            <p:spPr bwMode="gray">
              <a:xfrm flipV="1">
                <a:off x="10593948" y="170790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68" name="Ellipse 999">
                <a:extLst>
                  <a:ext uri="{FF2B5EF4-FFF2-40B4-BE49-F238E27FC236}">
                    <a16:creationId xmlns:a16="http://schemas.microsoft.com/office/drawing/2014/main" id="{3EA71A5F-9A04-4357-9671-3CA0DEAFC4C5}"/>
                  </a:ext>
                </a:extLst>
              </p:cNvPr>
              <p:cNvSpPr/>
              <p:nvPr/>
            </p:nvSpPr>
            <p:spPr bwMode="gray">
              <a:xfrm flipV="1">
                <a:off x="10593948" y="1816026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69" name="Ellipse 1000">
                <a:extLst>
                  <a:ext uri="{FF2B5EF4-FFF2-40B4-BE49-F238E27FC236}">
                    <a16:creationId xmlns:a16="http://schemas.microsoft.com/office/drawing/2014/main" id="{27F97A9A-12F1-471E-84B9-8F9C55B1585A}"/>
                  </a:ext>
                </a:extLst>
              </p:cNvPr>
              <p:cNvSpPr/>
              <p:nvPr/>
            </p:nvSpPr>
            <p:spPr bwMode="gray">
              <a:xfrm flipV="1">
                <a:off x="10385977" y="1816026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70" name="Ellipse 1001">
                <a:extLst>
                  <a:ext uri="{FF2B5EF4-FFF2-40B4-BE49-F238E27FC236}">
                    <a16:creationId xmlns:a16="http://schemas.microsoft.com/office/drawing/2014/main" id="{5E6FE083-33BF-48AA-AD3F-96E3DDB22818}"/>
                  </a:ext>
                </a:extLst>
              </p:cNvPr>
              <p:cNvSpPr/>
              <p:nvPr/>
            </p:nvSpPr>
            <p:spPr bwMode="gray">
              <a:xfrm flipV="1">
                <a:off x="10490310" y="2135502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71" name="Ellipse 1002">
                <a:extLst>
                  <a:ext uri="{FF2B5EF4-FFF2-40B4-BE49-F238E27FC236}">
                    <a16:creationId xmlns:a16="http://schemas.microsoft.com/office/drawing/2014/main" id="{B8F0B45A-ED51-4CF4-9739-43CCE05BBF51}"/>
                  </a:ext>
                </a:extLst>
              </p:cNvPr>
              <p:cNvSpPr/>
              <p:nvPr/>
            </p:nvSpPr>
            <p:spPr bwMode="gray">
              <a:xfrm flipV="1">
                <a:off x="10490310" y="202859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72" name="Ellipse 1003">
                <a:extLst>
                  <a:ext uri="{FF2B5EF4-FFF2-40B4-BE49-F238E27FC236}">
                    <a16:creationId xmlns:a16="http://schemas.microsoft.com/office/drawing/2014/main" id="{B7E8B69E-B605-482C-9D14-2261149E910F}"/>
                  </a:ext>
                </a:extLst>
              </p:cNvPr>
              <p:cNvSpPr/>
              <p:nvPr/>
            </p:nvSpPr>
            <p:spPr bwMode="gray">
              <a:xfrm flipV="1">
                <a:off x="10490310" y="160243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73" name="Ellipse 1004">
                <a:extLst>
                  <a:ext uri="{FF2B5EF4-FFF2-40B4-BE49-F238E27FC236}">
                    <a16:creationId xmlns:a16="http://schemas.microsoft.com/office/drawing/2014/main" id="{7066A820-B9FA-48D1-AC41-8B99BE3A647A}"/>
                  </a:ext>
                </a:extLst>
              </p:cNvPr>
              <p:cNvSpPr/>
              <p:nvPr/>
            </p:nvSpPr>
            <p:spPr bwMode="gray">
              <a:xfrm flipV="1">
                <a:off x="9778750" y="1707909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74" name="Ellipse 1005">
                <a:extLst>
                  <a:ext uri="{FF2B5EF4-FFF2-40B4-BE49-F238E27FC236}">
                    <a16:creationId xmlns:a16="http://schemas.microsoft.com/office/drawing/2014/main" id="{1F2CC8A5-65C5-4D59-919E-F685CCC814EB}"/>
                  </a:ext>
                </a:extLst>
              </p:cNvPr>
              <p:cNvSpPr/>
              <p:nvPr/>
            </p:nvSpPr>
            <p:spPr bwMode="gray">
              <a:xfrm flipV="1">
                <a:off x="9883804" y="1707909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75" name="Ellipse 1006">
                <a:extLst>
                  <a:ext uri="{FF2B5EF4-FFF2-40B4-BE49-F238E27FC236}">
                    <a16:creationId xmlns:a16="http://schemas.microsoft.com/office/drawing/2014/main" id="{E0B38AE7-9986-4B54-89AE-602806DA0C82}"/>
                  </a:ext>
                </a:extLst>
              </p:cNvPr>
              <p:cNvSpPr/>
              <p:nvPr/>
            </p:nvSpPr>
            <p:spPr bwMode="gray">
              <a:xfrm flipV="1">
                <a:off x="9979215" y="1707909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76" name="Ellipse 1007">
                <a:extLst>
                  <a:ext uri="{FF2B5EF4-FFF2-40B4-BE49-F238E27FC236}">
                    <a16:creationId xmlns:a16="http://schemas.microsoft.com/office/drawing/2014/main" id="{2CD6097B-A2ED-44F2-98C2-51DBDBEA777E}"/>
                  </a:ext>
                </a:extLst>
              </p:cNvPr>
              <p:cNvSpPr/>
              <p:nvPr/>
            </p:nvSpPr>
            <p:spPr bwMode="gray">
              <a:xfrm flipV="1">
                <a:off x="9979215" y="1816026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77" name="Ellipse 1008">
                <a:extLst>
                  <a:ext uri="{FF2B5EF4-FFF2-40B4-BE49-F238E27FC236}">
                    <a16:creationId xmlns:a16="http://schemas.microsoft.com/office/drawing/2014/main" id="{EE1D634B-65AE-4DC4-B47A-B82039E56D9E}"/>
                  </a:ext>
                </a:extLst>
              </p:cNvPr>
              <p:cNvSpPr/>
              <p:nvPr/>
            </p:nvSpPr>
            <p:spPr bwMode="gray">
              <a:xfrm flipV="1">
                <a:off x="9979215" y="1923224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78" name="Ellipse 1009">
                <a:extLst>
                  <a:ext uri="{FF2B5EF4-FFF2-40B4-BE49-F238E27FC236}">
                    <a16:creationId xmlns:a16="http://schemas.microsoft.com/office/drawing/2014/main" id="{516EC3A0-8AFB-4CE3-8E16-39805A77705B}"/>
                  </a:ext>
                </a:extLst>
              </p:cNvPr>
              <p:cNvSpPr/>
              <p:nvPr/>
            </p:nvSpPr>
            <p:spPr bwMode="gray">
              <a:xfrm flipV="1">
                <a:off x="9979215" y="224145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79" name="Ellipse 1010">
                <a:extLst>
                  <a:ext uri="{FF2B5EF4-FFF2-40B4-BE49-F238E27FC236}">
                    <a16:creationId xmlns:a16="http://schemas.microsoft.com/office/drawing/2014/main" id="{F3D8A70A-B37C-4578-AC5E-4A7DE7C2181A}"/>
                  </a:ext>
                </a:extLst>
              </p:cNvPr>
              <p:cNvSpPr/>
              <p:nvPr/>
            </p:nvSpPr>
            <p:spPr bwMode="gray">
              <a:xfrm flipV="1">
                <a:off x="9778750" y="2453244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80" name="Ellipse 1011">
                <a:extLst>
                  <a:ext uri="{FF2B5EF4-FFF2-40B4-BE49-F238E27FC236}">
                    <a16:creationId xmlns:a16="http://schemas.microsoft.com/office/drawing/2014/main" id="{B3F196FD-2806-404F-B027-9C993D25E758}"/>
                  </a:ext>
                </a:extLst>
              </p:cNvPr>
              <p:cNvSpPr/>
              <p:nvPr/>
            </p:nvSpPr>
            <p:spPr bwMode="gray">
              <a:xfrm flipV="1">
                <a:off x="9778750" y="2347090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81" name="Ellipse 1012">
                <a:extLst>
                  <a:ext uri="{FF2B5EF4-FFF2-40B4-BE49-F238E27FC236}">
                    <a16:creationId xmlns:a16="http://schemas.microsoft.com/office/drawing/2014/main" id="{046FDC1F-2015-49A0-A2A3-B06470371A33}"/>
                  </a:ext>
                </a:extLst>
              </p:cNvPr>
              <p:cNvSpPr/>
              <p:nvPr/>
            </p:nvSpPr>
            <p:spPr bwMode="gray">
              <a:xfrm flipV="1">
                <a:off x="9778750" y="202859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82" name="Ellipse 1013">
                <a:extLst>
                  <a:ext uri="{FF2B5EF4-FFF2-40B4-BE49-F238E27FC236}">
                    <a16:creationId xmlns:a16="http://schemas.microsoft.com/office/drawing/2014/main" id="{75FB4829-606E-44B4-B09B-5CE39BDD954F}"/>
                  </a:ext>
                </a:extLst>
              </p:cNvPr>
              <p:cNvSpPr/>
              <p:nvPr/>
            </p:nvSpPr>
            <p:spPr bwMode="gray">
              <a:xfrm flipV="1">
                <a:off x="9778750" y="1816026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83" name="Ellipse 1014">
                <a:extLst>
                  <a:ext uri="{FF2B5EF4-FFF2-40B4-BE49-F238E27FC236}">
                    <a16:creationId xmlns:a16="http://schemas.microsoft.com/office/drawing/2014/main" id="{3B3A3B35-2BF1-40AA-B2C3-FC3627F01C30}"/>
                  </a:ext>
                </a:extLst>
              </p:cNvPr>
              <p:cNvSpPr/>
              <p:nvPr/>
            </p:nvSpPr>
            <p:spPr bwMode="gray">
              <a:xfrm flipV="1">
                <a:off x="9676998" y="2241459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84" name="Ellipse 1015">
                <a:extLst>
                  <a:ext uri="{FF2B5EF4-FFF2-40B4-BE49-F238E27FC236}">
                    <a16:creationId xmlns:a16="http://schemas.microsoft.com/office/drawing/2014/main" id="{EC23AFFB-D031-4DDF-80B2-54F0D6BAAA0C}"/>
                  </a:ext>
                </a:extLst>
              </p:cNvPr>
              <p:cNvSpPr/>
              <p:nvPr/>
            </p:nvSpPr>
            <p:spPr bwMode="gray">
              <a:xfrm flipV="1">
                <a:off x="9676998" y="1923224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85" name="Ellipse 1016">
                <a:extLst>
                  <a:ext uri="{FF2B5EF4-FFF2-40B4-BE49-F238E27FC236}">
                    <a16:creationId xmlns:a16="http://schemas.microsoft.com/office/drawing/2014/main" id="{9838B2CF-B241-4254-8D86-0042BFB43041}"/>
                  </a:ext>
                </a:extLst>
              </p:cNvPr>
              <p:cNvSpPr/>
              <p:nvPr/>
            </p:nvSpPr>
            <p:spPr bwMode="gray">
              <a:xfrm flipV="1">
                <a:off x="9471345" y="2453244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86" name="Ellipse 1017">
                <a:extLst>
                  <a:ext uri="{FF2B5EF4-FFF2-40B4-BE49-F238E27FC236}">
                    <a16:creationId xmlns:a16="http://schemas.microsoft.com/office/drawing/2014/main" id="{A6E28035-065B-4668-842E-745344B97461}"/>
                  </a:ext>
                </a:extLst>
              </p:cNvPr>
              <p:cNvSpPr/>
              <p:nvPr/>
            </p:nvSpPr>
            <p:spPr bwMode="gray">
              <a:xfrm flipV="1">
                <a:off x="9471345" y="2347090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87" name="Ellipse 1018">
                <a:extLst>
                  <a:ext uri="{FF2B5EF4-FFF2-40B4-BE49-F238E27FC236}">
                    <a16:creationId xmlns:a16="http://schemas.microsoft.com/office/drawing/2014/main" id="{D83E0E70-08EF-4513-B5A3-FF530D64BA4D}"/>
                  </a:ext>
                </a:extLst>
              </p:cNvPr>
              <p:cNvSpPr/>
              <p:nvPr/>
            </p:nvSpPr>
            <p:spPr bwMode="gray">
              <a:xfrm flipV="1">
                <a:off x="9471345" y="1923224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88" name="Ellipse 1019">
                <a:extLst>
                  <a:ext uri="{FF2B5EF4-FFF2-40B4-BE49-F238E27FC236}">
                    <a16:creationId xmlns:a16="http://schemas.microsoft.com/office/drawing/2014/main" id="{AE32D25F-6805-4111-B177-52350A33A224}"/>
                  </a:ext>
                </a:extLst>
              </p:cNvPr>
              <p:cNvSpPr/>
              <p:nvPr/>
            </p:nvSpPr>
            <p:spPr bwMode="gray">
              <a:xfrm flipV="1">
                <a:off x="9471345" y="1816026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89" name="Ellipse 1020">
                <a:extLst>
                  <a:ext uri="{FF2B5EF4-FFF2-40B4-BE49-F238E27FC236}">
                    <a16:creationId xmlns:a16="http://schemas.microsoft.com/office/drawing/2014/main" id="{B1DEA72E-B80C-4F79-B728-22943043AD1B}"/>
                  </a:ext>
                </a:extLst>
              </p:cNvPr>
              <p:cNvSpPr/>
              <p:nvPr/>
            </p:nvSpPr>
            <p:spPr bwMode="gray">
              <a:xfrm flipV="1">
                <a:off x="9471345" y="1707909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90" name="Ellipse 1021">
                <a:extLst>
                  <a:ext uri="{FF2B5EF4-FFF2-40B4-BE49-F238E27FC236}">
                    <a16:creationId xmlns:a16="http://schemas.microsoft.com/office/drawing/2014/main" id="{69D4B0C9-EAE7-480E-877E-EEAA9172075B}"/>
                  </a:ext>
                </a:extLst>
              </p:cNvPr>
              <p:cNvSpPr/>
              <p:nvPr/>
            </p:nvSpPr>
            <p:spPr bwMode="gray">
              <a:xfrm flipV="1">
                <a:off x="9471345" y="160243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91" name="Ellipse 1022">
                <a:extLst>
                  <a:ext uri="{FF2B5EF4-FFF2-40B4-BE49-F238E27FC236}">
                    <a16:creationId xmlns:a16="http://schemas.microsoft.com/office/drawing/2014/main" id="{84962B76-E335-4785-A0FE-23F445E85890}"/>
                  </a:ext>
                </a:extLst>
              </p:cNvPr>
              <p:cNvSpPr/>
              <p:nvPr/>
            </p:nvSpPr>
            <p:spPr bwMode="gray">
              <a:xfrm flipV="1">
                <a:off x="9574906" y="1602439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92" name="Ellipse 1023">
                <a:extLst>
                  <a:ext uri="{FF2B5EF4-FFF2-40B4-BE49-F238E27FC236}">
                    <a16:creationId xmlns:a16="http://schemas.microsoft.com/office/drawing/2014/main" id="{8D75F26A-D027-44F8-83D4-FF011B54D1EB}"/>
                  </a:ext>
                </a:extLst>
              </p:cNvPr>
              <p:cNvSpPr/>
              <p:nvPr/>
            </p:nvSpPr>
            <p:spPr bwMode="gray">
              <a:xfrm flipV="1">
                <a:off x="9471345" y="145798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93" name="Ellipse 1024">
                <a:extLst>
                  <a:ext uri="{FF2B5EF4-FFF2-40B4-BE49-F238E27FC236}">
                    <a16:creationId xmlns:a16="http://schemas.microsoft.com/office/drawing/2014/main" id="{D59B9EB7-F659-4567-B69D-7BDF3AC69B83}"/>
                  </a:ext>
                </a:extLst>
              </p:cNvPr>
              <p:cNvSpPr/>
              <p:nvPr/>
            </p:nvSpPr>
            <p:spPr bwMode="gray">
              <a:xfrm flipV="1">
                <a:off x="9371954" y="160243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94" name="Ellipse 1025">
                <a:extLst>
                  <a:ext uri="{FF2B5EF4-FFF2-40B4-BE49-F238E27FC236}">
                    <a16:creationId xmlns:a16="http://schemas.microsoft.com/office/drawing/2014/main" id="{1DB960B6-ABA9-48A2-8E89-FD9F1EBBF4AC}"/>
                  </a:ext>
                </a:extLst>
              </p:cNvPr>
              <p:cNvSpPr/>
              <p:nvPr/>
            </p:nvSpPr>
            <p:spPr bwMode="gray">
              <a:xfrm flipV="1">
                <a:off x="9371954" y="2347090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95" name="Ellipse 1026">
                <a:extLst>
                  <a:ext uri="{FF2B5EF4-FFF2-40B4-BE49-F238E27FC236}">
                    <a16:creationId xmlns:a16="http://schemas.microsoft.com/office/drawing/2014/main" id="{401434A3-C491-4F5D-BC92-A77732C88B82}"/>
                  </a:ext>
                </a:extLst>
              </p:cNvPr>
              <p:cNvSpPr/>
              <p:nvPr/>
            </p:nvSpPr>
            <p:spPr bwMode="gray">
              <a:xfrm flipV="1">
                <a:off x="9268950" y="2453244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96" name="Ellipse 1027">
                <a:extLst>
                  <a:ext uri="{FF2B5EF4-FFF2-40B4-BE49-F238E27FC236}">
                    <a16:creationId xmlns:a16="http://schemas.microsoft.com/office/drawing/2014/main" id="{9329AFA9-3A46-442B-9D80-BAA5D1D96A1B}"/>
                  </a:ext>
                </a:extLst>
              </p:cNvPr>
              <p:cNvSpPr/>
              <p:nvPr/>
            </p:nvSpPr>
            <p:spPr bwMode="gray">
              <a:xfrm flipV="1">
                <a:off x="9268950" y="1816026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97" name="Ellipse 1028">
                <a:extLst>
                  <a:ext uri="{FF2B5EF4-FFF2-40B4-BE49-F238E27FC236}">
                    <a16:creationId xmlns:a16="http://schemas.microsoft.com/office/drawing/2014/main" id="{36DA99B9-5B2A-4BF2-8D39-2CF349FEFBB6}"/>
                  </a:ext>
                </a:extLst>
              </p:cNvPr>
              <p:cNvSpPr/>
              <p:nvPr/>
            </p:nvSpPr>
            <p:spPr bwMode="gray">
              <a:xfrm flipV="1">
                <a:off x="9268950" y="170790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98" name="Ellipse 1029">
                <a:extLst>
                  <a:ext uri="{FF2B5EF4-FFF2-40B4-BE49-F238E27FC236}">
                    <a16:creationId xmlns:a16="http://schemas.microsoft.com/office/drawing/2014/main" id="{D56165FE-FE8C-473D-8129-AFCBF2C21491}"/>
                  </a:ext>
                </a:extLst>
              </p:cNvPr>
              <p:cNvSpPr/>
              <p:nvPr/>
            </p:nvSpPr>
            <p:spPr bwMode="gray">
              <a:xfrm flipV="1">
                <a:off x="9268950" y="2347090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99" name="Ellipse 1030">
                <a:extLst>
                  <a:ext uri="{FF2B5EF4-FFF2-40B4-BE49-F238E27FC236}">
                    <a16:creationId xmlns:a16="http://schemas.microsoft.com/office/drawing/2014/main" id="{752DFF24-C9B1-46FE-939B-3026545A5034}"/>
                  </a:ext>
                </a:extLst>
              </p:cNvPr>
              <p:cNvSpPr/>
              <p:nvPr/>
            </p:nvSpPr>
            <p:spPr bwMode="gray">
              <a:xfrm flipV="1">
                <a:off x="9169531" y="2347090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00" name="Ellipse 1031">
                <a:extLst>
                  <a:ext uri="{FF2B5EF4-FFF2-40B4-BE49-F238E27FC236}">
                    <a16:creationId xmlns:a16="http://schemas.microsoft.com/office/drawing/2014/main" id="{384B9537-02CF-4003-977A-CD17CDB19E73}"/>
                  </a:ext>
                </a:extLst>
              </p:cNvPr>
              <p:cNvSpPr/>
              <p:nvPr/>
            </p:nvSpPr>
            <p:spPr bwMode="gray">
              <a:xfrm flipV="1">
                <a:off x="9063923" y="2347090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01" name="Ellipse 1032">
                <a:extLst>
                  <a:ext uri="{FF2B5EF4-FFF2-40B4-BE49-F238E27FC236}">
                    <a16:creationId xmlns:a16="http://schemas.microsoft.com/office/drawing/2014/main" id="{861FDF1E-CF12-48C5-B40A-005F9B2BA045}"/>
                  </a:ext>
                </a:extLst>
              </p:cNvPr>
              <p:cNvSpPr/>
              <p:nvPr/>
            </p:nvSpPr>
            <p:spPr bwMode="gray">
              <a:xfrm flipV="1">
                <a:off x="8865794" y="2241459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02" name="Ellipse 1033">
                <a:extLst>
                  <a:ext uri="{FF2B5EF4-FFF2-40B4-BE49-F238E27FC236}">
                    <a16:creationId xmlns:a16="http://schemas.microsoft.com/office/drawing/2014/main" id="{E1CBEE46-84FF-4D87-B0F1-BE6EAA8428AF}"/>
                  </a:ext>
                </a:extLst>
              </p:cNvPr>
              <p:cNvSpPr/>
              <p:nvPr/>
            </p:nvSpPr>
            <p:spPr bwMode="gray">
              <a:xfrm flipV="1">
                <a:off x="8762410" y="2347090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03" name="Ellipse 1034">
                <a:extLst>
                  <a:ext uri="{FF2B5EF4-FFF2-40B4-BE49-F238E27FC236}">
                    <a16:creationId xmlns:a16="http://schemas.microsoft.com/office/drawing/2014/main" id="{3F06B99C-CD03-481B-A358-C2F0B98EC5C4}"/>
                  </a:ext>
                </a:extLst>
              </p:cNvPr>
              <p:cNvSpPr/>
              <p:nvPr/>
            </p:nvSpPr>
            <p:spPr bwMode="gray">
              <a:xfrm flipV="1">
                <a:off x="8666236" y="2453244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04" name="Ellipse 1035">
                <a:extLst>
                  <a:ext uri="{FF2B5EF4-FFF2-40B4-BE49-F238E27FC236}">
                    <a16:creationId xmlns:a16="http://schemas.microsoft.com/office/drawing/2014/main" id="{60001BAA-892F-4A81-B479-93309757990A}"/>
                  </a:ext>
                </a:extLst>
              </p:cNvPr>
              <p:cNvSpPr/>
              <p:nvPr/>
            </p:nvSpPr>
            <p:spPr bwMode="gray">
              <a:xfrm flipV="1">
                <a:off x="8458819" y="1816026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05" name="Ellipse 1036">
                <a:extLst>
                  <a:ext uri="{FF2B5EF4-FFF2-40B4-BE49-F238E27FC236}">
                    <a16:creationId xmlns:a16="http://schemas.microsoft.com/office/drawing/2014/main" id="{33063A9C-C403-48FB-A251-94EE80470BD3}"/>
                  </a:ext>
                </a:extLst>
              </p:cNvPr>
              <p:cNvSpPr/>
              <p:nvPr/>
            </p:nvSpPr>
            <p:spPr bwMode="gray">
              <a:xfrm flipV="1">
                <a:off x="8458819" y="170790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06" name="Ellipse 1037">
                <a:extLst>
                  <a:ext uri="{FF2B5EF4-FFF2-40B4-BE49-F238E27FC236}">
                    <a16:creationId xmlns:a16="http://schemas.microsoft.com/office/drawing/2014/main" id="{BE550241-98B6-44E6-8B07-1D3EA2BF38EF}"/>
                  </a:ext>
                </a:extLst>
              </p:cNvPr>
              <p:cNvSpPr/>
              <p:nvPr/>
            </p:nvSpPr>
            <p:spPr bwMode="gray">
              <a:xfrm flipV="1">
                <a:off x="8458819" y="160243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07" name="Ellipse 1038">
                <a:extLst>
                  <a:ext uri="{FF2B5EF4-FFF2-40B4-BE49-F238E27FC236}">
                    <a16:creationId xmlns:a16="http://schemas.microsoft.com/office/drawing/2014/main" id="{87290F88-3060-40C2-A8C3-4C2C2D6DA534}"/>
                  </a:ext>
                </a:extLst>
              </p:cNvPr>
              <p:cNvSpPr/>
              <p:nvPr/>
            </p:nvSpPr>
            <p:spPr bwMode="gray">
              <a:xfrm flipV="1">
                <a:off x="8355188" y="160243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08" name="Ellipse 1039">
                <a:extLst>
                  <a:ext uri="{FF2B5EF4-FFF2-40B4-BE49-F238E27FC236}">
                    <a16:creationId xmlns:a16="http://schemas.microsoft.com/office/drawing/2014/main" id="{8DA9FD36-2744-4214-BB06-E461C5DF5528}"/>
                  </a:ext>
                </a:extLst>
              </p:cNvPr>
              <p:cNvSpPr/>
              <p:nvPr/>
            </p:nvSpPr>
            <p:spPr bwMode="gray">
              <a:xfrm flipV="1">
                <a:off x="8355188" y="145798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09" name="Ellipse 1040">
                <a:extLst>
                  <a:ext uri="{FF2B5EF4-FFF2-40B4-BE49-F238E27FC236}">
                    <a16:creationId xmlns:a16="http://schemas.microsoft.com/office/drawing/2014/main" id="{C7C64060-EB80-4AB5-9030-4461D090689D}"/>
                  </a:ext>
                </a:extLst>
              </p:cNvPr>
              <p:cNvSpPr/>
              <p:nvPr/>
            </p:nvSpPr>
            <p:spPr bwMode="gray">
              <a:xfrm flipV="1">
                <a:off x="8257598" y="160243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0" name="Ellipse 1041">
                <a:extLst>
                  <a:ext uri="{FF2B5EF4-FFF2-40B4-BE49-F238E27FC236}">
                    <a16:creationId xmlns:a16="http://schemas.microsoft.com/office/drawing/2014/main" id="{6DEE4E78-6DA0-45F6-8E00-ED0FE4DE2F95}"/>
                  </a:ext>
                </a:extLst>
              </p:cNvPr>
              <p:cNvSpPr/>
              <p:nvPr/>
            </p:nvSpPr>
            <p:spPr bwMode="gray">
              <a:xfrm flipV="1">
                <a:off x="8257598" y="145798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1" name="Ellipse 1042">
                <a:extLst>
                  <a:ext uri="{FF2B5EF4-FFF2-40B4-BE49-F238E27FC236}">
                    <a16:creationId xmlns:a16="http://schemas.microsoft.com/office/drawing/2014/main" id="{CD5844FB-74CA-48DA-875F-D7F30A248E27}"/>
                  </a:ext>
                </a:extLst>
              </p:cNvPr>
              <p:cNvSpPr/>
              <p:nvPr/>
            </p:nvSpPr>
            <p:spPr bwMode="gray">
              <a:xfrm flipV="1">
                <a:off x="8257598" y="1816026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2" name="Ellipse 1043">
                <a:extLst>
                  <a:ext uri="{FF2B5EF4-FFF2-40B4-BE49-F238E27FC236}">
                    <a16:creationId xmlns:a16="http://schemas.microsoft.com/office/drawing/2014/main" id="{048FF136-81C4-4150-92EA-AE49BD20AD18}"/>
                  </a:ext>
                </a:extLst>
              </p:cNvPr>
              <p:cNvSpPr/>
              <p:nvPr/>
            </p:nvSpPr>
            <p:spPr bwMode="gray">
              <a:xfrm flipV="1">
                <a:off x="8257598" y="2028599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3" name="Ellipse 1044">
                <a:extLst>
                  <a:ext uri="{FF2B5EF4-FFF2-40B4-BE49-F238E27FC236}">
                    <a16:creationId xmlns:a16="http://schemas.microsoft.com/office/drawing/2014/main" id="{31D6F502-B1CA-4570-BC1F-2AB03806C339}"/>
                  </a:ext>
                </a:extLst>
              </p:cNvPr>
              <p:cNvSpPr/>
              <p:nvPr/>
            </p:nvSpPr>
            <p:spPr bwMode="gray">
              <a:xfrm flipV="1">
                <a:off x="8156400" y="1923224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4" name="Ellipse 1045">
                <a:extLst>
                  <a:ext uri="{FF2B5EF4-FFF2-40B4-BE49-F238E27FC236}">
                    <a16:creationId xmlns:a16="http://schemas.microsoft.com/office/drawing/2014/main" id="{A149FA54-8C39-4A6F-B574-CD4BE2060AEC}"/>
                  </a:ext>
                </a:extLst>
              </p:cNvPr>
              <p:cNvSpPr/>
              <p:nvPr/>
            </p:nvSpPr>
            <p:spPr bwMode="gray">
              <a:xfrm flipV="1">
                <a:off x="8053160" y="1923224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5" name="Ellipse 1046">
                <a:extLst>
                  <a:ext uri="{FF2B5EF4-FFF2-40B4-BE49-F238E27FC236}">
                    <a16:creationId xmlns:a16="http://schemas.microsoft.com/office/drawing/2014/main" id="{AB7B64AA-C9DE-4541-966D-08C78223A97A}"/>
                  </a:ext>
                </a:extLst>
              </p:cNvPr>
              <p:cNvSpPr/>
              <p:nvPr/>
            </p:nvSpPr>
            <p:spPr bwMode="gray">
              <a:xfrm flipV="1">
                <a:off x="8053160" y="170790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6" name="Ellipse 1047">
                <a:extLst>
                  <a:ext uri="{FF2B5EF4-FFF2-40B4-BE49-F238E27FC236}">
                    <a16:creationId xmlns:a16="http://schemas.microsoft.com/office/drawing/2014/main" id="{FA59A770-2550-4374-915B-2E5221B76811}"/>
                  </a:ext>
                </a:extLst>
              </p:cNvPr>
              <p:cNvSpPr/>
              <p:nvPr/>
            </p:nvSpPr>
            <p:spPr bwMode="gray">
              <a:xfrm flipV="1">
                <a:off x="8053160" y="1816026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7" name="Ellipse 1048">
                <a:extLst>
                  <a:ext uri="{FF2B5EF4-FFF2-40B4-BE49-F238E27FC236}">
                    <a16:creationId xmlns:a16="http://schemas.microsoft.com/office/drawing/2014/main" id="{52772B4C-0F32-4D1B-BD8C-93F19BC6FF3C}"/>
                  </a:ext>
                </a:extLst>
              </p:cNvPr>
              <p:cNvSpPr/>
              <p:nvPr/>
            </p:nvSpPr>
            <p:spPr bwMode="gray">
              <a:xfrm flipV="1">
                <a:off x="8053160" y="2135502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8" name="Ellipse 1049">
                <a:extLst>
                  <a:ext uri="{FF2B5EF4-FFF2-40B4-BE49-F238E27FC236}">
                    <a16:creationId xmlns:a16="http://schemas.microsoft.com/office/drawing/2014/main" id="{70386317-CA5D-4BF4-8C34-F979F503701C}"/>
                  </a:ext>
                </a:extLst>
              </p:cNvPr>
              <p:cNvSpPr/>
              <p:nvPr/>
            </p:nvSpPr>
            <p:spPr bwMode="gray">
              <a:xfrm flipV="1">
                <a:off x="8053160" y="2347090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9" name="Ellipse 1050">
                <a:extLst>
                  <a:ext uri="{FF2B5EF4-FFF2-40B4-BE49-F238E27FC236}">
                    <a16:creationId xmlns:a16="http://schemas.microsoft.com/office/drawing/2014/main" id="{4A8022C8-B3E1-42A1-8A10-CBA77CA672B6}"/>
                  </a:ext>
                </a:extLst>
              </p:cNvPr>
              <p:cNvSpPr/>
              <p:nvPr/>
            </p:nvSpPr>
            <p:spPr bwMode="gray">
              <a:xfrm flipV="1">
                <a:off x="8053160" y="2453244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0" name="Ellipse 1051">
                <a:extLst>
                  <a:ext uri="{FF2B5EF4-FFF2-40B4-BE49-F238E27FC236}">
                    <a16:creationId xmlns:a16="http://schemas.microsoft.com/office/drawing/2014/main" id="{DE93BEB0-19E0-42BF-85C1-10F1B9758ED2}"/>
                  </a:ext>
                </a:extLst>
              </p:cNvPr>
              <p:cNvSpPr/>
              <p:nvPr/>
            </p:nvSpPr>
            <p:spPr bwMode="gray">
              <a:xfrm flipV="1">
                <a:off x="7950749" y="1923224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1" name="Ellipse 1052">
                <a:extLst>
                  <a:ext uri="{FF2B5EF4-FFF2-40B4-BE49-F238E27FC236}">
                    <a16:creationId xmlns:a16="http://schemas.microsoft.com/office/drawing/2014/main" id="{B16A2EE7-B1A8-4E67-9C6B-35755CEF15E8}"/>
                  </a:ext>
                </a:extLst>
              </p:cNvPr>
              <p:cNvSpPr/>
              <p:nvPr/>
            </p:nvSpPr>
            <p:spPr bwMode="gray">
              <a:xfrm flipV="1">
                <a:off x="7950749" y="1816026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2" name="Ellipse 1053">
                <a:extLst>
                  <a:ext uri="{FF2B5EF4-FFF2-40B4-BE49-F238E27FC236}">
                    <a16:creationId xmlns:a16="http://schemas.microsoft.com/office/drawing/2014/main" id="{BF3D4488-458E-4EFD-9AD8-9DEDADDBFE06}"/>
                  </a:ext>
                </a:extLst>
              </p:cNvPr>
              <p:cNvSpPr/>
              <p:nvPr/>
            </p:nvSpPr>
            <p:spPr bwMode="gray">
              <a:xfrm flipV="1">
                <a:off x="7850594" y="160243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3" name="Ellipse 1054">
                <a:extLst>
                  <a:ext uri="{FF2B5EF4-FFF2-40B4-BE49-F238E27FC236}">
                    <a16:creationId xmlns:a16="http://schemas.microsoft.com/office/drawing/2014/main" id="{A410248E-763F-4228-8656-104A95C9D010}"/>
                  </a:ext>
                </a:extLst>
              </p:cNvPr>
              <p:cNvSpPr/>
              <p:nvPr/>
            </p:nvSpPr>
            <p:spPr bwMode="gray">
              <a:xfrm flipV="1">
                <a:off x="7850594" y="145798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4" name="Ellipse 1055">
                <a:extLst>
                  <a:ext uri="{FF2B5EF4-FFF2-40B4-BE49-F238E27FC236}">
                    <a16:creationId xmlns:a16="http://schemas.microsoft.com/office/drawing/2014/main" id="{B3C57496-D966-439F-B1F1-6663FA909314}"/>
                  </a:ext>
                </a:extLst>
              </p:cNvPr>
              <p:cNvSpPr/>
              <p:nvPr/>
            </p:nvSpPr>
            <p:spPr bwMode="gray">
              <a:xfrm flipV="1">
                <a:off x="7850594" y="2453244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5" name="Ellipse 1056">
                <a:extLst>
                  <a:ext uri="{FF2B5EF4-FFF2-40B4-BE49-F238E27FC236}">
                    <a16:creationId xmlns:a16="http://schemas.microsoft.com/office/drawing/2014/main" id="{BC362A32-21C6-42F6-B13B-CC51812D8194}"/>
                  </a:ext>
                </a:extLst>
              </p:cNvPr>
              <p:cNvSpPr/>
              <p:nvPr/>
            </p:nvSpPr>
            <p:spPr bwMode="gray">
              <a:xfrm flipV="1">
                <a:off x="7646801" y="1816026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6" name="Ellipse 1057">
                <a:extLst>
                  <a:ext uri="{FF2B5EF4-FFF2-40B4-BE49-F238E27FC236}">
                    <a16:creationId xmlns:a16="http://schemas.microsoft.com/office/drawing/2014/main" id="{82AB2091-ABAE-4321-B732-78AB35123379}"/>
                  </a:ext>
                </a:extLst>
              </p:cNvPr>
              <p:cNvSpPr/>
              <p:nvPr/>
            </p:nvSpPr>
            <p:spPr bwMode="gray">
              <a:xfrm flipV="1">
                <a:off x="7748160" y="1816026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7" name="Ellipse 1058">
                <a:extLst>
                  <a:ext uri="{FF2B5EF4-FFF2-40B4-BE49-F238E27FC236}">
                    <a16:creationId xmlns:a16="http://schemas.microsoft.com/office/drawing/2014/main" id="{3F18A2EB-5582-4315-BF59-A78863A15619}"/>
                  </a:ext>
                </a:extLst>
              </p:cNvPr>
              <p:cNvSpPr/>
              <p:nvPr/>
            </p:nvSpPr>
            <p:spPr bwMode="gray">
              <a:xfrm flipV="1">
                <a:off x="7748160" y="202859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8" name="Ellipse 1059">
                <a:extLst>
                  <a:ext uri="{FF2B5EF4-FFF2-40B4-BE49-F238E27FC236}">
                    <a16:creationId xmlns:a16="http://schemas.microsoft.com/office/drawing/2014/main" id="{FE9DFA4C-132D-473C-88FD-BAE3FDC2ED44}"/>
                  </a:ext>
                </a:extLst>
              </p:cNvPr>
              <p:cNvSpPr/>
              <p:nvPr/>
            </p:nvSpPr>
            <p:spPr bwMode="gray">
              <a:xfrm flipV="1">
                <a:off x="7549603" y="1602439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9" name="Ellipse 1060">
                <a:extLst>
                  <a:ext uri="{FF2B5EF4-FFF2-40B4-BE49-F238E27FC236}">
                    <a16:creationId xmlns:a16="http://schemas.microsoft.com/office/drawing/2014/main" id="{04124F07-B076-4E85-93B5-42CDB7E40640}"/>
                  </a:ext>
                </a:extLst>
              </p:cNvPr>
              <p:cNvSpPr/>
              <p:nvPr/>
            </p:nvSpPr>
            <p:spPr bwMode="gray">
              <a:xfrm flipV="1">
                <a:off x="7549603" y="1923224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30" name="Ellipse 1061">
                <a:extLst>
                  <a:ext uri="{FF2B5EF4-FFF2-40B4-BE49-F238E27FC236}">
                    <a16:creationId xmlns:a16="http://schemas.microsoft.com/office/drawing/2014/main" id="{6A2772C1-93AA-4100-9836-9217F80E0887}"/>
                  </a:ext>
                </a:extLst>
              </p:cNvPr>
              <p:cNvSpPr/>
              <p:nvPr/>
            </p:nvSpPr>
            <p:spPr bwMode="gray">
              <a:xfrm flipV="1">
                <a:off x="7549603" y="2347090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31" name="Ellipse 1062">
                <a:extLst>
                  <a:ext uri="{FF2B5EF4-FFF2-40B4-BE49-F238E27FC236}">
                    <a16:creationId xmlns:a16="http://schemas.microsoft.com/office/drawing/2014/main" id="{06260B17-65F6-466D-BA28-0A1B5B3E1BAD}"/>
                  </a:ext>
                </a:extLst>
              </p:cNvPr>
              <p:cNvSpPr/>
              <p:nvPr/>
            </p:nvSpPr>
            <p:spPr bwMode="gray">
              <a:xfrm flipV="1">
                <a:off x="7441978" y="2453244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32" name="Ellipse 1063">
                <a:extLst>
                  <a:ext uri="{FF2B5EF4-FFF2-40B4-BE49-F238E27FC236}">
                    <a16:creationId xmlns:a16="http://schemas.microsoft.com/office/drawing/2014/main" id="{B63AAF50-F36E-4338-8D60-F353921A54B6}"/>
                  </a:ext>
                </a:extLst>
              </p:cNvPr>
              <p:cNvSpPr/>
              <p:nvPr/>
            </p:nvSpPr>
            <p:spPr bwMode="gray">
              <a:xfrm flipV="1">
                <a:off x="7441978" y="2347090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33" name="Ellipse 1064">
                <a:extLst>
                  <a:ext uri="{FF2B5EF4-FFF2-40B4-BE49-F238E27FC236}">
                    <a16:creationId xmlns:a16="http://schemas.microsoft.com/office/drawing/2014/main" id="{E8F61A83-1A6C-4BD7-A284-4BA4E7C9167D}"/>
                  </a:ext>
                </a:extLst>
              </p:cNvPr>
              <p:cNvSpPr/>
              <p:nvPr/>
            </p:nvSpPr>
            <p:spPr bwMode="gray">
              <a:xfrm flipV="1">
                <a:off x="7344594" y="2028599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34" name="Ellipse 1065">
                <a:extLst>
                  <a:ext uri="{FF2B5EF4-FFF2-40B4-BE49-F238E27FC236}">
                    <a16:creationId xmlns:a16="http://schemas.microsoft.com/office/drawing/2014/main" id="{965FF0E5-51FF-4D43-98D0-2E8327C0D789}"/>
                  </a:ext>
                </a:extLst>
              </p:cNvPr>
              <p:cNvSpPr/>
              <p:nvPr/>
            </p:nvSpPr>
            <p:spPr bwMode="gray">
              <a:xfrm flipV="1">
                <a:off x="7344594" y="1923224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35" name="Ellipse 1066">
                <a:extLst>
                  <a:ext uri="{FF2B5EF4-FFF2-40B4-BE49-F238E27FC236}">
                    <a16:creationId xmlns:a16="http://schemas.microsoft.com/office/drawing/2014/main" id="{3CD36F5B-14F4-467A-8BAB-581074A1DF76}"/>
                  </a:ext>
                </a:extLst>
              </p:cNvPr>
              <p:cNvSpPr/>
              <p:nvPr/>
            </p:nvSpPr>
            <p:spPr bwMode="gray">
              <a:xfrm flipV="1">
                <a:off x="7344594" y="1816026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36" name="Ellipse 1067">
                <a:extLst>
                  <a:ext uri="{FF2B5EF4-FFF2-40B4-BE49-F238E27FC236}">
                    <a16:creationId xmlns:a16="http://schemas.microsoft.com/office/drawing/2014/main" id="{209F45BF-A1F4-494F-87FA-AC67125CB38E}"/>
                  </a:ext>
                </a:extLst>
              </p:cNvPr>
              <p:cNvSpPr/>
              <p:nvPr/>
            </p:nvSpPr>
            <p:spPr bwMode="gray">
              <a:xfrm flipV="1">
                <a:off x="7344594" y="160243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37" name="Ellipse 1068">
                <a:extLst>
                  <a:ext uri="{FF2B5EF4-FFF2-40B4-BE49-F238E27FC236}">
                    <a16:creationId xmlns:a16="http://schemas.microsoft.com/office/drawing/2014/main" id="{9852970D-7879-401D-BFFA-7321DEAB3535}"/>
                  </a:ext>
                </a:extLst>
              </p:cNvPr>
              <p:cNvSpPr/>
              <p:nvPr/>
            </p:nvSpPr>
            <p:spPr bwMode="gray">
              <a:xfrm flipV="1">
                <a:off x="7239583" y="2453244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38" name="Ellipse 1069">
                <a:extLst>
                  <a:ext uri="{FF2B5EF4-FFF2-40B4-BE49-F238E27FC236}">
                    <a16:creationId xmlns:a16="http://schemas.microsoft.com/office/drawing/2014/main" id="{1D975484-26CB-48A5-8CD2-31549A997AC2}"/>
                  </a:ext>
                </a:extLst>
              </p:cNvPr>
              <p:cNvSpPr/>
              <p:nvPr/>
            </p:nvSpPr>
            <p:spPr bwMode="gray">
              <a:xfrm flipV="1">
                <a:off x="7239583" y="2028599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39" name="Ellipse 1070">
                <a:extLst>
                  <a:ext uri="{FF2B5EF4-FFF2-40B4-BE49-F238E27FC236}">
                    <a16:creationId xmlns:a16="http://schemas.microsoft.com/office/drawing/2014/main" id="{C58EDD72-0865-4E67-A7EE-70B288F26BA9}"/>
                  </a:ext>
                </a:extLst>
              </p:cNvPr>
              <p:cNvSpPr/>
              <p:nvPr/>
            </p:nvSpPr>
            <p:spPr bwMode="gray">
              <a:xfrm flipV="1">
                <a:off x="7239583" y="1816026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40" name="Ellipse 1071">
                <a:extLst>
                  <a:ext uri="{FF2B5EF4-FFF2-40B4-BE49-F238E27FC236}">
                    <a16:creationId xmlns:a16="http://schemas.microsoft.com/office/drawing/2014/main" id="{C24AA382-1F00-4DAA-B2F1-9EE6019E1E28}"/>
                  </a:ext>
                </a:extLst>
              </p:cNvPr>
              <p:cNvSpPr/>
              <p:nvPr/>
            </p:nvSpPr>
            <p:spPr bwMode="gray">
              <a:xfrm flipV="1">
                <a:off x="7239583" y="2347090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41" name="Ellipse 1072">
                <a:extLst>
                  <a:ext uri="{FF2B5EF4-FFF2-40B4-BE49-F238E27FC236}">
                    <a16:creationId xmlns:a16="http://schemas.microsoft.com/office/drawing/2014/main" id="{932E17CD-0C2C-47D7-BB4A-22C2419E2FD4}"/>
                  </a:ext>
                </a:extLst>
              </p:cNvPr>
              <p:cNvSpPr/>
              <p:nvPr/>
            </p:nvSpPr>
            <p:spPr bwMode="gray">
              <a:xfrm flipV="1">
                <a:off x="7136579" y="2347090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6487"/>
                  </a:solidFill>
                </a:endParaRPr>
              </a:p>
            </p:txBody>
          </p:sp>
          <p:sp>
            <p:nvSpPr>
              <p:cNvPr id="442" name="Ellipse 1073">
                <a:extLst>
                  <a:ext uri="{FF2B5EF4-FFF2-40B4-BE49-F238E27FC236}">
                    <a16:creationId xmlns:a16="http://schemas.microsoft.com/office/drawing/2014/main" id="{F75CACF2-88CA-4DA0-B12D-08F5913386CF}"/>
                  </a:ext>
                </a:extLst>
              </p:cNvPr>
              <p:cNvSpPr/>
              <p:nvPr/>
            </p:nvSpPr>
            <p:spPr bwMode="gray">
              <a:xfrm flipV="1">
                <a:off x="7136579" y="1816026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6487"/>
                  </a:solidFill>
                </a:endParaRPr>
              </a:p>
            </p:txBody>
          </p:sp>
          <p:sp>
            <p:nvSpPr>
              <p:cNvPr id="443" name="Ellipse 1074">
                <a:extLst>
                  <a:ext uri="{FF2B5EF4-FFF2-40B4-BE49-F238E27FC236}">
                    <a16:creationId xmlns:a16="http://schemas.microsoft.com/office/drawing/2014/main" id="{60C02876-FDC7-4F46-9330-49EFA4AF20E6}"/>
                  </a:ext>
                </a:extLst>
              </p:cNvPr>
              <p:cNvSpPr/>
              <p:nvPr/>
            </p:nvSpPr>
            <p:spPr bwMode="gray">
              <a:xfrm flipV="1">
                <a:off x="7136579" y="1707909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6487"/>
                  </a:solidFill>
                </a:endParaRPr>
              </a:p>
            </p:txBody>
          </p:sp>
          <p:sp>
            <p:nvSpPr>
              <p:cNvPr id="444" name="Ellipse 1075">
                <a:extLst>
                  <a:ext uri="{FF2B5EF4-FFF2-40B4-BE49-F238E27FC236}">
                    <a16:creationId xmlns:a16="http://schemas.microsoft.com/office/drawing/2014/main" id="{094BF4D0-01EF-48A9-9310-F7679C1C47C7}"/>
                  </a:ext>
                </a:extLst>
              </p:cNvPr>
              <p:cNvSpPr/>
              <p:nvPr/>
            </p:nvSpPr>
            <p:spPr bwMode="gray">
              <a:xfrm flipV="1">
                <a:off x="7033574" y="1923224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6487"/>
                  </a:solidFill>
                </a:endParaRPr>
              </a:p>
            </p:txBody>
          </p:sp>
          <p:sp>
            <p:nvSpPr>
              <p:cNvPr id="445" name="Ellipse 1076">
                <a:extLst>
                  <a:ext uri="{FF2B5EF4-FFF2-40B4-BE49-F238E27FC236}">
                    <a16:creationId xmlns:a16="http://schemas.microsoft.com/office/drawing/2014/main" id="{A68CD5DC-A42B-4029-B133-B30C365887FD}"/>
                  </a:ext>
                </a:extLst>
              </p:cNvPr>
              <p:cNvSpPr/>
              <p:nvPr/>
            </p:nvSpPr>
            <p:spPr bwMode="gray">
              <a:xfrm flipV="1">
                <a:off x="7033574" y="2028599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6487"/>
                  </a:solidFill>
                </a:endParaRPr>
              </a:p>
            </p:txBody>
          </p:sp>
          <p:sp>
            <p:nvSpPr>
              <p:cNvPr id="446" name="Ellipse 1077">
                <a:extLst>
                  <a:ext uri="{FF2B5EF4-FFF2-40B4-BE49-F238E27FC236}">
                    <a16:creationId xmlns:a16="http://schemas.microsoft.com/office/drawing/2014/main" id="{E9115401-DDDD-4442-8485-B0F4B52A292E}"/>
                  </a:ext>
                </a:extLst>
              </p:cNvPr>
              <p:cNvSpPr/>
              <p:nvPr/>
            </p:nvSpPr>
            <p:spPr bwMode="gray">
              <a:xfrm flipV="1">
                <a:off x="7033574" y="2135502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6487"/>
                  </a:solidFill>
                </a:endParaRPr>
              </a:p>
            </p:txBody>
          </p:sp>
          <p:sp>
            <p:nvSpPr>
              <p:cNvPr id="447" name="Ellipse 1078">
                <a:extLst>
                  <a:ext uri="{FF2B5EF4-FFF2-40B4-BE49-F238E27FC236}">
                    <a16:creationId xmlns:a16="http://schemas.microsoft.com/office/drawing/2014/main" id="{09F47E8F-D5F0-45B3-A023-E7DF8461529B}"/>
                  </a:ext>
                </a:extLst>
              </p:cNvPr>
              <p:cNvSpPr/>
              <p:nvPr/>
            </p:nvSpPr>
            <p:spPr bwMode="gray">
              <a:xfrm flipV="1">
                <a:off x="7033574" y="2241459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6487"/>
                  </a:solidFill>
                </a:endParaRPr>
              </a:p>
            </p:txBody>
          </p:sp>
          <p:sp>
            <p:nvSpPr>
              <p:cNvPr id="448" name="Ellipse 1079">
                <a:extLst>
                  <a:ext uri="{FF2B5EF4-FFF2-40B4-BE49-F238E27FC236}">
                    <a16:creationId xmlns:a16="http://schemas.microsoft.com/office/drawing/2014/main" id="{E1E9E8C6-10E4-43D1-82E5-2EB67CE8B264}"/>
                  </a:ext>
                </a:extLst>
              </p:cNvPr>
              <p:cNvSpPr/>
              <p:nvPr/>
            </p:nvSpPr>
            <p:spPr bwMode="gray">
              <a:xfrm flipV="1">
                <a:off x="6932060" y="2028599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6487"/>
                  </a:solidFill>
                </a:endParaRPr>
              </a:p>
            </p:txBody>
          </p:sp>
          <p:sp>
            <p:nvSpPr>
              <p:cNvPr id="449" name="Ellipse 1080">
                <a:extLst>
                  <a:ext uri="{FF2B5EF4-FFF2-40B4-BE49-F238E27FC236}">
                    <a16:creationId xmlns:a16="http://schemas.microsoft.com/office/drawing/2014/main" id="{6437AF4D-D40E-439E-96A3-958B039CC2A3}"/>
                  </a:ext>
                </a:extLst>
              </p:cNvPr>
              <p:cNvSpPr/>
              <p:nvPr/>
            </p:nvSpPr>
            <p:spPr bwMode="gray">
              <a:xfrm flipV="1">
                <a:off x="6932060" y="2135502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6487"/>
                  </a:solidFill>
                </a:endParaRPr>
              </a:p>
            </p:txBody>
          </p:sp>
          <p:sp>
            <p:nvSpPr>
              <p:cNvPr id="450" name="Ellipse 1081">
                <a:extLst>
                  <a:ext uri="{FF2B5EF4-FFF2-40B4-BE49-F238E27FC236}">
                    <a16:creationId xmlns:a16="http://schemas.microsoft.com/office/drawing/2014/main" id="{C8422832-5119-4D15-9586-A310D046DA7A}"/>
                  </a:ext>
                </a:extLst>
              </p:cNvPr>
              <p:cNvSpPr/>
              <p:nvPr/>
            </p:nvSpPr>
            <p:spPr bwMode="gray">
              <a:xfrm flipV="1">
                <a:off x="6932060" y="1816026"/>
                <a:ext cx="27320" cy="28546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6487"/>
                  </a:solidFill>
                </a:endParaRPr>
              </a:p>
            </p:txBody>
          </p:sp>
          <p:sp>
            <p:nvSpPr>
              <p:cNvPr id="451" name="Ellipse 1082">
                <a:extLst>
                  <a:ext uri="{FF2B5EF4-FFF2-40B4-BE49-F238E27FC236}">
                    <a16:creationId xmlns:a16="http://schemas.microsoft.com/office/drawing/2014/main" id="{C862AE99-4BAC-4AD1-AA18-E54371DA8FF2}"/>
                  </a:ext>
                </a:extLst>
              </p:cNvPr>
              <p:cNvSpPr/>
              <p:nvPr/>
            </p:nvSpPr>
            <p:spPr bwMode="gray">
              <a:xfrm flipV="1">
                <a:off x="10483480" y="2446108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52" name="Ellipse 1083">
                <a:extLst>
                  <a:ext uri="{FF2B5EF4-FFF2-40B4-BE49-F238E27FC236}">
                    <a16:creationId xmlns:a16="http://schemas.microsoft.com/office/drawing/2014/main" id="{AE918865-69B5-4E89-8AD1-9E899FB5F7DE}"/>
                  </a:ext>
                </a:extLst>
              </p:cNvPr>
              <p:cNvSpPr/>
              <p:nvPr/>
            </p:nvSpPr>
            <p:spPr bwMode="gray">
              <a:xfrm flipV="1">
                <a:off x="10483480" y="2339954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53" name="Ellipse 1084">
                <a:extLst>
                  <a:ext uri="{FF2B5EF4-FFF2-40B4-BE49-F238E27FC236}">
                    <a16:creationId xmlns:a16="http://schemas.microsoft.com/office/drawing/2014/main" id="{2AB78BD1-F8B1-435D-9C72-593222293882}"/>
                  </a:ext>
                </a:extLst>
              </p:cNvPr>
              <p:cNvSpPr/>
              <p:nvPr/>
            </p:nvSpPr>
            <p:spPr bwMode="gray">
              <a:xfrm flipV="1">
                <a:off x="10483480" y="223432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54" name="Ellipse 1085">
                <a:extLst>
                  <a:ext uri="{FF2B5EF4-FFF2-40B4-BE49-F238E27FC236}">
                    <a16:creationId xmlns:a16="http://schemas.microsoft.com/office/drawing/2014/main" id="{188741C9-0AD3-4A9E-BAF5-5A40BD453F28}"/>
                  </a:ext>
                </a:extLst>
              </p:cNvPr>
              <p:cNvSpPr/>
              <p:nvPr/>
            </p:nvSpPr>
            <p:spPr bwMode="gray">
              <a:xfrm flipV="1">
                <a:off x="10483480" y="1916088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55" name="Ellipse 1086">
                <a:extLst>
                  <a:ext uri="{FF2B5EF4-FFF2-40B4-BE49-F238E27FC236}">
                    <a16:creationId xmlns:a16="http://schemas.microsoft.com/office/drawing/2014/main" id="{260AB614-FA94-4EE1-A2D1-C5D16B395FE1}"/>
                  </a:ext>
                </a:extLst>
              </p:cNvPr>
              <p:cNvSpPr/>
              <p:nvPr/>
            </p:nvSpPr>
            <p:spPr bwMode="gray">
              <a:xfrm flipV="1">
                <a:off x="10483480" y="1808890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56" name="Ellipse 1087">
                <a:extLst>
                  <a:ext uri="{FF2B5EF4-FFF2-40B4-BE49-F238E27FC236}">
                    <a16:creationId xmlns:a16="http://schemas.microsoft.com/office/drawing/2014/main" id="{11663696-C5EB-486D-A08F-F8906917335B}"/>
                  </a:ext>
                </a:extLst>
              </p:cNvPr>
              <p:cNvSpPr/>
              <p:nvPr/>
            </p:nvSpPr>
            <p:spPr bwMode="gray">
              <a:xfrm flipV="1">
                <a:off x="10483480" y="1700773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57" name="Ellipse 1088">
                <a:extLst>
                  <a:ext uri="{FF2B5EF4-FFF2-40B4-BE49-F238E27FC236}">
                    <a16:creationId xmlns:a16="http://schemas.microsoft.com/office/drawing/2014/main" id="{A15B9CA9-1B53-4D4B-8B28-A3F0C4756C23}"/>
                  </a:ext>
                </a:extLst>
              </p:cNvPr>
              <p:cNvSpPr/>
              <p:nvPr/>
            </p:nvSpPr>
            <p:spPr bwMode="gray">
              <a:xfrm flipV="1">
                <a:off x="10379147" y="1700773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58" name="Ellipse 1089">
                <a:extLst>
                  <a:ext uri="{FF2B5EF4-FFF2-40B4-BE49-F238E27FC236}">
                    <a16:creationId xmlns:a16="http://schemas.microsoft.com/office/drawing/2014/main" id="{17BFF1A3-61D8-4C7C-8EE6-BE060F2133F8}"/>
                  </a:ext>
                </a:extLst>
              </p:cNvPr>
              <p:cNvSpPr/>
              <p:nvPr/>
            </p:nvSpPr>
            <p:spPr bwMode="gray">
              <a:xfrm flipV="1">
                <a:off x="10279795" y="170077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59" name="Ellipse 1090">
                <a:extLst>
                  <a:ext uri="{FF2B5EF4-FFF2-40B4-BE49-F238E27FC236}">
                    <a16:creationId xmlns:a16="http://schemas.microsoft.com/office/drawing/2014/main" id="{7C1BDF6F-704D-4BC8-8837-8A4B6A4906FA}"/>
                  </a:ext>
                </a:extLst>
              </p:cNvPr>
              <p:cNvSpPr/>
              <p:nvPr/>
            </p:nvSpPr>
            <p:spPr bwMode="gray">
              <a:xfrm flipV="1">
                <a:off x="10178629" y="170077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60" name="Ellipse 1091">
                <a:extLst>
                  <a:ext uri="{FF2B5EF4-FFF2-40B4-BE49-F238E27FC236}">
                    <a16:creationId xmlns:a16="http://schemas.microsoft.com/office/drawing/2014/main" id="{DA1E01BB-24F6-4881-B214-0029620930D5}"/>
                  </a:ext>
                </a:extLst>
              </p:cNvPr>
              <p:cNvSpPr/>
              <p:nvPr/>
            </p:nvSpPr>
            <p:spPr bwMode="gray">
              <a:xfrm flipV="1">
                <a:off x="10286625" y="1602439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61" name="Ellipse 1092">
                <a:extLst>
                  <a:ext uri="{FF2B5EF4-FFF2-40B4-BE49-F238E27FC236}">
                    <a16:creationId xmlns:a16="http://schemas.microsoft.com/office/drawing/2014/main" id="{32BDC948-895D-4F17-B7AA-A4A860D36547}"/>
                  </a:ext>
                </a:extLst>
              </p:cNvPr>
              <p:cNvSpPr/>
              <p:nvPr/>
            </p:nvSpPr>
            <p:spPr bwMode="gray">
              <a:xfrm flipV="1">
                <a:off x="10078105" y="170077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62" name="Ellipse 1093">
                <a:extLst>
                  <a:ext uri="{FF2B5EF4-FFF2-40B4-BE49-F238E27FC236}">
                    <a16:creationId xmlns:a16="http://schemas.microsoft.com/office/drawing/2014/main" id="{68B7D89D-7324-42B8-812C-BE988A2DAD9F}"/>
                  </a:ext>
                </a:extLst>
              </p:cNvPr>
              <p:cNvSpPr/>
              <p:nvPr/>
            </p:nvSpPr>
            <p:spPr bwMode="gray">
              <a:xfrm flipV="1">
                <a:off x="10078105" y="1808890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63" name="Ellipse 1094">
                <a:extLst>
                  <a:ext uri="{FF2B5EF4-FFF2-40B4-BE49-F238E27FC236}">
                    <a16:creationId xmlns:a16="http://schemas.microsoft.com/office/drawing/2014/main" id="{0E669B60-5382-4F90-AE7F-09F1D359C0AC}"/>
                  </a:ext>
                </a:extLst>
              </p:cNvPr>
              <p:cNvSpPr/>
              <p:nvPr/>
            </p:nvSpPr>
            <p:spPr bwMode="gray">
              <a:xfrm flipV="1">
                <a:off x="10078105" y="1916088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64" name="Ellipse 1095">
                <a:extLst>
                  <a:ext uri="{FF2B5EF4-FFF2-40B4-BE49-F238E27FC236}">
                    <a16:creationId xmlns:a16="http://schemas.microsoft.com/office/drawing/2014/main" id="{9D222BAF-D7D3-47A4-857F-D88F94780A2C}"/>
                  </a:ext>
                </a:extLst>
              </p:cNvPr>
              <p:cNvSpPr/>
              <p:nvPr/>
            </p:nvSpPr>
            <p:spPr bwMode="gray">
              <a:xfrm flipV="1">
                <a:off x="10178629" y="1916088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65" name="Ellipse 1096">
                <a:extLst>
                  <a:ext uri="{FF2B5EF4-FFF2-40B4-BE49-F238E27FC236}">
                    <a16:creationId xmlns:a16="http://schemas.microsoft.com/office/drawing/2014/main" id="{17E28F86-90AA-439D-8F98-E7E167F13D62}"/>
                  </a:ext>
                </a:extLst>
              </p:cNvPr>
              <p:cNvSpPr/>
              <p:nvPr/>
            </p:nvSpPr>
            <p:spPr bwMode="gray">
              <a:xfrm flipV="1">
                <a:off x="10279795" y="1916088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66" name="Ellipse 1097">
                <a:extLst>
                  <a:ext uri="{FF2B5EF4-FFF2-40B4-BE49-F238E27FC236}">
                    <a16:creationId xmlns:a16="http://schemas.microsoft.com/office/drawing/2014/main" id="{8EA2AD40-B124-475B-BD3F-5277D4AA4EAB}"/>
                  </a:ext>
                </a:extLst>
              </p:cNvPr>
              <p:cNvSpPr/>
              <p:nvPr/>
            </p:nvSpPr>
            <p:spPr bwMode="gray">
              <a:xfrm flipV="1">
                <a:off x="10379147" y="1916088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67" name="Ellipse 1098">
                <a:extLst>
                  <a:ext uri="{FF2B5EF4-FFF2-40B4-BE49-F238E27FC236}">
                    <a16:creationId xmlns:a16="http://schemas.microsoft.com/office/drawing/2014/main" id="{F99017ED-4076-4E98-B93D-EEC429751E6C}"/>
                  </a:ext>
                </a:extLst>
              </p:cNvPr>
              <p:cNvSpPr/>
              <p:nvPr/>
            </p:nvSpPr>
            <p:spPr bwMode="gray">
              <a:xfrm flipV="1">
                <a:off x="10379147" y="202146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68" name="Ellipse 1099">
                <a:extLst>
                  <a:ext uri="{FF2B5EF4-FFF2-40B4-BE49-F238E27FC236}">
                    <a16:creationId xmlns:a16="http://schemas.microsoft.com/office/drawing/2014/main" id="{65E78536-EB5C-4730-835C-92810E8E2F0F}"/>
                  </a:ext>
                </a:extLst>
              </p:cNvPr>
              <p:cNvSpPr/>
              <p:nvPr/>
            </p:nvSpPr>
            <p:spPr bwMode="gray">
              <a:xfrm flipV="1">
                <a:off x="10379147" y="2128366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69" name="Ellipse 1100">
                <a:extLst>
                  <a:ext uri="{FF2B5EF4-FFF2-40B4-BE49-F238E27FC236}">
                    <a16:creationId xmlns:a16="http://schemas.microsoft.com/office/drawing/2014/main" id="{B2D5AD9D-DF5A-433D-8F0A-7F91D33985CD}"/>
                  </a:ext>
                </a:extLst>
              </p:cNvPr>
              <p:cNvSpPr/>
              <p:nvPr/>
            </p:nvSpPr>
            <p:spPr bwMode="gray">
              <a:xfrm flipV="1">
                <a:off x="10587118" y="2021463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70" name="Ellipse 1101">
                <a:extLst>
                  <a:ext uri="{FF2B5EF4-FFF2-40B4-BE49-F238E27FC236}">
                    <a16:creationId xmlns:a16="http://schemas.microsoft.com/office/drawing/2014/main" id="{E594C31D-E31D-4D74-A959-75C57AC627EC}"/>
                  </a:ext>
                </a:extLst>
              </p:cNvPr>
              <p:cNvSpPr/>
              <p:nvPr/>
            </p:nvSpPr>
            <p:spPr bwMode="gray">
              <a:xfrm flipV="1">
                <a:off x="10587118" y="1916088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71" name="Ellipse 1102">
                <a:extLst>
                  <a:ext uri="{FF2B5EF4-FFF2-40B4-BE49-F238E27FC236}">
                    <a16:creationId xmlns:a16="http://schemas.microsoft.com/office/drawing/2014/main" id="{F4157EEF-5605-4E58-8A3E-C913974F6455}"/>
                  </a:ext>
                </a:extLst>
              </p:cNvPr>
              <p:cNvSpPr/>
              <p:nvPr/>
            </p:nvSpPr>
            <p:spPr bwMode="gray">
              <a:xfrm flipV="1">
                <a:off x="10684303" y="2021463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72" name="Ellipse 1103">
                <a:extLst>
                  <a:ext uri="{FF2B5EF4-FFF2-40B4-BE49-F238E27FC236}">
                    <a16:creationId xmlns:a16="http://schemas.microsoft.com/office/drawing/2014/main" id="{6526F9F1-E786-4566-8439-DB185F884980}"/>
                  </a:ext>
                </a:extLst>
              </p:cNvPr>
              <p:cNvSpPr/>
              <p:nvPr/>
            </p:nvSpPr>
            <p:spPr bwMode="gray">
              <a:xfrm flipV="1">
                <a:off x="10787307" y="2021463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73" name="Ellipse 1104">
                <a:extLst>
                  <a:ext uri="{FF2B5EF4-FFF2-40B4-BE49-F238E27FC236}">
                    <a16:creationId xmlns:a16="http://schemas.microsoft.com/office/drawing/2014/main" id="{AB1086B9-1BC9-48F7-87B8-4EF205D8EFB3}"/>
                  </a:ext>
                </a:extLst>
              </p:cNvPr>
              <p:cNvSpPr/>
              <p:nvPr/>
            </p:nvSpPr>
            <p:spPr bwMode="gray">
              <a:xfrm flipV="1">
                <a:off x="10794137" y="2135502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74" name="Ellipse 1105">
                <a:extLst>
                  <a:ext uri="{FF2B5EF4-FFF2-40B4-BE49-F238E27FC236}">
                    <a16:creationId xmlns:a16="http://schemas.microsoft.com/office/drawing/2014/main" id="{2D16E8AF-EABF-495F-97CB-71C90A9513DF}"/>
                  </a:ext>
                </a:extLst>
              </p:cNvPr>
              <p:cNvSpPr/>
              <p:nvPr/>
            </p:nvSpPr>
            <p:spPr bwMode="gray">
              <a:xfrm flipV="1">
                <a:off x="10587118" y="223432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75" name="Ellipse 1106">
                <a:extLst>
                  <a:ext uri="{FF2B5EF4-FFF2-40B4-BE49-F238E27FC236}">
                    <a16:creationId xmlns:a16="http://schemas.microsoft.com/office/drawing/2014/main" id="{5767ACD7-FA45-483C-BF2D-EE4DDC8F7A58}"/>
                  </a:ext>
                </a:extLst>
              </p:cNvPr>
              <p:cNvSpPr/>
              <p:nvPr/>
            </p:nvSpPr>
            <p:spPr bwMode="gray">
              <a:xfrm flipV="1">
                <a:off x="10279795" y="2128366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76" name="Ellipse 1107">
                <a:extLst>
                  <a:ext uri="{FF2B5EF4-FFF2-40B4-BE49-F238E27FC236}">
                    <a16:creationId xmlns:a16="http://schemas.microsoft.com/office/drawing/2014/main" id="{9826BE50-5BEC-439E-9ABB-A221506A3827}"/>
                  </a:ext>
                </a:extLst>
              </p:cNvPr>
              <p:cNvSpPr/>
              <p:nvPr/>
            </p:nvSpPr>
            <p:spPr bwMode="gray">
              <a:xfrm flipV="1">
                <a:off x="10279795" y="202146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77" name="Ellipse 1108">
                <a:extLst>
                  <a:ext uri="{FF2B5EF4-FFF2-40B4-BE49-F238E27FC236}">
                    <a16:creationId xmlns:a16="http://schemas.microsoft.com/office/drawing/2014/main" id="{670915DB-3DDD-4B08-B882-ED9ADF1C7D56}"/>
                  </a:ext>
                </a:extLst>
              </p:cNvPr>
              <p:cNvSpPr/>
              <p:nvPr/>
            </p:nvSpPr>
            <p:spPr bwMode="gray">
              <a:xfrm flipV="1">
                <a:off x="10078105" y="202146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78" name="Ellipse 1109">
                <a:extLst>
                  <a:ext uri="{FF2B5EF4-FFF2-40B4-BE49-F238E27FC236}">
                    <a16:creationId xmlns:a16="http://schemas.microsoft.com/office/drawing/2014/main" id="{D2D4497F-F585-4338-AE6D-18E051C4CC40}"/>
                  </a:ext>
                </a:extLst>
              </p:cNvPr>
              <p:cNvSpPr/>
              <p:nvPr/>
            </p:nvSpPr>
            <p:spPr bwMode="gray">
              <a:xfrm flipV="1">
                <a:off x="10178629" y="202146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79" name="Ellipse 1110">
                <a:extLst>
                  <a:ext uri="{FF2B5EF4-FFF2-40B4-BE49-F238E27FC236}">
                    <a16:creationId xmlns:a16="http://schemas.microsoft.com/office/drawing/2014/main" id="{2E97DAFE-6250-49BF-9ADD-E92BCE56EDF5}"/>
                  </a:ext>
                </a:extLst>
              </p:cNvPr>
              <p:cNvSpPr/>
              <p:nvPr/>
            </p:nvSpPr>
            <p:spPr bwMode="gray">
              <a:xfrm flipV="1">
                <a:off x="10178629" y="1488599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80" name="Ellipse 1111">
                <a:extLst>
                  <a:ext uri="{FF2B5EF4-FFF2-40B4-BE49-F238E27FC236}">
                    <a16:creationId xmlns:a16="http://schemas.microsoft.com/office/drawing/2014/main" id="{F9B45CB5-496E-4C47-9FEC-9BC552D157B5}"/>
                  </a:ext>
                </a:extLst>
              </p:cNvPr>
              <p:cNvSpPr/>
              <p:nvPr/>
            </p:nvSpPr>
            <p:spPr bwMode="gray">
              <a:xfrm flipV="1">
                <a:off x="10084935" y="1602439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81" name="Ellipse 1112">
                <a:extLst>
                  <a:ext uri="{FF2B5EF4-FFF2-40B4-BE49-F238E27FC236}">
                    <a16:creationId xmlns:a16="http://schemas.microsoft.com/office/drawing/2014/main" id="{781188C8-B904-4490-9EEA-2A479ED68C3A}"/>
                  </a:ext>
                </a:extLst>
              </p:cNvPr>
              <p:cNvSpPr/>
              <p:nvPr/>
            </p:nvSpPr>
            <p:spPr bwMode="gray">
              <a:xfrm flipV="1">
                <a:off x="9972385" y="1488599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82" name="Ellipse 1113">
                <a:extLst>
                  <a:ext uri="{FF2B5EF4-FFF2-40B4-BE49-F238E27FC236}">
                    <a16:creationId xmlns:a16="http://schemas.microsoft.com/office/drawing/2014/main" id="{61F9FBBF-B03C-469E-8037-A6B0F86AD95C}"/>
                  </a:ext>
                </a:extLst>
              </p:cNvPr>
              <p:cNvSpPr/>
              <p:nvPr/>
            </p:nvSpPr>
            <p:spPr bwMode="gray">
              <a:xfrm flipV="1">
                <a:off x="9972385" y="159530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83" name="Ellipse 1114">
                <a:extLst>
                  <a:ext uri="{FF2B5EF4-FFF2-40B4-BE49-F238E27FC236}">
                    <a16:creationId xmlns:a16="http://schemas.microsoft.com/office/drawing/2014/main" id="{E4C67A69-BE45-4430-8416-842D9FE0DE96}"/>
                  </a:ext>
                </a:extLst>
              </p:cNvPr>
              <p:cNvSpPr/>
              <p:nvPr/>
            </p:nvSpPr>
            <p:spPr bwMode="gray">
              <a:xfrm flipV="1">
                <a:off x="9972385" y="202146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84" name="Ellipse 1115">
                <a:extLst>
                  <a:ext uri="{FF2B5EF4-FFF2-40B4-BE49-F238E27FC236}">
                    <a16:creationId xmlns:a16="http://schemas.microsoft.com/office/drawing/2014/main" id="{1649057D-68D0-4784-8401-B40760AA0A98}"/>
                  </a:ext>
                </a:extLst>
              </p:cNvPr>
              <p:cNvSpPr/>
              <p:nvPr/>
            </p:nvSpPr>
            <p:spPr bwMode="gray">
              <a:xfrm flipV="1">
                <a:off x="9972385" y="2339954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85" name="Ellipse 1116">
                <a:extLst>
                  <a:ext uri="{FF2B5EF4-FFF2-40B4-BE49-F238E27FC236}">
                    <a16:creationId xmlns:a16="http://schemas.microsoft.com/office/drawing/2014/main" id="{E59EBFA3-BF3C-4568-AC6F-B36C5EF0EA98}"/>
                  </a:ext>
                </a:extLst>
              </p:cNvPr>
              <p:cNvSpPr/>
              <p:nvPr/>
            </p:nvSpPr>
            <p:spPr bwMode="gray">
              <a:xfrm flipV="1">
                <a:off x="9972385" y="2446108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86" name="Ellipse 1117">
                <a:extLst>
                  <a:ext uri="{FF2B5EF4-FFF2-40B4-BE49-F238E27FC236}">
                    <a16:creationId xmlns:a16="http://schemas.microsoft.com/office/drawing/2014/main" id="{CBF34EF7-F3FB-48DC-BA7D-8D983953D1E4}"/>
                  </a:ext>
                </a:extLst>
              </p:cNvPr>
              <p:cNvSpPr/>
              <p:nvPr/>
            </p:nvSpPr>
            <p:spPr bwMode="gray">
              <a:xfrm flipV="1">
                <a:off x="10078105" y="2446108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87" name="Ellipse 1118">
                <a:extLst>
                  <a:ext uri="{FF2B5EF4-FFF2-40B4-BE49-F238E27FC236}">
                    <a16:creationId xmlns:a16="http://schemas.microsoft.com/office/drawing/2014/main" id="{EFFA1DCB-E629-41C1-B937-7DFA558A2354}"/>
                  </a:ext>
                </a:extLst>
              </p:cNvPr>
              <p:cNvSpPr/>
              <p:nvPr/>
            </p:nvSpPr>
            <p:spPr bwMode="gray">
              <a:xfrm flipV="1">
                <a:off x="9241020" y="2706281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88" name="Ellipse 1119">
                <a:extLst>
                  <a:ext uri="{FF2B5EF4-FFF2-40B4-BE49-F238E27FC236}">
                    <a16:creationId xmlns:a16="http://schemas.microsoft.com/office/drawing/2014/main" id="{DC036501-1CCB-4D3D-837E-46B7803DE09B}"/>
                  </a:ext>
                </a:extLst>
              </p:cNvPr>
              <p:cNvSpPr/>
              <p:nvPr/>
            </p:nvSpPr>
            <p:spPr bwMode="gray">
              <a:xfrm flipV="1">
                <a:off x="9876974" y="2550688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89" name="Ellipse 1120">
                <a:extLst>
                  <a:ext uri="{FF2B5EF4-FFF2-40B4-BE49-F238E27FC236}">
                    <a16:creationId xmlns:a16="http://schemas.microsoft.com/office/drawing/2014/main" id="{1B13C103-1F1A-4478-B1AD-831700CB1BD9}"/>
                  </a:ext>
                </a:extLst>
              </p:cNvPr>
              <p:cNvSpPr/>
              <p:nvPr/>
            </p:nvSpPr>
            <p:spPr bwMode="gray">
              <a:xfrm flipV="1">
                <a:off x="9876974" y="2339954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90" name="Ellipse 1121">
                <a:extLst>
                  <a:ext uri="{FF2B5EF4-FFF2-40B4-BE49-F238E27FC236}">
                    <a16:creationId xmlns:a16="http://schemas.microsoft.com/office/drawing/2014/main" id="{44D6B5F4-2D75-4E0A-A33C-344C4428E62F}"/>
                  </a:ext>
                </a:extLst>
              </p:cNvPr>
              <p:cNvSpPr/>
              <p:nvPr/>
            </p:nvSpPr>
            <p:spPr bwMode="gray">
              <a:xfrm flipV="1">
                <a:off x="9876974" y="2234323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91" name="Ellipse 1122">
                <a:extLst>
                  <a:ext uri="{FF2B5EF4-FFF2-40B4-BE49-F238E27FC236}">
                    <a16:creationId xmlns:a16="http://schemas.microsoft.com/office/drawing/2014/main" id="{FFBDFB90-5871-4E82-8F12-E2B45E0D56CC}"/>
                  </a:ext>
                </a:extLst>
              </p:cNvPr>
              <p:cNvSpPr/>
              <p:nvPr/>
            </p:nvSpPr>
            <p:spPr bwMode="gray">
              <a:xfrm flipV="1">
                <a:off x="9876974" y="2128366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92" name="Ellipse 1123">
                <a:extLst>
                  <a:ext uri="{FF2B5EF4-FFF2-40B4-BE49-F238E27FC236}">
                    <a16:creationId xmlns:a16="http://schemas.microsoft.com/office/drawing/2014/main" id="{E50C5912-17C5-44F5-BA49-C2E3182F2DBE}"/>
                  </a:ext>
                </a:extLst>
              </p:cNvPr>
              <p:cNvSpPr/>
              <p:nvPr/>
            </p:nvSpPr>
            <p:spPr bwMode="gray">
              <a:xfrm flipV="1">
                <a:off x="9876974" y="202146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93" name="Ellipse 1124">
                <a:extLst>
                  <a:ext uri="{FF2B5EF4-FFF2-40B4-BE49-F238E27FC236}">
                    <a16:creationId xmlns:a16="http://schemas.microsoft.com/office/drawing/2014/main" id="{4C4CE5DC-C6EE-4659-96C1-F7D544A2897F}"/>
                  </a:ext>
                </a:extLst>
              </p:cNvPr>
              <p:cNvSpPr/>
              <p:nvPr/>
            </p:nvSpPr>
            <p:spPr bwMode="gray">
              <a:xfrm flipV="1">
                <a:off x="9876974" y="1916088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94" name="Ellipse 1125">
                <a:extLst>
                  <a:ext uri="{FF2B5EF4-FFF2-40B4-BE49-F238E27FC236}">
                    <a16:creationId xmlns:a16="http://schemas.microsoft.com/office/drawing/2014/main" id="{05AB02A4-F46F-4478-B9A7-49A4C181826B}"/>
                  </a:ext>
                </a:extLst>
              </p:cNvPr>
              <p:cNvSpPr/>
              <p:nvPr/>
            </p:nvSpPr>
            <p:spPr bwMode="gray">
              <a:xfrm flipV="1">
                <a:off x="9876974" y="1808890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96" name="Ellipse 1127">
                <a:extLst>
                  <a:ext uri="{FF2B5EF4-FFF2-40B4-BE49-F238E27FC236}">
                    <a16:creationId xmlns:a16="http://schemas.microsoft.com/office/drawing/2014/main" id="{F938834C-3F0A-45FA-9551-D94C6B7D65B3}"/>
                  </a:ext>
                </a:extLst>
              </p:cNvPr>
              <p:cNvSpPr/>
              <p:nvPr/>
            </p:nvSpPr>
            <p:spPr bwMode="gray">
              <a:xfrm flipV="1">
                <a:off x="9771920" y="1916088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97" name="Ellipse 1128">
                <a:extLst>
                  <a:ext uri="{FF2B5EF4-FFF2-40B4-BE49-F238E27FC236}">
                    <a16:creationId xmlns:a16="http://schemas.microsoft.com/office/drawing/2014/main" id="{600D84AC-053E-4DC8-8308-DBFA3626ACE9}"/>
                  </a:ext>
                </a:extLst>
              </p:cNvPr>
              <p:cNvSpPr/>
              <p:nvPr/>
            </p:nvSpPr>
            <p:spPr bwMode="gray">
              <a:xfrm flipV="1">
                <a:off x="9771920" y="2234323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98" name="Ellipse 1129">
                <a:extLst>
                  <a:ext uri="{FF2B5EF4-FFF2-40B4-BE49-F238E27FC236}">
                    <a16:creationId xmlns:a16="http://schemas.microsoft.com/office/drawing/2014/main" id="{08EDF35D-D6E5-4C3B-BC6F-F9C3F17F11E4}"/>
                  </a:ext>
                </a:extLst>
              </p:cNvPr>
              <p:cNvSpPr/>
              <p:nvPr/>
            </p:nvSpPr>
            <p:spPr bwMode="gray">
              <a:xfrm flipV="1">
                <a:off x="9771920" y="2128366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99" name="Ellipse 1130">
                <a:extLst>
                  <a:ext uri="{FF2B5EF4-FFF2-40B4-BE49-F238E27FC236}">
                    <a16:creationId xmlns:a16="http://schemas.microsoft.com/office/drawing/2014/main" id="{775D29E8-E297-4D5F-845D-5CBF84E10A1A}"/>
                  </a:ext>
                </a:extLst>
              </p:cNvPr>
              <p:cNvSpPr/>
              <p:nvPr/>
            </p:nvSpPr>
            <p:spPr bwMode="gray">
              <a:xfrm flipV="1">
                <a:off x="9670168" y="2550688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00" name="Ellipse 1131">
                <a:extLst>
                  <a:ext uri="{FF2B5EF4-FFF2-40B4-BE49-F238E27FC236}">
                    <a16:creationId xmlns:a16="http://schemas.microsoft.com/office/drawing/2014/main" id="{AFDDFE1A-FBAF-488C-811B-242F6E0AFB55}"/>
                  </a:ext>
                </a:extLst>
              </p:cNvPr>
              <p:cNvSpPr/>
              <p:nvPr/>
            </p:nvSpPr>
            <p:spPr bwMode="gray">
              <a:xfrm flipV="1">
                <a:off x="9568076" y="2446108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01" name="Ellipse 1132">
                <a:extLst>
                  <a:ext uri="{FF2B5EF4-FFF2-40B4-BE49-F238E27FC236}">
                    <a16:creationId xmlns:a16="http://schemas.microsoft.com/office/drawing/2014/main" id="{CC8D9E5C-555F-432D-A855-F6F410C7A7F6}"/>
                  </a:ext>
                </a:extLst>
              </p:cNvPr>
              <p:cNvSpPr/>
              <p:nvPr/>
            </p:nvSpPr>
            <p:spPr bwMode="gray">
              <a:xfrm flipV="1">
                <a:off x="9670168" y="2339954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02" name="Ellipse 1133">
                <a:extLst>
                  <a:ext uri="{FF2B5EF4-FFF2-40B4-BE49-F238E27FC236}">
                    <a16:creationId xmlns:a16="http://schemas.microsoft.com/office/drawing/2014/main" id="{9AD5B198-8F88-45FE-BA5E-BDF010DDFA36}"/>
                  </a:ext>
                </a:extLst>
              </p:cNvPr>
              <p:cNvSpPr/>
              <p:nvPr/>
            </p:nvSpPr>
            <p:spPr bwMode="gray">
              <a:xfrm flipV="1">
                <a:off x="9670168" y="202146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03" name="Ellipse 1134">
                <a:extLst>
                  <a:ext uri="{FF2B5EF4-FFF2-40B4-BE49-F238E27FC236}">
                    <a16:creationId xmlns:a16="http://schemas.microsoft.com/office/drawing/2014/main" id="{0C91F331-466E-4F1D-BF1E-A682A3DF05D5}"/>
                  </a:ext>
                </a:extLst>
              </p:cNvPr>
              <p:cNvSpPr/>
              <p:nvPr/>
            </p:nvSpPr>
            <p:spPr bwMode="gray">
              <a:xfrm flipV="1">
                <a:off x="9670168" y="1808890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04" name="Ellipse 1135">
                <a:extLst>
                  <a:ext uri="{FF2B5EF4-FFF2-40B4-BE49-F238E27FC236}">
                    <a16:creationId xmlns:a16="http://schemas.microsoft.com/office/drawing/2014/main" id="{D9D44D1B-39CE-4F6B-95FC-7B3BF095B608}"/>
                  </a:ext>
                </a:extLst>
              </p:cNvPr>
              <p:cNvSpPr/>
              <p:nvPr/>
            </p:nvSpPr>
            <p:spPr bwMode="gray">
              <a:xfrm flipV="1">
                <a:off x="9670168" y="170077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05" name="Ellipse 1136">
                <a:extLst>
                  <a:ext uri="{FF2B5EF4-FFF2-40B4-BE49-F238E27FC236}">
                    <a16:creationId xmlns:a16="http://schemas.microsoft.com/office/drawing/2014/main" id="{3C75ADB7-95B8-49C7-98D7-C7AF891DD78C}"/>
                  </a:ext>
                </a:extLst>
              </p:cNvPr>
              <p:cNvSpPr/>
              <p:nvPr/>
            </p:nvSpPr>
            <p:spPr bwMode="gray">
              <a:xfrm flipV="1">
                <a:off x="9568076" y="170077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06" name="Ellipse 1137">
                <a:extLst>
                  <a:ext uri="{FF2B5EF4-FFF2-40B4-BE49-F238E27FC236}">
                    <a16:creationId xmlns:a16="http://schemas.microsoft.com/office/drawing/2014/main" id="{226C5CDD-D91A-4C20-A1E0-66E5B54F2F4C}"/>
                  </a:ext>
                </a:extLst>
              </p:cNvPr>
              <p:cNvSpPr/>
              <p:nvPr/>
            </p:nvSpPr>
            <p:spPr bwMode="gray">
              <a:xfrm flipV="1">
                <a:off x="9568076" y="1808890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07" name="Ellipse 1138">
                <a:extLst>
                  <a:ext uri="{FF2B5EF4-FFF2-40B4-BE49-F238E27FC236}">
                    <a16:creationId xmlns:a16="http://schemas.microsoft.com/office/drawing/2014/main" id="{83D06BD6-98E0-4141-8BDF-34D36296254C}"/>
                  </a:ext>
                </a:extLst>
              </p:cNvPr>
              <p:cNvSpPr/>
              <p:nvPr/>
            </p:nvSpPr>
            <p:spPr bwMode="gray">
              <a:xfrm flipV="1">
                <a:off x="9568076" y="1916088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08" name="Ellipse 1139">
                <a:extLst>
                  <a:ext uri="{FF2B5EF4-FFF2-40B4-BE49-F238E27FC236}">
                    <a16:creationId xmlns:a16="http://schemas.microsoft.com/office/drawing/2014/main" id="{4C48DA09-3FA6-4D83-A3B7-24C033358556}"/>
                  </a:ext>
                </a:extLst>
              </p:cNvPr>
              <p:cNvSpPr/>
              <p:nvPr/>
            </p:nvSpPr>
            <p:spPr bwMode="gray">
              <a:xfrm flipV="1">
                <a:off x="9568076" y="202146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09" name="Ellipse 1140">
                <a:extLst>
                  <a:ext uri="{FF2B5EF4-FFF2-40B4-BE49-F238E27FC236}">
                    <a16:creationId xmlns:a16="http://schemas.microsoft.com/office/drawing/2014/main" id="{80CD21E1-0B30-460B-8783-14AAE8121E94}"/>
                  </a:ext>
                </a:extLst>
              </p:cNvPr>
              <p:cNvSpPr/>
              <p:nvPr/>
            </p:nvSpPr>
            <p:spPr bwMode="gray">
              <a:xfrm flipV="1">
                <a:off x="9568076" y="2339954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10" name="Ellipse 1141">
                <a:extLst>
                  <a:ext uri="{FF2B5EF4-FFF2-40B4-BE49-F238E27FC236}">
                    <a16:creationId xmlns:a16="http://schemas.microsoft.com/office/drawing/2014/main" id="{833E3FEA-FBBA-4A97-BD20-FB743E7DE443}"/>
                  </a:ext>
                </a:extLst>
              </p:cNvPr>
              <p:cNvSpPr/>
              <p:nvPr/>
            </p:nvSpPr>
            <p:spPr bwMode="gray">
              <a:xfrm flipV="1">
                <a:off x="9365124" y="170077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11" name="Ellipse 1142">
                <a:extLst>
                  <a:ext uri="{FF2B5EF4-FFF2-40B4-BE49-F238E27FC236}">
                    <a16:creationId xmlns:a16="http://schemas.microsoft.com/office/drawing/2014/main" id="{51ACE4F1-0734-4801-9728-CA7D7BE2FC0E}"/>
                  </a:ext>
                </a:extLst>
              </p:cNvPr>
              <p:cNvSpPr/>
              <p:nvPr/>
            </p:nvSpPr>
            <p:spPr bwMode="gray">
              <a:xfrm flipV="1">
                <a:off x="9365124" y="1808890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12" name="Ellipse 1143">
                <a:extLst>
                  <a:ext uri="{FF2B5EF4-FFF2-40B4-BE49-F238E27FC236}">
                    <a16:creationId xmlns:a16="http://schemas.microsoft.com/office/drawing/2014/main" id="{CFE834E2-BB75-4A17-9448-BDA18CD80AEB}"/>
                  </a:ext>
                </a:extLst>
              </p:cNvPr>
              <p:cNvSpPr/>
              <p:nvPr/>
            </p:nvSpPr>
            <p:spPr bwMode="gray">
              <a:xfrm flipV="1">
                <a:off x="9061480" y="2234323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13" name="Ellipse 1144">
                <a:extLst>
                  <a:ext uri="{FF2B5EF4-FFF2-40B4-BE49-F238E27FC236}">
                    <a16:creationId xmlns:a16="http://schemas.microsoft.com/office/drawing/2014/main" id="{2D63FBF5-EA4E-422C-A9F9-DA1B2FC5C438}"/>
                  </a:ext>
                </a:extLst>
              </p:cNvPr>
              <p:cNvSpPr/>
              <p:nvPr/>
            </p:nvSpPr>
            <p:spPr bwMode="gray">
              <a:xfrm flipV="1">
                <a:off x="9162701" y="2234323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14" name="Ellipse 1145">
                <a:extLst>
                  <a:ext uri="{FF2B5EF4-FFF2-40B4-BE49-F238E27FC236}">
                    <a16:creationId xmlns:a16="http://schemas.microsoft.com/office/drawing/2014/main" id="{77548E53-9376-4A9F-B6FA-4073C9EB8099}"/>
                  </a:ext>
                </a:extLst>
              </p:cNvPr>
              <p:cNvSpPr/>
              <p:nvPr/>
            </p:nvSpPr>
            <p:spPr bwMode="gray">
              <a:xfrm flipV="1">
                <a:off x="8960337" y="2234323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15" name="Ellipse 1146">
                <a:extLst>
                  <a:ext uri="{FF2B5EF4-FFF2-40B4-BE49-F238E27FC236}">
                    <a16:creationId xmlns:a16="http://schemas.microsoft.com/office/drawing/2014/main" id="{6F29206B-0935-406C-989B-DCC5E10235E4}"/>
                  </a:ext>
                </a:extLst>
              </p:cNvPr>
              <p:cNvSpPr/>
              <p:nvPr/>
            </p:nvSpPr>
            <p:spPr bwMode="gray">
              <a:xfrm flipV="1">
                <a:off x="8858964" y="2339954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16" name="Ellipse 1147">
                <a:extLst>
                  <a:ext uri="{FF2B5EF4-FFF2-40B4-BE49-F238E27FC236}">
                    <a16:creationId xmlns:a16="http://schemas.microsoft.com/office/drawing/2014/main" id="{E1DF743A-4475-4678-8898-6C2AA00E5D96}"/>
                  </a:ext>
                </a:extLst>
              </p:cNvPr>
              <p:cNvSpPr/>
              <p:nvPr/>
            </p:nvSpPr>
            <p:spPr bwMode="gray">
              <a:xfrm flipV="1">
                <a:off x="8553584" y="170077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17" name="Ellipse 1148">
                <a:extLst>
                  <a:ext uri="{FF2B5EF4-FFF2-40B4-BE49-F238E27FC236}">
                    <a16:creationId xmlns:a16="http://schemas.microsoft.com/office/drawing/2014/main" id="{B66C3934-19BD-4D5C-893B-B51ED7F3CA97}"/>
                  </a:ext>
                </a:extLst>
              </p:cNvPr>
              <p:cNvSpPr/>
              <p:nvPr/>
            </p:nvSpPr>
            <p:spPr bwMode="gray">
              <a:xfrm flipV="1">
                <a:off x="8553584" y="1808890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18" name="Ellipse 1149">
                <a:extLst>
                  <a:ext uri="{FF2B5EF4-FFF2-40B4-BE49-F238E27FC236}">
                    <a16:creationId xmlns:a16="http://schemas.microsoft.com/office/drawing/2014/main" id="{DB0DD5E3-02B7-497A-B3D8-015DC8A0836C}"/>
                  </a:ext>
                </a:extLst>
              </p:cNvPr>
              <p:cNvSpPr/>
              <p:nvPr/>
            </p:nvSpPr>
            <p:spPr bwMode="gray">
              <a:xfrm flipV="1">
                <a:off x="8553584" y="2339954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19" name="Ellipse 1150">
                <a:extLst>
                  <a:ext uri="{FF2B5EF4-FFF2-40B4-BE49-F238E27FC236}">
                    <a16:creationId xmlns:a16="http://schemas.microsoft.com/office/drawing/2014/main" id="{BFA19819-D24D-4E2C-A28E-0AB1104E7F94}"/>
                  </a:ext>
                </a:extLst>
              </p:cNvPr>
              <p:cNvSpPr/>
              <p:nvPr/>
            </p:nvSpPr>
            <p:spPr bwMode="gray">
              <a:xfrm flipV="1">
                <a:off x="8659406" y="2339954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20" name="Ellipse 1151">
                <a:extLst>
                  <a:ext uri="{FF2B5EF4-FFF2-40B4-BE49-F238E27FC236}">
                    <a16:creationId xmlns:a16="http://schemas.microsoft.com/office/drawing/2014/main" id="{DC911BC0-0791-4799-8FE2-A299B86D0201}"/>
                  </a:ext>
                </a:extLst>
              </p:cNvPr>
              <p:cNvSpPr/>
              <p:nvPr/>
            </p:nvSpPr>
            <p:spPr bwMode="gray">
              <a:xfrm flipV="1">
                <a:off x="8451989" y="2339954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21" name="Ellipse 1152">
                <a:extLst>
                  <a:ext uri="{FF2B5EF4-FFF2-40B4-BE49-F238E27FC236}">
                    <a16:creationId xmlns:a16="http://schemas.microsoft.com/office/drawing/2014/main" id="{2D6FCC7B-1709-4E9E-96A9-7AEE3EA184CA}"/>
                  </a:ext>
                </a:extLst>
              </p:cNvPr>
              <p:cNvSpPr/>
              <p:nvPr/>
            </p:nvSpPr>
            <p:spPr bwMode="gray">
              <a:xfrm flipV="1">
                <a:off x="8451989" y="2234323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22" name="Ellipse 1153">
                <a:extLst>
                  <a:ext uri="{FF2B5EF4-FFF2-40B4-BE49-F238E27FC236}">
                    <a16:creationId xmlns:a16="http://schemas.microsoft.com/office/drawing/2014/main" id="{DD05C396-717A-4E7C-9AA8-B79BC830B881}"/>
                  </a:ext>
                </a:extLst>
              </p:cNvPr>
              <p:cNvSpPr/>
              <p:nvPr/>
            </p:nvSpPr>
            <p:spPr bwMode="gray">
              <a:xfrm flipV="1">
                <a:off x="8348358" y="170077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23" name="Ellipse 1154">
                <a:extLst>
                  <a:ext uri="{FF2B5EF4-FFF2-40B4-BE49-F238E27FC236}">
                    <a16:creationId xmlns:a16="http://schemas.microsoft.com/office/drawing/2014/main" id="{A67E4569-1689-47A0-9930-92EA2826BBC3}"/>
                  </a:ext>
                </a:extLst>
              </p:cNvPr>
              <p:cNvSpPr/>
              <p:nvPr/>
            </p:nvSpPr>
            <p:spPr bwMode="gray">
              <a:xfrm flipV="1">
                <a:off x="8250768" y="170077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24" name="Ellipse 1155">
                <a:extLst>
                  <a:ext uri="{FF2B5EF4-FFF2-40B4-BE49-F238E27FC236}">
                    <a16:creationId xmlns:a16="http://schemas.microsoft.com/office/drawing/2014/main" id="{25C7063E-66AB-48FD-B7AE-7082E62F2729}"/>
                  </a:ext>
                </a:extLst>
              </p:cNvPr>
              <p:cNvSpPr/>
              <p:nvPr/>
            </p:nvSpPr>
            <p:spPr bwMode="gray">
              <a:xfrm flipV="1">
                <a:off x="8250768" y="1916088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25" name="Ellipse 1156">
                <a:extLst>
                  <a:ext uri="{FF2B5EF4-FFF2-40B4-BE49-F238E27FC236}">
                    <a16:creationId xmlns:a16="http://schemas.microsoft.com/office/drawing/2014/main" id="{D77F8C7A-86A9-4AD1-9E3D-95FC2ABA5A45}"/>
                  </a:ext>
                </a:extLst>
              </p:cNvPr>
              <p:cNvSpPr/>
              <p:nvPr/>
            </p:nvSpPr>
            <p:spPr bwMode="gray">
              <a:xfrm flipV="1">
                <a:off x="8250768" y="2339954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26" name="Ellipse 1157">
                <a:extLst>
                  <a:ext uri="{FF2B5EF4-FFF2-40B4-BE49-F238E27FC236}">
                    <a16:creationId xmlns:a16="http://schemas.microsoft.com/office/drawing/2014/main" id="{F19D27FE-0F70-4E3F-AB44-1DD73A02B9B9}"/>
                  </a:ext>
                </a:extLst>
              </p:cNvPr>
              <p:cNvSpPr/>
              <p:nvPr/>
            </p:nvSpPr>
            <p:spPr bwMode="gray">
              <a:xfrm flipV="1">
                <a:off x="8149570" y="2339954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27" name="Ellipse 1158">
                <a:extLst>
                  <a:ext uri="{FF2B5EF4-FFF2-40B4-BE49-F238E27FC236}">
                    <a16:creationId xmlns:a16="http://schemas.microsoft.com/office/drawing/2014/main" id="{3D0447E3-5708-45BE-8DF1-6697E518AC32}"/>
                  </a:ext>
                </a:extLst>
              </p:cNvPr>
              <p:cNvSpPr/>
              <p:nvPr/>
            </p:nvSpPr>
            <p:spPr bwMode="gray">
              <a:xfrm flipV="1">
                <a:off x="8149570" y="2446108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28" name="Ellipse 1159">
                <a:extLst>
                  <a:ext uri="{FF2B5EF4-FFF2-40B4-BE49-F238E27FC236}">
                    <a16:creationId xmlns:a16="http://schemas.microsoft.com/office/drawing/2014/main" id="{788E95A4-2595-48B0-93F9-0F452685D62F}"/>
                  </a:ext>
                </a:extLst>
              </p:cNvPr>
              <p:cNvSpPr/>
              <p:nvPr/>
            </p:nvSpPr>
            <p:spPr bwMode="gray">
              <a:xfrm flipV="1">
                <a:off x="8149570" y="2550688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29" name="Ellipse 1160">
                <a:extLst>
                  <a:ext uri="{FF2B5EF4-FFF2-40B4-BE49-F238E27FC236}">
                    <a16:creationId xmlns:a16="http://schemas.microsoft.com/office/drawing/2014/main" id="{741B0CB9-FBFA-473A-A148-4FE26EFC6EC1}"/>
                  </a:ext>
                </a:extLst>
              </p:cNvPr>
              <p:cNvSpPr/>
              <p:nvPr/>
            </p:nvSpPr>
            <p:spPr bwMode="gray">
              <a:xfrm flipV="1">
                <a:off x="8149570" y="202146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30" name="Ellipse 1161">
                <a:extLst>
                  <a:ext uri="{FF2B5EF4-FFF2-40B4-BE49-F238E27FC236}">
                    <a16:creationId xmlns:a16="http://schemas.microsoft.com/office/drawing/2014/main" id="{9036E03E-0E56-410A-B901-5651CDD7C406}"/>
                  </a:ext>
                </a:extLst>
              </p:cNvPr>
              <p:cNvSpPr/>
              <p:nvPr/>
            </p:nvSpPr>
            <p:spPr bwMode="gray">
              <a:xfrm flipV="1">
                <a:off x="8149570" y="1808890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31" name="Ellipse 1162">
                <a:extLst>
                  <a:ext uri="{FF2B5EF4-FFF2-40B4-BE49-F238E27FC236}">
                    <a16:creationId xmlns:a16="http://schemas.microsoft.com/office/drawing/2014/main" id="{798D3884-09F0-43AB-8EE6-D5B6B3F26089}"/>
                  </a:ext>
                </a:extLst>
              </p:cNvPr>
              <p:cNvSpPr/>
              <p:nvPr/>
            </p:nvSpPr>
            <p:spPr bwMode="gray">
              <a:xfrm flipV="1">
                <a:off x="8149570" y="170077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32" name="Ellipse 1163">
                <a:extLst>
                  <a:ext uri="{FF2B5EF4-FFF2-40B4-BE49-F238E27FC236}">
                    <a16:creationId xmlns:a16="http://schemas.microsoft.com/office/drawing/2014/main" id="{FE6EE029-3A4E-4782-B050-44C7430A8C5E}"/>
                  </a:ext>
                </a:extLst>
              </p:cNvPr>
              <p:cNvSpPr/>
              <p:nvPr/>
            </p:nvSpPr>
            <p:spPr bwMode="gray">
              <a:xfrm flipV="1">
                <a:off x="8149570" y="159530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33" name="Ellipse 1164">
                <a:extLst>
                  <a:ext uri="{FF2B5EF4-FFF2-40B4-BE49-F238E27FC236}">
                    <a16:creationId xmlns:a16="http://schemas.microsoft.com/office/drawing/2014/main" id="{2265CB65-16B5-448C-A81F-4F71C09F17DC}"/>
                  </a:ext>
                </a:extLst>
              </p:cNvPr>
              <p:cNvSpPr/>
              <p:nvPr/>
            </p:nvSpPr>
            <p:spPr bwMode="gray">
              <a:xfrm flipV="1">
                <a:off x="8149570" y="145085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34" name="Ellipse 1165">
                <a:extLst>
                  <a:ext uri="{FF2B5EF4-FFF2-40B4-BE49-F238E27FC236}">
                    <a16:creationId xmlns:a16="http://schemas.microsoft.com/office/drawing/2014/main" id="{75897296-E9A1-4F43-9B86-E14AC596D067}"/>
                  </a:ext>
                </a:extLst>
              </p:cNvPr>
              <p:cNvSpPr/>
              <p:nvPr/>
            </p:nvSpPr>
            <p:spPr bwMode="gray">
              <a:xfrm flipV="1">
                <a:off x="8046330" y="159530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35" name="Ellipse 1166">
                <a:extLst>
                  <a:ext uri="{FF2B5EF4-FFF2-40B4-BE49-F238E27FC236}">
                    <a16:creationId xmlns:a16="http://schemas.microsoft.com/office/drawing/2014/main" id="{35B8B2E9-8B1D-4D6E-AE27-B88C62E168A8}"/>
                  </a:ext>
                </a:extLst>
              </p:cNvPr>
              <p:cNvSpPr/>
              <p:nvPr/>
            </p:nvSpPr>
            <p:spPr bwMode="gray">
              <a:xfrm flipV="1">
                <a:off x="8046330" y="145085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36" name="Ellipse 1167">
                <a:extLst>
                  <a:ext uri="{FF2B5EF4-FFF2-40B4-BE49-F238E27FC236}">
                    <a16:creationId xmlns:a16="http://schemas.microsoft.com/office/drawing/2014/main" id="{7CFFC46E-2639-40B6-AF22-D3A2126591B2}"/>
                  </a:ext>
                </a:extLst>
              </p:cNvPr>
              <p:cNvSpPr/>
              <p:nvPr/>
            </p:nvSpPr>
            <p:spPr bwMode="gray">
              <a:xfrm flipV="1">
                <a:off x="7943920" y="159530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37" name="Ellipse 1168">
                <a:extLst>
                  <a:ext uri="{FF2B5EF4-FFF2-40B4-BE49-F238E27FC236}">
                    <a16:creationId xmlns:a16="http://schemas.microsoft.com/office/drawing/2014/main" id="{B236F24B-85DD-4CCF-B3CD-2594C413A36E}"/>
                  </a:ext>
                </a:extLst>
              </p:cNvPr>
              <p:cNvSpPr/>
              <p:nvPr/>
            </p:nvSpPr>
            <p:spPr bwMode="gray">
              <a:xfrm flipV="1">
                <a:off x="8046330" y="202146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38" name="Ellipse 1169">
                <a:extLst>
                  <a:ext uri="{FF2B5EF4-FFF2-40B4-BE49-F238E27FC236}">
                    <a16:creationId xmlns:a16="http://schemas.microsoft.com/office/drawing/2014/main" id="{99F62FE3-439C-4B63-9809-404E73548CA5}"/>
                  </a:ext>
                </a:extLst>
              </p:cNvPr>
              <p:cNvSpPr/>
              <p:nvPr/>
            </p:nvSpPr>
            <p:spPr bwMode="gray">
              <a:xfrm flipV="1">
                <a:off x="7943920" y="223432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39" name="Ellipse 1170">
                <a:extLst>
                  <a:ext uri="{FF2B5EF4-FFF2-40B4-BE49-F238E27FC236}">
                    <a16:creationId xmlns:a16="http://schemas.microsoft.com/office/drawing/2014/main" id="{324131EF-F375-43F1-A510-316E7A36A74F}"/>
                  </a:ext>
                </a:extLst>
              </p:cNvPr>
              <p:cNvSpPr/>
              <p:nvPr/>
            </p:nvSpPr>
            <p:spPr bwMode="gray">
              <a:xfrm flipV="1">
                <a:off x="7943920" y="2339954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40" name="Ellipse 1171">
                <a:extLst>
                  <a:ext uri="{FF2B5EF4-FFF2-40B4-BE49-F238E27FC236}">
                    <a16:creationId xmlns:a16="http://schemas.microsoft.com/office/drawing/2014/main" id="{F55BF612-A10D-438B-B3F0-1600A668079E}"/>
                  </a:ext>
                </a:extLst>
              </p:cNvPr>
              <p:cNvSpPr/>
              <p:nvPr/>
            </p:nvSpPr>
            <p:spPr bwMode="gray">
              <a:xfrm flipV="1">
                <a:off x="7943920" y="2128366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41" name="Ellipse 1172">
                <a:extLst>
                  <a:ext uri="{FF2B5EF4-FFF2-40B4-BE49-F238E27FC236}">
                    <a16:creationId xmlns:a16="http://schemas.microsoft.com/office/drawing/2014/main" id="{8F142FD5-B7D3-43D9-BF0F-47E3FBC07CD2}"/>
                  </a:ext>
                </a:extLst>
              </p:cNvPr>
              <p:cNvSpPr/>
              <p:nvPr/>
            </p:nvSpPr>
            <p:spPr bwMode="gray">
              <a:xfrm flipV="1">
                <a:off x="7943920" y="202146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42" name="Ellipse 1173">
                <a:extLst>
                  <a:ext uri="{FF2B5EF4-FFF2-40B4-BE49-F238E27FC236}">
                    <a16:creationId xmlns:a16="http://schemas.microsoft.com/office/drawing/2014/main" id="{A3A2ECFB-14C4-43CC-93A9-A8D7737B426C}"/>
                  </a:ext>
                </a:extLst>
              </p:cNvPr>
              <p:cNvSpPr/>
              <p:nvPr/>
            </p:nvSpPr>
            <p:spPr bwMode="gray">
              <a:xfrm flipV="1">
                <a:off x="7943920" y="170077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43" name="Ellipse 1174">
                <a:extLst>
                  <a:ext uri="{FF2B5EF4-FFF2-40B4-BE49-F238E27FC236}">
                    <a16:creationId xmlns:a16="http://schemas.microsoft.com/office/drawing/2014/main" id="{401B3C2D-9A00-499B-8211-FE887E63C70C}"/>
                  </a:ext>
                </a:extLst>
              </p:cNvPr>
              <p:cNvSpPr/>
              <p:nvPr/>
            </p:nvSpPr>
            <p:spPr bwMode="gray">
              <a:xfrm flipV="1">
                <a:off x="7843764" y="170077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44" name="Ellipse 1175">
                <a:extLst>
                  <a:ext uri="{FF2B5EF4-FFF2-40B4-BE49-F238E27FC236}">
                    <a16:creationId xmlns:a16="http://schemas.microsoft.com/office/drawing/2014/main" id="{20711BDD-66FA-451A-86F4-7991DD555CD9}"/>
                  </a:ext>
                </a:extLst>
              </p:cNvPr>
              <p:cNvSpPr/>
              <p:nvPr/>
            </p:nvSpPr>
            <p:spPr bwMode="gray">
              <a:xfrm flipV="1">
                <a:off x="7843764" y="1808890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45" name="Ellipse 1176">
                <a:extLst>
                  <a:ext uri="{FF2B5EF4-FFF2-40B4-BE49-F238E27FC236}">
                    <a16:creationId xmlns:a16="http://schemas.microsoft.com/office/drawing/2014/main" id="{DE882D4F-5311-4E73-A0A8-657E8DD0D20C}"/>
                  </a:ext>
                </a:extLst>
              </p:cNvPr>
              <p:cNvSpPr/>
              <p:nvPr/>
            </p:nvSpPr>
            <p:spPr bwMode="gray">
              <a:xfrm flipV="1">
                <a:off x="7843764" y="1916088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46" name="Ellipse 1177">
                <a:extLst>
                  <a:ext uri="{FF2B5EF4-FFF2-40B4-BE49-F238E27FC236}">
                    <a16:creationId xmlns:a16="http://schemas.microsoft.com/office/drawing/2014/main" id="{0B25016E-D513-4735-B1AD-91F74468FB47}"/>
                  </a:ext>
                </a:extLst>
              </p:cNvPr>
              <p:cNvSpPr/>
              <p:nvPr/>
            </p:nvSpPr>
            <p:spPr bwMode="gray">
              <a:xfrm flipV="1">
                <a:off x="7843764" y="2128366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47" name="Ellipse 1178">
                <a:extLst>
                  <a:ext uri="{FF2B5EF4-FFF2-40B4-BE49-F238E27FC236}">
                    <a16:creationId xmlns:a16="http://schemas.microsoft.com/office/drawing/2014/main" id="{1514895C-71D5-486F-BDD2-90C7433C2EBB}"/>
                  </a:ext>
                </a:extLst>
              </p:cNvPr>
              <p:cNvSpPr/>
              <p:nvPr/>
            </p:nvSpPr>
            <p:spPr bwMode="gray">
              <a:xfrm flipV="1">
                <a:off x="7843764" y="2234323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48" name="Ellipse 1179">
                <a:extLst>
                  <a:ext uri="{FF2B5EF4-FFF2-40B4-BE49-F238E27FC236}">
                    <a16:creationId xmlns:a16="http://schemas.microsoft.com/office/drawing/2014/main" id="{EB7BA372-27E9-4082-9F5A-F017BC72378F}"/>
                  </a:ext>
                </a:extLst>
              </p:cNvPr>
              <p:cNvSpPr/>
              <p:nvPr/>
            </p:nvSpPr>
            <p:spPr bwMode="gray">
              <a:xfrm flipV="1">
                <a:off x="7843764" y="2339954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49" name="Ellipse 1180">
                <a:extLst>
                  <a:ext uri="{FF2B5EF4-FFF2-40B4-BE49-F238E27FC236}">
                    <a16:creationId xmlns:a16="http://schemas.microsoft.com/office/drawing/2014/main" id="{D0476FB6-0EAE-452D-9CE2-E1D5EFA92BDF}"/>
                  </a:ext>
                </a:extLst>
              </p:cNvPr>
              <p:cNvSpPr/>
              <p:nvPr/>
            </p:nvSpPr>
            <p:spPr bwMode="gray">
              <a:xfrm flipV="1">
                <a:off x="7741330" y="2128366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50" name="Ellipse 1181">
                <a:extLst>
                  <a:ext uri="{FF2B5EF4-FFF2-40B4-BE49-F238E27FC236}">
                    <a16:creationId xmlns:a16="http://schemas.microsoft.com/office/drawing/2014/main" id="{973AFC10-67EC-4B48-ABF2-54370482C7CC}"/>
                  </a:ext>
                </a:extLst>
              </p:cNvPr>
              <p:cNvSpPr/>
              <p:nvPr/>
            </p:nvSpPr>
            <p:spPr bwMode="gray">
              <a:xfrm flipV="1">
                <a:off x="7741330" y="2234323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51" name="Ellipse 1182">
                <a:extLst>
                  <a:ext uri="{FF2B5EF4-FFF2-40B4-BE49-F238E27FC236}">
                    <a16:creationId xmlns:a16="http://schemas.microsoft.com/office/drawing/2014/main" id="{79537D02-2DC6-4910-8C2F-A830723992CE}"/>
                  </a:ext>
                </a:extLst>
              </p:cNvPr>
              <p:cNvSpPr/>
              <p:nvPr/>
            </p:nvSpPr>
            <p:spPr bwMode="gray">
              <a:xfrm flipV="1">
                <a:off x="7741330" y="2339954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52" name="Ellipse 1183">
                <a:extLst>
                  <a:ext uri="{FF2B5EF4-FFF2-40B4-BE49-F238E27FC236}">
                    <a16:creationId xmlns:a16="http://schemas.microsoft.com/office/drawing/2014/main" id="{9B396281-99C9-40D4-9D75-80A50B1ABB6C}"/>
                  </a:ext>
                </a:extLst>
              </p:cNvPr>
              <p:cNvSpPr/>
              <p:nvPr/>
            </p:nvSpPr>
            <p:spPr bwMode="gray">
              <a:xfrm flipV="1">
                <a:off x="7741330" y="2446108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53" name="Ellipse 1184">
                <a:extLst>
                  <a:ext uri="{FF2B5EF4-FFF2-40B4-BE49-F238E27FC236}">
                    <a16:creationId xmlns:a16="http://schemas.microsoft.com/office/drawing/2014/main" id="{D89A3001-0D97-4F84-9F7E-42FFA145EF1A}"/>
                  </a:ext>
                </a:extLst>
              </p:cNvPr>
              <p:cNvSpPr/>
              <p:nvPr/>
            </p:nvSpPr>
            <p:spPr bwMode="gray">
              <a:xfrm flipV="1">
                <a:off x="7741330" y="1916088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54" name="Ellipse 1185">
                <a:extLst>
                  <a:ext uri="{FF2B5EF4-FFF2-40B4-BE49-F238E27FC236}">
                    <a16:creationId xmlns:a16="http://schemas.microsoft.com/office/drawing/2014/main" id="{A31F47A0-7814-4937-9DE2-559260022716}"/>
                  </a:ext>
                </a:extLst>
              </p:cNvPr>
              <p:cNvSpPr/>
              <p:nvPr/>
            </p:nvSpPr>
            <p:spPr bwMode="gray">
              <a:xfrm flipV="1">
                <a:off x="7741330" y="170077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55" name="Ellipse 1186">
                <a:extLst>
                  <a:ext uri="{FF2B5EF4-FFF2-40B4-BE49-F238E27FC236}">
                    <a16:creationId xmlns:a16="http://schemas.microsoft.com/office/drawing/2014/main" id="{3DCD17C3-8EC4-4F5F-8525-F068775108BB}"/>
                  </a:ext>
                </a:extLst>
              </p:cNvPr>
              <p:cNvSpPr/>
              <p:nvPr/>
            </p:nvSpPr>
            <p:spPr bwMode="gray">
              <a:xfrm flipV="1">
                <a:off x="7741330" y="159530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56" name="Ellipse 1187">
                <a:extLst>
                  <a:ext uri="{FF2B5EF4-FFF2-40B4-BE49-F238E27FC236}">
                    <a16:creationId xmlns:a16="http://schemas.microsoft.com/office/drawing/2014/main" id="{BF30C944-08F7-40A5-92D5-9BDD4659CFFE}"/>
                  </a:ext>
                </a:extLst>
              </p:cNvPr>
              <p:cNvSpPr/>
              <p:nvPr/>
            </p:nvSpPr>
            <p:spPr bwMode="gray">
              <a:xfrm flipV="1">
                <a:off x="7639971" y="170077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57" name="Ellipse 1188">
                <a:extLst>
                  <a:ext uri="{FF2B5EF4-FFF2-40B4-BE49-F238E27FC236}">
                    <a16:creationId xmlns:a16="http://schemas.microsoft.com/office/drawing/2014/main" id="{CA95645C-4E84-4F0F-86C0-3FF4C0B5BB0D}"/>
                  </a:ext>
                </a:extLst>
              </p:cNvPr>
              <p:cNvSpPr/>
              <p:nvPr/>
            </p:nvSpPr>
            <p:spPr bwMode="gray">
              <a:xfrm flipV="1">
                <a:off x="7639971" y="159530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58" name="Ellipse 1189">
                <a:extLst>
                  <a:ext uri="{FF2B5EF4-FFF2-40B4-BE49-F238E27FC236}">
                    <a16:creationId xmlns:a16="http://schemas.microsoft.com/office/drawing/2014/main" id="{C5647AA6-8170-4FF6-96FB-41D45875D08C}"/>
                  </a:ext>
                </a:extLst>
              </p:cNvPr>
              <p:cNvSpPr/>
              <p:nvPr/>
            </p:nvSpPr>
            <p:spPr bwMode="gray">
              <a:xfrm flipV="1">
                <a:off x="7843764" y="202146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59" name="Ellipse 1190">
                <a:extLst>
                  <a:ext uri="{FF2B5EF4-FFF2-40B4-BE49-F238E27FC236}">
                    <a16:creationId xmlns:a16="http://schemas.microsoft.com/office/drawing/2014/main" id="{97D0ECFB-27B0-41CE-B629-2F90AFE2C988}"/>
                  </a:ext>
                </a:extLst>
              </p:cNvPr>
              <p:cNvSpPr/>
              <p:nvPr/>
            </p:nvSpPr>
            <p:spPr bwMode="gray">
              <a:xfrm flipV="1">
                <a:off x="7639971" y="1916088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60" name="Ellipse 1191">
                <a:extLst>
                  <a:ext uri="{FF2B5EF4-FFF2-40B4-BE49-F238E27FC236}">
                    <a16:creationId xmlns:a16="http://schemas.microsoft.com/office/drawing/2014/main" id="{F9902053-8F4C-45EA-82D8-87BB568363DF}"/>
                  </a:ext>
                </a:extLst>
              </p:cNvPr>
              <p:cNvSpPr/>
              <p:nvPr/>
            </p:nvSpPr>
            <p:spPr bwMode="gray">
              <a:xfrm flipV="1">
                <a:off x="7639971" y="2128366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61" name="Ellipse 1192">
                <a:extLst>
                  <a:ext uri="{FF2B5EF4-FFF2-40B4-BE49-F238E27FC236}">
                    <a16:creationId xmlns:a16="http://schemas.microsoft.com/office/drawing/2014/main" id="{B7C2F19A-D0CB-4616-A3DC-295B7019EB3B}"/>
                  </a:ext>
                </a:extLst>
              </p:cNvPr>
              <p:cNvSpPr/>
              <p:nvPr/>
            </p:nvSpPr>
            <p:spPr bwMode="gray">
              <a:xfrm flipV="1">
                <a:off x="7639971" y="2234323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62" name="Ellipse 1193">
                <a:extLst>
                  <a:ext uri="{FF2B5EF4-FFF2-40B4-BE49-F238E27FC236}">
                    <a16:creationId xmlns:a16="http://schemas.microsoft.com/office/drawing/2014/main" id="{DA385E76-ADBE-4356-81D5-9AAB9E835D22}"/>
                  </a:ext>
                </a:extLst>
              </p:cNvPr>
              <p:cNvSpPr/>
              <p:nvPr/>
            </p:nvSpPr>
            <p:spPr bwMode="gray">
              <a:xfrm flipV="1">
                <a:off x="7639971" y="2339954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63" name="Ellipse 1194">
                <a:extLst>
                  <a:ext uri="{FF2B5EF4-FFF2-40B4-BE49-F238E27FC236}">
                    <a16:creationId xmlns:a16="http://schemas.microsoft.com/office/drawing/2014/main" id="{42D11759-6CEC-49A8-A56C-77A3CBEDFA3B}"/>
                  </a:ext>
                </a:extLst>
              </p:cNvPr>
              <p:cNvSpPr/>
              <p:nvPr/>
            </p:nvSpPr>
            <p:spPr bwMode="gray">
              <a:xfrm flipV="1">
                <a:off x="7639971" y="202146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64" name="Ellipse 1195">
                <a:extLst>
                  <a:ext uri="{FF2B5EF4-FFF2-40B4-BE49-F238E27FC236}">
                    <a16:creationId xmlns:a16="http://schemas.microsoft.com/office/drawing/2014/main" id="{3227740C-235B-41CC-A9AB-BEC9AFC242F8}"/>
                  </a:ext>
                </a:extLst>
              </p:cNvPr>
              <p:cNvSpPr/>
              <p:nvPr/>
            </p:nvSpPr>
            <p:spPr bwMode="gray">
              <a:xfrm flipV="1">
                <a:off x="7639971" y="2446108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65" name="Ellipse 1196">
                <a:extLst>
                  <a:ext uri="{FF2B5EF4-FFF2-40B4-BE49-F238E27FC236}">
                    <a16:creationId xmlns:a16="http://schemas.microsoft.com/office/drawing/2014/main" id="{2EB6BEAD-AB2B-487C-BA8E-8D2C1868064E}"/>
                  </a:ext>
                </a:extLst>
              </p:cNvPr>
              <p:cNvSpPr/>
              <p:nvPr/>
            </p:nvSpPr>
            <p:spPr bwMode="gray">
              <a:xfrm flipV="1">
                <a:off x="7542773" y="2446108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66" name="Ellipse 1197">
                <a:extLst>
                  <a:ext uri="{FF2B5EF4-FFF2-40B4-BE49-F238E27FC236}">
                    <a16:creationId xmlns:a16="http://schemas.microsoft.com/office/drawing/2014/main" id="{D4D305F5-25AA-40B2-9DCA-AFA58361314D}"/>
                  </a:ext>
                </a:extLst>
              </p:cNvPr>
              <p:cNvSpPr/>
              <p:nvPr/>
            </p:nvSpPr>
            <p:spPr bwMode="gray">
              <a:xfrm flipV="1">
                <a:off x="7542773" y="2550688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67" name="Ellipse 1198">
                <a:extLst>
                  <a:ext uri="{FF2B5EF4-FFF2-40B4-BE49-F238E27FC236}">
                    <a16:creationId xmlns:a16="http://schemas.microsoft.com/office/drawing/2014/main" id="{801671EB-0F11-4BE4-A704-2DD133635135}"/>
                  </a:ext>
                </a:extLst>
              </p:cNvPr>
              <p:cNvSpPr/>
              <p:nvPr/>
            </p:nvSpPr>
            <p:spPr bwMode="gray">
              <a:xfrm flipV="1">
                <a:off x="7542773" y="2128366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68" name="Ellipse 1199">
                <a:extLst>
                  <a:ext uri="{FF2B5EF4-FFF2-40B4-BE49-F238E27FC236}">
                    <a16:creationId xmlns:a16="http://schemas.microsoft.com/office/drawing/2014/main" id="{A378C177-F7F5-41B2-AC66-FD0F78ED99E9}"/>
                  </a:ext>
                </a:extLst>
              </p:cNvPr>
              <p:cNvSpPr/>
              <p:nvPr/>
            </p:nvSpPr>
            <p:spPr bwMode="gray">
              <a:xfrm flipV="1">
                <a:off x="7542773" y="223432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69" name="Ellipse 1200">
                <a:extLst>
                  <a:ext uri="{FF2B5EF4-FFF2-40B4-BE49-F238E27FC236}">
                    <a16:creationId xmlns:a16="http://schemas.microsoft.com/office/drawing/2014/main" id="{7360FE38-FB37-49A9-A27D-06A9251BCA81}"/>
                  </a:ext>
                </a:extLst>
              </p:cNvPr>
              <p:cNvSpPr/>
              <p:nvPr/>
            </p:nvSpPr>
            <p:spPr bwMode="gray">
              <a:xfrm flipV="1">
                <a:off x="7542773" y="202146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70" name="Ellipse 1201">
                <a:extLst>
                  <a:ext uri="{FF2B5EF4-FFF2-40B4-BE49-F238E27FC236}">
                    <a16:creationId xmlns:a16="http://schemas.microsoft.com/office/drawing/2014/main" id="{453A9933-F427-4657-B4AB-308D700C3287}"/>
                  </a:ext>
                </a:extLst>
              </p:cNvPr>
              <p:cNvSpPr/>
              <p:nvPr/>
            </p:nvSpPr>
            <p:spPr bwMode="gray">
              <a:xfrm flipV="1">
                <a:off x="7542773" y="1808890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71" name="Ellipse 1202">
                <a:extLst>
                  <a:ext uri="{FF2B5EF4-FFF2-40B4-BE49-F238E27FC236}">
                    <a16:creationId xmlns:a16="http://schemas.microsoft.com/office/drawing/2014/main" id="{99AEF289-71EC-422A-AF77-7B6387097DA3}"/>
                  </a:ext>
                </a:extLst>
              </p:cNvPr>
              <p:cNvSpPr/>
              <p:nvPr/>
            </p:nvSpPr>
            <p:spPr bwMode="gray">
              <a:xfrm flipV="1">
                <a:off x="7542773" y="170077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72" name="Ellipse 1203">
                <a:extLst>
                  <a:ext uri="{FF2B5EF4-FFF2-40B4-BE49-F238E27FC236}">
                    <a16:creationId xmlns:a16="http://schemas.microsoft.com/office/drawing/2014/main" id="{9B31764B-26E8-4B4E-A364-5043B64FA15B}"/>
                  </a:ext>
                </a:extLst>
              </p:cNvPr>
              <p:cNvSpPr/>
              <p:nvPr/>
            </p:nvSpPr>
            <p:spPr bwMode="gray">
              <a:xfrm flipV="1">
                <a:off x="7435148" y="1700773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73" name="Ellipse 1204">
                <a:extLst>
                  <a:ext uri="{FF2B5EF4-FFF2-40B4-BE49-F238E27FC236}">
                    <a16:creationId xmlns:a16="http://schemas.microsoft.com/office/drawing/2014/main" id="{AD046DA6-2D37-49B6-90A3-B8F571EC6067}"/>
                  </a:ext>
                </a:extLst>
              </p:cNvPr>
              <p:cNvSpPr/>
              <p:nvPr/>
            </p:nvSpPr>
            <p:spPr bwMode="gray">
              <a:xfrm flipV="1">
                <a:off x="7435148" y="1808890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74" name="Ellipse 1205">
                <a:extLst>
                  <a:ext uri="{FF2B5EF4-FFF2-40B4-BE49-F238E27FC236}">
                    <a16:creationId xmlns:a16="http://schemas.microsoft.com/office/drawing/2014/main" id="{DF1AF368-4CE9-4FDA-9A55-BF90715F42D0}"/>
                  </a:ext>
                </a:extLst>
              </p:cNvPr>
              <p:cNvSpPr/>
              <p:nvPr/>
            </p:nvSpPr>
            <p:spPr bwMode="gray">
              <a:xfrm flipV="1">
                <a:off x="7435148" y="1916088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75" name="Ellipse 1206">
                <a:extLst>
                  <a:ext uri="{FF2B5EF4-FFF2-40B4-BE49-F238E27FC236}">
                    <a16:creationId xmlns:a16="http://schemas.microsoft.com/office/drawing/2014/main" id="{439E615E-7CE1-4B2A-B4BA-32FF7C8B6615}"/>
                  </a:ext>
                </a:extLst>
              </p:cNvPr>
              <p:cNvSpPr/>
              <p:nvPr/>
            </p:nvSpPr>
            <p:spPr bwMode="gray">
              <a:xfrm flipV="1">
                <a:off x="7435148" y="202146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76" name="Ellipse 1207">
                <a:extLst>
                  <a:ext uri="{FF2B5EF4-FFF2-40B4-BE49-F238E27FC236}">
                    <a16:creationId xmlns:a16="http://schemas.microsoft.com/office/drawing/2014/main" id="{7B03A0F9-D6F2-4562-9259-FBE9E6214F24}"/>
                  </a:ext>
                </a:extLst>
              </p:cNvPr>
              <p:cNvSpPr/>
              <p:nvPr/>
            </p:nvSpPr>
            <p:spPr bwMode="gray">
              <a:xfrm flipV="1">
                <a:off x="7435148" y="2128366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77" name="Ellipse 1208">
                <a:extLst>
                  <a:ext uri="{FF2B5EF4-FFF2-40B4-BE49-F238E27FC236}">
                    <a16:creationId xmlns:a16="http://schemas.microsoft.com/office/drawing/2014/main" id="{0E72AEBC-5E2F-40F3-81BF-7136C1FA1ECC}"/>
                  </a:ext>
                </a:extLst>
              </p:cNvPr>
              <p:cNvSpPr/>
              <p:nvPr/>
            </p:nvSpPr>
            <p:spPr bwMode="gray">
              <a:xfrm flipV="1">
                <a:off x="7337764" y="1700773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78" name="Ellipse 1209">
                <a:extLst>
                  <a:ext uri="{FF2B5EF4-FFF2-40B4-BE49-F238E27FC236}">
                    <a16:creationId xmlns:a16="http://schemas.microsoft.com/office/drawing/2014/main" id="{7F0FCA74-1026-4346-914F-E23706ECCF2A}"/>
                  </a:ext>
                </a:extLst>
              </p:cNvPr>
              <p:cNvSpPr/>
              <p:nvPr/>
            </p:nvSpPr>
            <p:spPr bwMode="gray">
              <a:xfrm flipV="1">
                <a:off x="7232753" y="170077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79" name="Ellipse 1210">
                <a:extLst>
                  <a:ext uri="{FF2B5EF4-FFF2-40B4-BE49-F238E27FC236}">
                    <a16:creationId xmlns:a16="http://schemas.microsoft.com/office/drawing/2014/main" id="{103260C2-571B-42C5-8310-BB5E11264B2F}"/>
                  </a:ext>
                </a:extLst>
              </p:cNvPr>
              <p:cNvSpPr/>
              <p:nvPr/>
            </p:nvSpPr>
            <p:spPr bwMode="gray">
              <a:xfrm flipV="1">
                <a:off x="7232753" y="1916088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80" name="Ellipse 1211">
                <a:extLst>
                  <a:ext uri="{FF2B5EF4-FFF2-40B4-BE49-F238E27FC236}">
                    <a16:creationId xmlns:a16="http://schemas.microsoft.com/office/drawing/2014/main" id="{FA33D663-81D2-49C6-8470-229B5EA4DADA}"/>
                  </a:ext>
                </a:extLst>
              </p:cNvPr>
              <p:cNvSpPr/>
              <p:nvPr/>
            </p:nvSpPr>
            <p:spPr bwMode="gray">
              <a:xfrm flipV="1">
                <a:off x="7232753" y="2128366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81" name="Ellipse 1212">
                <a:extLst>
                  <a:ext uri="{FF2B5EF4-FFF2-40B4-BE49-F238E27FC236}">
                    <a16:creationId xmlns:a16="http://schemas.microsoft.com/office/drawing/2014/main" id="{E46B0882-C573-41BF-B5E9-E57F47338D4B}"/>
                  </a:ext>
                </a:extLst>
              </p:cNvPr>
              <p:cNvSpPr/>
              <p:nvPr/>
            </p:nvSpPr>
            <p:spPr bwMode="gray">
              <a:xfrm flipV="1">
                <a:off x="7232753" y="223432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82" name="Ellipse 1213">
                <a:extLst>
                  <a:ext uri="{FF2B5EF4-FFF2-40B4-BE49-F238E27FC236}">
                    <a16:creationId xmlns:a16="http://schemas.microsoft.com/office/drawing/2014/main" id="{27DBE4DD-5E36-4547-B49C-5C474308B37C}"/>
                  </a:ext>
                </a:extLst>
              </p:cNvPr>
              <p:cNvSpPr/>
              <p:nvPr/>
            </p:nvSpPr>
            <p:spPr bwMode="gray">
              <a:xfrm flipV="1">
                <a:off x="7337764" y="2128366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83" name="Ellipse 1214">
                <a:extLst>
                  <a:ext uri="{FF2B5EF4-FFF2-40B4-BE49-F238E27FC236}">
                    <a16:creationId xmlns:a16="http://schemas.microsoft.com/office/drawing/2014/main" id="{18CD00DE-A053-4B05-BC48-A1C5FA8A33B5}"/>
                  </a:ext>
                </a:extLst>
              </p:cNvPr>
              <p:cNvSpPr/>
              <p:nvPr/>
            </p:nvSpPr>
            <p:spPr bwMode="gray">
              <a:xfrm flipV="1">
                <a:off x="7337764" y="2339954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84" name="Ellipse 1215">
                <a:extLst>
                  <a:ext uri="{FF2B5EF4-FFF2-40B4-BE49-F238E27FC236}">
                    <a16:creationId xmlns:a16="http://schemas.microsoft.com/office/drawing/2014/main" id="{832DBF00-134A-4E04-9763-386BC80F9CB8}"/>
                  </a:ext>
                </a:extLst>
              </p:cNvPr>
              <p:cNvSpPr/>
              <p:nvPr/>
            </p:nvSpPr>
            <p:spPr bwMode="gray">
              <a:xfrm flipV="1">
                <a:off x="7337764" y="2446108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85" name="Ellipse 1216">
                <a:extLst>
                  <a:ext uri="{FF2B5EF4-FFF2-40B4-BE49-F238E27FC236}">
                    <a16:creationId xmlns:a16="http://schemas.microsoft.com/office/drawing/2014/main" id="{3E7CF25B-B91C-4C8C-8EBF-CDE7536AC5CE}"/>
                  </a:ext>
                </a:extLst>
              </p:cNvPr>
              <p:cNvSpPr/>
              <p:nvPr/>
            </p:nvSpPr>
            <p:spPr bwMode="gray">
              <a:xfrm flipV="1">
                <a:off x="7129749" y="1916088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6487"/>
                  </a:solidFill>
                </a:endParaRPr>
              </a:p>
            </p:txBody>
          </p:sp>
          <p:sp>
            <p:nvSpPr>
              <p:cNvPr id="586" name="Ellipse 1217">
                <a:extLst>
                  <a:ext uri="{FF2B5EF4-FFF2-40B4-BE49-F238E27FC236}">
                    <a16:creationId xmlns:a16="http://schemas.microsoft.com/office/drawing/2014/main" id="{9A7EF9CF-72E1-4BA1-BB97-4B2C67930C37}"/>
                  </a:ext>
                </a:extLst>
              </p:cNvPr>
              <p:cNvSpPr/>
              <p:nvPr/>
            </p:nvSpPr>
            <p:spPr bwMode="gray">
              <a:xfrm flipV="1">
                <a:off x="7129749" y="2128366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6487"/>
                  </a:solidFill>
                </a:endParaRPr>
              </a:p>
            </p:txBody>
          </p:sp>
          <p:sp>
            <p:nvSpPr>
              <p:cNvPr id="587" name="Ellipse 1218">
                <a:extLst>
                  <a:ext uri="{FF2B5EF4-FFF2-40B4-BE49-F238E27FC236}">
                    <a16:creationId xmlns:a16="http://schemas.microsoft.com/office/drawing/2014/main" id="{5EBB07B4-CF4D-40D5-87A4-11A87CE7898C}"/>
                  </a:ext>
                </a:extLst>
              </p:cNvPr>
              <p:cNvSpPr/>
              <p:nvPr/>
            </p:nvSpPr>
            <p:spPr bwMode="gray">
              <a:xfrm flipV="1">
                <a:off x="7129749" y="2234323"/>
                <a:ext cx="40979" cy="42819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6487"/>
                  </a:solidFill>
                </a:endParaRPr>
              </a:p>
            </p:txBody>
          </p:sp>
          <p:sp>
            <p:nvSpPr>
              <p:cNvPr id="588" name="Ellipse 1219">
                <a:extLst>
                  <a:ext uri="{FF2B5EF4-FFF2-40B4-BE49-F238E27FC236}">
                    <a16:creationId xmlns:a16="http://schemas.microsoft.com/office/drawing/2014/main" id="{7983D1B7-72B7-4C7F-9825-F7C92F3AC8EB}"/>
                  </a:ext>
                </a:extLst>
              </p:cNvPr>
              <p:cNvSpPr/>
              <p:nvPr/>
            </p:nvSpPr>
            <p:spPr bwMode="gray">
              <a:xfrm flipV="1">
                <a:off x="7129749" y="2021463"/>
                <a:ext cx="40979" cy="42819"/>
              </a:xfrm>
              <a:prstGeom prst="ellipse">
                <a:avLst/>
              </a:prstGeom>
              <a:solidFill>
                <a:srgbClr val="9BAFB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6487"/>
                  </a:solidFill>
                </a:endParaRPr>
              </a:p>
            </p:txBody>
          </p:sp>
          <p:sp>
            <p:nvSpPr>
              <p:cNvPr id="589" name="Ellipse 1220">
                <a:extLst>
                  <a:ext uri="{FF2B5EF4-FFF2-40B4-BE49-F238E27FC236}">
                    <a16:creationId xmlns:a16="http://schemas.microsoft.com/office/drawing/2014/main" id="{F44E3CB1-9E3A-4D8C-BDF6-FE1167C93D66}"/>
                  </a:ext>
                </a:extLst>
              </p:cNvPr>
              <p:cNvSpPr/>
              <p:nvPr/>
            </p:nvSpPr>
            <p:spPr bwMode="gray">
              <a:xfrm flipV="1">
                <a:off x="10912536" y="2135412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90" name="Ellipse 1221">
                <a:extLst>
                  <a:ext uri="{FF2B5EF4-FFF2-40B4-BE49-F238E27FC236}">
                    <a16:creationId xmlns:a16="http://schemas.microsoft.com/office/drawing/2014/main" id="{7B8F04C7-A91C-4292-B945-DB345296CCB2}"/>
                  </a:ext>
                </a:extLst>
              </p:cNvPr>
              <p:cNvSpPr/>
              <p:nvPr/>
            </p:nvSpPr>
            <p:spPr bwMode="gray">
              <a:xfrm flipV="1">
                <a:off x="10912536" y="1923134"/>
                <a:ext cx="27320" cy="28546"/>
              </a:xfrm>
              <a:prstGeom prst="ellipse">
                <a:avLst/>
              </a:prstGeom>
              <a:solidFill>
                <a:srgbClr val="00646E"/>
              </a:solidFill>
              <a:ln w="12700"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91" name="Freeform 17">
                <a:extLst>
                  <a:ext uri="{FF2B5EF4-FFF2-40B4-BE49-F238E27FC236}">
                    <a16:creationId xmlns:a16="http://schemas.microsoft.com/office/drawing/2014/main" id="{B7C2D706-9C74-4AC8-923B-8B44D0B68F77}"/>
                  </a:ext>
                </a:extLst>
              </p:cNvPr>
              <p:cNvSpPr>
                <a:spLocks noChangeAspect="1" noEditPoints="1"/>
              </p:cNvSpPr>
              <p:nvPr/>
            </p:nvSpPr>
            <p:spPr bwMode="gray">
              <a:xfrm>
                <a:off x="8811984" y="1562226"/>
                <a:ext cx="264319" cy="348457"/>
              </a:xfrm>
              <a:custGeom>
                <a:avLst/>
                <a:gdLst>
                  <a:gd name="T0" fmla="*/ 280 w 1760"/>
                  <a:gd name="T1" fmla="*/ 920 h 2320"/>
                  <a:gd name="T2" fmla="*/ 280 w 1760"/>
                  <a:gd name="T3" fmla="*/ 594 h 2320"/>
                  <a:gd name="T4" fmla="*/ 874 w 1760"/>
                  <a:gd name="T5" fmla="*/ 0 h 2320"/>
                  <a:gd name="T6" fmla="*/ 886 w 1760"/>
                  <a:gd name="T7" fmla="*/ 0 h 2320"/>
                  <a:gd name="T8" fmla="*/ 1480 w 1760"/>
                  <a:gd name="T9" fmla="*/ 594 h 2320"/>
                  <a:gd name="T10" fmla="*/ 1480 w 1760"/>
                  <a:gd name="T11" fmla="*/ 920 h 2320"/>
                  <a:gd name="T12" fmla="*/ 1280 w 1760"/>
                  <a:gd name="T13" fmla="*/ 920 h 2320"/>
                  <a:gd name="T14" fmla="*/ 1280 w 1760"/>
                  <a:gd name="T15" fmla="*/ 619 h 2320"/>
                  <a:gd name="T16" fmla="*/ 884 w 1760"/>
                  <a:gd name="T17" fmla="*/ 200 h 2320"/>
                  <a:gd name="T18" fmla="*/ 876 w 1760"/>
                  <a:gd name="T19" fmla="*/ 200 h 2320"/>
                  <a:gd name="T20" fmla="*/ 480 w 1760"/>
                  <a:gd name="T21" fmla="*/ 619 h 2320"/>
                  <a:gd name="T22" fmla="*/ 480 w 1760"/>
                  <a:gd name="T23" fmla="*/ 920 h 2320"/>
                  <a:gd name="T24" fmla="*/ 280 w 1760"/>
                  <a:gd name="T25" fmla="*/ 920 h 2320"/>
                  <a:gd name="T26" fmla="*/ 1760 w 1760"/>
                  <a:gd name="T27" fmla="*/ 960 h 2320"/>
                  <a:gd name="T28" fmla="*/ 1760 w 1760"/>
                  <a:gd name="T29" fmla="*/ 2320 h 2320"/>
                  <a:gd name="T30" fmla="*/ 0 w 1760"/>
                  <a:gd name="T31" fmla="*/ 2320 h 2320"/>
                  <a:gd name="T32" fmla="*/ 0 w 1760"/>
                  <a:gd name="T33" fmla="*/ 960 h 2320"/>
                  <a:gd name="T34" fmla="*/ 1760 w 1760"/>
                  <a:gd name="T35" fmla="*/ 960 h 2320"/>
                  <a:gd name="T36" fmla="*/ 1340 w 1760"/>
                  <a:gd name="T37" fmla="*/ 1640 h 2320"/>
                  <a:gd name="T38" fmla="*/ 880 w 1760"/>
                  <a:gd name="T39" fmla="*/ 1180 h 2320"/>
                  <a:gd name="T40" fmla="*/ 420 w 1760"/>
                  <a:gd name="T41" fmla="*/ 1640 h 2320"/>
                  <a:gd name="T42" fmla="*/ 880 w 1760"/>
                  <a:gd name="T43" fmla="*/ 2100 h 2320"/>
                  <a:gd name="T44" fmla="*/ 1340 w 1760"/>
                  <a:gd name="T45" fmla="*/ 1640 h 2320"/>
                  <a:gd name="T46" fmla="*/ 1300 w 1760"/>
                  <a:gd name="T47" fmla="*/ 1640 h 2320"/>
                  <a:gd name="T48" fmla="*/ 880 w 1760"/>
                  <a:gd name="T49" fmla="*/ 2060 h 2320"/>
                  <a:gd name="T50" fmla="*/ 460 w 1760"/>
                  <a:gd name="T51" fmla="*/ 1640 h 2320"/>
                  <a:gd name="T52" fmla="*/ 880 w 1760"/>
                  <a:gd name="T53" fmla="*/ 1220 h 2320"/>
                  <a:gd name="T54" fmla="*/ 1300 w 1760"/>
                  <a:gd name="T55" fmla="*/ 1640 h 2320"/>
                  <a:gd name="T56" fmla="*/ 1000 w 1760"/>
                  <a:gd name="T57" fmla="*/ 1560 h 2320"/>
                  <a:gd name="T58" fmla="*/ 880 w 1760"/>
                  <a:gd name="T59" fmla="*/ 1440 h 2320"/>
                  <a:gd name="T60" fmla="*/ 760 w 1760"/>
                  <a:gd name="T61" fmla="*/ 1560 h 2320"/>
                  <a:gd name="T62" fmla="*/ 820 w 1760"/>
                  <a:gd name="T63" fmla="*/ 1664 h 2320"/>
                  <a:gd name="T64" fmla="*/ 820 w 1760"/>
                  <a:gd name="T65" fmla="*/ 1840 h 2320"/>
                  <a:gd name="T66" fmla="*/ 940 w 1760"/>
                  <a:gd name="T67" fmla="*/ 1840 h 2320"/>
                  <a:gd name="T68" fmla="*/ 940 w 1760"/>
                  <a:gd name="T69" fmla="*/ 1664 h 2320"/>
                  <a:gd name="T70" fmla="*/ 1000 w 1760"/>
                  <a:gd name="T71" fmla="*/ 1560 h 23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760" h="2320">
                    <a:moveTo>
                      <a:pt x="280" y="920"/>
                    </a:moveTo>
                    <a:cubicBezTo>
                      <a:pt x="280" y="594"/>
                      <a:pt x="280" y="594"/>
                      <a:pt x="280" y="594"/>
                    </a:cubicBezTo>
                    <a:cubicBezTo>
                      <a:pt x="280" y="266"/>
                      <a:pt x="546" y="0"/>
                      <a:pt x="874" y="0"/>
                    </a:cubicBezTo>
                    <a:cubicBezTo>
                      <a:pt x="886" y="0"/>
                      <a:pt x="886" y="0"/>
                      <a:pt x="886" y="0"/>
                    </a:cubicBezTo>
                    <a:cubicBezTo>
                      <a:pt x="1214" y="0"/>
                      <a:pt x="1480" y="266"/>
                      <a:pt x="1480" y="594"/>
                    </a:cubicBezTo>
                    <a:cubicBezTo>
                      <a:pt x="1480" y="920"/>
                      <a:pt x="1480" y="920"/>
                      <a:pt x="1480" y="920"/>
                    </a:cubicBezTo>
                    <a:cubicBezTo>
                      <a:pt x="1280" y="920"/>
                      <a:pt x="1280" y="920"/>
                      <a:pt x="1280" y="920"/>
                    </a:cubicBezTo>
                    <a:cubicBezTo>
                      <a:pt x="1280" y="619"/>
                      <a:pt x="1280" y="619"/>
                      <a:pt x="1280" y="619"/>
                    </a:cubicBezTo>
                    <a:cubicBezTo>
                      <a:pt x="1280" y="388"/>
                      <a:pt x="1103" y="200"/>
                      <a:pt x="884" y="200"/>
                    </a:cubicBezTo>
                    <a:cubicBezTo>
                      <a:pt x="876" y="200"/>
                      <a:pt x="876" y="200"/>
                      <a:pt x="876" y="200"/>
                    </a:cubicBezTo>
                    <a:cubicBezTo>
                      <a:pt x="657" y="200"/>
                      <a:pt x="480" y="388"/>
                      <a:pt x="480" y="619"/>
                    </a:cubicBezTo>
                    <a:cubicBezTo>
                      <a:pt x="480" y="920"/>
                      <a:pt x="480" y="920"/>
                      <a:pt x="480" y="920"/>
                    </a:cubicBezTo>
                    <a:lnTo>
                      <a:pt x="280" y="920"/>
                    </a:lnTo>
                    <a:close/>
                    <a:moveTo>
                      <a:pt x="1760" y="960"/>
                    </a:moveTo>
                    <a:cubicBezTo>
                      <a:pt x="1760" y="2320"/>
                      <a:pt x="1760" y="2320"/>
                      <a:pt x="1760" y="2320"/>
                    </a:cubicBezTo>
                    <a:cubicBezTo>
                      <a:pt x="0" y="2320"/>
                      <a:pt x="0" y="2320"/>
                      <a:pt x="0" y="2320"/>
                    </a:cubicBezTo>
                    <a:cubicBezTo>
                      <a:pt x="0" y="960"/>
                      <a:pt x="0" y="960"/>
                      <a:pt x="0" y="960"/>
                    </a:cubicBezTo>
                    <a:lnTo>
                      <a:pt x="1760" y="960"/>
                    </a:lnTo>
                    <a:close/>
                    <a:moveTo>
                      <a:pt x="1340" y="1640"/>
                    </a:moveTo>
                    <a:cubicBezTo>
                      <a:pt x="1340" y="1386"/>
                      <a:pt x="1134" y="1180"/>
                      <a:pt x="880" y="1180"/>
                    </a:cubicBezTo>
                    <a:cubicBezTo>
                      <a:pt x="626" y="1180"/>
                      <a:pt x="420" y="1386"/>
                      <a:pt x="420" y="1640"/>
                    </a:cubicBezTo>
                    <a:cubicBezTo>
                      <a:pt x="420" y="1894"/>
                      <a:pt x="626" y="2100"/>
                      <a:pt x="880" y="2100"/>
                    </a:cubicBezTo>
                    <a:cubicBezTo>
                      <a:pt x="1134" y="2100"/>
                      <a:pt x="1340" y="1894"/>
                      <a:pt x="1340" y="1640"/>
                    </a:cubicBezTo>
                    <a:close/>
                    <a:moveTo>
                      <a:pt x="1300" y="1640"/>
                    </a:moveTo>
                    <a:cubicBezTo>
                      <a:pt x="1300" y="1872"/>
                      <a:pt x="1112" y="2060"/>
                      <a:pt x="880" y="2060"/>
                    </a:cubicBezTo>
                    <a:cubicBezTo>
                      <a:pt x="648" y="2060"/>
                      <a:pt x="460" y="1872"/>
                      <a:pt x="460" y="1640"/>
                    </a:cubicBezTo>
                    <a:cubicBezTo>
                      <a:pt x="460" y="1408"/>
                      <a:pt x="648" y="1220"/>
                      <a:pt x="880" y="1220"/>
                    </a:cubicBezTo>
                    <a:cubicBezTo>
                      <a:pt x="1112" y="1220"/>
                      <a:pt x="1300" y="1408"/>
                      <a:pt x="1300" y="1640"/>
                    </a:cubicBezTo>
                    <a:close/>
                    <a:moveTo>
                      <a:pt x="1000" y="1560"/>
                    </a:moveTo>
                    <a:cubicBezTo>
                      <a:pt x="1000" y="1494"/>
                      <a:pt x="946" y="1440"/>
                      <a:pt x="880" y="1440"/>
                    </a:cubicBezTo>
                    <a:cubicBezTo>
                      <a:pt x="814" y="1440"/>
                      <a:pt x="760" y="1494"/>
                      <a:pt x="760" y="1560"/>
                    </a:cubicBezTo>
                    <a:cubicBezTo>
                      <a:pt x="760" y="1604"/>
                      <a:pt x="784" y="1643"/>
                      <a:pt x="820" y="1664"/>
                    </a:cubicBezTo>
                    <a:cubicBezTo>
                      <a:pt x="820" y="1840"/>
                      <a:pt x="820" y="1840"/>
                      <a:pt x="820" y="1840"/>
                    </a:cubicBezTo>
                    <a:cubicBezTo>
                      <a:pt x="940" y="1840"/>
                      <a:pt x="940" y="1840"/>
                      <a:pt x="940" y="1840"/>
                    </a:cubicBezTo>
                    <a:cubicBezTo>
                      <a:pt x="940" y="1664"/>
                      <a:pt x="940" y="1664"/>
                      <a:pt x="940" y="1664"/>
                    </a:cubicBezTo>
                    <a:cubicBezTo>
                      <a:pt x="976" y="1643"/>
                      <a:pt x="1000" y="1604"/>
                      <a:pt x="1000" y="1560"/>
                    </a:cubicBezTo>
                    <a:close/>
                  </a:path>
                </a:pathLst>
              </a:custGeom>
              <a:solidFill>
                <a:srgbClr val="41AAAA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solidFill>
                    <a:srgbClr val="788791"/>
                  </a:solidFill>
                </a:endParaRPr>
              </a:p>
            </p:txBody>
          </p:sp>
        </p:grpSp>
        <p:sp>
          <p:nvSpPr>
            <p:cNvPr id="608" name="Textfeld 22">
              <a:extLst>
                <a:ext uri="{FF2B5EF4-FFF2-40B4-BE49-F238E27FC236}">
                  <a16:creationId xmlns:a16="http://schemas.microsoft.com/office/drawing/2014/main" id="{B7F41AE7-EFFB-451B-92EE-9DA9A01E299A}"/>
                </a:ext>
              </a:extLst>
            </p:cNvPr>
            <p:cNvSpPr txBox="1">
              <a:spLocks/>
            </p:cNvSpPr>
            <p:nvPr/>
          </p:nvSpPr>
          <p:spPr>
            <a:xfrm>
              <a:off x="6256270" y="4782959"/>
              <a:ext cx="1484320" cy="230261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0"/>
                </a:spcBef>
              </a:pPr>
              <a:r>
                <a:rPr lang="en-US" altLang="zh-CN" sz="1400" b="1" dirty="0">
                  <a:solidFill>
                    <a:srgbClr val="0F8287"/>
                  </a:solidFill>
                </a:rPr>
                <a:t>2015--2017</a:t>
              </a:r>
              <a:endParaRPr lang="en-US" sz="1400" b="1" dirty="0">
                <a:solidFill>
                  <a:srgbClr val="0F8287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A755375-635E-44DE-9C32-4C32AAE6D895}"/>
                </a:ext>
              </a:extLst>
            </p:cNvPr>
            <p:cNvSpPr/>
            <p:nvPr/>
          </p:nvSpPr>
          <p:spPr bwMode="auto">
            <a:xfrm>
              <a:off x="5998328" y="5019289"/>
              <a:ext cx="2261147" cy="10726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  <a:buFont typeface="Wingdings" charset="0"/>
                <a:buNone/>
              </a:pPr>
              <a:endParaRPr lang="en-US" sz="18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618" name="Rechteck 24">
              <a:extLst>
                <a:ext uri="{FF2B5EF4-FFF2-40B4-BE49-F238E27FC236}">
                  <a16:creationId xmlns:a16="http://schemas.microsoft.com/office/drawing/2014/main" id="{959EAE21-5F0A-4E42-8938-24739F8B9272}"/>
                </a:ext>
              </a:extLst>
            </p:cNvPr>
            <p:cNvSpPr/>
            <p:nvPr/>
          </p:nvSpPr>
          <p:spPr bwMode="gray">
            <a:xfrm>
              <a:off x="6333393" y="5081784"/>
              <a:ext cx="5382368" cy="163705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lvl="1">
                <a:lnSpc>
                  <a:spcPct val="110000"/>
                </a:lnSpc>
                <a:spcBef>
                  <a:spcPts val="300"/>
                </a:spcBef>
                <a:buClr>
                  <a:schemeClr val="accent1"/>
                </a:buClr>
              </a:pPr>
              <a:r>
                <a:rPr lang="en-US" altLang="zh-CN" sz="1200" u="sng" dirty="0" err="1">
                  <a:solidFill>
                    <a:schemeClr val="dk1"/>
                  </a:solidFill>
                </a:rPr>
                <a:t>MindKnowledge</a:t>
              </a:r>
              <a:r>
                <a:rPr lang="en-US" altLang="zh-CN" sz="1200" u="sng" dirty="0">
                  <a:solidFill>
                    <a:schemeClr val="dk1"/>
                  </a:solidFill>
                </a:rPr>
                <a:t> Project</a:t>
              </a:r>
            </a:p>
            <a:p>
              <a:pPr marL="0" lvl="1">
                <a:lnSpc>
                  <a:spcPct val="110000"/>
                </a:lnSpc>
                <a:spcBef>
                  <a:spcPts val="300"/>
                </a:spcBef>
                <a:buClr>
                  <a:schemeClr val="accent1"/>
                </a:buClr>
              </a:pPr>
              <a:r>
                <a:rPr lang="en-US" altLang="zh-CN" sz="1200" dirty="0">
                  <a:solidFill>
                    <a:schemeClr val="dk1"/>
                  </a:solidFill>
                </a:rPr>
                <a:t>BU</a:t>
              </a:r>
              <a:r>
                <a:rPr lang="zh-CN" altLang="en-US" sz="1200" dirty="0">
                  <a:solidFill>
                    <a:schemeClr val="dk1"/>
                  </a:solidFill>
                </a:rPr>
                <a:t> </a:t>
              </a:r>
              <a:r>
                <a:rPr lang="en-US" altLang="zh-CN" sz="1200" dirty="0">
                  <a:solidFill>
                    <a:schemeClr val="dk1"/>
                  </a:solidFill>
                </a:rPr>
                <a:t>: DI SW CAS (</a:t>
              </a:r>
              <a:r>
                <a:rPr lang="en-US" altLang="zh-CN" sz="1200" dirty="0" err="1">
                  <a:solidFill>
                    <a:schemeClr val="dk1"/>
                  </a:solidFill>
                </a:rPr>
                <a:t>MindSphere</a:t>
              </a:r>
              <a:r>
                <a:rPr lang="en-US" altLang="zh-CN" sz="1200" dirty="0">
                  <a:solidFill>
                    <a:schemeClr val="dk1"/>
                  </a:solidFill>
                </a:rPr>
                <a:t> HQ)</a:t>
              </a:r>
            </a:p>
            <a:p>
              <a:pPr marL="0" lvl="1">
                <a:lnSpc>
                  <a:spcPct val="110000"/>
                </a:lnSpc>
                <a:spcBef>
                  <a:spcPts val="300"/>
                </a:spcBef>
                <a:buClr>
                  <a:schemeClr val="accent1"/>
                </a:buClr>
              </a:pPr>
              <a:r>
                <a:rPr lang="en-US" altLang="zh-CN" sz="1200" u="sng" dirty="0">
                  <a:solidFill>
                    <a:schemeClr val="dk1"/>
                  </a:solidFill>
                </a:rPr>
                <a:t>Training for </a:t>
              </a:r>
              <a:r>
                <a:rPr lang="en-US" altLang="zh-CN" sz="1200" u="sng" dirty="0" err="1">
                  <a:solidFill>
                    <a:schemeClr val="dk1"/>
                  </a:solidFill>
                </a:rPr>
                <a:t>MindSphere</a:t>
              </a:r>
              <a:r>
                <a:rPr lang="en-US" altLang="zh-CN" sz="1200" u="sng" dirty="0">
                  <a:solidFill>
                    <a:schemeClr val="dk1"/>
                  </a:solidFill>
                </a:rPr>
                <a:t> R&amp;D CN Setup</a:t>
              </a:r>
            </a:p>
            <a:p>
              <a:pPr marL="0" lvl="1">
                <a:lnSpc>
                  <a:spcPct val="110000"/>
                </a:lnSpc>
                <a:spcBef>
                  <a:spcPts val="300"/>
                </a:spcBef>
                <a:buClr>
                  <a:schemeClr val="accent1"/>
                </a:buClr>
              </a:pPr>
              <a:r>
                <a:rPr lang="en-US" altLang="zh-CN" sz="1200" dirty="0">
                  <a:solidFill>
                    <a:schemeClr val="dk1"/>
                  </a:solidFill>
                </a:rPr>
                <a:t>BU: DI SW CAS </a:t>
              </a:r>
            </a:p>
            <a:p>
              <a:pPr marL="0" lvl="1">
                <a:lnSpc>
                  <a:spcPct val="110000"/>
                </a:lnSpc>
                <a:spcBef>
                  <a:spcPts val="300"/>
                </a:spcBef>
                <a:buClr>
                  <a:schemeClr val="accent1"/>
                </a:buClr>
              </a:pPr>
              <a:r>
                <a:rPr lang="en-US" altLang="zh-CN" sz="1200" u="sng" dirty="0">
                  <a:solidFill>
                    <a:schemeClr val="dk1"/>
                  </a:solidFill>
                </a:rPr>
                <a:t>Consulting for </a:t>
              </a:r>
              <a:r>
                <a:rPr lang="en-US" altLang="zh-CN" sz="1200" u="sng" dirty="0" err="1">
                  <a:solidFill>
                    <a:schemeClr val="dk1"/>
                  </a:solidFill>
                </a:rPr>
                <a:t>MindSphere</a:t>
              </a:r>
              <a:r>
                <a:rPr lang="en-US" altLang="zh-CN" sz="1200" u="sng" dirty="0">
                  <a:solidFill>
                    <a:schemeClr val="dk1"/>
                  </a:solidFill>
                </a:rPr>
                <a:t> Domestic Solution  </a:t>
              </a:r>
            </a:p>
            <a:p>
              <a:pPr marL="0" lvl="1">
                <a:lnSpc>
                  <a:spcPct val="110000"/>
                </a:lnSpc>
                <a:spcBef>
                  <a:spcPts val="300"/>
                </a:spcBef>
                <a:buClr>
                  <a:schemeClr val="accent1"/>
                </a:buClr>
              </a:pPr>
              <a:r>
                <a:rPr lang="en-US" altLang="zh-CN" sz="1200" dirty="0">
                  <a:solidFill>
                    <a:schemeClr val="dk1"/>
                  </a:solidFill>
                </a:rPr>
                <a:t>BU: DI SW GS&amp;CS AP CN, DI DE</a:t>
              </a:r>
            </a:p>
            <a:p>
              <a:pPr marL="0" lvl="1">
                <a:lnSpc>
                  <a:spcPct val="110000"/>
                </a:lnSpc>
                <a:spcBef>
                  <a:spcPts val="300"/>
                </a:spcBef>
                <a:buClr>
                  <a:schemeClr val="accent1"/>
                </a:buClr>
              </a:pPr>
              <a:endParaRPr lang="en-US" altLang="zh-CN" sz="1200" u="sng" dirty="0">
                <a:solidFill>
                  <a:schemeClr val="dk1"/>
                </a:solidFill>
              </a:endParaRP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C01610E9-D840-423C-95BB-F6919EC14DE5}"/>
                </a:ext>
              </a:extLst>
            </p:cNvPr>
            <p:cNvGrpSpPr/>
            <p:nvPr/>
          </p:nvGrpSpPr>
          <p:grpSpPr>
            <a:xfrm>
              <a:off x="623480" y="4450708"/>
              <a:ext cx="4297486" cy="1268327"/>
              <a:chOff x="623480" y="4450708"/>
              <a:chExt cx="4297486" cy="1268327"/>
            </a:xfrm>
          </p:grpSpPr>
          <p:sp>
            <p:nvSpPr>
              <p:cNvPr id="282" name="Trapezoid 39">
                <a:extLst>
                  <a:ext uri="{FF2B5EF4-FFF2-40B4-BE49-F238E27FC236}">
                    <a16:creationId xmlns:a16="http://schemas.microsoft.com/office/drawing/2014/main" id="{3E8E6CC1-D333-4164-A5A6-6BB83DA199F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23480" y="4450708"/>
                <a:ext cx="2558473" cy="1268327"/>
              </a:xfrm>
              <a:custGeom>
                <a:avLst/>
                <a:gdLst/>
                <a:ahLst/>
                <a:cxnLst/>
                <a:rect l="l" t="t" r="r" b="b"/>
                <a:pathLst>
                  <a:path w="2111884" h="1046937">
                    <a:moveTo>
                      <a:pt x="0" y="0"/>
                    </a:moveTo>
                    <a:lnTo>
                      <a:pt x="1416111" y="0"/>
                    </a:lnTo>
                    <a:lnTo>
                      <a:pt x="2111884" y="1046937"/>
                    </a:lnTo>
                    <a:lnTo>
                      <a:pt x="0" y="1046937"/>
                    </a:lnTo>
                    <a:close/>
                  </a:path>
                </a:pathLst>
              </a:custGeom>
              <a:solidFill>
                <a:srgbClr val="0F8287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solidFill>
                    <a:schemeClr val="bg2"/>
                  </a:solidFill>
                  <a:latin typeface="Arial" pitchFamily="34" charset="0"/>
                  <a:ea typeface="ＭＳ Ｐゴシック" charset="-128"/>
                </a:endParaRPr>
              </a:p>
            </p:txBody>
          </p:sp>
          <p:grpSp>
            <p:nvGrpSpPr>
              <p:cNvPr id="284" name="Gruppieren 48">
                <a:extLst>
                  <a:ext uri="{FF2B5EF4-FFF2-40B4-BE49-F238E27FC236}">
                    <a16:creationId xmlns:a16="http://schemas.microsoft.com/office/drawing/2014/main" id="{9DB2FE0C-9107-4934-B3BF-73C43B79D8FC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2924175" y="4953806"/>
                <a:ext cx="1996791" cy="262131"/>
                <a:chOff x="2924175" y="5932293"/>
                <a:chExt cx="1996791" cy="262131"/>
              </a:xfrm>
            </p:grpSpPr>
            <p:sp>
              <p:nvSpPr>
                <p:cNvPr id="285" name="Textfeld 22">
                  <a:extLst>
                    <a:ext uri="{FF2B5EF4-FFF2-40B4-BE49-F238E27FC236}">
                      <a16:creationId xmlns:a16="http://schemas.microsoft.com/office/drawing/2014/main" id="{DB1C463B-FB3A-4AE7-8EEF-3FEFA2885BAA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924176" y="5932293"/>
                  <a:ext cx="1996790" cy="197682"/>
                </a:xfrm>
                <a:prstGeom prst="rect">
                  <a:avLst/>
                </a:prstGeom>
                <a:noFill/>
              </p:spPr>
              <p:txBody>
                <a:bodyPr vert="horz" wrap="square" lIns="0" tIns="0" rIns="0" bIns="0" rtlCol="0">
                  <a:noAutofit/>
                </a:bodyPr>
                <a:lstStyle/>
                <a:p>
                  <a:pPr algn="r">
                    <a:spcBef>
                      <a:spcPts val="0"/>
                    </a:spcBef>
                  </a:pPr>
                  <a:r>
                    <a:rPr lang="en-US" altLang="zh-CN" sz="1400" b="1" dirty="0">
                      <a:solidFill>
                        <a:srgbClr val="0F8287"/>
                      </a:solidFill>
                    </a:rPr>
                    <a:t>Cloud </a:t>
                  </a:r>
                  <a:r>
                    <a:rPr lang="en-US" altLang="zh-CN" b="1" dirty="0">
                      <a:solidFill>
                        <a:srgbClr val="0F8287"/>
                      </a:solidFill>
                    </a:rPr>
                    <a:t>+</a:t>
                  </a:r>
                  <a:r>
                    <a:rPr lang="en-US" altLang="zh-CN" sz="1400" b="1" dirty="0">
                      <a:solidFill>
                        <a:srgbClr val="0F8287"/>
                      </a:solidFill>
                    </a:rPr>
                    <a:t> </a:t>
                  </a:r>
                  <a:r>
                    <a:rPr lang="en-US" sz="1400" b="1" dirty="0">
                      <a:solidFill>
                        <a:srgbClr val="0F8287"/>
                      </a:solidFill>
                    </a:rPr>
                    <a:t>Automation</a:t>
                  </a:r>
                </a:p>
              </p:txBody>
            </p:sp>
            <p:cxnSp>
              <p:nvCxnSpPr>
                <p:cNvPr id="286" name="Gerader Verbinder 23">
                  <a:extLst>
                    <a:ext uri="{FF2B5EF4-FFF2-40B4-BE49-F238E27FC236}">
                      <a16:creationId xmlns:a16="http://schemas.microsoft.com/office/drawing/2014/main" id="{C083A871-7ECA-4C70-AB62-0D128987DF27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2924175" y="6194424"/>
                  <a:ext cx="1996790" cy="0"/>
                </a:xfrm>
                <a:prstGeom prst="line">
                  <a:avLst/>
                </a:prstGeom>
                <a:solidFill>
                  <a:schemeClr val="tx2"/>
                </a:solidFill>
                <a:ln w="9525" cap="flat" cmpd="sng" algn="ctr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sp>
            <p:nvSpPr>
              <p:cNvPr id="299" name="SAGD, Siemens, cloud, wolke">
                <a:extLst>
                  <a:ext uri="{FF2B5EF4-FFF2-40B4-BE49-F238E27FC236}">
                    <a16:creationId xmlns:a16="http://schemas.microsoft.com/office/drawing/2014/main" id="{1E6FC7C9-F7E3-409C-8791-1B61F14981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5928" y="5260825"/>
                <a:ext cx="418234" cy="257810"/>
              </a:xfrm>
              <a:custGeom>
                <a:avLst/>
                <a:gdLst>
                  <a:gd name="T0" fmla="*/ 757 w 884"/>
                  <a:gd name="T1" fmla="*/ 279 h 635"/>
                  <a:gd name="T2" fmla="*/ 762 w 884"/>
                  <a:gd name="T3" fmla="*/ 242 h 635"/>
                  <a:gd name="T4" fmla="*/ 629 w 884"/>
                  <a:gd name="T5" fmla="*/ 108 h 635"/>
                  <a:gd name="T6" fmla="*/ 546 w 884"/>
                  <a:gd name="T7" fmla="*/ 138 h 635"/>
                  <a:gd name="T8" fmla="*/ 344 w 884"/>
                  <a:gd name="T9" fmla="*/ 0 h 635"/>
                  <a:gd name="T10" fmla="*/ 125 w 884"/>
                  <a:gd name="T11" fmla="*/ 222 h 635"/>
                  <a:gd name="T12" fmla="*/ 132 w 884"/>
                  <a:gd name="T13" fmla="*/ 277 h 635"/>
                  <a:gd name="T14" fmla="*/ 0 w 884"/>
                  <a:gd name="T15" fmla="*/ 453 h 635"/>
                  <a:gd name="T16" fmla="*/ 176 w 884"/>
                  <a:gd name="T17" fmla="*/ 635 h 635"/>
                  <a:gd name="T18" fmla="*/ 709 w 884"/>
                  <a:gd name="T19" fmla="*/ 635 h 635"/>
                  <a:gd name="T20" fmla="*/ 884 w 884"/>
                  <a:gd name="T21" fmla="*/ 453 h 635"/>
                  <a:gd name="T22" fmla="*/ 757 w 884"/>
                  <a:gd name="T23" fmla="*/ 279 h 6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84" h="635">
                    <a:moveTo>
                      <a:pt x="757" y="279"/>
                    </a:moveTo>
                    <a:cubicBezTo>
                      <a:pt x="760" y="267"/>
                      <a:pt x="762" y="255"/>
                      <a:pt x="762" y="242"/>
                    </a:cubicBezTo>
                    <a:cubicBezTo>
                      <a:pt x="762" y="168"/>
                      <a:pt x="702" y="108"/>
                      <a:pt x="629" y="108"/>
                    </a:cubicBezTo>
                    <a:cubicBezTo>
                      <a:pt x="598" y="108"/>
                      <a:pt x="569" y="119"/>
                      <a:pt x="546" y="138"/>
                    </a:cubicBezTo>
                    <a:cubicBezTo>
                      <a:pt x="513" y="57"/>
                      <a:pt x="435" y="0"/>
                      <a:pt x="344" y="0"/>
                    </a:cubicBezTo>
                    <a:cubicBezTo>
                      <a:pt x="223" y="0"/>
                      <a:pt x="125" y="100"/>
                      <a:pt x="125" y="222"/>
                    </a:cubicBezTo>
                    <a:cubicBezTo>
                      <a:pt x="125" y="241"/>
                      <a:pt x="128" y="260"/>
                      <a:pt x="132" y="277"/>
                    </a:cubicBezTo>
                    <a:cubicBezTo>
                      <a:pt x="56" y="297"/>
                      <a:pt x="0" y="370"/>
                      <a:pt x="0" y="453"/>
                    </a:cubicBezTo>
                    <a:cubicBezTo>
                      <a:pt x="0" y="552"/>
                      <a:pt x="79" y="635"/>
                      <a:pt x="176" y="635"/>
                    </a:cubicBezTo>
                    <a:cubicBezTo>
                      <a:pt x="709" y="635"/>
                      <a:pt x="709" y="635"/>
                      <a:pt x="709" y="635"/>
                    </a:cubicBezTo>
                    <a:cubicBezTo>
                      <a:pt x="806" y="635"/>
                      <a:pt x="884" y="552"/>
                      <a:pt x="884" y="453"/>
                    </a:cubicBezTo>
                    <a:cubicBezTo>
                      <a:pt x="884" y="372"/>
                      <a:pt x="830" y="300"/>
                      <a:pt x="757" y="27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pic>
            <p:nvPicPr>
              <p:cNvPr id="312" name="Grafik 81">
                <a:extLst>
                  <a:ext uri="{FF2B5EF4-FFF2-40B4-BE49-F238E27FC236}">
                    <a16:creationId xmlns:a16="http://schemas.microsoft.com/office/drawing/2014/main" id="{5AFFF507-F0EA-4927-A382-5C342B4920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 bwMode="gray">
              <a:xfrm>
                <a:off x="2251943" y="5176897"/>
                <a:ext cx="398038" cy="398038"/>
              </a:xfrm>
              <a:prstGeom prst="rect">
                <a:avLst/>
              </a:prstGeom>
            </p:spPr>
          </p:pic>
          <p:sp>
            <p:nvSpPr>
              <p:cNvPr id="336" name="Freeform 29">
                <a:extLst>
                  <a:ext uri="{FF2B5EF4-FFF2-40B4-BE49-F238E27FC236}">
                    <a16:creationId xmlns:a16="http://schemas.microsoft.com/office/drawing/2014/main" id="{DBFCD9BD-24C7-43F5-97CB-D34B200984BC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492818" y="5192538"/>
                <a:ext cx="514313" cy="315601"/>
              </a:xfrm>
              <a:custGeom>
                <a:avLst/>
                <a:gdLst>
                  <a:gd name="T0" fmla="*/ 537 w 5984"/>
                  <a:gd name="T1" fmla="*/ 3672 h 3672"/>
                  <a:gd name="T2" fmla="*/ 929 w 5984"/>
                  <a:gd name="T3" fmla="*/ 3672 h 3672"/>
                  <a:gd name="T4" fmla="*/ 929 w 5984"/>
                  <a:gd name="T5" fmla="*/ 962 h 3672"/>
                  <a:gd name="T6" fmla="*/ 537 w 5984"/>
                  <a:gd name="T7" fmla="*/ 962 h 3672"/>
                  <a:gd name="T8" fmla="*/ 537 w 5984"/>
                  <a:gd name="T9" fmla="*/ 3672 h 3672"/>
                  <a:gd name="T10" fmla="*/ 0 w 5984"/>
                  <a:gd name="T11" fmla="*/ 3672 h 3672"/>
                  <a:gd name="T12" fmla="*/ 385 w 5984"/>
                  <a:gd name="T13" fmla="*/ 3672 h 3672"/>
                  <a:gd name="T14" fmla="*/ 385 w 5984"/>
                  <a:gd name="T15" fmla="*/ 962 h 3672"/>
                  <a:gd name="T16" fmla="*/ 0 w 5984"/>
                  <a:gd name="T17" fmla="*/ 962 h 3672"/>
                  <a:gd name="T18" fmla="*/ 0 w 5984"/>
                  <a:gd name="T19" fmla="*/ 3672 h 3672"/>
                  <a:gd name="T20" fmla="*/ 1081 w 5984"/>
                  <a:gd name="T21" fmla="*/ 3672 h 3672"/>
                  <a:gd name="T22" fmla="*/ 2091 w 5984"/>
                  <a:gd name="T23" fmla="*/ 3672 h 3672"/>
                  <a:gd name="T24" fmla="*/ 2091 w 5984"/>
                  <a:gd name="T25" fmla="*/ 962 h 3672"/>
                  <a:gd name="T26" fmla="*/ 1081 w 5984"/>
                  <a:gd name="T27" fmla="*/ 962 h 3672"/>
                  <a:gd name="T28" fmla="*/ 1081 w 5984"/>
                  <a:gd name="T29" fmla="*/ 3672 h 3672"/>
                  <a:gd name="T30" fmla="*/ 5023 w 5984"/>
                  <a:gd name="T31" fmla="*/ 2221 h 3672"/>
                  <a:gd name="T32" fmla="*/ 4871 w 5984"/>
                  <a:gd name="T33" fmla="*/ 2069 h 3672"/>
                  <a:gd name="T34" fmla="*/ 3909 w 5984"/>
                  <a:gd name="T35" fmla="*/ 1106 h 3672"/>
                  <a:gd name="T36" fmla="*/ 3757 w 5984"/>
                  <a:gd name="T37" fmla="*/ 962 h 3672"/>
                  <a:gd name="T38" fmla="*/ 2243 w 5984"/>
                  <a:gd name="T39" fmla="*/ 962 h 3672"/>
                  <a:gd name="T40" fmla="*/ 2243 w 5984"/>
                  <a:gd name="T41" fmla="*/ 3672 h 3672"/>
                  <a:gd name="T42" fmla="*/ 2403 w 5984"/>
                  <a:gd name="T43" fmla="*/ 3672 h 3672"/>
                  <a:gd name="T44" fmla="*/ 2403 w 5984"/>
                  <a:gd name="T45" fmla="*/ 3455 h 3672"/>
                  <a:gd name="T46" fmla="*/ 2612 w 5984"/>
                  <a:gd name="T47" fmla="*/ 3455 h 3672"/>
                  <a:gd name="T48" fmla="*/ 2612 w 5984"/>
                  <a:gd name="T49" fmla="*/ 3672 h 3672"/>
                  <a:gd name="T50" fmla="*/ 2772 w 5984"/>
                  <a:gd name="T51" fmla="*/ 3672 h 3672"/>
                  <a:gd name="T52" fmla="*/ 2772 w 5984"/>
                  <a:gd name="T53" fmla="*/ 3455 h 3672"/>
                  <a:gd name="T54" fmla="*/ 2980 w 5984"/>
                  <a:gd name="T55" fmla="*/ 3455 h 3672"/>
                  <a:gd name="T56" fmla="*/ 2980 w 5984"/>
                  <a:gd name="T57" fmla="*/ 3672 h 3672"/>
                  <a:gd name="T58" fmla="*/ 3140 w 5984"/>
                  <a:gd name="T59" fmla="*/ 3672 h 3672"/>
                  <a:gd name="T60" fmla="*/ 3140 w 5984"/>
                  <a:gd name="T61" fmla="*/ 3455 h 3672"/>
                  <a:gd name="T62" fmla="*/ 3348 w 5984"/>
                  <a:gd name="T63" fmla="*/ 3455 h 3672"/>
                  <a:gd name="T64" fmla="*/ 3348 w 5984"/>
                  <a:gd name="T65" fmla="*/ 3672 h 3672"/>
                  <a:gd name="T66" fmla="*/ 3509 w 5984"/>
                  <a:gd name="T67" fmla="*/ 3672 h 3672"/>
                  <a:gd name="T68" fmla="*/ 3509 w 5984"/>
                  <a:gd name="T69" fmla="*/ 3455 h 3672"/>
                  <a:gd name="T70" fmla="*/ 3717 w 5984"/>
                  <a:gd name="T71" fmla="*/ 3455 h 3672"/>
                  <a:gd name="T72" fmla="*/ 3717 w 5984"/>
                  <a:gd name="T73" fmla="*/ 3672 h 3672"/>
                  <a:gd name="T74" fmla="*/ 5031 w 5984"/>
                  <a:gd name="T75" fmla="*/ 3672 h 3672"/>
                  <a:gd name="T76" fmla="*/ 5031 w 5984"/>
                  <a:gd name="T77" fmla="*/ 2221 h 3672"/>
                  <a:gd name="T78" fmla="*/ 5023 w 5984"/>
                  <a:gd name="T79" fmla="*/ 2221 h 3672"/>
                  <a:gd name="T80" fmla="*/ 5984 w 5984"/>
                  <a:gd name="T81" fmla="*/ 962 h 3672"/>
                  <a:gd name="T82" fmla="*/ 5023 w 5984"/>
                  <a:gd name="T83" fmla="*/ 0 h 3672"/>
                  <a:gd name="T84" fmla="*/ 4061 w 5984"/>
                  <a:gd name="T85" fmla="*/ 962 h 3672"/>
                  <a:gd name="T86" fmla="*/ 5023 w 5984"/>
                  <a:gd name="T87" fmla="*/ 1924 h 3672"/>
                  <a:gd name="T88" fmla="*/ 5984 w 5984"/>
                  <a:gd name="T89" fmla="*/ 962 h 36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5984" h="3672">
                    <a:moveTo>
                      <a:pt x="537" y="3672"/>
                    </a:moveTo>
                    <a:lnTo>
                      <a:pt x="929" y="3672"/>
                    </a:lnTo>
                    <a:lnTo>
                      <a:pt x="929" y="962"/>
                    </a:lnTo>
                    <a:lnTo>
                      <a:pt x="537" y="962"/>
                    </a:lnTo>
                    <a:lnTo>
                      <a:pt x="537" y="3672"/>
                    </a:lnTo>
                    <a:close/>
                    <a:moveTo>
                      <a:pt x="0" y="3672"/>
                    </a:moveTo>
                    <a:lnTo>
                      <a:pt x="385" y="3672"/>
                    </a:lnTo>
                    <a:lnTo>
                      <a:pt x="385" y="962"/>
                    </a:lnTo>
                    <a:lnTo>
                      <a:pt x="0" y="962"/>
                    </a:lnTo>
                    <a:lnTo>
                      <a:pt x="0" y="3672"/>
                    </a:lnTo>
                    <a:close/>
                    <a:moveTo>
                      <a:pt x="1081" y="3672"/>
                    </a:moveTo>
                    <a:lnTo>
                      <a:pt x="2091" y="3672"/>
                    </a:lnTo>
                    <a:lnTo>
                      <a:pt x="2091" y="962"/>
                    </a:lnTo>
                    <a:lnTo>
                      <a:pt x="1081" y="962"/>
                    </a:lnTo>
                    <a:lnTo>
                      <a:pt x="1081" y="3672"/>
                    </a:lnTo>
                    <a:close/>
                    <a:moveTo>
                      <a:pt x="5023" y="2221"/>
                    </a:moveTo>
                    <a:lnTo>
                      <a:pt x="4871" y="2069"/>
                    </a:lnTo>
                    <a:lnTo>
                      <a:pt x="3909" y="1106"/>
                    </a:lnTo>
                    <a:lnTo>
                      <a:pt x="3757" y="962"/>
                    </a:lnTo>
                    <a:lnTo>
                      <a:pt x="2243" y="962"/>
                    </a:lnTo>
                    <a:lnTo>
                      <a:pt x="2243" y="3672"/>
                    </a:lnTo>
                    <a:lnTo>
                      <a:pt x="2403" y="3672"/>
                    </a:lnTo>
                    <a:lnTo>
                      <a:pt x="2403" y="3455"/>
                    </a:lnTo>
                    <a:lnTo>
                      <a:pt x="2612" y="3455"/>
                    </a:lnTo>
                    <a:lnTo>
                      <a:pt x="2612" y="3672"/>
                    </a:lnTo>
                    <a:lnTo>
                      <a:pt x="2772" y="3672"/>
                    </a:lnTo>
                    <a:lnTo>
                      <a:pt x="2772" y="3455"/>
                    </a:lnTo>
                    <a:lnTo>
                      <a:pt x="2980" y="3455"/>
                    </a:lnTo>
                    <a:lnTo>
                      <a:pt x="2980" y="3672"/>
                    </a:lnTo>
                    <a:lnTo>
                      <a:pt x="3140" y="3672"/>
                    </a:lnTo>
                    <a:lnTo>
                      <a:pt x="3140" y="3455"/>
                    </a:lnTo>
                    <a:lnTo>
                      <a:pt x="3348" y="3455"/>
                    </a:lnTo>
                    <a:lnTo>
                      <a:pt x="3348" y="3672"/>
                    </a:lnTo>
                    <a:lnTo>
                      <a:pt x="3509" y="3672"/>
                    </a:lnTo>
                    <a:lnTo>
                      <a:pt x="3509" y="3455"/>
                    </a:lnTo>
                    <a:lnTo>
                      <a:pt x="3717" y="3455"/>
                    </a:lnTo>
                    <a:lnTo>
                      <a:pt x="3717" y="3672"/>
                    </a:lnTo>
                    <a:lnTo>
                      <a:pt x="5031" y="3672"/>
                    </a:lnTo>
                    <a:lnTo>
                      <a:pt x="5031" y="2221"/>
                    </a:lnTo>
                    <a:lnTo>
                      <a:pt x="5023" y="2221"/>
                    </a:lnTo>
                    <a:close/>
                    <a:moveTo>
                      <a:pt x="5984" y="962"/>
                    </a:moveTo>
                    <a:lnTo>
                      <a:pt x="5023" y="0"/>
                    </a:lnTo>
                    <a:lnTo>
                      <a:pt x="4061" y="962"/>
                    </a:lnTo>
                    <a:lnTo>
                      <a:pt x="5023" y="1924"/>
                    </a:lnTo>
                    <a:lnTo>
                      <a:pt x="5984" y="962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pic>
        <p:nvPicPr>
          <p:cNvPr id="323" name="Graphic 82" descr="Repeat">
            <a:extLst>
              <a:ext uri="{FF2B5EF4-FFF2-40B4-BE49-F238E27FC236}">
                <a16:creationId xmlns:a16="http://schemas.microsoft.com/office/drawing/2014/main" id="{094729B3-BE34-4B87-82BA-612D321B486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928473" y="3293341"/>
            <a:ext cx="288826" cy="288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098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kt 12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030"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13" name="Objekt 1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" name="Freeform 10">
            <a:extLst>
              <a:ext uri="{FF2B5EF4-FFF2-40B4-BE49-F238E27FC236}">
                <a16:creationId xmlns:a16="http://schemas.microsoft.com/office/drawing/2014/main" id="{5DE8E61E-EEF5-4B33-BF97-CAB03B81F2C9}"/>
              </a:ext>
            </a:extLst>
          </p:cNvPr>
          <p:cNvSpPr/>
          <p:nvPr/>
        </p:nvSpPr>
        <p:spPr bwMode="auto">
          <a:xfrm>
            <a:off x="660996" y="584684"/>
            <a:ext cx="3914263" cy="3292701"/>
          </a:xfrm>
          <a:custGeom>
            <a:avLst/>
            <a:gdLst>
              <a:gd name="connsiteX0" fmla="*/ 0 w 7170801"/>
              <a:gd name="connsiteY0" fmla="*/ 0 h 6032118"/>
              <a:gd name="connsiteX1" fmla="*/ 7170801 w 7170801"/>
              <a:gd name="connsiteY1" fmla="*/ 7572 h 6032118"/>
              <a:gd name="connsiteX2" fmla="*/ 6573992 w 7170801"/>
              <a:gd name="connsiteY2" fmla="*/ 5131398 h 6032118"/>
              <a:gd name="connsiteX3" fmla="*/ 2970687 w 7170801"/>
              <a:gd name="connsiteY3" fmla="*/ 5131398 h 6032118"/>
              <a:gd name="connsiteX4" fmla="*/ 1602497 w 7170801"/>
              <a:gd name="connsiteY4" fmla="*/ 6032118 h 6032118"/>
              <a:gd name="connsiteX5" fmla="*/ 1602497 w 7170801"/>
              <a:gd name="connsiteY5" fmla="*/ 5131398 h 6032118"/>
              <a:gd name="connsiteX6" fmla="*/ 484094 w 7170801"/>
              <a:gd name="connsiteY6" fmla="*/ 5131398 h 6032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70801" h="6032118">
                <a:moveTo>
                  <a:pt x="0" y="0"/>
                </a:moveTo>
                <a:lnTo>
                  <a:pt x="7170801" y="7572"/>
                </a:lnTo>
                <a:lnTo>
                  <a:pt x="6573992" y="5131398"/>
                </a:lnTo>
                <a:lnTo>
                  <a:pt x="2970687" y="5131398"/>
                </a:lnTo>
                <a:lnTo>
                  <a:pt x="1602497" y="6032118"/>
                </a:lnTo>
                <a:lnTo>
                  <a:pt x="1602497" y="5131398"/>
                </a:lnTo>
                <a:lnTo>
                  <a:pt x="484094" y="5131398"/>
                </a:lnTo>
                <a:close/>
              </a:path>
            </a:pathLst>
          </a:custGeom>
          <a:solidFill>
            <a:srgbClr val="CDD9E1"/>
          </a:solidFill>
          <a:ln>
            <a:noFill/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86" name="Freeform 9">
            <a:extLst>
              <a:ext uri="{FF2B5EF4-FFF2-40B4-BE49-F238E27FC236}">
                <a16:creationId xmlns:a16="http://schemas.microsoft.com/office/drawing/2014/main" id="{8EB4F48C-C696-4BD1-8FD6-34E9A53D4AF5}"/>
              </a:ext>
            </a:extLst>
          </p:cNvPr>
          <p:cNvSpPr/>
          <p:nvPr/>
        </p:nvSpPr>
        <p:spPr bwMode="auto">
          <a:xfrm>
            <a:off x="3614150" y="2600965"/>
            <a:ext cx="4357233" cy="3062298"/>
          </a:xfrm>
          <a:custGeom>
            <a:avLst/>
            <a:gdLst>
              <a:gd name="connsiteX0" fmla="*/ 0 w 4357233"/>
              <a:gd name="connsiteY0" fmla="*/ 0 h 3062298"/>
              <a:gd name="connsiteX1" fmla="*/ 4357233 w 4357233"/>
              <a:gd name="connsiteY1" fmla="*/ 0 h 3062298"/>
              <a:gd name="connsiteX2" fmla="*/ 4061717 w 4357233"/>
              <a:gd name="connsiteY2" fmla="*/ 2542701 h 3062298"/>
              <a:gd name="connsiteX3" fmla="*/ 1670637 w 4357233"/>
              <a:gd name="connsiteY3" fmla="*/ 2542700 h 3062298"/>
              <a:gd name="connsiteX4" fmla="*/ 883104 w 4357233"/>
              <a:gd name="connsiteY4" fmla="*/ 3062298 h 3062298"/>
              <a:gd name="connsiteX5" fmla="*/ 883104 w 4357233"/>
              <a:gd name="connsiteY5" fmla="*/ 2542700 h 3062298"/>
              <a:gd name="connsiteX6" fmla="*/ 239350 w 4357233"/>
              <a:gd name="connsiteY6" fmla="*/ 2542700 h 306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57233" h="3062298">
                <a:moveTo>
                  <a:pt x="0" y="0"/>
                </a:moveTo>
                <a:lnTo>
                  <a:pt x="4357233" y="0"/>
                </a:lnTo>
                <a:lnTo>
                  <a:pt x="4061717" y="2542701"/>
                </a:lnTo>
                <a:lnTo>
                  <a:pt x="1670637" y="2542700"/>
                </a:lnTo>
                <a:lnTo>
                  <a:pt x="883104" y="3062298"/>
                </a:lnTo>
                <a:lnTo>
                  <a:pt x="883104" y="2542700"/>
                </a:lnTo>
                <a:lnTo>
                  <a:pt x="239350" y="2542700"/>
                </a:lnTo>
                <a:close/>
              </a:path>
            </a:pathLst>
          </a:custGeom>
          <a:solidFill>
            <a:srgbClr val="50BED7"/>
          </a:solidFill>
          <a:ln>
            <a:noFill/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87" name="Textfeld 2">
            <a:extLst>
              <a:ext uri="{FF2B5EF4-FFF2-40B4-BE49-F238E27FC236}">
                <a16:creationId xmlns:a16="http://schemas.microsoft.com/office/drawing/2014/main" id="{51997959-81F4-4657-B02F-E5A3A0A860A5}"/>
              </a:ext>
            </a:extLst>
          </p:cNvPr>
          <p:cNvSpPr txBox="1"/>
          <p:nvPr/>
        </p:nvSpPr>
        <p:spPr>
          <a:xfrm>
            <a:off x="1083974" y="1420561"/>
            <a:ext cx="3251850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2400"/>
              </a:spcBef>
            </a:pPr>
            <a:r>
              <a:rPr lang="en-US" sz="4800" dirty="0">
                <a:solidFill>
                  <a:srgbClr val="00646E"/>
                </a:solidFill>
                <a:ea typeface="Arial Unicode MS"/>
              </a:rPr>
              <a:t>Questions?</a:t>
            </a:r>
          </a:p>
        </p:txBody>
      </p:sp>
      <p:sp>
        <p:nvSpPr>
          <p:cNvPr id="89" name="Textfeld 2">
            <a:extLst>
              <a:ext uri="{FF2B5EF4-FFF2-40B4-BE49-F238E27FC236}">
                <a16:creationId xmlns:a16="http://schemas.microsoft.com/office/drawing/2014/main" id="{698F534C-48DA-4BBB-85C4-C92545AA254A}"/>
              </a:ext>
            </a:extLst>
          </p:cNvPr>
          <p:cNvSpPr txBox="1"/>
          <p:nvPr/>
        </p:nvSpPr>
        <p:spPr>
          <a:xfrm>
            <a:off x="4056586" y="3326844"/>
            <a:ext cx="3314550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2400"/>
              </a:spcBef>
            </a:pPr>
            <a:r>
              <a:rPr lang="en-US" sz="4800" dirty="0">
                <a:solidFill>
                  <a:srgbClr val="FFFFFF"/>
                </a:solidFill>
                <a:ea typeface="Arial Unicode MS"/>
              </a:rPr>
              <a:t>Answers!</a:t>
            </a:r>
          </a:p>
        </p:txBody>
      </p:sp>
      <p:grpSp>
        <p:nvGrpSpPr>
          <p:cNvPr id="91" name="Gruppieren 134">
            <a:extLst>
              <a:ext uri="{FF2B5EF4-FFF2-40B4-BE49-F238E27FC236}">
                <a16:creationId xmlns:a16="http://schemas.microsoft.com/office/drawing/2014/main" id="{F7870ADA-0F45-4D51-ABFA-20146F7C5ED1}"/>
              </a:ext>
            </a:extLst>
          </p:cNvPr>
          <p:cNvGrpSpPr/>
          <p:nvPr/>
        </p:nvGrpSpPr>
        <p:grpSpPr bwMode="gray">
          <a:xfrm>
            <a:off x="5883151" y="4416473"/>
            <a:ext cx="6331447" cy="1961748"/>
            <a:chOff x="3846455" y="4452590"/>
            <a:chExt cx="6087317" cy="2155882"/>
          </a:xfrm>
        </p:grpSpPr>
        <p:sp>
          <p:nvSpPr>
            <p:cNvPr id="92" name="Rectangle 1622">
              <a:extLst>
                <a:ext uri="{FF2B5EF4-FFF2-40B4-BE49-F238E27FC236}">
                  <a16:creationId xmlns:a16="http://schemas.microsoft.com/office/drawing/2014/main" id="{19FEFF4B-52B3-4D6C-BC6C-306242A389D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846455" y="6343439"/>
              <a:ext cx="6087317" cy="265033"/>
            </a:xfrm>
            <a:prstGeom prst="rect">
              <a:avLst/>
            </a:prstGeom>
            <a:solidFill>
              <a:srgbClr val="DFE6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3" name="Rectangle 1623">
              <a:extLst>
                <a:ext uri="{FF2B5EF4-FFF2-40B4-BE49-F238E27FC236}">
                  <a16:creationId xmlns:a16="http://schemas.microsoft.com/office/drawing/2014/main" id="{5BF10F21-5E59-412A-97F0-62923CCF866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846455" y="6343439"/>
              <a:ext cx="6087317" cy="64099"/>
            </a:xfrm>
            <a:prstGeom prst="rect">
              <a:avLst/>
            </a:prstGeom>
            <a:solidFill>
              <a:srgbClr val="BECD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4" name="Freeform 1997">
              <a:extLst>
                <a:ext uri="{FF2B5EF4-FFF2-40B4-BE49-F238E27FC236}">
                  <a16:creationId xmlns:a16="http://schemas.microsoft.com/office/drawing/2014/main" id="{AFB89CD5-544B-4C8D-9BBF-6E6615A122BB}"/>
                </a:ext>
              </a:extLst>
            </p:cNvPr>
            <p:cNvSpPr>
              <a:spLocks/>
            </p:cNvSpPr>
            <p:nvPr/>
          </p:nvSpPr>
          <p:spPr bwMode="gray">
            <a:xfrm>
              <a:off x="8706101" y="5468223"/>
              <a:ext cx="166130" cy="26705"/>
            </a:xfrm>
            <a:custGeom>
              <a:avLst/>
              <a:gdLst>
                <a:gd name="T0" fmla="*/ 548 w 4846"/>
                <a:gd name="T1" fmla="*/ 0 h 779"/>
                <a:gd name="T2" fmla="*/ 0 w 4846"/>
                <a:gd name="T3" fmla="*/ 750 h 779"/>
                <a:gd name="T4" fmla="*/ 4846 w 4846"/>
                <a:gd name="T5" fmla="*/ 779 h 779"/>
                <a:gd name="T6" fmla="*/ 4846 w 4846"/>
                <a:gd name="T7" fmla="*/ 29 h 779"/>
                <a:gd name="T8" fmla="*/ 548 w 4846"/>
                <a:gd name="T9" fmla="*/ 0 h 7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46" h="779">
                  <a:moveTo>
                    <a:pt x="548" y="0"/>
                  </a:moveTo>
                  <a:lnTo>
                    <a:pt x="0" y="750"/>
                  </a:lnTo>
                  <a:lnTo>
                    <a:pt x="4846" y="779"/>
                  </a:lnTo>
                  <a:lnTo>
                    <a:pt x="4846" y="29"/>
                  </a:lnTo>
                  <a:lnTo>
                    <a:pt x="548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5" name="Freeform 1998">
              <a:extLst>
                <a:ext uri="{FF2B5EF4-FFF2-40B4-BE49-F238E27FC236}">
                  <a16:creationId xmlns:a16="http://schemas.microsoft.com/office/drawing/2014/main" id="{F9237FAD-F468-47A4-A89D-69B28C9A395A}"/>
                </a:ext>
              </a:extLst>
            </p:cNvPr>
            <p:cNvSpPr>
              <a:spLocks/>
            </p:cNvSpPr>
            <p:nvPr/>
          </p:nvSpPr>
          <p:spPr bwMode="gray">
            <a:xfrm>
              <a:off x="8872231" y="5469219"/>
              <a:ext cx="27700" cy="25711"/>
            </a:xfrm>
            <a:custGeom>
              <a:avLst/>
              <a:gdLst>
                <a:gd name="T0" fmla="*/ 0 w 808"/>
                <a:gd name="T1" fmla="*/ 0 h 750"/>
                <a:gd name="T2" fmla="*/ 808 w 808"/>
                <a:gd name="T3" fmla="*/ 346 h 750"/>
                <a:gd name="T4" fmla="*/ 0 w 808"/>
                <a:gd name="T5" fmla="*/ 750 h 750"/>
                <a:gd name="T6" fmla="*/ 0 w 808"/>
                <a:gd name="T7" fmla="*/ 0 h 7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08" h="750">
                  <a:moveTo>
                    <a:pt x="0" y="0"/>
                  </a:moveTo>
                  <a:lnTo>
                    <a:pt x="808" y="346"/>
                  </a:lnTo>
                  <a:lnTo>
                    <a:pt x="0" y="7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6" name="Freeform 1999">
              <a:extLst>
                <a:ext uri="{FF2B5EF4-FFF2-40B4-BE49-F238E27FC236}">
                  <a16:creationId xmlns:a16="http://schemas.microsoft.com/office/drawing/2014/main" id="{C5CA0D76-FD54-4595-BD17-CA8FA01F95E7}"/>
                </a:ext>
              </a:extLst>
            </p:cNvPr>
            <p:cNvSpPr>
              <a:spLocks/>
            </p:cNvSpPr>
            <p:nvPr/>
          </p:nvSpPr>
          <p:spPr bwMode="gray">
            <a:xfrm>
              <a:off x="5741719" y="5774807"/>
              <a:ext cx="534933" cy="55365"/>
            </a:xfrm>
            <a:custGeom>
              <a:avLst/>
              <a:gdLst>
                <a:gd name="T0" fmla="*/ 485 w 541"/>
                <a:gd name="T1" fmla="*/ 0 h 56"/>
                <a:gd name="T2" fmla="*/ 56 w 541"/>
                <a:gd name="T3" fmla="*/ 0 h 56"/>
                <a:gd name="T4" fmla="*/ 0 w 541"/>
                <a:gd name="T5" fmla="*/ 56 h 56"/>
                <a:gd name="T6" fmla="*/ 541 w 541"/>
                <a:gd name="T7" fmla="*/ 56 h 56"/>
                <a:gd name="T8" fmla="*/ 485 w 541"/>
                <a:gd name="T9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1" h="56">
                  <a:moveTo>
                    <a:pt x="485" y="0"/>
                  </a:moveTo>
                  <a:cubicBezTo>
                    <a:pt x="56" y="0"/>
                    <a:pt x="56" y="0"/>
                    <a:pt x="56" y="0"/>
                  </a:cubicBezTo>
                  <a:cubicBezTo>
                    <a:pt x="25" y="0"/>
                    <a:pt x="0" y="25"/>
                    <a:pt x="0" y="56"/>
                  </a:cubicBezTo>
                  <a:cubicBezTo>
                    <a:pt x="541" y="56"/>
                    <a:pt x="541" y="56"/>
                    <a:pt x="541" y="56"/>
                  </a:cubicBezTo>
                  <a:cubicBezTo>
                    <a:pt x="541" y="25"/>
                    <a:pt x="516" y="0"/>
                    <a:pt x="485" y="0"/>
                  </a:cubicBezTo>
                  <a:close/>
                </a:path>
              </a:pathLst>
            </a:custGeom>
            <a:solidFill>
              <a:srgbClr val="6978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7" name="Freeform 2000">
              <a:extLst>
                <a:ext uri="{FF2B5EF4-FFF2-40B4-BE49-F238E27FC236}">
                  <a16:creationId xmlns:a16="http://schemas.microsoft.com/office/drawing/2014/main" id="{09E0BBE6-47D3-4E6A-8E97-710320D50CD6}"/>
                </a:ext>
              </a:extLst>
            </p:cNvPr>
            <p:cNvSpPr>
              <a:spLocks/>
            </p:cNvSpPr>
            <p:nvPr/>
          </p:nvSpPr>
          <p:spPr bwMode="gray">
            <a:xfrm>
              <a:off x="5741719" y="5830171"/>
              <a:ext cx="534933" cy="37573"/>
            </a:xfrm>
            <a:custGeom>
              <a:avLst/>
              <a:gdLst>
                <a:gd name="T0" fmla="*/ 0 w 15604"/>
                <a:gd name="T1" fmla="*/ 0 h 1096"/>
                <a:gd name="T2" fmla="*/ 15604 w 15604"/>
                <a:gd name="T3" fmla="*/ 0 h 1096"/>
                <a:gd name="T4" fmla="*/ 15604 w 15604"/>
                <a:gd name="T5" fmla="*/ 1096 h 1096"/>
                <a:gd name="T6" fmla="*/ 0 w 15604"/>
                <a:gd name="T7" fmla="*/ 1096 h 1096"/>
                <a:gd name="T8" fmla="*/ 0 w 15604"/>
                <a:gd name="T9" fmla="*/ 0 h 1096"/>
                <a:gd name="T10" fmla="*/ 0 w 15604"/>
                <a:gd name="T11" fmla="*/ 0 h 10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604" h="1096">
                  <a:moveTo>
                    <a:pt x="0" y="0"/>
                  </a:moveTo>
                  <a:lnTo>
                    <a:pt x="15604" y="0"/>
                  </a:lnTo>
                  <a:lnTo>
                    <a:pt x="15604" y="1096"/>
                  </a:lnTo>
                  <a:lnTo>
                    <a:pt x="0" y="109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8" name="Freeform 2001">
              <a:extLst>
                <a:ext uri="{FF2B5EF4-FFF2-40B4-BE49-F238E27FC236}">
                  <a16:creationId xmlns:a16="http://schemas.microsoft.com/office/drawing/2014/main" id="{A2186172-B232-4DA9-9858-863D2C475394}"/>
                </a:ext>
              </a:extLst>
            </p:cNvPr>
            <p:cNvSpPr>
              <a:spLocks/>
            </p:cNvSpPr>
            <p:nvPr/>
          </p:nvSpPr>
          <p:spPr bwMode="gray">
            <a:xfrm>
              <a:off x="5756563" y="6115979"/>
              <a:ext cx="504285" cy="22763"/>
            </a:xfrm>
            <a:custGeom>
              <a:avLst/>
              <a:gdLst>
                <a:gd name="T0" fmla="*/ 0 w 14710"/>
                <a:gd name="T1" fmla="*/ 0 h 664"/>
                <a:gd name="T2" fmla="*/ 14710 w 14710"/>
                <a:gd name="T3" fmla="*/ 0 h 664"/>
                <a:gd name="T4" fmla="*/ 14710 w 14710"/>
                <a:gd name="T5" fmla="*/ 664 h 664"/>
                <a:gd name="T6" fmla="*/ 0 w 14710"/>
                <a:gd name="T7" fmla="*/ 664 h 664"/>
                <a:gd name="T8" fmla="*/ 0 w 14710"/>
                <a:gd name="T9" fmla="*/ 0 h 664"/>
                <a:gd name="T10" fmla="*/ 0 w 14710"/>
                <a:gd name="T11" fmla="*/ 0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710" h="664">
                  <a:moveTo>
                    <a:pt x="0" y="0"/>
                  </a:moveTo>
                  <a:lnTo>
                    <a:pt x="14710" y="0"/>
                  </a:lnTo>
                  <a:lnTo>
                    <a:pt x="14710" y="664"/>
                  </a:lnTo>
                  <a:lnTo>
                    <a:pt x="0" y="66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9" name="Freeform 2002">
              <a:extLst>
                <a:ext uri="{FF2B5EF4-FFF2-40B4-BE49-F238E27FC236}">
                  <a16:creationId xmlns:a16="http://schemas.microsoft.com/office/drawing/2014/main" id="{213A3F6F-40BF-4980-9C06-752CD7752723}"/>
                </a:ext>
              </a:extLst>
            </p:cNvPr>
            <p:cNvSpPr>
              <a:spLocks/>
            </p:cNvSpPr>
            <p:nvPr/>
          </p:nvSpPr>
          <p:spPr bwMode="gray">
            <a:xfrm>
              <a:off x="5741719" y="5455367"/>
              <a:ext cx="31642" cy="884129"/>
            </a:xfrm>
            <a:custGeom>
              <a:avLst/>
              <a:gdLst>
                <a:gd name="T0" fmla="*/ 0 w 923"/>
                <a:gd name="T1" fmla="*/ 0 h 25790"/>
                <a:gd name="T2" fmla="*/ 923 w 923"/>
                <a:gd name="T3" fmla="*/ 0 h 25790"/>
                <a:gd name="T4" fmla="*/ 923 w 923"/>
                <a:gd name="T5" fmla="*/ 25790 h 25790"/>
                <a:gd name="T6" fmla="*/ 0 w 923"/>
                <a:gd name="T7" fmla="*/ 25790 h 25790"/>
                <a:gd name="T8" fmla="*/ 0 w 923"/>
                <a:gd name="T9" fmla="*/ 0 h 25790"/>
                <a:gd name="T10" fmla="*/ 0 w 923"/>
                <a:gd name="T11" fmla="*/ 0 h 25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3" h="25790">
                  <a:moveTo>
                    <a:pt x="0" y="0"/>
                  </a:moveTo>
                  <a:lnTo>
                    <a:pt x="923" y="0"/>
                  </a:lnTo>
                  <a:lnTo>
                    <a:pt x="923" y="25790"/>
                  </a:lnTo>
                  <a:lnTo>
                    <a:pt x="0" y="257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0" name="Freeform 2003">
              <a:extLst>
                <a:ext uri="{FF2B5EF4-FFF2-40B4-BE49-F238E27FC236}">
                  <a16:creationId xmlns:a16="http://schemas.microsoft.com/office/drawing/2014/main" id="{BD0EA405-48FF-40A6-BEED-535581D6052F}"/>
                </a:ext>
              </a:extLst>
            </p:cNvPr>
            <p:cNvSpPr>
              <a:spLocks/>
            </p:cNvSpPr>
            <p:nvPr/>
          </p:nvSpPr>
          <p:spPr bwMode="gray">
            <a:xfrm>
              <a:off x="6245010" y="5455367"/>
              <a:ext cx="31642" cy="884129"/>
            </a:xfrm>
            <a:custGeom>
              <a:avLst/>
              <a:gdLst>
                <a:gd name="T0" fmla="*/ 0 w 923"/>
                <a:gd name="T1" fmla="*/ 0 h 25790"/>
                <a:gd name="T2" fmla="*/ 923 w 923"/>
                <a:gd name="T3" fmla="*/ 0 h 25790"/>
                <a:gd name="T4" fmla="*/ 923 w 923"/>
                <a:gd name="T5" fmla="*/ 25790 h 25790"/>
                <a:gd name="T6" fmla="*/ 0 w 923"/>
                <a:gd name="T7" fmla="*/ 25790 h 25790"/>
                <a:gd name="T8" fmla="*/ 0 w 923"/>
                <a:gd name="T9" fmla="*/ 0 h 25790"/>
                <a:gd name="T10" fmla="*/ 0 w 923"/>
                <a:gd name="T11" fmla="*/ 0 h 25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3" h="25790">
                  <a:moveTo>
                    <a:pt x="0" y="0"/>
                  </a:moveTo>
                  <a:lnTo>
                    <a:pt x="923" y="0"/>
                  </a:lnTo>
                  <a:lnTo>
                    <a:pt x="923" y="25790"/>
                  </a:lnTo>
                  <a:lnTo>
                    <a:pt x="0" y="257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1" name="Freeform 2004">
              <a:extLst>
                <a:ext uri="{FF2B5EF4-FFF2-40B4-BE49-F238E27FC236}">
                  <a16:creationId xmlns:a16="http://schemas.microsoft.com/office/drawing/2014/main" id="{14508009-0B52-4528-A1D1-71C75B124E8C}"/>
                </a:ext>
              </a:extLst>
            </p:cNvPr>
            <p:cNvSpPr>
              <a:spLocks/>
            </p:cNvSpPr>
            <p:nvPr/>
          </p:nvSpPr>
          <p:spPr bwMode="gray">
            <a:xfrm>
              <a:off x="5741719" y="5246696"/>
              <a:ext cx="534933" cy="208673"/>
            </a:xfrm>
            <a:custGeom>
              <a:avLst/>
              <a:gdLst>
                <a:gd name="T0" fmla="*/ 404 w 541"/>
                <a:gd name="T1" fmla="*/ 0 h 211"/>
                <a:gd name="T2" fmla="*/ 136 w 541"/>
                <a:gd name="T3" fmla="*/ 0 h 211"/>
                <a:gd name="T4" fmla="*/ 0 w 541"/>
                <a:gd name="T5" fmla="*/ 119 h 211"/>
                <a:gd name="T6" fmla="*/ 0 w 541"/>
                <a:gd name="T7" fmla="*/ 211 h 211"/>
                <a:gd name="T8" fmla="*/ 541 w 541"/>
                <a:gd name="T9" fmla="*/ 211 h 211"/>
                <a:gd name="T10" fmla="*/ 541 w 541"/>
                <a:gd name="T11" fmla="*/ 119 h 211"/>
                <a:gd name="T12" fmla="*/ 404 w 541"/>
                <a:gd name="T13" fmla="*/ 0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1" h="211">
                  <a:moveTo>
                    <a:pt x="404" y="0"/>
                  </a:moveTo>
                  <a:cubicBezTo>
                    <a:pt x="136" y="0"/>
                    <a:pt x="136" y="0"/>
                    <a:pt x="136" y="0"/>
                  </a:cubicBezTo>
                  <a:cubicBezTo>
                    <a:pt x="61" y="0"/>
                    <a:pt x="0" y="53"/>
                    <a:pt x="0" y="119"/>
                  </a:cubicBezTo>
                  <a:cubicBezTo>
                    <a:pt x="0" y="211"/>
                    <a:pt x="0" y="211"/>
                    <a:pt x="0" y="211"/>
                  </a:cubicBezTo>
                  <a:cubicBezTo>
                    <a:pt x="541" y="211"/>
                    <a:pt x="541" y="211"/>
                    <a:pt x="541" y="211"/>
                  </a:cubicBezTo>
                  <a:cubicBezTo>
                    <a:pt x="541" y="119"/>
                    <a:pt x="541" y="119"/>
                    <a:pt x="541" y="119"/>
                  </a:cubicBezTo>
                  <a:cubicBezTo>
                    <a:pt x="541" y="53"/>
                    <a:pt x="479" y="0"/>
                    <a:pt x="404" y="0"/>
                  </a:cubicBezTo>
                  <a:close/>
                </a:path>
              </a:pathLst>
            </a:custGeom>
            <a:solidFill>
              <a:srgbClr val="7887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2" name="Freeform 2005">
              <a:extLst>
                <a:ext uri="{FF2B5EF4-FFF2-40B4-BE49-F238E27FC236}">
                  <a16:creationId xmlns:a16="http://schemas.microsoft.com/office/drawing/2014/main" id="{08623B0E-46F3-436D-A676-E16050E82FF5}"/>
                </a:ext>
              </a:extLst>
            </p:cNvPr>
            <p:cNvSpPr>
              <a:spLocks/>
            </p:cNvSpPr>
            <p:nvPr/>
          </p:nvSpPr>
          <p:spPr bwMode="gray">
            <a:xfrm>
              <a:off x="5903872" y="4895649"/>
              <a:ext cx="209633" cy="477648"/>
            </a:xfrm>
            <a:custGeom>
              <a:avLst/>
              <a:gdLst>
                <a:gd name="T0" fmla="*/ 0 w 6115"/>
                <a:gd name="T1" fmla="*/ 0 h 13933"/>
                <a:gd name="T2" fmla="*/ 0 w 6115"/>
                <a:gd name="T3" fmla="*/ 836 h 13933"/>
                <a:gd name="T4" fmla="*/ 1298 w 6115"/>
                <a:gd name="T5" fmla="*/ 7846 h 13933"/>
                <a:gd name="T6" fmla="*/ 2279 w 6115"/>
                <a:gd name="T7" fmla="*/ 11913 h 13933"/>
                <a:gd name="T8" fmla="*/ 3115 w 6115"/>
                <a:gd name="T9" fmla="*/ 13933 h 13933"/>
                <a:gd name="T10" fmla="*/ 4010 w 6115"/>
                <a:gd name="T11" fmla="*/ 12000 h 13933"/>
                <a:gd name="T12" fmla="*/ 6115 w 6115"/>
                <a:gd name="T13" fmla="*/ 778 h 13933"/>
                <a:gd name="T14" fmla="*/ 6115 w 6115"/>
                <a:gd name="T15" fmla="*/ 0 h 13933"/>
                <a:gd name="T16" fmla="*/ 0 w 6115"/>
                <a:gd name="T17" fmla="*/ 0 h 13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15" h="13933">
                  <a:moveTo>
                    <a:pt x="0" y="0"/>
                  </a:moveTo>
                  <a:lnTo>
                    <a:pt x="0" y="836"/>
                  </a:lnTo>
                  <a:lnTo>
                    <a:pt x="1298" y="7846"/>
                  </a:lnTo>
                  <a:lnTo>
                    <a:pt x="2279" y="11913"/>
                  </a:lnTo>
                  <a:lnTo>
                    <a:pt x="3115" y="13933"/>
                  </a:lnTo>
                  <a:lnTo>
                    <a:pt x="4010" y="12000"/>
                  </a:lnTo>
                  <a:lnTo>
                    <a:pt x="6115" y="778"/>
                  </a:lnTo>
                  <a:lnTo>
                    <a:pt x="611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F0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3" name="Freeform 2006">
              <a:extLst>
                <a:ext uri="{FF2B5EF4-FFF2-40B4-BE49-F238E27FC236}">
                  <a16:creationId xmlns:a16="http://schemas.microsoft.com/office/drawing/2014/main" id="{957EA48C-D2BF-4D69-B561-98901335802A}"/>
                </a:ext>
              </a:extLst>
            </p:cNvPr>
            <p:cNvSpPr>
              <a:spLocks/>
            </p:cNvSpPr>
            <p:nvPr/>
          </p:nvSpPr>
          <p:spPr bwMode="gray">
            <a:xfrm>
              <a:off x="5831709" y="4456533"/>
              <a:ext cx="353000" cy="510320"/>
            </a:xfrm>
            <a:custGeom>
              <a:avLst/>
              <a:gdLst>
                <a:gd name="T0" fmla="*/ 354 w 357"/>
                <a:gd name="T1" fmla="*/ 248 h 516"/>
                <a:gd name="T2" fmla="*/ 329 w 357"/>
                <a:gd name="T3" fmla="*/ 312 h 516"/>
                <a:gd name="T4" fmla="*/ 315 w 357"/>
                <a:gd name="T5" fmla="*/ 322 h 516"/>
                <a:gd name="T6" fmla="*/ 302 w 357"/>
                <a:gd name="T7" fmla="*/ 322 h 516"/>
                <a:gd name="T8" fmla="*/ 289 w 357"/>
                <a:gd name="T9" fmla="*/ 377 h 516"/>
                <a:gd name="T10" fmla="*/ 272 w 357"/>
                <a:gd name="T11" fmla="*/ 386 h 516"/>
                <a:gd name="T12" fmla="*/ 271 w 357"/>
                <a:gd name="T13" fmla="*/ 452 h 516"/>
                <a:gd name="T14" fmla="*/ 189 w 357"/>
                <a:gd name="T15" fmla="*/ 516 h 516"/>
                <a:gd name="T16" fmla="*/ 168 w 357"/>
                <a:gd name="T17" fmla="*/ 516 h 516"/>
                <a:gd name="T18" fmla="*/ 85 w 357"/>
                <a:gd name="T19" fmla="*/ 453 h 516"/>
                <a:gd name="T20" fmla="*/ 84 w 357"/>
                <a:gd name="T21" fmla="*/ 386 h 516"/>
                <a:gd name="T22" fmla="*/ 68 w 357"/>
                <a:gd name="T23" fmla="*/ 377 h 516"/>
                <a:gd name="T24" fmla="*/ 55 w 357"/>
                <a:gd name="T25" fmla="*/ 322 h 516"/>
                <a:gd name="T26" fmla="*/ 42 w 357"/>
                <a:gd name="T27" fmla="*/ 322 h 516"/>
                <a:gd name="T28" fmla="*/ 27 w 357"/>
                <a:gd name="T29" fmla="*/ 312 h 516"/>
                <a:gd name="T30" fmla="*/ 3 w 357"/>
                <a:gd name="T31" fmla="*/ 248 h 516"/>
                <a:gd name="T32" fmla="*/ 11 w 357"/>
                <a:gd name="T33" fmla="*/ 229 h 516"/>
                <a:gd name="T34" fmla="*/ 39 w 357"/>
                <a:gd name="T35" fmla="*/ 244 h 516"/>
                <a:gd name="T36" fmla="*/ 32 w 357"/>
                <a:gd name="T37" fmla="*/ 150 h 516"/>
                <a:gd name="T38" fmla="*/ 45 w 357"/>
                <a:gd name="T39" fmla="*/ 46 h 516"/>
                <a:gd name="T40" fmla="*/ 138 w 357"/>
                <a:gd name="T41" fmla="*/ 0 h 516"/>
                <a:gd name="T42" fmla="*/ 218 w 357"/>
                <a:gd name="T43" fmla="*/ 0 h 516"/>
                <a:gd name="T44" fmla="*/ 313 w 357"/>
                <a:gd name="T45" fmla="*/ 49 h 516"/>
                <a:gd name="T46" fmla="*/ 330 w 357"/>
                <a:gd name="T47" fmla="*/ 150 h 516"/>
                <a:gd name="T48" fmla="*/ 321 w 357"/>
                <a:gd name="T49" fmla="*/ 240 h 516"/>
                <a:gd name="T50" fmla="*/ 345 w 357"/>
                <a:gd name="T51" fmla="*/ 229 h 516"/>
                <a:gd name="T52" fmla="*/ 354 w 357"/>
                <a:gd name="T53" fmla="*/ 248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57" h="516">
                  <a:moveTo>
                    <a:pt x="354" y="248"/>
                  </a:moveTo>
                  <a:cubicBezTo>
                    <a:pt x="329" y="312"/>
                    <a:pt x="329" y="312"/>
                    <a:pt x="329" y="312"/>
                  </a:cubicBezTo>
                  <a:cubicBezTo>
                    <a:pt x="326" y="318"/>
                    <a:pt x="321" y="322"/>
                    <a:pt x="315" y="322"/>
                  </a:cubicBezTo>
                  <a:cubicBezTo>
                    <a:pt x="302" y="322"/>
                    <a:pt x="302" y="322"/>
                    <a:pt x="302" y="322"/>
                  </a:cubicBezTo>
                  <a:cubicBezTo>
                    <a:pt x="289" y="377"/>
                    <a:pt x="289" y="377"/>
                    <a:pt x="289" y="377"/>
                  </a:cubicBezTo>
                  <a:cubicBezTo>
                    <a:pt x="272" y="386"/>
                    <a:pt x="272" y="386"/>
                    <a:pt x="272" y="386"/>
                  </a:cubicBezTo>
                  <a:cubicBezTo>
                    <a:pt x="271" y="452"/>
                    <a:pt x="271" y="452"/>
                    <a:pt x="271" y="452"/>
                  </a:cubicBezTo>
                  <a:cubicBezTo>
                    <a:pt x="189" y="516"/>
                    <a:pt x="189" y="516"/>
                    <a:pt x="189" y="516"/>
                  </a:cubicBezTo>
                  <a:cubicBezTo>
                    <a:pt x="168" y="516"/>
                    <a:pt x="168" y="516"/>
                    <a:pt x="168" y="51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84" y="397"/>
                    <a:pt x="84" y="386"/>
                    <a:pt x="84" y="386"/>
                  </a:cubicBezTo>
                  <a:cubicBezTo>
                    <a:pt x="68" y="377"/>
                    <a:pt x="68" y="377"/>
                    <a:pt x="68" y="377"/>
                  </a:cubicBezTo>
                  <a:cubicBezTo>
                    <a:pt x="55" y="322"/>
                    <a:pt x="55" y="322"/>
                    <a:pt x="55" y="322"/>
                  </a:cubicBezTo>
                  <a:cubicBezTo>
                    <a:pt x="42" y="322"/>
                    <a:pt x="42" y="322"/>
                    <a:pt x="42" y="322"/>
                  </a:cubicBezTo>
                  <a:cubicBezTo>
                    <a:pt x="36" y="322"/>
                    <a:pt x="30" y="318"/>
                    <a:pt x="27" y="312"/>
                  </a:cubicBezTo>
                  <a:cubicBezTo>
                    <a:pt x="3" y="248"/>
                    <a:pt x="3" y="248"/>
                    <a:pt x="3" y="248"/>
                  </a:cubicBezTo>
                  <a:cubicBezTo>
                    <a:pt x="0" y="241"/>
                    <a:pt x="4" y="233"/>
                    <a:pt x="11" y="229"/>
                  </a:cubicBezTo>
                  <a:cubicBezTo>
                    <a:pt x="29" y="219"/>
                    <a:pt x="39" y="244"/>
                    <a:pt x="39" y="244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218" y="0"/>
                    <a:pt x="218" y="0"/>
                    <a:pt x="218" y="0"/>
                  </a:cubicBezTo>
                  <a:cubicBezTo>
                    <a:pt x="313" y="49"/>
                    <a:pt x="313" y="49"/>
                    <a:pt x="313" y="49"/>
                  </a:cubicBezTo>
                  <a:cubicBezTo>
                    <a:pt x="330" y="150"/>
                    <a:pt x="330" y="150"/>
                    <a:pt x="330" y="150"/>
                  </a:cubicBezTo>
                  <a:cubicBezTo>
                    <a:pt x="321" y="240"/>
                    <a:pt x="321" y="240"/>
                    <a:pt x="321" y="240"/>
                  </a:cubicBezTo>
                  <a:cubicBezTo>
                    <a:pt x="323" y="230"/>
                    <a:pt x="336" y="225"/>
                    <a:pt x="345" y="229"/>
                  </a:cubicBezTo>
                  <a:cubicBezTo>
                    <a:pt x="353" y="232"/>
                    <a:pt x="357" y="241"/>
                    <a:pt x="354" y="248"/>
                  </a:cubicBezTo>
                  <a:close/>
                </a:path>
              </a:pathLst>
            </a:custGeom>
            <a:solidFill>
              <a:srgbClr val="D7D7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4" name="Freeform 2007">
              <a:extLst>
                <a:ext uri="{FF2B5EF4-FFF2-40B4-BE49-F238E27FC236}">
                  <a16:creationId xmlns:a16="http://schemas.microsoft.com/office/drawing/2014/main" id="{7BD747D3-A1F4-421B-A3E0-70C15B784662}"/>
                </a:ext>
              </a:extLst>
            </p:cNvPr>
            <p:cNvSpPr>
              <a:spLocks/>
            </p:cNvSpPr>
            <p:nvPr/>
          </p:nvSpPr>
          <p:spPr bwMode="gray">
            <a:xfrm>
              <a:off x="5858415" y="4452590"/>
              <a:ext cx="299589" cy="264038"/>
            </a:xfrm>
            <a:custGeom>
              <a:avLst/>
              <a:gdLst>
                <a:gd name="T0" fmla="*/ 8739 w 8739"/>
                <a:gd name="T1" fmla="*/ 4471 h 7702"/>
                <a:gd name="T2" fmla="*/ 8479 w 8739"/>
                <a:gd name="T3" fmla="*/ 7039 h 7702"/>
                <a:gd name="T4" fmla="*/ 8364 w 8739"/>
                <a:gd name="T5" fmla="*/ 7702 h 7702"/>
                <a:gd name="T6" fmla="*/ 8364 w 8739"/>
                <a:gd name="T7" fmla="*/ 7702 h 7702"/>
                <a:gd name="T8" fmla="*/ 7210 w 8739"/>
                <a:gd name="T9" fmla="*/ 3260 h 7702"/>
                <a:gd name="T10" fmla="*/ 7528 w 8739"/>
                <a:gd name="T11" fmla="*/ 2250 h 7702"/>
                <a:gd name="T12" fmla="*/ 6287 w 8739"/>
                <a:gd name="T13" fmla="*/ 1500 h 7702"/>
                <a:gd name="T14" fmla="*/ 3720 w 8739"/>
                <a:gd name="T15" fmla="*/ 2510 h 7702"/>
                <a:gd name="T16" fmla="*/ 1846 w 8739"/>
                <a:gd name="T17" fmla="*/ 2481 h 7702"/>
                <a:gd name="T18" fmla="*/ 1067 w 8739"/>
                <a:gd name="T19" fmla="*/ 2394 h 7702"/>
                <a:gd name="T20" fmla="*/ 1500 w 8739"/>
                <a:gd name="T21" fmla="*/ 3404 h 7702"/>
                <a:gd name="T22" fmla="*/ 403 w 8739"/>
                <a:gd name="T23" fmla="*/ 7702 h 7702"/>
                <a:gd name="T24" fmla="*/ 403 w 8739"/>
                <a:gd name="T25" fmla="*/ 7702 h 7702"/>
                <a:gd name="T26" fmla="*/ 259 w 8739"/>
                <a:gd name="T27" fmla="*/ 7039 h 7702"/>
                <a:gd name="T28" fmla="*/ 0 w 8739"/>
                <a:gd name="T29" fmla="*/ 4471 h 7702"/>
                <a:gd name="T30" fmla="*/ 375 w 8739"/>
                <a:gd name="T31" fmla="*/ 1356 h 7702"/>
                <a:gd name="T32" fmla="*/ 3201 w 8739"/>
                <a:gd name="T33" fmla="*/ 0 h 7702"/>
                <a:gd name="T34" fmla="*/ 5538 w 8739"/>
                <a:gd name="T35" fmla="*/ 0 h 7702"/>
                <a:gd name="T36" fmla="*/ 8393 w 8739"/>
                <a:gd name="T37" fmla="*/ 1356 h 7702"/>
                <a:gd name="T38" fmla="*/ 8739 w 8739"/>
                <a:gd name="T39" fmla="*/ 4471 h 7702"/>
                <a:gd name="T40" fmla="*/ 8739 w 8739"/>
                <a:gd name="T41" fmla="*/ 4471 h 7702"/>
                <a:gd name="T42" fmla="*/ 8739 w 8739"/>
                <a:gd name="T43" fmla="*/ 4471 h 7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739" h="7702">
                  <a:moveTo>
                    <a:pt x="8739" y="4471"/>
                  </a:moveTo>
                  <a:lnTo>
                    <a:pt x="8479" y="7039"/>
                  </a:lnTo>
                  <a:lnTo>
                    <a:pt x="8364" y="7702"/>
                  </a:lnTo>
                  <a:lnTo>
                    <a:pt x="8364" y="7702"/>
                  </a:lnTo>
                  <a:lnTo>
                    <a:pt x="7210" y="3260"/>
                  </a:lnTo>
                  <a:lnTo>
                    <a:pt x="7528" y="2250"/>
                  </a:lnTo>
                  <a:lnTo>
                    <a:pt x="6287" y="1500"/>
                  </a:lnTo>
                  <a:lnTo>
                    <a:pt x="3720" y="2510"/>
                  </a:lnTo>
                  <a:lnTo>
                    <a:pt x="1846" y="2481"/>
                  </a:lnTo>
                  <a:lnTo>
                    <a:pt x="1067" y="2394"/>
                  </a:lnTo>
                  <a:lnTo>
                    <a:pt x="1500" y="3404"/>
                  </a:lnTo>
                  <a:lnTo>
                    <a:pt x="403" y="7702"/>
                  </a:lnTo>
                  <a:lnTo>
                    <a:pt x="403" y="7702"/>
                  </a:lnTo>
                  <a:lnTo>
                    <a:pt x="259" y="7039"/>
                  </a:lnTo>
                  <a:lnTo>
                    <a:pt x="0" y="4471"/>
                  </a:lnTo>
                  <a:lnTo>
                    <a:pt x="375" y="1356"/>
                  </a:lnTo>
                  <a:lnTo>
                    <a:pt x="3201" y="0"/>
                  </a:lnTo>
                  <a:lnTo>
                    <a:pt x="5538" y="0"/>
                  </a:lnTo>
                  <a:lnTo>
                    <a:pt x="8393" y="1356"/>
                  </a:lnTo>
                  <a:lnTo>
                    <a:pt x="8739" y="4471"/>
                  </a:lnTo>
                  <a:lnTo>
                    <a:pt x="8739" y="4471"/>
                  </a:lnTo>
                  <a:lnTo>
                    <a:pt x="8739" y="4471"/>
                  </a:lnTo>
                  <a:close/>
                </a:path>
              </a:pathLst>
            </a:custGeom>
            <a:solidFill>
              <a:srgbClr val="827F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5" name="Freeform 2008">
              <a:extLst>
                <a:ext uri="{FF2B5EF4-FFF2-40B4-BE49-F238E27FC236}">
                  <a16:creationId xmlns:a16="http://schemas.microsoft.com/office/drawing/2014/main" id="{3A2D19F2-AC3F-4E67-A7CB-F2848414C3F1}"/>
                </a:ext>
              </a:extLst>
            </p:cNvPr>
            <p:cNvSpPr>
              <a:spLocks/>
            </p:cNvSpPr>
            <p:nvPr/>
          </p:nvSpPr>
          <p:spPr bwMode="gray">
            <a:xfrm>
              <a:off x="6018579" y="4875867"/>
              <a:ext cx="81077" cy="111725"/>
            </a:xfrm>
            <a:custGeom>
              <a:avLst/>
              <a:gdLst>
                <a:gd name="T0" fmla="*/ 2365 w 2365"/>
                <a:gd name="T1" fmla="*/ 1269 h 3259"/>
                <a:gd name="T2" fmla="*/ 548 w 2365"/>
                <a:gd name="T3" fmla="*/ 3259 h 3259"/>
                <a:gd name="T4" fmla="*/ 0 w 2365"/>
                <a:gd name="T5" fmla="*/ 1846 h 3259"/>
                <a:gd name="T6" fmla="*/ 2365 w 2365"/>
                <a:gd name="T7" fmla="*/ 0 h 3259"/>
                <a:gd name="T8" fmla="*/ 2365 w 2365"/>
                <a:gd name="T9" fmla="*/ 1269 h 3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65" h="3259">
                  <a:moveTo>
                    <a:pt x="2365" y="1269"/>
                  </a:moveTo>
                  <a:lnTo>
                    <a:pt x="548" y="3259"/>
                  </a:lnTo>
                  <a:lnTo>
                    <a:pt x="0" y="1846"/>
                  </a:lnTo>
                  <a:lnTo>
                    <a:pt x="2365" y="0"/>
                  </a:lnTo>
                  <a:lnTo>
                    <a:pt x="2365" y="126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6" name="Freeform 2009">
              <a:extLst>
                <a:ext uri="{FF2B5EF4-FFF2-40B4-BE49-F238E27FC236}">
                  <a16:creationId xmlns:a16="http://schemas.microsoft.com/office/drawing/2014/main" id="{97B8DA8C-8CE5-4F4B-A326-5B42A712CF2A}"/>
                </a:ext>
              </a:extLst>
            </p:cNvPr>
            <p:cNvSpPr>
              <a:spLocks/>
            </p:cNvSpPr>
            <p:nvPr/>
          </p:nvSpPr>
          <p:spPr bwMode="gray">
            <a:xfrm>
              <a:off x="5956289" y="4939153"/>
              <a:ext cx="107782" cy="431163"/>
            </a:xfrm>
            <a:custGeom>
              <a:avLst/>
              <a:gdLst>
                <a:gd name="T0" fmla="*/ 3144 w 3144"/>
                <a:gd name="T1" fmla="*/ 8135 h 12577"/>
                <a:gd name="T2" fmla="*/ 1500 w 3144"/>
                <a:gd name="T3" fmla="*/ 12577 h 12577"/>
                <a:gd name="T4" fmla="*/ 0 w 3144"/>
                <a:gd name="T5" fmla="*/ 8135 h 12577"/>
                <a:gd name="T6" fmla="*/ 837 w 3144"/>
                <a:gd name="T7" fmla="*/ 2336 h 12577"/>
                <a:gd name="T8" fmla="*/ 635 w 3144"/>
                <a:gd name="T9" fmla="*/ 1413 h 12577"/>
                <a:gd name="T10" fmla="*/ 1183 w 3144"/>
                <a:gd name="T11" fmla="*/ 0 h 12577"/>
                <a:gd name="T12" fmla="*/ 1817 w 3144"/>
                <a:gd name="T13" fmla="*/ 0 h 12577"/>
                <a:gd name="T14" fmla="*/ 2365 w 3144"/>
                <a:gd name="T15" fmla="*/ 1413 h 12577"/>
                <a:gd name="T16" fmla="*/ 2163 w 3144"/>
                <a:gd name="T17" fmla="*/ 2336 h 12577"/>
                <a:gd name="T18" fmla="*/ 3144 w 3144"/>
                <a:gd name="T19" fmla="*/ 8135 h 125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44" h="12577">
                  <a:moveTo>
                    <a:pt x="3144" y="8135"/>
                  </a:moveTo>
                  <a:lnTo>
                    <a:pt x="1500" y="12577"/>
                  </a:lnTo>
                  <a:lnTo>
                    <a:pt x="0" y="8135"/>
                  </a:lnTo>
                  <a:lnTo>
                    <a:pt x="837" y="2336"/>
                  </a:lnTo>
                  <a:lnTo>
                    <a:pt x="635" y="1413"/>
                  </a:lnTo>
                  <a:lnTo>
                    <a:pt x="1183" y="0"/>
                  </a:lnTo>
                  <a:lnTo>
                    <a:pt x="1817" y="0"/>
                  </a:lnTo>
                  <a:lnTo>
                    <a:pt x="2365" y="1413"/>
                  </a:lnTo>
                  <a:lnTo>
                    <a:pt x="2163" y="2336"/>
                  </a:lnTo>
                  <a:lnTo>
                    <a:pt x="3144" y="8135"/>
                  </a:lnTo>
                  <a:close/>
                </a:path>
              </a:pathLst>
            </a:custGeom>
            <a:solidFill>
              <a:srgbClr val="41AA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7" name="Freeform 2010">
              <a:extLst>
                <a:ext uri="{FF2B5EF4-FFF2-40B4-BE49-F238E27FC236}">
                  <a16:creationId xmlns:a16="http://schemas.microsoft.com/office/drawing/2014/main" id="{2209C59C-C8AD-40B7-8916-23BC62BECED5}"/>
                </a:ext>
              </a:extLst>
            </p:cNvPr>
            <p:cNvSpPr>
              <a:spLocks/>
            </p:cNvSpPr>
            <p:nvPr/>
          </p:nvSpPr>
          <p:spPr bwMode="gray">
            <a:xfrm>
              <a:off x="5915768" y="4875867"/>
              <a:ext cx="81077" cy="111725"/>
            </a:xfrm>
            <a:custGeom>
              <a:avLst/>
              <a:gdLst>
                <a:gd name="T0" fmla="*/ 1817 w 2365"/>
                <a:gd name="T1" fmla="*/ 3259 h 3259"/>
                <a:gd name="T2" fmla="*/ 28 w 2365"/>
                <a:gd name="T3" fmla="*/ 1269 h 3259"/>
                <a:gd name="T4" fmla="*/ 0 w 2365"/>
                <a:gd name="T5" fmla="*/ 0 h 3259"/>
                <a:gd name="T6" fmla="*/ 2365 w 2365"/>
                <a:gd name="T7" fmla="*/ 1846 h 3259"/>
                <a:gd name="T8" fmla="*/ 1817 w 2365"/>
                <a:gd name="T9" fmla="*/ 3259 h 3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65" h="3259">
                  <a:moveTo>
                    <a:pt x="1817" y="3259"/>
                  </a:moveTo>
                  <a:lnTo>
                    <a:pt x="28" y="1269"/>
                  </a:lnTo>
                  <a:lnTo>
                    <a:pt x="0" y="0"/>
                  </a:lnTo>
                  <a:lnTo>
                    <a:pt x="2365" y="1846"/>
                  </a:lnTo>
                  <a:lnTo>
                    <a:pt x="1817" y="325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8" name="Freeform 2011">
              <a:extLst>
                <a:ext uri="{FF2B5EF4-FFF2-40B4-BE49-F238E27FC236}">
                  <a16:creationId xmlns:a16="http://schemas.microsoft.com/office/drawing/2014/main" id="{B887865F-D762-43D7-BBB2-C88A27E94156}"/>
                </a:ext>
              </a:extLst>
            </p:cNvPr>
            <p:cNvSpPr>
              <a:spLocks/>
            </p:cNvSpPr>
            <p:nvPr/>
          </p:nvSpPr>
          <p:spPr bwMode="gray">
            <a:xfrm>
              <a:off x="5681417" y="4875867"/>
              <a:ext cx="651594" cy="829723"/>
            </a:xfrm>
            <a:custGeom>
              <a:avLst/>
              <a:gdLst>
                <a:gd name="T0" fmla="*/ 16152 w 19007"/>
                <a:gd name="T1" fmla="*/ 17943 h 24203"/>
                <a:gd name="T2" fmla="*/ 16123 w 19007"/>
                <a:gd name="T3" fmla="*/ 23510 h 24203"/>
                <a:gd name="T4" fmla="*/ 15661 w 19007"/>
                <a:gd name="T5" fmla="*/ 24203 h 24203"/>
                <a:gd name="T6" fmla="*/ 3374 w 19007"/>
                <a:gd name="T7" fmla="*/ 24203 h 24203"/>
                <a:gd name="T8" fmla="*/ 2913 w 19007"/>
                <a:gd name="T9" fmla="*/ 23510 h 24203"/>
                <a:gd name="T10" fmla="*/ 2884 w 19007"/>
                <a:gd name="T11" fmla="*/ 17885 h 24203"/>
                <a:gd name="T12" fmla="*/ 1211 w 19007"/>
                <a:gd name="T13" fmla="*/ 17077 h 24203"/>
                <a:gd name="T14" fmla="*/ 0 w 19007"/>
                <a:gd name="T15" fmla="*/ 14741 h 24203"/>
                <a:gd name="T16" fmla="*/ 432 w 19007"/>
                <a:gd name="T17" fmla="*/ 4644 h 24203"/>
                <a:gd name="T18" fmla="*/ 2048 w 19007"/>
                <a:gd name="T19" fmla="*/ 2279 h 24203"/>
                <a:gd name="T20" fmla="*/ 4701 w 19007"/>
                <a:gd name="T21" fmla="*/ 1096 h 24203"/>
                <a:gd name="T22" fmla="*/ 4730 w 19007"/>
                <a:gd name="T23" fmla="*/ 836 h 24203"/>
                <a:gd name="T24" fmla="*/ 6836 w 19007"/>
                <a:gd name="T25" fmla="*/ 0 h 24203"/>
                <a:gd name="T26" fmla="*/ 6864 w 19007"/>
                <a:gd name="T27" fmla="*/ 1269 h 24203"/>
                <a:gd name="T28" fmla="*/ 8191 w 19007"/>
                <a:gd name="T29" fmla="*/ 8740 h 24203"/>
                <a:gd name="T30" fmla="*/ 9518 w 19007"/>
                <a:gd name="T31" fmla="*/ 14423 h 24203"/>
                <a:gd name="T32" fmla="*/ 10874 w 19007"/>
                <a:gd name="T33" fmla="*/ 8740 h 24203"/>
                <a:gd name="T34" fmla="*/ 10874 w 19007"/>
                <a:gd name="T35" fmla="*/ 8711 h 24203"/>
                <a:gd name="T36" fmla="*/ 12172 w 19007"/>
                <a:gd name="T37" fmla="*/ 1269 h 24203"/>
                <a:gd name="T38" fmla="*/ 12200 w 19007"/>
                <a:gd name="T39" fmla="*/ 0 h 24203"/>
                <a:gd name="T40" fmla="*/ 14335 w 19007"/>
                <a:gd name="T41" fmla="*/ 836 h 24203"/>
                <a:gd name="T42" fmla="*/ 14364 w 19007"/>
                <a:gd name="T43" fmla="*/ 1096 h 24203"/>
                <a:gd name="T44" fmla="*/ 16988 w 19007"/>
                <a:gd name="T45" fmla="*/ 2279 h 24203"/>
                <a:gd name="T46" fmla="*/ 18575 w 19007"/>
                <a:gd name="T47" fmla="*/ 4644 h 24203"/>
                <a:gd name="T48" fmla="*/ 19007 w 19007"/>
                <a:gd name="T49" fmla="*/ 14741 h 24203"/>
                <a:gd name="T50" fmla="*/ 17854 w 19007"/>
                <a:gd name="T51" fmla="*/ 17077 h 24203"/>
                <a:gd name="T52" fmla="*/ 16152 w 19007"/>
                <a:gd name="T53" fmla="*/ 17943 h 24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9007" h="24203">
                  <a:moveTo>
                    <a:pt x="16152" y="17943"/>
                  </a:moveTo>
                  <a:lnTo>
                    <a:pt x="16123" y="23510"/>
                  </a:lnTo>
                  <a:lnTo>
                    <a:pt x="15661" y="24203"/>
                  </a:lnTo>
                  <a:lnTo>
                    <a:pt x="3374" y="24203"/>
                  </a:lnTo>
                  <a:lnTo>
                    <a:pt x="2913" y="23510"/>
                  </a:lnTo>
                  <a:lnTo>
                    <a:pt x="2884" y="17885"/>
                  </a:lnTo>
                  <a:lnTo>
                    <a:pt x="1211" y="17077"/>
                  </a:lnTo>
                  <a:lnTo>
                    <a:pt x="0" y="14741"/>
                  </a:lnTo>
                  <a:lnTo>
                    <a:pt x="432" y="4644"/>
                  </a:lnTo>
                  <a:lnTo>
                    <a:pt x="2048" y="2279"/>
                  </a:lnTo>
                  <a:lnTo>
                    <a:pt x="4701" y="1096"/>
                  </a:lnTo>
                  <a:lnTo>
                    <a:pt x="4730" y="836"/>
                  </a:lnTo>
                  <a:lnTo>
                    <a:pt x="6836" y="0"/>
                  </a:lnTo>
                  <a:lnTo>
                    <a:pt x="6864" y="1269"/>
                  </a:lnTo>
                  <a:lnTo>
                    <a:pt x="8191" y="8740"/>
                  </a:lnTo>
                  <a:lnTo>
                    <a:pt x="9518" y="14423"/>
                  </a:lnTo>
                  <a:lnTo>
                    <a:pt x="10874" y="8740"/>
                  </a:lnTo>
                  <a:lnTo>
                    <a:pt x="10874" y="8711"/>
                  </a:lnTo>
                  <a:lnTo>
                    <a:pt x="12172" y="1269"/>
                  </a:lnTo>
                  <a:lnTo>
                    <a:pt x="12200" y="0"/>
                  </a:lnTo>
                  <a:lnTo>
                    <a:pt x="14335" y="836"/>
                  </a:lnTo>
                  <a:lnTo>
                    <a:pt x="14364" y="1096"/>
                  </a:lnTo>
                  <a:lnTo>
                    <a:pt x="16988" y="2279"/>
                  </a:lnTo>
                  <a:lnTo>
                    <a:pt x="18575" y="4644"/>
                  </a:lnTo>
                  <a:lnTo>
                    <a:pt x="19007" y="14741"/>
                  </a:lnTo>
                  <a:lnTo>
                    <a:pt x="17854" y="17077"/>
                  </a:lnTo>
                  <a:lnTo>
                    <a:pt x="16152" y="17943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9" name="Line 2012">
              <a:extLst>
                <a:ext uri="{FF2B5EF4-FFF2-40B4-BE49-F238E27FC236}">
                  <a16:creationId xmlns:a16="http://schemas.microsoft.com/office/drawing/2014/main" id="{27C9BE56-84DF-4B90-8302-C2F182D19EB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795130" y="5491946"/>
              <a:ext cx="0" cy="0"/>
            </a:xfrm>
            <a:prstGeom prst="line">
              <a:avLst/>
            </a:prstGeom>
            <a:noFill/>
            <a:ln w="595313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0" name="Freeform 2013">
              <a:extLst>
                <a:ext uri="{FF2B5EF4-FFF2-40B4-BE49-F238E27FC236}">
                  <a16:creationId xmlns:a16="http://schemas.microsoft.com/office/drawing/2014/main" id="{40057AD7-F5CB-42BF-BD30-B781D8E862BF}"/>
                </a:ext>
              </a:extLst>
            </p:cNvPr>
            <p:cNvSpPr>
              <a:spLocks/>
            </p:cNvSpPr>
            <p:nvPr/>
          </p:nvSpPr>
          <p:spPr bwMode="gray">
            <a:xfrm>
              <a:off x="5784228" y="5577994"/>
              <a:ext cx="446932" cy="196812"/>
            </a:xfrm>
            <a:custGeom>
              <a:avLst/>
              <a:gdLst>
                <a:gd name="T0" fmla="*/ 429 w 452"/>
                <a:gd name="T1" fmla="*/ 199 h 199"/>
                <a:gd name="T2" fmla="*/ 23 w 452"/>
                <a:gd name="T3" fmla="*/ 199 h 199"/>
                <a:gd name="T4" fmla="*/ 0 w 452"/>
                <a:gd name="T5" fmla="*/ 176 h 199"/>
                <a:gd name="T6" fmla="*/ 0 w 452"/>
                <a:gd name="T7" fmla="*/ 0 h 199"/>
                <a:gd name="T8" fmla="*/ 452 w 452"/>
                <a:gd name="T9" fmla="*/ 0 h 199"/>
                <a:gd name="T10" fmla="*/ 452 w 452"/>
                <a:gd name="T11" fmla="*/ 176 h 199"/>
                <a:gd name="T12" fmla="*/ 429 w 452"/>
                <a:gd name="T13" fmla="*/ 199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52" h="199">
                  <a:moveTo>
                    <a:pt x="429" y="199"/>
                  </a:moveTo>
                  <a:cubicBezTo>
                    <a:pt x="23" y="199"/>
                    <a:pt x="23" y="199"/>
                    <a:pt x="23" y="199"/>
                  </a:cubicBezTo>
                  <a:cubicBezTo>
                    <a:pt x="14" y="190"/>
                    <a:pt x="9" y="185"/>
                    <a:pt x="0" y="17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52" y="0"/>
                    <a:pt x="452" y="0"/>
                    <a:pt x="452" y="0"/>
                  </a:cubicBezTo>
                  <a:cubicBezTo>
                    <a:pt x="452" y="176"/>
                    <a:pt x="452" y="176"/>
                    <a:pt x="452" y="176"/>
                  </a:cubicBezTo>
                  <a:cubicBezTo>
                    <a:pt x="443" y="185"/>
                    <a:pt x="438" y="190"/>
                    <a:pt x="429" y="199"/>
                  </a:cubicBez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1" name="Freeform 2014">
              <a:extLst>
                <a:ext uri="{FF2B5EF4-FFF2-40B4-BE49-F238E27FC236}">
                  <a16:creationId xmlns:a16="http://schemas.microsoft.com/office/drawing/2014/main" id="{1EC2DCAC-7F2F-478E-966A-4AA9DDC8A12E}"/>
                </a:ext>
              </a:extLst>
            </p:cNvPr>
            <p:cNvSpPr>
              <a:spLocks/>
            </p:cNvSpPr>
            <p:nvPr/>
          </p:nvSpPr>
          <p:spPr bwMode="gray">
            <a:xfrm>
              <a:off x="5797084" y="5609636"/>
              <a:ext cx="189853" cy="729860"/>
            </a:xfrm>
            <a:custGeom>
              <a:avLst/>
              <a:gdLst>
                <a:gd name="T0" fmla="*/ 0 w 192"/>
                <a:gd name="T1" fmla="*/ 47 h 738"/>
                <a:gd name="T2" fmla="*/ 0 w 192"/>
                <a:gd name="T3" fmla="*/ 95 h 738"/>
                <a:gd name="T4" fmla="*/ 0 w 192"/>
                <a:gd name="T5" fmla="*/ 98 h 738"/>
                <a:gd name="T6" fmla="*/ 61 w 192"/>
                <a:gd name="T7" fmla="*/ 738 h 738"/>
                <a:gd name="T8" fmla="*/ 192 w 192"/>
                <a:gd name="T9" fmla="*/ 738 h 738"/>
                <a:gd name="T10" fmla="*/ 192 w 192"/>
                <a:gd name="T11" fmla="*/ 37 h 738"/>
                <a:gd name="T12" fmla="*/ 155 w 192"/>
                <a:gd name="T13" fmla="*/ 0 h 738"/>
                <a:gd name="T14" fmla="*/ 47 w 192"/>
                <a:gd name="T15" fmla="*/ 0 h 738"/>
                <a:gd name="T16" fmla="*/ 0 w 192"/>
                <a:gd name="T17" fmla="*/ 47 h 7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2" h="738">
                  <a:moveTo>
                    <a:pt x="0" y="47"/>
                  </a:moveTo>
                  <a:cubicBezTo>
                    <a:pt x="0" y="95"/>
                    <a:pt x="0" y="95"/>
                    <a:pt x="0" y="95"/>
                  </a:cubicBezTo>
                  <a:cubicBezTo>
                    <a:pt x="0" y="96"/>
                    <a:pt x="0" y="97"/>
                    <a:pt x="0" y="98"/>
                  </a:cubicBezTo>
                  <a:cubicBezTo>
                    <a:pt x="61" y="738"/>
                    <a:pt x="61" y="738"/>
                    <a:pt x="61" y="738"/>
                  </a:cubicBezTo>
                  <a:cubicBezTo>
                    <a:pt x="192" y="738"/>
                    <a:pt x="192" y="738"/>
                    <a:pt x="192" y="738"/>
                  </a:cubicBezTo>
                  <a:cubicBezTo>
                    <a:pt x="192" y="37"/>
                    <a:pt x="192" y="37"/>
                    <a:pt x="192" y="37"/>
                  </a:cubicBezTo>
                  <a:cubicBezTo>
                    <a:pt x="177" y="23"/>
                    <a:pt x="169" y="14"/>
                    <a:pt x="155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28" y="18"/>
                    <a:pt x="18" y="28"/>
                    <a:pt x="0" y="47"/>
                  </a:cubicBez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2" name="Freeform 2015">
              <a:extLst>
                <a:ext uri="{FF2B5EF4-FFF2-40B4-BE49-F238E27FC236}">
                  <a16:creationId xmlns:a16="http://schemas.microsoft.com/office/drawing/2014/main" id="{1A3DF324-AA09-462D-8557-931EBEAE4417}"/>
                </a:ext>
              </a:extLst>
            </p:cNvPr>
            <p:cNvSpPr>
              <a:spLocks/>
            </p:cNvSpPr>
            <p:nvPr/>
          </p:nvSpPr>
          <p:spPr bwMode="gray">
            <a:xfrm>
              <a:off x="6026497" y="5609636"/>
              <a:ext cx="191806" cy="729860"/>
            </a:xfrm>
            <a:custGeom>
              <a:avLst/>
              <a:gdLst>
                <a:gd name="T0" fmla="*/ 0 w 194"/>
                <a:gd name="T1" fmla="*/ 35 h 738"/>
                <a:gd name="T2" fmla="*/ 0 w 194"/>
                <a:gd name="T3" fmla="*/ 738 h 738"/>
                <a:gd name="T4" fmla="*/ 131 w 194"/>
                <a:gd name="T5" fmla="*/ 738 h 738"/>
                <a:gd name="T6" fmla="*/ 194 w 194"/>
                <a:gd name="T7" fmla="*/ 98 h 738"/>
                <a:gd name="T8" fmla="*/ 194 w 194"/>
                <a:gd name="T9" fmla="*/ 95 h 738"/>
                <a:gd name="T10" fmla="*/ 194 w 194"/>
                <a:gd name="T11" fmla="*/ 45 h 738"/>
                <a:gd name="T12" fmla="*/ 149 w 194"/>
                <a:gd name="T13" fmla="*/ 0 h 738"/>
                <a:gd name="T14" fmla="*/ 35 w 194"/>
                <a:gd name="T15" fmla="*/ 0 h 738"/>
                <a:gd name="T16" fmla="*/ 0 w 194"/>
                <a:gd name="T17" fmla="*/ 35 h 7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4" h="738">
                  <a:moveTo>
                    <a:pt x="0" y="35"/>
                  </a:moveTo>
                  <a:cubicBezTo>
                    <a:pt x="0" y="738"/>
                    <a:pt x="0" y="738"/>
                    <a:pt x="0" y="738"/>
                  </a:cubicBezTo>
                  <a:cubicBezTo>
                    <a:pt x="131" y="738"/>
                    <a:pt x="131" y="738"/>
                    <a:pt x="131" y="738"/>
                  </a:cubicBezTo>
                  <a:cubicBezTo>
                    <a:pt x="194" y="98"/>
                    <a:pt x="194" y="98"/>
                    <a:pt x="194" y="98"/>
                  </a:cubicBezTo>
                  <a:cubicBezTo>
                    <a:pt x="194" y="97"/>
                    <a:pt x="194" y="96"/>
                    <a:pt x="194" y="95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77" y="27"/>
                    <a:pt x="167" y="17"/>
                    <a:pt x="149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1" y="14"/>
                    <a:pt x="13" y="21"/>
                    <a:pt x="0" y="35"/>
                  </a:cubicBez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3" name="Freeform 2016">
              <a:extLst>
                <a:ext uri="{FF2B5EF4-FFF2-40B4-BE49-F238E27FC236}">
                  <a16:creationId xmlns:a16="http://schemas.microsoft.com/office/drawing/2014/main" id="{2041F163-2C26-4D20-B544-91961625ACFD}"/>
                </a:ext>
              </a:extLst>
            </p:cNvPr>
            <p:cNvSpPr>
              <a:spLocks/>
            </p:cNvSpPr>
            <p:nvPr/>
          </p:nvSpPr>
          <p:spPr bwMode="gray">
            <a:xfrm>
              <a:off x="6029446" y="6255436"/>
              <a:ext cx="174049" cy="84058"/>
            </a:xfrm>
            <a:custGeom>
              <a:avLst/>
              <a:gdLst>
                <a:gd name="T0" fmla="*/ 5077 w 5077"/>
                <a:gd name="T1" fmla="*/ 2452 h 2452"/>
                <a:gd name="T2" fmla="*/ 0 w 5077"/>
                <a:gd name="T3" fmla="*/ 2452 h 2452"/>
                <a:gd name="T4" fmla="*/ 0 w 5077"/>
                <a:gd name="T5" fmla="*/ 2336 h 2452"/>
                <a:gd name="T6" fmla="*/ 895 w 5077"/>
                <a:gd name="T7" fmla="*/ 0 h 2452"/>
                <a:gd name="T8" fmla="*/ 3952 w 5077"/>
                <a:gd name="T9" fmla="*/ 0 h 2452"/>
                <a:gd name="T10" fmla="*/ 5077 w 5077"/>
                <a:gd name="T11" fmla="*/ 2452 h 2452"/>
                <a:gd name="T12" fmla="*/ 5077 w 5077"/>
                <a:gd name="T13" fmla="*/ 2452 h 2452"/>
                <a:gd name="T14" fmla="*/ 5077 w 5077"/>
                <a:gd name="T15" fmla="*/ 2452 h 2452"/>
                <a:gd name="T16" fmla="*/ 5077 w 5077"/>
                <a:gd name="T17" fmla="*/ 2452 h 2452"/>
                <a:gd name="T18" fmla="*/ 5077 w 5077"/>
                <a:gd name="T19" fmla="*/ 2452 h 2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077" h="2452">
                  <a:moveTo>
                    <a:pt x="5077" y="2452"/>
                  </a:moveTo>
                  <a:lnTo>
                    <a:pt x="0" y="2452"/>
                  </a:lnTo>
                  <a:lnTo>
                    <a:pt x="0" y="2336"/>
                  </a:lnTo>
                  <a:lnTo>
                    <a:pt x="895" y="0"/>
                  </a:lnTo>
                  <a:lnTo>
                    <a:pt x="3952" y="0"/>
                  </a:lnTo>
                  <a:lnTo>
                    <a:pt x="5077" y="2452"/>
                  </a:lnTo>
                  <a:lnTo>
                    <a:pt x="5077" y="2452"/>
                  </a:lnTo>
                  <a:lnTo>
                    <a:pt x="5077" y="2452"/>
                  </a:lnTo>
                  <a:lnTo>
                    <a:pt x="5077" y="2452"/>
                  </a:lnTo>
                  <a:lnTo>
                    <a:pt x="5077" y="2452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4" name="Freeform 2017">
              <a:extLst>
                <a:ext uri="{FF2B5EF4-FFF2-40B4-BE49-F238E27FC236}">
                  <a16:creationId xmlns:a16="http://schemas.microsoft.com/office/drawing/2014/main" id="{D1B538EB-3853-41E3-8672-F456E0CE5E83}"/>
                </a:ext>
              </a:extLst>
            </p:cNvPr>
            <p:cNvSpPr>
              <a:spLocks/>
            </p:cNvSpPr>
            <p:nvPr/>
          </p:nvSpPr>
          <p:spPr bwMode="gray">
            <a:xfrm>
              <a:off x="5810934" y="6255436"/>
              <a:ext cx="173054" cy="84058"/>
            </a:xfrm>
            <a:custGeom>
              <a:avLst/>
              <a:gdLst>
                <a:gd name="T0" fmla="*/ 5048 w 5048"/>
                <a:gd name="T1" fmla="*/ 2336 h 2452"/>
                <a:gd name="T2" fmla="*/ 5048 w 5048"/>
                <a:gd name="T3" fmla="*/ 2452 h 2452"/>
                <a:gd name="T4" fmla="*/ 0 w 5048"/>
                <a:gd name="T5" fmla="*/ 2452 h 2452"/>
                <a:gd name="T6" fmla="*/ 1096 w 5048"/>
                <a:gd name="T7" fmla="*/ 0 h 2452"/>
                <a:gd name="T8" fmla="*/ 4182 w 5048"/>
                <a:gd name="T9" fmla="*/ 0 h 2452"/>
                <a:gd name="T10" fmla="*/ 5048 w 5048"/>
                <a:gd name="T11" fmla="*/ 2336 h 2452"/>
                <a:gd name="T12" fmla="*/ 5048 w 5048"/>
                <a:gd name="T13" fmla="*/ 2336 h 2452"/>
                <a:gd name="T14" fmla="*/ 5048 w 5048"/>
                <a:gd name="T15" fmla="*/ 2336 h 2452"/>
                <a:gd name="T16" fmla="*/ 5048 w 5048"/>
                <a:gd name="T17" fmla="*/ 2336 h 2452"/>
                <a:gd name="T18" fmla="*/ 5048 w 5048"/>
                <a:gd name="T19" fmla="*/ 2336 h 2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048" h="2452">
                  <a:moveTo>
                    <a:pt x="5048" y="2336"/>
                  </a:moveTo>
                  <a:lnTo>
                    <a:pt x="5048" y="2452"/>
                  </a:lnTo>
                  <a:lnTo>
                    <a:pt x="0" y="2452"/>
                  </a:lnTo>
                  <a:lnTo>
                    <a:pt x="1096" y="0"/>
                  </a:lnTo>
                  <a:lnTo>
                    <a:pt x="4182" y="0"/>
                  </a:lnTo>
                  <a:lnTo>
                    <a:pt x="5048" y="2336"/>
                  </a:lnTo>
                  <a:lnTo>
                    <a:pt x="5048" y="2336"/>
                  </a:lnTo>
                  <a:lnTo>
                    <a:pt x="5048" y="2336"/>
                  </a:lnTo>
                  <a:lnTo>
                    <a:pt x="5048" y="2336"/>
                  </a:lnTo>
                  <a:lnTo>
                    <a:pt x="5048" y="2336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5" name="Freeform 2018">
              <a:extLst>
                <a:ext uri="{FF2B5EF4-FFF2-40B4-BE49-F238E27FC236}">
                  <a16:creationId xmlns:a16="http://schemas.microsoft.com/office/drawing/2014/main" id="{FFC6A90F-64EE-443F-948F-E2351524EC65}"/>
                </a:ext>
              </a:extLst>
            </p:cNvPr>
            <p:cNvSpPr>
              <a:spLocks/>
            </p:cNvSpPr>
            <p:nvPr/>
          </p:nvSpPr>
          <p:spPr bwMode="gray">
            <a:xfrm>
              <a:off x="6212375" y="5152762"/>
              <a:ext cx="29688" cy="368873"/>
            </a:xfrm>
            <a:custGeom>
              <a:avLst/>
              <a:gdLst>
                <a:gd name="T0" fmla="*/ 606 w 866"/>
                <a:gd name="T1" fmla="*/ 10760 h 10760"/>
                <a:gd name="T2" fmla="*/ 375 w 866"/>
                <a:gd name="T3" fmla="*/ 6779 h 10760"/>
                <a:gd name="T4" fmla="*/ 866 w 866"/>
                <a:gd name="T5" fmla="*/ 29 h 10760"/>
                <a:gd name="T6" fmla="*/ 491 w 866"/>
                <a:gd name="T7" fmla="*/ 0 h 10760"/>
                <a:gd name="T8" fmla="*/ 0 w 866"/>
                <a:gd name="T9" fmla="*/ 6779 h 10760"/>
                <a:gd name="T10" fmla="*/ 145 w 866"/>
                <a:gd name="T11" fmla="*/ 10760 h 10760"/>
                <a:gd name="T12" fmla="*/ 606 w 866"/>
                <a:gd name="T13" fmla="*/ 10760 h 10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66" h="10760">
                  <a:moveTo>
                    <a:pt x="606" y="10760"/>
                  </a:moveTo>
                  <a:lnTo>
                    <a:pt x="375" y="6779"/>
                  </a:lnTo>
                  <a:lnTo>
                    <a:pt x="866" y="29"/>
                  </a:lnTo>
                  <a:lnTo>
                    <a:pt x="491" y="0"/>
                  </a:lnTo>
                  <a:lnTo>
                    <a:pt x="0" y="6779"/>
                  </a:lnTo>
                  <a:lnTo>
                    <a:pt x="145" y="10760"/>
                  </a:lnTo>
                  <a:lnTo>
                    <a:pt x="606" y="1076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6" name="Freeform 2019">
              <a:extLst>
                <a:ext uri="{FF2B5EF4-FFF2-40B4-BE49-F238E27FC236}">
                  <a16:creationId xmlns:a16="http://schemas.microsoft.com/office/drawing/2014/main" id="{BBB83026-9A9E-4DAA-9B3F-4A15255D785D}"/>
                </a:ext>
              </a:extLst>
            </p:cNvPr>
            <p:cNvSpPr>
              <a:spLocks/>
            </p:cNvSpPr>
            <p:nvPr/>
          </p:nvSpPr>
          <p:spPr bwMode="gray">
            <a:xfrm>
              <a:off x="5838633" y="4920366"/>
              <a:ext cx="339150" cy="601269"/>
            </a:xfrm>
            <a:custGeom>
              <a:avLst/>
              <a:gdLst>
                <a:gd name="T0" fmla="*/ 4759 w 9893"/>
                <a:gd name="T1" fmla="*/ 13154 h 17539"/>
                <a:gd name="T2" fmla="*/ 4759 w 9893"/>
                <a:gd name="T3" fmla="*/ 13154 h 17539"/>
                <a:gd name="T4" fmla="*/ 4759 w 9893"/>
                <a:gd name="T5" fmla="*/ 17539 h 17539"/>
                <a:gd name="T6" fmla="*/ 5163 w 9893"/>
                <a:gd name="T7" fmla="*/ 17539 h 17539"/>
                <a:gd name="T8" fmla="*/ 5163 w 9893"/>
                <a:gd name="T9" fmla="*/ 13125 h 17539"/>
                <a:gd name="T10" fmla="*/ 5134 w 9893"/>
                <a:gd name="T11" fmla="*/ 13125 h 17539"/>
                <a:gd name="T12" fmla="*/ 7874 w 9893"/>
                <a:gd name="T13" fmla="*/ 6548 h 17539"/>
                <a:gd name="T14" fmla="*/ 9893 w 9893"/>
                <a:gd name="T15" fmla="*/ 1154 h 17539"/>
                <a:gd name="T16" fmla="*/ 9431 w 9893"/>
                <a:gd name="T17" fmla="*/ 461 h 17539"/>
                <a:gd name="T18" fmla="*/ 9864 w 9893"/>
                <a:gd name="T19" fmla="*/ 375 h 17539"/>
                <a:gd name="T20" fmla="*/ 9806 w 9893"/>
                <a:gd name="T21" fmla="*/ 0 h 17539"/>
                <a:gd name="T22" fmla="*/ 8797 w 9893"/>
                <a:gd name="T23" fmla="*/ 144 h 17539"/>
                <a:gd name="T24" fmla="*/ 9460 w 9893"/>
                <a:gd name="T25" fmla="*/ 1182 h 17539"/>
                <a:gd name="T26" fmla="*/ 7528 w 9893"/>
                <a:gd name="T27" fmla="*/ 6433 h 17539"/>
                <a:gd name="T28" fmla="*/ 4961 w 9893"/>
                <a:gd name="T29" fmla="*/ 12606 h 17539"/>
                <a:gd name="T30" fmla="*/ 461 w 9893"/>
                <a:gd name="T31" fmla="*/ 1182 h 17539"/>
                <a:gd name="T32" fmla="*/ 1096 w 9893"/>
                <a:gd name="T33" fmla="*/ 144 h 17539"/>
                <a:gd name="T34" fmla="*/ 86 w 9893"/>
                <a:gd name="T35" fmla="*/ 0 h 17539"/>
                <a:gd name="T36" fmla="*/ 29 w 9893"/>
                <a:gd name="T37" fmla="*/ 375 h 17539"/>
                <a:gd name="T38" fmla="*/ 461 w 9893"/>
                <a:gd name="T39" fmla="*/ 461 h 17539"/>
                <a:gd name="T40" fmla="*/ 0 w 9893"/>
                <a:gd name="T41" fmla="*/ 1154 h 17539"/>
                <a:gd name="T42" fmla="*/ 4759 w 9893"/>
                <a:gd name="T43" fmla="*/ 13154 h 175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893" h="17539">
                  <a:moveTo>
                    <a:pt x="4759" y="13154"/>
                  </a:moveTo>
                  <a:lnTo>
                    <a:pt x="4759" y="13154"/>
                  </a:lnTo>
                  <a:lnTo>
                    <a:pt x="4759" y="17539"/>
                  </a:lnTo>
                  <a:lnTo>
                    <a:pt x="5163" y="17539"/>
                  </a:lnTo>
                  <a:lnTo>
                    <a:pt x="5163" y="13125"/>
                  </a:lnTo>
                  <a:lnTo>
                    <a:pt x="5134" y="13125"/>
                  </a:lnTo>
                  <a:lnTo>
                    <a:pt x="7874" y="6548"/>
                  </a:lnTo>
                  <a:lnTo>
                    <a:pt x="9893" y="1154"/>
                  </a:lnTo>
                  <a:lnTo>
                    <a:pt x="9431" y="461"/>
                  </a:lnTo>
                  <a:lnTo>
                    <a:pt x="9864" y="375"/>
                  </a:lnTo>
                  <a:lnTo>
                    <a:pt x="9806" y="0"/>
                  </a:lnTo>
                  <a:lnTo>
                    <a:pt x="8797" y="144"/>
                  </a:lnTo>
                  <a:lnTo>
                    <a:pt x="9460" y="1182"/>
                  </a:lnTo>
                  <a:lnTo>
                    <a:pt x="7528" y="6433"/>
                  </a:lnTo>
                  <a:lnTo>
                    <a:pt x="4961" y="12606"/>
                  </a:lnTo>
                  <a:lnTo>
                    <a:pt x="461" y="1182"/>
                  </a:lnTo>
                  <a:lnTo>
                    <a:pt x="1096" y="144"/>
                  </a:lnTo>
                  <a:lnTo>
                    <a:pt x="86" y="0"/>
                  </a:lnTo>
                  <a:lnTo>
                    <a:pt x="29" y="375"/>
                  </a:lnTo>
                  <a:lnTo>
                    <a:pt x="461" y="461"/>
                  </a:lnTo>
                  <a:lnTo>
                    <a:pt x="0" y="1154"/>
                  </a:lnTo>
                  <a:lnTo>
                    <a:pt x="4759" y="13154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7" name="Freeform 2020">
              <a:extLst>
                <a:ext uri="{FF2B5EF4-FFF2-40B4-BE49-F238E27FC236}">
                  <a16:creationId xmlns:a16="http://schemas.microsoft.com/office/drawing/2014/main" id="{081CE925-ABEE-472A-8B9F-4BA774149DE9}"/>
                </a:ext>
              </a:extLst>
            </p:cNvPr>
            <p:cNvSpPr>
              <a:spLocks/>
            </p:cNvSpPr>
            <p:nvPr/>
          </p:nvSpPr>
          <p:spPr bwMode="gray">
            <a:xfrm>
              <a:off x="5775349" y="5152762"/>
              <a:ext cx="29654" cy="368873"/>
            </a:xfrm>
            <a:custGeom>
              <a:avLst/>
              <a:gdLst>
                <a:gd name="T0" fmla="*/ 231 w 865"/>
                <a:gd name="T1" fmla="*/ 10760 h 10760"/>
                <a:gd name="T2" fmla="*/ 634 w 865"/>
                <a:gd name="T3" fmla="*/ 10760 h 10760"/>
                <a:gd name="T4" fmla="*/ 865 w 865"/>
                <a:gd name="T5" fmla="*/ 6779 h 10760"/>
                <a:gd name="T6" fmla="*/ 865 w 865"/>
                <a:gd name="T7" fmla="*/ 6779 h 10760"/>
                <a:gd name="T8" fmla="*/ 375 w 865"/>
                <a:gd name="T9" fmla="*/ 0 h 10760"/>
                <a:gd name="T10" fmla="*/ 0 w 865"/>
                <a:gd name="T11" fmla="*/ 29 h 10760"/>
                <a:gd name="T12" fmla="*/ 461 w 865"/>
                <a:gd name="T13" fmla="*/ 6779 h 10760"/>
                <a:gd name="T14" fmla="*/ 231 w 865"/>
                <a:gd name="T15" fmla="*/ 10760 h 10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5" h="10760">
                  <a:moveTo>
                    <a:pt x="231" y="10760"/>
                  </a:moveTo>
                  <a:lnTo>
                    <a:pt x="634" y="10760"/>
                  </a:lnTo>
                  <a:lnTo>
                    <a:pt x="865" y="6779"/>
                  </a:lnTo>
                  <a:lnTo>
                    <a:pt x="865" y="6779"/>
                  </a:lnTo>
                  <a:lnTo>
                    <a:pt x="375" y="0"/>
                  </a:lnTo>
                  <a:lnTo>
                    <a:pt x="0" y="29"/>
                  </a:lnTo>
                  <a:lnTo>
                    <a:pt x="461" y="6779"/>
                  </a:lnTo>
                  <a:lnTo>
                    <a:pt x="231" y="1076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8" name="Freeform 2021">
              <a:extLst>
                <a:ext uri="{FF2B5EF4-FFF2-40B4-BE49-F238E27FC236}">
                  <a16:creationId xmlns:a16="http://schemas.microsoft.com/office/drawing/2014/main" id="{1F130027-1652-461D-BC07-76204DAEBB31}"/>
                </a:ext>
              </a:extLst>
            </p:cNvPr>
            <p:cNvSpPr>
              <a:spLocks/>
            </p:cNvSpPr>
            <p:nvPr/>
          </p:nvSpPr>
          <p:spPr bwMode="gray">
            <a:xfrm>
              <a:off x="5777338" y="5340661"/>
              <a:ext cx="464725" cy="140419"/>
            </a:xfrm>
            <a:custGeom>
              <a:avLst/>
              <a:gdLst>
                <a:gd name="T0" fmla="*/ 13354 w 13556"/>
                <a:gd name="T1" fmla="*/ 0 h 4096"/>
                <a:gd name="T2" fmla="*/ 9922 w 13556"/>
                <a:gd name="T3" fmla="*/ 2538 h 4096"/>
                <a:gd name="T4" fmla="*/ 3691 w 13556"/>
                <a:gd name="T5" fmla="*/ 2538 h 4096"/>
                <a:gd name="T6" fmla="*/ 173 w 13556"/>
                <a:gd name="T7" fmla="*/ 0 h 4096"/>
                <a:gd name="T8" fmla="*/ 144 w 13556"/>
                <a:gd name="T9" fmla="*/ 606 h 4096"/>
                <a:gd name="T10" fmla="*/ 86 w 13556"/>
                <a:gd name="T11" fmla="*/ 1356 h 4096"/>
                <a:gd name="T12" fmla="*/ 0 w 13556"/>
                <a:gd name="T13" fmla="*/ 4096 h 4096"/>
                <a:gd name="T14" fmla="*/ 13556 w 13556"/>
                <a:gd name="T15" fmla="*/ 4067 h 4096"/>
                <a:gd name="T16" fmla="*/ 13412 w 13556"/>
                <a:gd name="T17" fmla="*/ 1327 h 4096"/>
                <a:gd name="T18" fmla="*/ 13354 w 13556"/>
                <a:gd name="T19" fmla="*/ 0 h 40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556" h="4096">
                  <a:moveTo>
                    <a:pt x="13354" y="0"/>
                  </a:moveTo>
                  <a:lnTo>
                    <a:pt x="9922" y="2538"/>
                  </a:lnTo>
                  <a:lnTo>
                    <a:pt x="3691" y="2538"/>
                  </a:lnTo>
                  <a:lnTo>
                    <a:pt x="173" y="0"/>
                  </a:lnTo>
                  <a:lnTo>
                    <a:pt x="144" y="606"/>
                  </a:lnTo>
                  <a:lnTo>
                    <a:pt x="86" y="1356"/>
                  </a:lnTo>
                  <a:lnTo>
                    <a:pt x="0" y="4096"/>
                  </a:lnTo>
                  <a:lnTo>
                    <a:pt x="13556" y="4067"/>
                  </a:lnTo>
                  <a:lnTo>
                    <a:pt x="13412" y="1327"/>
                  </a:lnTo>
                  <a:lnTo>
                    <a:pt x="13354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9" name="Freeform 2022">
              <a:extLst>
                <a:ext uri="{FF2B5EF4-FFF2-40B4-BE49-F238E27FC236}">
                  <a16:creationId xmlns:a16="http://schemas.microsoft.com/office/drawing/2014/main" id="{4A2FCBEA-828A-4803-BBE8-7F0D6F3EE2BB}"/>
                </a:ext>
              </a:extLst>
            </p:cNvPr>
            <p:cNvSpPr>
              <a:spLocks/>
            </p:cNvSpPr>
            <p:nvPr/>
          </p:nvSpPr>
          <p:spPr bwMode="gray">
            <a:xfrm>
              <a:off x="6032428" y="5420743"/>
              <a:ext cx="138430" cy="60336"/>
            </a:xfrm>
            <a:custGeom>
              <a:avLst/>
              <a:gdLst>
                <a:gd name="T0" fmla="*/ 4038 w 4038"/>
                <a:gd name="T1" fmla="*/ 1760 h 1760"/>
                <a:gd name="T2" fmla="*/ 0 w 4038"/>
                <a:gd name="T3" fmla="*/ 1760 h 1760"/>
                <a:gd name="T4" fmla="*/ 0 w 4038"/>
                <a:gd name="T5" fmla="*/ 1674 h 1760"/>
                <a:gd name="T6" fmla="*/ 692 w 4038"/>
                <a:gd name="T7" fmla="*/ 0 h 1760"/>
                <a:gd name="T8" fmla="*/ 3144 w 4038"/>
                <a:gd name="T9" fmla="*/ 0 h 1760"/>
                <a:gd name="T10" fmla="*/ 4038 w 4038"/>
                <a:gd name="T11" fmla="*/ 1760 h 1760"/>
                <a:gd name="T12" fmla="*/ 4038 w 4038"/>
                <a:gd name="T13" fmla="*/ 1760 h 1760"/>
                <a:gd name="T14" fmla="*/ 4038 w 4038"/>
                <a:gd name="T15" fmla="*/ 1760 h 1760"/>
                <a:gd name="T16" fmla="*/ 4038 w 4038"/>
                <a:gd name="T17" fmla="*/ 1760 h 1760"/>
                <a:gd name="T18" fmla="*/ 4038 w 4038"/>
                <a:gd name="T19" fmla="*/ 1760 h 1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038" h="1760">
                  <a:moveTo>
                    <a:pt x="4038" y="1760"/>
                  </a:moveTo>
                  <a:lnTo>
                    <a:pt x="0" y="1760"/>
                  </a:lnTo>
                  <a:lnTo>
                    <a:pt x="0" y="1674"/>
                  </a:lnTo>
                  <a:lnTo>
                    <a:pt x="692" y="0"/>
                  </a:lnTo>
                  <a:lnTo>
                    <a:pt x="3144" y="0"/>
                  </a:lnTo>
                  <a:lnTo>
                    <a:pt x="4038" y="1760"/>
                  </a:lnTo>
                  <a:lnTo>
                    <a:pt x="4038" y="1760"/>
                  </a:lnTo>
                  <a:lnTo>
                    <a:pt x="4038" y="1760"/>
                  </a:lnTo>
                  <a:lnTo>
                    <a:pt x="4038" y="1760"/>
                  </a:lnTo>
                  <a:lnTo>
                    <a:pt x="4038" y="1760"/>
                  </a:lnTo>
                  <a:close/>
                </a:path>
              </a:pathLst>
            </a:custGeom>
            <a:solidFill>
              <a:srgbClr val="D7D7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0" name="Freeform 2024">
              <a:extLst>
                <a:ext uri="{FF2B5EF4-FFF2-40B4-BE49-F238E27FC236}">
                  <a16:creationId xmlns:a16="http://schemas.microsoft.com/office/drawing/2014/main" id="{53442A0A-BC6A-445B-B7D7-4B2B3EDB9314}"/>
                </a:ext>
              </a:extLst>
            </p:cNvPr>
            <p:cNvSpPr>
              <a:spLocks/>
            </p:cNvSpPr>
            <p:nvPr/>
          </p:nvSpPr>
          <p:spPr bwMode="gray">
            <a:xfrm>
              <a:off x="5844564" y="5420743"/>
              <a:ext cx="139425" cy="60336"/>
            </a:xfrm>
            <a:custGeom>
              <a:avLst/>
              <a:gdLst>
                <a:gd name="T0" fmla="*/ 4067 w 4067"/>
                <a:gd name="T1" fmla="*/ 1674 h 1760"/>
                <a:gd name="T2" fmla="*/ 4067 w 4067"/>
                <a:gd name="T3" fmla="*/ 1760 h 1760"/>
                <a:gd name="T4" fmla="*/ 0 w 4067"/>
                <a:gd name="T5" fmla="*/ 1760 h 1760"/>
                <a:gd name="T6" fmla="*/ 894 w 4067"/>
                <a:gd name="T7" fmla="*/ 0 h 1760"/>
                <a:gd name="T8" fmla="*/ 3346 w 4067"/>
                <a:gd name="T9" fmla="*/ 0 h 1760"/>
                <a:gd name="T10" fmla="*/ 4067 w 4067"/>
                <a:gd name="T11" fmla="*/ 1674 h 1760"/>
                <a:gd name="T12" fmla="*/ 4067 w 4067"/>
                <a:gd name="T13" fmla="*/ 1674 h 1760"/>
                <a:gd name="T14" fmla="*/ 4067 w 4067"/>
                <a:gd name="T15" fmla="*/ 1674 h 1760"/>
                <a:gd name="T16" fmla="*/ 4067 w 4067"/>
                <a:gd name="T17" fmla="*/ 1674 h 1760"/>
                <a:gd name="T18" fmla="*/ 4067 w 4067"/>
                <a:gd name="T19" fmla="*/ 1674 h 1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067" h="1760">
                  <a:moveTo>
                    <a:pt x="4067" y="1674"/>
                  </a:moveTo>
                  <a:lnTo>
                    <a:pt x="4067" y="1760"/>
                  </a:lnTo>
                  <a:lnTo>
                    <a:pt x="0" y="1760"/>
                  </a:lnTo>
                  <a:lnTo>
                    <a:pt x="894" y="0"/>
                  </a:lnTo>
                  <a:lnTo>
                    <a:pt x="3346" y="0"/>
                  </a:lnTo>
                  <a:lnTo>
                    <a:pt x="4067" y="1674"/>
                  </a:lnTo>
                  <a:lnTo>
                    <a:pt x="4067" y="1674"/>
                  </a:lnTo>
                  <a:lnTo>
                    <a:pt x="4067" y="1674"/>
                  </a:lnTo>
                  <a:lnTo>
                    <a:pt x="4067" y="1674"/>
                  </a:lnTo>
                  <a:lnTo>
                    <a:pt x="4067" y="1674"/>
                  </a:lnTo>
                  <a:close/>
                </a:path>
              </a:pathLst>
            </a:custGeom>
            <a:solidFill>
              <a:srgbClr val="D7D7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1" name="Rectangle 2025">
              <a:extLst>
                <a:ext uri="{FF2B5EF4-FFF2-40B4-BE49-F238E27FC236}">
                  <a16:creationId xmlns:a16="http://schemas.microsoft.com/office/drawing/2014/main" id="{2F5C423B-C4C6-4045-ACC0-80CF949D20A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6002775" y="5427669"/>
              <a:ext cx="12856" cy="52417"/>
            </a:xfrm>
            <a:prstGeom prst="rect">
              <a:avLst/>
            </a:pr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2" name="Freeform 2026">
              <a:extLst>
                <a:ext uri="{FF2B5EF4-FFF2-40B4-BE49-F238E27FC236}">
                  <a16:creationId xmlns:a16="http://schemas.microsoft.com/office/drawing/2014/main" id="{896075A1-C2CE-4A09-BE72-119A086C735B}"/>
                </a:ext>
              </a:extLst>
            </p:cNvPr>
            <p:cNvSpPr>
              <a:spLocks/>
            </p:cNvSpPr>
            <p:nvPr/>
          </p:nvSpPr>
          <p:spPr bwMode="gray">
            <a:xfrm>
              <a:off x="5704145" y="5446488"/>
              <a:ext cx="607131" cy="48441"/>
            </a:xfrm>
            <a:custGeom>
              <a:avLst/>
              <a:gdLst>
                <a:gd name="T0" fmla="*/ 614 w 614"/>
                <a:gd name="T1" fmla="*/ 49 h 49"/>
                <a:gd name="T2" fmla="*/ 0 w 614"/>
                <a:gd name="T3" fmla="*/ 49 h 49"/>
                <a:gd name="T4" fmla="*/ 0 w 614"/>
                <a:gd name="T5" fmla="*/ 45 h 49"/>
                <a:gd name="T6" fmla="*/ 45 w 614"/>
                <a:gd name="T7" fmla="*/ 0 h 49"/>
                <a:gd name="T8" fmla="*/ 569 w 614"/>
                <a:gd name="T9" fmla="*/ 0 h 49"/>
                <a:gd name="T10" fmla="*/ 614 w 614"/>
                <a:gd name="T11" fmla="*/ 45 h 49"/>
                <a:gd name="T12" fmla="*/ 614 w 614"/>
                <a:gd name="T13" fmla="*/ 4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4" h="49">
                  <a:moveTo>
                    <a:pt x="614" y="49"/>
                  </a:moveTo>
                  <a:cubicBezTo>
                    <a:pt x="0" y="49"/>
                    <a:pt x="0" y="49"/>
                    <a:pt x="0" y="49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17" y="27"/>
                    <a:pt x="27" y="17"/>
                    <a:pt x="45" y="0"/>
                  </a:cubicBezTo>
                  <a:cubicBezTo>
                    <a:pt x="569" y="0"/>
                    <a:pt x="569" y="0"/>
                    <a:pt x="569" y="0"/>
                  </a:cubicBezTo>
                  <a:cubicBezTo>
                    <a:pt x="587" y="17"/>
                    <a:pt x="596" y="27"/>
                    <a:pt x="614" y="45"/>
                  </a:cubicBezTo>
                  <a:lnTo>
                    <a:pt x="614" y="49"/>
                  </a:lnTo>
                  <a:close/>
                </a:path>
              </a:pathLst>
            </a:custGeom>
            <a:solidFill>
              <a:srgbClr val="555F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3" name="Freeform 2027">
              <a:extLst>
                <a:ext uri="{FF2B5EF4-FFF2-40B4-BE49-F238E27FC236}">
                  <a16:creationId xmlns:a16="http://schemas.microsoft.com/office/drawing/2014/main" id="{D711A0A4-6B81-4E28-87A1-E02F37AAF539}"/>
                </a:ext>
              </a:extLst>
            </p:cNvPr>
            <p:cNvSpPr>
              <a:spLocks/>
            </p:cNvSpPr>
            <p:nvPr/>
          </p:nvSpPr>
          <p:spPr bwMode="gray">
            <a:xfrm>
              <a:off x="5738771" y="5087490"/>
              <a:ext cx="537882" cy="382722"/>
            </a:xfrm>
            <a:custGeom>
              <a:avLst/>
              <a:gdLst>
                <a:gd name="T0" fmla="*/ 521 w 544"/>
                <a:gd name="T1" fmla="*/ 387 h 387"/>
                <a:gd name="T2" fmla="*/ 23 w 544"/>
                <a:gd name="T3" fmla="*/ 387 h 387"/>
                <a:gd name="T4" fmla="*/ 0 w 544"/>
                <a:gd name="T5" fmla="*/ 364 h 387"/>
                <a:gd name="T6" fmla="*/ 0 w 544"/>
                <a:gd name="T7" fmla="*/ 24 h 387"/>
                <a:gd name="T8" fmla="*/ 23 w 544"/>
                <a:gd name="T9" fmla="*/ 0 h 387"/>
                <a:gd name="T10" fmla="*/ 521 w 544"/>
                <a:gd name="T11" fmla="*/ 0 h 387"/>
                <a:gd name="T12" fmla="*/ 544 w 544"/>
                <a:gd name="T13" fmla="*/ 24 h 387"/>
                <a:gd name="T14" fmla="*/ 544 w 544"/>
                <a:gd name="T15" fmla="*/ 364 h 387"/>
                <a:gd name="T16" fmla="*/ 521 w 544"/>
                <a:gd name="T17" fmla="*/ 387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4" h="387">
                  <a:moveTo>
                    <a:pt x="521" y="387"/>
                  </a:moveTo>
                  <a:cubicBezTo>
                    <a:pt x="23" y="387"/>
                    <a:pt x="23" y="387"/>
                    <a:pt x="23" y="387"/>
                  </a:cubicBezTo>
                  <a:cubicBezTo>
                    <a:pt x="10" y="387"/>
                    <a:pt x="0" y="377"/>
                    <a:pt x="0" y="36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11"/>
                    <a:pt x="10" y="0"/>
                    <a:pt x="23" y="0"/>
                  </a:cubicBezTo>
                  <a:cubicBezTo>
                    <a:pt x="521" y="0"/>
                    <a:pt x="521" y="0"/>
                    <a:pt x="521" y="0"/>
                  </a:cubicBezTo>
                  <a:cubicBezTo>
                    <a:pt x="534" y="0"/>
                    <a:pt x="544" y="11"/>
                    <a:pt x="544" y="24"/>
                  </a:cubicBezTo>
                  <a:cubicBezTo>
                    <a:pt x="544" y="364"/>
                    <a:pt x="544" y="364"/>
                    <a:pt x="544" y="364"/>
                  </a:cubicBezTo>
                  <a:cubicBezTo>
                    <a:pt x="544" y="377"/>
                    <a:pt x="534" y="387"/>
                    <a:pt x="521" y="387"/>
                  </a:cubicBezTo>
                  <a:close/>
                </a:path>
              </a:pathLst>
            </a:custGeom>
            <a:solidFill>
              <a:srgbClr val="7887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4" name="Oval 2028">
              <a:extLst>
                <a:ext uri="{FF2B5EF4-FFF2-40B4-BE49-F238E27FC236}">
                  <a16:creationId xmlns:a16="http://schemas.microsoft.com/office/drawing/2014/main" id="{CB88D317-E65A-49A3-BFAF-B07F8CBCD01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957283" y="5198255"/>
              <a:ext cx="104800" cy="104833"/>
            </a:xfrm>
            <a:prstGeom prst="ellipse">
              <a:avLst/>
            </a:prstGeom>
            <a:solidFill>
              <a:srgbClr val="879B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5" name="Freeform 2029">
              <a:extLst>
                <a:ext uri="{FF2B5EF4-FFF2-40B4-BE49-F238E27FC236}">
                  <a16:creationId xmlns:a16="http://schemas.microsoft.com/office/drawing/2014/main" id="{B2BF1672-D015-43CC-A60F-D4DDDA5C5940}"/>
                </a:ext>
              </a:extLst>
            </p:cNvPr>
            <p:cNvSpPr>
              <a:spLocks/>
            </p:cNvSpPr>
            <p:nvPr/>
          </p:nvSpPr>
          <p:spPr bwMode="gray">
            <a:xfrm>
              <a:off x="6557489" y="5774807"/>
              <a:ext cx="534933" cy="55365"/>
            </a:xfrm>
            <a:custGeom>
              <a:avLst/>
              <a:gdLst>
                <a:gd name="T0" fmla="*/ 486 w 541"/>
                <a:gd name="T1" fmla="*/ 0 h 56"/>
                <a:gd name="T2" fmla="*/ 56 w 541"/>
                <a:gd name="T3" fmla="*/ 0 h 56"/>
                <a:gd name="T4" fmla="*/ 0 w 541"/>
                <a:gd name="T5" fmla="*/ 56 h 56"/>
                <a:gd name="T6" fmla="*/ 541 w 541"/>
                <a:gd name="T7" fmla="*/ 56 h 56"/>
                <a:gd name="T8" fmla="*/ 486 w 541"/>
                <a:gd name="T9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1" h="56">
                  <a:moveTo>
                    <a:pt x="486" y="0"/>
                  </a:moveTo>
                  <a:cubicBezTo>
                    <a:pt x="56" y="0"/>
                    <a:pt x="56" y="0"/>
                    <a:pt x="56" y="0"/>
                  </a:cubicBezTo>
                  <a:cubicBezTo>
                    <a:pt x="25" y="0"/>
                    <a:pt x="0" y="25"/>
                    <a:pt x="0" y="56"/>
                  </a:cubicBezTo>
                  <a:cubicBezTo>
                    <a:pt x="541" y="56"/>
                    <a:pt x="541" y="56"/>
                    <a:pt x="541" y="56"/>
                  </a:cubicBezTo>
                  <a:cubicBezTo>
                    <a:pt x="541" y="25"/>
                    <a:pt x="516" y="0"/>
                    <a:pt x="486" y="0"/>
                  </a:cubicBezTo>
                  <a:close/>
                </a:path>
              </a:pathLst>
            </a:custGeom>
            <a:solidFill>
              <a:srgbClr val="6978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6" name="Freeform 2030">
              <a:extLst>
                <a:ext uri="{FF2B5EF4-FFF2-40B4-BE49-F238E27FC236}">
                  <a16:creationId xmlns:a16="http://schemas.microsoft.com/office/drawing/2014/main" id="{3624AF13-7A67-4CA4-BA08-0086A73A0696}"/>
                </a:ext>
              </a:extLst>
            </p:cNvPr>
            <p:cNvSpPr>
              <a:spLocks/>
            </p:cNvSpPr>
            <p:nvPr/>
          </p:nvSpPr>
          <p:spPr bwMode="gray">
            <a:xfrm>
              <a:off x="6557489" y="5830171"/>
              <a:ext cx="534933" cy="37573"/>
            </a:xfrm>
            <a:custGeom>
              <a:avLst/>
              <a:gdLst>
                <a:gd name="T0" fmla="*/ 0 w 15604"/>
                <a:gd name="T1" fmla="*/ 0 h 1096"/>
                <a:gd name="T2" fmla="*/ 15604 w 15604"/>
                <a:gd name="T3" fmla="*/ 0 h 1096"/>
                <a:gd name="T4" fmla="*/ 15604 w 15604"/>
                <a:gd name="T5" fmla="*/ 1096 h 1096"/>
                <a:gd name="T6" fmla="*/ 0 w 15604"/>
                <a:gd name="T7" fmla="*/ 1096 h 1096"/>
                <a:gd name="T8" fmla="*/ 0 w 15604"/>
                <a:gd name="T9" fmla="*/ 0 h 1096"/>
                <a:gd name="T10" fmla="*/ 0 w 15604"/>
                <a:gd name="T11" fmla="*/ 0 h 10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604" h="1096">
                  <a:moveTo>
                    <a:pt x="0" y="0"/>
                  </a:moveTo>
                  <a:lnTo>
                    <a:pt x="15604" y="0"/>
                  </a:lnTo>
                  <a:lnTo>
                    <a:pt x="15604" y="1096"/>
                  </a:lnTo>
                  <a:lnTo>
                    <a:pt x="0" y="109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7" name="Freeform 2031">
              <a:extLst>
                <a:ext uri="{FF2B5EF4-FFF2-40B4-BE49-F238E27FC236}">
                  <a16:creationId xmlns:a16="http://schemas.microsoft.com/office/drawing/2014/main" id="{99F84051-9599-4828-BAB4-9AAD20F8803B}"/>
                </a:ext>
              </a:extLst>
            </p:cNvPr>
            <p:cNvSpPr>
              <a:spLocks/>
            </p:cNvSpPr>
            <p:nvPr/>
          </p:nvSpPr>
          <p:spPr bwMode="gray">
            <a:xfrm>
              <a:off x="6573292" y="6115979"/>
              <a:ext cx="504285" cy="22763"/>
            </a:xfrm>
            <a:custGeom>
              <a:avLst/>
              <a:gdLst>
                <a:gd name="T0" fmla="*/ 0 w 14710"/>
                <a:gd name="T1" fmla="*/ 0 h 664"/>
                <a:gd name="T2" fmla="*/ 14710 w 14710"/>
                <a:gd name="T3" fmla="*/ 0 h 664"/>
                <a:gd name="T4" fmla="*/ 14710 w 14710"/>
                <a:gd name="T5" fmla="*/ 664 h 664"/>
                <a:gd name="T6" fmla="*/ 0 w 14710"/>
                <a:gd name="T7" fmla="*/ 664 h 664"/>
                <a:gd name="T8" fmla="*/ 0 w 14710"/>
                <a:gd name="T9" fmla="*/ 0 h 664"/>
                <a:gd name="T10" fmla="*/ 0 w 14710"/>
                <a:gd name="T11" fmla="*/ 0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710" h="664">
                  <a:moveTo>
                    <a:pt x="0" y="0"/>
                  </a:moveTo>
                  <a:lnTo>
                    <a:pt x="14710" y="0"/>
                  </a:lnTo>
                  <a:lnTo>
                    <a:pt x="14710" y="664"/>
                  </a:lnTo>
                  <a:lnTo>
                    <a:pt x="0" y="66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8" name="Freeform 2032">
              <a:extLst>
                <a:ext uri="{FF2B5EF4-FFF2-40B4-BE49-F238E27FC236}">
                  <a16:creationId xmlns:a16="http://schemas.microsoft.com/office/drawing/2014/main" id="{70EF6605-EEB2-4079-9D86-5BABC786BE99}"/>
                </a:ext>
              </a:extLst>
            </p:cNvPr>
            <p:cNvSpPr>
              <a:spLocks/>
            </p:cNvSpPr>
            <p:nvPr/>
          </p:nvSpPr>
          <p:spPr bwMode="gray">
            <a:xfrm>
              <a:off x="6557489" y="5455367"/>
              <a:ext cx="32602" cy="884129"/>
            </a:xfrm>
            <a:custGeom>
              <a:avLst/>
              <a:gdLst>
                <a:gd name="T0" fmla="*/ 0 w 951"/>
                <a:gd name="T1" fmla="*/ 0 h 25790"/>
                <a:gd name="T2" fmla="*/ 951 w 951"/>
                <a:gd name="T3" fmla="*/ 0 h 25790"/>
                <a:gd name="T4" fmla="*/ 951 w 951"/>
                <a:gd name="T5" fmla="*/ 25790 h 25790"/>
                <a:gd name="T6" fmla="*/ 0 w 951"/>
                <a:gd name="T7" fmla="*/ 25790 h 25790"/>
                <a:gd name="T8" fmla="*/ 0 w 951"/>
                <a:gd name="T9" fmla="*/ 0 h 25790"/>
                <a:gd name="T10" fmla="*/ 0 w 951"/>
                <a:gd name="T11" fmla="*/ 0 h 25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51" h="25790">
                  <a:moveTo>
                    <a:pt x="0" y="0"/>
                  </a:moveTo>
                  <a:lnTo>
                    <a:pt x="951" y="0"/>
                  </a:lnTo>
                  <a:lnTo>
                    <a:pt x="951" y="25790"/>
                  </a:lnTo>
                  <a:lnTo>
                    <a:pt x="0" y="257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9" name="Freeform 2033">
              <a:extLst>
                <a:ext uri="{FF2B5EF4-FFF2-40B4-BE49-F238E27FC236}">
                  <a16:creationId xmlns:a16="http://schemas.microsoft.com/office/drawing/2014/main" id="{96E81AB1-1E20-4E05-BB69-D000ABB3AEC9}"/>
                </a:ext>
              </a:extLst>
            </p:cNvPr>
            <p:cNvSpPr>
              <a:spLocks/>
            </p:cNvSpPr>
            <p:nvPr/>
          </p:nvSpPr>
          <p:spPr bwMode="gray">
            <a:xfrm>
              <a:off x="7060780" y="5455367"/>
              <a:ext cx="31642" cy="884129"/>
            </a:xfrm>
            <a:custGeom>
              <a:avLst/>
              <a:gdLst>
                <a:gd name="T0" fmla="*/ 0 w 923"/>
                <a:gd name="T1" fmla="*/ 0 h 25790"/>
                <a:gd name="T2" fmla="*/ 923 w 923"/>
                <a:gd name="T3" fmla="*/ 0 h 25790"/>
                <a:gd name="T4" fmla="*/ 923 w 923"/>
                <a:gd name="T5" fmla="*/ 25790 h 25790"/>
                <a:gd name="T6" fmla="*/ 0 w 923"/>
                <a:gd name="T7" fmla="*/ 25790 h 25790"/>
                <a:gd name="T8" fmla="*/ 0 w 923"/>
                <a:gd name="T9" fmla="*/ 0 h 25790"/>
                <a:gd name="T10" fmla="*/ 0 w 923"/>
                <a:gd name="T11" fmla="*/ 0 h 25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3" h="25790">
                  <a:moveTo>
                    <a:pt x="0" y="0"/>
                  </a:moveTo>
                  <a:lnTo>
                    <a:pt x="923" y="0"/>
                  </a:lnTo>
                  <a:lnTo>
                    <a:pt x="923" y="25790"/>
                  </a:lnTo>
                  <a:lnTo>
                    <a:pt x="0" y="257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0" name="Freeform 2034">
              <a:extLst>
                <a:ext uri="{FF2B5EF4-FFF2-40B4-BE49-F238E27FC236}">
                  <a16:creationId xmlns:a16="http://schemas.microsoft.com/office/drawing/2014/main" id="{C40FC22B-80C2-4E31-81A4-63EEB4660227}"/>
                </a:ext>
              </a:extLst>
            </p:cNvPr>
            <p:cNvSpPr>
              <a:spLocks/>
            </p:cNvSpPr>
            <p:nvPr/>
          </p:nvSpPr>
          <p:spPr bwMode="gray">
            <a:xfrm>
              <a:off x="6557489" y="5246696"/>
              <a:ext cx="534933" cy="208673"/>
            </a:xfrm>
            <a:custGeom>
              <a:avLst/>
              <a:gdLst>
                <a:gd name="T0" fmla="*/ 405 w 541"/>
                <a:gd name="T1" fmla="*/ 0 h 211"/>
                <a:gd name="T2" fmla="*/ 137 w 541"/>
                <a:gd name="T3" fmla="*/ 0 h 211"/>
                <a:gd name="T4" fmla="*/ 0 w 541"/>
                <a:gd name="T5" fmla="*/ 119 h 211"/>
                <a:gd name="T6" fmla="*/ 0 w 541"/>
                <a:gd name="T7" fmla="*/ 211 h 211"/>
                <a:gd name="T8" fmla="*/ 541 w 541"/>
                <a:gd name="T9" fmla="*/ 211 h 211"/>
                <a:gd name="T10" fmla="*/ 541 w 541"/>
                <a:gd name="T11" fmla="*/ 119 h 211"/>
                <a:gd name="T12" fmla="*/ 405 w 541"/>
                <a:gd name="T13" fmla="*/ 0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1" h="211">
                  <a:moveTo>
                    <a:pt x="405" y="0"/>
                  </a:moveTo>
                  <a:cubicBezTo>
                    <a:pt x="137" y="0"/>
                    <a:pt x="137" y="0"/>
                    <a:pt x="137" y="0"/>
                  </a:cubicBezTo>
                  <a:cubicBezTo>
                    <a:pt x="61" y="0"/>
                    <a:pt x="0" y="53"/>
                    <a:pt x="0" y="119"/>
                  </a:cubicBezTo>
                  <a:cubicBezTo>
                    <a:pt x="0" y="211"/>
                    <a:pt x="0" y="211"/>
                    <a:pt x="0" y="211"/>
                  </a:cubicBezTo>
                  <a:cubicBezTo>
                    <a:pt x="541" y="211"/>
                    <a:pt x="541" y="211"/>
                    <a:pt x="541" y="211"/>
                  </a:cubicBezTo>
                  <a:cubicBezTo>
                    <a:pt x="541" y="119"/>
                    <a:pt x="541" y="119"/>
                    <a:pt x="541" y="119"/>
                  </a:cubicBezTo>
                  <a:cubicBezTo>
                    <a:pt x="541" y="53"/>
                    <a:pt x="480" y="0"/>
                    <a:pt x="405" y="0"/>
                  </a:cubicBez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1" name="Freeform 2035">
              <a:extLst>
                <a:ext uri="{FF2B5EF4-FFF2-40B4-BE49-F238E27FC236}">
                  <a16:creationId xmlns:a16="http://schemas.microsoft.com/office/drawing/2014/main" id="{F016599F-C042-46D7-AF23-E03EBE45AC26}"/>
                </a:ext>
              </a:extLst>
            </p:cNvPr>
            <p:cNvSpPr>
              <a:spLocks/>
            </p:cNvSpPr>
            <p:nvPr/>
          </p:nvSpPr>
          <p:spPr bwMode="gray">
            <a:xfrm>
              <a:off x="6512992" y="5161641"/>
              <a:ext cx="124580" cy="330305"/>
            </a:xfrm>
            <a:custGeom>
              <a:avLst/>
              <a:gdLst>
                <a:gd name="T0" fmla="*/ 403 w 3634"/>
                <a:gd name="T1" fmla="*/ 6030 h 9635"/>
                <a:gd name="T2" fmla="*/ 0 w 3634"/>
                <a:gd name="T3" fmla="*/ 0 h 9635"/>
                <a:gd name="T4" fmla="*/ 3115 w 3634"/>
                <a:gd name="T5" fmla="*/ 0 h 9635"/>
                <a:gd name="T6" fmla="*/ 2971 w 3634"/>
                <a:gd name="T7" fmla="*/ 4818 h 9635"/>
                <a:gd name="T8" fmla="*/ 3634 w 3634"/>
                <a:gd name="T9" fmla="*/ 7212 h 9635"/>
                <a:gd name="T10" fmla="*/ 2884 w 3634"/>
                <a:gd name="T11" fmla="*/ 9635 h 9635"/>
                <a:gd name="T12" fmla="*/ 1673 w 3634"/>
                <a:gd name="T13" fmla="*/ 8453 h 9635"/>
                <a:gd name="T14" fmla="*/ 403 w 3634"/>
                <a:gd name="T15" fmla="*/ 6030 h 96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34" h="9635">
                  <a:moveTo>
                    <a:pt x="403" y="6030"/>
                  </a:moveTo>
                  <a:lnTo>
                    <a:pt x="0" y="0"/>
                  </a:lnTo>
                  <a:lnTo>
                    <a:pt x="3115" y="0"/>
                  </a:lnTo>
                  <a:lnTo>
                    <a:pt x="2971" y="4818"/>
                  </a:lnTo>
                  <a:lnTo>
                    <a:pt x="3634" y="7212"/>
                  </a:lnTo>
                  <a:lnTo>
                    <a:pt x="2884" y="9635"/>
                  </a:lnTo>
                  <a:lnTo>
                    <a:pt x="1673" y="8453"/>
                  </a:lnTo>
                  <a:lnTo>
                    <a:pt x="403" y="6030"/>
                  </a:ln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2" name="Freeform 2036">
              <a:extLst>
                <a:ext uri="{FF2B5EF4-FFF2-40B4-BE49-F238E27FC236}">
                  <a16:creationId xmlns:a16="http://schemas.microsoft.com/office/drawing/2014/main" id="{AC695C71-21FC-45D4-910C-2C8B75E32653}"/>
                </a:ext>
              </a:extLst>
            </p:cNvPr>
            <p:cNvSpPr>
              <a:spLocks/>
            </p:cNvSpPr>
            <p:nvPr/>
          </p:nvSpPr>
          <p:spPr bwMode="gray">
            <a:xfrm>
              <a:off x="7024167" y="5161641"/>
              <a:ext cx="118684" cy="330305"/>
            </a:xfrm>
            <a:custGeom>
              <a:avLst/>
              <a:gdLst>
                <a:gd name="T0" fmla="*/ 3289 w 3462"/>
                <a:gd name="T1" fmla="*/ 6030 h 9635"/>
                <a:gd name="T2" fmla="*/ 3462 w 3462"/>
                <a:gd name="T3" fmla="*/ 0 h 9635"/>
                <a:gd name="T4" fmla="*/ 231 w 3462"/>
                <a:gd name="T5" fmla="*/ 0 h 9635"/>
                <a:gd name="T6" fmla="*/ 779 w 3462"/>
                <a:gd name="T7" fmla="*/ 4818 h 9635"/>
                <a:gd name="T8" fmla="*/ 0 w 3462"/>
                <a:gd name="T9" fmla="*/ 7385 h 9635"/>
                <a:gd name="T10" fmla="*/ 520 w 3462"/>
                <a:gd name="T11" fmla="*/ 9635 h 9635"/>
                <a:gd name="T12" fmla="*/ 2048 w 3462"/>
                <a:gd name="T13" fmla="*/ 8453 h 9635"/>
                <a:gd name="T14" fmla="*/ 3289 w 3462"/>
                <a:gd name="T15" fmla="*/ 6030 h 96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462" h="9635">
                  <a:moveTo>
                    <a:pt x="3289" y="6030"/>
                  </a:moveTo>
                  <a:lnTo>
                    <a:pt x="3462" y="0"/>
                  </a:lnTo>
                  <a:lnTo>
                    <a:pt x="231" y="0"/>
                  </a:lnTo>
                  <a:lnTo>
                    <a:pt x="779" y="4818"/>
                  </a:lnTo>
                  <a:lnTo>
                    <a:pt x="0" y="7385"/>
                  </a:lnTo>
                  <a:lnTo>
                    <a:pt x="520" y="9635"/>
                  </a:lnTo>
                  <a:lnTo>
                    <a:pt x="2048" y="8453"/>
                  </a:lnTo>
                  <a:lnTo>
                    <a:pt x="3289" y="6030"/>
                  </a:ln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3" name="Freeform 2037">
              <a:extLst>
                <a:ext uri="{FF2B5EF4-FFF2-40B4-BE49-F238E27FC236}">
                  <a16:creationId xmlns:a16="http://schemas.microsoft.com/office/drawing/2014/main" id="{B6EC6AA8-1597-40FB-81CE-2B8336D0E3F3}"/>
                </a:ext>
              </a:extLst>
            </p:cNvPr>
            <p:cNvSpPr>
              <a:spLocks/>
            </p:cNvSpPr>
            <p:nvPr/>
          </p:nvSpPr>
          <p:spPr bwMode="gray">
            <a:xfrm>
              <a:off x="6608876" y="5577994"/>
              <a:ext cx="438052" cy="196812"/>
            </a:xfrm>
            <a:custGeom>
              <a:avLst/>
              <a:gdLst>
                <a:gd name="T0" fmla="*/ 399 w 443"/>
                <a:gd name="T1" fmla="*/ 199 h 199"/>
                <a:gd name="T2" fmla="*/ 42 w 443"/>
                <a:gd name="T3" fmla="*/ 199 h 199"/>
                <a:gd name="T4" fmla="*/ 25 w 443"/>
                <a:gd name="T5" fmla="*/ 184 h 199"/>
                <a:gd name="T6" fmla="*/ 0 w 443"/>
                <a:gd name="T7" fmla="*/ 0 h 199"/>
                <a:gd name="T8" fmla="*/ 443 w 443"/>
                <a:gd name="T9" fmla="*/ 0 h 199"/>
                <a:gd name="T10" fmla="*/ 416 w 443"/>
                <a:gd name="T11" fmla="*/ 184 h 199"/>
                <a:gd name="T12" fmla="*/ 399 w 443"/>
                <a:gd name="T13" fmla="*/ 199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3" h="199">
                  <a:moveTo>
                    <a:pt x="399" y="199"/>
                  </a:moveTo>
                  <a:cubicBezTo>
                    <a:pt x="42" y="199"/>
                    <a:pt x="42" y="199"/>
                    <a:pt x="42" y="199"/>
                  </a:cubicBezTo>
                  <a:cubicBezTo>
                    <a:pt x="36" y="193"/>
                    <a:pt x="31" y="189"/>
                    <a:pt x="25" y="18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43" y="0"/>
                    <a:pt x="443" y="0"/>
                    <a:pt x="443" y="0"/>
                  </a:cubicBezTo>
                  <a:cubicBezTo>
                    <a:pt x="416" y="184"/>
                    <a:pt x="416" y="184"/>
                    <a:pt x="416" y="184"/>
                  </a:cubicBezTo>
                  <a:cubicBezTo>
                    <a:pt x="410" y="190"/>
                    <a:pt x="406" y="193"/>
                    <a:pt x="399" y="199"/>
                  </a:cubicBezTo>
                  <a:close/>
                </a:path>
              </a:pathLst>
            </a:custGeom>
            <a:solidFill>
              <a:srgbClr val="0055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4" name="Freeform 2038">
              <a:extLst>
                <a:ext uri="{FF2B5EF4-FFF2-40B4-BE49-F238E27FC236}">
                  <a16:creationId xmlns:a16="http://schemas.microsoft.com/office/drawing/2014/main" id="{5F8490AA-ED76-4F45-B714-45C0B92F7115}"/>
                </a:ext>
              </a:extLst>
            </p:cNvPr>
            <p:cNvSpPr>
              <a:spLocks/>
            </p:cNvSpPr>
            <p:nvPr/>
          </p:nvSpPr>
          <p:spPr bwMode="gray">
            <a:xfrm>
              <a:off x="6608876" y="4501030"/>
              <a:ext cx="434111" cy="392630"/>
            </a:xfrm>
            <a:custGeom>
              <a:avLst/>
              <a:gdLst>
                <a:gd name="T0" fmla="*/ 395 w 439"/>
                <a:gd name="T1" fmla="*/ 125 h 397"/>
                <a:gd name="T2" fmla="*/ 220 w 439"/>
                <a:gd name="T3" fmla="*/ 0 h 397"/>
                <a:gd name="T4" fmla="*/ 219 w 439"/>
                <a:gd name="T5" fmla="*/ 0 h 397"/>
                <a:gd name="T6" fmla="*/ 44 w 439"/>
                <a:gd name="T7" fmla="*/ 125 h 397"/>
                <a:gd name="T8" fmla="*/ 8 w 439"/>
                <a:gd name="T9" fmla="*/ 356 h 397"/>
                <a:gd name="T10" fmla="*/ 130 w 439"/>
                <a:gd name="T11" fmla="*/ 392 h 397"/>
                <a:gd name="T12" fmla="*/ 225 w 439"/>
                <a:gd name="T13" fmla="*/ 397 h 397"/>
                <a:gd name="T14" fmla="*/ 353 w 439"/>
                <a:gd name="T15" fmla="*/ 386 h 397"/>
                <a:gd name="T16" fmla="*/ 432 w 439"/>
                <a:gd name="T17" fmla="*/ 356 h 397"/>
                <a:gd name="T18" fmla="*/ 395 w 439"/>
                <a:gd name="T19" fmla="*/ 125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39" h="397">
                  <a:moveTo>
                    <a:pt x="395" y="125"/>
                  </a:moveTo>
                  <a:cubicBezTo>
                    <a:pt x="350" y="0"/>
                    <a:pt x="220" y="0"/>
                    <a:pt x="220" y="0"/>
                  </a:cubicBezTo>
                  <a:cubicBezTo>
                    <a:pt x="220" y="0"/>
                    <a:pt x="220" y="0"/>
                    <a:pt x="219" y="0"/>
                  </a:cubicBezTo>
                  <a:cubicBezTo>
                    <a:pt x="219" y="0"/>
                    <a:pt x="89" y="0"/>
                    <a:pt x="44" y="125"/>
                  </a:cubicBezTo>
                  <a:cubicBezTo>
                    <a:pt x="0" y="247"/>
                    <a:pt x="8" y="356"/>
                    <a:pt x="8" y="356"/>
                  </a:cubicBezTo>
                  <a:cubicBezTo>
                    <a:pt x="44" y="384"/>
                    <a:pt x="111" y="390"/>
                    <a:pt x="130" y="392"/>
                  </a:cubicBezTo>
                  <a:cubicBezTo>
                    <a:pt x="158" y="395"/>
                    <a:pt x="190" y="397"/>
                    <a:pt x="225" y="397"/>
                  </a:cubicBezTo>
                  <a:cubicBezTo>
                    <a:pt x="276" y="397"/>
                    <a:pt x="322" y="393"/>
                    <a:pt x="353" y="386"/>
                  </a:cubicBezTo>
                  <a:cubicBezTo>
                    <a:pt x="379" y="381"/>
                    <a:pt x="410" y="372"/>
                    <a:pt x="432" y="356"/>
                  </a:cubicBezTo>
                  <a:cubicBezTo>
                    <a:pt x="432" y="356"/>
                    <a:pt x="439" y="247"/>
                    <a:pt x="395" y="125"/>
                  </a:cubicBez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5" name="Freeform 2039">
              <a:extLst>
                <a:ext uri="{FF2B5EF4-FFF2-40B4-BE49-F238E27FC236}">
                  <a16:creationId xmlns:a16="http://schemas.microsoft.com/office/drawing/2014/main" id="{4B92A58F-81D7-49BC-A7FC-823A3AC5FBD8}"/>
                </a:ext>
              </a:extLst>
            </p:cNvPr>
            <p:cNvSpPr>
              <a:spLocks/>
            </p:cNvSpPr>
            <p:nvPr/>
          </p:nvSpPr>
          <p:spPr bwMode="gray">
            <a:xfrm>
              <a:off x="6648438" y="4606859"/>
              <a:ext cx="355983" cy="382722"/>
            </a:xfrm>
            <a:custGeom>
              <a:avLst/>
              <a:gdLst>
                <a:gd name="T0" fmla="*/ 347 w 360"/>
                <a:gd name="T1" fmla="*/ 73 h 387"/>
                <a:gd name="T2" fmla="*/ 327 w 360"/>
                <a:gd name="T3" fmla="*/ 84 h 387"/>
                <a:gd name="T4" fmla="*/ 316 w 360"/>
                <a:gd name="T5" fmla="*/ 125 h 387"/>
                <a:gd name="T6" fmla="*/ 303 w 360"/>
                <a:gd name="T7" fmla="*/ 120 h 387"/>
                <a:gd name="T8" fmla="*/ 307 w 360"/>
                <a:gd name="T9" fmla="*/ 89 h 387"/>
                <a:gd name="T10" fmla="*/ 291 w 360"/>
                <a:gd name="T11" fmla="*/ 0 h 387"/>
                <a:gd name="T12" fmla="*/ 188 w 360"/>
                <a:gd name="T13" fmla="*/ 53 h 387"/>
                <a:gd name="T14" fmla="*/ 179 w 360"/>
                <a:gd name="T15" fmla="*/ 2 h 387"/>
                <a:gd name="T16" fmla="*/ 177 w 360"/>
                <a:gd name="T17" fmla="*/ 6 h 387"/>
                <a:gd name="T18" fmla="*/ 54 w 360"/>
                <a:gd name="T19" fmla="*/ 79 h 387"/>
                <a:gd name="T20" fmla="*/ 51 w 360"/>
                <a:gd name="T21" fmla="*/ 80 h 387"/>
                <a:gd name="T22" fmla="*/ 55 w 360"/>
                <a:gd name="T23" fmla="*/ 120 h 387"/>
                <a:gd name="T24" fmla="*/ 43 w 360"/>
                <a:gd name="T25" fmla="*/ 124 h 387"/>
                <a:gd name="T26" fmla="*/ 33 w 360"/>
                <a:gd name="T27" fmla="*/ 84 h 387"/>
                <a:gd name="T28" fmla="*/ 14 w 360"/>
                <a:gd name="T29" fmla="*/ 73 h 387"/>
                <a:gd name="T30" fmla="*/ 8 w 360"/>
                <a:gd name="T31" fmla="*/ 99 h 387"/>
                <a:gd name="T32" fmla="*/ 32 w 360"/>
                <a:gd name="T33" fmla="*/ 158 h 387"/>
                <a:gd name="T34" fmla="*/ 46 w 360"/>
                <a:gd name="T35" fmla="*/ 168 h 387"/>
                <a:gd name="T36" fmla="*/ 51 w 360"/>
                <a:gd name="T37" fmla="*/ 168 h 387"/>
                <a:gd name="T38" fmla="*/ 51 w 360"/>
                <a:gd name="T39" fmla="*/ 168 h 387"/>
                <a:gd name="T40" fmla="*/ 51 w 360"/>
                <a:gd name="T41" fmla="*/ 168 h 387"/>
                <a:gd name="T42" fmla="*/ 51 w 360"/>
                <a:gd name="T43" fmla="*/ 168 h 387"/>
                <a:gd name="T44" fmla="*/ 85 w 360"/>
                <a:gd name="T45" fmla="*/ 243 h 387"/>
                <a:gd name="T46" fmla="*/ 100 w 360"/>
                <a:gd name="T47" fmla="*/ 259 h 387"/>
                <a:gd name="T48" fmla="*/ 100 w 360"/>
                <a:gd name="T49" fmla="*/ 260 h 387"/>
                <a:gd name="T50" fmla="*/ 100 w 360"/>
                <a:gd name="T51" fmla="*/ 260 h 387"/>
                <a:gd name="T52" fmla="*/ 101 w 360"/>
                <a:gd name="T53" fmla="*/ 325 h 387"/>
                <a:gd name="T54" fmla="*/ 168 w 360"/>
                <a:gd name="T55" fmla="*/ 387 h 387"/>
                <a:gd name="T56" fmla="*/ 190 w 360"/>
                <a:gd name="T57" fmla="*/ 387 h 387"/>
                <a:gd name="T58" fmla="*/ 258 w 360"/>
                <a:gd name="T59" fmla="*/ 323 h 387"/>
                <a:gd name="T60" fmla="*/ 259 w 360"/>
                <a:gd name="T61" fmla="*/ 277 h 387"/>
                <a:gd name="T62" fmla="*/ 259 w 360"/>
                <a:gd name="T63" fmla="*/ 259 h 387"/>
                <a:gd name="T64" fmla="*/ 308 w 360"/>
                <a:gd name="T65" fmla="*/ 168 h 387"/>
                <a:gd name="T66" fmla="*/ 308 w 360"/>
                <a:gd name="T67" fmla="*/ 168 h 387"/>
                <a:gd name="T68" fmla="*/ 315 w 360"/>
                <a:gd name="T69" fmla="*/ 168 h 387"/>
                <a:gd name="T70" fmla="*/ 328 w 360"/>
                <a:gd name="T71" fmla="*/ 158 h 387"/>
                <a:gd name="T72" fmla="*/ 352 w 360"/>
                <a:gd name="T73" fmla="*/ 99 h 387"/>
                <a:gd name="T74" fmla="*/ 347 w 360"/>
                <a:gd name="T75" fmla="*/ 73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60" h="387">
                  <a:moveTo>
                    <a:pt x="347" y="73"/>
                  </a:moveTo>
                  <a:cubicBezTo>
                    <a:pt x="338" y="70"/>
                    <a:pt x="329" y="74"/>
                    <a:pt x="327" y="84"/>
                  </a:cubicBezTo>
                  <a:cubicBezTo>
                    <a:pt x="327" y="84"/>
                    <a:pt x="327" y="84"/>
                    <a:pt x="316" y="125"/>
                  </a:cubicBezTo>
                  <a:cubicBezTo>
                    <a:pt x="303" y="120"/>
                    <a:pt x="303" y="120"/>
                    <a:pt x="303" y="120"/>
                  </a:cubicBezTo>
                  <a:cubicBezTo>
                    <a:pt x="307" y="89"/>
                    <a:pt x="307" y="89"/>
                    <a:pt x="307" y="89"/>
                  </a:cubicBezTo>
                  <a:cubicBezTo>
                    <a:pt x="308" y="40"/>
                    <a:pt x="291" y="0"/>
                    <a:pt x="291" y="0"/>
                  </a:cubicBezTo>
                  <a:cubicBezTo>
                    <a:pt x="260" y="46"/>
                    <a:pt x="188" y="53"/>
                    <a:pt x="188" y="53"/>
                  </a:cubicBezTo>
                  <a:cubicBezTo>
                    <a:pt x="179" y="2"/>
                    <a:pt x="179" y="2"/>
                    <a:pt x="179" y="2"/>
                  </a:cubicBezTo>
                  <a:cubicBezTo>
                    <a:pt x="179" y="2"/>
                    <a:pt x="178" y="4"/>
                    <a:pt x="177" y="6"/>
                  </a:cubicBezTo>
                  <a:cubicBezTo>
                    <a:pt x="148" y="47"/>
                    <a:pt x="103" y="73"/>
                    <a:pt x="54" y="79"/>
                  </a:cubicBezTo>
                  <a:cubicBezTo>
                    <a:pt x="51" y="80"/>
                    <a:pt x="51" y="80"/>
                    <a:pt x="51" y="80"/>
                  </a:cubicBezTo>
                  <a:cubicBezTo>
                    <a:pt x="55" y="120"/>
                    <a:pt x="55" y="120"/>
                    <a:pt x="55" y="120"/>
                  </a:cubicBezTo>
                  <a:cubicBezTo>
                    <a:pt x="49" y="122"/>
                    <a:pt x="45" y="124"/>
                    <a:pt x="43" y="124"/>
                  </a:cubicBezTo>
                  <a:cubicBezTo>
                    <a:pt x="33" y="84"/>
                    <a:pt x="33" y="84"/>
                    <a:pt x="33" y="84"/>
                  </a:cubicBezTo>
                  <a:cubicBezTo>
                    <a:pt x="31" y="74"/>
                    <a:pt x="22" y="70"/>
                    <a:pt x="14" y="73"/>
                  </a:cubicBezTo>
                  <a:cubicBezTo>
                    <a:pt x="14" y="73"/>
                    <a:pt x="0" y="78"/>
                    <a:pt x="8" y="99"/>
                  </a:cubicBezTo>
                  <a:cubicBezTo>
                    <a:pt x="8" y="99"/>
                    <a:pt x="8" y="99"/>
                    <a:pt x="32" y="158"/>
                  </a:cubicBezTo>
                  <a:cubicBezTo>
                    <a:pt x="34" y="164"/>
                    <a:pt x="40" y="168"/>
                    <a:pt x="46" y="168"/>
                  </a:cubicBezTo>
                  <a:cubicBezTo>
                    <a:pt x="46" y="168"/>
                    <a:pt x="46" y="168"/>
                    <a:pt x="51" y="168"/>
                  </a:cubicBezTo>
                  <a:cubicBezTo>
                    <a:pt x="51" y="168"/>
                    <a:pt x="51" y="168"/>
                    <a:pt x="51" y="168"/>
                  </a:cubicBezTo>
                  <a:cubicBezTo>
                    <a:pt x="51" y="168"/>
                    <a:pt x="51" y="168"/>
                    <a:pt x="51" y="168"/>
                  </a:cubicBezTo>
                  <a:cubicBezTo>
                    <a:pt x="51" y="168"/>
                    <a:pt x="51" y="168"/>
                    <a:pt x="51" y="168"/>
                  </a:cubicBezTo>
                  <a:cubicBezTo>
                    <a:pt x="61" y="201"/>
                    <a:pt x="73" y="225"/>
                    <a:pt x="85" y="243"/>
                  </a:cubicBezTo>
                  <a:cubicBezTo>
                    <a:pt x="90" y="249"/>
                    <a:pt x="95" y="255"/>
                    <a:pt x="100" y="259"/>
                  </a:cubicBezTo>
                  <a:cubicBezTo>
                    <a:pt x="100" y="259"/>
                    <a:pt x="100" y="259"/>
                    <a:pt x="100" y="260"/>
                  </a:cubicBezTo>
                  <a:cubicBezTo>
                    <a:pt x="100" y="260"/>
                    <a:pt x="100" y="260"/>
                    <a:pt x="100" y="260"/>
                  </a:cubicBezTo>
                  <a:cubicBezTo>
                    <a:pt x="101" y="277"/>
                    <a:pt x="101" y="303"/>
                    <a:pt x="101" y="325"/>
                  </a:cubicBezTo>
                  <a:cubicBezTo>
                    <a:pt x="168" y="387"/>
                    <a:pt x="168" y="387"/>
                    <a:pt x="168" y="387"/>
                  </a:cubicBezTo>
                  <a:cubicBezTo>
                    <a:pt x="190" y="387"/>
                    <a:pt x="190" y="387"/>
                    <a:pt x="190" y="387"/>
                  </a:cubicBezTo>
                  <a:cubicBezTo>
                    <a:pt x="258" y="323"/>
                    <a:pt x="258" y="323"/>
                    <a:pt x="258" y="323"/>
                  </a:cubicBezTo>
                  <a:cubicBezTo>
                    <a:pt x="259" y="277"/>
                    <a:pt x="259" y="277"/>
                    <a:pt x="259" y="277"/>
                  </a:cubicBezTo>
                  <a:cubicBezTo>
                    <a:pt x="259" y="272"/>
                    <a:pt x="259" y="261"/>
                    <a:pt x="259" y="259"/>
                  </a:cubicBezTo>
                  <a:cubicBezTo>
                    <a:pt x="278" y="241"/>
                    <a:pt x="295" y="213"/>
                    <a:pt x="308" y="168"/>
                  </a:cubicBezTo>
                  <a:cubicBezTo>
                    <a:pt x="308" y="168"/>
                    <a:pt x="308" y="168"/>
                    <a:pt x="308" y="168"/>
                  </a:cubicBezTo>
                  <a:cubicBezTo>
                    <a:pt x="309" y="168"/>
                    <a:pt x="311" y="168"/>
                    <a:pt x="315" y="168"/>
                  </a:cubicBezTo>
                  <a:cubicBezTo>
                    <a:pt x="321" y="168"/>
                    <a:pt x="326" y="164"/>
                    <a:pt x="328" y="158"/>
                  </a:cubicBezTo>
                  <a:cubicBezTo>
                    <a:pt x="328" y="158"/>
                    <a:pt x="328" y="158"/>
                    <a:pt x="352" y="99"/>
                  </a:cubicBezTo>
                  <a:cubicBezTo>
                    <a:pt x="360" y="78"/>
                    <a:pt x="347" y="73"/>
                    <a:pt x="347" y="73"/>
                  </a:cubicBezTo>
                  <a:close/>
                </a:path>
              </a:pathLst>
            </a:custGeom>
            <a:solidFill>
              <a:srgbClr val="D7D7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6" name="Freeform 2040">
              <a:extLst>
                <a:ext uri="{FF2B5EF4-FFF2-40B4-BE49-F238E27FC236}">
                  <a16:creationId xmlns:a16="http://schemas.microsoft.com/office/drawing/2014/main" id="{87F3A97F-E40C-4575-9823-3BA3ED1D4AFF}"/>
                </a:ext>
              </a:extLst>
            </p:cNvPr>
            <p:cNvSpPr>
              <a:spLocks/>
            </p:cNvSpPr>
            <p:nvPr/>
          </p:nvSpPr>
          <p:spPr bwMode="gray">
            <a:xfrm>
              <a:off x="6491222" y="4896608"/>
              <a:ext cx="659514" cy="656668"/>
            </a:xfrm>
            <a:custGeom>
              <a:avLst/>
              <a:gdLst>
                <a:gd name="T0" fmla="*/ 520 w 667"/>
                <a:gd name="T1" fmla="*/ 422 h 664"/>
                <a:gd name="T2" fmla="*/ 564 w 667"/>
                <a:gd name="T3" fmla="*/ 663 h 664"/>
                <a:gd name="T4" fmla="*/ 109 w 667"/>
                <a:gd name="T5" fmla="*/ 664 h 664"/>
                <a:gd name="T6" fmla="*/ 159 w 667"/>
                <a:gd name="T7" fmla="*/ 422 h 664"/>
                <a:gd name="T8" fmla="*/ 118 w 667"/>
                <a:gd name="T9" fmla="*/ 291 h 664"/>
                <a:gd name="T10" fmla="*/ 11 w 667"/>
                <a:gd name="T11" fmla="*/ 277 h 664"/>
                <a:gd name="T12" fmla="*/ 103 w 667"/>
                <a:gd name="T13" fmla="*/ 63 h 664"/>
                <a:gd name="T14" fmla="*/ 260 w 667"/>
                <a:gd name="T15" fmla="*/ 0 h 664"/>
                <a:gd name="T16" fmla="*/ 326 w 667"/>
                <a:gd name="T17" fmla="*/ 67 h 664"/>
                <a:gd name="T18" fmla="*/ 351 w 667"/>
                <a:gd name="T19" fmla="*/ 67 h 664"/>
                <a:gd name="T20" fmla="*/ 417 w 667"/>
                <a:gd name="T21" fmla="*/ 0 h 664"/>
                <a:gd name="T22" fmla="*/ 575 w 667"/>
                <a:gd name="T23" fmla="*/ 63 h 664"/>
                <a:gd name="T24" fmla="*/ 667 w 667"/>
                <a:gd name="T25" fmla="*/ 277 h 664"/>
                <a:gd name="T26" fmla="*/ 560 w 667"/>
                <a:gd name="T27" fmla="*/ 291 h 664"/>
                <a:gd name="T28" fmla="*/ 560 w 667"/>
                <a:gd name="T29" fmla="*/ 291 h 664"/>
                <a:gd name="T30" fmla="*/ 520 w 667"/>
                <a:gd name="T31" fmla="*/ 422 h 664"/>
                <a:gd name="T32" fmla="*/ 520 w 667"/>
                <a:gd name="T33" fmla="*/ 422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67" h="664">
                  <a:moveTo>
                    <a:pt x="520" y="422"/>
                  </a:moveTo>
                  <a:cubicBezTo>
                    <a:pt x="564" y="663"/>
                    <a:pt x="564" y="663"/>
                    <a:pt x="564" y="663"/>
                  </a:cubicBezTo>
                  <a:cubicBezTo>
                    <a:pt x="109" y="664"/>
                    <a:pt x="109" y="664"/>
                    <a:pt x="109" y="664"/>
                  </a:cubicBezTo>
                  <a:cubicBezTo>
                    <a:pt x="159" y="422"/>
                    <a:pt x="159" y="422"/>
                    <a:pt x="159" y="422"/>
                  </a:cubicBezTo>
                  <a:cubicBezTo>
                    <a:pt x="118" y="291"/>
                    <a:pt x="118" y="291"/>
                    <a:pt x="118" y="291"/>
                  </a:cubicBezTo>
                  <a:cubicBezTo>
                    <a:pt x="11" y="277"/>
                    <a:pt x="11" y="277"/>
                    <a:pt x="11" y="277"/>
                  </a:cubicBezTo>
                  <a:cubicBezTo>
                    <a:pt x="11" y="277"/>
                    <a:pt x="0" y="105"/>
                    <a:pt x="103" y="63"/>
                  </a:cubicBezTo>
                  <a:cubicBezTo>
                    <a:pt x="241" y="5"/>
                    <a:pt x="260" y="0"/>
                    <a:pt x="260" y="0"/>
                  </a:cubicBezTo>
                  <a:cubicBezTo>
                    <a:pt x="326" y="67"/>
                    <a:pt x="326" y="67"/>
                    <a:pt x="326" y="67"/>
                  </a:cubicBezTo>
                  <a:cubicBezTo>
                    <a:pt x="351" y="67"/>
                    <a:pt x="351" y="67"/>
                    <a:pt x="351" y="67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575" y="63"/>
                    <a:pt x="575" y="63"/>
                    <a:pt x="575" y="63"/>
                  </a:cubicBezTo>
                  <a:cubicBezTo>
                    <a:pt x="654" y="138"/>
                    <a:pt x="667" y="277"/>
                    <a:pt x="667" y="277"/>
                  </a:cubicBezTo>
                  <a:cubicBezTo>
                    <a:pt x="560" y="291"/>
                    <a:pt x="560" y="291"/>
                    <a:pt x="560" y="291"/>
                  </a:cubicBezTo>
                  <a:cubicBezTo>
                    <a:pt x="560" y="291"/>
                    <a:pt x="560" y="291"/>
                    <a:pt x="560" y="291"/>
                  </a:cubicBezTo>
                  <a:cubicBezTo>
                    <a:pt x="520" y="422"/>
                    <a:pt x="520" y="422"/>
                    <a:pt x="520" y="422"/>
                  </a:cubicBezTo>
                  <a:cubicBezTo>
                    <a:pt x="520" y="422"/>
                    <a:pt x="520" y="422"/>
                    <a:pt x="520" y="422"/>
                  </a:cubicBezTo>
                  <a:close/>
                </a:path>
              </a:pathLst>
            </a:custGeom>
            <a:solidFill>
              <a:srgbClr val="AAAA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7" name="Freeform 2041">
              <a:extLst>
                <a:ext uri="{FF2B5EF4-FFF2-40B4-BE49-F238E27FC236}">
                  <a16:creationId xmlns:a16="http://schemas.microsoft.com/office/drawing/2014/main" id="{C54CA694-EAE4-4243-B6FF-639481558608}"/>
                </a:ext>
              </a:extLst>
            </p:cNvPr>
            <p:cNvSpPr>
              <a:spLocks/>
            </p:cNvSpPr>
            <p:nvPr/>
          </p:nvSpPr>
          <p:spPr bwMode="gray">
            <a:xfrm>
              <a:off x="6638565" y="5625475"/>
              <a:ext cx="170073" cy="714022"/>
            </a:xfrm>
            <a:custGeom>
              <a:avLst/>
              <a:gdLst>
                <a:gd name="T0" fmla="*/ 0 w 172"/>
                <a:gd name="T1" fmla="*/ 46 h 722"/>
                <a:gd name="T2" fmla="*/ 0 w 172"/>
                <a:gd name="T3" fmla="*/ 94 h 722"/>
                <a:gd name="T4" fmla="*/ 0 w 172"/>
                <a:gd name="T5" fmla="*/ 96 h 722"/>
                <a:gd name="T6" fmla="*/ 55 w 172"/>
                <a:gd name="T7" fmla="*/ 722 h 722"/>
                <a:gd name="T8" fmla="*/ 172 w 172"/>
                <a:gd name="T9" fmla="*/ 722 h 722"/>
                <a:gd name="T10" fmla="*/ 172 w 172"/>
                <a:gd name="T11" fmla="*/ 37 h 722"/>
                <a:gd name="T12" fmla="*/ 138 w 172"/>
                <a:gd name="T13" fmla="*/ 0 h 722"/>
                <a:gd name="T14" fmla="*/ 42 w 172"/>
                <a:gd name="T15" fmla="*/ 0 h 722"/>
                <a:gd name="T16" fmla="*/ 0 w 172"/>
                <a:gd name="T17" fmla="*/ 46 h 7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2" h="722">
                  <a:moveTo>
                    <a:pt x="0" y="46"/>
                  </a:moveTo>
                  <a:cubicBezTo>
                    <a:pt x="0" y="94"/>
                    <a:pt x="0" y="94"/>
                    <a:pt x="0" y="94"/>
                  </a:cubicBezTo>
                  <a:cubicBezTo>
                    <a:pt x="0" y="95"/>
                    <a:pt x="0" y="95"/>
                    <a:pt x="0" y="96"/>
                  </a:cubicBezTo>
                  <a:cubicBezTo>
                    <a:pt x="55" y="722"/>
                    <a:pt x="55" y="722"/>
                    <a:pt x="55" y="722"/>
                  </a:cubicBezTo>
                  <a:cubicBezTo>
                    <a:pt x="172" y="722"/>
                    <a:pt x="172" y="722"/>
                    <a:pt x="172" y="722"/>
                  </a:cubicBezTo>
                  <a:cubicBezTo>
                    <a:pt x="172" y="37"/>
                    <a:pt x="172" y="37"/>
                    <a:pt x="172" y="37"/>
                  </a:cubicBezTo>
                  <a:cubicBezTo>
                    <a:pt x="159" y="23"/>
                    <a:pt x="151" y="15"/>
                    <a:pt x="138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26" y="18"/>
                    <a:pt x="17" y="28"/>
                    <a:pt x="0" y="46"/>
                  </a:cubicBezTo>
                  <a:close/>
                </a:path>
              </a:pathLst>
            </a:custGeom>
            <a:solidFill>
              <a:srgbClr val="2387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8" name="Freeform 2042">
              <a:extLst>
                <a:ext uri="{FF2B5EF4-FFF2-40B4-BE49-F238E27FC236}">
                  <a16:creationId xmlns:a16="http://schemas.microsoft.com/office/drawing/2014/main" id="{F42FEC69-9337-4B7D-9EC4-CC42670FA59F}"/>
                </a:ext>
              </a:extLst>
            </p:cNvPr>
            <p:cNvSpPr>
              <a:spLocks/>
            </p:cNvSpPr>
            <p:nvPr/>
          </p:nvSpPr>
          <p:spPr bwMode="gray">
            <a:xfrm>
              <a:off x="6845216" y="5625475"/>
              <a:ext cx="168084" cy="714022"/>
            </a:xfrm>
            <a:custGeom>
              <a:avLst/>
              <a:gdLst>
                <a:gd name="T0" fmla="*/ 0 w 170"/>
                <a:gd name="T1" fmla="*/ 35 h 722"/>
                <a:gd name="T2" fmla="*/ 0 w 170"/>
                <a:gd name="T3" fmla="*/ 722 h 722"/>
                <a:gd name="T4" fmla="*/ 115 w 170"/>
                <a:gd name="T5" fmla="*/ 722 h 722"/>
                <a:gd name="T6" fmla="*/ 170 w 170"/>
                <a:gd name="T7" fmla="*/ 96 h 722"/>
                <a:gd name="T8" fmla="*/ 170 w 170"/>
                <a:gd name="T9" fmla="*/ 94 h 722"/>
                <a:gd name="T10" fmla="*/ 170 w 170"/>
                <a:gd name="T11" fmla="*/ 44 h 722"/>
                <a:gd name="T12" fmla="*/ 131 w 170"/>
                <a:gd name="T13" fmla="*/ 0 h 722"/>
                <a:gd name="T14" fmla="*/ 31 w 170"/>
                <a:gd name="T15" fmla="*/ 0 h 722"/>
                <a:gd name="T16" fmla="*/ 0 w 170"/>
                <a:gd name="T17" fmla="*/ 35 h 7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0" h="722">
                  <a:moveTo>
                    <a:pt x="0" y="35"/>
                  </a:moveTo>
                  <a:cubicBezTo>
                    <a:pt x="0" y="722"/>
                    <a:pt x="0" y="722"/>
                    <a:pt x="0" y="722"/>
                  </a:cubicBezTo>
                  <a:cubicBezTo>
                    <a:pt x="115" y="722"/>
                    <a:pt x="115" y="722"/>
                    <a:pt x="115" y="722"/>
                  </a:cubicBezTo>
                  <a:cubicBezTo>
                    <a:pt x="170" y="96"/>
                    <a:pt x="170" y="96"/>
                    <a:pt x="170" y="96"/>
                  </a:cubicBezTo>
                  <a:cubicBezTo>
                    <a:pt x="170" y="95"/>
                    <a:pt x="170" y="95"/>
                    <a:pt x="170" y="94"/>
                  </a:cubicBezTo>
                  <a:cubicBezTo>
                    <a:pt x="170" y="44"/>
                    <a:pt x="170" y="44"/>
                    <a:pt x="170" y="44"/>
                  </a:cubicBezTo>
                  <a:cubicBezTo>
                    <a:pt x="155" y="27"/>
                    <a:pt x="146" y="17"/>
                    <a:pt x="131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19" y="14"/>
                    <a:pt x="12" y="21"/>
                    <a:pt x="0" y="35"/>
                  </a:cubicBezTo>
                  <a:close/>
                </a:path>
              </a:pathLst>
            </a:custGeom>
            <a:solidFill>
              <a:srgbClr val="2387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9" name="Freeform 2043">
              <a:extLst>
                <a:ext uri="{FF2B5EF4-FFF2-40B4-BE49-F238E27FC236}">
                  <a16:creationId xmlns:a16="http://schemas.microsoft.com/office/drawing/2014/main" id="{BB50AF77-DEAE-4DCF-9830-5D9B0BDC384E}"/>
                </a:ext>
              </a:extLst>
            </p:cNvPr>
            <p:cNvSpPr>
              <a:spLocks/>
            </p:cNvSpPr>
            <p:nvPr/>
          </p:nvSpPr>
          <p:spPr bwMode="gray">
            <a:xfrm>
              <a:off x="6825437" y="6255436"/>
              <a:ext cx="173054" cy="84058"/>
            </a:xfrm>
            <a:custGeom>
              <a:avLst/>
              <a:gdLst>
                <a:gd name="T0" fmla="*/ 5048 w 5048"/>
                <a:gd name="T1" fmla="*/ 2452 h 2452"/>
                <a:gd name="T2" fmla="*/ 0 w 5048"/>
                <a:gd name="T3" fmla="*/ 2452 h 2452"/>
                <a:gd name="T4" fmla="*/ 0 w 5048"/>
                <a:gd name="T5" fmla="*/ 2336 h 2452"/>
                <a:gd name="T6" fmla="*/ 865 w 5048"/>
                <a:gd name="T7" fmla="*/ 0 h 2452"/>
                <a:gd name="T8" fmla="*/ 3923 w 5048"/>
                <a:gd name="T9" fmla="*/ 0 h 2452"/>
                <a:gd name="T10" fmla="*/ 5048 w 5048"/>
                <a:gd name="T11" fmla="*/ 2452 h 2452"/>
                <a:gd name="T12" fmla="*/ 5048 w 5048"/>
                <a:gd name="T13" fmla="*/ 2452 h 2452"/>
                <a:gd name="T14" fmla="*/ 5048 w 5048"/>
                <a:gd name="T15" fmla="*/ 2452 h 2452"/>
                <a:gd name="T16" fmla="*/ 5048 w 5048"/>
                <a:gd name="T17" fmla="*/ 2452 h 2452"/>
                <a:gd name="T18" fmla="*/ 5048 w 5048"/>
                <a:gd name="T19" fmla="*/ 2452 h 2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048" h="2452">
                  <a:moveTo>
                    <a:pt x="5048" y="2452"/>
                  </a:moveTo>
                  <a:lnTo>
                    <a:pt x="0" y="2452"/>
                  </a:lnTo>
                  <a:lnTo>
                    <a:pt x="0" y="2336"/>
                  </a:lnTo>
                  <a:lnTo>
                    <a:pt x="865" y="0"/>
                  </a:lnTo>
                  <a:lnTo>
                    <a:pt x="3923" y="0"/>
                  </a:lnTo>
                  <a:lnTo>
                    <a:pt x="5048" y="2452"/>
                  </a:lnTo>
                  <a:lnTo>
                    <a:pt x="5048" y="2452"/>
                  </a:lnTo>
                  <a:lnTo>
                    <a:pt x="5048" y="2452"/>
                  </a:lnTo>
                  <a:lnTo>
                    <a:pt x="5048" y="2452"/>
                  </a:lnTo>
                  <a:lnTo>
                    <a:pt x="5048" y="2452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0" name="Freeform 2044">
              <a:extLst>
                <a:ext uri="{FF2B5EF4-FFF2-40B4-BE49-F238E27FC236}">
                  <a16:creationId xmlns:a16="http://schemas.microsoft.com/office/drawing/2014/main" id="{C0D535A2-E1A5-4EBC-87F3-E00FDABA4B6A}"/>
                </a:ext>
              </a:extLst>
            </p:cNvPr>
            <p:cNvSpPr>
              <a:spLocks/>
            </p:cNvSpPr>
            <p:nvPr/>
          </p:nvSpPr>
          <p:spPr bwMode="gray">
            <a:xfrm>
              <a:off x="6653375" y="6255436"/>
              <a:ext cx="172060" cy="84058"/>
            </a:xfrm>
            <a:custGeom>
              <a:avLst/>
              <a:gdLst>
                <a:gd name="T0" fmla="*/ 5019 w 5019"/>
                <a:gd name="T1" fmla="*/ 2336 h 2452"/>
                <a:gd name="T2" fmla="*/ 5019 w 5019"/>
                <a:gd name="T3" fmla="*/ 2452 h 2452"/>
                <a:gd name="T4" fmla="*/ 0 w 5019"/>
                <a:gd name="T5" fmla="*/ 2452 h 2452"/>
                <a:gd name="T6" fmla="*/ 1096 w 5019"/>
                <a:gd name="T7" fmla="*/ 0 h 2452"/>
                <a:gd name="T8" fmla="*/ 4154 w 5019"/>
                <a:gd name="T9" fmla="*/ 0 h 2452"/>
                <a:gd name="T10" fmla="*/ 5019 w 5019"/>
                <a:gd name="T11" fmla="*/ 2336 h 2452"/>
                <a:gd name="T12" fmla="*/ 5019 w 5019"/>
                <a:gd name="T13" fmla="*/ 2336 h 2452"/>
                <a:gd name="T14" fmla="*/ 5019 w 5019"/>
                <a:gd name="T15" fmla="*/ 2336 h 2452"/>
                <a:gd name="T16" fmla="*/ 5019 w 5019"/>
                <a:gd name="T17" fmla="*/ 2336 h 2452"/>
                <a:gd name="T18" fmla="*/ 5019 w 5019"/>
                <a:gd name="T19" fmla="*/ 2336 h 2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019" h="2452">
                  <a:moveTo>
                    <a:pt x="5019" y="2336"/>
                  </a:moveTo>
                  <a:lnTo>
                    <a:pt x="5019" y="2452"/>
                  </a:lnTo>
                  <a:lnTo>
                    <a:pt x="0" y="2452"/>
                  </a:lnTo>
                  <a:lnTo>
                    <a:pt x="1096" y="0"/>
                  </a:lnTo>
                  <a:lnTo>
                    <a:pt x="4154" y="0"/>
                  </a:lnTo>
                  <a:lnTo>
                    <a:pt x="5019" y="2336"/>
                  </a:lnTo>
                  <a:lnTo>
                    <a:pt x="5019" y="2336"/>
                  </a:lnTo>
                  <a:lnTo>
                    <a:pt x="5019" y="2336"/>
                  </a:lnTo>
                  <a:lnTo>
                    <a:pt x="5019" y="2336"/>
                  </a:lnTo>
                  <a:lnTo>
                    <a:pt x="5019" y="2336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1" name="Rectangle 2045">
              <a:extLst>
                <a:ext uri="{FF2B5EF4-FFF2-40B4-BE49-F238E27FC236}">
                  <a16:creationId xmlns:a16="http://schemas.microsoft.com/office/drawing/2014/main" id="{79BAF718-AE6C-4B19-B445-640E7912264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6601987" y="5565138"/>
              <a:ext cx="448886" cy="34625"/>
            </a:xfrm>
            <a:prstGeom prst="rect">
              <a:avLst/>
            </a:prstGeom>
            <a:solidFill>
              <a:srgbClr val="AAAA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2" name="Freeform 2046">
              <a:extLst>
                <a:ext uri="{FF2B5EF4-FFF2-40B4-BE49-F238E27FC236}">
                  <a16:creationId xmlns:a16="http://schemas.microsoft.com/office/drawing/2014/main" id="{4F565ED0-99BF-4D63-82C4-5811C8B67B9C}"/>
                </a:ext>
              </a:extLst>
            </p:cNvPr>
            <p:cNvSpPr>
              <a:spLocks/>
            </p:cNvSpPr>
            <p:nvPr/>
          </p:nvSpPr>
          <p:spPr bwMode="gray">
            <a:xfrm>
              <a:off x="6611859" y="5384165"/>
              <a:ext cx="105794" cy="107782"/>
            </a:xfrm>
            <a:custGeom>
              <a:avLst/>
              <a:gdLst>
                <a:gd name="T0" fmla="*/ 2394 w 3086"/>
                <a:gd name="T1" fmla="*/ 1789 h 3144"/>
                <a:gd name="T2" fmla="*/ 375 w 3086"/>
                <a:gd name="T3" fmla="*/ 0 h 3144"/>
                <a:gd name="T4" fmla="*/ 0 w 3086"/>
                <a:gd name="T5" fmla="*/ 3144 h 3144"/>
                <a:gd name="T6" fmla="*/ 3086 w 3086"/>
                <a:gd name="T7" fmla="*/ 3144 h 3144"/>
                <a:gd name="T8" fmla="*/ 2394 w 3086"/>
                <a:gd name="T9" fmla="*/ 1789 h 3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86" h="3144">
                  <a:moveTo>
                    <a:pt x="2394" y="1789"/>
                  </a:moveTo>
                  <a:lnTo>
                    <a:pt x="375" y="0"/>
                  </a:lnTo>
                  <a:lnTo>
                    <a:pt x="0" y="3144"/>
                  </a:lnTo>
                  <a:lnTo>
                    <a:pt x="3086" y="3144"/>
                  </a:lnTo>
                  <a:lnTo>
                    <a:pt x="2394" y="1789"/>
                  </a:ln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3" name="Freeform 2047">
              <a:extLst>
                <a:ext uri="{FF2B5EF4-FFF2-40B4-BE49-F238E27FC236}">
                  <a16:creationId xmlns:a16="http://schemas.microsoft.com/office/drawing/2014/main" id="{78E13A8A-9E47-435D-8510-FB908DEE169C}"/>
                </a:ext>
              </a:extLst>
            </p:cNvPr>
            <p:cNvSpPr>
              <a:spLocks/>
            </p:cNvSpPr>
            <p:nvPr/>
          </p:nvSpPr>
          <p:spPr bwMode="gray">
            <a:xfrm>
              <a:off x="6957934" y="5394073"/>
              <a:ext cx="84059" cy="97874"/>
            </a:xfrm>
            <a:custGeom>
              <a:avLst/>
              <a:gdLst>
                <a:gd name="T0" fmla="*/ 0 w 2452"/>
                <a:gd name="T1" fmla="*/ 1269 h 2855"/>
                <a:gd name="T2" fmla="*/ 0 w 2452"/>
                <a:gd name="T3" fmla="*/ 2855 h 2855"/>
                <a:gd name="T4" fmla="*/ 2452 w 2452"/>
                <a:gd name="T5" fmla="*/ 2855 h 2855"/>
                <a:gd name="T6" fmla="*/ 2452 w 2452"/>
                <a:gd name="T7" fmla="*/ 0 h 2855"/>
                <a:gd name="T8" fmla="*/ 0 w 2452"/>
                <a:gd name="T9" fmla="*/ 1269 h 28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52" h="2855">
                  <a:moveTo>
                    <a:pt x="0" y="1269"/>
                  </a:moveTo>
                  <a:lnTo>
                    <a:pt x="0" y="2855"/>
                  </a:lnTo>
                  <a:lnTo>
                    <a:pt x="2452" y="2855"/>
                  </a:lnTo>
                  <a:lnTo>
                    <a:pt x="2452" y="0"/>
                  </a:lnTo>
                  <a:lnTo>
                    <a:pt x="0" y="1269"/>
                  </a:ln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4" name="Freeform 2048">
              <a:extLst>
                <a:ext uri="{FF2B5EF4-FFF2-40B4-BE49-F238E27FC236}">
                  <a16:creationId xmlns:a16="http://schemas.microsoft.com/office/drawing/2014/main" id="{0A8C4400-44F3-479D-8F68-9AA10740655F}"/>
                </a:ext>
              </a:extLst>
            </p:cNvPr>
            <p:cNvSpPr>
              <a:spLocks/>
            </p:cNvSpPr>
            <p:nvPr/>
          </p:nvSpPr>
          <p:spPr bwMode="gray">
            <a:xfrm>
              <a:off x="6653375" y="5217040"/>
              <a:ext cx="348063" cy="274906"/>
            </a:xfrm>
            <a:custGeom>
              <a:avLst/>
              <a:gdLst>
                <a:gd name="T0" fmla="*/ 635 w 10153"/>
                <a:gd name="T1" fmla="*/ 8019 h 8019"/>
                <a:gd name="T2" fmla="*/ 0 w 10153"/>
                <a:gd name="T3" fmla="*/ 0 h 8019"/>
                <a:gd name="T4" fmla="*/ 10153 w 10153"/>
                <a:gd name="T5" fmla="*/ 0 h 8019"/>
                <a:gd name="T6" fmla="*/ 9461 w 10153"/>
                <a:gd name="T7" fmla="*/ 8019 h 8019"/>
                <a:gd name="T8" fmla="*/ 635 w 10153"/>
                <a:gd name="T9" fmla="*/ 8019 h 80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53" h="8019">
                  <a:moveTo>
                    <a:pt x="635" y="8019"/>
                  </a:moveTo>
                  <a:lnTo>
                    <a:pt x="0" y="0"/>
                  </a:lnTo>
                  <a:lnTo>
                    <a:pt x="10153" y="0"/>
                  </a:lnTo>
                  <a:lnTo>
                    <a:pt x="9461" y="8019"/>
                  </a:lnTo>
                  <a:lnTo>
                    <a:pt x="635" y="8019"/>
                  </a:lnTo>
                  <a:close/>
                </a:path>
              </a:pathLst>
            </a:custGeom>
            <a:solidFill>
              <a:srgbClr val="EBF0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5" name="Freeform 2049">
              <a:extLst>
                <a:ext uri="{FF2B5EF4-FFF2-40B4-BE49-F238E27FC236}">
                  <a16:creationId xmlns:a16="http://schemas.microsoft.com/office/drawing/2014/main" id="{64C41E82-C1DA-4EB6-8707-D5847F228D2F}"/>
                </a:ext>
              </a:extLst>
            </p:cNvPr>
            <p:cNvSpPr>
              <a:spLocks/>
            </p:cNvSpPr>
            <p:nvPr/>
          </p:nvSpPr>
          <p:spPr bwMode="gray">
            <a:xfrm>
              <a:off x="6874869" y="5431646"/>
              <a:ext cx="149298" cy="60301"/>
            </a:xfrm>
            <a:custGeom>
              <a:avLst/>
              <a:gdLst>
                <a:gd name="T0" fmla="*/ 606 w 4355"/>
                <a:gd name="T1" fmla="*/ 1759 h 1759"/>
                <a:gd name="T2" fmla="*/ 606 w 4355"/>
                <a:gd name="T3" fmla="*/ 1644 h 1759"/>
                <a:gd name="T4" fmla="*/ 0 w 4355"/>
                <a:gd name="T5" fmla="*/ 0 h 1759"/>
                <a:gd name="T6" fmla="*/ 3519 w 4355"/>
                <a:gd name="T7" fmla="*/ 0 h 1759"/>
                <a:gd name="T8" fmla="*/ 4355 w 4355"/>
                <a:gd name="T9" fmla="*/ 1759 h 1759"/>
                <a:gd name="T10" fmla="*/ 4355 w 4355"/>
                <a:gd name="T11" fmla="*/ 1759 h 1759"/>
                <a:gd name="T12" fmla="*/ 4355 w 4355"/>
                <a:gd name="T13" fmla="*/ 1759 h 1759"/>
                <a:gd name="T14" fmla="*/ 4355 w 4355"/>
                <a:gd name="T15" fmla="*/ 1759 h 1759"/>
                <a:gd name="T16" fmla="*/ 606 w 4355"/>
                <a:gd name="T17" fmla="*/ 1759 h 17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355" h="1759">
                  <a:moveTo>
                    <a:pt x="606" y="1759"/>
                  </a:moveTo>
                  <a:lnTo>
                    <a:pt x="606" y="1644"/>
                  </a:lnTo>
                  <a:lnTo>
                    <a:pt x="0" y="0"/>
                  </a:lnTo>
                  <a:lnTo>
                    <a:pt x="3519" y="0"/>
                  </a:lnTo>
                  <a:lnTo>
                    <a:pt x="4355" y="1759"/>
                  </a:lnTo>
                  <a:lnTo>
                    <a:pt x="4355" y="1759"/>
                  </a:lnTo>
                  <a:lnTo>
                    <a:pt x="4355" y="1759"/>
                  </a:lnTo>
                  <a:lnTo>
                    <a:pt x="4355" y="1759"/>
                  </a:lnTo>
                  <a:lnTo>
                    <a:pt x="606" y="1759"/>
                  </a:lnTo>
                  <a:close/>
                </a:path>
              </a:pathLst>
            </a:custGeom>
            <a:solidFill>
              <a:srgbClr val="D7D7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6" name="Freeform 2050">
              <a:extLst>
                <a:ext uri="{FF2B5EF4-FFF2-40B4-BE49-F238E27FC236}">
                  <a16:creationId xmlns:a16="http://schemas.microsoft.com/office/drawing/2014/main" id="{827F9869-2E05-41A5-9DE3-B3667186EAFB}"/>
                </a:ext>
              </a:extLst>
            </p:cNvPr>
            <p:cNvSpPr>
              <a:spLocks/>
            </p:cNvSpPr>
            <p:nvPr/>
          </p:nvSpPr>
          <p:spPr bwMode="gray">
            <a:xfrm>
              <a:off x="6637572" y="5431646"/>
              <a:ext cx="143366" cy="60301"/>
            </a:xfrm>
            <a:custGeom>
              <a:avLst/>
              <a:gdLst>
                <a:gd name="T0" fmla="*/ 3490 w 4182"/>
                <a:gd name="T1" fmla="*/ 1644 h 1759"/>
                <a:gd name="T2" fmla="*/ 3490 w 4182"/>
                <a:gd name="T3" fmla="*/ 1759 h 1759"/>
                <a:gd name="T4" fmla="*/ 0 w 4182"/>
                <a:gd name="T5" fmla="*/ 1759 h 1759"/>
                <a:gd name="T6" fmla="*/ 750 w 4182"/>
                <a:gd name="T7" fmla="*/ 0 h 1759"/>
                <a:gd name="T8" fmla="*/ 4182 w 4182"/>
                <a:gd name="T9" fmla="*/ 0 h 1759"/>
                <a:gd name="T10" fmla="*/ 3490 w 4182"/>
                <a:gd name="T11" fmla="*/ 1644 h 1759"/>
                <a:gd name="T12" fmla="*/ 3490 w 4182"/>
                <a:gd name="T13" fmla="*/ 1644 h 1759"/>
                <a:gd name="T14" fmla="*/ 3490 w 4182"/>
                <a:gd name="T15" fmla="*/ 1644 h 1759"/>
                <a:gd name="T16" fmla="*/ 3490 w 4182"/>
                <a:gd name="T17" fmla="*/ 1644 h 1759"/>
                <a:gd name="T18" fmla="*/ 3490 w 4182"/>
                <a:gd name="T19" fmla="*/ 1644 h 17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82" h="1759">
                  <a:moveTo>
                    <a:pt x="3490" y="1644"/>
                  </a:moveTo>
                  <a:lnTo>
                    <a:pt x="3490" y="1759"/>
                  </a:lnTo>
                  <a:lnTo>
                    <a:pt x="0" y="1759"/>
                  </a:lnTo>
                  <a:lnTo>
                    <a:pt x="750" y="0"/>
                  </a:lnTo>
                  <a:lnTo>
                    <a:pt x="4182" y="0"/>
                  </a:lnTo>
                  <a:lnTo>
                    <a:pt x="3490" y="1644"/>
                  </a:lnTo>
                  <a:lnTo>
                    <a:pt x="3490" y="1644"/>
                  </a:lnTo>
                  <a:lnTo>
                    <a:pt x="3490" y="1644"/>
                  </a:lnTo>
                  <a:lnTo>
                    <a:pt x="3490" y="1644"/>
                  </a:lnTo>
                  <a:lnTo>
                    <a:pt x="3490" y="1644"/>
                  </a:lnTo>
                  <a:close/>
                </a:path>
              </a:pathLst>
            </a:custGeom>
            <a:solidFill>
              <a:srgbClr val="D7D7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7" name="Freeform 2051">
              <a:extLst>
                <a:ext uri="{FF2B5EF4-FFF2-40B4-BE49-F238E27FC236}">
                  <a16:creationId xmlns:a16="http://schemas.microsoft.com/office/drawing/2014/main" id="{651AE214-EF3D-4FF4-BDAD-56A852F43853}"/>
                </a:ext>
              </a:extLst>
            </p:cNvPr>
            <p:cNvSpPr>
              <a:spLocks/>
            </p:cNvSpPr>
            <p:nvPr/>
          </p:nvSpPr>
          <p:spPr bwMode="gray">
            <a:xfrm>
              <a:off x="8155363" y="5774807"/>
              <a:ext cx="533940" cy="55365"/>
            </a:xfrm>
            <a:custGeom>
              <a:avLst/>
              <a:gdLst>
                <a:gd name="T0" fmla="*/ 485 w 540"/>
                <a:gd name="T1" fmla="*/ 0 h 56"/>
                <a:gd name="T2" fmla="*/ 56 w 540"/>
                <a:gd name="T3" fmla="*/ 0 h 56"/>
                <a:gd name="T4" fmla="*/ 0 w 540"/>
                <a:gd name="T5" fmla="*/ 56 h 56"/>
                <a:gd name="T6" fmla="*/ 540 w 540"/>
                <a:gd name="T7" fmla="*/ 56 h 56"/>
                <a:gd name="T8" fmla="*/ 485 w 540"/>
                <a:gd name="T9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56">
                  <a:moveTo>
                    <a:pt x="485" y="0"/>
                  </a:moveTo>
                  <a:cubicBezTo>
                    <a:pt x="56" y="0"/>
                    <a:pt x="56" y="0"/>
                    <a:pt x="56" y="0"/>
                  </a:cubicBezTo>
                  <a:cubicBezTo>
                    <a:pt x="25" y="0"/>
                    <a:pt x="0" y="25"/>
                    <a:pt x="0" y="56"/>
                  </a:cubicBezTo>
                  <a:cubicBezTo>
                    <a:pt x="540" y="56"/>
                    <a:pt x="540" y="56"/>
                    <a:pt x="540" y="56"/>
                  </a:cubicBezTo>
                  <a:cubicBezTo>
                    <a:pt x="540" y="25"/>
                    <a:pt x="515" y="0"/>
                    <a:pt x="485" y="0"/>
                  </a:cubicBezTo>
                  <a:close/>
                </a:path>
              </a:pathLst>
            </a:custGeom>
            <a:solidFill>
              <a:srgbClr val="6978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8" name="Freeform 2052">
              <a:extLst>
                <a:ext uri="{FF2B5EF4-FFF2-40B4-BE49-F238E27FC236}">
                  <a16:creationId xmlns:a16="http://schemas.microsoft.com/office/drawing/2014/main" id="{F46EA028-6387-4B8E-9E6E-E5AD6970532E}"/>
                </a:ext>
              </a:extLst>
            </p:cNvPr>
            <p:cNvSpPr>
              <a:spLocks/>
            </p:cNvSpPr>
            <p:nvPr/>
          </p:nvSpPr>
          <p:spPr bwMode="gray">
            <a:xfrm>
              <a:off x="8155363" y="5830171"/>
              <a:ext cx="533940" cy="37573"/>
            </a:xfrm>
            <a:custGeom>
              <a:avLst/>
              <a:gdLst>
                <a:gd name="T0" fmla="*/ 0 w 15575"/>
                <a:gd name="T1" fmla="*/ 0 h 1096"/>
                <a:gd name="T2" fmla="*/ 15575 w 15575"/>
                <a:gd name="T3" fmla="*/ 0 h 1096"/>
                <a:gd name="T4" fmla="*/ 15575 w 15575"/>
                <a:gd name="T5" fmla="*/ 1096 h 1096"/>
                <a:gd name="T6" fmla="*/ 0 w 15575"/>
                <a:gd name="T7" fmla="*/ 1096 h 1096"/>
                <a:gd name="T8" fmla="*/ 0 w 15575"/>
                <a:gd name="T9" fmla="*/ 0 h 1096"/>
                <a:gd name="T10" fmla="*/ 0 w 15575"/>
                <a:gd name="T11" fmla="*/ 0 h 10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75" h="1096">
                  <a:moveTo>
                    <a:pt x="0" y="0"/>
                  </a:moveTo>
                  <a:lnTo>
                    <a:pt x="15575" y="0"/>
                  </a:lnTo>
                  <a:lnTo>
                    <a:pt x="15575" y="1096"/>
                  </a:lnTo>
                  <a:lnTo>
                    <a:pt x="0" y="109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9" name="Freeform 2053">
              <a:extLst>
                <a:ext uri="{FF2B5EF4-FFF2-40B4-BE49-F238E27FC236}">
                  <a16:creationId xmlns:a16="http://schemas.microsoft.com/office/drawing/2014/main" id="{A150A7AF-7088-4560-8AC3-56BE921FB3A6}"/>
                </a:ext>
              </a:extLst>
            </p:cNvPr>
            <p:cNvSpPr>
              <a:spLocks/>
            </p:cNvSpPr>
            <p:nvPr/>
          </p:nvSpPr>
          <p:spPr bwMode="gray">
            <a:xfrm>
              <a:off x="8170173" y="6115979"/>
              <a:ext cx="504285" cy="22763"/>
            </a:xfrm>
            <a:custGeom>
              <a:avLst/>
              <a:gdLst>
                <a:gd name="T0" fmla="*/ 0 w 14710"/>
                <a:gd name="T1" fmla="*/ 0 h 664"/>
                <a:gd name="T2" fmla="*/ 14710 w 14710"/>
                <a:gd name="T3" fmla="*/ 0 h 664"/>
                <a:gd name="T4" fmla="*/ 14710 w 14710"/>
                <a:gd name="T5" fmla="*/ 664 h 664"/>
                <a:gd name="T6" fmla="*/ 0 w 14710"/>
                <a:gd name="T7" fmla="*/ 664 h 664"/>
                <a:gd name="T8" fmla="*/ 0 w 14710"/>
                <a:gd name="T9" fmla="*/ 0 h 664"/>
                <a:gd name="T10" fmla="*/ 0 w 14710"/>
                <a:gd name="T11" fmla="*/ 0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710" h="664">
                  <a:moveTo>
                    <a:pt x="0" y="0"/>
                  </a:moveTo>
                  <a:lnTo>
                    <a:pt x="14710" y="0"/>
                  </a:lnTo>
                  <a:lnTo>
                    <a:pt x="14710" y="664"/>
                  </a:lnTo>
                  <a:lnTo>
                    <a:pt x="0" y="66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0" name="Freeform 2054">
              <a:extLst>
                <a:ext uri="{FF2B5EF4-FFF2-40B4-BE49-F238E27FC236}">
                  <a16:creationId xmlns:a16="http://schemas.microsoft.com/office/drawing/2014/main" id="{5F1C88E2-8B2B-46CF-BBA9-1E7F82556E0B}"/>
                </a:ext>
              </a:extLst>
            </p:cNvPr>
            <p:cNvSpPr>
              <a:spLocks/>
            </p:cNvSpPr>
            <p:nvPr/>
          </p:nvSpPr>
          <p:spPr bwMode="gray">
            <a:xfrm>
              <a:off x="8068357" y="5120126"/>
              <a:ext cx="121598" cy="371821"/>
            </a:xfrm>
            <a:custGeom>
              <a:avLst/>
              <a:gdLst>
                <a:gd name="T0" fmla="*/ 1240 w 3547"/>
                <a:gd name="T1" fmla="*/ 0 h 10846"/>
                <a:gd name="T2" fmla="*/ 317 w 3547"/>
                <a:gd name="T3" fmla="*/ 5135 h 10846"/>
                <a:gd name="T4" fmla="*/ 0 w 3547"/>
                <a:gd name="T5" fmla="*/ 8106 h 10846"/>
                <a:gd name="T6" fmla="*/ 548 w 3547"/>
                <a:gd name="T7" fmla="*/ 10846 h 10846"/>
                <a:gd name="T8" fmla="*/ 2538 w 3547"/>
                <a:gd name="T9" fmla="*/ 10846 h 10846"/>
                <a:gd name="T10" fmla="*/ 3547 w 3547"/>
                <a:gd name="T11" fmla="*/ 8798 h 10846"/>
                <a:gd name="T12" fmla="*/ 3547 w 3547"/>
                <a:gd name="T13" fmla="*/ 0 h 10846"/>
                <a:gd name="T14" fmla="*/ 1240 w 3547"/>
                <a:gd name="T15" fmla="*/ 0 h 108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547" h="10846">
                  <a:moveTo>
                    <a:pt x="1240" y="0"/>
                  </a:moveTo>
                  <a:lnTo>
                    <a:pt x="317" y="5135"/>
                  </a:lnTo>
                  <a:lnTo>
                    <a:pt x="0" y="8106"/>
                  </a:lnTo>
                  <a:lnTo>
                    <a:pt x="548" y="10846"/>
                  </a:lnTo>
                  <a:lnTo>
                    <a:pt x="2538" y="10846"/>
                  </a:lnTo>
                  <a:lnTo>
                    <a:pt x="3547" y="8798"/>
                  </a:lnTo>
                  <a:lnTo>
                    <a:pt x="3547" y="0"/>
                  </a:lnTo>
                  <a:lnTo>
                    <a:pt x="1240" y="0"/>
                  </a:ln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1" name="Freeform 2055">
              <a:extLst>
                <a:ext uri="{FF2B5EF4-FFF2-40B4-BE49-F238E27FC236}">
                  <a16:creationId xmlns:a16="http://schemas.microsoft.com/office/drawing/2014/main" id="{B0D47087-92C7-40DF-8B56-F4E80332B37E}"/>
                </a:ext>
              </a:extLst>
            </p:cNvPr>
            <p:cNvSpPr>
              <a:spLocks/>
            </p:cNvSpPr>
            <p:nvPr/>
          </p:nvSpPr>
          <p:spPr bwMode="gray">
            <a:xfrm>
              <a:off x="8155363" y="5455367"/>
              <a:ext cx="31642" cy="884129"/>
            </a:xfrm>
            <a:custGeom>
              <a:avLst/>
              <a:gdLst>
                <a:gd name="T0" fmla="*/ 0 w 923"/>
                <a:gd name="T1" fmla="*/ 0 h 25790"/>
                <a:gd name="T2" fmla="*/ 923 w 923"/>
                <a:gd name="T3" fmla="*/ 0 h 25790"/>
                <a:gd name="T4" fmla="*/ 923 w 923"/>
                <a:gd name="T5" fmla="*/ 25790 h 25790"/>
                <a:gd name="T6" fmla="*/ 0 w 923"/>
                <a:gd name="T7" fmla="*/ 25790 h 25790"/>
                <a:gd name="T8" fmla="*/ 0 w 923"/>
                <a:gd name="T9" fmla="*/ 0 h 25790"/>
                <a:gd name="T10" fmla="*/ 0 w 923"/>
                <a:gd name="T11" fmla="*/ 0 h 25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3" h="25790">
                  <a:moveTo>
                    <a:pt x="0" y="0"/>
                  </a:moveTo>
                  <a:lnTo>
                    <a:pt x="923" y="0"/>
                  </a:lnTo>
                  <a:lnTo>
                    <a:pt x="923" y="25790"/>
                  </a:lnTo>
                  <a:lnTo>
                    <a:pt x="0" y="257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2" name="Freeform 2056">
              <a:extLst>
                <a:ext uri="{FF2B5EF4-FFF2-40B4-BE49-F238E27FC236}">
                  <a16:creationId xmlns:a16="http://schemas.microsoft.com/office/drawing/2014/main" id="{63291F21-D514-44AF-B702-30C463488FC2}"/>
                </a:ext>
              </a:extLst>
            </p:cNvPr>
            <p:cNvSpPr>
              <a:spLocks/>
            </p:cNvSpPr>
            <p:nvPr/>
          </p:nvSpPr>
          <p:spPr bwMode="gray">
            <a:xfrm>
              <a:off x="8658654" y="5455367"/>
              <a:ext cx="30648" cy="884129"/>
            </a:xfrm>
            <a:custGeom>
              <a:avLst/>
              <a:gdLst>
                <a:gd name="T0" fmla="*/ 0 w 894"/>
                <a:gd name="T1" fmla="*/ 0 h 25790"/>
                <a:gd name="T2" fmla="*/ 894 w 894"/>
                <a:gd name="T3" fmla="*/ 0 h 25790"/>
                <a:gd name="T4" fmla="*/ 894 w 894"/>
                <a:gd name="T5" fmla="*/ 25790 h 25790"/>
                <a:gd name="T6" fmla="*/ 0 w 894"/>
                <a:gd name="T7" fmla="*/ 25790 h 25790"/>
                <a:gd name="T8" fmla="*/ 0 w 894"/>
                <a:gd name="T9" fmla="*/ 0 h 25790"/>
                <a:gd name="T10" fmla="*/ 0 w 894"/>
                <a:gd name="T11" fmla="*/ 0 h 25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4" h="25790">
                  <a:moveTo>
                    <a:pt x="0" y="0"/>
                  </a:moveTo>
                  <a:lnTo>
                    <a:pt x="894" y="0"/>
                  </a:lnTo>
                  <a:lnTo>
                    <a:pt x="894" y="25790"/>
                  </a:lnTo>
                  <a:lnTo>
                    <a:pt x="0" y="257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3" name="Freeform 2057">
              <a:extLst>
                <a:ext uri="{FF2B5EF4-FFF2-40B4-BE49-F238E27FC236}">
                  <a16:creationId xmlns:a16="http://schemas.microsoft.com/office/drawing/2014/main" id="{57C79B19-C7F9-4336-A571-5F550FC57197}"/>
                </a:ext>
              </a:extLst>
            </p:cNvPr>
            <p:cNvSpPr>
              <a:spLocks/>
            </p:cNvSpPr>
            <p:nvPr/>
          </p:nvSpPr>
          <p:spPr bwMode="gray">
            <a:xfrm>
              <a:off x="8155363" y="5246696"/>
              <a:ext cx="533940" cy="208673"/>
            </a:xfrm>
            <a:custGeom>
              <a:avLst/>
              <a:gdLst>
                <a:gd name="T0" fmla="*/ 404 w 540"/>
                <a:gd name="T1" fmla="*/ 0 h 211"/>
                <a:gd name="T2" fmla="*/ 136 w 540"/>
                <a:gd name="T3" fmla="*/ 0 h 211"/>
                <a:gd name="T4" fmla="*/ 0 w 540"/>
                <a:gd name="T5" fmla="*/ 119 h 211"/>
                <a:gd name="T6" fmla="*/ 0 w 540"/>
                <a:gd name="T7" fmla="*/ 211 h 211"/>
                <a:gd name="T8" fmla="*/ 540 w 540"/>
                <a:gd name="T9" fmla="*/ 211 h 211"/>
                <a:gd name="T10" fmla="*/ 540 w 540"/>
                <a:gd name="T11" fmla="*/ 119 h 211"/>
                <a:gd name="T12" fmla="*/ 404 w 540"/>
                <a:gd name="T13" fmla="*/ 0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0" h="211">
                  <a:moveTo>
                    <a:pt x="404" y="0"/>
                  </a:moveTo>
                  <a:cubicBezTo>
                    <a:pt x="136" y="0"/>
                    <a:pt x="136" y="0"/>
                    <a:pt x="136" y="0"/>
                  </a:cubicBezTo>
                  <a:cubicBezTo>
                    <a:pt x="61" y="0"/>
                    <a:pt x="0" y="53"/>
                    <a:pt x="0" y="119"/>
                  </a:cubicBezTo>
                  <a:cubicBezTo>
                    <a:pt x="0" y="211"/>
                    <a:pt x="0" y="211"/>
                    <a:pt x="0" y="211"/>
                  </a:cubicBezTo>
                  <a:cubicBezTo>
                    <a:pt x="540" y="211"/>
                    <a:pt x="540" y="211"/>
                    <a:pt x="540" y="211"/>
                  </a:cubicBezTo>
                  <a:cubicBezTo>
                    <a:pt x="540" y="119"/>
                    <a:pt x="540" y="119"/>
                    <a:pt x="540" y="119"/>
                  </a:cubicBezTo>
                  <a:cubicBezTo>
                    <a:pt x="540" y="53"/>
                    <a:pt x="479" y="0"/>
                    <a:pt x="404" y="0"/>
                  </a:cubicBez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4" name="Freeform 2058">
              <a:extLst>
                <a:ext uri="{FF2B5EF4-FFF2-40B4-BE49-F238E27FC236}">
                  <a16:creationId xmlns:a16="http://schemas.microsoft.com/office/drawing/2014/main" id="{CDAED7E9-E4C4-4B67-A75D-A2CCCD25AC22}"/>
                </a:ext>
              </a:extLst>
            </p:cNvPr>
            <p:cNvSpPr>
              <a:spLocks/>
            </p:cNvSpPr>
            <p:nvPr/>
          </p:nvSpPr>
          <p:spPr bwMode="gray">
            <a:xfrm>
              <a:off x="8609220" y="5142856"/>
              <a:ext cx="118649" cy="349091"/>
            </a:xfrm>
            <a:custGeom>
              <a:avLst/>
              <a:gdLst>
                <a:gd name="T0" fmla="*/ 3288 w 3461"/>
                <a:gd name="T1" fmla="*/ 6578 h 10183"/>
                <a:gd name="T2" fmla="*/ 3461 w 3461"/>
                <a:gd name="T3" fmla="*/ 0 h 10183"/>
                <a:gd name="T4" fmla="*/ 259 w 3461"/>
                <a:gd name="T5" fmla="*/ 29 h 10183"/>
                <a:gd name="T6" fmla="*/ 778 w 3461"/>
                <a:gd name="T7" fmla="*/ 5366 h 10183"/>
                <a:gd name="T8" fmla="*/ 0 w 3461"/>
                <a:gd name="T9" fmla="*/ 7933 h 10183"/>
                <a:gd name="T10" fmla="*/ 634 w 3461"/>
                <a:gd name="T11" fmla="*/ 10183 h 10183"/>
                <a:gd name="T12" fmla="*/ 2048 w 3461"/>
                <a:gd name="T13" fmla="*/ 9001 h 10183"/>
                <a:gd name="T14" fmla="*/ 3288 w 3461"/>
                <a:gd name="T15" fmla="*/ 6578 h 10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461" h="10183">
                  <a:moveTo>
                    <a:pt x="3288" y="6578"/>
                  </a:moveTo>
                  <a:lnTo>
                    <a:pt x="3461" y="0"/>
                  </a:lnTo>
                  <a:lnTo>
                    <a:pt x="259" y="29"/>
                  </a:lnTo>
                  <a:lnTo>
                    <a:pt x="778" y="5366"/>
                  </a:lnTo>
                  <a:lnTo>
                    <a:pt x="0" y="7933"/>
                  </a:lnTo>
                  <a:lnTo>
                    <a:pt x="634" y="10183"/>
                  </a:lnTo>
                  <a:lnTo>
                    <a:pt x="2048" y="9001"/>
                  </a:lnTo>
                  <a:lnTo>
                    <a:pt x="3288" y="6578"/>
                  </a:ln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5" name="Freeform 2059">
              <a:extLst>
                <a:ext uri="{FF2B5EF4-FFF2-40B4-BE49-F238E27FC236}">
                  <a16:creationId xmlns:a16="http://schemas.microsoft.com/office/drawing/2014/main" id="{58EE1ED2-6C6B-4591-B1AE-4875AD96AD97}"/>
                </a:ext>
              </a:extLst>
            </p:cNvPr>
            <p:cNvSpPr>
              <a:spLocks/>
            </p:cNvSpPr>
            <p:nvPr/>
          </p:nvSpPr>
          <p:spPr bwMode="gray">
            <a:xfrm>
              <a:off x="8207746" y="4515875"/>
              <a:ext cx="403428" cy="619095"/>
            </a:xfrm>
            <a:custGeom>
              <a:avLst/>
              <a:gdLst>
                <a:gd name="T0" fmla="*/ 374 w 408"/>
                <a:gd name="T1" fmla="*/ 100 h 626"/>
                <a:gd name="T2" fmla="*/ 216 w 408"/>
                <a:gd name="T3" fmla="*/ 0 h 626"/>
                <a:gd name="T4" fmla="*/ 207 w 408"/>
                <a:gd name="T5" fmla="*/ 0 h 626"/>
                <a:gd name="T6" fmla="*/ 205 w 408"/>
                <a:gd name="T7" fmla="*/ 0 h 626"/>
                <a:gd name="T8" fmla="*/ 196 w 408"/>
                <a:gd name="T9" fmla="*/ 0 h 626"/>
                <a:gd name="T10" fmla="*/ 38 w 408"/>
                <a:gd name="T11" fmla="*/ 100 h 626"/>
                <a:gd name="T12" fmla="*/ 26 w 408"/>
                <a:gd name="T13" fmla="*/ 558 h 626"/>
                <a:gd name="T14" fmla="*/ 154 w 408"/>
                <a:gd name="T15" fmla="*/ 626 h 626"/>
                <a:gd name="T16" fmla="*/ 205 w 408"/>
                <a:gd name="T17" fmla="*/ 626 h 626"/>
                <a:gd name="T18" fmla="*/ 207 w 408"/>
                <a:gd name="T19" fmla="*/ 626 h 626"/>
                <a:gd name="T20" fmla="*/ 259 w 408"/>
                <a:gd name="T21" fmla="*/ 626 h 626"/>
                <a:gd name="T22" fmla="*/ 382 w 408"/>
                <a:gd name="T23" fmla="*/ 558 h 626"/>
                <a:gd name="T24" fmla="*/ 374 w 408"/>
                <a:gd name="T25" fmla="*/ 100 h 6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8" h="626">
                  <a:moveTo>
                    <a:pt x="374" y="100"/>
                  </a:moveTo>
                  <a:cubicBezTo>
                    <a:pt x="342" y="40"/>
                    <a:pt x="287" y="0"/>
                    <a:pt x="216" y="0"/>
                  </a:cubicBezTo>
                  <a:cubicBezTo>
                    <a:pt x="207" y="0"/>
                    <a:pt x="207" y="0"/>
                    <a:pt x="207" y="0"/>
                  </a:cubicBezTo>
                  <a:cubicBezTo>
                    <a:pt x="205" y="0"/>
                    <a:pt x="205" y="0"/>
                    <a:pt x="205" y="0"/>
                  </a:cubicBezTo>
                  <a:cubicBezTo>
                    <a:pt x="196" y="0"/>
                    <a:pt x="196" y="0"/>
                    <a:pt x="196" y="0"/>
                  </a:cubicBezTo>
                  <a:cubicBezTo>
                    <a:pt x="127" y="0"/>
                    <a:pt x="70" y="40"/>
                    <a:pt x="38" y="100"/>
                  </a:cubicBezTo>
                  <a:cubicBezTo>
                    <a:pt x="8" y="156"/>
                    <a:pt x="0" y="495"/>
                    <a:pt x="26" y="558"/>
                  </a:cubicBezTo>
                  <a:cubicBezTo>
                    <a:pt x="47" y="610"/>
                    <a:pt x="95" y="626"/>
                    <a:pt x="154" y="626"/>
                  </a:cubicBezTo>
                  <a:cubicBezTo>
                    <a:pt x="205" y="626"/>
                    <a:pt x="205" y="626"/>
                    <a:pt x="205" y="626"/>
                  </a:cubicBezTo>
                  <a:cubicBezTo>
                    <a:pt x="207" y="626"/>
                    <a:pt x="207" y="626"/>
                    <a:pt x="207" y="626"/>
                  </a:cubicBezTo>
                  <a:cubicBezTo>
                    <a:pt x="259" y="626"/>
                    <a:pt x="259" y="626"/>
                    <a:pt x="259" y="626"/>
                  </a:cubicBezTo>
                  <a:cubicBezTo>
                    <a:pt x="317" y="626"/>
                    <a:pt x="361" y="610"/>
                    <a:pt x="382" y="558"/>
                  </a:cubicBezTo>
                  <a:cubicBezTo>
                    <a:pt x="408" y="495"/>
                    <a:pt x="404" y="156"/>
                    <a:pt x="374" y="100"/>
                  </a:cubicBezTo>
                  <a:close/>
                </a:path>
              </a:pathLst>
            </a:custGeom>
            <a:solidFill>
              <a:srgbClr val="D7D7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6" name="Freeform 2060">
              <a:extLst>
                <a:ext uri="{FF2B5EF4-FFF2-40B4-BE49-F238E27FC236}">
                  <a16:creationId xmlns:a16="http://schemas.microsoft.com/office/drawing/2014/main" id="{06D660E2-D0CC-4918-99B1-87ACA6EF8035}"/>
                </a:ext>
              </a:extLst>
            </p:cNvPr>
            <p:cNvSpPr>
              <a:spLocks/>
            </p:cNvSpPr>
            <p:nvPr/>
          </p:nvSpPr>
          <p:spPr bwMode="gray">
            <a:xfrm>
              <a:off x="8084160" y="4914435"/>
              <a:ext cx="651628" cy="638842"/>
            </a:xfrm>
            <a:custGeom>
              <a:avLst/>
              <a:gdLst>
                <a:gd name="T0" fmla="*/ 513 w 659"/>
                <a:gd name="T1" fmla="*/ 410 h 646"/>
                <a:gd name="T2" fmla="*/ 557 w 659"/>
                <a:gd name="T3" fmla="*/ 645 h 646"/>
                <a:gd name="T4" fmla="*/ 108 w 659"/>
                <a:gd name="T5" fmla="*/ 646 h 646"/>
                <a:gd name="T6" fmla="*/ 157 w 659"/>
                <a:gd name="T7" fmla="*/ 410 h 646"/>
                <a:gd name="T8" fmla="*/ 117 w 659"/>
                <a:gd name="T9" fmla="*/ 282 h 646"/>
                <a:gd name="T10" fmla="*/ 11 w 659"/>
                <a:gd name="T11" fmla="*/ 269 h 646"/>
                <a:gd name="T12" fmla="*/ 102 w 659"/>
                <a:gd name="T13" fmla="*/ 60 h 646"/>
                <a:gd name="T14" fmla="*/ 252 w 659"/>
                <a:gd name="T15" fmla="*/ 0 h 646"/>
                <a:gd name="T16" fmla="*/ 322 w 659"/>
                <a:gd name="T17" fmla="*/ 46 h 646"/>
                <a:gd name="T18" fmla="*/ 346 w 659"/>
                <a:gd name="T19" fmla="*/ 45 h 646"/>
                <a:gd name="T20" fmla="*/ 416 w 659"/>
                <a:gd name="T21" fmla="*/ 0 h 646"/>
                <a:gd name="T22" fmla="*/ 568 w 659"/>
                <a:gd name="T23" fmla="*/ 60 h 646"/>
                <a:gd name="T24" fmla="*/ 659 w 659"/>
                <a:gd name="T25" fmla="*/ 269 h 646"/>
                <a:gd name="T26" fmla="*/ 553 w 659"/>
                <a:gd name="T27" fmla="*/ 282 h 646"/>
                <a:gd name="T28" fmla="*/ 552 w 659"/>
                <a:gd name="T29" fmla="*/ 282 h 646"/>
                <a:gd name="T30" fmla="*/ 513 w 659"/>
                <a:gd name="T31" fmla="*/ 410 h 646"/>
                <a:gd name="T32" fmla="*/ 513 w 659"/>
                <a:gd name="T33" fmla="*/ 410 h 6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59" h="646">
                  <a:moveTo>
                    <a:pt x="513" y="410"/>
                  </a:moveTo>
                  <a:cubicBezTo>
                    <a:pt x="557" y="645"/>
                    <a:pt x="557" y="645"/>
                    <a:pt x="557" y="645"/>
                  </a:cubicBezTo>
                  <a:cubicBezTo>
                    <a:pt x="108" y="646"/>
                    <a:pt x="108" y="646"/>
                    <a:pt x="108" y="646"/>
                  </a:cubicBezTo>
                  <a:cubicBezTo>
                    <a:pt x="157" y="410"/>
                    <a:pt x="157" y="410"/>
                    <a:pt x="157" y="410"/>
                  </a:cubicBezTo>
                  <a:cubicBezTo>
                    <a:pt x="117" y="282"/>
                    <a:pt x="117" y="282"/>
                    <a:pt x="117" y="282"/>
                  </a:cubicBezTo>
                  <a:cubicBezTo>
                    <a:pt x="11" y="269"/>
                    <a:pt x="11" y="269"/>
                    <a:pt x="11" y="269"/>
                  </a:cubicBezTo>
                  <a:cubicBezTo>
                    <a:pt x="11" y="269"/>
                    <a:pt x="0" y="102"/>
                    <a:pt x="102" y="60"/>
                  </a:cubicBezTo>
                  <a:cubicBezTo>
                    <a:pt x="238" y="4"/>
                    <a:pt x="252" y="0"/>
                    <a:pt x="252" y="0"/>
                  </a:cubicBezTo>
                  <a:cubicBezTo>
                    <a:pt x="322" y="46"/>
                    <a:pt x="322" y="46"/>
                    <a:pt x="322" y="46"/>
                  </a:cubicBezTo>
                  <a:cubicBezTo>
                    <a:pt x="346" y="45"/>
                    <a:pt x="346" y="45"/>
                    <a:pt x="346" y="45"/>
                  </a:cubicBezTo>
                  <a:cubicBezTo>
                    <a:pt x="416" y="0"/>
                    <a:pt x="416" y="0"/>
                    <a:pt x="416" y="0"/>
                  </a:cubicBezTo>
                  <a:cubicBezTo>
                    <a:pt x="568" y="60"/>
                    <a:pt x="568" y="60"/>
                    <a:pt x="568" y="60"/>
                  </a:cubicBezTo>
                  <a:cubicBezTo>
                    <a:pt x="646" y="134"/>
                    <a:pt x="659" y="269"/>
                    <a:pt x="659" y="269"/>
                  </a:cubicBezTo>
                  <a:cubicBezTo>
                    <a:pt x="553" y="282"/>
                    <a:pt x="553" y="282"/>
                    <a:pt x="553" y="282"/>
                  </a:cubicBezTo>
                  <a:cubicBezTo>
                    <a:pt x="552" y="282"/>
                    <a:pt x="552" y="282"/>
                    <a:pt x="552" y="282"/>
                  </a:cubicBezTo>
                  <a:cubicBezTo>
                    <a:pt x="513" y="410"/>
                    <a:pt x="513" y="410"/>
                    <a:pt x="513" y="410"/>
                  </a:cubicBezTo>
                  <a:cubicBezTo>
                    <a:pt x="513" y="410"/>
                    <a:pt x="513" y="410"/>
                    <a:pt x="513" y="410"/>
                  </a:cubicBezTo>
                  <a:close/>
                </a:path>
              </a:pathLst>
            </a:custGeom>
            <a:solidFill>
              <a:srgbClr val="8796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7" name="Freeform 2061">
              <a:extLst>
                <a:ext uri="{FF2B5EF4-FFF2-40B4-BE49-F238E27FC236}">
                  <a16:creationId xmlns:a16="http://schemas.microsoft.com/office/drawing/2014/main" id="{5F63D238-BF05-4572-ACC8-8EAADB13EF1C}"/>
                </a:ext>
              </a:extLst>
            </p:cNvPr>
            <p:cNvSpPr>
              <a:spLocks/>
            </p:cNvSpPr>
            <p:nvPr/>
          </p:nvSpPr>
          <p:spPr bwMode="gray">
            <a:xfrm>
              <a:off x="8200856" y="5577994"/>
              <a:ext cx="430099" cy="196812"/>
            </a:xfrm>
            <a:custGeom>
              <a:avLst/>
              <a:gdLst>
                <a:gd name="T0" fmla="*/ 393 w 435"/>
                <a:gd name="T1" fmla="*/ 199 h 199"/>
                <a:gd name="T2" fmla="*/ 41 w 435"/>
                <a:gd name="T3" fmla="*/ 199 h 199"/>
                <a:gd name="T4" fmla="*/ 0 w 435"/>
                <a:gd name="T5" fmla="*/ 159 h 199"/>
                <a:gd name="T6" fmla="*/ 0 w 435"/>
                <a:gd name="T7" fmla="*/ 0 h 199"/>
                <a:gd name="T8" fmla="*/ 435 w 435"/>
                <a:gd name="T9" fmla="*/ 0 h 199"/>
                <a:gd name="T10" fmla="*/ 435 w 435"/>
                <a:gd name="T11" fmla="*/ 159 h 199"/>
                <a:gd name="T12" fmla="*/ 393 w 435"/>
                <a:gd name="T13" fmla="*/ 199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35" h="199">
                  <a:moveTo>
                    <a:pt x="393" y="199"/>
                  </a:moveTo>
                  <a:cubicBezTo>
                    <a:pt x="41" y="199"/>
                    <a:pt x="41" y="199"/>
                    <a:pt x="41" y="199"/>
                  </a:cubicBezTo>
                  <a:cubicBezTo>
                    <a:pt x="25" y="183"/>
                    <a:pt x="16" y="175"/>
                    <a:pt x="0" y="15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35" y="0"/>
                    <a:pt x="435" y="0"/>
                    <a:pt x="435" y="0"/>
                  </a:cubicBezTo>
                  <a:cubicBezTo>
                    <a:pt x="435" y="159"/>
                    <a:pt x="435" y="159"/>
                    <a:pt x="435" y="159"/>
                  </a:cubicBezTo>
                  <a:cubicBezTo>
                    <a:pt x="419" y="175"/>
                    <a:pt x="409" y="183"/>
                    <a:pt x="393" y="199"/>
                  </a:cubicBezTo>
                  <a:close/>
                </a:path>
              </a:pathLst>
            </a:custGeom>
            <a:solidFill>
              <a:srgbClr val="37500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8" name="Freeform 2062">
              <a:extLst>
                <a:ext uri="{FF2B5EF4-FFF2-40B4-BE49-F238E27FC236}">
                  <a16:creationId xmlns:a16="http://schemas.microsoft.com/office/drawing/2014/main" id="{C084FF0D-6405-44D2-B80B-F09A48207C39}"/>
                </a:ext>
              </a:extLst>
            </p:cNvPr>
            <p:cNvSpPr>
              <a:spLocks/>
            </p:cNvSpPr>
            <p:nvPr/>
          </p:nvSpPr>
          <p:spPr bwMode="gray">
            <a:xfrm>
              <a:off x="8182069" y="5565138"/>
              <a:ext cx="465719" cy="54405"/>
            </a:xfrm>
            <a:custGeom>
              <a:avLst/>
              <a:gdLst>
                <a:gd name="T0" fmla="*/ 13585 w 13585"/>
                <a:gd name="T1" fmla="*/ 1587 h 1587"/>
                <a:gd name="T2" fmla="*/ 0 w 13585"/>
                <a:gd name="T3" fmla="*/ 1587 h 1587"/>
                <a:gd name="T4" fmla="*/ 346 w 13585"/>
                <a:gd name="T5" fmla="*/ 0 h 1587"/>
                <a:gd name="T6" fmla="*/ 13210 w 13585"/>
                <a:gd name="T7" fmla="*/ 0 h 1587"/>
                <a:gd name="T8" fmla="*/ 13585 w 13585"/>
                <a:gd name="T9" fmla="*/ 1587 h 15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585" h="1587">
                  <a:moveTo>
                    <a:pt x="13585" y="1587"/>
                  </a:moveTo>
                  <a:lnTo>
                    <a:pt x="0" y="1587"/>
                  </a:lnTo>
                  <a:lnTo>
                    <a:pt x="346" y="0"/>
                  </a:lnTo>
                  <a:lnTo>
                    <a:pt x="13210" y="0"/>
                  </a:lnTo>
                  <a:lnTo>
                    <a:pt x="13585" y="1587"/>
                  </a:lnTo>
                  <a:close/>
                </a:path>
              </a:pathLst>
            </a:custGeom>
            <a:solidFill>
              <a:srgbClr val="647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9" name="Freeform 2063">
              <a:extLst>
                <a:ext uri="{FF2B5EF4-FFF2-40B4-BE49-F238E27FC236}">
                  <a16:creationId xmlns:a16="http://schemas.microsoft.com/office/drawing/2014/main" id="{CDDCC23D-1AF2-42B7-9E6B-4D5FF3815CE3}"/>
                </a:ext>
              </a:extLst>
            </p:cNvPr>
            <p:cNvSpPr>
              <a:spLocks/>
            </p:cNvSpPr>
            <p:nvPr/>
          </p:nvSpPr>
          <p:spPr bwMode="gray">
            <a:xfrm>
              <a:off x="8193931" y="5596780"/>
              <a:ext cx="403428" cy="624032"/>
            </a:xfrm>
            <a:custGeom>
              <a:avLst/>
              <a:gdLst>
                <a:gd name="T0" fmla="*/ 274 w 408"/>
                <a:gd name="T1" fmla="*/ 16 h 631"/>
                <a:gd name="T2" fmla="*/ 0 w 408"/>
                <a:gd name="T3" fmla="*/ 586 h 631"/>
                <a:gd name="T4" fmla="*/ 92 w 408"/>
                <a:gd name="T5" fmla="*/ 631 h 631"/>
                <a:gd name="T6" fmla="*/ 387 w 408"/>
                <a:gd name="T7" fmla="*/ 133 h 631"/>
                <a:gd name="T8" fmla="*/ 388 w 408"/>
                <a:gd name="T9" fmla="*/ 131 h 631"/>
                <a:gd name="T10" fmla="*/ 408 w 408"/>
                <a:gd name="T11" fmla="*/ 90 h 631"/>
                <a:gd name="T12" fmla="*/ 394 w 408"/>
                <a:gd name="T13" fmla="*/ 38 h 631"/>
                <a:gd name="T14" fmla="*/ 313 w 408"/>
                <a:gd name="T15" fmla="*/ 0 h 631"/>
                <a:gd name="T16" fmla="*/ 274 w 408"/>
                <a:gd name="T17" fmla="*/ 16 h 6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8" h="631">
                  <a:moveTo>
                    <a:pt x="274" y="16"/>
                  </a:moveTo>
                  <a:cubicBezTo>
                    <a:pt x="0" y="586"/>
                    <a:pt x="0" y="586"/>
                    <a:pt x="0" y="586"/>
                  </a:cubicBezTo>
                  <a:cubicBezTo>
                    <a:pt x="92" y="631"/>
                    <a:pt x="92" y="631"/>
                    <a:pt x="92" y="631"/>
                  </a:cubicBezTo>
                  <a:cubicBezTo>
                    <a:pt x="387" y="133"/>
                    <a:pt x="387" y="133"/>
                    <a:pt x="387" y="133"/>
                  </a:cubicBezTo>
                  <a:cubicBezTo>
                    <a:pt x="387" y="132"/>
                    <a:pt x="388" y="132"/>
                    <a:pt x="388" y="131"/>
                  </a:cubicBezTo>
                  <a:cubicBezTo>
                    <a:pt x="408" y="90"/>
                    <a:pt x="408" y="90"/>
                    <a:pt x="408" y="90"/>
                  </a:cubicBezTo>
                  <a:cubicBezTo>
                    <a:pt x="402" y="70"/>
                    <a:pt x="399" y="59"/>
                    <a:pt x="394" y="38"/>
                  </a:cubicBezTo>
                  <a:cubicBezTo>
                    <a:pt x="313" y="0"/>
                    <a:pt x="313" y="0"/>
                    <a:pt x="313" y="0"/>
                  </a:cubicBezTo>
                  <a:cubicBezTo>
                    <a:pt x="298" y="6"/>
                    <a:pt x="290" y="10"/>
                    <a:pt x="274" y="16"/>
                  </a:cubicBezTo>
                  <a:close/>
                </a:path>
              </a:pathLst>
            </a:custGeom>
            <a:solidFill>
              <a:srgbClr val="B9B9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0" name="Freeform 2064">
              <a:extLst>
                <a:ext uri="{FF2B5EF4-FFF2-40B4-BE49-F238E27FC236}">
                  <a16:creationId xmlns:a16="http://schemas.microsoft.com/office/drawing/2014/main" id="{02248A3D-353F-4752-B6F2-3B0484F661D9}"/>
                </a:ext>
              </a:extLst>
            </p:cNvPr>
            <p:cNvSpPr>
              <a:spLocks/>
            </p:cNvSpPr>
            <p:nvPr/>
          </p:nvSpPr>
          <p:spPr bwMode="gray">
            <a:xfrm>
              <a:off x="8162289" y="6108059"/>
              <a:ext cx="159170" cy="135482"/>
            </a:xfrm>
            <a:custGeom>
              <a:avLst/>
              <a:gdLst>
                <a:gd name="T0" fmla="*/ 4643 w 4643"/>
                <a:gd name="T1" fmla="*/ 3952 h 3952"/>
                <a:gd name="T2" fmla="*/ 0 w 4643"/>
                <a:gd name="T3" fmla="*/ 1904 h 3952"/>
                <a:gd name="T4" fmla="*/ 57 w 4643"/>
                <a:gd name="T5" fmla="*/ 1789 h 3952"/>
                <a:gd name="T6" fmla="*/ 1788 w 4643"/>
                <a:gd name="T7" fmla="*/ 0 h 3952"/>
                <a:gd name="T8" fmla="*/ 4586 w 4643"/>
                <a:gd name="T9" fmla="*/ 1241 h 3952"/>
                <a:gd name="T10" fmla="*/ 4643 w 4643"/>
                <a:gd name="T11" fmla="*/ 3952 h 3952"/>
                <a:gd name="T12" fmla="*/ 4643 w 4643"/>
                <a:gd name="T13" fmla="*/ 3952 h 3952"/>
                <a:gd name="T14" fmla="*/ 4643 w 4643"/>
                <a:gd name="T15" fmla="*/ 3952 h 3952"/>
                <a:gd name="T16" fmla="*/ 4643 w 4643"/>
                <a:gd name="T17" fmla="*/ 3952 h 3952"/>
                <a:gd name="T18" fmla="*/ 4643 w 4643"/>
                <a:gd name="T19" fmla="*/ 3952 h 39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643" h="3952">
                  <a:moveTo>
                    <a:pt x="4643" y="3952"/>
                  </a:moveTo>
                  <a:lnTo>
                    <a:pt x="0" y="1904"/>
                  </a:lnTo>
                  <a:lnTo>
                    <a:pt x="57" y="1789"/>
                  </a:lnTo>
                  <a:lnTo>
                    <a:pt x="1788" y="0"/>
                  </a:lnTo>
                  <a:lnTo>
                    <a:pt x="4586" y="1241"/>
                  </a:lnTo>
                  <a:lnTo>
                    <a:pt x="4643" y="3952"/>
                  </a:lnTo>
                  <a:lnTo>
                    <a:pt x="4643" y="3952"/>
                  </a:lnTo>
                  <a:lnTo>
                    <a:pt x="4643" y="3952"/>
                  </a:lnTo>
                  <a:lnTo>
                    <a:pt x="4643" y="3952"/>
                  </a:lnTo>
                  <a:lnTo>
                    <a:pt x="4643" y="3952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1" name="Freeform 2065">
              <a:extLst>
                <a:ext uri="{FF2B5EF4-FFF2-40B4-BE49-F238E27FC236}">
                  <a16:creationId xmlns:a16="http://schemas.microsoft.com/office/drawing/2014/main" id="{72124AB1-6FA9-479D-AD4A-93346B071277}"/>
                </a:ext>
              </a:extLst>
            </p:cNvPr>
            <p:cNvSpPr>
              <a:spLocks/>
            </p:cNvSpPr>
            <p:nvPr/>
          </p:nvSpPr>
          <p:spPr bwMode="gray">
            <a:xfrm>
              <a:off x="8272025" y="5631404"/>
              <a:ext cx="150291" cy="708091"/>
            </a:xfrm>
            <a:custGeom>
              <a:avLst/>
              <a:gdLst>
                <a:gd name="T0" fmla="*/ 0 w 152"/>
                <a:gd name="T1" fmla="*/ 46 h 716"/>
                <a:gd name="T2" fmla="*/ 0 w 152"/>
                <a:gd name="T3" fmla="*/ 93 h 716"/>
                <a:gd name="T4" fmla="*/ 1 w 152"/>
                <a:gd name="T5" fmla="*/ 95 h 716"/>
                <a:gd name="T6" fmla="*/ 49 w 152"/>
                <a:gd name="T7" fmla="*/ 716 h 716"/>
                <a:gd name="T8" fmla="*/ 152 w 152"/>
                <a:gd name="T9" fmla="*/ 716 h 716"/>
                <a:gd name="T10" fmla="*/ 152 w 152"/>
                <a:gd name="T11" fmla="*/ 37 h 716"/>
                <a:gd name="T12" fmla="*/ 122 w 152"/>
                <a:gd name="T13" fmla="*/ 0 h 716"/>
                <a:gd name="T14" fmla="*/ 37 w 152"/>
                <a:gd name="T15" fmla="*/ 0 h 716"/>
                <a:gd name="T16" fmla="*/ 0 w 152"/>
                <a:gd name="T17" fmla="*/ 46 h 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2" h="716">
                  <a:moveTo>
                    <a:pt x="0" y="46"/>
                  </a:moveTo>
                  <a:cubicBezTo>
                    <a:pt x="0" y="93"/>
                    <a:pt x="0" y="93"/>
                    <a:pt x="0" y="93"/>
                  </a:cubicBezTo>
                  <a:cubicBezTo>
                    <a:pt x="0" y="94"/>
                    <a:pt x="1" y="95"/>
                    <a:pt x="1" y="95"/>
                  </a:cubicBezTo>
                  <a:cubicBezTo>
                    <a:pt x="49" y="716"/>
                    <a:pt x="49" y="716"/>
                    <a:pt x="49" y="716"/>
                  </a:cubicBezTo>
                  <a:cubicBezTo>
                    <a:pt x="152" y="716"/>
                    <a:pt x="152" y="716"/>
                    <a:pt x="152" y="716"/>
                  </a:cubicBezTo>
                  <a:cubicBezTo>
                    <a:pt x="152" y="37"/>
                    <a:pt x="152" y="37"/>
                    <a:pt x="152" y="37"/>
                  </a:cubicBezTo>
                  <a:cubicBezTo>
                    <a:pt x="140" y="22"/>
                    <a:pt x="134" y="14"/>
                    <a:pt x="122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23" y="18"/>
                    <a:pt x="15" y="28"/>
                    <a:pt x="0" y="46"/>
                  </a:cubicBezTo>
                  <a:close/>
                </a:path>
              </a:pathLst>
            </a:custGeom>
            <a:solidFill>
              <a:srgbClr val="AAAA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2" name="Freeform 2066">
              <a:extLst>
                <a:ext uri="{FF2B5EF4-FFF2-40B4-BE49-F238E27FC236}">
                  <a16:creationId xmlns:a16="http://schemas.microsoft.com/office/drawing/2014/main" id="{7B9A27C4-4E6B-4EF2-BAD3-D129C76E133E}"/>
                </a:ext>
              </a:extLst>
            </p:cNvPr>
            <p:cNvSpPr>
              <a:spLocks/>
            </p:cNvSpPr>
            <p:nvPr/>
          </p:nvSpPr>
          <p:spPr bwMode="gray">
            <a:xfrm>
              <a:off x="8270071" y="6255436"/>
              <a:ext cx="173020" cy="84058"/>
            </a:xfrm>
            <a:custGeom>
              <a:avLst/>
              <a:gdLst>
                <a:gd name="T0" fmla="*/ 5047 w 5047"/>
                <a:gd name="T1" fmla="*/ 2336 h 2452"/>
                <a:gd name="T2" fmla="*/ 5047 w 5047"/>
                <a:gd name="T3" fmla="*/ 2452 h 2452"/>
                <a:gd name="T4" fmla="*/ 0 w 5047"/>
                <a:gd name="T5" fmla="*/ 2452 h 2452"/>
                <a:gd name="T6" fmla="*/ 1096 w 5047"/>
                <a:gd name="T7" fmla="*/ 0 h 2452"/>
                <a:gd name="T8" fmla="*/ 4182 w 5047"/>
                <a:gd name="T9" fmla="*/ 0 h 2452"/>
                <a:gd name="T10" fmla="*/ 5047 w 5047"/>
                <a:gd name="T11" fmla="*/ 2336 h 2452"/>
                <a:gd name="T12" fmla="*/ 5047 w 5047"/>
                <a:gd name="T13" fmla="*/ 2336 h 2452"/>
                <a:gd name="T14" fmla="*/ 5047 w 5047"/>
                <a:gd name="T15" fmla="*/ 2336 h 2452"/>
                <a:gd name="T16" fmla="*/ 5047 w 5047"/>
                <a:gd name="T17" fmla="*/ 2336 h 2452"/>
                <a:gd name="T18" fmla="*/ 5047 w 5047"/>
                <a:gd name="T19" fmla="*/ 2336 h 2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047" h="2452">
                  <a:moveTo>
                    <a:pt x="5047" y="2336"/>
                  </a:moveTo>
                  <a:lnTo>
                    <a:pt x="5047" y="2452"/>
                  </a:lnTo>
                  <a:lnTo>
                    <a:pt x="0" y="2452"/>
                  </a:lnTo>
                  <a:lnTo>
                    <a:pt x="1096" y="0"/>
                  </a:lnTo>
                  <a:lnTo>
                    <a:pt x="4182" y="0"/>
                  </a:lnTo>
                  <a:lnTo>
                    <a:pt x="5047" y="2336"/>
                  </a:lnTo>
                  <a:lnTo>
                    <a:pt x="5047" y="2336"/>
                  </a:lnTo>
                  <a:lnTo>
                    <a:pt x="5047" y="2336"/>
                  </a:lnTo>
                  <a:lnTo>
                    <a:pt x="5047" y="2336"/>
                  </a:lnTo>
                  <a:lnTo>
                    <a:pt x="5047" y="2336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3" name="Freeform 2067">
              <a:extLst>
                <a:ext uri="{FF2B5EF4-FFF2-40B4-BE49-F238E27FC236}">
                  <a16:creationId xmlns:a16="http://schemas.microsoft.com/office/drawing/2014/main" id="{8AB664F0-5EDD-45CB-AF96-D11C3A5AD1EF}"/>
                </a:ext>
              </a:extLst>
            </p:cNvPr>
            <p:cNvSpPr>
              <a:spLocks/>
            </p:cNvSpPr>
            <p:nvPr/>
          </p:nvSpPr>
          <p:spPr bwMode="gray">
            <a:xfrm>
              <a:off x="8527149" y="5399009"/>
              <a:ext cx="103805" cy="92938"/>
            </a:xfrm>
            <a:custGeom>
              <a:avLst/>
              <a:gdLst>
                <a:gd name="T0" fmla="*/ 0 w 3028"/>
                <a:gd name="T1" fmla="*/ 1356 h 2711"/>
                <a:gd name="T2" fmla="*/ 0 w 3028"/>
                <a:gd name="T3" fmla="*/ 2711 h 2711"/>
                <a:gd name="T4" fmla="*/ 3028 w 3028"/>
                <a:gd name="T5" fmla="*/ 2711 h 2711"/>
                <a:gd name="T6" fmla="*/ 3028 w 3028"/>
                <a:gd name="T7" fmla="*/ 0 h 2711"/>
                <a:gd name="T8" fmla="*/ 0 w 3028"/>
                <a:gd name="T9" fmla="*/ 1356 h 27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28" h="2711">
                  <a:moveTo>
                    <a:pt x="0" y="1356"/>
                  </a:moveTo>
                  <a:lnTo>
                    <a:pt x="0" y="2711"/>
                  </a:lnTo>
                  <a:lnTo>
                    <a:pt x="3028" y="2711"/>
                  </a:lnTo>
                  <a:lnTo>
                    <a:pt x="3028" y="0"/>
                  </a:lnTo>
                  <a:lnTo>
                    <a:pt x="0" y="1356"/>
                  </a:ln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4" name="Freeform 2068">
              <a:extLst>
                <a:ext uri="{FF2B5EF4-FFF2-40B4-BE49-F238E27FC236}">
                  <a16:creationId xmlns:a16="http://schemas.microsoft.com/office/drawing/2014/main" id="{50852EB7-22CF-45A6-8B3B-7AAAC7D4608B}"/>
                </a:ext>
              </a:extLst>
            </p:cNvPr>
            <p:cNvSpPr>
              <a:spLocks/>
            </p:cNvSpPr>
            <p:nvPr/>
          </p:nvSpPr>
          <p:spPr bwMode="gray">
            <a:xfrm>
              <a:off x="8498457" y="5431646"/>
              <a:ext cx="128557" cy="60301"/>
            </a:xfrm>
            <a:custGeom>
              <a:avLst/>
              <a:gdLst>
                <a:gd name="T0" fmla="*/ 3750 w 3750"/>
                <a:gd name="T1" fmla="*/ 1759 h 1759"/>
                <a:gd name="T2" fmla="*/ 0 w 3750"/>
                <a:gd name="T3" fmla="*/ 1759 h 1759"/>
                <a:gd name="T4" fmla="*/ 0 w 3750"/>
                <a:gd name="T5" fmla="*/ 1644 h 1759"/>
                <a:gd name="T6" fmla="*/ 635 w 3750"/>
                <a:gd name="T7" fmla="*/ 0 h 1759"/>
                <a:gd name="T8" fmla="*/ 2913 w 3750"/>
                <a:gd name="T9" fmla="*/ 0 h 1759"/>
                <a:gd name="T10" fmla="*/ 3750 w 3750"/>
                <a:gd name="T11" fmla="*/ 1759 h 1759"/>
                <a:gd name="T12" fmla="*/ 3750 w 3750"/>
                <a:gd name="T13" fmla="*/ 1759 h 1759"/>
                <a:gd name="T14" fmla="*/ 3750 w 3750"/>
                <a:gd name="T15" fmla="*/ 1759 h 1759"/>
                <a:gd name="T16" fmla="*/ 3750 w 3750"/>
                <a:gd name="T17" fmla="*/ 1759 h 1759"/>
                <a:gd name="T18" fmla="*/ 3750 w 3750"/>
                <a:gd name="T19" fmla="*/ 1759 h 17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750" h="1759">
                  <a:moveTo>
                    <a:pt x="3750" y="1759"/>
                  </a:moveTo>
                  <a:lnTo>
                    <a:pt x="0" y="1759"/>
                  </a:lnTo>
                  <a:lnTo>
                    <a:pt x="0" y="1644"/>
                  </a:lnTo>
                  <a:lnTo>
                    <a:pt x="635" y="0"/>
                  </a:lnTo>
                  <a:lnTo>
                    <a:pt x="2913" y="0"/>
                  </a:lnTo>
                  <a:lnTo>
                    <a:pt x="3750" y="1759"/>
                  </a:lnTo>
                  <a:lnTo>
                    <a:pt x="3750" y="1759"/>
                  </a:lnTo>
                  <a:lnTo>
                    <a:pt x="3750" y="1759"/>
                  </a:lnTo>
                  <a:lnTo>
                    <a:pt x="3750" y="1759"/>
                  </a:lnTo>
                  <a:lnTo>
                    <a:pt x="3750" y="1759"/>
                  </a:lnTo>
                  <a:close/>
                </a:path>
              </a:pathLst>
            </a:custGeom>
            <a:solidFill>
              <a:srgbClr val="E1E1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5" name="Freeform 2069">
              <a:extLst>
                <a:ext uri="{FF2B5EF4-FFF2-40B4-BE49-F238E27FC236}">
                  <a16:creationId xmlns:a16="http://schemas.microsoft.com/office/drawing/2014/main" id="{C8E7BC21-9165-4B5E-95B3-EBA0381DC42E}"/>
                </a:ext>
              </a:extLst>
            </p:cNvPr>
            <p:cNvSpPr>
              <a:spLocks/>
            </p:cNvSpPr>
            <p:nvPr/>
          </p:nvSpPr>
          <p:spPr bwMode="gray">
            <a:xfrm>
              <a:off x="8271031" y="4588072"/>
              <a:ext cx="282825" cy="390642"/>
            </a:xfrm>
            <a:custGeom>
              <a:avLst/>
              <a:gdLst>
                <a:gd name="T0" fmla="*/ 273 w 286"/>
                <a:gd name="T1" fmla="*/ 119 h 395"/>
                <a:gd name="T2" fmla="*/ 266 w 286"/>
                <a:gd name="T3" fmla="*/ 121 h 395"/>
                <a:gd name="T4" fmla="*/ 266 w 286"/>
                <a:gd name="T5" fmla="*/ 86 h 395"/>
                <a:gd name="T6" fmla="*/ 183 w 286"/>
                <a:gd name="T7" fmla="*/ 0 h 395"/>
                <a:gd name="T8" fmla="*/ 142 w 286"/>
                <a:gd name="T9" fmla="*/ 0 h 395"/>
                <a:gd name="T10" fmla="*/ 102 w 286"/>
                <a:gd name="T11" fmla="*/ 0 h 395"/>
                <a:gd name="T12" fmla="*/ 19 w 286"/>
                <a:gd name="T13" fmla="*/ 86 h 395"/>
                <a:gd name="T14" fmla="*/ 19 w 286"/>
                <a:gd name="T15" fmla="*/ 121 h 395"/>
                <a:gd name="T16" fmla="*/ 14 w 286"/>
                <a:gd name="T17" fmla="*/ 119 h 395"/>
                <a:gd name="T18" fmla="*/ 0 w 286"/>
                <a:gd name="T19" fmla="*/ 133 h 395"/>
                <a:gd name="T20" fmla="*/ 0 w 286"/>
                <a:gd name="T21" fmla="*/ 186 h 395"/>
                <a:gd name="T22" fmla="*/ 14 w 286"/>
                <a:gd name="T23" fmla="*/ 200 h 395"/>
                <a:gd name="T24" fmla="*/ 19 w 286"/>
                <a:gd name="T25" fmla="*/ 198 h 395"/>
                <a:gd name="T26" fmla="*/ 63 w 286"/>
                <a:gd name="T27" fmla="*/ 275 h 395"/>
                <a:gd name="T28" fmla="*/ 63 w 286"/>
                <a:gd name="T29" fmla="*/ 338 h 395"/>
                <a:gd name="T30" fmla="*/ 145 w 286"/>
                <a:gd name="T31" fmla="*/ 394 h 395"/>
                <a:gd name="T32" fmla="*/ 227 w 286"/>
                <a:gd name="T33" fmla="*/ 338 h 395"/>
                <a:gd name="T34" fmla="*/ 227 w 286"/>
                <a:gd name="T35" fmla="*/ 270 h 395"/>
                <a:gd name="T36" fmla="*/ 266 w 286"/>
                <a:gd name="T37" fmla="*/ 198 h 395"/>
                <a:gd name="T38" fmla="*/ 273 w 286"/>
                <a:gd name="T39" fmla="*/ 200 h 395"/>
                <a:gd name="T40" fmla="*/ 286 w 286"/>
                <a:gd name="T41" fmla="*/ 186 h 395"/>
                <a:gd name="T42" fmla="*/ 286 w 286"/>
                <a:gd name="T43" fmla="*/ 133 h 395"/>
                <a:gd name="T44" fmla="*/ 273 w 286"/>
                <a:gd name="T45" fmla="*/ 119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86" h="395">
                  <a:moveTo>
                    <a:pt x="273" y="119"/>
                  </a:moveTo>
                  <a:cubicBezTo>
                    <a:pt x="270" y="119"/>
                    <a:pt x="268" y="121"/>
                    <a:pt x="266" y="121"/>
                  </a:cubicBezTo>
                  <a:cubicBezTo>
                    <a:pt x="266" y="86"/>
                    <a:pt x="266" y="86"/>
                    <a:pt x="266" y="86"/>
                  </a:cubicBezTo>
                  <a:cubicBezTo>
                    <a:pt x="262" y="37"/>
                    <a:pt x="226" y="0"/>
                    <a:pt x="183" y="0"/>
                  </a:cubicBezTo>
                  <a:cubicBezTo>
                    <a:pt x="142" y="0"/>
                    <a:pt x="142" y="0"/>
                    <a:pt x="142" y="0"/>
                  </a:cubicBezTo>
                  <a:cubicBezTo>
                    <a:pt x="102" y="0"/>
                    <a:pt x="102" y="0"/>
                    <a:pt x="102" y="0"/>
                  </a:cubicBezTo>
                  <a:cubicBezTo>
                    <a:pt x="59" y="0"/>
                    <a:pt x="24" y="37"/>
                    <a:pt x="19" y="86"/>
                  </a:cubicBezTo>
                  <a:cubicBezTo>
                    <a:pt x="19" y="121"/>
                    <a:pt x="19" y="121"/>
                    <a:pt x="19" y="121"/>
                  </a:cubicBezTo>
                  <a:cubicBezTo>
                    <a:pt x="17" y="121"/>
                    <a:pt x="16" y="119"/>
                    <a:pt x="14" y="119"/>
                  </a:cubicBezTo>
                  <a:cubicBezTo>
                    <a:pt x="6" y="119"/>
                    <a:pt x="0" y="125"/>
                    <a:pt x="0" y="133"/>
                  </a:cubicBezTo>
                  <a:cubicBezTo>
                    <a:pt x="0" y="186"/>
                    <a:pt x="0" y="186"/>
                    <a:pt x="0" y="186"/>
                  </a:cubicBezTo>
                  <a:cubicBezTo>
                    <a:pt x="0" y="194"/>
                    <a:pt x="6" y="200"/>
                    <a:pt x="14" y="200"/>
                  </a:cubicBezTo>
                  <a:cubicBezTo>
                    <a:pt x="16" y="200"/>
                    <a:pt x="17" y="200"/>
                    <a:pt x="19" y="198"/>
                  </a:cubicBezTo>
                  <a:cubicBezTo>
                    <a:pt x="22" y="222"/>
                    <a:pt x="40" y="251"/>
                    <a:pt x="63" y="275"/>
                  </a:cubicBezTo>
                  <a:cubicBezTo>
                    <a:pt x="63" y="284"/>
                    <a:pt x="63" y="285"/>
                    <a:pt x="63" y="338"/>
                  </a:cubicBezTo>
                  <a:cubicBezTo>
                    <a:pt x="79" y="368"/>
                    <a:pt x="110" y="394"/>
                    <a:pt x="145" y="394"/>
                  </a:cubicBezTo>
                  <a:cubicBezTo>
                    <a:pt x="179" y="395"/>
                    <a:pt x="211" y="368"/>
                    <a:pt x="227" y="338"/>
                  </a:cubicBezTo>
                  <a:cubicBezTo>
                    <a:pt x="227" y="270"/>
                    <a:pt x="227" y="270"/>
                    <a:pt x="227" y="270"/>
                  </a:cubicBezTo>
                  <a:cubicBezTo>
                    <a:pt x="247" y="247"/>
                    <a:pt x="263" y="220"/>
                    <a:pt x="266" y="198"/>
                  </a:cubicBezTo>
                  <a:cubicBezTo>
                    <a:pt x="268" y="200"/>
                    <a:pt x="270" y="200"/>
                    <a:pt x="273" y="200"/>
                  </a:cubicBezTo>
                  <a:cubicBezTo>
                    <a:pt x="279" y="200"/>
                    <a:pt x="286" y="194"/>
                    <a:pt x="286" y="186"/>
                  </a:cubicBezTo>
                  <a:cubicBezTo>
                    <a:pt x="286" y="133"/>
                    <a:pt x="286" y="133"/>
                    <a:pt x="286" y="133"/>
                  </a:cubicBezTo>
                  <a:cubicBezTo>
                    <a:pt x="286" y="125"/>
                    <a:pt x="279" y="119"/>
                    <a:pt x="273" y="119"/>
                  </a:cubicBezTo>
                  <a:close/>
                </a:path>
              </a:pathLst>
            </a:custGeom>
            <a:solidFill>
              <a:srgbClr val="B9B9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6" name="Freeform 2070">
              <a:extLst>
                <a:ext uri="{FF2B5EF4-FFF2-40B4-BE49-F238E27FC236}">
                  <a16:creationId xmlns:a16="http://schemas.microsoft.com/office/drawing/2014/main" id="{CACBFA0A-7413-41D6-9508-585EE6259645}"/>
                </a:ext>
              </a:extLst>
            </p:cNvPr>
            <p:cNvSpPr>
              <a:spLocks/>
            </p:cNvSpPr>
            <p:nvPr/>
          </p:nvSpPr>
          <p:spPr bwMode="gray">
            <a:xfrm>
              <a:off x="8344222" y="4552487"/>
              <a:ext cx="198732" cy="199760"/>
            </a:xfrm>
            <a:custGeom>
              <a:avLst/>
              <a:gdLst>
                <a:gd name="T0" fmla="*/ 199 w 201"/>
                <a:gd name="T1" fmla="*/ 132 h 202"/>
                <a:gd name="T2" fmla="*/ 169 w 201"/>
                <a:gd name="T3" fmla="*/ 64 h 202"/>
                <a:gd name="T4" fmla="*/ 108 w 201"/>
                <a:gd name="T5" fmla="*/ 11 h 202"/>
                <a:gd name="T6" fmla="*/ 69 w 201"/>
                <a:gd name="T7" fmla="*/ 2 h 202"/>
                <a:gd name="T8" fmla="*/ 69 w 201"/>
                <a:gd name="T9" fmla="*/ 2 h 202"/>
                <a:gd name="T10" fmla="*/ 56 w 201"/>
                <a:gd name="T11" fmla="*/ 0 h 202"/>
                <a:gd name="T12" fmla="*/ 16 w 201"/>
                <a:gd name="T13" fmla="*/ 6 h 202"/>
                <a:gd name="T14" fmla="*/ 24 w 201"/>
                <a:gd name="T15" fmla="*/ 65 h 202"/>
                <a:gd name="T16" fmla="*/ 67 w 201"/>
                <a:gd name="T17" fmla="*/ 94 h 202"/>
                <a:gd name="T18" fmla="*/ 67 w 201"/>
                <a:gd name="T19" fmla="*/ 94 h 202"/>
                <a:gd name="T20" fmla="*/ 91 w 201"/>
                <a:gd name="T21" fmla="*/ 105 h 202"/>
                <a:gd name="T22" fmla="*/ 159 w 201"/>
                <a:gd name="T23" fmla="*/ 143 h 202"/>
                <a:gd name="T24" fmla="*/ 174 w 201"/>
                <a:gd name="T25" fmla="*/ 202 h 202"/>
                <a:gd name="T26" fmla="*/ 199 w 201"/>
                <a:gd name="T27" fmla="*/ 13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1" h="202">
                  <a:moveTo>
                    <a:pt x="199" y="132"/>
                  </a:moveTo>
                  <a:cubicBezTo>
                    <a:pt x="198" y="108"/>
                    <a:pt x="186" y="86"/>
                    <a:pt x="169" y="64"/>
                  </a:cubicBezTo>
                  <a:cubicBezTo>
                    <a:pt x="153" y="45"/>
                    <a:pt x="137" y="24"/>
                    <a:pt x="108" y="11"/>
                  </a:cubicBezTo>
                  <a:cubicBezTo>
                    <a:pt x="96" y="6"/>
                    <a:pt x="83" y="3"/>
                    <a:pt x="69" y="2"/>
                  </a:cubicBezTo>
                  <a:cubicBezTo>
                    <a:pt x="69" y="2"/>
                    <a:pt x="69" y="2"/>
                    <a:pt x="69" y="2"/>
                  </a:cubicBezTo>
                  <a:cubicBezTo>
                    <a:pt x="64" y="2"/>
                    <a:pt x="61" y="0"/>
                    <a:pt x="56" y="0"/>
                  </a:cubicBezTo>
                  <a:cubicBezTo>
                    <a:pt x="45" y="0"/>
                    <a:pt x="22" y="0"/>
                    <a:pt x="16" y="6"/>
                  </a:cubicBezTo>
                  <a:cubicBezTo>
                    <a:pt x="0" y="22"/>
                    <a:pt x="7" y="48"/>
                    <a:pt x="24" y="65"/>
                  </a:cubicBezTo>
                  <a:cubicBezTo>
                    <a:pt x="35" y="78"/>
                    <a:pt x="51" y="86"/>
                    <a:pt x="67" y="94"/>
                  </a:cubicBezTo>
                  <a:cubicBezTo>
                    <a:pt x="67" y="94"/>
                    <a:pt x="67" y="94"/>
                    <a:pt x="67" y="94"/>
                  </a:cubicBezTo>
                  <a:cubicBezTo>
                    <a:pt x="75" y="99"/>
                    <a:pt x="83" y="102"/>
                    <a:pt x="91" y="105"/>
                  </a:cubicBezTo>
                  <a:cubicBezTo>
                    <a:pt x="116" y="116"/>
                    <a:pt x="142" y="127"/>
                    <a:pt x="159" y="143"/>
                  </a:cubicBezTo>
                  <a:cubicBezTo>
                    <a:pt x="177" y="159"/>
                    <a:pt x="190" y="184"/>
                    <a:pt x="174" y="202"/>
                  </a:cubicBezTo>
                  <a:cubicBezTo>
                    <a:pt x="191" y="181"/>
                    <a:pt x="201" y="157"/>
                    <a:pt x="199" y="132"/>
                  </a:cubicBezTo>
                  <a:close/>
                </a:path>
              </a:pathLst>
            </a:custGeom>
            <a:solidFill>
              <a:srgbClr val="D7D7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7" name="Rectangle 2071">
              <a:extLst>
                <a:ext uri="{FF2B5EF4-FFF2-40B4-BE49-F238E27FC236}">
                  <a16:creationId xmlns:a16="http://schemas.microsoft.com/office/drawing/2014/main" id="{4186FCCF-C70E-4495-BB03-F9D4C6E6589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4482000" y="5491946"/>
              <a:ext cx="4883649" cy="86047"/>
            </a:xfrm>
            <a:prstGeom prst="rect">
              <a:avLst/>
            </a:prstGeom>
            <a:solidFill>
              <a:srgbClr val="BECD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8" name="Freeform 2072">
              <a:extLst>
                <a:ext uri="{FF2B5EF4-FFF2-40B4-BE49-F238E27FC236}">
                  <a16:creationId xmlns:a16="http://schemas.microsoft.com/office/drawing/2014/main" id="{546AF57F-17F3-4721-92DD-917E009BE7A9}"/>
                </a:ext>
              </a:extLst>
            </p:cNvPr>
            <p:cNvSpPr>
              <a:spLocks/>
            </p:cNvSpPr>
            <p:nvPr/>
          </p:nvSpPr>
          <p:spPr bwMode="gray">
            <a:xfrm>
              <a:off x="5073292" y="5864796"/>
              <a:ext cx="168118" cy="491500"/>
            </a:xfrm>
            <a:custGeom>
              <a:avLst/>
              <a:gdLst>
                <a:gd name="T0" fmla="*/ 4904 w 4904"/>
                <a:gd name="T1" fmla="*/ 0 h 14337"/>
                <a:gd name="T2" fmla="*/ 4644 w 4904"/>
                <a:gd name="T3" fmla="*/ 14337 h 14337"/>
                <a:gd name="T4" fmla="*/ 260 w 4904"/>
                <a:gd name="T5" fmla="*/ 14337 h 14337"/>
                <a:gd name="T6" fmla="*/ 0 w 4904"/>
                <a:gd name="T7" fmla="*/ 0 h 14337"/>
                <a:gd name="T8" fmla="*/ 4904 w 4904"/>
                <a:gd name="T9" fmla="*/ 0 h 14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04" h="14337">
                  <a:moveTo>
                    <a:pt x="4904" y="0"/>
                  </a:moveTo>
                  <a:lnTo>
                    <a:pt x="4644" y="14337"/>
                  </a:lnTo>
                  <a:lnTo>
                    <a:pt x="260" y="14337"/>
                  </a:lnTo>
                  <a:lnTo>
                    <a:pt x="0" y="0"/>
                  </a:lnTo>
                  <a:lnTo>
                    <a:pt x="4904" y="0"/>
                  </a:lnTo>
                  <a:close/>
                </a:path>
              </a:pathLst>
            </a:custGeom>
            <a:solidFill>
              <a:srgbClr val="0064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9" name="Freeform 2073">
              <a:extLst>
                <a:ext uri="{FF2B5EF4-FFF2-40B4-BE49-F238E27FC236}">
                  <a16:creationId xmlns:a16="http://schemas.microsoft.com/office/drawing/2014/main" id="{FCD9F3CC-8EB0-41C8-BC94-170170D9BC1F}"/>
                </a:ext>
              </a:extLst>
            </p:cNvPr>
            <p:cNvSpPr>
              <a:spLocks/>
            </p:cNvSpPr>
            <p:nvPr/>
          </p:nvSpPr>
          <p:spPr bwMode="gray">
            <a:xfrm>
              <a:off x="5073292" y="6356294"/>
              <a:ext cx="168118" cy="60336"/>
            </a:xfrm>
            <a:custGeom>
              <a:avLst/>
              <a:gdLst>
                <a:gd name="T0" fmla="*/ 85 w 170"/>
                <a:gd name="T1" fmla="*/ 0 h 61"/>
                <a:gd name="T2" fmla="*/ 15 w 170"/>
                <a:gd name="T3" fmla="*/ 0 h 61"/>
                <a:gd name="T4" fmla="*/ 0 w 170"/>
                <a:gd name="T5" fmla="*/ 61 h 61"/>
                <a:gd name="T6" fmla="*/ 85 w 170"/>
                <a:gd name="T7" fmla="*/ 61 h 61"/>
                <a:gd name="T8" fmla="*/ 170 w 170"/>
                <a:gd name="T9" fmla="*/ 61 h 61"/>
                <a:gd name="T10" fmla="*/ 154 w 170"/>
                <a:gd name="T11" fmla="*/ 0 h 61"/>
                <a:gd name="T12" fmla="*/ 85 w 170"/>
                <a:gd name="T13" fmla="*/ 0 h 61"/>
                <a:gd name="T14" fmla="*/ 85 w 170"/>
                <a:gd name="T15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0" h="61">
                  <a:moveTo>
                    <a:pt x="85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15" y="0"/>
                    <a:pt x="0" y="41"/>
                    <a:pt x="0" y="61"/>
                  </a:cubicBezTo>
                  <a:cubicBezTo>
                    <a:pt x="85" y="61"/>
                    <a:pt x="85" y="61"/>
                    <a:pt x="85" y="61"/>
                  </a:cubicBezTo>
                  <a:cubicBezTo>
                    <a:pt x="170" y="61"/>
                    <a:pt x="170" y="61"/>
                    <a:pt x="170" y="61"/>
                  </a:cubicBezTo>
                  <a:cubicBezTo>
                    <a:pt x="170" y="41"/>
                    <a:pt x="154" y="0"/>
                    <a:pt x="154" y="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85" y="0"/>
                    <a:pt x="85" y="0"/>
                    <a:pt x="85" y="0"/>
                  </a:cubicBezTo>
                  <a:close/>
                </a:path>
              </a:pathLst>
            </a:custGeom>
            <a:solidFill>
              <a:srgbClr val="2B2B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0" name="Freeform 2074">
              <a:extLst>
                <a:ext uri="{FF2B5EF4-FFF2-40B4-BE49-F238E27FC236}">
                  <a16:creationId xmlns:a16="http://schemas.microsoft.com/office/drawing/2014/main" id="{97043CB6-22C0-49F5-A9BC-CA73BEDC8FEE}"/>
                </a:ext>
              </a:extLst>
            </p:cNvPr>
            <p:cNvSpPr>
              <a:spLocks/>
            </p:cNvSpPr>
            <p:nvPr/>
          </p:nvSpPr>
          <p:spPr bwMode="gray">
            <a:xfrm>
              <a:off x="5251284" y="5864796"/>
              <a:ext cx="170073" cy="491500"/>
            </a:xfrm>
            <a:custGeom>
              <a:avLst/>
              <a:gdLst>
                <a:gd name="T0" fmla="*/ 4961 w 4961"/>
                <a:gd name="T1" fmla="*/ 0 h 14337"/>
                <a:gd name="T2" fmla="*/ 4586 w 4961"/>
                <a:gd name="T3" fmla="*/ 14337 h 14337"/>
                <a:gd name="T4" fmla="*/ 173 w 4961"/>
                <a:gd name="T5" fmla="*/ 14337 h 14337"/>
                <a:gd name="T6" fmla="*/ 0 w 4961"/>
                <a:gd name="T7" fmla="*/ 0 h 14337"/>
                <a:gd name="T8" fmla="*/ 4961 w 4961"/>
                <a:gd name="T9" fmla="*/ 0 h 14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61" h="14337">
                  <a:moveTo>
                    <a:pt x="4961" y="0"/>
                  </a:moveTo>
                  <a:lnTo>
                    <a:pt x="4586" y="14337"/>
                  </a:lnTo>
                  <a:lnTo>
                    <a:pt x="173" y="14337"/>
                  </a:lnTo>
                  <a:lnTo>
                    <a:pt x="0" y="0"/>
                  </a:lnTo>
                  <a:lnTo>
                    <a:pt x="4961" y="0"/>
                  </a:lnTo>
                  <a:close/>
                </a:path>
              </a:pathLst>
            </a:custGeom>
            <a:solidFill>
              <a:srgbClr val="0064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1" name="Freeform 2075">
              <a:extLst>
                <a:ext uri="{FF2B5EF4-FFF2-40B4-BE49-F238E27FC236}">
                  <a16:creationId xmlns:a16="http://schemas.microsoft.com/office/drawing/2014/main" id="{A2433154-962A-4D3A-9B71-A70960E2D155}"/>
                </a:ext>
              </a:extLst>
            </p:cNvPr>
            <p:cNvSpPr>
              <a:spLocks/>
            </p:cNvSpPr>
            <p:nvPr/>
          </p:nvSpPr>
          <p:spPr bwMode="gray">
            <a:xfrm>
              <a:off x="5251284" y="6356294"/>
              <a:ext cx="163147" cy="60336"/>
            </a:xfrm>
            <a:custGeom>
              <a:avLst/>
              <a:gdLst>
                <a:gd name="T0" fmla="*/ 82 w 165"/>
                <a:gd name="T1" fmla="*/ 0 h 61"/>
                <a:gd name="T2" fmla="*/ 15 w 165"/>
                <a:gd name="T3" fmla="*/ 0 h 61"/>
                <a:gd name="T4" fmla="*/ 0 w 165"/>
                <a:gd name="T5" fmla="*/ 61 h 61"/>
                <a:gd name="T6" fmla="*/ 82 w 165"/>
                <a:gd name="T7" fmla="*/ 61 h 61"/>
                <a:gd name="T8" fmla="*/ 165 w 165"/>
                <a:gd name="T9" fmla="*/ 61 h 61"/>
                <a:gd name="T10" fmla="*/ 149 w 165"/>
                <a:gd name="T11" fmla="*/ 0 h 61"/>
                <a:gd name="T12" fmla="*/ 82 w 165"/>
                <a:gd name="T13" fmla="*/ 0 h 61"/>
                <a:gd name="T14" fmla="*/ 82 w 165"/>
                <a:gd name="T15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5" h="61">
                  <a:moveTo>
                    <a:pt x="82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15" y="0"/>
                    <a:pt x="0" y="41"/>
                    <a:pt x="0" y="61"/>
                  </a:cubicBezTo>
                  <a:cubicBezTo>
                    <a:pt x="82" y="61"/>
                    <a:pt x="82" y="61"/>
                    <a:pt x="82" y="61"/>
                  </a:cubicBezTo>
                  <a:cubicBezTo>
                    <a:pt x="165" y="61"/>
                    <a:pt x="165" y="61"/>
                    <a:pt x="165" y="61"/>
                  </a:cubicBezTo>
                  <a:cubicBezTo>
                    <a:pt x="165" y="41"/>
                    <a:pt x="149" y="0"/>
                    <a:pt x="149" y="0"/>
                  </a:cubicBezTo>
                  <a:cubicBezTo>
                    <a:pt x="82" y="0"/>
                    <a:pt x="82" y="0"/>
                    <a:pt x="82" y="0"/>
                  </a:cubicBezTo>
                  <a:cubicBezTo>
                    <a:pt x="82" y="0"/>
                    <a:pt x="82" y="0"/>
                    <a:pt x="82" y="0"/>
                  </a:cubicBezTo>
                  <a:close/>
                </a:path>
              </a:pathLst>
            </a:custGeom>
            <a:solidFill>
              <a:srgbClr val="2B2B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2" name="Freeform 2076">
              <a:extLst>
                <a:ext uri="{FF2B5EF4-FFF2-40B4-BE49-F238E27FC236}">
                  <a16:creationId xmlns:a16="http://schemas.microsoft.com/office/drawing/2014/main" id="{6751BB8A-1DF3-479C-A674-98ACF2E03D8D}"/>
                </a:ext>
              </a:extLst>
            </p:cNvPr>
            <p:cNvSpPr>
              <a:spLocks/>
            </p:cNvSpPr>
            <p:nvPr/>
          </p:nvSpPr>
          <p:spPr bwMode="gray">
            <a:xfrm>
              <a:off x="4950701" y="5763940"/>
              <a:ext cx="581420" cy="60301"/>
            </a:xfrm>
            <a:custGeom>
              <a:avLst/>
              <a:gdLst>
                <a:gd name="T0" fmla="*/ 528 w 588"/>
                <a:gd name="T1" fmla="*/ 0 h 61"/>
                <a:gd name="T2" fmla="*/ 61 w 588"/>
                <a:gd name="T3" fmla="*/ 0 h 61"/>
                <a:gd name="T4" fmla="*/ 0 w 588"/>
                <a:gd name="T5" fmla="*/ 61 h 61"/>
                <a:gd name="T6" fmla="*/ 588 w 588"/>
                <a:gd name="T7" fmla="*/ 61 h 61"/>
                <a:gd name="T8" fmla="*/ 528 w 588"/>
                <a:gd name="T9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8" h="61">
                  <a:moveTo>
                    <a:pt x="528" y="0"/>
                  </a:moveTo>
                  <a:cubicBezTo>
                    <a:pt x="61" y="0"/>
                    <a:pt x="61" y="0"/>
                    <a:pt x="61" y="0"/>
                  </a:cubicBezTo>
                  <a:cubicBezTo>
                    <a:pt x="27" y="0"/>
                    <a:pt x="0" y="27"/>
                    <a:pt x="0" y="61"/>
                  </a:cubicBezTo>
                  <a:cubicBezTo>
                    <a:pt x="588" y="61"/>
                    <a:pt x="588" y="61"/>
                    <a:pt x="588" y="61"/>
                  </a:cubicBezTo>
                  <a:cubicBezTo>
                    <a:pt x="588" y="27"/>
                    <a:pt x="561" y="0"/>
                    <a:pt x="528" y="0"/>
                  </a:cubicBezTo>
                  <a:close/>
                </a:path>
              </a:pathLst>
            </a:custGeom>
            <a:solidFill>
              <a:srgbClr val="7887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3" name="Freeform 2077">
              <a:extLst>
                <a:ext uri="{FF2B5EF4-FFF2-40B4-BE49-F238E27FC236}">
                  <a16:creationId xmlns:a16="http://schemas.microsoft.com/office/drawing/2014/main" id="{5BFEFBCF-C690-44AF-94DB-DA03B86B6BEB}"/>
                </a:ext>
              </a:extLst>
            </p:cNvPr>
            <p:cNvSpPr>
              <a:spLocks/>
            </p:cNvSpPr>
            <p:nvPr/>
          </p:nvSpPr>
          <p:spPr bwMode="gray">
            <a:xfrm>
              <a:off x="5032771" y="5616561"/>
              <a:ext cx="432088" cy="170106"/>
            </a:xfrm>
            <a:custGeom>
              <a:avLst/>
              <a:gdLst>
                <a:gd name="T0" fmla="*/ 6 w 437"/>
                <a:gd name="T1" fmla="*/ 105 h 172"/>
                <a:gd name="T2" fmla="*/ 71 w 437"/>
                <a:gd name="T3" fmla="*/ 172 h 172"/>
                <a:gd name="T4" fmla="*/ 364 w 437"/>
                <a:gd name="T5" fmla="*/ 172 h 172"/>
                <a:gd name="T6" fmla="*/ 432 w 437"/>
                <a:gd name="T7" fmla="*/ 105 h 172"/>
                <a:gd name="T8" fmla="*/ 437 w 437"/>
                <a:gd name="T9" fmla="*/ 0 h 172"/>
                <a:gd name="T10" fmla="*/ 0 w 437"/>
                <a:gd name="T11" fmla="*/ 0 h 172"/>
                <a:gd name="T12" fmla="*/ 6 w 437"/>
                <a:gd name="T13" fmla="*/ 105 h 172"/>
                <a:gd name="T14" fmla="*/ 6 w 437"/>
                <a:gd name="T15" fmla="*/ 105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7" h="172">
                  <a:moveTo>
                    <a:pt x="6" y="105"/>
                  </a:moveTo>
                  <a:cubicBezTo>
                    <a:pt x="6" y="105"/>
                    <a:pt x="18" y="172"/>
                    <a:pt x="71" y="172"/>
                  </a:cubicBezTo>
                  <a:cubicBezTo>
                    <a:pt x="304" y="172"/>
                    <a:pt x="364" y="172"/>
                    <a:pt x="364" y="172"/>
                  </a:cubicBezTo>
                  <a:cubicBezTo>
                    <a:pt x="417" y="172"/>
                    <a:pt x="432" y="105"/>
                    <a:pt x="432" y="105"/>
                  </a:cubicBezTo>
                  <a:cubicBezTo>
                    <a:pt x="437" y="0"/>
                    <a:pt x="437" y="0"/>
                    <a:pt x="437" y="0"/>
                  </a:cubicBezTo>
                  <a:cubicBezTo>
                    <a:pt x="82" y="0"/>
                    <a:pt x="0" y="0"/>
                    <a:pt x="0" y="0"/>
                  </a:cubicBezTo>
                  <a:cubicBezTo>
                    <a:pt x="6" y="105"/>
                    <a:pt x="6" y="105"/>
                    <a:pt x="6" y="105"/>
                  </a:cubicBezTo>
                  <a:cubicBezTo>
                    <a:pt x="6" y="105"/>
                    <a:pt x="6" y="105"/>
                    <a:pt x="6" y="105"/>
                  </a:cubicBezTo>
                  <a:close/>
                </a:path>
              </a:pathLst>
            </a:custGeom>
            <a:solidFill>
              <a:srgbClr val="0073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4" name="Freeform 2078">
              <a:extLst>
                <a:ext uri="{FF2B5EF4-FFF2-40B4-BE49-F238E27FC236}">
                  <a16:creationId xmlns:a16="http://schemas.microsoft.com/office/drawing/2014/main" id="{D53126BA-C98F-4B8F-A6A1-635DE101739D}"/>
                </a:ext>
              </a:extLst>
            </p:cNvPr>
            <p:cNvSpPr>
              <a:spLocks/>
            </p:cNvSpPr>
            <p:nvPr/>
          </p:nvSpPr>
          <p:spPr bwMode="gray">
            <a:xfrm>
              <a:off x="4950701" y="5824240"/>
              <a:ext cx="581420" cy="40556"/>
            </a:xfrm>
            <a:custGeom>
              <a:avLst/>
              <a:gdLst>
                <a:gd name="T0" fmla="*/ 0 w 16960"/>
                <a:gd name="T1" fmla="*/ 0 h 1183"/>
                <a:gd name="T2" fmla="*/ 16960 w 16960"/>
                <a:gd name="T3" fmla="*/ 0 h 1183"/>
                <a:gd name="T4" fmla="*/ 16960 w 16960"/>
                <a:gd name="T5" fmla="*/ 1183 h 1183"/>
                <a:gd name="T6" fmla="*/ 0 w 16960"/>
                <a:gd name="T7" fmla="*/ 1183 h 1183"/>
                <a:gd name="T8" fmla="*/ 0 w 16960"/>
                <a:gd name="T9" fmla="*/ 0 h 1183"/>
                <a:gd name="T10" fmla="*/ 0 w 16960"/>
                <a:gd name="T11" fmla="*/ 0 h 1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960" h="1183">
                  <a:moveTo>
                    <a:pt x="0" y="0"/>
                  </a:moveTo>
                  <a:lnTo>
                    <a:pt x="16960" y="0"/>
                  </a:lnTo>
                  <a:lnTo>
                    <a:pt x="16960" y="1183"/>
                  </a:lnTo>
                  <a:lnTo>
                    <a:pt x="0" y="118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5" name="Freeform 2079">
              <a:extLst>
                <a:ext uri="{FF2B5EF4-FFF2-40B4-BE49-F238E27FC236}">
                  <a16:creationId xmlns:a16="http://schemas.microsoft.com/office/drawing/2014/main" id="{7D013510-FD4D-4CA6-8D2F-CBF4323E1E11}"/>
                </a:ext>
              </a:extLst>
            </p:cNvPr>
            <p:cNvSpPr>
              <a:spLocks/>
            </p:cNvSpPr>
            <p:nvPr/>
          </p:nvSpPr>
          <p:spPr bwMode="gray">
            <a:xfrm>
              <a:off x="4966504" y="6174328"/>
              <a:ext cx="548783" cy="21769"/>
            </a:xfrm>
            <a:custGeom>
              <a:avLst/>
              <a:gdLst>
                <a:gd name="T0" fmla="*/ 0 w 16008"/>
                <a:gd name="T1" fmla="*/ 0 h 635"/>
                <a:gd name="T2" fmla="*/ 16008 w 16008"/>
                <a:gd name="T3" fmla="*/ 0 h 635"/>
                <a:gd name="T4" fmla="*/ 16008 w 16008"/>
                <a:gd name="T5" fmla="*/ 635 h 635"/>
                <a:gd name="T6" fmla="*/ 0 w 16008"/>
                <a:gd name="T7" fmla="*/ 635 h 635"/>
                <a:gd name="T8" fmla="*/ 0 w 16008"/>
                <a:gd name="T9" fmla="*/ 0 h 635"/>
                <a:gd name="T10" fmla="*/ 0 w 16008"/>
                <a:gd name="T11" fmla="*/ 0 h 6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008" h="635">
                  <a:moveTo>
                    <a:pt x="0" y="0"/>
                  </a:moveTo>
                  <a:lnTo>
                    <a:pt x="16008" y="0"/>
                  </a:lnTo>
                  <a:lnTo>
                    <a:pt x="16008" y="635"/>
                  </a:lnTo>
                  <a:lnTo>
                    <a:pt x="0" y="6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6" name="Freeform 2080">
              <a:extLst>
                <a:ext uri="{FF2B5EF4-FFF2-40B4-BE49-F238E27FC236}">
                  <a16:creationId xmlns:a16="http://schemas.microsoft.com/office/drawing/2014/main" id="{6F2B200D-38E9-48C6-AD3A-D24D81A7E7BF}"/>
                </a:ext>
              </a:extLst>
            </p:cNvPr>
            <p:cNvSpPr>
              <a:spLocks/>
            </p:cNvSpPr>
            <p:nvPr/>
          </p:nvSpPr>
          <p:spPr bwMode="gray">
            <a:xfrm>
              <a:off x="5079223" y="4508950"/>
              <a:ext cx="345115" cy="464793"/>
            </a:xfrm>
            <a:custGeom>
              <a:avLst/>
              <a:gdLst>
                <a:gd name="T0" fmla="*/ 346 w 349"/>
                <a:gd name="T1" fmla="*/ 244 h 470"/>
                <a:gd name="T2" fmla="*/ 322 w 349"/>
                <a:gd name="T3" fmla="*/ 307 h 470"/>
                <a:gd name="T4" fmla="*/ 308 w 349"/>
                <a:gd name="T5" fmla="*/ 316 h 470"/>
                <a:gd name="T6" fmla="*/ 295 w 349"/>
                <a:gd name="T7" fmla="*/ 316 h 470"/>
                <a:gd name="T8" fmla="*/ 282 w 349"/>
                <a:gd name="T9" fmla="*/ 371 h 470"/>
                <a:gd name="T10" fmla="*/ 267 w 349"/>
                <a:gd name="T11" fmla="*/ 380 h 470"/>
                <a:gd name="T12" fmla="*/ 270 w 349"/>
                <a:gd name="T13" fmla="*/ 454 h 470"/>
                <a:gd name="T14" fmla="*/ 205 w 349"/>
                <a:gd name="T15" fmla="*/ 470 h 470"/>
                <a:gd name="T16" fmla="*/ 142 w 349"/>
                <a:gd name="T17" fmla="*/ 470 h 470"/>
                <a:gd name="T18" fmla="*/ 80 w 349"/>
                <a:gd name="T19" fmla="*/ 451 h 470"/>
                <a:gd name="T20" fmla="*/ 82 w 349"/>
                <a:gd name="T21" fmla="*/ 380 h 470"/>
                <a:gd name="T22" fmla="*/ 66 w 349"/>
                <a:gd name="T23" fmla="*/ 371 h 470"/>
                <a:gd name="T24" fmla="*/ 53 w 349"/>
                <a:gd name="T25" fmla="*/ 316 h 470"/>
                <a:gd name="T26" fmla="*/ 41 w 349"/>
                <a:gd name="T27" fmla="*/ 316 h 470"/>
                <a:gd name="T28" fmla="*/ 26 w 349"/>
                <a:gd name="T29" fmla="*/ 307 h 470"/>
                <a:gd name="T30" fmla="*/ 2 w 349"/>
                <a:gd name="T31" fmla="*/ 244 h 470"/>
                <a:gd name="T32" fmla="*/ 11 w 349"/>
                <a:gd name="T33" fmla="*/ 225 h 470"/>
                <a:gd name="T34" fmla="*/ 35 w 349"/>
                <a:gd name="T35" fmla="*/ 235 h 470"/>
                <a:gd name="T36" fmla="*/ 33 w 349"/>
                <a:gd name="T37" fmla="*/ 148 h 470"/>
                <a:gd name="T38" fmla="*/ 45 w 349"/>
                <a:gd name="T39" fmla="*/ 47 h 470"/>
                <a:gd name="T40" fmla="*/ 136 w 349"/>
                <a:gd name="T41" fmla="*/ 0 h 470"/>
                <a:gd name="T42" fmla="*/ 215 w 349"/>
                <a:gd name="T43" fmla="*/ 0 h 470"/>
                <a:gd name="T44" fmla="*/ 303 w 349"/>
                <a:gd name="T45" fmla="*/ 46 h 470"/>
                <a:gd name="T46" fmla="*/ 316 w 349"/>
                <a:gd name="T47" fmla="*/ 151 h 470"/>
                <a:gd name="T48" fmla="*/ 314 w 349"/>
                <a:gd name="T49" fmla="*/ 235 h 470"/>
                <a:gd name="T50" fmla="*/ 338 w 349"/>
                <a:gd name="T51" fmla="*/ 225 h 470"/>
                <a:gd name="T52" fmla="*/ 346 w 349"/>
                <a:gd name="T53" fmla="*/ 244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49" h="470">
                  <a:moveTo>
                    <a:pt x="346" y="244"/>
                  </a:moveTo>
                  <a:cubicBezTo>
                    <a:pt x="322" y="307"/>
                    <a:pt x="322" y="307"/>
                    <a:pt x="322" y="307"/>
                  </a:cubicBezTo>
                  <a:cubicBezTo>
                    <a:pt x="319" y="314"/>
                    <a:pt x="314" y="316"/>
                    <a:pt x="308" y="316"/>
                  </a:cubicBezTo>
                  <a:cubicBezTo>
                    <a:pt x="295" y="316"/>
                    <a:pt x="295" y="316"/>
                    <a:pt x="295" y="316"/>
                  </a:cubicBezTo>
                  <a:cubicBezTo>
                    <a:pt x="282" y="371"/>
                    <a:pt x="282" y="371"/>
                    <a:pt x="282" y="371"/>
                  </a:cubicBezTo>
                  <a:cubicBezTo>
                    <a:pt x="267" y="380"/>
                    <a:pt x="267" y="380"/>
                    <a:pt x="267" y="380"/>
                  </a:cubicBezTo>
                  <a:cubicBezTo>
                    <a:pt x="267" y="413"/>
                    <a:pt x="270" y="454"/>
                    <a:pt x="270" y="454"/>
                  </a:cubicBezTo>
                  <a:cubicBezTo>
                    <a:pt x="205" y="470"/>
                    <a:pt x="205" y="470"/>
                    <a:pt x="205" y="470"/>
                  </a:cubicBezTo>
                  <a:cubicBezTo>
                    <a:pt x="142" y="470"/>
                    <a:pt x="142" y="470"/>
                    <a:pt x="142" y="470"/>
                  </a:cubicBezTo>
                  <a:cubicBezTo>
                    <a:pt x="80" y="451"/>
                    <a:pt x="80" y="451"/>
                    <a:pt x="80" y="451"/>
                  </a:cubicBezTo>
                  <a:cubicBezTo>
                    <a:pt x="82" y="380"/>
                    <a:pt x="82" y="380"/>
                    <a:pt x="82" y="380"/>
                  </a:cubicBezTo>
                  <a:cubicBezTo>
                    <a:pt x="66" y="371"/>
                    <a:pt x="66" y="371"/>
                    <a:pt x="66" y="371"/>
                  </a:cubicBezTo>
                  <a:cubicBezTo>
                    <a:pt x="53" y="316"/>
                    <a:pt x="53" y="316"/>
                    <a:pt x="53" y="316"/>
                  </a:cubicBezTo>
                  <a:cubicBezTo>
                    <a:pt x="41" y="316"/>
                    <a:pt x="41" y="316"/>
                    <a:pt x="41" y="316"/>
                  </a:cubicBezTo>
                  <a:cubicBezTo>
                    <a:pt x="35" y="316"/>
                    <a:pt x="29" y="314"/>
                    <a:pt x="26" y="307"/>
                  </a:cubicBezTo>
                  <a:cubicBezTo>
                    <a:pt x="2" y="244"/>
                    <a:pt x="2" y="244"/>
                    <a:pt x="2" y="244"/>
                  </a:cubicBezTo>
                  <a:cubicBezTo>
                    <a:pt x="0" y="237"/>
                    <a:pt x="4" y="229"/>
                    <a:pt x="11" y="225"/>
                  </a:cubicBezTo>
                  <a:cubicBezTo>
                    <a:pt x="26" y="216"/>
                    <a:pt x="35" y="235"/>
                    <a:pt x="35" y="235"/>
                  </a:cubicBezTo>
                  <a:cubicBezTo>
                    <a:pt x="33" y="148"/>
                    <a:pt x="33" y="148"/>
                    <a:pt x="33" y="148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136" y="0"/>
                    <a:pt x="136" y="0"/>
                    <a:pt x="136" y="0"/>
                  </a:cubicBezTo>
                  <a:cubicBezTo>
                    <a:pt x="215" y="0"/>
                    <a:pt x="215" y="0"/>
                    <a:pt x="215" y="0"/>
                  </a:cubicBezTo>
                  <a:cubicBezTo>
                    <a:pt x="303" y="46"/>
                    <a:pt x="303" y="46"/>
                    <a:pt x="303" y="46"/>
                  </a:cubicBezTo>
                  <a:cubicBezTo>
                    <a:pt x="316" y="151"/>
                    <a:pt x="316" y="151"/>
                    <a:pt x="316" y="151"/>
                  </a:cubicBezTo>
                  <a:cubicBezTo>
                    <a:pt x="314" y="235"/>
                    <a:pt x="314" y="235"/>
                    <a:pt x="314" y="235"/>
                  </a:cubicBezTo>
                  <a:cubicBezTo>
                    <a:pt x="315" y="226"/>
                    <a:pt x="329" y="221"/>
                    <a:pt x="338" y="225"/>
                  </a:cubicBezTo>
                  <a:cubicBezTo>
                    <a:pt x="346" y="228"/>
                    <a:pt x="349" y="237"/>
                    <a:pt x="346" y="244"/>
                  </a:cubicBezTo>
                  <a:close/>
                </a:path>
              </a:pathLst>
            </a:custGeom>
            <a:solidFill>
              <a:srgbClr val="D7D7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7" name="Freeform 2081">
              <a:extLst>
                <a:ext uri="{FF2B5EF4-FFF2-40B4-BE49-F238E27FC236}">
                  <a16:creationId xmlns:a16="http://schemas.microsoft.com/office/drawing/2014/main" id="{F5D54EB4-17DD-475C-BD1C-47226BC16488}"/>
                </a:ext>
              </a:extLst>
            </p:cNvPr>
            <p:cNvSpPr>
              <a:spLocks/>
            </p:cNvSpPr>
            <p:nvPr/>
          </p:nvSpPr>
          <p:spPr bwMode="gray">
            <a:xfrm>
              <a:off x="4923995" y="5305042"/>
              <a:ext cx="104800" cy="182962"/>
            </a:xfrm>
            <a:custGeom>
              <a:avLst/>
              <a:gdLst>
                <a:gd name="T0" fmla="*/ 173 w 3057"/>
                <a:gd name="T1" fmla="*/ 4154 h 5337"/>
                <a:gd name="T2" fmla="*/ 0 w 3057"/>
                <a:gd name="T3" fmla="*/ 0 h 5337"/>
                <a:gd name="T4" fmla="*/ 3057 w 3057"/>
                <a:gd name="T5" fmla="*/ 0 h 5337"/>
                <a:gd name="T6" fmla="*/ 3057 w 3057"/>
                <a:gd name="T7" fmla="*/ 5337 h 5337"/>
                <a:gd name="T8" fmla="*/ 894 w 3057"/>
                <a:gd name="T9" fmla="*/ 5337 h 5337"/>
                <a:gd name="T10" fmla="*/ 173 w 3057"/>
                <a:gd name="T11" fmla="*/ 4154 h 5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57" h="5337">
                  <a:moveTo>
                    <a:pt x="173" y="4154"/>
                  </a:moveTo>
                  <a:lnTo>
                    <a:pt x="0" y="0"/>
                  </a:lnTo>
                  <a:lnTo>
                    <a:pt x="3057" y="0"/>
                  </a:lnTo>
                  <a:lnTo>
                    <a:pt x="3057" y="5337"/>
                  </a:lnTo>
                  <a:lnTo>
                    <a:pt x="894" y="5337"/>
                  </a:lnTo>
                  <a:lnTo>
                    <a:pt x="173" y="4154"/>
                  </a:lnTo>
                  <a:close/>
                </a:path>
              </a:pathLst>
            </a:custGeom>
            <a:solidFill>
              <a:srgbClr val="D7D7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8" name="Freeform 2082">
              <a:extLst>
                <a:ext uri="{FF2B5EF4-FFF2-40B4-BE49-F238E27FC236}">
                  <a16:creationId xmlns:a16="http://schemas.microsoft.com/office/drawing/2014/main" id="{0F39B51E-8F96-4FF3-BBB9-626D33A0B188}"/>
                </a:ext>
              </a:extLst>
            </p:cNvPr>
            <p:cNvSpPr>
              <a:spLocks/>
            </p:cNvSpPr>
            <p:nvPr/>
          </p:nvSpPr>
          <p:spPr bwMode="gray">
            <a:xfrm>
              <a:off x="5463865" y="5305042"/>
              <a:ext cx="108776" cy="182962"/>
            </a:xfrm>
            <a:custGeom>
              <a:avLst/>
              <a:gdLst>
                <a:gd name="T0" fmla="*/ 3000 w 3173"/>
                <a:gd name="T1" fmla="*/ 4154 h 5337"/>
                <a:gd name="T2" fmla="*/ 3173 w 3173"/>
                <a:gd name="T3" fmla="*/ 0 h 5337"/>
                <a:gd name="T4" fmla="*/ 0 w 3173"/>
                <a:gd name="T5" fmla="*/ 0 h 5337"/>
                <a:gd name="T6" fmla="*/ 0 w 3173"/>
                <a:gd name="T7" fmla="*/ 5337 h 5337"/>
                <a:gd name="T8" fmla="*/ 1991 w 3173"/>
                <a:gd name="T9" fmla="*/ 5337 h 5337"/>
                <a:gd name="T10" fmla="*/ 3000 w 3173"/>
                <a:gd name="T11" fmla="*/ 4154 h 5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73" h="5337">
                  <a:moveTo>
                    <a:pt x="3000" y="4154"/>
                  </a:moveTo>
                  <a:lnTo>
                    <a:pt x="3173" y="0"/>
                  </a:lnTo>
                  <a:lnTo>
                    <a:pt x="0" y="0"/>
                  </a:lnTo>
                  <a:lnTo>
                    <a:pt x="0" y="5337"/>
                  </a:lnTo>
                  <a:lnTo>
                    <a:pt x="1991" y="5337"/>
                  </a:lnTo>
                  <a:lnTo>
                    <a:pt x="3000" y="4154"/>
                  </a:lnTo>
                  <a:close/>
                </a:path>
              </a:pathLst>
            </a:custGeom>
            <a:solidFill>
              <a:srgbClr val="D7D7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9" name="Freeform 2083">
              <a:extLst>
                <a:ext uri="{FF2B5EF4-FFF2-40B4-BE49-F238E27FC236}">
                  <a16:creationId xmlns:a16="http://schemas.microsoft.com/office/drawing/2014/main" id="{D1A8F5D3-B4FE-4CAF-B01F-7EFA8569F2E0}"/>
                </a:ext>
              </a:extLst>
            </p:cNvPr>
            <p:cNvSpPr>
              <a:spLocks/>
            </p:cNvSpPr>
            <p:nvPr/>
          </p:nvSpPr>
          <p:spPr bwMode="gray">
            <a:xfrm>
              <a:off x="4920053" y="4940146"/>
              <a:ext cx="657525" cy="732808"/>
            </a:xfrm>
            <a:custGeom>
              <a:avLst/>
              <a:gdLst>
                <a:gd name="T0" fmla="*/ 15863 w 19180"/>
                <a:gd name="T1" fmla="*/ 11019 h 21376"/>
                <a:gd name="T2" fmla="*/ 15950 w 19180"/>
                <a:gd name="T3" fmla="*/ 21376 h 21376"/>
                <a:gd name="T4" fmla="*/ 3086 w 19180"/>
                <a:gd name="T5" fmla="*/ 21376 h 21376"/>
                <a:gd name="T6" fmla="*/ 3144 w 19180"/>
                <a:gd name="T7" fmla="*/ 11019 h 21376"/>
                <a:gd name="T8" fmla="*/ 0 w 19180"/>
                <a:gd name="T9" fmla="*/ 11019 h 21376"/>
                <a:gd name="T10" fmla="*/ 202 w 19180"/>
                <a:gd name="T11" fmla="*/ 4875 h 21376"/>
                <a:gd name="T12" fmla="*/ 1730 w 19180"/>
                <a:gd name="T13" fmla="*/ 2394 h 21376"/>
                <a:gd name="T14" fmla="*/ 6807 w 19180"/>
                <a:gd name="T15" fmla="*/ 0 h 21376"/>
                <a:gd name="T16" fmla="*/ 12460 w 19180"/>
                <a:gd name="T17" fmla="*/ 0 h 21376"/>
                <a:gd name="T18" fmla="*/ 17450 w 19180"/>
                <a:gd name="T19" fmla="*/ 2394 h 21376"/>
                <a:gd name="T20" fmla="*/ 19036 w 19180"/>
                <a:gd name="T21" fmla="*/ 4933 h 21376"/>
                <a:gd name="T22" fmla="*/ 19180 w 19180"/>
                <a:gd name="T23" fmla="*/ 11019 h 21376"/>
                <a:gd name="T24" fmla="*/ 15863 w 19180"/>
                <a:gd name="T25" fmla="*/ 11019 h 21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180" h="21376">
                  <a:moveTo>
                    <a:pt x="15863" y="11019"/>
                  </a:moveTo>
                  <a:lnTo>
                    <a:pt x="15950" y="21376"/>
                  </a:lnTo>
                  <a:lnTo>
                    <a:pt x="3086" y="21376"/>
                  </a:lnTo>
                  <a:lnTo>
                    <a:pt x="3144" y="11019"/>
                  </a:lnTo>
                  <a:lnTo>
                    <a:pt x="0" y="11019"/>
                  </a:lnTo>
                  <a:lnTo>
                    <a:pt x="202" y="4875"/>
                  </a:lnTo>
                  <a:lnTo>
                    <a:pt x="1730" y="2394"/>
                  </a:lnTo>
                  <a:lnTo>
                    <a:pt x="6807" y="0"/>
                  </a:lnTo>
                  <a:lnTo>
                    <a:pt x="12460" y="0"/>
                  </a:lnTo>
                  <a:lnTo>
                    <a:pt x="17450" y="2394"/>
                  </a:lnTo>
                  <a:lnTo>
                    <a:pt x="19036" y="4933"/>
                  </a:lnTo>
                  <a:lnTo>
                    <a:pt x="19180" y="11019"/>
                  </a:lnTo>
                  <a:lnTo>
                    <a:pt x="15863" y="11019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0" name="Freeform 2084">
              <a:extLst>
                <a:ext uri="{FF2B5EF4-FFF2-40B4-BE49-F238E27FC236}">
                  <a16:creationId xmlns:a16="http://schemas.microsoft.com/office/drawing/2014/main" id="{49CB3971-84EC-4B6A-8BA1-8CB0F5EB3C60}"/>
                </a:ext>
              </a:extLst>
            </p:cNvPr>
            <p:cNvSpPr>
              <a:spLocks/>
            </p:cNvSpPr>
            <p:nvPr/>
          </p:nvSpPr>
          <p:spPr bwMode="gray">
            <a:xfrm>
              <a:off x="4950701" y="5453380"/>
              <a:ext cx="34590" cy="963250"/>
            </a:xfrm>
            <a:custGeom>
              <a:avLst/>
              <a:gdLst>
                <a:gd name="T0" fmla="*/ 0 w 1009"/>
                <a:gd name="T1" fmla="*/ 0 h 28098"/>
                <a:gd name="T2" fmla="*/ 1009 w 1009"/>
                <a:gd name="T3" fmla="*/ 0 h 28098"/>
                <a:gd name="T4" fmla="*/ 1009 w 1009"/>
                <a:gd name="T5" fmla="*/ 28098 h 28098"/>
                <a:gd name="T6" fmla="*/ 0 w 1009"/>
                <a:gd name="T7" fmla="*/ 28098 h 28098"/>
                <a:gd name="T8" fmla="*/ 0 w 1009"/>
                <a:gd name="T9" fmla="*/ 0 h 28098"/>
                <a:gd name="T10" fmla="*/ 0 w 1009"/>
                <a:gd name="T11" fmla="*/ 0 h 280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09" h="28098">
                  <a:moveTo>
                    <a:pt x="0" y="0"/>
                  </a:moveTo>
                  <a:lnTo>
                    <a:pt x="1009" y="0"/>
                  </a:lnTo>
                  <a:lnTo>
                    <a:pt x="1009" y="28098"/>
                  </a:lnTo>
                  <a:lnTo>
                    <a:pt x="0" y="2809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1" name="Freeform 2085">
              <a:extLst>
                <a:ext uri="{FF2B5EF4-FFF2-40B4-BE49-F238E27FC236}">
                  <a16:creationId xmlns:a16="http://schemas.microsoft.com/office/drawing/2014/main" id="{89C3FF7F-211C-4B52-9279-56A7217BDA23}"/>
                </a:ext>
              </a:extLst>
            </p:cNvPr>
            <p:cNvSpPr>
              <a:spLocks/>
            </p:cNvSpPr>
            <p:nvPr/>
          </p:nvSpPr>
          <p:spPr bwMode="gray">
            <a:xfrm>
              <a:off x="5498490" y="5453380"/>
              <a:ext cx="33631" cy="963250"/>
            </a:xfrm>
            <a:custGeom>
              <a:avLst/>
              <a:gdLst>
                <a:gd name="T0" fmla="*/ 0 w 981"/>
                <a:gd name="T1" fmla="*/ 0 h 28098"/>
                <a:gd name="T2" fmla="*/ 981 w 981"/>
                <a:gd name="T3" fmla="*/ 0 h 28098"/>
                <a:gd name="T4" fmla="*/ 981 w 981"/>
                <a:gd name="T5" fmla="*/ 28098 h 28098"/>
                <a:gd name="T6" fmla="*/ 0 w 981"/>
                <a:gd name="T7" fmla="*/ 28098 h 28098"/>
                <a:gd name="T8" fmla="*/ 0 w 981"/>
                <a:gd name="T9" fmla="*/ 0 h 28098"/>
                <a:gd name="T10" fmla="*/ 0 w 981"/>
                <a:gd name="T11" fmla="*/ 0 h 280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1" h="28098">
                  <a:moveTo>
                    <a:pt x="0" y="0"/>
                  </a:moveTo>
                  <a:lnTo>
                    <a:pt x="981" y="0"/>
                  </a:lnTo>
                  <a:lnTo>
                    <a:pt x="981" y="28098"/>
                  </a:lnTo>
                  <a:lnTo>
                    <a:pt x="0" y="2809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2" name="Freeform 2086">
              <a:extLst>
                <a:ext uri="{FF2B5EF4-FFF2-40B4-BE49-F238E27FC236}">
                  <a16:creationId xmlns:a16="http://schemas.microsoft.com/office/drawing/2014/main" id="{DBDED725-33B4-488F-9E3F-062972556396}"/>
                </a:ext>
              </a:extLst>
            </p:cNvPr>
            <p:cNvSpPr>
              <a:spLocks/>
            </p:cNvSpPr>
            <p:nvPr/>
          </p:nvSpPr>
          <p:spPr bwMode="gray">
            <a:xfrm>
              <a:off x="4950701" y="5225955"/>
              <a:ext cx="581420" cy="227426"/>
            </a:xfrm>
            <a:custGeom>
              <a:avLst/>
              <a:gdLst>
                <a:gd name="T0" fmla="*/ 440 w 588"/>
                <a:gd name="T1" fmla="*/ 0 h 230"/>
                <a:gd name="T2" fmla="*/ 148 w 588"/>
                <a:gd name="T3" fmla="*/ 0 h 230"/>
                <a:gd name="T4" fmla="*/ 0 w 588"/>
                <a:gd name="T5" fmla="*/ 131 h 230"/>
                <a:gd name="T6" fmla="*/ 0 w 588"/>
                <a:gd name="T7" fmla="*/ 230 h 230"/>
                <a:gd name="T8" fmla="*/ 588 w 588"/>
                <a:gd name="T9" fmla="*/ 230 h 230"/>
                <a:gd name="T10" fmla="*/ 588 w 588"/>
                <a:gd name="T11" fmla="*/ 131 h 230"/>
                <a:gd name="T12" fmla="*/ 440 w 588"/>
                <a:gd name="T13" fmla="*/ 0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8" h="230">
                  <a:moveTo>
                    <a:pt x="440" y="0"/>
                  </a:moveTo>
                  <a:cubicBezTo>
                    <a:pt x="148" y="0"/>
                    <a:pt x="148" y="0"/>
                    <a:pt x="148" y="0"/>
                  </a:cubicBezTo>
                  <a:cubicBezTo>
                    <a:pt x="66" y="0"/>
                    <a:pt x="0" y="58"/>
                    <a:pt x="0" y="131"/>
                  </a:cubicBezTo>
                  <a:cubicBezTo>
                    <a:pt x="0" y="230"/>
                    <a:pt x="0" y="230"/>
                    <a:pt x="0" y="230"/>
                  </a:cubicBezTo>
                  <a:cubicBezTo>
                    <a:pt x="588" y="230"/>
                    <a:pt x="588" y="230"/>
                    <a:pt x="588" y="230"/>
                  </a:cubicBezTo>
                  <a:cubicBezTo>
                    <a:pt x="588" y="131"/>
                    <a:pt x="588" y="131"/>
                    <a:pt x="588" y="131"/>
                  </a:cubicBezTo>
                  <a:cubicBezTo>
                    <a:pt x="588" y="58"/>
                    <a:pt x="522" y="0"/>
                    <a:pt x="440" y="0"/>
                  </a:cubicBezTo>
                  <a:close/>
                </a:path>
              </a:pathLst>
            </a:custGeom>
            <a:solidFill>
              <a:srgbClr val="7887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3" name="Freeform 2087">
              <a:extLst>
                <a:ext uri="{FF2B5EF4-FFF2-40B4-BE49-F238E27FC236}">
                  <a16:creationId xmlns:a16="http://schemas.microsoft.com/office/drawing/2014/main" id="{AA81026C-931E-49BA-A423-6BC8E8BAC2E2}"/>
                </a:ext>
              </a:extLst>
            </p:cNvPr>
            <p:cNvSpPr>
              <a:spLocks/>
            </p:cNvSpPr>
            <p:nvPr/>
          </p:nvSpPr>
          <p:spPr bwMode="gray">
            <a:xfrm>
              <a:off x="5104934" y="4503019"/>
              <a:ext cx="295646" cy="400515"/>
            </a:xfrm>
            <a:custGeom>
              <a:avLst/>
              <a:gdLst>
                <a:gd name="T0" fmla="*/ 8249 w 8624"/>
                <a:gd name="T1" fmla="*/ 1356 h 11683"/>
                <a:gd name="T2" fmla="*/ 5423 w 8624"/>
                <a:gd name="T3" fmla="*/ 0 h 11683"/>
                <a:gd name="T4" fmla="*/ 3115 w 8624"/>
                <a:gd name="T5" fmla="*/ 0 h 11683"/>
                <a:gd name="T6" fmla="*/ 346 w 8624"/>
                <a:gd name="T7" fmla="*/ 1356 h 11683"/>
                <a:gd name="T8" fmla="*/ 0 w 8624"/>
                <a:gd name="T9" fmla="*/ 4443 h 11683"/>
                <a:gd name="T10" fmla="*/ 260 w 8624"/>
                <a:gd name="T11" fmla="*/ 7010 h 11683"/>
                <a:gd name="T12" fmla="*/ 375 w 8624"/>
                <a:gd name="T13" fmla="*/ 7674 h 11683"/>
                <a:gd name="T14" fmla="*/ 1183 w 8624"/>
                <a:gd name="T15" fmla="*/ 10904 h 11683"/>
                <a:gd name="T16" fmla="*/ 1731 w 8624"/>
                <a:gd name="T17" fmla="*/ 11222 h 11683"/>
                <a:gd name="T18" fmla="*/ 3029 w 8624"/>
                <a:gd name="T19" fmla="*/ 11683 h 11683"/>
                <a:gd name="T20" fmla="*/ 5625 w 8624"/>
                <a:gd name="T21" fmla="*/ 11683 h 11683"/>
                <a:gd name="T22" fmla="*/ 6952 w 8624"/>
                <a:gd name="T23" fmla="*/ 11193 h 11683"/>
                <a:gd name="T24" fmla="*/ 7442 w 8624"/>
                <a:gd name="T25" fmla="*/ 10904 h 11683"/>
                <a:gd name="T26" fmla="*/ 7817 w 8624"/>
                <a:gd name="T27" fmla="*/ 9347 h 11683"/>
                <a:gd name="T28" fmla="*/ 8221 w 8624"/>
                <a:gd name="T29" fmla="*/ 7674 h 11683"/>
                <a:gd name="T30" fmla="*/ 8336 w 8624"/>
                <a:gd name="T31" fmla="*/ 7010 h 11683"/>
                <a:gd name="T32" fmla="*/ 8624 w 8624"/>
                <a:gd name="T33" fmla="*/ 4443 h 11683"/>
                <a:gd name="T34" fmla="*/ 8249 w 8624"/>
                <a:gd name="T35" fmla="*/ 1356 h 11683"/>
                <a:gd name="T36" fmla="*/ 8249 w 8624"/>
                <a:gd name="T37" fmla="*/ 1356 h 11683"/>
                <a:gd name="T38" fmla="*/ 8249 w 8624"/>
                <a:gd name="T39" fmla="*/ 1356 h 116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624" h="11683">
                  <a:moveTo>
                    <a:pt x="8249" y="1356"/>
                  </a:moveTo>
                  <a:lnTo>
                    <a:pt x="5423" y="0"/>
                  </a:lnTo>
                  <a:lnTo>
                    <a:pt x="3115" y="0"/>
                  </a:lnTo>
                  <a:lnTo>
                    <a:pt x="346" y="1356"/>
                  </a:lnTo>
                  <a:lnTo>
                    <a:pt x="0" y="4443"/>
                  </a:lnTo>
                  <a:lnTo>
                    <a:pt x="260" y="7010"/>
                  </a:lnTo>
                  <a:lnTo>
                    <a:pt x="375" y="7674"/>
                  </a:lnTo>
                  <a:lnTo>
                    <a:pt x="1183" y="10904"/>
                  </a:lnTo>
                  <a:lnTo>
                    <a:pt x="1731" y="11222"/>
                  </a:lnTo>
                  <a:lnTo>
                    <a:pt x="3029" y="11683"/>
                  </a:lnTo>
                  <a:lnTo>
                    <a:pt x="5625" y="11683"/>
                  </a:lnTo>
                  <a:lnTo>
                    <a:pt x="6952" y="11193"/>
                  </a:lnTo>
                  <a:lnTo>
                    <a:pt x="7442" y="10904"/>
                  </a:lnTo>
                  <a:lnTo>
                    <a:pt x="7817" y="9347"/>
                  </a:lnTo>
                  <a:lnTo>
                    <a:pt x="8221" y="7674"/>
                  </a:lnTo>
                  <a:lnTo>
                    <a:pt x="8336" y="7010"/>
                  </a:lnTo>
                  <a:lnTo>
                    <a:pt x="8624" y="4443"/>
                  </a:lnTo>
                  <a:lnTo>
                    <a:pt x="8249" y="1356"/>
                  </a:lnTo>
                  <a:lnTo>
                    <a:pt x="8249" y="1356"/>
                  </a:lnTo>
                  <a:lnTo>
                    <a:pt x="8249" y="1356"/>
                  </a:lnTo>
                  <a:close/>
                </a:path>
              </a:pathLst>
            </a:custGeom>
            <a:solidFill>
              <a:srgbClr val="827F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4" name="Freeform 2088">
              <a:extLst>
                <a:ext uri="{FF2B5EF4-FFF2-40B4-BE49-F238E27FC236}">
                  <a16:creationId xmlns:a16="http://schemas.microsoft.com/office/drawing/2014/main" id="{D9CD8619-EF37-4B86-BED2-38014EF8568F}"/>
                </a:ext>
              </a:extLst>
            </p:cNvPr>
            <p:cNvSpPr>
              <a:spLocks/>
            </p:cNvSpPr>
            <p:nvPr/>
          </p:nvSpPr>
          <p:spPr bwMode="gray">
            <a:xfrm>
              <a:off x="7327732" y="5305042"/>
              <a:ext cx="105794" cy="182962"/>
            </a:xfrm>
            <a:custGeom>
              <a:avLst/>
              <a:gdLst>
                <a:gd name="T0" fmla="*/ 202 w 3086"/>
                <a:gd name="T1" fmla="*/ 4154 h 5337"/>
                <a:gd name="T2" fmla="*/ 0 w 3086"/>
                <a:gd name="T3" fmla="*/ 0 h 5337"/>
                <a:gd name="T4" fmla="*/ 3058 w 3086"/>
                <a:gd name="T5" fmla="*/ 0 h 5337"/>
                <a:gd name="T6" fmla="*/ 3086 w 3086"/>
                <a:gd name="T7" fmla="*/ 5337 h 5337"/>
                <a:gd name="T8" fmla="*/ 923 w 3086"/>
                <a:gd name="T9" fmla="*/ 5337 h 5337"/>
                <a:gd name="T10" fmla="*/ 202 w 3086"/>
                <a:gd name="T11" fmla="*/ 4154 h 5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86" h="5337">
                  <a:moveTo>
                    <a:pt x="202" y="4154"/>
                  </a:moveTo>
                  <a:lnTo>
                    <a:pt x="0" y="0"/>
                  </a:lnTo>
                  <a:lnTo>
                    <a:pt x="3058" y="0"/>
                  </a:lnTo>
                  <a:lnTo>
                    <a:pt x="3086" y="5337"/>
                  </a:lnTo>
                  <a:lnTo>
                    <a:pt x="923" y="5337"/>
                  </a:lnTo>
                  <a:lnTo>
                    <a:pt x="202" y="4154"/>
                  </a:lnTo>
                  <a:close/>
                </a:path>
              </a:pathLst>
            </a:custGeom>
            <a:solidFill>
              <a:srgbClr val="B9B9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5" name="Freeform 2089">
              <a:extLst>
                <a:ext uri="{FF2B5EF4-FFF2-40B4-BE49-F238E27FC236}">
                  <a16:creationId xmlns:a16="http://schemas.microsoft.com/office/drawing/2014/main" id="{B7D61834-2C96-4D1C-AD96-49E8BB357046}"/>
                </a:ext>
              </a:extLst>
            </p:cNvPr>
            <p:cNvSpPr>
              <a:spLocks/>
            </p:cNvSpPr>
            <p:nvPr/>
          </p:nvSpPr>
          <p:spPr bwMode="gray">
            <a:xfrm>
              <a:off x="7354438" y="5453380"/>
              <a:ext cx="35584" cy="963250"/>
            </a:xfrm>
            <a:custGeom>
              <a:avLst/>
              <a:gdLst>
                <a:gd name="T0" fmla="*/ 0 w 1038"/>
                <a:gd name="T1" fmla="*/ 0 h 28098"/>
                <a:gd name="T2" fmla="*/ 1038 w 1038"/>
                <a:gd name="T3" fmla="*/ 0 h 28098"/>
                <a:gd name="T4" fmla="*/ 1038 w 1038"/>
                <a:gd name="T5" fmla="*/ 28098 h 28098"/>
                <a:gd name="T6" fmla="*/ 0 w 1038"/>
                <a:gd name="T7" fmla="*/ 28098 h 28098"/>
                <a:gd name="T8" fmla="*/ 0 w 1038"/>
                <a:gd name="T9" fmla="*/ 0 h 28098"/>
                <a:gd name="T10" fmla="*/ 0 w 1038"/>
                <a:gd name="T11" fmla="*/ 0 h 280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38" h="28098">
                  <a:moveTo>
                    <a:pt x="0" y="0"/>
                  </a:moveTo>
                  <a:lnTo>
                    <a:pt x="1038" y="0"/>
                  </a:lnTo>
                  <a:lnTo>
                    <a:pt x="1038" y="28098"/>
                  </a:lnTo>
                  <a:lnTo>
                    <a:pt x="0" y="2809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6" name="Freeform 2090">
              <a:extLst>
                <a:ext uri="{FF2B5EF4-FFF2-40B4-BE49-F238E27FC236}">
                  <a16:creationId xmlns:a16="http://schemas.microsoft.com/office/drawing/2014/main" id="{CAE6896A-60C9-43B8-BB55-DE845AD5F4A6}"/>
                </a:ext>
              </a:extLst>
            </p:cNvPr>
            <p:cNvSpPr>
              <a:spLocks/>
            </p:cNvSpPr>
            <p:nvPr/>
          </p:nvSpPr>
          <p:spPr bwMode="gray">
            <a:xfrm>
              <a:off x="7502741" y="4636546"/>
              <a:ext cx="294686" cy="304594"/>
            </a:xfrm>
            <a:custGeom>
              <a:avLst/>
              <a:gdLst>
                <a:gd name="T0" fmla="*/ 1 w 298"/>
                <a:gd name="T1" fmla="*/ 140 h 308"/>
                <a:gd name="T2" fmla="*/ 159 w 298"/>
                <a:gd name="T3" fmla="*/ 308 h 308"/>
                <a:gd name="T4" fmla="*/ 298 w 298"/>
                <a:gd name="T5" fmla="*/ 168 h 308"/>
                <a:gd name="T6" fmla="*/ 298 w 298"/>
                <a:gd name="T7" fmla="*/ 0 h 308"/>
                <a:gd name="T8" fmla="*/ 0 w 298"/>
                <a:gd name="T9" fmla="*/ 0 h 308"/>
                <a:gd name="T10" fmla="*/ 1 w 298"/>
                <a:gd name="T11" fmla="*/ 140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98" h="308">
                  <a:moveTo>
                    <a:pt x="1" y="140"/>
                  </a:moveTo>
                  <a:cubicBezTo>
                    <a:pt x="1" y="217"/>
                    <a:pt x="82" y="308"/>
                    <a:pt x="159" y="308"/>
                  </a:cubicBezTo>
                  <a:cubicBezTo>
                    <a:pt x="236" y="308"/>
                    <a:pt x="298" y="245"/>
                    <a:pt x="298" y="168"/>
                  </a:cubicBezTo>
                  <a:cubicBezTo>
                    <a:pt x="298" y="0"/>
                    <a:pt x="298" y="0"/>
                    <a:pt x="298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1" y="140"/>
                  </a:lnTo>
                  <a:close/>
                </a:path>
              </a:pathLst>
            </a:custGeom>
            <a:solidFill>
              <a:srgbClr val="B9B9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7" name="Freeform 2091">
              <a:extLst>
                <a:ext uri="{FF2B5EF4-FFF2-40B4-BE49-F238E27FC236}">
                  <a16:creationId xmlns:a16="http://schemas.microsoft.com/office/drawing/2014/main" id="{8892B9AA-C830-4F90-9F68-0596785441F9}"/>
                </a:ext>
              </a:extLst>
            </p:cNvPr>
            <p:cNvSpPr>
              <a:spLocks/>
            </p:cNvSpPr>
            <p:nvPr/>
          </p:nvSpPr>
          <p:spPr bwMode="gray">
            <a:xfrm>
              <a:off x="7556152" y="4828387"/>
              <a:ext cx="183922" cy="187899"/>
            </a:xfrm>
            <a:custGeom>
              <a:avLst/>
              <a:gdLst>
                <a:gd name="T0" fmla="*/ 0 w 186"/>
                <a:gd name="T1" fmla="*/ 146 h 190"/>
                <a:gd name="T2" fmla="*/ 83 w 186"/>
                <a:gd name="T3" fmla="*/ 184 h 190"/>
                <a:gd name="T4" fmla="*/ 186 w 186"/>
                <a:gd name="T5" fmla="*/ 145 h 190"/>
                <a:gd name="T6" fmla="*/ 171 w 186"/>
                <a:gd name="T7" fmla="*/ 0 h 190"/>
                <a:gd name="T8" fmla="*/ 5 w 186"/>
                <a:gd name="T9" fmla="*/ 0 h 190"/>
                <a:gd name="T10" fmla="*/ 0 w 186"/>
                <a:gd name="T11" fmla="*/ 146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6" h="190">
                  <a:moveTo>
                    <a:pt x="0" y="146"/>
                  </a:moveTo>
                  <a:cubicBezTo>
                    <a:pt x="14" y="172"/>
                    <a:pt x="80" y="184"/>
                    <a:pt x="83" y="184"/>
                  </a:cubicBezTo>
                  <a:cubicBezTo>
                    <a:pt x="135" y="190"/>
                    <a:pt x="186" y="145"/>
                    <a:pt x="186" y="145"/>
                  </a:cubicBezTo>
                  <a:cubicBezTo>
                    <a:pt x="171" y="0"/>
                    <a:pt x="171" y="0"/>
                    <a:pt x="171" y="0"/>
                  </a:cubicBezTo>
                  <a:cubicBezTo>
                    <a:pt x="5" y="0"/>
                    <a:pt x="5" y="0"/>
                    <a:pt x="5" y="0"/>
                  </a:cubicBezTo>
                  <a:lnTo>
                    <a:pt x="0" y="146"/>
                  </a:lnTo>
                  <a:close/>
                </a:path>
              </a:pathLst>
            </a:custGeom>
            <a:solidFill>
              <a:srgbClr val="AAAA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8" name="Freeform 2092">
              <a:extLst>
                <a:ext uri="{FF2B5EF4-FFF2-40B4-BE49-F238E27FC236}">
                  <a16:creationId xmlns:a16="http://schemas.microsoft.com/office/drawing/2014/main" id="{A3D6CDAB-5C11-45FE-8409-79CA145BAC3F}"/>
                </a:ext>
              </a:extLst>
            </p:cNvPr>
            <p:cNvSpPr>
              <a:spLocks/>
            </p:cNvSpPr>
            <p:nvPr/>
          </p:nvSpPr>
          <p:spPr bwMode="gray">
            <a:xfrm>
              <a:off x="7490879" y="4506996"/>
              <a:ext cx="328283" cy="396538"/>
            </a:xfrm>
            <a:custGeom>
              <a:avLst/>
              <a:gdLst>
                <a:gd name="T0" fmla="*/ 0 w 9576"/>
                <a:gd name="T1" fmla="*/ 3721 h 11567"/>
                <a:gd name="T2" fmla="*/ 87 w 9576"/>
                <a:gd name="T3" fmla="*/ 7673 h 11567"/>
                <a:gd name="T4" fmla="*/ 866 w 9576"/>
                <a:gd name="T5" fmla="*/ 10038 h 11567"/>
                <a:gd name="T6" fmla="*/ 2394 w 9576"/>
                <a:gd name="T7" fmla="*/ 11567 h 11567"/>
                <a:gd name="T8" fmla="*/ 6346 w 9576"/>
                <a:gd name="T9" fmla="*/ 11538 h 11567"/>
                <a:gd name="T10" fmla="*/ 7961 w 9576"/>
                <a:gd name="T11" fmla="*/ 8481 h 11567"/>
                <a:gd name="T12" fmla="*/ 7961 w 9576"/>
                <a:gd name="T13" fmla="*/ 5106 h 11567"/>
                <a:gd name="T14" fmla="*/ 8942 w 9576"/>
                <a:gd name="T15" fmla="*/ 3779 h 11567"/>
                <a:gd name="T16" fmla="*/ 9576 w 9576"/>
                <a:gd name="T17" fmla="*/ 2423 h 11567"/>
                <a:gd name="T18" fmla="*/ 8624 w 9576"/>
                <a:gd name="T19" fmla="*/ 375 h 11567"/>
                <a:gd name="T20" fmla="*/ 4327 w 9576"/>
                <a:gd name="T21" fmla="*/ 0 h 11567"/>
                <a:gd name="T22" fmla="*/ 1817 w 9576"/>
                <a:gd name="T23" fmla="*/ 894 h 11567"/>
                <a:gd name="T24" fmla="*/ 548 w 9576"/>
                <a:gd name="T25" fmla="*/ 1817 h 11567"/>
                <a:gd name="T26" fmla="*/ 0 w 9576"/>
                <a:gd name="T27" fmla="*/ 3721 h 11567"/>
                <a:gd name="T28" fmla="*/ 0 w 9576"/>
                <a:gd name="T29" fmla="*/ 3721 h 115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576" h="11567">
                  <a:moveTo>
                    <a:pt x="0" y="3721"/>
                  </a:moveTo>
                  <a:lnTo>
                    <a:pt x="87" y="7673"/>
                  </a:lnTo>
                  <a:lnTo>
                    <a:pt x="866" y="10038"/>
                  </a:lnTo>
                  <a:lnTo>
                    <a:pt x="2394" y="11567"/>
                  </a:lnTo>
                  <a:lnTo>
                    <a:pt x="6346" y="11538"/>
                  </a:lnTo>
                  <a:lnTo>
                    <a:pt x="7961" y="8481"/>
                  </a:lnTo>
                  <a:lnTo>
                    <a:pt x="7961" y="5106"/>
                  </a:lnTo>
                  <a:lnTo>
                    <a:pt x="8942" y="3779"/>
                  </a:lnTo>
                  <a:lnTo>
                    <a:pt x="9576" y="2423"/>
                  </a:lnTo>
                  <a:lnTo>
                    <a:pt x="8624" y="375"/>
                  </a:lnTo>
                  <a:lnTo>
                    <a:pt x="4327" y="0"/>
                  </a:lnTo>
                  <a:lnTo>
                    <a:pt x="1817" y="894"/>
                  </a:lnTo>
                  <a:lnTo>
                    <a:pt x="548" y="1817"/>
                  </a:lnTo>
                  <a:lnTo>
                    <a:pt x="0" y="3721"/>
                  </a:lnTo>
                  <a:lnTo>
                    <a:pt x="0" y="3721"/>
                  </a:lnTo>
                  <a:close/>
                </a:path>
              </a:pathLst>
            </a:custGeom>
            <a:solidFill>
              <a:srgbClr val="6455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9" name="Freeform 2093">
              <a:extLst>
                <a:ext uri="{FF2B5EF4-FFF2-40B4-BE49-F238E27FC236}">
                  <a16:creationId xmlns:a16="http://schemas.microsoft.com/office/drawing/2014/main" id="{5462B879-5E8F-4AEB-B622-3EA065A70326}"/>
                </a:ext>
              </a:extLst>
            </p:cNvPr>
            <p:cNvSpPr>
              <a:spLocks/>
            </p:cNvSpPr>
            <p:nvPr/>
          </p:nvSpPr>
          <p:spPr bwMode="gray">
            <a:xfrm>
              <a:off x="7478024" y="5864796"/>
              <a:ext cx="168118" cy="491500"/>
            </a:xfrm>
            <a:custGeom>
              <a:avLst/>
              <a:gdLst>
                <a:gd name="T0" fmla="*/ 4904 w 4904"/>
                <a:gd name="T1" fmla="*/ 0 h 14337"/>
                <a:gd name="T2" fmla="*/ 4644 w 4904"/>
                <a:gd name="T3" fmla="*/ 14337 h 14337"/>
                <a:gd name="T4" fmla="*/ 231 w 4904"/>
                <a:gd name="T5" fmla="*/ 14337 h 14337"/>
                <a:gd name="T6" fmla="*/ 0 w 4904"/>
                <a:gd name="T7" fmla="*/ 0 h 14337"/>
                <a:gd name="T8" fmla="*/ 4904 w 4904"/>
                <a:gd name="T9" fmla="*/ 0 h 14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04" h="14337">
                  <a:moveTo>
                    <a:pt x="4904" y="0"/>
                  </a:moveTo>
                  <a:lnTo>
                    <a:pt x="4644" y="14337"/>
                  </a:lnTo>
                  <a:lnTo>
                    <a:pt x="231" y="14337"/>
                  </a:lnTo>
                  <a:lnTo>
                    <a:pt x="0" y="0"/>
                  </a:lnTo>
                  <a:lnTo>
                    <a:pt x="4904" y="0"/>
                  </a:lnTo>
                  <a:close/>
                </a:path>
              </a:pathLst>
            </a:custGeom>
            <a:solidFill>
              <a:srgbClr val="0064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0" name="Freeform 2094">
              <a:extLst>
                <a:ext uri="{FF2B5EF4-FFF2-40B4-BE49-F238E27FC236}">
                  <a16:creationId xmlns:a16="http://schemas.microsoft.com/office/drawing/2014/main" id="{CC3ED701-CD4E-47B3-8972-8076D70BF475}"/>
                </a:ext>
              </a:extLst>
            </p:cNvPr>
            <p:cNvSpPr>
              <a:spLocks/>
            </p:cNvSpPr>
            <p:nvPr/>
          </p:nvSpPr>
          <p:spPr bwMode="gray">
            <a:xfrm>
              <a:off x="7478024" y="6356294"/>
              <a:ext cx="168118" cy="60336"/>
            </a:xfrm>
            <a:custGeom>
              <a:avLst/>
              <a:gdLst>
                <a:gd name="T0" fmla="*/ 84 w 170"/>
                <a:gd name="T1" fmla="*/ 0 h 61"/>
                <a:gd name="T2" fmla="*/ 15 w 170"/>
                <a:gd name="T3" fmla="*/ 0 h 61"/>
                <a:gd name="T4" fmla="*/ 0 w 170"/>
                <a:gd name="T5" fmla="*/ 61 h 61"/>
                <a:gd name="T6" fmla="*/ 84 w 170"/>
                <a:gd name="T7" fmla="*/ 61 h 61"/>
                <a:gd name="T8" fmla="*/ 170 w 170"/>
                <a:gd name="T9" fmla="*/ 61 h 61"/>
                <a:gd name="T10" fmla="*/ 154 w 170"/>
                <a:gd name="T11" fmla="*/ 0 h 61"/>
                <a:gd name="T12" fmla="*/ 84 w 170"/>
                <a:gd name="T13" fmla="*/ 0 h 61"/>
                <a:gd name="T14" fmla="*/ 84 w 170"/>
                <a:gd name="T15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0" h="61">
                  <a:moveTo>
                    <a:pt x="84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15" y="0"/>
                    <a:pt x="0" y="41"/>
                    <a:pt x="0" y="61"/>
                  </a:cubicBezTo>
                  <a:cubicBezTo>
                    <a:pt x="84" y="61"/>
                    <a:pt x="84" y="61"/>
                    <a:pt x="84" y="61"/>
                  </a:cubicBezTo>
                  <a:cubicBezTo>
                    <a:pt x="170" y="61"/>
                    <a:pt x="170" y="61"/>
                    <a:pt x="170" y="61"/>
                  </a:cubicBezTo>
                  <a:cubicBezTo>
                    <a:pt x="170" y="41"/>
                    <a:pt x="154" y="0"/>
                    <a:pt x="154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84" y="0"/>
                    <a:pt x="84" y="0"/>
                    <a:pt x="84" y="0"/>
                  </a:cubicBezTo>
                  <a:close/>
                </a:path>
              </a:pathLst>
            </a:custGeom>
            <a:solidFill>
              <a:srgbClr val="2B2B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1" name="Freeform 2095">
              <a:extLst>
                <a:ext uri="{FF2B5EF4-FFF2-40B4-BE49-F238E27FC236}">
                  <a16:creationId xmlns:a16="http://schemas.microsoft.com/office/drawing/2014/main" id="{53837532-0DA0-4516-8E0D-945C17B1D603}"/>
                </a:ext>
              </a:extLst>
            </p:cNvPr>
            <p:cNvSpPr>
              <a:spLocks/>
            </p:cNvSpPr>
            <p:nvPr/>
          </p:nvSpPr>
          <p:spPr bwMode="gray">
            <a:xfrm>
              <a:off x="7656015" y="5864796"/>
              <a:ext cx="169078" cy="491500"/>
            </a:xfrm>
            <a:custGeom>
              <a:avLst/>
              <a:gdLst>
                <a:gd name="T0" fmla="*/ 4932 w 4932"/>
                <a:gd name="T1" fmla="*/ 0 h 14337"/>
                <a:gd name="T2" fmla="*/ 4586 w 4932"/>
                <a:gd name="T3" fmla="*/ 14337 h 14337"/>
                <a:gd name="T4" fmla="*/ 144 w 4932"/>
                <a:gd name="T5" fmla="*/ 14337 h 14337"/>
                <a:gd name="T6" fmla="*/ 0 w 4932"/>
                <a:gd name="T7" fmla="*/ 0 h 14337"/>
                <a:gd name="T8" fmla="*/ 4932 w 4932"/>
                <a:gd name="T9" fmla="*/ 0 h 14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32" h="14337">
                  <a:moveTo>
                    <a:pt x="4932" y="0"/>
                  </a:moveTo>
                  <a:lnTo>
                    <a:pt x="4586" y="14337"/>
                  </a:lnTo>
                  <a:lnTo>
                    <a:pt x="144" y="14337"/>
                  </a:lnTo>
                  <a:lnTo>
                    <a:pt x="0" y="0"/>
                  </a:lnTo>
                  <a:lnTo>
                    <a:pt x="4932" y="0"/>
                  </a:lnTo>
                  <a:close/>
                </a:path>
              </a:pathLst>
            </a:custGeom>
            <a:solidFill>
              <a:srgbClr val="0064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2" name="Freeform 2096">
              <a:extLst>
                <a:ext uri="{FF2B5EF4-FFF2-40B4-BE49-F238E27FC236}">
                  <a16:creationId xmlns:a16="http://schemas.microsoft.com/office/drawing/2014/main" id="{4488853F-E511-482D-8576-12E3C0C69EEE}"/>
                </a:ext>
              </a:extLst>
            </p:cNvPr>
            <p:cNvSpPr>
              <a:spLocks/>
            </p:cNvSpPr>
            <p:nvPr/>
          </p:nvSpPr>
          <p:spPr bwMode="gray">
            <a:xfrm>
              <a:off x="7656015" y="6356294"/>
              <a:ext cx="163147" cy="60336"/>
            </a:xfrm>
            <a:custGeom>
              <a:avLst/>
              <a:gdLst>
                <a:gd name="T0" fmla="*/ 82 w 165"/>
                <a:gd name="T1" fmla="*/ 0 h 61"/>
                <a:gd name="T2" fmla="*/ 14 w 165"/>
                <a:gd name="T3" fmla="*/ 0 h 61"/>
                <a:gd name="T4" fmla="*/ 0 w 165"/>
                <a:gd name="T5" fmla="*/ 61 h 61"/>
                <a:gd name="T6" fmla="*/ 82 w 165"/>
                <a:gd name="T7" fmla="*/ 61 h 61"/>
                <a:gd name="T8" fmla="*/ 165 w 165"/>
                <a:gd name="T9" fmla="*/ 61 h 61"/>
                <a:gd name="T10" fmla="*/ 149 w 165"/>
                <a:gd name="T11" fmla="*/ 0 h 61"/>
                <a:gd name="T12" fmla="*/ 82 w 165"/>
                <a:gd name="T13" fmla="*/ 0 h 61"/>
                <a:gd name="T14" fmla="*/ 82 w 165"/>
                <a:gd name="T15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5" h="61">
                  <a:moveTo>
                    <a:pt x="82" y="0"/>
                  </a:move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0" y="41"/>
                    <a:pt x="0" y="61"/>
                  </a:cubicBezTo>
                  <a:cubicBezTo>
                    <a:pt x="82" y="61"/>
                    <a:pt x="82" y="61"/>
                    <a:pt x="82" y="61"/>
                  </a:cubicBezTo>
                  <a:cubicBezTo>
                    <a:pt x="165" y="61"/>
                    <a:pt x="165" y="61"/>
                    <a:pt x="165" y="61"/>
                  </a:cubicBezTo>
                  <a:cubicBezTo>
                    <a:pt x="165" y="41"/>
                    <a:pt x="149" y="0"/>
                    <a:pt x="149" y="0"/>
                  </a:cubicBezTo>
                  <a:cubicBezTo>
                    <a:pt x="82" y="0"/>
                    <a:pt x="82" y="0"/>
                    <a:pt x="82" y="0"/>
                  </a:cubicBezTo>
                  <a:cubicBezTo>
                    <a:pt x="82" y="0"/>
                    <a:pt x="82" y="0"/>
                    <a:pt x="82" y="0"/>
                  </a:cubicBezTo>
                  <a:close/>
                </a:path>
              </a:pathLst>
            </a:custGeom>
            <a:solidFill>
              <a:srgbClr val="2B2B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3" name="Freeform 2097">
              <a:extLst>
                <a:ext uri="{FF2B5EF4-FFF2-40B4-BE49-F238E27FC236}">
                  <a16:creationId xmlns:a16="http://schemas.microsoft.com/office/drawing/2014/main" id="{6A3997E1-2E5C-47E8-9093-08FE06B13763}"/>
                </a:ext>
              </a:extLst>
            </p:cNvPr>
            <p:cNvSpPr>
              <a:spLocks/>
            </p:cNvSpPr>
            <p:nvPr/>
          </p:nvSpPr>
          <p:spPr bwMode="gray">
            <a:xfrm>
              <a:off x="7354438" y="5763940"/>
              <a:ext cx="582414" cy="60301"/>
            </a:xfrm>
            <a:custGeom>
              <a:avLst/>
              <a:gdLst>
                <a:gd name="T0" fmla="*/ 528 w 589"/>
                <a:gd name="T1" fmla="*/ 0 h 61"/>
                <a:gd name="T2" fmla="*/ 61 w 589"/>
                <a:gd name="T3" fmla="*/ 0 h 61"/>
                <a:gd name="T4" fmla="*/ 0 w 589"/>
                <a:gd name="T5" fmla="*/ 61 h 61"/>
                <a:gd name="T6" fmla="*/ 589 w 589"/>
                <a:gd name="T7" fmla="*/ 61 h 61"/>
                <a:gd name="T8" fmla="*/ 528 w 589"/>
                <a:gd name="T9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61">
                  <a:moveTo>
                    <a:pt x="528" y="0"/>
                  </a:moveTo>
                  <a:cubicBezTo>
                    <a:pt x="61" y="0"/>
                    <a:pt x="61" y="0"/>
                    <a:pt x="61" y="0"/>
                  </a:cubicBezTo>
                  <a:cubicBezTo>
                    <a:pt x="27" y="0"/>
                    <a:pt x="0" y="27"/>
                    <a:pt x="0" y="61"/>
                  </a:cubicBezTo>
                  <a:cubicBezTo>
                    <a:pt x="589" y="61"/>
                    <a:pt x="589" y="61"/>
                    <a:pt x="589" y="61"/>
                  </a:cubicBezTo>
                  <a:cubicBezTo>
                    <a:pt x="589" y="27"/>
                    <a:pt x="562" y="0"/>
                    <a:pt x="528" y="0"/>
                  </a:cubicBezTo>
                  <a:close/>
                </a:path>
              </a:pathLst>
            </a:custGeom>
            <a:solidFill>
              <a:srgbClr val="7887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4" name="Freeform 2098">
              <a:extLst>
                <a:ext uri="{FF2B5EF4-FFF2-40B4-BE49-F238E27FC236}">
                  <a16:creationId xmlns:a16="http://schemas.microsoft.com/office/drawing/2014/main" id="{2FE14518-8831-49F8-8EC9-E2404CA39840}"/>
                </a:ext>
              </a:extLst>
            </p:cNvPr>
            <p:cNvSpPr>
              <a:spLocks/>
            </p:cNvSpPr>
            <p:nvPr/>
          </p:nvSpPr>
          <p:spPr bwMode="gray">
            <a:xfrm>
              <a:off x="7436508" y="5616561"/>
              <a:ext cx="433082" cy="170106"/>
            </a:xfrm>
            <a:custGeom>
              <a:avLst/>
              <a:gdLst>
                <a:gd name="T0" fmla="*/ 7 w 438"/>
                <a:gd name="T1" fmla="*/ 105 h 172"/>
                <a:gd name="T2" fmla="*/ 72 w 438"/>
                <a:gd name="T3" fmla="*/ 172 h 172"/>
                <a:gd name="T4" fmla="*/ 365 w 438"/>
                <a:gd name="T5" fmla="*/ 172 h 172"/>
                <a:gd name="T6" fmla="*/ 433 w 438"/>
                <a:gd name="T7" fmla="*/ 105 h 172"/>
                <a:gd name="T8" fmla="*/ 438 w 438"/>
                <a:gd name="T9" fmla="*/ 0 h 172"/>
                <a:gd name="T10" fmla="*/ 0 w 438"/>
                <a:gd name="T11" fmla="*/ 0 h 172"/>
                <a:gd name="T12" fmla="*/ 7 w 438"/>
                <a:gd name="T13" fmla="*/ 105 h 172"/>
                <a:gd name="T14" fmla="*/ 7 w 438"/>
                <a:gd name="T15" fmla="*/ 105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8" h="172">
                  <a:moveTo>
                    <a:pt x="7" y="105"/>
                  </a:moveTo>
                  <a:cubicBezTo>
                    <a:pt x="7" y="105"/>
                    <a:pt x="18" y="172"/>
                    <a:pt x="72" y="172"/>
                  </a:cubicBezTo>
                  <a:cubicBezTo>
                    <a:pt x="305" y="172"/>
                    <a:pt x="365" y="172"/>
                    <a:pt x="365" y="172"/>
                  </a:cubicBezTo>
                  <a:cubicBezTo>
                    <a:pt x="418" y="172"/>
                    <a:pt x="433" y="105"/>
                    <a:pt x="433" y="105"/>
                  </a:cubicBezTo>
                  <a:cubicBezTo>
                    <a:pt x="438" y="0"/>
                    <a:pt x="438" y="0"/>
                    <a:pt x="438" y="0"/>
                  </a:cubicBezTo>
                  <a:cubicBezTo>
                    <a:pt x="82" y="0"/>
                    <a:pt x="0" y="0"/>
                    <a:pt x="0" y="0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5"/>
                    <a:pt x="7" y="105"/>
                    <a:pt x="7" y="105"/>
                  </a:cubicBezTo>
                  <a:close/>
                </a:path>
              </a:pathLst>
            </a:custGeom>
            <a:solidFill>
              <a:srgbClr val="0073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5" name="Freeform 2099">
              <a:extLst>
                <a:ext uri="{FF2B5EF4-FFF2-40B4-BE49-F238E27FC236}">
                  <a16:creationId xmlns:a16="http://schemas.microsoft.com/office/drawing/2014/main" id="{2100C065-70AE-417C-A6E6-A70E64F4811A}"/>
                </a:ext>
              </a:extLst>
            </p:cNvPr>
            <p:cNvSpPr>
              <a:spLocks/>
            </p:cNvSpPr>
            <p:nvPr/>
          </p:nvSpPr>
          <p:spPr bwMode="gray">
            <a:xfrm>
              <a:off x="7354438" y="5824240"/>
              <a:ext cx="582414" cy="40556"/>
            </a:xfrm>
            <a:custGeom>
              <a:avLst/>
              <a:gdLst>
                <a:gd name="T0" fmla="*/ 0 w 16989"/>
                <a:gd name="T1" fmla="*/ 0 h 1183"/>
                <a:gd name="T2" fmla="*/ 16989 w 16989"/>
                <a:gd name="T3" fmla="*/ 0 h 1183"/>
                <a:gd name="T4" fmla="*/ 16989 w 16989"/>
                <a:gd name="T5" fmla="*/ 1183 h 1183"/>
                <a:gd name="T6" fmla="*/ 0 w 16989"/>
                <a:gd name="T7" fmla="*/ 1183 h 1183"/>
                <a:gd name="T8" fmla="*/ 0 w 16989"/>
                <a:gd name="T9" fmla="*/ 0 h 1183"/>
                <a:gd name="T10" fmla="*/ 0 w 16989"/>
                <a:gd name="T11" fmla="*/ 0 h 1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989" h="1183">
                  <a:moveTo>
                    <a:pt x="0" y="0"/>
                  </a:moveTo>
                  <a:lnTo>
                    <a:pt x="16989" y="0"/>
                  </a:lnTo>
                  <a:lnTo>
                    <a:pt x="16989" y="1183"/>
                  </a:lnTo>
                  <a:lnTo>
                    <a:pt x="0" y="118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6" name="Freeform 2100">
              <a:extLst>
                <a:ext uri="{FF2B5EF4-FFF2-40B4-BE49-F238E27FC236}">
                  <a16:creationId xmlns:a16="http://schemas.microsoft.com/office/drawing/2014/main" id="{AA27BA4D-E6E1-4365-AFEA-F3CD0C1884C0}"/>
                </a:ext>
              </a:extLst>
            </p:cNvPr>
            <p:cNvSpPr>
              <a:spLocks/>
            </p:cNvSpPr>
            <p:nvPr/>
          </p:nvSpPr>
          <p:spPr bwMode="gray">
            <a:xfrm>
              <a:off x="7371236" y="6174328"/>
              <a:ext cx="548783" cy="21769"/>
            </a:xfrm>
            <a:custGeom>
              <a:avLst/>
              <a:gdLst>
                <a:gd name="T0" fmla="*/ 0 w 16008"/>
                <a:gd name="T1" fmla="*/ 0 h 635"/>
                <a:gd name="T2" fmla="*/ 16008 w 16008"/>
                <a:gd name="T3" fmla="*/ 0 h 635"/>
                <a:gd name="T4" fmla="*/ 16008 w 16008"/>
                <a:gd name="T5" fmla="*/ 635 h 635"/>
                <a:gd name="T6" fmla="*/ 0 w 16008"/>
                <a:gd name="T7" fmla="*/ 635 h 635"/>
                <a:gd name="T8" fmla="*/ 0 w 16008"/>
                <a:gd name="T9" fmla="*/ 0 h 635"/>
                <a:gd name="T10" fmla="*/ 0 w 16008"/>
                <a:gd name="T11" fmla="*/ 0 h 6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008" h="635">
                  <a:moveTo>
                    <a:pt x="0" y="0"/>
                  </a:moveTo>
                  <a:lnTo>
                    <a:pt x="16008" y="0"/>
                  </a:lnTo>
                  <a:lnTo>
                    <a:pt x="16008" y="635"/>
                  </a:lnTo>
                  <a:lnTo>
                    <a:pt x="0" y="6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7" name="Freeform 2101">
              <a:extLst>
                <a:ext uri="{FF2B5EF4-FFF2-40B4-BE49-F238E27FC236}">
                  <a16:creationId xmlns:a16="http://schemas.microsoft.com/office/drawing/2014/main" id="{A0A19CEE-2BA8-40EC-8EAB-E17F5AE39DBF}"/>
                </a:ext>
              </a:extLst>
            </p:cNvPr>
            <p:cNvSpPr>
              <a:spLocks/>
            </p:cNvSpPr>
            <p:nvPr/>
          </p:nvSpPr>
          <p:spPr bwMode="gray">
            <a:xfrm>
              <a:off x="7867637" y="5305042"/>
              <a:ext cx="109736" cy="182962"/>
            </a:xfrm>
            <a:custGeom>
              <a:avLst/>
              <a:gdLst>
                <a:gd name="T0" fmla="*/ 2999 w 3201"/>
                <a:gd name="T1" fmla="*/ 4154 h 5337"/>
                <a:gd name="T2" fmla="*/ 3201 w 3201"/>
                <a:gd name="T3" fmla="*/ 0 h 5337"/>
                <a:gd name="T4" fmla="*/ 0 w 3201"/>
                <a:gd name="T5" fmla="*/ 0 h 5337"/>
                <a:gd name="T6" fmla="*/ 0 w 3201"/>
                <a:gd name="T7" fmla="*/ 5337 h 5337"/>
                <a:gd name="T8" fmla="*/ 2019 w 3201"/>
                <a:gd name="T9" fmla="*/ 5337 h 5337"/>
                <a:gd name="T10" fmla="*/ 2999 w 3201"/>
                <a:gd name="T11" fmla="*/ 4154 h 5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01" h="5337">
                  <a:moveTo>
                    <a:pt x="2999" y="4154"/>
                  </a:moveTo>
                  <a:lnTo>
                    <a:pt x="3201" y="0"/>
                  </a:lnTo>
                  <a:lnTo>
                    <a:pt x="0" y="0"/>
                  </a:lnTo>
                  <a:lnTo>
                    <a:pt x="0" y="5337"/>
                  </a:lnTo>
                  <a:lnTo>
                    <a:pt x="2019" y="5337"/>
                  </a:lnTo>
                  <a:lnTo>
                    <a:pt x="2999" y="4154"/>
                  </a:lnTo>
                  <a:close/>
                </a:path>
              </a:pathLst>
            </a:custGeom>
            <a:solidFill>
              <a:srgbClr val="B9B9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8" name="Freeform 2102">
              <a:extLst>
                <a:ext uri="{FF2B5EF4-FFF2-40B4-BE49-F238E27FC236}">
                  <a16:creationId xmlns:a16="http://schemas.microsoft.com/office/drawing/2014/main" id="{4ED9D84D-87B5-43D0-A9DE-3F168C62FCE7}"/>
                </a:ext>
              </a:extLst>
            </p:cNvPr>
            <p:cNvSpPr>
              <a:spLocks/>
            </p:cNvSpPr>
            <p:nvPr/>
          </p:nvSpPr>
          <p:spPr bwMode="gray">
            <a:xfrm>
              <a:off x="7324784" y="4940146"/>
              <a:ext cx="656531" cy="732808"/>
            </a:xfrm>
            <a:custGeom>
              <a:avLst/>
              <a:gdLst>
                <a:gd name="T0" fmla="*/ 15835 w 19151"/>
                <a:gd name="T1" fmla="*/ 11019 h 21376"/>
                <a:gd name="T2" fmla="*/ 15950 w 19151"/>
                <a:gd name="T3" fmla="*/ 21376 h 21376"/>
                <a:gd name="T4" fmla="*/ 3086 w 19151"/>
                <a:gd name="T5" fmla="*/ 21376 h 21376"/>
                <a:gd name="T6" fmla="*/ 3115 w 19151"/>
                <a:gd name="T7" fmla="*/ 11019 h 21376"/>
                <a:gd name="T8" fmla="*/ 0 w 19151"/>
                <a:gd name="T9" fmla="*/ 11019 h 21376"/>
                <a:gd name="T10" fmla="*/ 173 w 19151"/>
                <a:gd name="T11" fmla="*/ 4875 h 21376"/>
                <a:gd name="T12" fmla="*/ 1730 w 19151"/>
                <a:gd name="T13" fmla="*/ 2394 h 21376"/>
                <a:gd name="T14" fmla="*/ 6807 w 19151"/>
                <a:gd name="T15" fmla="*/ 0 h 21376"/>
                <a:gd name="T16" fmla="*/ 12316 w 19151"/>
                <a:gd name="T17" fmla="*/ 0 h 21376"/>
                <a:gd name="T18" fmla="*/ 17421 w 19151"/>
                <a:gd name="T19" fmla="*/ 2394 h 21376"/>
                <a:gd name="T20" fmla="*/ 19036 w 19151"/>
                <a:gd name="T21" fmla="*/ 4933 h 21376"/>
                <a:gd name="T22" fmla="*/ 19151 w 19151"/>
                <a:gd name="T23" fmla="*/ 11019 h 21376"/>
                <a:gd name="T24" fmla="*/ 15835 w 19151"/>
                <a:gd name="T25" fmla="*/ 11019 h 21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151" h="21376">
                  <a:moveTo>
                    <a:pt x="15835" y="11019"/>
                  </a:moveTo>
                  <a:lnTo>
                    <a:pt x="15950" y="21376"/>
                  </a:lnTo>
                  <a:lnTo>
                    <a:pt x="3086" y="21376"/>
                  </a:lnTo>
                  <a:lnTo>
                    <a:pt x="3115" y="11019"/>
                  </a:lnTo>
                  <a:lnTo>
                    <a:pt x="0" y="11019"/>
                  </a:lnTo>
                  <a:lnTo>
                    <a:pt x="173" y="4875"/>
                  </a:lnTo>
                  <a:lnTo>
                    <a:pt x="1730" y="2394"/>
                  </a:lnTo>
                  <a:lnTo>
                    <a:pt x="6807" y="0"/>
                  </a:lnTo>
                  <a:lnTo>
                    <a:pt x="12316" y="0"/>
                  </a:lnTo>
                  <a:lnTo>
                    <a:pt x="17421" y="2394"/>
                  </a:lnTo>
                  <a:lnTo>
                    <a:pt x="19036" y="4933"/>
                  </a:lnTo>
                  <a:lnTo>
                    <a:pt x="19151" y="11019"/>
                  </a:lnTo>
                  <a:lnTo>
                    <a:pt x="15835" y="11019"/>
                  </a:lnTo>
                  <a:close/>
                </a:path>
              </a:pathLst>
            </a:custGeom>
            <a:solidFill>
              <a:srgbClr val="41AA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9" name="Freeform 2103">
              <a:extLst>
                <a:ext uri="{FF2B5EF4-FFF2-40B4-BE49-F238E27FC236}">
                  <a16:creationId xmlns:a16="http://schemas.microsoft.com/office/drawing/2014/main" id="{592CDDDC-7C1B-443E-970A-089BE028AB84}"/>
                </a:ext>
              </a:extLst>
            </p:cNvPr>
            <p:cNvSpPr>
              <a:spLocks/>
            </p:cNvSpPr>
            <p:nvPr/>
          </p:nvSpPr>
          <p:spPr bwMode="gray">
            <a:xfrm>
              <a:off x="7902227" y="5453380"/>
              <a:ext cx="34625" cy="963250"/>
            </a:xfrm>
            <a:custGeom>
              <a:avLst/>
              <a:gdLst>
                <a:gd name="T0" fmla="*/ 0 w 1010"/>
                <a:gd name="T1" fmla="*/ 0 h 28098"/>
                <a:gd name="T2" fmla="*/ 1010 w 1010"/>
                <a:gd name="T3" fmla="*/ 0 h 28098"/>
                <a:gd name="T4" fmla="*/ 1010 w 1010"/>
                <a:gd name="T5" fmla="*/ 28098 h 28098"/>
                <a:gd name="T6" fmla="*/ 0 w 1010"/>
                <a:gd name="T7" fmla="*/ 28098 h 28098"/>
                <a:gd name="T8" fmla="*/ 0 w 1010"/>
                <a:gd name="T9" fmla="*/ 0 h 28098"/>
                <a:gd name="T10" fmla="*/ 0 w 1010"/>
                <a:gd name="T11" fmla="*/ 0 h 280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10" h="28098">
                  <a:moveTo>
                    <a:pt x="0" y="0"/>
                  </a:moveTo>
                  <a:lnTo>
                    <a:pt x="1010" y="0"/>
                  </a:lnTo>
                  <a:lnTo>
                    <a:pt x="1010" y="28098"/>
                  </a:lnTo>
                  <a:lnTo>
                    <a:pt x="0" y="2809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0" name="Freeform 2104">
              <a:extLst>
                <a:ext uri="{FF2B5EF4-FFF2-40B4-BE49-F238E27FC236}">
                  <a16:creationId xmlns:a16="http://schemas.microsoft.com/office/drawing/2014/main" id="{1AE40868-708D-41B0-8B5A-E48F89EE7293}"/>
                </a:ext>
              </a:extLst>
            </p:cNvPr>
            <p:cNvSpPr>
              <a:spLocks/>
            </p:cNvSpPr>
            <p:nvPr/>
          </p:nvSpPr>
          <p:spPr bwMode="gray">
            <a:xfrm>
              <a:off x="7354438" y="5225955"/>
              <a:ext cx="582414" cy="227426"/>
            </a:xfrm>
            <a:custGeom>
              <a:avLst/>
              <a:gdLst>
                <a:gd name="T0" fmla="*/ 441 w 589"/>
                <a:gd name="T1" fmla="*/ 0 h 230"/>
                <a:gd name="T2" fmla="*/ 149 w 589"/>
                <a:gd name="T3" fmla="*/ 0 h 230"/>
                <a:gd name="T4" fmla="*/ 0 w 589"/>
                <a:gd name="T5" fmla="*/ 131 h 230"/>
                <a:gd name="T6" fmla="*/ 0 w 589"/>
                <a:gd name="T7" fmla="*/ 230 h 230"/>
                <a:gd name="T8" fmla="*/ 589 w 589"/>
                <a:gd name="T9" fmla="*/ 230 h 230"/>
                <a:gd name="T10" fmla="*/ 589 w 589"/>
                <a:gd name="T11" fmla="*/ 131 h 230"/>
                <a:gd name="T12" fmla="*/ 441 w 589"/>
                <a:gd name="T13" fmla="*/ 0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9" h="230">
                  <a:moveTo>
                    <a:pt x="441" y="0"/>
                  </a:moveTo>
                  <a:cubicBezTo>
                    <a:pt x="149" y="0"/>
                    <a:pt x="149" y="0"/>
                    <a:pt x="149" y="0"/>
                  </a:cubicBezTo>
                  <a:cubicBezTo>
                    <a:pt x="67" y="0"/>
                    <a:pt x="0" y="58"/>
                    <a:pt x="0" y="131"/>
                  </a:cubicBezTo>
                  <a:cubicBezTo>
                    <a:pt x="0" y="230"/>
                    <a:pt x="0" y="230"/>
                    <a:pt x="0" y="230"/>
                  </a:cubicBezTo>
                  <a:cubicBezTo>
                    <a:pt x="589" y="230"/>
                    <a:pt x="589" y="230"/>
                    <a:pt x="589" y="230"/>
                  </a:cubicBezTo>
                  <a:cubicBezTo>
                    <a:pt x="589" y="131"/>
                    <a:pt x="589" y="131"/>
                    <a:pt x="589" y="131"/>
                  </a:cubicBezTo>
                  <a:cubicBezTo>
                    <a:pt x="589" y="58"/>
                    <a:pt x="522" y="0"/>
                    <a:pt x="441" y="0"/>
                  </a:cubicBezTo>
                  <a:close/>
                </a:path>
              </a:pathLst>
            </a:custGeom>
            <a:solidFill>
              <a:srgbClr val="7887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1" name="Freeform 2105">
              <a:extLst>
                <a:ext uri="{FF2B5EF4-FFF2-40B4-BE49-F238E27FC236}">
                  <a16:creationId xmlns:a16="http://schemas.microsoft.com/office/drawing/2014/main" id="{536054AA-E884-4927-BCDA-8CAF7A9965D6}"/>
                </a:ext>
              </a:extLst>
            </p:cNvPr>
            <p:cNvSpPr>
              <a:spLocks/>
            </p:cNvSpPr>
            <p:nvPr/>
          </p:nvSpPr>
          <p:spPr bwMode="gray">
            <a:xfrm>
              <a:off x="8331367" y="5059791"/>
              <a:ext cx="128522" cy="60336"/>
            </a:xfrm>
            <a:custGeom>
              <a:avLst/>
              <a:gdLst>
                <a:gd name="T0" fmla="*/ 3432 w 3749"/>
                <a:gd name="T1" fmla="*/ 1760 h 1760"/>
                <a:gd name="T2" fmla="*/ 259 w 3749"/>
                <a:gd name="T3" fmla="*/ 1760 h 1760"/>
                <a:gd name="T4" fmla="*/ 0 w 3749"/>
                <a:gd name="T5" fmla="*/ 0 h 1760"/>
                <a:gd name="T6" fmla="*/ 3749 w 3749"/>
                <a:gd name="T7" fmla="*/ 0 h 1760"/>
                <a:gd name="T8" fmla="*/ 3432 w 3749"/>
                <a:gd name="T9" fmla="*/ 1760 h 1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49" h="1760">
                  <a:moveTo>
                    <a:pt x="3432" y="1760"/>
                  </a:moveTo>
                  <a:lnTo>
                    <a:pt x="259" y="1760"/>
                  </a:lnTo>
                  <a:lnTo>
                    <a:pt x="0" y="0"/>
                  </a:lnTo>
                  <a:lnTo>
                    <a:pt x="3749" y="0"/>
                  </a:lnTo>
                  <a:lnTo>
                    <a:pt x="3432" y="1760"/>
                  </a:lnTo>
                  <a:close/>
                </a:path>
              </a:pathLst>
            </a:custGeom>
            <a:solidFill>
              <a:srgbClr val="EBF0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2" name="Freeform 2106">
              <a:extLst>
                <a:ext uri="{FF2B5EF4-FFF2-40B4-BE49-F238E27FC236}">
                  <a16:creationId xmlns:a16="http://schemas.microsoft.com/office/drawing/2014/main" id="{05724881-8EE5-413C-8E2F-F7D99A4910B5}"/>
                </a:ext>
              </a:extLst>
            </p:cNvPr>
            <p:cNvSpPr>
              <a:spLocks/>
            </p:cNvSpPr>
            <p:nvPr/>
          </p:nvSpPr>
          <p:spPr bwMode="gray">
            <a:xfrm>
              <a:off x="8068357" y="5068703"/>
              <a:ext cx="327289" cy="423243"/>
            </a:xfrm>
            <a:custGeom>
              <a:avLst/>
              <a:gdLst>
                <a:gd name="T0" fmla="*/ 0 w 9547"/>
                <a:gd name="T1" fmla="*/ 9606 h 12346"/>
                <a:gd name="T2" fmla="*/ 4124 w 9547"/>
                <a:gd name="T3" fmla="*/ 1413 h 12346"/>
                <a:gd name="T4" fmla="*/ 5278 w 9547"/>
                <a:gd name="T5" fmla="*/ 0 h 12346"/>
                <a:gd name="T6" fmla="*/ 8220 w 9547"/>
                <a:gd name="T7" fmla="*/ 0 h 12346"/>
                <a:gd name="T8" fmla="*/ 9547 w 9547"/>
                <a:gd name="T9" fmla="*/ 779 h 12346"/>
                <a:gd name="T10" fmla="*/ 9547 w 9547"/>
                <a:gd name="T11" fmla="*/ 1356 h 12346"/>
                <a:gd name="T12" fmla="*/ 8133 w 9547"/>
                <a:gd name="T13" fmla="*/ 1356 h 12346"/>
                <a:gd name="T14" fmla="*/ 7903 w 9547"/>
                <a:gd name="T15" fmla="*/ 1904 h 12346"/>
                <a:gd name="T16" fmla="*/ 6287 w 9547"/>
                <a:gd name="T17" fmla="*/ 1904 h 12346"/>
                <a:gd name="T18" fmla="*/ 5422 w 9547"/>
                <a:gd name="T19" fmla="*/ 3346 h 12346"/>
                <a:gd name="T20" fmla="*/ 3836 w 9547"/>
                <a:gd name="T21" fmla="*/ 10673 h 12346"/>
                <a:gd name="T22" fmla="*/ 2826 w 9547"/>
                <a:gd name="T23" fmla="*/ 12346 h 12346"/>
                <a:gd name="T24" fmla="*/ 548 w 9547"/>
                <a:gd name="T25" fmla="*/ 12346 h 12346"/>
                <a:gd name="T26" fmla="*/ 0 w 9547"/>
                <a:gd name="T27" fmla="*/ 9606 h 12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547" h="12346">
                  <a:moveTo>
                    <a:pt x="0" y="9606"/>
                  </a:moveTo>
                  <a:lnTo>
                    <a:pt x="4124" y="1413"/>
                  </a:lnTo>
                  <a:lnTo>
                    <a:pt x="5278" y="0"/>
                  </a:lnTo>
                  <a:lnTo>
                    <a:pt x="8220" y="0"/>
                  </a:lnTo>
                  <a:lnTo>
                    <a:pt x="9547" y="779"/>
                  </a:lnTo>
                  <a:lnTo>
                    <a:pt x="9547" y="1356"/>
                  </a:lnTo>
                  <a:lnTo>
                    <a:pt x="8133" y="1356"/>
                  </a:lnTo>
                  <a:lnTo>
                    <a:pt x="7903" y="1904"/>
                  </a:lnTo>
                  <a:lnTo>
                    <a:pt x="6287" y="1904"/>
                  </a:lnTo>
                  <a:lnTo>
                    <a:pt x="5422" y="3346"/>
                  </a:lnTo>
                  <a:lnTo>
                    <a:pt x="3836" y="10673"/>
                  </a:lnTo>
                  <a:lnTo>
                    <a:pt x="2826" y="12346"/>
                  </a:lnTo>
                  <a:lnTo>
                    <a:pt x="548" y="12346"/>
                  </a:lnTo>
                  <a:lnTo>
                    <a:pt x="0" y="9606"/>
                  </a:lnTo>
                  <a:close/>
                </a:path>
              </a:pathLst>
            </a:custGeom>
            <a:solidFill>
              <a:srgbClr val="E1E1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3" name="Freeform 2152">
              <a:extLst>
                <a:ext uri="{FF2B5EF4-FFF2-40B4-BE49-F238E27FC236}">
                  <a16:creationId xmlns:a16="http://schemas.microsoft.com/office/drawing/2014/main" id="{341AA65C-063D-417B-A846-81E13CA70CED}"/>
                </a:ext>
              </a:extLst>
            </p:cNvPr>
            <p:cNvSpPr>
              <a:spLocks/>
            </p:cNvSpPr>
            <p:nvPr/>
          </p:nvSpPr>
          <p:spPr bwMode="gray">
            <a:xfrm>
              <a:off x="4259545" y="5031130"/>
              <a:ext cx="325300" cy="447961"/>
            </a:xfrm>
            <a:custGeom>
              <a:avLst/>
              <a:gdLst>
                <a:gd name="T0" fmla="*/ 8595 w 9489"/>
                <a:gd name="T1" fmla="*/ 13067 h 13067"/>
                <a:gd name="T2" fmla="*/ 0 w 9489"/>
                <a:gd name="T3" fmla="*/ 1500 h 13067"/>
                <a:gd name="T4" fmla="*/ 2422 w 9489"/>
                <a:gd name="T5" fmla="*/ 0 h 13067"/>
                <a:gd name="T6" fmla="*/ 9489 w 9489"/>
                <a:gd name="T7" fmla="*/ 11135 h 13067"/>
                <a:gd name="T8" fmla="*/ 8595 w 9489"/>
                <a:gd name="T9" fmla="*/ 13067 h 130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489" h="13067">
                  <a:moveTo>
                    <a:pt x="8595" y="13067"/>
                  </a:moveTo>
                  <a:lnTo>
                    <a:pt x="0" y="1500"/>
                  </a:lnTo>
                  <a:lnTo>
                    <a:pt x="2422" y="0"/>
                  </a:lnTo>
                  <a:lnTo>
                    <a:pt x="9489" y="11135"/>
                  </a:lnTo>
                  <a:lnTo>
                    <a:pt x="8595" y="13067"/>
                  </a:lnTo>
                  <a:close/>
                </a:path>
              </a:pathLst>
            </a:custGeom>
            <a:solidFill>
              <a:srgbClr val="AAAA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4" name="Freeform 2153">
              <a:extLst>
                <a:ext uri="{FF2B5EF4-FFF2-40B4-BE49-F238E27FC236}">
                  <a16:creationId xmlns:a16="http://schemas.microsoft.com/office/drawing/2014/main" id="{C619249D-A4DE-4AC1-942D-288D95FE4646}"/>
                </a:ext>
              </a:extLst>
            </p:cNvPr>
            <p:cNvSpPr>
              <a:spLocks/>
            </p:cNvSpPr>
            <p:nvPr/>
          </p:nvSpPr>
          <p:spPr bwMode="gray">
            <a:xfrm>
              <a:off x="4487930" y="5420743"/>
              <a:ext cx="265993" cy="66267"/>
            </a:xfrm>
            <a:custGeom>
              <a:avLst/>
              <a:gdLst>
                <a:gd name="T0" fmla="*/ 269 w 269"/>
                <a:gd name="T1" fmla="*/ 67 h 67"/>
                <a:gd name="T2" fmla="*/ 0 w 269"/>
                <a:gd name="T3" fmla="*/ 67 h 67"/>
                <a:gd name="T4" fmla="*/ 112 w 269"/>
                <a:gd name="T5" fmla="*/ 20 h 67"/>
                <a:gd name="T6" fmla="*/ 131 w 269"/>
                <a:gd name="T7" fmla="*/ 0 h 67"/>
                <a:gd name="T8" fmla="*/ 201 w 269"/>
                <a:gd name="T9" fmla="*/ 0 h 67"/>
                <a:gd name="T10" fmla="*/ 269 w 269"/>
                <a:gd name="T11" fmla="*/ 6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9" h="67">
                  <a:moveTo>
                    <a:pt x="269" y="67"/>
                  </a:moveTo>
                  <a:cubicBezTo>
                    <a:pt x="0" y="67"/>
                    <a:pt x="0" y="67"/>
                    <a:pt x="0" y="67"/>
                  </a:cubicBezTo>
                  <a:cubicBezTo>
                    <a:pt x="112" y="20"/>
                    <a:pt x="112" y="20"/>
                    <a:pt x="112" y="20"/>
                  </a:cubicBezTo>
                  <a:cubicBezTo>
                    <a:pt x="131" y="0"/>
                    <a:pt x="131" y="0"/>
                    <a:pt x="131" y="0"/>
                  </a:cubicBezTo>
                  <a:cubicBezTo>
                    <a:pt x="201" y="0"/>
                    <a:pt x="201" y="0"/>
                    <a:pt x="201" y="0"/>
                  </a:cubicBezTo>
                  <a:cubicBezTo>
                    <a:pt x="228" y="26"/>
                    <a:pt x="242" y="41"/>
                    <a:pt x="269" y="67"/>
                  </a:cubicBezTo>
                  <a:close/>
                </a:path>
              </a:pathLst>
            </a:custGeom>
            <a:solidFill>
              <a:srgbClr val="AAAA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5" name="Freeform 2154">
              <a:extLst>
                <a:ext uri="{FF2B5EF4-FFF2-40B4-BE49-F238E27FC236}">
                  <a16:creationId xmlns:a16="http://schemas.microsoft.com/office/drawing/2014/main" id="{456F9812-ABC9-47E0-935D-ABDB1A8641A6}"/>
                </a:ext>
              </a:extLst>
            </p:cNvPr>
            <p:cNvSpPr>
              <a:spLocks/>
            </p:cNvSpPr>
            <p:nvPr/>
          </p:nvSpPr>
          <p:spPr bwMode="gray">
            <a:xfrm>
              <a:off x="4300066" y="5630412"/>
              <a:ext cx="434077" cy="656668"/>
            </a:xfrm>
            <a:custGeom>
              <a:avLst/>
              <a:gdLst>
                <a:gd name="T0" fmla="*/ 353 w 439"/>
                <a:gd name="T1" fmla="*/ 0 h 664"/>
                <a:gd name="T2" fmla="*/ 0 w 439"/>
                <a:gd name="T3" fmla="*/ 607 h 664"/>
                <a:gd name="T4" fmla="*/ 133 w 439"/>
                <a:gd name="T5" fmla="*/ 664 h 664"/>
                <a:gd name="T6" fmla="*/ 439 w 439"/>
                <a:gd name="T7" fmla="*/ 164 h 664"/>
                <a:gd name="T8" fmla="*/ 404 w 439"/>
                <a:gd name="T9" fmla="*/ 31 h 664"/>
                <a:gd name="T10" fmla="*/ 353 w 439"/>
                <a:gd name="T11" fmla="*/ 0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39" h="664">
                  <a:moveTo>
                    <a:pt x="353" y="0"/>
                  </a:moveTo>
                  <a:cubicBezTo>
                    <a:pt x="0" y="607"/>
                    <a:pt x="0" y="607"/>
                    <a:pt x="0" y="607"/>
                  </a:cubicBezTo>
                  <a:cubicBezTo>
                    <a:pt x="133" y="664"/>
                    <a:pt x="133" y="664"/>
                    <a:pt x="133" y="664"/>
                  </a:cubicBezTo>
                  <a:cubicBezTo>
                    <a:pt x="439" y="164"/>
                    <a:pt x="439" y="164"/>
                    <a:pt x="439" y="164"/>
                  </a:cubicBezTo>
                  <a:cubicBezTo>
                    <a:pt x="425" y="112"/>
                    <a:pt x="418" y="83"/>
                    <a:pt x="404" y="31"/>
                  </a:cubicBezTo>
                  <a:lnTo>
                    <a:pt x="353" y="0"/>
                  </a:lnTo>
                  <a:close/>
                </a:path>
              </a:pathLst>
            </a:custGeom>
            <a:solidFill>
              <a:srgbClr val="0064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6" name="Freeform 2155">
              <a:extLst>
                <a:ext uri="{FF2B5EF4-FFF2-40B4-BE49-F238E27FC236}">
                  <a16:creationId xmlns:a16="http://schemas.microsoft.com/office/drawing/2014/main" id="{05B8A5CE-6BE0-4D6A-9F14-CD79542D447A}"/>
                </a:ext>
              </a:extLst>
            </p:cNvPr>
            <p:cNvSpPr>
              <a:spLocks/>
            </p:cNvSpPr>
            <p:nvPr/>
          </p:nvSpPr>
          <p:spPr bwMode="gray">
            <a:xfrm>
              <a:off x="4294136" y="6157529"/>
              <a:ext cx="190847" cy="179979"/>
            </a:xfrm>
            <a:custGeom>
              <a:avLst/>
              <a:gdLst>
                <a:gd name="T0" fmla="*/ 137 w 193"/>
                <a:gd name="T1" fmla="*/ 53 h 182"/>
                <a:gd name="T2" fmla="*/ 48 w 193"/>
                <a:gd name="T3" fmla="*/ 0 h 182"/>
                <a:gd name="T4" fmla="*/ 0 w 193"/>
                <a:gd name="T5" fmla="*/ 71 h 182"/>
                <a:gd name="T6" fmla="*/ 93 w 193"/>
                <a:gd name="T7" fmla="*/ 126 h 182"/>
                <a:gd name="T8" fmla="*/ 188 w 193"/>
                <a:gd name="T9" fmla="*/ 182 h 182"/>
                <a:gd name="T10" fmla="*/ 193 w 193"/>
                <a:gd name="T11" fmla="*/ 86 h 182"/>
                <a:gd name="T12" fmla="*/ 137 w 193"/>
                <a:gd name="T13" fmla="*/ 53 h 182"/>
                <a:gd name="T14" fmla="*/ 137 w 193"/>
                <a:gd name="T15" fmla="*/ 53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3" h="182">
                  <a:moveTo>
                    <a:pt x="137" y="53"/>
                  </a:moveTo>
                  <a:cubicBezTo>
                    <a:pt x="49" y="1"/>
                    <a:pt x="48" y="0"/>
                    <a:pt x="48" y="0"/>
                  </a:cubicBezTo>
                  <a:cubicBezTo>
                    <a:pt x="48" y="0"/>
                    <a:pt x="14" y="48"/>
                    <a:pt x="0" y="71"/>
                  </a:cubicBezTo>
                  <a:cubicBezTo>
                    <a:pt x="93" y="126"/>
                    <a:pt x="93" y="126"/>
                    <a:pt x="93" y="126"/>
                  </a:cubicBezTo>
                  <a:cubicBezTo>
                    <a:pt x="188" y="182"/>
                    <a:pt x="188" y="182"/>
                    <a:pt x="188" y="182"/>
                  </a:cubicBezTo>
                  <a:cubicBezTo>
                    <a:pt x="193" y="86"/>
                    <a:pt x="193" y="86"/>
                    <a:pt x="193" y="86"/>
                  </a:cubicBezTo>
                  <a:cubicBezTo>
                    <a:pt x="137" y="53"/>
                    <a:pt x="137" y="53"/>
                    <a:pt x="137" y="53"/>
                  </a:cubicBezTo>
                  <a:cubicBezTo>
                    <a:pt x="137" y="53"/>
                    <a:pt x="137" y="53"/>
                    <a:pt x="137" y="53"/>
                  </a:cubicBezTo>
                  <a:close/>
                </a:path>
              </a:pathLst>
            </a:custGeom>
            <a:solidFill>
              <a:srgbClr val="2B2B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7" name="Freeform 2156">
              <a:extLst>
                <a:ext uri="{FF2B5EF4-FFF2-40B4-BE49-F238E27FC236}">
                  <a16:creationId xmlns:a16="http://schemas.microsoft.com/office/drawing/2014/main" id="{BF4887E9-1BDD-4AA2-8FEC-F7A51D76A1C6}"/>
                </a:ext>
              </a:extLst>
            </p:cNvPr>
            <p:cNvSpPr>
              <a:spLocks/>
            </p:cNvSpPr>
            <p:nvPr/>
          </p:nvSpPr>
          <p:spPr bwMode="gray">
            <a:xfrm>
              <a:off x="4191290" y="4528731"/>
              <a:ext cx="276893" cy="445012"/>
            </a:xfrm>
            <a:custGeom>
              <a:avLst/>
              <a:gdLst>
                <a:gd name="T0" fmla="*/ 190 w 280"/>
                <a:gd name="T1" fmla="*/ 0 h 450"/>
                <a:gd name="T2" fmla="*/ 9 w 280"/>
                <a:gd name="T3" fmla="*/ 189 h 450"/>
                <a:gd name="T4" fmla="*/ 37 w 280"/>
                <a:gd name="T5" fmla="*/ 280 h 450"/>
                <a:gd name="T6" fmla="*/ 2 w 280"/>
                <a:gd name="T7" fmla="*/ 325 h 450"/>
                <a:gd name="T8" fmla="*/ 11 w 280"/>
                <a:gd name="T9" fmla="*/ 352 h 450"/>
                <a:gd name="T10" fmla="*/ 0 w 280"/>
                <a:gd name="T11" fmla="*/ 404 h 450"/>
                <a:gd name="T12" fmla="*/ 140 w 280"/>
                <a:gd name="T13" fmla="*/ 450 h 450"/>
                <a:gd name="T14" fmla="*/ 156 w 280"/>
                <a:gd name="T15" fmla="*/ 369 h 450"/>
                <a:gd name="T16" fmla="*/ 198 w 280"/>
                <a:gd name="T17" fmla="*/ 376 h 450"/>
                <a:gd name="T18" fmla="*/ 280 w 280"/>
                <a:gd name="T19" fmla="*/ 189 h 450"/>
                <a:gd name="T20" fmla="*/ 190 w 280"/>
                <a:gd name="T21" fmla="*/ 0 h 4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80" h="450">
                  <a:moveTo>
                    <a:pt x="190" y="0"/>
                  </a:moveTo>
                  <a:cubicBezTo>
                    <a:pt x="115" y="0"/>
                    <a:pt x="9" y="85"/>
                    <a:pt x="9" y="189"/>
                  </a:cubicBezTo>
                  <a:cubicBezTo>
                    <a:pt x="9" y="221"/>
                    <a:pt x="20" y="252"/>
                    <a:pt x="37" y="280"/>
                  </a:cubicBezTo>
                  <a:cubicBezTo>
                    <a:pt x="34" y="285"/>
                    <a:pt x="2" y="325"/>
                    <a:pt x="2" y="325"/>
                  </a:cubicBezTo>
                  <a:cubicBezTo>
                    <a:pt x="11" y="352"/>
                    <a:pt x="11" y="352"/>
                    <a:pt x="11" y="352"/>
                  </a:cubicBezTo>
                  <a:cubicBezTo>
                    <a:pt x="0" y="404"/>
                    <a:pt x="0" y="404"/>
                    <a:pt x="0" y="404"/>
                  </a:cubicBezTo>
                  <a:cubicBezTo>
                    <a:pt x="140" y="450"/>
                    <a:pt x="140" y="450"/>
                    <a:pt x="140" y="450"/>
                  </a:cubicBezTo>
                  <a:cubicBezTo>
                    <a:pt x="156" y="369"/>
                    <a:pt x="156" y="369"/>
                    <a:pt x="156" y="369"/>
                  </a:cubicBezTo>
                  <a:cubicBezTo>
                    <a:pt x="170" y="373"/>
                    <a:pt x="184" y="376"/>
                    <a:pt x="198" y="376"/>
                  </a:cubicBezTo>
                  <a:cubicBezTo>
                    <a:pt x="271" y="376"/>
                    <a:pt x="280" y="291"/>
                    <a:pt x="280" y="189"/>
                  </a:cubicBezTo>
                  <a:cubicBezTo>
                    <a:pt x="280" y="85"/>
                    <a:pt x="263" y="0"/>
                    <a:pt x="190" y="0"/>
                  </a:cubicBezTo>
                  <a:close/>
                </a:path>
              </a:pathLst>
            </a:custGeom>
            <a:solidFill>
              <a:srgbClr val="D8D7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8" name="Freeform 2157">
              <a:extLst>
                <a:ext uri="{FF2B5EF4-FFF2-40B4-BE49-F238E27FC236}">
                  <a16:creationId xmlns:a16="http://schemas.microsoft.com/office/drawing/2014/main" id="{9980563D-55A1-42FE-9507-BD824539051F}"/>
                </a:ext>
              </a:extLst>
            </p:cNvPr>
            <p:cNvSpPr>
              <a:spLocks/>
            </p:cNvSpPr>
            <p:nvPr/>
          </p:nvSpPr>
          <p:spPr bwMode="gray">
            <a:xfrm>
              <a:off x="4131983" y="4504014"/>
              <a:ext cx="341138" cy="401509"/>
            </a:xfrm>
            <a:custGeom>
              <a:avLst/>
              <a:gdLst>
                <a:gd name="T0" fmla="*/ 301 w 345"/>
                <a:gd name="T1" fmla="*/ 386 h 406"/>
                <a:gd name="T2" fmla="*/ 267 w 345"/>
                <a:gd name="T3" fmla="*/ 406 h 406"/>
                <a:gd name="T4" fmla="*/ 197 w 345"/>
                <a:gd name="T5" fmla="*/ 394 h 406"/>
                <a:gd name="T6" fmla="*/ 178 w 345"/>
                <a:gd name="T7" fmla="*/ 280 h 406"/>
                <a:gd name="T8" fmla="*/ 132 w 345"/>
                <a:gd name="T9" fmla="*/ 168 h 406"/>
                <a:gd name="T10" fmla="*/ 101 w 345"/>
                <a:gd name="T11" fmla="*/ 300 h 406"/>
                <a:gd name="T12" fmla="*/ 71 w 345"/>
                <a:gd name="T13" fmla="*/ 377 h 406"/>
                <a:gd name="T14" fmla="*/ 0 w 345"/>
                <a:gd name="T15" fmla="*/ 157 h 406"/>
                <a:gd name="T16" fmla="*/ 84 w 345"/>
                <a:gd name="T17" fmla="*/ 6 h 406"/>
                <a:gd name="T18" fmla="*/ 257 w 345"/>
                <a:gd name="T19" fmla="*/ 0 h 406"/>
                <a:gd name="T20" fmla="*/ 335 w 345"/>
                <a:gd name="T21" fmla="*/ 47 h 406"/>
                <a:gd name="T22" fmla="*/ 345 w 345"/>
                <a:gd name="T23" fmla="*/ 74 h 406"/>
                <a:gd name="T24" fmla="*/ 331 w 345"/>
                <a:gd name="T25" fmla="*/ 105 h 406"/>
                <a:gd name="T26" fmla="*/ 249 w 345"/>
                <a:gd name="T27" fmla="*/ 62 h 406"/>
                <a:gd name="T28" fmla="*/ 214 w 345"/>
                <a:gd name="T29" fmla="*/ 159 h 406"/>
                <a:gd name="T30" fmla="*/ 218 w 345"/>
                <a:gd name="T31" fmla="*/ 313 h 406"/>
                <a:gd name="T32" fmla="*/ 319 w 345"/>
                <a:gd name="T33" fmla="*/ 355 h 406"/>
                <a:gd name="T34" fmla="*/ 317 w 345"/>
                <a:gd name="T35" fmla="*/ 371 h 406"/>
                <a:gd name="T36" fmla="*/ 301 w 345"/>
                <a:gd name="T37" fmla="*/ 386 h 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45" h="406">
                  <a:moveTo>
                    <a:pt x="301" y="386"/>
                  </a:moveTo>
                  <a:cubicBezTo>
                    <a:pt x="267" y="406"/>
                    <a:pt x="267" y="406"/>
                    <a:pt x="267" y="406"/>
                  </a:cubicBezTo>
                  <a:cubicBezTo>
                    <a:pt x="197" y="394"/>
                    <a:pt x="197" y="394"/>
                    <a:pt x="197" y="394"/>
                  </a:cubicBezTo>
                  <a:cubicBezTo>
                    <a:pt x="178" y="280"/>
                    <a:pt x="178" y="280"/>
                    <a:pt x="178" y="280"/>
                  </a:cubicBezTo>
                  <a:cubicBezTo>
                    <a:pt x="132" y="168"/>
                    <a:pt x="132" y="168"/>
                    <a:pt x="132" y="168"/>
                  </a:cubicBezTo>
                  <a:cubicBezTo>
                    <a:pt x="101" y="300"/>
                    <a:pt x="101" y="300"/>
                    <a:pt x="101" y="300"/>
                  </a:cubicBezTo>
                  <a:cubicBezTo>
                    <a:pt x="71" y="377"/>
                    <a:pt x="71" y="377"/>
                    <a:pt x="71" y="377"/>
                  </a:cubicBezTo>
                  <a:cubicBezTo>
                    <a:pt x="0" y="157"/>
                    <a:pt x="0" y="157"/>
                    <a:pt x="0" y="157"/>
                  </a:cubicBezTo>
                  <a:cubicBezTo>
                    <a:pt x="84" y="6"/>
                    <a:pt x="84" y="6"/>
                    <a:pt x="84" y="6"/>
                  </a:cubicBezTo>
                  <a:cubicBezTo>
                    <a:pt x="257" y="0"/>
                    <a:pt x="257" y="0"/>
                    <a:pt x="257" y="0"/>
                  </a:cubicBezTo>
                  <a:cubicBezTo>
                    <a:pt x="335" y="47"/>
                    <a:pt x="335" y="47"/>
                    <a:pt x="335" y="47"/>
                  </a:cubicBezTo>
                  <a:cubicBezTo>
                    <a:pt x="339" y="57"/>
                    <a:pt x="341" y="64"/>
                    <a:pt x="345" y="74"/>
                  </a:cubicBezTo>
                  <a:cubicBezTo>
                    <a:pt x="331" y="105"/>
                    <a:pt x="331" y="105"/>
                    <a:pt x="331" y="105"/>
                  </a:cubicBezTo>
                  <a:cubicBezTo>
                    <a:pt x="249" y="62"/>
                    <a:pt x="249" y="62"/>
                    <a:pt x="249" y="62"/>
                  </a:cubicBezTo>
                  <a:cubicBezTo>
                    <a:pt x="214" y="159"/>
                    <a:pt x="214" y="159"/>
                    <a:pt x="214" y="159"/>
                  </a:cubicBezTo>
                  <a:cubicBezTo>
                    <a:pt x="218" y="313"/>
                    <a:pt x="218" y="313"/>
                    <a:pt x="218" y="313"/>
                  </a:cubicBezTo>
                  <a:cubicBezTo>
                    <a:pt x="319" y="355"/>
                    <a:pt x="319" y="355"/>
                    <a:pt x="319" y="355"/>
                  </a:cubicBezTo>
                  <a:cubicBezTo>
                    <a:pt x="317" y="371"/>
                    <a:pt x="317" y="371"/>
                    <a:pt x="317" y="371"/>
                  </a:cubicBezTo>
                  <a:lnTo>
                    <a:pt x="301" y="386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9" name="Freeform 2158">
              <a:extLst>
                <a:ext uri="{FF2B5EF4-FFF2-40B4-BE49-F238E27FC236}">
                  <a16:creationId xmlns:a16="http://schemas.microsoft.com/office/drawing/2014/main" id="{1651E3B3-416C-431A-9E69-E06D2E9C098F}"/>
                </a:ext>
              </a:extLst>
            </p:cNvPr>
            <p:cNvSpPr>
              <a:spLocks/>
            </p:cNvSpPr>
            <p:nvPr/>
          </p:nvSpPr>
          <p:spPr bwMode="gray">
            <a:xfrm>
              <a:off x="4102328" y="4893661"/>
              <a:ext cx="328248" cy="665547"/>
            </a:xfrm>
            <a:custGeom>
              <a:avLst/>
              <a:gdLst>
                <a:gd name="T0" fmla="*/ 6807 w 9575"/>
                <a:gd name="T1" fmla="*/ 1558 h 19414"/>
                <a:gd name="T2" fmla="*/ 2711 w 9575"/>
                <a:gd name="T3" fmla="*/ 0 h 19414"/>
                <a:gd name="T4" fmla="*/ 0 w 9575"/>
                <a:gd name="T5" fmla="*/ 4212 h 19414"/>
                <a:gd name="T6" fmla="*/ 605 w 9575"/>
                <a:gd name="T7" fmla="*/ 14250 h 19414"/>
                <a:gd name="T8" fmla="*/ 317 w 9575"/>
                <a:gd name="T9" fmla="*/ 17856 h 19414"/>
                <a:gd name="T10" fmla="*/ 317 w 9575"/>
                <a:gd name="T11" fmla="*/ 19414 h 19414"/>
                <a:gd name="T12" fmla="*/ 9547 w 9575"/>
                <a:gd name="T13" fmla="*/ 18779 h 19414"/>
                <a:gd name="T14" fmla="*/ 9575 w 9575"/>
                <a:gd name="T15" fmla="*/ 5827 h 19414"/>
                <a:gd name="T16" fmla="*/ 6807 w 9575"/>
                <a:gd name="T17" fmla="*/ 1558 h 19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575" h="19414">
                  <a:moveTo>
                    <a:pt x="6807" y="1558"/>
                  </a:moveTo>
                  <a:lnTo>
                    <a:pt x="2711" y="0"/>
                  </a:lnTo>
                  <a:lnTo>
                    <a:pt x="0" y="4212"/>
                  </a:lnTo>
                  <a:lnTo>
                    <a:pt x="605" y="14250"/>
                  </a:lnTo>
                  <a:lnTo>
                    <a:pt x="317" y="17856"/>
                  </a:lnTo>
                  <a:lnTo>
                    <a:pt x="317" y="19414"/>
                  </a:lnTo>
                  <a:lnTo>
                    <a:pt x="9547" y="18779"/>
                  </a:lnTo>
                  <a:lnTo>
                    <a:pt x="9575" y="5827"/>
                  </a:lnTo>
                  <a:lnTo>
                    <a:pt x="6807" y="1558"/>
                  </a:lnTo>
                  <a:close/>
                </a:path>
              </a:pathLst>
            </a:custGeom>
            <a:solidFill>
              <a:srgbClr val="555F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0" name="Freeform 2159">
              <a:extLst>
                <a:ext uri="{FF2B5EF4-FFF2-40B4-BE49-F238E27FC236}">
                  <a16:creationId xmlns:a16="http://schemas.microsoft.com/office/drawing/2014/main" id="{4A3B4FC5-D4D3-4086-83E9-85C8A7AA6B2F}"/>
                </a:ext>
              </a:extLst>
            </p:cNvPr>
            <p:cNvSpPr>
              <a:spLocks/>
            </p:cNvSpPr>
            <p:nvPr/>
          </p:nvSpPr>
          <p:spPr bwMode="gray">
            <a:xfrm>
              <a:off x="4510693" y="5741176"/>
              <a:ext cx="195784" cy="602263"/>
            </a:xfrm>
            <a:custGeom>
              <a:avLst/>
              <a:gdLst>
                <a:gd name="T0" fmla="*/ 5711 w 5711"/>
                <a:gd name="T1" fmla="*/ 375 h 17568"/>
                <a:gd name="T2" fmla="*/ 4643 w 5711"/>
                <a:gd name="T3" fmla="*/ 17280 h 17568"/>
                <a:gd name="T4" fmla="*/ 865 w 5711"/>
                <a:gd name="T5" fmla="*/ 17568 h 17568"/>
                <a:gd name="T6" fmla="*/ 634 w 5711"/>
                <a:gd name="T7" fmla="*/ 2221 h 17568"/>
                <a:gd name="T8" fmla="*/ 0 w 5711"/>
                <a:gd name="T9" fmla="*/ 0 h 17568"/>
                <a:gd name="T10" fmla="*/ 5711 w 5711"/>
                <a:gd name="T11" fmla="*/ 375 h 17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11" h="17568">
                  <a:moveTo>
                    <a:pt x="5711" y="375"/>
                  </a:moveTo>
                  <a:lnTo>
                    <a:pt x="4643" y="17280"/>
                  </a:lnTo>
                  <a:lnTo>
                    <a:pt x="865" y="17568"/>
                  </a:lnTo>
                  <a:lnTo>
                    <a:pt x="634" y="2221"/>
                  </a:lnTo>
                  <a:lnTo>
                    <a:pt x="0" y="0"/>
                  </a:lnTo>
                  <a:lnTo>
                    <a:pt x="5711" y="375"/>
                  </a:lnTo>
                  <a:close/>
                </a:path>
              </a:pathLst>
            </a:custGeom>
            <a:solidFill>
              <a:srgbClr val="2391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1" name="Freeform 2160">
              <a:extLst>
                <a:ext uri="{FF2B5EF4-FFF2-40B4-BE49-F238E27FC236}">
                  <a16:creationId xmlns:a16="http://schemas.microsoft.com/office/drawing/2014/main" id="{AC346DED-1D73-47B4-A4D8-3FA06637D998}"/>
                </a:ext>
              </a:extLst>
            </p:cNvPr>
            <p:cNvSpPr>
              <a:spLocks/>
            </p:cNvSpPr>
            <p:nvPr/>
          </p:nvSpPr>
          <p:spPr bwMode="gray">
            <a:xfrm>
              <a:off x="4534418" y="6259381"/>
              <a:ext cx="212582" cy="83065"/>
            </a:xfrm>
            <a:custGeom>
              <a:avLst/>
              <a:gdLst>
                <a:gd name="T0" fmla="*/ 107 w 215"/>
                <a:gd name="T1" fmla="*/ 0 h 84"/>
                <a:gd name="T2" fmla="*/ 5 w 215"/>
                <a:gd name="T3" fmla="*/ 0 h 84"/>
                <a:gd name="T4" fmla="*/ 0 w 215"/>
                <a:gd name="T5" fmla="*/ 84 h 84"/>
                <a:gd name="T6" fmla="*/ 107 w 215"/>
                <a:gd name="T7" fmla="*/ 84 h 84"/>
                <a:gd name="T8" fmla="*/ 215 w 215"/>
                <a:gd name="T9" fmla="*/ 84 h 84"/>
                <a:gd name="T10" fmla="*/ 171 w 215"/>
                <a:gd name="T11" fmla="*/ 0 h 84"/>
                <a:gd name="T12" fmla="*/ 107 w 215"/>
                <a:gd name="T13" fmla="*/ 0 h 84"/>
                <a:gd name="T14" fmla="*/ 107 w 215"/>
                <a:gd name="T15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5" h="84">
                  <a:moveTo>
                    <a:pt x="107" y="0"/>
                  </a:moveTo>
                  <a:cubicBezTo>
                    <a:pt x="6" y="0"/>
                    <a:pt x="5" y="0"/>
                    <a:pt x="5" y="0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107" y="84"/>
                    <a:pt x="107" y="84"/>
                    <a:pt x="107" y="84"/>
                  </a:cubicBezTo>
                  <a:cubicBezTo>
                    <a:pt x="215" y="84"/>
                    <a:pt x="215" y="84"/>
                    <a:pt x="215" y="84"/>
                  </a:cubicBezTo>
                  <a:cubicBezTo>
                    <a:pt x="171" y="0"/>
                    <a:pt x="171" y="0"/>
                    <a:pt x="171" y="0"/>
                  </a:cubicBezTo>
                  <a:cubicBezTo>
                    <a:pt x="107" y="0"/>
                    <a:pt x="107" y="0"/>
                    <a:pt x="107" y="0"/>
                  </a:cubicBezTo>
                  <a:cubicBezTo>
                    <a:pt x="107" y="0"/>
                    <a:pt x="107" y="0"/>
                    <a:pt x="107" y="0"/>
                  </a:cubicBezTo>
                  <a:close/>
                </a:path>
              </a:pathLst>
            </a:custGeom>
            <a:solidFill>
              <a:srgbClr val="2B2B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2" name="Freeform 2161">
              <a:extLst>
                <a:ext uri="{FF2B5EF4-FFF2-40B4-BE49-F238E27FC236}">
                  <a16:creationId xmlns:a16="http://schemas.microsoft.com/office/drawing/2014/main" id="{8D6B9D50-C371-4F97-B9EA-DB2D0C452BD2}"/>
                </a:ext>
              </a:extLst>
            </p:cNvPr>
            <p:cNvSpPr>
              <a:spLocks/>
            </p:cNvSpPr>
            <p:nvPr/>
          </p:nvSpPr>
          <p:spPr bwMode="gray">
            <a:xfrm>
              <a:off x="4075623" y="5767882"/>
              <a:ext cx="434077" cy="62290"/>
            </a:xfrm>
            <a:custGeom>
              <a:avLst/>
              <a:gdLst>
                <a:gd name="T0" fmla="*/ 393 w 439"/>
                <a:gd name="T1" fmla="*/ 0 h 63"/>
                <a:gd name="T2" fmla="*/ 45 w 439"/>
                <a:gd name="T3" fmla="*/ 0 h 63"/>
                <a:gd name="T4" fmla="*/ 0 w 439"/>
                <a:gd name="T5" fmla="*/ 63 h 63"/>
                <a:gd name="T6" fmla="*/ 439 w 439"/>
                <a:gd name="T7" fmla="*/ 63 h 63"/>
                <a:gd name="T8" fmla="*/ 393 w 439"/>
                <a:gd name="T9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9" h="63">
                  <a:moveTo>
                    <a:pt x="393" y="0"/>
                  </a:moveTo>
                  <a:cubicBezTo>
                    <a:pt x="45" y="0"/>
                    <a:pt x="45" y="0"/>
                    <a:pt x="45" y="0"/>
                  </a:cubicBezTo>
                  <a:cubicBezTo>
                    <a:pt x="20" y="0"/>
                    <a:pt x="0" y="28"/>
                    <a:pt x="0" y="63"/>
                  </a:cubicBezTo>
                  <a:cubicBezTo>
                    <a:pt x="439" y="63"/>
                    <a:pt x="439" y="63"/>
                    <a:pt x="439" y="63"/>
                  </a:cubicBezTo>
                  <a:cubicBezTo>
                    <a:pt x="439" y="28"/>
                    <a:pt x="418" y="0"/>
                    <a:pt x="393" y="0"/>
                  </a:cubicBezTo>
                  <a:close/>
                </a:path>
              </a:pathLst>
            </a:custGeom>
            <a:solidFill>
              <a:srgbClr val="7887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3" name="Freeform 2162">
              <a:extLst>
                <a:ext uri="{FF2B5EF4-FFF2-40B4-BE49-F238E27FC236}">
                  <a16:creationId xmlns:a16="http://schemas.microsoft.com/office/drawing/2014/main" id="{0AF451A3-C733-412B-A773-2E598E969391}"/>
                </a:ext>
              </a:extLst>
            </p:cNvPr>
            <p:cNvSpPr>
              <a:spLocks/>
            </p:cNvSpPr>
            <p:nvPr/>
          </p:nvSpPr>
          <p:spPr bwMode="gray">
            <a:xfrm>
              <a:off x="4075623" y="5825235"/>
              <a:ext cx="434077" cy="42510"/>
            </a:xfrm>
            <a:custGeom>
              <a:avLst/>
              <a:gdLst>
                <a:gd name="T0" fmla="*/ 0 w 12662"/>
                <a:gd name="T1" fmla="*/ 0 h 1240"/>
                <a:gd name="T2" fmla="*/ 12662 w 12662"/>
                <a:gd name="T3" fmla="*/ 0 h 1240"/>
                <a:gd name="T4" fmla="*/ 12662 w 12662"/>
                <a:gd name="T5" fmla="*/ 1240 h 1240"/>
                <a:gd name="T6" fmla="*/ 0 w 12662"/>
                <a:gd name="T7" fmla="*/ 1240 h 1240"/>
                <a:gd name="T8" fmla="*/ 0 w 12662"/>
                <a:gd name="T9" fmla="*/ 0 h 1240"/>
                <a:gd name="T10" fmla="*/ 0 w 12662"/>
                <a:gd name="T11" fmla="*/ 0 h 1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662" h="1240">
                  <a:moveTo>
                    <a:pt x="0" y="0"/>
                  </a:moveTo>
                  <a:lnTo>
                    <a:pt x="12662" y="0"/>
                  </a:lnTo>
                  <a:lnTo>
                    <a:pt x="12662" y="1240"/>
                  </a:lnTo>
                  <a:lnTo>
                    <a:pt x="0" y="124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4" name="Freeform 2163">
              <a:extLst>
                <a:ext uri="{FF2B5EF4-FFF2-40B4-BE49-F238E27FC236}">
                  <a16:creationId xmlns:a16="http://schemas.microsoft.com/office/drawing/2014/main" id="{A59C9FE5-EF5D-4540-AF00-4C0A3F78E704}"/>
                </a:ext>
              </a:extLst>
            </p:cNvPr>
            <p:cNvSpPr>
              <a:spLocks/>
            </p:cNvSpPr>
            <p:nvPr/>
          </p:nvSpPr>
          <p:spPr bwMode="gray">
            <a:xfrm>
              <a:off x="4067704" y="6115979"/>
              <a:ext cx="420226" cy="22763"/>
            </a:xfrm>
            <a:custGeom>
              <a:avLst/>
              <a:gdLst>
                <a:gd name="T0" fmla="*/ 0 w 12258"/>
                <a:gd name="T1" fmla="*/ 0 h 664"/>
                <a:gd name="T2" fmla="*/ 12258 w 12258"/>
                <a:gd name="T3" fmla="*/ 0 h 664"/>
                <a:gd name="T4" fmla="*/ 12258 w 12258"/>
                <a:gd name="T5" fmla="*/ 664 h 664"/>
                <a:gd name="T6" fmla="*/ 0 w 12258"/>
                <a:gd name="T7" fmla="*/ 664 h 664"/>
                <a:gd name="T8" fmla="*/ 0 w 12258"/>
                <a:gd name="T9" fmla="*/ 0 h 664"/>
                <a:gd name="T10" fmla="*/ 0 w 12258"/>
                <a:gd name="T11" fmla="*/ 0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258" h="664">
                  <a:moveTo>
                    <a:pt x="0" y="0"/>
                  </a:moveTo>
                  <a:lnTo>
                    <a:pt x="12258" y="0"/>
                  </a:lnTo>
                  <a:lnTo>
                    <a:pt x="12258" y="664"/>
                  </a:lnTo>
                  <a:lnTo>
                    <a:pt x="0" y="66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5" name="Freeform 2164">
              <a:extLst>
                <a:ext uri="{FF2B5EF4-FFF2-40B4-BE49-F238E27FC236}">
                  <a16:creationId xmlns:a16="http://schemas.microsoft.com/office/drawing/2014/main" id="{285BBA7A-0623-4289-8553-A77C3D91BE71}"/>
                </a:ext>
              </a:extLst>
            </p:cNvPr>
            <p:cNvSpPr>
              <a:spLocks/>
            </p:cNvSpPr>
            <p:nvPr/>
          </p:nvSpPr>
          <p:spPr bwMode="gray">
            <a:xfrm>
              <a:off x="4048917" y="5456363"/>
              <a:ext cx="53411" cy="883134"/>
            </a:xfrm>
            <a:custGeom>
              <a:avLst/>
              <a:gdLst>
                <a:gd name="T0" fmla="*/ 0 w 1558"/>
                <a:gd name="T1" fmla="*/ 0 h 25761"/>
                <a:gd name="T2" fmla="*/ 1558 w 1558"/>
                <a:gd name="T3" fmla="*/ 0 h 25761"/>
                <a:gd name="T4" fmla="*/ 1558 w 1558"/>
                <a:gd name="T5" fmla="*/ 25761 h 25761"/>
                <a:gd name="T6" fmla="*/ 0 w 1558"/>
                <a:gd name="T7" fmla="*/ 25761 h 25761"/>
                <a:gd name="T8" fmla="*/ 0 w 1558"/>
                <a:gd name="T9" fmla="*/ 0 h 25761"/>
                <a:gd name="T10" fmla="*/ 0 w 1558"/>
                <a:gd name="T11" fmla="*/ 0 h 257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8" h="25761">
                  <a:moveTo>
                    <a:pt x="0" y="0"/>
                  </a:moveTo>
                  <a:lnTo>
                    <a:pt x="1558" y="0"/>
                  </a:lnTo>
                  <a:lnTo>
                    <a:pt x="1558" y="25761"/>
                  </a:lnTo>
                  <a:lnTo>
                    <a:pt x="0" y="2576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6" name="Freeform 2165">
              <a:extLst>
                <a:ext uri="{FF2B5EF4-FFF2-40B4-BE49-F238E27FC236}">
                  <a16:creationId xmlns:a16="http://schemas.microsoft.com/office/drawing/2014/main" id="{48FBFE5C-537C-4C64-83ED-E25BEEED86DD}"/>
                </a:ext>
              </a:extLst>
            </p:cNvPr>
            <p:cNvSpPr>
              <a:spLocks/>
            </p:cNvSpPr>
            <p:nvPr/>
          </p:nvSpPr>
          <p:spPr bwMode="gray">
            <a:xfrm>
              <a:off x="4465201" y="5825235"/>
              <a:ext cx="45491" cy="517210"/>
            </a:xfrm>
            <a:custGeom>
              <a:avLst/>
              <a:gdLst>
                <a:gd name="T0" fmla="*/ 0 w 1327"/>
                <a:gd name="T1" fmla="*/ 0 h 15087"/>
                <a:gd name="T2" fmla="*/ 1327 w 1327"/>
                <a:gd name="T3" fmla="*/ 0 h 15087"/>
                <a:gd name="T4" fmla="*/ 1327 w 1327"/>
                <a:gd name="T5" fmla="*/ 15087 h 15087"/>
                <a:gd name="T6" fmla="*/ 0 w 1327"/>
                <a:gd name="T7" fmla="*/ 15087 h 15087"/>
                <a:gd name="T8" fmla="*/ 0 w 1327"/>
                <a:gd name="T9" fmla="*/ 0 h 15087"/>
                <a:gd name="T10" fmla="*/ 0 w 1327"/>
                <a:gd name="T11" fmla="*/ 0 h 150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27" h="15087">
                  <a:moveTo>
                    <a:pt x="0" y="0"/>
                  </a:moveTo>
                  <a:lnTo>
                    <a:pt x="1327" y="0"/>
                  </a:lnTo>
                  <a:lnTo>
                    <a:pt x="1327" y="15087"/>
                  </a:lnTo>
                  <a:lnTo>
                    <a:pt x="0" y="1508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7" name="Freeform 2166">
              <a:extLst>
                <a:ext uri="{FF2B5EF4-FFF2-40B4-BE49-F238E27FC236}">
                  <a16:creationId xmlns:a16="http://schemas.microsoft.com/office/drawing/2014/main" id="{AE0551DD-42DB-4309-8DDF-476CB431B20C}"/>
                </a:ext>
              </a:extLst>
            </p:cNvPr>
            <p:cNvSpPr>
              <a:spLocks/>
            </p:cNvSpPr>
            <p:nvPr/>
          </p:nvSpPr>
          <p:spPr bwMode="gray">
            <a:xfrm>
              <a:off x="4048917" y="5221978"/>
              <a:ext cx="53411" cy="234385"/>
            </a:xfrm>
            <a:custGeom>
              <a:avLst/>
              <a:gdLst>
                <a:gd name="T0" fmla="*/ 40 w 54"/>
                <a:gd name="T1" fmla="*/ 0 h 237"/>
                <a:gd name="T2" fmla="*/ 14 w 54"/>
                <a:gd name="T3" fmla="*/ 0 h 237"/>
                <a:gd name="T4" fmla="*/ 0 w 54"/>
                <a:gd name="T5" fmla="*/ 134 h 237"/>
                <a:gd name="T6" fmla="*/ 0 w 54"/>
                <a:gd name="T7" fmla="*/ 237 h 237"/>
                <a:gd name="T8" fmla="*/ 54 w 54"/>
                <a:gd name="T9" fmla="*/ 237 h 237"/>
                <a:gd name="T10" fmla="*/ 54 w 54"/>
                <a:gd name="T11" fmla="*/ 134 h 237"/>
                <a:gd name="T12" fmla="*/ 40 w 54"/>
                <a:gd name="T13" fmla="*/ 0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237">
                  <a:moveTo>
                    <a:pt x="40" y="0"/>
                  </a:move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60"/>
                    <a:pt x="0" y="134"/>
                  </a:cubicBezTo>
                  <a:cubicBezTo>
                    <a:pt x="0" y="237"/>
                    <a:pt x="0" y="237"/>
                    <a:pt x="0" y="237"/>
                  </a:cubicBezTo>
                  <a:cubicBezTo>
                    <a:pt x="54" y="237"/>
                    <a:pt x="54" y="237"/>
                    <a:pt x="54" y="237"/>
                  </a:cubicBezTo>
                  <a:cubicBezTo>
                    <a:pt x="54" y="134"/>
                    <a:pt x="54" y="134"/>
                    <a:pt x="54" y="134"/>
                  </a:cubicBezTo>
                  <a:cubicBezTo>
                    <a:pt x="54" y="60"/>
                    <a:pt x="48" y="0"/>
                    <a:pt x="40" y="0"/>
                  </a:cubicBezTo>
                  <a:close/>
                </a:path>
              </a:pathLst>
            </a:custGeom>
            <a:solidFill>
              <a:srgbClr val="7887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8" name="Freeform 2167">
              <a:extLst>
                <a:ext uri="{FF2B5EF4-FFF2-40B4-BE49-F238E27FC236}">
                  <a16:creationId xmlns:a16="http://schemas.microsoft.com/office/drawing/2014/main" id="{840B2859-7290-4530-846F-1B8A0CC26839}"/>
                </a:ext>
              </a:extLst>
            </p:cNvPr>
            <p:cNvSpPr>
              <a:spLocks/>
            </p:cNvSpPr>
            <p:nvPr/>
          </p:nvSpPr>
          <p:spPr bwMode="gray">
            <a:xfrm>
              <a:off x="4216042" y="5551288"/>
              <a:ext cx="490436" cy="216593"/>
            </a:xfrm>
            <a:custGeom>
              <a:avLst/>
              <a:gdLst>
                <a:gd name="T0" fmla="*/ 14306 w 14306"/>
                <a:gd name="T1" fmla="*/ 6318 h 6318"/>
                <a:gd name="T2" fmla="*/ 0 w 14306"/>
                <a:gd name="T3" fmla="*/ 6318 h 6318"/>
                <a:gd name="T4" fmla="*/ 0 w 14306"/>
                <a:gd name="T5" fmla="*/ 0 h 6318"/>
                <a:gd name="T6" fmla="*/ 12344 w 14306"/>
                <a:gd name="T7" fmla="*/ 1472 h 6318"/>
                <a:gd name="T8" fmla="*/ 14306 w 14306"/>
                <a:gd name="T9" fmla="*/ 3375 h 6318"/>
                <a:gd name="T10" fmla="*/ 14306 w 14306"/>
                <a:gd name="T11" fmla="*/ 6318 h 6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306" h="6318">
                  <a:moveTo>
                    <a:pt x="14306" y="6318"/>
                  </a:moveTo>
                  <a:lnTo>
                    <a:pt x="0" y="6318"/>
                  </a:lnTo>
                  <a:lnTo>
                    <a:pt x="0" y="0"/>
                  </a:lnTo>
                  <a:lnTo>
                    <a:pt x="12344" y="1472"/>
                  </a:lnTo>
                  <a:lnTo>
                    <a:pt x="14306" y="3375"/>
                  </a:lnTo>
                  <a:lnTo>
                    <a:pt x="14306" y="6318"/>
                  </a:lnTo>
                  <a:close/>
                </a:path>
              </a:pathLst>
            </a:custGeom>
            <a:solidFill>
              <a:srgbClr val="2391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9" name="Freeform 2168">
              <a:extLst>
                <a:ext uri="{FF2B5EF4-FFF2-40B4-BE49-F238E27FC236}">
                  <a16:creationId xmlns:a16="http://schemas.microsoft.com/office/drawing/2014/main" id="{53DAF2E6-E868-4B7A-9C38-A5C8978CECD4}"/>
                </a:ext>
              </a:extLst>
            </p:cNvPr>
            <p:cNvSpPr>
              <a:spLocks/>
            </p:cNvSpPr>
            <p:nvPr/>
          </p:nvSpPr>
          <p:spPr bwMode="gray">
            <a:xfrm>
              <a:off x="4113196" y="5575046"/>
              <a:ext cx="212582" cy="192836"/>
            </a:xfrm>
            <a:custGeom>
              <a:avLst/>
              <a:gdLst>
                <a:gd name="T0" fmla="*/ 44 w 215"/>
                <a:gd name="T1" fmla="*/ 195 h 195"/>
                <a:gd name="T2" fmla="*/ 192 w 215"/>
                <a:gd name="T3" fmla="*/ 195 h 195"/>
                <a:gd name="T4" fmla="*/ 215 w 215"/>
                <a:gd name="T5" fmla="*/ 172 h 195"/>
                <a:gd name="T6" fmla="*/ 215 w 215"/>
                <a:gd name="T7" fmla="*/ 23 h 195"/>
                <a:gd name="T8" fmla="*/ 192 w 215"/>
                <a:gd name="T9" fmla="*/ 0 h 195"/>
                <a:gd name="T10" fmla="*/ 23 w 215"/>
                <a:gd name="T11" fmla="*/ 0 h 195"/>
                <a:gd name="T12" fmla="*/ 0 w 215"/>
                <a:gd name="T13" fmla="*/ 23 h 195"/>
                <a:gd name="T14" fmla="*/ 0 w 215"/>
                <a:gd name="T15" fmla="*/ 152 h 195"/>
                <a:gd name="T16" fmla="*/ 44 w 215"/>
                <a:gd name="T17" fmla="*/ 195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5" h="195">
                  <a:moveTo>
                    <a:pt x="44" y="195"/>
                  </a:moveTo>
                  <a:cubicBezTo>
                    <a:pt x="192" y="195"/>
                    <a:pt x="192" y="195"/>
                    <a:pt x="192" y="195"/>
                  </a:cubicBezTo>
                  <a:cubicBezTo>
                    <a:pt x="205" y="195"/>
                    <a:pt x="215" y="185"/>
                    <a:pt x="215" y="172"/>
                  </a:cubicBezTo>
                  <a:cubicBezTo>
                    <a:pt x="215" y="23"/>
                    <a:pt x="215" y="23"/>
                    <a:pt x="215" y="23"/>
                  </a:cubicBezTo>
                  <a:cubicBezTo>
                    <a:pt x="215" y="11"/>
                    <a:pt x="205" y="0"/>
                    <a:pt x="192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0" y="0"/>
                    <a:pt x="0" y="11"/>
                    <a:pt x="0" y="23"/>
                  </a:cubicBezTo>
                  <a:cubicBezTo>
                    <a:pt x="0" y="152"/>
                    <a:pt x="0" y="152"/>
                    <a:pt x="0" y="152"/>
                  </a:cubicBezTo>
                  <a:cubicBezTo>
                    <a:pt x="17" y="169"/>
                    <a:pt x="27" y="178"/>
                    <a:pt x="44" y="195"/>
                  </a:cubicBezTo>
                  <a:close/>
                </a:path>
              </a:pathLst>
            </a:custGeom>
            <a:solidFill>
              <a:srgbClr val="2391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0" name="Freeform 2169">
              <a:extLst>
                <a:ext uri="{FF2B5EF4-FFF2-40B4-BE49-F238E27FC236}">
                  <a16:creationId xmlns:a16="http://schemas.microsoft.com/office/drawing/2014/main" id="{EFE0F85A-1EBD-4351-966B-4F917D0493D3}"/>
                </a:ext>
              </a:extLst>
            </p:cNvPr>
            <p:cNvSpPr>
              <a:spLocks/>
            </p:cNvSpPr>
            <p:nvPr/>
          </p:nvSpPr>
          <p:spPr bwMode="gray">
            <a:xfrm>
              <a:off x="4113196" y="5511728"/>
              <a:ext cx="316421" cy="90025"/>
            </a:xfrm>
            <a:custGeom>
              <a:avLst/>
              <a:gdLst>
                <a:gd name="T0" fmla="*/ 7672 w 9230"/>
                <a:gd name="T1" fmla="*/ 2135 h 2626"/>
                <a:gd name="T2" fmla="*/ 0 w 9230"/>
                <a:gd name="T3" fmla="*/ 2626 h 2626"/>
                <a:gd name="T4" fmla="*/ 0 w 9230"/>
                <a:gd name="T5" fmla="*/ 0 h 2626"/>
                <a:gd name="T6" fmla="*/ 9230 w 9230"/>
                <a:gd name="T7" fmla="*/ 750 h 2626"/>
                <a:gd name="T8" fmla="*/ 9114 w 9230"/>
                <a:gd name="T9" fmla="*/ 1876 h 2626"/>
                <a:gd name="T10" fmla="*/ 7672 w 9230"/>
                <a:gd name="T11" fmla="*/ 2135 h 26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30" h="2626">
                  <a:moveTo>
                    <a:pt x="7672" y="2135"/>
                  </a:moveTo>
                  <a:lnTo>
                    <a:pt x="0" y="2626"/>
                  </a:lnTo>
                  <a:lnTo>
                    <a:pt x="0" y="0"/>
                  </a:lnTo>
                  <a:lnTo>
                    <a:pt x="9230" y="750"/>
                  </a:lnTo>
                  <a:lnTo>
                    <a:pt x="9114" y="1876"/>
                  </a:lnTo>
                  <a:lnTo>
                    <a:pt x="7672" y="2135"/>
                  </a:lnTo>
                  <a:close/>
                </a:path>
              </a:pathLst>
            </a:custGeom>
            <a:solidFill>
              <a:srgbClr val="555F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1" name="Freeform 2170">
              <a:extLst>
                <a:ext uri="{FF2B5EF4-FFF2-40B4-BE49-F238E27FC236}">
                  <a16:creationId xmlns:a16="http://schemas.microsoft.com/office/drawing/2014/main" id="{ADD32C4C-1E1F-452B-86E8-735B6D0E7CDB}"/>
                </a:ext>
              </a:extLst>
            </p:cNvPr>
            <p:cNvSpPr>
              <a:spLocks/>
            </p:cNvSpPr>
            <p:nvPr/>
          </p:nvSpPr>
          <p:spPr bwMode="gray">
            <a:xfrm>
              <a:off x="4290192" y="5088485"/>
              <a:ext cx="252143" cy="398526"/>
            </a:xfrm>
            <a:custGeom>
              <a:avLst/>
              <a:gdLst>
                <a:gd name="T0" fmla="*/ 5768 w 7355"/>
                <a:gd name="T1" fmla="*/ 11625 h 11625"/>
                <a:gd name="T2" fmla="*/ 0 w 7355"/>
                <a:gd name="T3" fmla="*/ 4875 h 11625"/>
                <a:gd name="T4" fmla="*/ 1730 w 7355"/>
                <a:gd name="T5" fmla="*/ 0 h 11625"/>
                <a:gd name="T6" fmla="*/ 7355 w 7355"/>
                <a:gd name="T7" fmla="*/ 9173 h 11625"/>
                <a:gd name="T8" fmla="*/ 5768 w 7355"/>
                <a:gd name="T9" fmla="*/ 11625 h 116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355" h="11625">
                  <a:moveTo>
                    <a:pt x="5768" y="11625"/>
                  </a:moveTo>
                  <a:lnTo>
                    <a:pt x="0" y="4875"/>
                  </a:lnTo>
                  <a:lnTo>
                    <a:pt x="1730" y="0"/>
                  </a:lnTo>
                  <a:lnTo>
                    <a:pt x="7355" y="9173"/>
                  </a:lnTo>
                  <a:lnTo>
                    <a:pt x="5768" y="11625"/>
                  </a:ln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2" name="Freeform 2171">
              <a:extLst>
                <a:ext uri="{FF2B5EF4-FFF2-40B4-BE49-F238E27FC236}">
                  <a16:creationId xmlns:a16="http://schemas.microsoft.com/office/drawing/2014/main" id="{E6EAE067-1AB9-40E2-A9A2-7DBE03383AE2}"/>
                </a:ext>
              </a:extLst>
            </p:cNvPr>
            <p:cNvSpPr>
              <a:spLocks/>
            </p:cNvSpPr>
            <p:nvPr/>
          </p:nvSpPr>
          <p:spPr bwMode="gray">
            <a:xfrm>
              <a:off x="4480045" y="5399009"/>
              <a:ext cx="183887" cy="88001"/>
            </a:xfrm>
            <a:custGeom>
              <a:avLst/>
              <a:gdLst>
                <a:gd name="T0" fmla="*/ 5364 w 5364"/>
                <a:gd name="T1" fmla="*/ 2336 h 2567"/>
                <a:gd name="T2" fmla="*/ 230 w 5364"/>
                <a:gd name="T3" fmla="*/ 2567 h 2567"/>
                <a:gd name="T4" fmla="*/ 0 w 5364"/>
                <a:gd name="T5" fmla="*/ 750 h 2567"/>
                <a:gd name="T6" fmla="*/ 1471 w 5364"/>
                <a:gd name="T7" fmla="*/ 0 h 2567"/>
                <a:gd name="T8" fmla="*/ 3951 w 5364"/>
                <a:gd name="T9" fmla="*/ 519 h 2567"/>
                <a:gd name="T10" fmla="*/ 5364 w 5364"/>
                <a:gd name="T11" fmla="*/ 2336 h 25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64" h="2567">
                  <a:moveTo>
                    <a:pt x="5364" y="2336"/>
                  </a:moveTo>
                  <a:lnTo>
                    <a:pt x="230" y="2567"/>
                  </a:lnTo>
                  <a:lnTo>
                    <a:pt x="0" y="750"/>
                  </a:lnTo>
                  <a:lnTo>
                    <a:pt x="1471" y="0"/>
                  </a:lnTo>
                  <a:lnTo>
                    <a:pt x="3951" y="519"/>
                  </a:lnTo>
                  <a:lnTo>
                    <a:pt x="5364" y="2336"/>
                  </a:ln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3" name="Freeform 2172">
              <a:extLst>
                <a:ext uri="{FF2B5EF4-FFF2-40B4-BE49-F238E27FC236}">
                  <a16:creationId xmlns:a16="http://schemas.microsoft.com/office/drawing/2014/main" id="{4863DB5E-7FE3-4B45-A60E-4D3A89D86AB5}"/>
                </a:ext>
              </a:extLst>
            </p:cNvPr>
            <p:cNvSpPr>
              <a:spLocks/>
            </p:cNvSpPr>
            <p:nvPr/>
          </p:nvSpPr>
          <p:spPr bwMode="gray">
            <a:xfrm>
              <a:off x="4165613" y="4980667"/>
              <a:ext cx="255091" cy="288790"/>
            </a:xfrm>
            <a:custGeom>
              <a:avLst/>
              <a:gdLst>
                <a:gd name="T0" fmla="*/ 258 w 258"/>
                <a:gd name="T1" fmla="*/ 205 h 292"/>
                <a:gd name="T2" fmla="*/ 122 w 258"/>
                <a:gd name="T3" fmla="*/ 292 h 292"/>
                <a:gd name="T4" fmla="*/ 0 w 258"/>
                <a:gd name="T5" fmla="*/ 100 h 292"/>
                <a:gd name="T6" fmla="*/ 14 w 258"/>
                <a:gd name="T7" fmla="*/ 38 h 292"/>
                <a:gd name="T8" fmla="*/ 74 w 258"/>
                <a:gd name="T9" fmla="*/ 0 h 292"/>
                <a:gd name="T10" fmla="*/ 136 w 258"/>
                <a:gd name="T11" fmla="*/ 13 h 292"/>
                <a:gd name="T12" fmla="*/ 258 w 258"/>
                <a:gd name="T13" fmla="*/ 205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8" h="292">
                  <a:moveTo>
                    <a:pt x="258" y="205"/>
                  </a:moveTo>
                  <a:cubicBezTo>
                    <a:pt x="122" y="292"/>
                    <a:pt x="122" y="292"/>
                    <a:pt x="122" y="292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0"/>
                    <a:pt x="8" y="62"/>
                    <a:pt x="14" y="38"/>
                  </a:cubicBezTo>
                  <a:cubicBezTo>
                    <a:pt x="74" y="0"/>
                    <a:pt x="74" y="0"/>
                    <a:pt x="74" y="0"/>
                  </a:cubicBezTo>
                  <a:cubicBezTo>
                    <a:pt x="98" y="5"/>
                    <a:pt x="136" y="13"/>
                    <a:pt x="136" y="13"/>
                  </a:cubicBezTo>
                  <a:lnTo>
                    <a:pt x="258" y="205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4" name="Freeform 2173">
              <a:extLst>
                <a:ext uri="{FF2B5EF4-FFF2-40B4-BE49-F238E27FC236}">
                  <a16:creationId xmlns:a16="http://schemas.microsoft.com/office/drawing/2014/main" id="{DBB77F21-4190-4AB9-9DCE-B723D487CAA9}"/>
                </a:ext>
              </a:extLst>
            </p:cNvPr>
            <p:cNvSpPr>
              <a:spLocks/>
            </p:cNvSpPr>
            <p:nvPr/>
          </p:nvSpPr>
          <p:spPr bwMode="gray">
            <a:xfrm>
              <a:off x="4598695" y="5399009"/>
              <a:ext cx="106788" cy="80083"/>
            </a:xfrm>
            <a:custGeom>
              <a:avLst/>
              <a:gdLst>
                <a:gd name="T0" fmla="*/ 108 w 108"/>
                <a:gd name="T1" fmla="*/ 48 h 81"/>
                <a:gd name="T2" fmla="*/ 65 w 108"/>
                <a:gd name="T3" fmla="*/ 81 h 81"/>
                <a:gd name="T4" fmla="*/ 0 w 108"/>
                <a:gd name="T5" fmla="*/ 14 h 81"/>
                <a:gd name="T6" fmla="*/ 13 w 108"/>
                <a:gd name="T7" fmla="*/ 0 h 81"/>
                <a:gd name="T8" fmla="*/ 61 w 108"/>
                <a:gd name="T9" fmla="*/ 0 h 81"/>
                <a:gd name="T10" fmla="*/ 108 w 108"/>
                <a:gd name="T11" fmla="*/ 48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8" h="81">
                  <a:moveTo>
                    <a:pt x="108" y="48"/>
                  </a:moveTo>
                  <a:cubicBezTo>
                    <a:pt x="65" y="81"/>
                    <a:pt x="65" y="81"/>
                    <a:pt x="65" y="81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79" y="19"/>
                    <a:pt x="89" y="29"/>
                    <a:pt x="108" y="48"/>
                  </a:cubicBez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5" name="Freeform 2174">
              <a:extLst>
                <a:ext uri="{FF2B5EF4-FFF2-40B4-BE49-F238E27FC236}">
                  <a16:creationId xmlns:a16="http://schemas.microsoft.com/office/drawing/2014/main" id="{51FA8E34-EE08-48F8-938D-46F571674117}"/>
                </a:ext>
              </a:extLst>
            </p:cNvPr>
            <p:cNvSpPr>
              <a:spLocks/>
            </p:cNvSpPr>
            <p:nvPr/>
          </p:nvSpPr>
          <p:spPr bwMode="gray">
            <a:xfrm>
              <a:off x="9229172" y="5031130"/>
              <a:ext cx="325335" cy="447961"/>
            </a:xfrm>
            <a:custGeom>
              <a:avLst/>
              <a:gdLst>
                <a:gd name="T0" fmla="*/ 894 w 9490"/>
                <a:gd name="T1" fmla="*/ 13067 h 13067"/>
                <a:gd name="T2" fmla="*/ 9490 w 9490"/>
                <a:gd name="T3" fmla="*/ 1500 h 13067"/>
                <a:gd name="T4" fmla="*/ 7067 w 9490"/>
                <a:gd name="T5" fmla="*/ 0 h 13067"/>
                <a:gd name="T6" fmla="*/ 0 w 9490"/>
                <a:gd name="T7" fmla="*/ 11135 h 13067"/>
                <a:gd name="T8" fmla="*/ 894 w 9490"/>
                <a:gd name="T9" fmla="*/ 13067 h 130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490" h="13067">
                  <a:moveTo>
                    <a:pt x="894" y="13067"/>
                  </a:moveTo>
                  <a:lnTo>
                    <a:pt x="9490" y="1500"/>
                  </a:lnTo>
                  <a:lnTo>
                    <a:pt x="7067" y="0"/>
                  </a:lnTo>
                  <a:lnTo>
                    <a:pt x="0" y="11135"/>
                  </a:lnTo>
                  <a:lnTo>
                    <a:pt x="894" y="13067"/>
                  </a:lnTo>
                  <a:close/>
                </a:path>
              </a:pathLst>
            </a:custGeom>
            <a:solidFill>
              <a:srgbClr val="AAAA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6" name="Freeform 2175">
              <a:extLst>
                <a:ext uri="{FF2B5EF4-FFF2-40B4-BE49-F238E27FC236}">
                  <a16:creationId xmlns:a16="http://schemas.microsoft.com/office/drawing/2014/main" id="{F0E0437B-4BAE-42C8-820F-2146856FCBB9}"/>
                </a:ext>
              </a:extLst>
            </p:cNvPr>
            <p:cNvSpPr>
              <a:spLocks/>
            </p:cNvSpPr>
            <p:nvPr/>
          </p:nvSpPr>
          <p:spPr bwMode="gray">
            <a:xfrm>
              <a:off x="9060087" y="5420743"/>
              <a:ext cx="265992" cy="66267"/>
            </a:xfrm>
            <a:custGeom>
              <a:avLst/>
              <a:gdLst>
                <a:gd name="T0" fmla="*/ 0 w 269"/>
                <a:gd name="T1" fmla="*/ 67 h 67"/>
                <a:gd name="T2" fmla="*/ 269 w 269"/>
                <a:gd name="T3" fmla="*/ 67 h 67"/>
                <a:gd name="T4" fmla="*/ 157 w 269"/>
                <a:gd name="T5" fmla="*/ 20 h 67"/>
                <a:gd name="T6" fmla="*/ 138 w 269"/>
                <a:gd name="T7" fmla="*/ 0 h 67"/>
                <a:gd name="T8" fmla="*/ 68 w 269"/>
                <a:gd name="T9" fmla="*/ 0 h 67"/>
                <a:gd name="T10" fmla="*/ 0 w 269"/>
                <a:gd name="T11" fmla="*/ 6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9" h="67">
                  <a:moveTo>
                    <a:pt x="0" y="67"/>
                  </a:moveTo>
                  <a:cubicBezTo>
                    <a:pt x="269" y="67"/>
                    <a:pt x="269" y="67"/>
                    <a:pt x="269" y="67"/>
                  </a:cubicBezTo>
                  <a:cubicBezTo>
                    <a:pt x="157" y="20"/>
                    <a:pt x="157" y="20"/>
                    <a:pt x="157" y="20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42" y="26"/>
                    <a:pt x="27" y="41"/>
                    <a:pt x="0" y="67"/>
                  </a:cubicBezTo>
                  <a:close/>
                </a:path>
              </a:pathLst>
            </a:custGeom>
            <a:solidFill>
              <a:srgbClr val="AAAA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7" name="Freeform 2176">
              <a:extLst>
                <a:ext uri="{FF2B5EF4-FFF2-40B4-BE49-F238E27FC236}">
                  <a16:creationId xmlns:a16="http://schemas.microsoft.com/office/drawing/2014/main" id="{D76630BE-9D1C-407A-ACA3-6B240245EE31}"/>
                </a:ext>
              </a:extLst>
            </p:cNvPr>
            <p:cNvSpPr>
              <a:spLocks/>
            </p:cNvSpPr>
            <p:nvPr/>
          </p:nvSpPr>
          <p:spPr bwMode="gray">
            <a:xfrm>
              <a:off x="9079867" y="5630412"/>
              <a:ext cx="434077" cy="656668"/>
            </a:xfrm>
            <a:custGeom>
              <a:avLst/>
              <a:gdLst>
                <a:gd name="T0" fmla="*/ 86 w 439"/>
                <a:gd name="T1" fmla="*/ 0 h 664"/>
                <a:gd name="T2" fmla="*/ 439 w 439"/>
                <a:gd name="T3" fmla="*/ 607 h 664"/>
                <a:gd name="T4" fmla="*/ 306 w 439"/>
                <a:gd name="T5" fmla="*/ 664 h 664"/>
                <a:gd name="T6" fmla="*/ 0 w 439"/>
                <a:gd name="T7" fmla="*/ 164 h 664"/>
                <a:gd name="T8" fmla="*/ 35 w 439"/>
                <a:gd name="T9" fmla="*/ 31 h 664"/>
                <a:gd name="T10" fmla="*/ 86 w 439"/>
                <a:gd name="T11" fmla="*/ 0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39" h="664">
                  <a:moveTo>
                    <a:pt x="86" y="0"/>
                  </a:moveTo>
                  <a:cubicBezTo>
                    <a:pt x="439" y="607"/>
                    <a:pt x="439" y="607"/>
                    <a:pt x="439" y="607"/>
                  </a:cubicBezTo>
                  <a:cubicBezTo>
                    <a:pt x="306" y="664"/>
                    <a:pt x="306" y="664"/>
                    <a:pt x="306" y="664"/>
                  </a:cubicBezTo>
                  <a:cubicBezTo>
                    <a:pt x="0" y="164"/>
                    <a:pt x="0" y="164"/>
                    <a:pt x="0" y="164"/>
                  </a:cubicBezTo>
                  <a:cubicBezTo>
                    <a:pt x="14" y="112"/>
                    <a:pt x="21" y="83"/>
                    <a:pt x="35" y="31"/>
                  </a:cubicBezTo>
                  <a:lnTo>
                    <a:pt x="86" y="0"/>
                  </a:lnTo>
                  <a:close/>
                </a:path>
              </a:pathLst>
            </a:custGeom>
            <a:solidFill>
              <a:srgbClr val="555F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8" name="Freeform 2177">
              <a:extLst>
                <a:ext uri="{FF2B5EF4-FFF2-40B4-BE49-F238E27FC236}">
                  <a16:creationId xmlns:a16="http://schemas.microsoft.com/office/drawing/2014/main" id="{0232653D-7716-48E6-9768-F692BDC3141E}"/>
                </a:ext>
              </a:extLst>
            </p:cNvPr>
            <p:cNvSpPr>
              <a:spLocks/>
            </p:cNvSpPr>
            <p:nvPr/>
          </p:nvSpPr>
          <p:spPr bwMode="gray">
            <a:xfrm>
              <a:off x="9330022" y="6157529"/>
              <a:ext cx="189853" cy="179979"/>
            </a:xfrm>
            <a:custGeom>
              <a:avLst/>
              <a:gdLst>
                <a:gd name="T0" fmla="*/ 56 w 192"/>
                <a:gd name="T1" fmla="*/ 53 h 182"/>
                <a:gd name="T2" fmla="*/ 145 w 192"/>
                <a:gd name="T3" fmla="*/ 0 h 182"/>
                <a:gd name="T4" fmla="*/ 192 w 192"/>
                <a:gd name="T5" fmla="*/ 71 h 182"/>
                <a:gd name="T6" fmla="*/ 99 w 192"/>
                <a:gd name="T7" fmla="*/ 126 h 182"/>
                <a:gd name="T8" fmla="*/ 4 w 192"/>
                <a:gd name="T9" fmla="*/ 182 h 182"/>
                <a:gd name="T10" fmla="*/ 0 w 192"/>
                <a:gd name="T11" fmla="*/ 86 h 182"/>
                <a:gd name="T12" fmla="*/ 56 w 192"/>
                <a:gd name="T13" fmla="*/ 53 h 182"/>
                <a:gd name="T14" fmla="*/ 56 w 192"/>
                <a:gd name="T15" fmla="*/ 53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2" h="182">
                  <a:moveTo>
                    <a:pt x="56" y="53"/>
                  </a:moveTo>
                  <a:cubicBezTo>
                    <a:pt x="143" y="1"/>
                    <a:pt x="145" y="0"/>
                    <a:pt x="145" y="0"/>
                  </a:cubicBezTo>
                  <a:cubicBezTo>
                    <a:pt x="145" y="0"/>
                    <a:pt x="179" y="48"/>
                    <a:pt x="192" y="71"/>
                  </a:cubicBezTo>
                  <a:cubicBezTo>
                    <a:pt x="99" y="126"/>
                    <a:pt x="99" y="126"/>
                    <a:pt x="99" y="126"/>
                  </a:cubicBezTo>
                  <a:cubicBezTo>
                    <a:pt x="4" y="182"/>
                    <a:pt x="4" y="182"/>
                    <a:pt x="4" y="182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56" y="53"/>
                    <a:pt x="56" y="53"/>
                    <a:pt x="56" y="53"/>
                  </a:cubicBezTo>
                  <a:cubicBezTo>
                    <a:pt x="56" y="53"/>
                    <a:pt x="56" y="53"/>
                    <a:pt x="56" y="53"/>
                  </a:cubicBezTo>
                  <a:close/>
                </a:path>
              </a:pathLst>
            </a:custGeom>
            <a:solidFill>
              <a:srgbClr val="2B2B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9" name="Freeform 2178">
              <a:extLst>
                <a:ext uri="{FF2B5EF4-FFF2-40B4-BE49-F238E27FC236}">
                  <a16:creationId xmlns:a16="http://schemas.microsoft.com/office/drawing/2014/main" id="{875066E3-CFAB-4105-9919-CDF513A355D1}"/>
                </a:ext>
              </a:extLst>
            </p:cNvPr>
            <p:cNvSpPr>
              <a:spLocks/>
            </p:cNvSpPr>
            <p:nvPr/>
          </p:nvSpPr>
          <p:spPr bwMode="gray">
            <a:xfrm>
              <a:off x="9345861" y="4528731"/>
              <a:ext cx="276859" cy="445012"/>
            </a:xfrm>
            <a:custGeom>
              <a:avLst/>
              <a:gdLst>
                <a:gd name="T0" fmla="*/ 90 w 280"/>
                <a:gd name="T1" fmla="*/ 0 h 450"/>
                <a:gd name="T2" fmla="*/ 271 w 280"/>
                <a:gd name="T3" fmla="*/ 189 h 450"/>
                <a:gd name="T4" fmla="*/ 243 w 280"/>
                <a:gd name="T5" fmla="*/ 280 h 450"/>
                <a:gd name="T6" fmla="*/ 278 w 280"/>
                <a:gd name="T7" fmla="*/ 325 h 450"/>
                <a:gd name="T8" fmla="*/ 269 w 280"/>
                <a:gd name="T9" fmla="*/ 352 h 450"/>
                <a:gd name="T10" fmla="*/ 280 w 280"/>
                <a:gd name="T11" fmla="*/ 404 h 450"/>
                <a:gd name="T12" fmla="*/ 140 w 280"/>
                <a:gd name="T13" fmla="*/ 450 h 450"/>
                <a:gd name="T14" fmla="*/ 124 w 280"/>
                <a:gd name="T15" fmla="*/ 369 h 450"/>
                <a:gd name="T16" fmla="*/ 82 w 280"/>
                <a:gd name="T17" fmla="*/ 376 h 450"/>
                <a:gd name="T18" fmla="*/ 0 w 280"/>
                <a:gd name="T19" fmla="*/ 189 h 450"/>
                <a:gd name="T20" fmla="*/ 90 w 280"/>
                <a:gd name="T21" fmla="*/ 0 h 4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80" h="450">
                  <a:moveTo>
                    <a:pt x="90" y="0"/>
                  </a:moveTo>
                  <a:cubicBezTo>
                    <a:pt x="165" y="0"/>
                    <a:pt x="271" y="85"/>
                    <a:pt x="271" y="189"/>
                  </a:cubicBezTo>
                  <a:cubicBezTo>
                    <a:pt x="271" y="221"/>
                    <a:pt x="261" y="252"/>
                    <a:pt x="243" y="280"/>
                  </a:cubicBezTo>
                  <a:cubicBezTo>
                    <a:pt x="247" y="285"/>
                    <a:pt x="278" y="325"/>
                    <a:pt x="278" y="325"/>
                  </a:cubicBezTo>
                  <a:cubicBezTo>
                    <a:pt x="269" y="352"/>
                    <a:pt x="269" y="352"/>
                    <a:pt x="269" y="352"/>
                  </a:cubicBezTo>
                  <a:cubicBezTo>
                    <a:pt x="280" y="404"/>
                    <a:pt x="280" y="404"/>
                    <a:pt x="280" y="404"/>
                  </a:cubicBezTo>
                  <a:cubicBezTo>
                    <a:pt x="140" y="450"/>
                    <a:pt x="140" y="450"/>
                    <a:pt x="140" y="450"/>
                  </a:cubicBezTo>
                  <a:cubicBezTo>
                    <a:pt x="124" y="369"/>
                    <a:pt x="124" y="369"/>
                    <a:pt x="124" y="369"/>
                  </a:cubicBezTo>
                  <a:cubicBezTo>
                    <a:pt x="110" y="373"/>
                    <a:pt x="96" y="376"/>
                    <a:pt x="82" y="376"/>
                  </a:cubicBezTo>
                  <a:cubicBezTo>
                    <a:pt x="9" y="376"/>
                    <a:pt x="0" y="291"/>
                    <a:pt x="0" y="189"/>
                  </a:cubicBezTo>
                  <a:cubicBezTo>
                    <a:pt x="0" y="85"/>
                    <a:pt x="17" y="0"/>
                    <a:pt x="90" y="0"/>
                  </a:cubicBezTo>
                  <a:close/>
                </a:path>
              </a:pathLst>
            </a:custGeom>
            <a:solidFill>
              <a:srgbClr val="D8D7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0" name="Freeform 2179">
              <a:extLst>
                <a:ext uri="{FF2B5EF4-FFF2-40B4-BE49-F238E27FC236}">
                  <a16:creationId xmlns:a16="http://schemas.microsoft.com/office/drawing/2014/main" id="{3B3ECF27-8C60-4F0F-B3D7-A13426B7B707}"/>
                </a:ext>
              </a:extLst>
            </p:cNvPr>
            <p:cNvSpPr>
              <a:spLocks/>
            </p:cNvSpPr>
            <p:nvPr/>
          </p:nvSpPr>
          <p:spPr bwMode="gray">
            <a:xfrm>
              <a:off x="9340889" y="4485228"/>
              <a:ext cx="341138" cy="391601"/>
            </a:xfrm>
            <a:custGeom>
              <a:avLst/>
              <a:gdLst>
                <a:gd name="T0" fmla="*/ 168 w 345"/>
                <a:gd name="T1" fmla="*/ 299 h 396"/>
                <a:gd name="T2" fmla="*/ 194 w 345"/>
                <a:gd name="T3" fmla="*/ 183 h 396"/>
                <a:gd name="T4" fmla="*/ 216 w 345"/>
                <a:gd name="T5" fmla="*/ 207 h 396"/>
                <a:gd name="T6" fmla="*/ 244 w 345"/>
                <a:gd name="T7" fmla="*/ 319 h 396"/>
                <a:gd name="T8" fmla="*/ 274 w 345"/>
                <a:gd name="T9" fmla="*/ 396 h 396"/>
                <a:gd name="T10" fmla="*/ 322 w 345"/>
                <a:gd name="T11" fmla="*/ 347 h 396"/>
                <a:gd name="T12" fmla="*/ 345 w 345"/>
                <a:gd name="T13" fmla="*/ 176 h 396"/>
                <a:gd name="T14" fmla="*/ 325 w 345"/>
                <a:gd name="T15" fmla="*/ 104 h 396"/>
                <a:gd name="T16" fmla="*/ 261 w 345"/>
                <a:gd name="T17" fmla="*/ 25 h 396"/>
                <a:gd name="T18" fmla="*/ 181 w 345"/>
                <a:gd name="T19" fmla="*/ 0 h 396"/>
                <a:gd name="T20" fmla="*/ 88 w 345"/>
                <a:gd name="T21" fmla="*/ 19 h 396"/>
                <a:gd name="T22" fmla="*/ 10 w 345"/>
                <a:gd name="T23" fmla="*/ 66 h 396"/>
                <a:gd name="T24" fmla="*/ 0 w 345"/>
                <a:gd name="T25" fmla="*/ 93 h 396"/>
                <a:gd name="T26" fmla="*/ 14 w 345"/>
                <a:gd name="T27" fmla="*/ 124 h 396"/>
                <a:gd name="T28" fmla="*/ 96 w 345"/>
                <a:gd name="T29" fmla="*/ 81 h 396"/>
                <a:gd name="T30" fmla="*/ 131 w 345"/>
                <a:gd name="T31" fmla="*/ 178 h 396"/>
                <a:gd name="T32" fmla="*/ 168 w 345"/>
                <a:gd name="T33" fmla="*/ 299 h 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45" h="396">
                  <a:moveTo>
                    <a:pt x="168" y="299"/>
                  </a:moveTo>
                  <a:cubicBezTo>
                    <a:pt x="194" y="183"/>
                    <a:pt x="194" y="183"/>
                    <a:pt x="194" y="183"/>
                  </a:cubicBezTo>
                  <a:cubicBezTo>
                    <a:pt x="216" y="207"/>
                    <a:pt x="216" y="207"/>
                    <a:pt x="216" y="207"/>
                  </a:cubicBezTo>
                  <a:cubicBezTo>
                    <a:pt x="244" y="319"/>
                    <a:pt x="244" y="319"/>
                    <a:pt x="244" y="319"/>
                  </a:cubicBezTo>
                  <a:cubicBezTo>
                    <a:pt x="274" y="396"/>
                    <a:pt x="274" y="396"/>
                    <a:pt x="274" y="396"/>
                  </a:cubicBezTo>
                  <a:cubicBezTo>
                    <a:pt x="322" y="347"/>
                    <a:pt x="322" y="347"/>
                    <a:pt x="322" y="347"/>
                  </a:cubicBezTo>
                  <a:cubicBezTo>
                    <a:pt x="345" y="176"/>
                    <a:pt x="345" y="176"/>
                    <a:pt x="345" y="176"/>
                  </a:cubicBezTo>
                  <a:cubicBezTo>
                    <a:pt x="325" y="104"/>
                    <a:pt x="325" y="104"/>
                    <a:pt x="325" y="104"/>
                  </a:cubicBezTo>
                  <a:cubicBezTo>
                    <a:pt x="261" y="25"/>
                    <a:pt x="261" y="25"/>
                    <a:pt x="261" y="25"/>
                  </a:cubicBezTo>
                  <a:cubicBezTo>
                    <a:pt x="181" y="0"/>
                    <a:pt x="181" y="0"/>
                    <a:pt x="181" y="0"/>
                  </a:cubicBezTo>
                  <a:cubicBezTo>
                    <a:pt x="88" y="19"/>
                    <a:pt x="88" y="19"/>
                    <a:pt x="88" y="19"/>
                  </a:cubicBezTo>
                  <a:cubicBezTo>
                    <a:pt x="10" y="66"/>
                    <a:pt x="10" y="66"/>
                    <a:pt x="10" y="66"/>
                  </a:cubicBezTo>
                  <a:cubicBezTo>
                    <a:pt x="6" y="76"/>
                    <a:pt x="4" y="83"/>
                    <a:pt x="0" y="93"/>
                  </a:cubicBezTo>
                  <a:cubicBezTo>
                    <a:pt x="14" y="124"/>
                    <a:pt x="14" y="124"/>
                    <a:pt x="14" y="124"/>
                  </a:cubicBezTo>
                  <a:cubicBezTo>
                    <a:pt x="96" y="81"/>
                    <a:pt x="96" y="81"/>
                    <a:pt x="96" y="81"/>
                  </a:cubicBezTo>
                  <a:cubicBezTo>
                    <a:pt x="131" y="178"/>
                    <a:pt x="131" y="178"/>
                    <a:pt x="131" y="178"/>
                  </a:cubicBezTo>
                  <a:lnTo>
                    <a:pt x="168" y="299"/>
                  </a:lnTo>
                  <a:close/>
                </a:path>
              </a:pathLst>
            </a:custGeom>
            <a:solidFill>
              <a:srgbClr val="7364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1" name="Freeform 2180">
              <a:extLst>
                <a:ext uri="{FF2B5EF4-FFF2-40B4-BE49-F238E27FC236}">
                  <a16:creationId xmlns:a16="http://schemas.microsoft.com/office/drawing/2014/main" id="{CBF8B282-E8B1-4DD3-B549-DFF0835107E1}"/>
                </a:ext>
              </a:extLst>
            </p:cNvPr>
            <p:cNvSpPr>
              <a:spLocks/>
            </p:cNvSpPr>
            <p:nvPr/>
          </p:nvSpPr>
          <p:spPr bwMode="gray">
            <a:xfrm>
              <a:off x="9385388" y="4893663"/>
              <a:ext cx="327288" cy="665547"/>
            </a:xfrm>
            <a:custGeom>
              <a:avLst/>
              <a:gdLst>
                <a:gd name="T0" fmla="*/ 2712 w 9547"/>
                <a:gd name="T1" fmla="*/ 1558 h 19414"/>
                <a:gd name="T2" fmla="*/ 6807 w 9547"/>
                <a:gd name="T3" fmla="*/ 0 h 19414"/>
                <a:gd name="T4" fmla="*/ 9547 w 9547"/>
                <a:gd name="T5" fmla="*/ 4212 h 19414"/>
                <a:gd name="T6" fmla="*/ 8942 w 9547"/>
                <a:gd name="T7" fmla="*/ 14250 h 19414"/>
                <a:gd name="T8" fmla="*/ 9201 w 9547"/>
                <a:gd name="T9" fmla="*/ 17856 h 19414"/>
                <a:gd name="T10" fmla="*/ 9201 w 9547"/>
                <a:gd name="T11" fmla="*/ 19414 h 19414"/>
                <a:gd name="T12" fmla="*/ 0 w 9547"/>
                <a:gd name="T13" fmla="*/ 18779 h 19414"/>
                <a:gd name="T14" fmla="*/ 0 w 9547"/>
                <a:gd name="T15" fmla="*/ 4673 h 19414"/>
                <a:gd name="T16" fmla="*/ 2712 w 9547"/>
                <a:gd name="T17" fmla="*/ 1558 h 19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547" h="19414">
                  <a:moveTo>
                    <a:pt x="2712" y="1558"/>
                  </a:moveTo>
                  <a:lnTo>
                    <a:pt x="6807" y="0"/>
                  </a:lnTo>
                  <a:lnTo>
                    <a:pt x="9547" y="4212"/>
                  </a:lnTo>
                  <a:lnTo>
                    <a:pt x="8942" y="14250"/>
                  </a:lnTo>
                  <a:lnTo>
                    <a:pt x="9201" y="17856"/>
                  </a:lnTo>
                  <a:lnTo>
                    <a:pt x="9201" y="19414"/>
                  </a:lnTo>
                  <a:lnTo>
                    <a:pt x="0" y="18779"/>
                  </a:lnTo>
                  <a:lnTo>
                    <a:pt x="0" y="4673"/>
                  </a:lnTo>
                  <a:lnTo>
                    <a:pt x="2712" y="1558"/>
                  </a:lnTo>
                  <a:close/>
                </a:path>
              </a:pathLst>
            </a:custGeom>
            <a:solidFill>
              <a:srgbClr val="3296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2" name="Freeform 2181">
              <a:extLst>
                <a:ext uri="{FF2B5EF4-FFF2-40B4-BE49-F238E27FC236}">
                  <a16:creationId xmlns:a16="http://schemas.microsoft.com/office/drawing/2014/main" id="{540C6DBF-A1D5-4F32-B0CD-A600896A26A8}"/>
                </a:ext>
              </a:extLst>
            </p:cNvPr>
            <p:cNvSpPr>
              <a:spLocks/>
            </p:cNvSpPr>
            <p:nvPr/>
          </p:nvSpPr>
          <p:spPr bwMode="gray">
            <a:xfrm>
              <a:off x="9108528" y="5741179"/>
              <a:ext cx="195784" cy="602263"/>
            </a:xfrm>
            <a:custGeom>
              <a:avLst/>
              <a:gdLst>
                <a:gd name="T0" fmla="*/ 0 w 5711"/>
                <a:gd name="T1" fmla="*/ 375 h 17568"/>
                <a:gd name="T2" fmla="*/ 1039 w 5711"/>
                <a:gd name="T3" fmla="*/ 17280 h 17568"/>
                <a:gd name="T4" fmla="*/ 4846 w 5711"/>
                <a:gd name="T5" fmla="*/ 17568 h 17568"/>
                <a:gd name="T6" fmla="*/ 5048 w 5711"/>
                <a:gd name="T7" fmla="*/ 2221 h 17568"/>
                <a:gd name="T8" fmla="*/ 5711 w 5711"/>
                <a:gd name="T9" fmla="*/ 0 h 17568"/>
                <a:gd name="T10" fmla="*/ 0 w 5711"/>
                <a:gd name="T11" fmla="*/ 375 h 17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11" h="17568">
                  <a:moveTo>
                    <a:pt x="0" y="375"/>
                  </a:moveTo>
                  <a:lnTo>
                    <a:pt x="1039" y="17280"/>
                  </a:lnTo>
                  <a:lnTo>
                    <a:pt x="4846" y="17568"/>
                  </a:lnTo>
                  <a:lnTo>
                    <a:pt x="5048" y="2221"/>
                  </a:lnTo>
                  <a:lnTo>
                    <a:pt x="5711" y="0"/>
                  </a:lnTo>
                  <a:lnTo>
                    <a:pt x="0" y="375"/>
                  </a:lnTo>
                  <a:close/>
                </a:path>
              </a:pathLst>
            </a:custGeom>
            <a:solidFill>
              <a:srgbClr val="6978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3" name="Freeform 2182">
              <a:extLst>
                <a:ext uri="{FF2B5EF4-FFF2-40B4-BE49-F238E27FC236}">
                  <a16:creationId xmlns:a16="http://schemas.microsoft.com/office/drawing/2014/main" id="{D7B744AB-ED5A-4AEE-8746-4381F1AF4627}"/>
                </a:ext>
              </a:extLst>
            </p:cNvPr>
            <p:cNvSpPr>
              <a:spLocks/>
            </p:cNvSpPr>
            <p:nvPr/>
          </p:nvSpPr>
          <p:spPr bwMode="gray">
            <a:xfrm>
              <a:off x="9067006" y="6259384"/>
              <a:ext cx="213575" cy="83065"/>
            </a:xfrm>
            <a:custGeom>
              <a:avLst/>
              <a:gdLst>
                <a:gd name="T0" fmla="*/ 108 w 216"/>
                <a:gd name="T1" fmla="*/ 0 h 84"/>
                <a:gd name="T2" fmla="*/ 211 w 216"/>
                <a:gd name="T3" fmla="*/ 0 h 84"/>
                <a:gd name="T4" fmla="*/ 216 w 216"/>
                <a:gd name="T5" fmla="*/ 84 h 84"/>
                <a:gd name="T6" fmla="*/ 108 w 216"/>
                <a:gd name="T7" fmla="*/ 84 h 84"/>
                <a:gd name="T8" fmla="*/ 0 w 216"/>
                <a:gd name="T9" fmla="*/ 84 h 84"/>
                <a:gd name="T10" fmla="*/ 44 w 216"/>
                <a:gd name="T11" fmla="*/ 0 h 84"/>
                <a:gd name="T12" fmla="*/ 108 w 216"/>
                <a:gd name="T13" fmla="*/ 0 h 84"/>
                <a:gd name="T14" fmla="*/ 108 w 216"/>
                <a:gd name="T15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6" h="84">
                  <a:moveTo>
                    <a:pt x="108" y="0"/>
                  </a:moveTo>
                  <a:cubicBezTo>
                    <a:pt x="209" y="0"/>
                    <a:pt x="211" y="0"/>
                    <a:pt x="211" y="0"/>
                  </a:cubicBezTo>
                  <a:cubicBezTo>
                    <a:pt x="216" y="84"/>
                    <a:pt x="216" y="84"/>
                    <a:pt x="216" y="84"/>
                  </a:cubicBezTo>
                  <a:cubicBezTo>
                    <a:pt x="108" y="84"/>
                    <a:pt x="108" y="84"/>
                    <a:pt x="108" y="84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108" y="0"/>
                    <a:pt x="108" y="0"/>
                    <a:pt x="108" y="0"/>
                  </a:cubicBezTo>
                  <a:cubicBezTo>
                    <a:pt x="108" y="0"/>
                    <a:pt x="108" y="0"/>
                    <a:pt x="108" y="0"/>
                  </a:cubicBezTo>
                  <a:close/>
                </a:path>
              </a:pathLst>
            </a:custGeom>
            <a:solidFill>
              <a:srgbClr val="2B2B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4" name="Freeform 2183">
              <a:extLst>
                <a:ext uri="{FF2B5EF4-FFF2-40B4-BE49-F238E27FC236}">
                  <a16:creationId xmlns:a16="http://schemas.microsoft.com/office/drawing/2014/main" id="{46A77009-E984-4348-8177-D71A4834EB59}"/>
                </a:ext>
              </a:extLst>
            </p:cNvPr>
            <p:cNvSpPr>
              <a:spLocks/>
            </p:cNvSpPr>
            <p:nvPr/>
          </p:nvSpPr>
          <p:spPr bwMode="gray">
            <a:xfrm>
              <a:off x="9305299" y="5767885"/>
              <a:ext cx="433081" cy="62290"/>
            </a:xfrm>
            <a:custGeom>
              <a:avLst/>
              <a:gdLst>
                <a:gd name="T0" fmla="*/ 45 w 438"/>
                <a:gd name="T1" fmla="*/ 0 h 63"/>
                <a:gd name="T2" fmla="*/ 393 w 438"/>
                <a:gd name="T3" fmla="*/ 0 h 63"/>
                <a:gd name="T4" fmla="*/ 438 w 438"/>
                <a:gd name="T5" fmla="*/ 63 h 63"/>
                <a:gd name="T6" fmla="*/ 0 w 438"/>
                <a:gd name="T7" fmla="*/ 63 h 63"/>
                <a:gd name="T8" fmla="*/ 45 w 438"/>
                <a:gd name="T9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8" h="63">
                  <a:moveTo>
                    <a:pt x="45" y="0"/>
                  </a:moveTo>
                  <a:cubicBezTo>
                    <a:pt x="393" y="0"/>
                    <a:pt x="393" y="0"/>
                    <a:pt x="393" y="0"/>
                  </a:cubicBezTo>
                  <a:cubicBezTo>
                    <a:pt x="418" y="0"/>
                    <a:pt x="438" y="28"/>
                    <a:pt x="438" y="63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0" y="28"/>
                    <a:pt x="20" y="0"/>
                    <a:pt x="45" y="0"/>
                  </a:cubicBezTo>
                  <a:close/>
                </a:path>
              </a:pathLst>
            </a:custGeom>
            <a:solidFill>
              <a:srgbClr val="7887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5" name="Freeform 2184">
              <a:extLst>
                <a:ext uri="{FF2B5EF4-FFF2-40B4-BE49-F238E27FC236}">
                  <a16:creationId xmlns:a16="http://schemas.microsoft.com/office/drawing/2014/main" id="{9DF786C1-23F2-47DB-9E19-F4CC347DCA2C}"/>
                </a:ext>
              </a:extLst>
            </p:cNvPr>
            <p:cNvSpPr>
              <a:spLocks/>
            </p:cNvSpPr>
            <p:nvPr/>
          </p:nvSpPr>
          <p:spPr bwMode="gray">
            <a:xfrm>
              <a:off x="9305299" y="5825238"/>
              <a:ext cx="433081" cy="42510"/>
            </a:xfrm>
            <a:custGeom>
              <a:avLst/>
              <a:gdLst>
                <a:gd name="T0" fmla="*/ 12633 w 12633"/>
                <a:gd name="T1" fmla="*/ 0 h 1240"/>
                <a:gd name="T2" fmla="*/ 0 w 12633"/>
                <a:gd name="T3" fmla="*/ 0 h 1240"/>
                <a:gd name="T4" fmla="*/ 0 w 12633"/>
                <a:gd name="T5" fmla="*/ 1240 h 1240"/>
                <a:gd name="T6" fmla="*/ 12633 w 12633"/>
                <a:gd name="T7" fmla="*/ 1240 h 1240"/>
                <a:gd name="T8" fmla="*/ 12633 w 12633"/>
                <a:gd name="T9" fmla="*/ 0 h 1240"/>
                <a:gd name="T10" fmla="*/ 12633 w 12633"/>
                <a:gd name="T11" fmla="*/ 0 h 1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633" h="1240">
                  <a:moveTo>
                    <a:pt x="12633" y="0"/>
                  </a:moveTo>
                  <a:lnTo>
                    <a:pt x="0" y="0"/>
                  </a:lnTo>
                  <a:lnTo>
                    <a:pt x="0" y="1240"/>
                  </a:lnTo>
                  <a:lnTo>
                    <a:pt x="12633" y="1240"/>
                  </a:lnTo>
                  <a:lnTo>
                    <a:pt x="12633" y="0"/>
                  </a:lnTo>
                  <a:lnTo>
                    <a:pt x="12633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6" name="Freeform 2185">
              <a:extLst>
                <a:ext uri="{FF2B5EF4-FFF2-40B4-BE49-F238E27FC236}">
                  <a16:creationId xmlns:a16="http://schemas.microsoft.com/office/drawing/2014/main" id="{CFA20861-F77C-4130-BDA9-F289292DB8CA}"/>
                </a:ext>
              </a:extLst>
            </p:cNvPr>
            <p:cNvSpPr>
              <a:spLocks/>
            </p:cNvSpPr>
            <p:nvPr/>
          </p:nvSpPr>
          <p:spPr bwMode="gray">
            <a:xfrm>
              <a:off x="9326074" y="6115982"/>
              <a:ext cx="420226" cy="22763"/>
            </a:xfrm>
            <a:custGeom>
              <a:avLst/>
              <a:gdLst>
                <a:gd name="T0" fmla="*/ 12258 w 12258"/>
                <a:gd name="T1" fmla="*/ 0 h 664"/>
                <a:gd name="T2" fmla="*/ 0 w 12258"/>
                <a:gd name="T3" fmla="*/ 0 h 664"/>
                <a:gd name="T4" fmla="*/ 0 w 12258"/>
                <a:gd name="T5" fmla="*/ 664 h 664"/>
                <a:gd name="T6" fmla="*/ 12258 w 12258"/>
                <a:gd name="T7" fmla="*/ 664 h 664"/>
                <a:gd name="T8" fmla="*/ 12258 w 12258"/>
                <a:gd name="T9" fmla="*/ 0 h 664"/>
                <a:gd name="T10" fmla="*/ 12258 w 12258"/>
                <a:gd name="T11" fmla="*/ 0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258" h="664">
                  <a:moveTo>
                    <a:pt x="12258" y="0"/>
                  </a:moveTo>
                  <a:lnTo>
                    <a:pt x="0" y="0"/>
                  </a:lnTo>
                  <a:lnTo>
                    <a:pt x="0" y="664"/>
                  </a:lnTo>
                  <a:lnTo>
                    <a:pt x="12258" y="664"/>
                  </a:lnTo>
                  <a:lnTo>
                    <a:pt x="12258" y="0"/>
                  </a:lnTo>
                  <a:lnTo>
                    <a:pt x="12258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7" name="Freeform 2186">
              <a:extLst>
                <a:ext uri="{FF2B5EF4-FFF2-40B4-BE49-F238E27FC236}">
                  <a16:creationId xmlns:a16="http://schemas.microsoft.com/office/drawing/2014/main" id="{E9F491D0-7E18-4796-94ED-A2A45AE76BFE}"/>
                </a:ext>
              </a:extLst>
            </p:cNvPr>
            <p:cNvSpPr>
              <a:spLocks/>
            </p:cNvSpPr>
            <p:nvPr/>
          </p:nvSpPr>
          <p:spPr bwMode="gray">
            <a:xfrm>
              <a:off x="9712667" y="5456365"/>
              <a:ext cx="52417" cy="883135"/>
            </a:xfrm>
            <a:custGeom>
              <a:avLst/>
              <a:gdLst>
                <a:gd name="T0" fmla="*/ 1529 w 1529"/>
                <a:gd name="T1" fmla="*/ 0 h 25761"/>
                <a:gd name="T2" fmla="*/ 0 w 1529"/>
                <a:gd name="T3" fmla="*/ 0 h 25761"/>
                <a:gd name="T4" fmla="*/ 0 w 1529"/>
                <a:gd name="T5" fmla="*/ 25761 h 25761"/>
                <a:gd name="T6" fmla="*/ 1529 w 1529"/>
                <a:gd name="T7" fmla="*/ 25761 h 25761"/>
                <a:gd name="T8" fmla="*/ 1529 w 1529"/>
                <a:gd name="T9" fmla="*/ 0 h 25761"/>
                <a:gd name="T10" fmla="*/ 1529 w 1529"/>
                <a:gd name="T11" fmla="*/ 0 h 257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29" h="25761">
                  <a:moveTo>
                    <a:pt x="1529" y="0"/>
                  </a:moveTo>
                  <a:lnTo>
                    <a:pt x="0" y="0"/>
                  </a:lnTo>
                  <a:lnTo>
                    <a:pt x="0" y="25761"/>
                  </a:lnTo>
                  <a:lnTo>
                    <a:pt x="1529" y="25761"/>
                  </a:lnTo>
                  <a:lnTo>
                    <a:pt x="1529" y="0"/>
                  </a:lnTo>
                  <a:lnTo>
                    <a:pt x="1529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8" name="Freeform 2187">
              <a:extLst>
                <a:ext uri="{FF2B5EF4-FFF2-40B4-BE49-F238E27FC236}">
                  <a16:creationId xmlns:a16="http://schemas.microsoft.com/office/drawing/2014/main" id="{A9DE0740-62DB-4277-A177-DF81E9C0A538}"/>
                </a:ext>
              </a:extLst>
            </p:cNvPr>
            <p:cNvSpPr>
              <a:spLocks/>
            </p:cNvSpPr>
            <p:nvPr/>
          </p:nvSpPr>
          <p:spPr bwMode="gray">
            <a:xfrm>
              <a:off x="9304304" y="5825239"/>
              <a:ext cx="44498" cy="517211"/>
            </a:xfrm>
            <a:custGeom>
              <a:avLst/>
              <a:gdLst>
                <a:gd name="T0" fmla="*/ 1298 w 1298"/>
                <a:gd name="T1" fmla="*/ 0 h 15087"/>
                <a:gd name="T2" fmla="*/ 0 w 1298"/>
                <a:gd name="T3" fmla="*/ 0 h 15087"/>
                <a:gd name="T4" fmla="*/ 0 w 1298"/>
                <a:gd name="T5" fmla="*/ 15087 h 15087"/>
                <a:gd name="T6" fmla="*/ 1298 w 1298"/>
                <a:gd name="T7" fmla="*/ 15087 h 15087"/>
                <a:gd name="T8" fmla="*/ 1298 w 1298"/>
                <a:gd name="T9" fmla="*/ 0 h 15087"/>
                <a:gd name="T10" fmla="*/ 1298 w 1298"/>
                <a:gd name="T11" fmla="*/ 0 h 150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98" h="15087">
                  <a:moveTo>
                    <a:pt x="1298" y="0"/>
                  </a:moveTo>
                  <a:lnTo>
                    <a:pt x="0" y="0"/>
                  </a:lnTo>
                  <a:lnTo>
                    <a:pt x="0" y="15087"/>
                  </a:lnTo>
                  <a:lnTo>
                    <a:pt x="1298" y="15087"/>
                  </a:lnTo>
                  <a:lnTo>
                    <a:pt x="1298" y="0"/>
                  </a:lnTo>
                  <a:lnTo>
                    <a:pt x="1298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9" name="Freeform 2188">
              <a:extLst>
                <a:ext uri="{FF2B5EF4-FFF2-40B4-BE49-F238E27FC236}">
                  <a16:creationId xmlns:a16="http://schemas.microsoft.com/office/drawing/2014/main" id="{6FEFD623-A6B4-45E5-B3AB-62E2D77276DF}"/>
                </a:ext>
              </a:extLst>
            </p:cNvPr>
            <p:cNvSpPr>
              <a:spLocks/>
            </p:cNvSpPr>
            <p:nvPr/>
          </p:nvSpPr>
          <p:spPr bwMode="gray">
            <a:xfrm>
              <a:off x="9712664" y="5221981"/>
              <a:ext cx="52417" cy="234385"/>
            </a:xfrm>
            <a:custGeom>
              <a:avLst/>
              <a:gdLst>
                <a:gd name="T0" fmla="*/ 13 w 53"/>
                <a:gd name="T1" fmla="*/ 0 h 237"/>
                <a:gd name="T2" fmla="*/ 39 w 53"/>
                <a:gd name="T3" fmla="*/ 0 h 237"/>
                <a:gd name="T4" fmla="*/ 53 w 53"/>
                <a:gd name="T5" fmla="*/ 134 h 237"/>
                <a:gd name="T6" fmla="*/ 53 w 53"/>
                <a:gd name="T7" fmla="*/ 237 h 237"/>
                <a:gd name="T8" fmla="*/ 0 w 53"/>
                <a:gd name="T9" fmla="*/ 237 h 237"/>
                <a:gd name="T10" fmla="*/ 0 w 53"/>
                <a:gd name="T11" fmla="*/ 134 h 237"/>
                <a:gd name="T12" fmla="*/ 13 w 53"/>
                <a:gd name="T13" fmla="*/ 0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3" h="237">
                  <a:moveTo>
                    <a:pt x="13" y="0"/>
                  </a:moveTo>
                  <a:cubicBezTo>
                    <a:pt x="39" y="0"/>
                    <a:pt x="39" y="0"/>
                    <a:pt x="39" y="0"/>
                  </a:cubicBezTo>
                  <a:cubicBezTo>
                    <a:pt x="47" y="0"/>
                    <a:pt x="53" y="60"/>
                    <a:pt x="53" y="134"/>
                  </a:cubicBezTo>
                  <a:cubicBezTo>
                    <a:pt x="53" y="237"/>
                    <a:pt x="53" y="237"/>
                    <a:pt x="53" y="237"/>
                  </a:cubicBezTo>
                  <a:cubicBezTo>
                    <a:pt x="0" y="237"/>
                    <a:pt x="0" y="237"/>
                    <a:pt x="0" y="237"/>
                  </a:cubicBezTo>
                  <a:cubicBezTo>
                    <a:pt x="0" y="134"/>
                    <a:pt x="0" y="134"/>
                    <a:pt x="0" y="134"/>
                  </a:cubicBezTo>
                  <a:cubicBezTo>
                    <a:pt x="0" y="60"/>
                    <a:pt x="6" y="0"/>
                    <a:pt x="13" y="0"/>
                  </a:cubicBezTo>
                  <a:close/>
                </a:path>
              </a:pathLst>
            </a:custGeom>
            <a:solidFill>
              <a:srgbClr val="7887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0" name="Freeform 2189">
              <a:extLst>
                <a:ext uri="{FF2B5EF4-FFF2-40B4-BE49-F238E27FC236}">
                  <a16:creationId xmlns:a16="http://schemas.microsoft.com/office/drawing/2014/main" id="{C4826BCD-29C1-415C-BE41-28229AA7FC15}"/>
                </a:ext>
              </a:extLst>
            </p:cNvPr>
            <p:cNvSpPr>
              <a:spLocks/>
            </p:cNvSpPr>
            <p:nvPr/>
          </p:nvSpPr>
          <p:spPr bwMode="gray">
            <a:xfrm>
              <a:off x="9108509" y="5551292"/>
              <a:ext cx="489474" cy="216593"/>
            </a:xfrm>
            <a:custGeom>
              <a:avLst/>
              <a:gdLst>
                <a:gd name="T0" fmla="*/ 0 w 14278"/>
                <a:gd name="T1" fmla="*/ 6318 h 6318"/>
                <a:gd name="T2" fmla="*/ 14278 w 14278"/>
                <a:gd name="T3" fmla="*/ 6318 h 6318"/>
                <a:gd name="T4" fmla="*/ 14278 w 14278"/>
                <a:gd name="T5" fmla="*/ 0 h 6318"/>
                <a:gd name="T6" fmla="*/ 1962 w 14278"/>
                <a:gd name="T7" fmla="*/ 1472 h 6318"/>
                <a:gd name="T8" fmla="*/ 0 w 14278"/>
                <a:gd name="T9" fmla="*/ 3375 h 6318"/>
                <a:gd name="T10" fmla="*/ 0 w 14278"/>
                <a:gd name="T11" fmla="*/ 6318 h 6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278" h="6318">
                  <a:moveTo>
                    <a:pt x="0" y="6318"/>
                  </a:moveTo>
                  <a:lnTo>
                    <a:pt x="14278" y="6318"/>
                  </a:lnTo>
                  <a:lnTo>
                    <a:pt x="14278" y="0"/>
                  </a:lnTo>
                  <a:lnTo>
                    <a:pt x="1962" y="1472"/>
                  </a:lnTo>
                  <a:lnTo>
                    <a:pt x="0" y="3375"/>
                  </a:lnTo>
                  <a:lnTo>
                    <a:pt x="0" y="6318"/>
                  </a:lnTo>
                  <a:close/>
                </a:path>
              </a:pathLst>
            </a:custGeom>
            <a:solidFill>
              <a:srgbClr val="6978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1" name="Freeform 2190">
              <a:extLst>
                <a:ext uri="{FF2B5EF4-FFF2-40B4-BE49-F238E27FC236}">
                  <a16:creationId xmlns:a16="http://schemas.microsoft.com/office/drawing/2014/main" id="{33E03106-73C6-4E59-8013-92A5553C979C}"/>
                </a:ext>
              </a:extLst>
            </p:cNvPr>
            <p:cNvSpPr>
              <a:spLocks/>
            </p:cNvSpPr>
            <p:nvPr/>
          </p:nvSpPr>
          <p:spPr bwMode="gray">
            <a:xfrm>
              <a:off x="9488213" y="5575046"/>
              <a:ext cx="212581" cy="192836"/>
            </a:xfrm>
            <a:custGeom>
              <a:avLst/>
              <a:gdLst>
                <a:gd name="T0" fmla="*/ 172 w 215"/>
                <a:gd name="T1" fmla="*/ 195 h 195"/>
                <a:gd name="T2" fmla="*/ 23 w 215"/>
                <a:gd name="T3" fmla="*/ 195 h 195"/>
                <a:gd name="T4" fmla="*/ 0 w 215"/>
                <a:gd name="T5" fmla="*/ 172 h 195"/>
                <a:gd name="T6" fmla="*/ 0 w 215"/>
                <a:gd name="T7" fmla="*/ 23 h 195"/>
                <a:gd name="T8" fmla="*/ 23 w 215"/>
                <a:gd name="T9" fmla="*/ 0 h 195"/>
                <a:gd name="T10" fmla="*/ 192 w 215"/>
                <a:gd name="T11" fmla="*/ 0 h 195"/>
                <a:gd name="T12" fmla="*/ 215 w 215"/>
                <a:gd name="T13" fmla="*/ 23 h 195"/>
                <a:gd name="T14" fmla="*/ 215 w 215"/>
                <a:gd name="T15" fmla="*/ 152 h 195"/>
                <a:gd name="T16" fmla="*/ 172 w 215"/>
                <a:gd name="T17" fmla="*/ 195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5" h="195">
                  <a:moveTo>
                    <a:pt x="172" y="195"/>
                  </a:moveTo>
                  <a:cubicBezTo>
                    <a:pt x="23" y="195"/>
                    <a:pt x="23" y="195"/>
                    <a:pt x="23" y="195"/>
                  </a:cubicBezTo>
                  <a:cubicBezTo>
                    <a:pt x="11" y="195"/>
                    <a:pt x="0" y="185"/>
                    <a:pt x="0" y="17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11"/>
                    <a:pt x="11" y="0"/>
                    <a:pt x="23" y="0"/>
                  </a:cubicBezTo>
                  <a:cubicBezTo>
                    <a:pt x="192" y="0"/>
                    <a:pt x="192" y="0"/>
                    <a:pt x="192" y="0"/>
                  </a:cubicBezTo>
                  <a:cubicBezTo>
                    <a:pt x="205" y="0"/>
                    <a:pt x="215" y="11"/>
                    <a:pt x="215" y="23"/>
                  </a:cubicBezTo>
                  <a:cubicBezTo>
                    <a:pt x="215" y="152"/>
                    <a:pt x="215" y="152"/>
                    <a:pt x="215" y="152"/>
                  </a:cubicBezTo>
                  <a:cubicBezTo>
                    <a:pt x="198" y="169"/>
                    <a:pt x="189" y="178"/>
                    <a:pt x="172" y="195"/>
                  </a:cubicBezTo>
                  <a:close/>
                </a:path>
              </a:pathLst>
            </a:custGeom>
            <a:solidFill>
              <a:srgbClr val="6978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2" name="Freeform 2191">
              <a:extLst>
                <a:ext uri="{FF2B5EF4-FFF2-40B4-BE49-F238E27FC236}">
                  <a16:creationId xmlns:a16="http://schemas.microsoft.com/office/drawing/2014/main" id="{0C2E08AD-A838-488F-954D-BB65C31D24F7}"/>
                </a:ext>
              </a:extLst>
            </p:cNvPr>
            <p:cNvSpPr>
              <a:spLocks/>
            </p:cNvSpPr>
            <p:nvPr/>
          </p:nvSpPr>
          <p:spPr bwMode="gray">
            <a:xfrm>
              <a:off x="9385370" y="5511727"/>
              <a:ext cx="315426" cy="90025"/>
            </a:xfrm>
            <a:custGeom>
              <a:avLst/>
              <a:gdLst>
                <a:gd name="T0" fmla="*/ 1529 w 9201"/>
                <a:gd name="T1" fmla="*/ 2135 h 2626"/>
                <a:gd name="T2" fmla="*/ 9201 w 9201"/>
                <a:gd name="T3" fmla="*/ 2626 h 2626"/>
                <a:gd name="T4" fmla="*/ 9201 w 9201"/>
                <a:gd name="T5" fmla="*/ 0 h 2626"/>
                <a:gd name="T6" fmla="*/ 0 w 9201"/>
                <a:gd name="T7" fmla="*/ 750 h 2626"/>
                <a:gd name="T8" fmla="*/ 87 w 9201"/>
                <a:gd name="T9" fmla="*/ 1876 h 2626"/>
                <a:gd name="T10" fmla="*/ 1529 w 9201"/>
                <a:gd name="T11" fmla="*/ 2135 h 26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01" h="2626">
                  <a:moveTo>
                    <a:pt x="1529" y="2135"/>
                  </a:moveTo>
                  <a:lnTo>
                    <a:pt x="9201" y="2626"/>
                  </a:lnTo>
                  <a:lnTo>
                    <a:pt x="9201" y="0"/>
                  </a:lnTo>
                  <a:lnTo>
                    <a:pt x="0" y="750"/>
                  </a:lnTo>
                  <a:lnTo>
                    <a:pt x="87" y="1876"/>
                  </a:lnTo>
                  <a:lnTo>
                    <a:pt x="1529" y="2135"/>
                  </a:lnTo>
                  <a:close/>
                </a:path>
              </a:pathLst>
            </a:custGeom>
            <a:solidFill>
              <a:srgbClr val="3296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3" name="Freeform 2192">
              <a:extLst>
                <a:ext uri="{FF2B5EF4-FFF2-40B4-BE49-F238E27FC236}">
                  <a16:creationId xmlns:a16="http://schemas.microsoft.com/office/drawing/2014/main" id="{53B7C170-4DE0-4B40-B17F-4D62A0001A01}"/>
                </a:ext>
              </a:extLst>
            </p:cNvPr>
            <p:cNvSpPr>
              <a:spLocks/>
            </p:cNvSpPr>
            <p:nvPr/>
          </p:nvSpPr>
          <p:spPr bwMode="gray">
            <a:xfrm>
              <a:off x="9271657" y="5088484"/>
              <a:ext cx="252143" cy="398526"/>
            </a:xfrm>
            <a:custGeom>
              <a:avLst/>
              <a:gdLst>
                <a:gd name="T0" fmla="*/ 1587 w 7355"/>
                <a:gd name="T1" fmla="*/ 11625 h 11625"/>
                <a:gd name="T2" fmla="*/ 7355 w 7355"/>
                <a:gd name="T3" fmla="*/ 4875 h 11625"/>
                <a:gd name="T4" fmla="*/ 5625 w 7355"/>
                <a:gd name="T5" fmla="*/ 0 h 11625"/>
                <a:gd name="T6" fmla="*/ 0 w 7355"/>
                <a:gd name="T7" fmla="*/ 9173 h 11625"/>
                <a:gd name="T8" fmla="*/ 1587 w 7355"/>
                <a:gd name="T9" fmla="*/ 11625 h 116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355" h="11625">
                  <a:moveTo>
                    <a:pt x="1587" y="11625"/>
                  </a:moveTo>
                  <a:lnTo>
                    <a:pt x="7355" y="4875"/>
                  </a:lnTo>
                  <a:lnTo>
                    <a:pt x="5625" y="0"/>
                  </a:lnTo>
                  <a:lnTo>
                    <a:pt x="0" y="9173"/>
                  </a:lnTo>
                  <a:lnTo>
                    <a:pt x="1587" y="11625"/>
                  </a:ln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4" name="Freeform 2193">
              <a:extLst>
                <a:ext uri="{FF2B5EF4-FFF2-40B4-BE49-F238E27FC236}">
                  <a16:creationId xmlns:a16="http://schemas.microsoft.com/office/drawing/2014/main" id="{104C85D0-4CDA-4B54-91E8-101F4894A7B2}"/>
                </a:ext>
              </a:extLst>
            </p:cNvPr>
            <p:cNvSpPr>
              <a:spLocks/>
            </p:cNvSpPr>
            <p:nvPr/>
          </p:nvSpPr>
          <p:spPr bwMode="gray">
            <a:xfrm>
              <a:off x="9150059" y="5399010"/>
              <a:ext cx="183922" cy="88001"/>
            </a:xfrm>
            <a:custGeom>
              <a:avLst/>
              <a:gdLst>
                <a:gd name="T0" fmla="*/ 0 w 5365"/>
                <a:gd name="T1" fmla="*/ 2336 h 2567"/>
                <a:gd name="T2" fmla="*/ 5134 w 5365"/>
                <a:gd name="T3" fmla="*/ 2567 h 2567"/>
                <a:gd name="T4" fmla="*/ 5365 w 5365"/>
                <a:gd name="T5" fmla="*/ 750 h 2567"/>
                <a:gd name="T6" fmla="*/ 3894 w 5365"/>
                <a:gd name="T7" fmla="*/ 0 h 2567"/>
                <a:gd name="T8" fmla="*/ 1442 w 5365"/>
                <a:gd name="T9" fmla="*/ 519 h 2567"/>
                <a:gd name="T10" fmla="*/ 0 w 5365"/>
                <a:gd name="T11" fmla="*/ 2336 h 25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65" h="2567">
                  <a:moveTo>
                    <a:pt x="0" y="2336"/>
                  </a:moveTo>
                  <a:lnTo>
                    <a:pt x="5134" y="2567"/>
                  </a:lnTo>
                  <a:lnTo>
                    <a:pt x="5365" y="750"/>
                  </a:lnTo>
                  <a:lnTo>
                    <a:pt x="3894" y="0"/>
                  </a:lnTo>
                  <a:lnTo>
                    <a:pt x="1442" y="519"/>
                  </a:lnTo>
                  <a:lnTo>
                    <a:pt x="0" y="2336"/>
                  </a:ln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5" name="Freeform 2194">
              <a:extLst>
                <a:ext uri="{FF2B5EF4-FFF2-40B4-BE49-F238E27FC236}">
                  <a16:creationId xmlns:a16="http://schemas.microsoft.com/office/drawing/2014/main" id="{8E2CE024-61D5-441A-ADBC-304177C5333D}"/>
                </a:ext>
              </a:extLst>
            </p:cNvPr>
            <p:cNvSpPr>
              <a:spLocks/>
            </p:cNvSpPr>
            <p:nvPr/>
          </p:nvSpPr>
          <p:spPr bwMode="gray">
            <a:xfrm>
              <a:off x="9393286" y="4980666"/>
              <a:ext cx="255124" cy="288790"/>
            </a:xfrm>
            <a:custGeom>
              <a:avLst/>
              <a:gdLst>
                <a:gd name="T0" fmla="*/ 0 w 258"/>
                <a:gd name="T1" fmla="*/ 205 h 292"/>
                <a:gd name="T2" fmla="*/ 137 w 258"/>
                <a:gd name="T3" fmla="*/ 292 h 292"/>
                <a:gd name="T4" fmla="*/ 258 w 258"/>
                <a:gd name="T5" fmla="*/ 100 h 292"/>
                <a:gd name="T6" fmla="*/ 245 w 258"/>
                <a:gd name="T7" fmla="*/ 38 h 292"/>
                <a:gd name="T8" fmla="*/ 185 w 258"/>
                <a:gd name="T9" fmla="*/ 0 h 292"/>
                <a:gd name="T10" fmla="*/ 122 w 258"/>
                <a:gd name="T11" fmla="*/ 13 h 292"/>
                <a:gd name="T12" fmla="*/ 0 w 258"/>
                <a:gd name="T13" fmla="*/ 205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8" h="292">
                  <a:moveTo>
                    <a:pt x="0" y="205"/>
                  </a:moveTo>
                  <a:cubicBezTo>
                    <a:pt x="137" y="292"/>
                    <a:pt x="137" y="292"/>
                    <a:pt x="137" y="292"/>
                  </a:cubicBezTo>
                  <a:cubicBezTo>
                    <a:pt x="258" y="100"/>
                    <a:pt x="258" y="100"/>
                    <a:pt x="258" y="100"/>
                  </a:cubicBezTo>
                  <a:cubicBezTo>
                    <a:pt x="258" y="100"/>
                    <a:pt x="250" y="62"/>
                    <a:pt x="245" y="38"/>
                  </a:cubicBezTo>
                  <a:cubicBezTo>
                    <a:pt x="185" y="0"/>
                    <a:pt x="185" y="0"/>
                    <a:pt x="185" y="0"/>
                  </a:cubicBezTo>
                  <a:cubicBezTo>
                    <a:pt x="160" y="5"/>
                    <a:pt x="122" y="13"/>
                    <a:pt x="122" y="13"/>
                  </a:cubicBezTo>
                  <a:lnTo>
                    <a:pt x="0" y="205"/>
                  </a:lnTo>
                  <a:close/>
                </a:path>
              </a:pathLst>
            </a:custGeom>
            <a:solidFill>
              <a:srgbClr val="0F78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6" name="Freeform 2195">
              <a:extLst>
                <a:ext uri="{FF2B5EF4-FFF2-40B4-BE49-F238E27FC236}">
                  <a16:creationId xmlns:a16="http://schemas.microsoft.com/office/drawing/2014/main" id="{2F656618-D11E-40F7-A579-304E6D1DB7C6}"/>
                </a:ext>
              </a:extLst>
            </p:cNvPr>
            <p:cNvSpPr>
              <a:spLocks/>
            </p:cNvSpPr>
            <p:nvPr/>
          </p:nvSpPr>
          <p:spPr bwMode="gray">
            <a:xfrm>
              <a:off x="9109517" y="5399029"/>
              <a:ext cx="105794" cy="80083"/>
            </a:xfrm>
            <a:custGeom>
              <a:avLst/>
              <a:gdLst>
                <a:gd name="T0" fmla="*/ 0 w 107"/>
                <a:gd name="T1" fmla="*/ 48 h 81"/>
                <a:gd name="T2" fmla="*/ 42 w 107"/>
                <a:gd name="T3" fmla="*/ 81 h 81"/>
                <a:gd name="T4" fmla="*/ 107 w 107"/>
                <a:gd name="T5" fmla="*/ 14 h 81"/>
                <a:gd name="T6" fmla="*/ 94 w 107"/>
                <a:gd name="T7" fmla="*/ 0 h 81"/>
                <a:gd name="T8" fmla="*/ 46 w 107"/>
                <a:gd name="T9" fmla="*/ 0 h 81"/>
                <a:gd name="T10" fmla="*/ 0 w 107"/>
                <a:gd name="T11" fmla="*/ 48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7" h="81">
                  <a:moveTo>
                    <a:pt x="0" y="48"/>
                  </a:moveTo>
                  <a:cubicBezTo>
                    <a:pt x="42" y="81"/>
                    <a:pt x="42" y="81"/>
                    <a:pt x="42" y="81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94" y="0"/>
                    <a:pt x="94" y="0"/>
                    <a:pt x="94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28" y="19"/>
                    <a:pt x="18" y="29"/>
                    <a:pt x="0" y="48"/>
                  </a:cubicBez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948309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9801325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1" name="think-cell Slide" r:id="rId6" imgW="400" imgH="393" progId="TCLayout.ActiveDocument.1">
                  <p:embed/>
                </p:oleObj>
              </mc:Choice>
              <mc:Fallback>
                <p:oleObj name="think-cell Slide" r:id="rId6" imgW="400" imgH="39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</a:pPr>
            <a:endParaRPr lang="en-US" sz="2200" b="1" dirty="0">
              <a:solidFill>
                <a:schemeClr val="tx1"/>
              </a:solidFill>
              <a:latin typeface="Siemens Sans" pitchFamily="2" charset="0"/>
              <a:ea typeface="Siemens Sans Global" pitchFamily="2" charset="-122"/>
              <a:cs typeface="Arial" panose="020B0604020202020204" pitchFamily="34" charset="0"/>
              <a:sym typeface="Siemens Sans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626400" tIns="432000" rIns="2124000" bIns="234000" numCol="1" anchor="t" anchorCtr="0" compatLnSpc="1">
            <a:prstTxWarp prst="textNoShape">
              <a:avLst/>
            </a:prstTxWarp>
          </a:bodyPr>
          <a:lstStyle/>
          <a:p>
            <a:r>
              <a:rPr lang="en-US" dirty="0">
                <a:latin typeface="Arial" pitchFamily="34" charset="0"/>
              </a:rPr>
              <a:t>Thank you for your attention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4658996" y="1440000"/>
            <a:ext cx="7539354" cy="4752000"/>
          </a:xfrm>
        </p:spPr>
        <p:txBody>
          <a:bodyPr/>
          <a:lstStyle/>
          <a:p>
            <a:r>
              <a:rPr lang="en-US" b="1" dirty="0">
                <a:latin typeface="+mn-lt"/>
              </a:rPr>
              <a:t>YU  He</a:t>
            </a:r>
            <a:br>
              <a:rPr lang="en-US" dirty="0">
                <a:latin typeface="+mn-lt"/>
              </a:rPr>
            </a:br>
            <a:r>
              <a:rPr lang="en-US" altLang="zh-CN" dirty="0">
                <a:solidFill>
                  <a:schemeClr val="tx1"/>
                </a:solidFill>
                <a:latin typeface="+mn-lt"/>
              </a:rPr>
              <a:t>Lead Engineer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Corporate Technology</a:t>
            </a:r>
          </a:p>
          <a:p>
            <a:r>
              <a:rPr lang="en-US" dirty="0">
                <a:latin typeface="+mn-lt"/>
              </a:rPr>
              <a:t>200, </a:t>
            </a:r>
            <a:r>
              <a:rPr lang="en-US" dirty="0" err="1">
                <a:latin typeface="+mn-lt"/>
              </a:rPr>
              <a:t>Linghu</a:t>
            </a:r>
            <a:r>
              <a:rPr lang="en-US" dirty="0">
                <a:latin typeface="+mn-lt"/>
              </a:rPr>
              <a:t> Avenue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214135, Wuxi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China</a:t>
            </a:r>
          </a:p>
          <a:p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Mobile: +86 18921506861</a:t>
            </a:r>
          </a:p>
          <a:p>
            <a:r>
              <a:rPr lang="en-US" dirty="0">
                <a:latin typeface="+mn-lt"/>
              </a:rPr>
              <a:t>E-mail: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  <a:hlinkClick r:id="rId8"/>
              </a:rPr>
              <a:t>yu-he@siemens.com</a:t>
            </a:r>
            <a:endParaRPr lang="en-US" dirty="0">
              <a:latin typeface="+mn-lt"/>
            </a:endParaRPr>
          </a:p>
        </p:txBody>
      </p:sp>
      <p:sp>
        <p:nvSpPr>
          <p:cNvPr id="7" name="cdtTextBox 4 Id5"/>
          <p:cNvSpPr txBox="1"/>
          <p:nvPr>
            <p:custDataLst>
              <p:tags r:id="rId4"/>
            </p:custDataLst>
          </p:nvPr>
        </p:nvSpPr>
        <p:spPr>
          <a:xfrm>
            <a:off x="4654550" y="5622096"/>
            <a:ext cx="7543800" cy="569904"/>
          </a:xfrm>
          <a:prstGeom prst="rect">
            <a:avLst/>
          </a:prstGeom>
          <a:noFill/>
        </p:spPr>
        <p:txBody>
          <a:bodyPr wrap="square" lIns="288000" tIns="0" rIns="180000" bIns="144000" rtlCol="0" anchor="b" anchorCtr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b="1" dirty="0">
                <a:solidFill>
                  <a:srgbClr val="000000"/>
                </a:solidFill>
                <a:latin typeface="+mn-lt"/>
              </a:rPr>
              <a:t>siemens.com</a:t>
            </a:r>
            <a:endParaRPr lang="en-US" dirty="0">
              <a:solidFill>
                <a:srgbClr val="00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93419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VERSION" val="4.1.2.0"/>
  <p:tag name="CDT_CREATORVERSION" val="4.1.2.0"/>
  <p:tag name="CDT_TEMPLATEVERSION" val="2.0.0"/>
  <p:tag name="CDT_FONTSET" val="Arial"/>
  <p:tag name="CDT_CUSTOMER" val="Siemens_2016_16x9"/>
  <p:tag name="CDT_CUSTOMER_NAME" val="Siemens AG (Corporate Design Update 2016)"/>
  <p:tag name="CDT_LANGUAGE" val="1033"/>
  <p:tag name="EE4P_STYLE_ID" val="040887b0-086c-4ff4-2016-b5b55c2754ed"/>
  <p:tag name="THINKCELLPRESENTATIONDONOTDELETE" val="&lt;?xml version=&quot;1.0&quot; encoding=&quot;UTF-16&quot; standalone=&quot;yes&quot;?&gt;&lt;root reqver=&quot;25060&quot;&gt;&lt;version val=&quot;28002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bNumberIsYear val=&quot;0&quot;/&gt;&lt;m_strFormatTime&gt;%m/%d/%Y&lt;/m_strFormatTime&gt;&lt;m_yearfmt&gt;&lt;begin val=&quot;0&quot;/&gt;&lt;end val=&quot;0&quot;/&gt;&lt;/m_yearfmt&gt;&lt;/m_precDefaultDate&gt;&lt;m_precDefaultYear&gt;&lt;m_bNumberIsYear val=&quot;0&quot;/&gt;&lt;m_strFormatTime&gt;%Y&lt;/m_strFormatTime&gt;&lt;m_yearfmt&gt;&lt;begin val=&quot;0&quot;/&gt;&lt;end val=&quot;0&quot;/&gt;&lt;/m_yearfmt&gt;&lt;/m_precDefaultYear&gt;&lt;m_precDefaultQuarter&gt;&lt;m_bNumberIsYear val=&quot;0&quot;/&gt;&lt;m_strFormatTime&gt;Q%5&lt;/m_strFormatTime&gt;&lt;m_yearfmt&gt;&lt;begin val=&quot;0&quot;/&gt;&lt;end val=&quot;4&quot;/&gt;&lt;/m_yearfmt&gt;&lt;/m_precDefaultQuarter&gt;&lt;m_precDefaultMonth&gt;&lt;m_bNumberIsYear val=&quot;0&quot;/&gt;&lt;m_strFormatTime&gt;%1&lt;/m_strFormatTime&gt;&lt;m_yearfmt&gt;&lt;begin val=&quot;0&quot;/&gt;&lt;end val=&quot;4&quot;/&gt;&lt;/m_yearfmt&gt;&lt;/m_precDefaultMonth&gt;&lt;m_precDefaultWeek&gt;&lt;m_bNumberIsYear val=&quot;0&quot;/&gt;&lt;m_strFormatTime&gt;%d.&lt;/m_strFormatTime&gt;&lt;m_yearfmt&gt;&lt;begin val=&quot;0&quot;/&gt;&lt;end val=&quot;4&quot;/&gt;&lt;/m_yearfmt&gt;&lt;/m_precDefaultWeek&gt;&lt;m_precDefaultDay&gt;&lt;m_bNumberIsYear val=&quot;0&quot;/&gt;&lt;m_strFormatTime&gt;%#d&lt;/m_strFormatTime&gt;&lt;m_yearfmt&gt;&lt;begin val=&quot;0&quot;/&gt;&lt;end val=&quot;4&quot;/&gt;&lt;/m_yearfmt&gt;&lt;/m_precDefaultDay&gt;&lt;m_mruColor&gt;&lt;m_vecMRU length=&quot;0&quot;/&gt;&lt;/m_mruColor&gt;&lt;m_eweekdayFirstOfWeek val=&quot;1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p2r.aDCR8q1x6KwjXlJo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True"/>
  <p:tag name="CDT_LINEUNVISIBLE" val="True"/>
  <p:tag name="CDT_DELETE_ONEVENT_NEWPRES" val="False"/>
  <p:tag name="CDT_PROT" val="2"/>
  <p:tag name="CDT_PROT_TOP" val="0"/>
  <p:tag name="CDT_PROT_LEFT" val="0"/>
  <p:tag name="CDT_PROT_WIDTH" val="960,5"/>
  <p:tag name="CDT_PROT_HEIGHT" val="99,8750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"/>
  <p:tag name="CDT_PROT_LEFT" val="49,37504"/>
  <p:tag name="CDT_PROT_WIDTH" val="646,3749"/>
  <p:tag name="CDT_PROT_HEIGHT" val="374,2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15:0-0-326,7-960,5"/>
  <p:tag name="CDT_MASTERSHAPE2" val="11:0-0-326,7-960,5"/>
  <p:tag name="CDT_MASTERSHAPE3" val="57350:326,7-26,62496-68,50504-933,8749"/>
  <p:tag name="CDT_MASTERSHAPE4" val="57351:295,7487-26,62496-30,95134-933,8749"/>
  <p:tag name="CDT_MASTERSHAPE5" val="12:0-480,25-0,1250394-0,1250394"/>
  <p:tag name="CDT_MASTERSHAPE6" val="13:0-49,37504-76,20732-136,063"/>
  <p:tag name="CDT_MASTERSHAPE7" val="14:485,5-0-34-960,5"/>
  <p:tag name="CDT_MASTERSHAPE8" val="10:485,5-695,75-34-264,7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16:0-0-406,08-960,5"/>
  <p:tag name="CDT_MASTERSHAPE2" val="13:0-0-406,08-960,5"/>
  <p:tag name="CDT_MASTERSHAPE3" val="57350:337,575-26,62496-68,50504-933,8749"/>
  <p:tag name="CDT_MASTERSHAPE4" val="57351:406,08-26,62496-30,95134-933,8749"/>
  <p:tag name="CDT_MASTERSHAPE5" val="11:0-480,25-0,1250394-0,1250394"/>
  <p:tag name="CDT_MASTERSHAPE6" val="14:0-49,37504-76,20732-136,063"/>
  <p:tag name="CDT_MASTERSHAPE7" val="15:485,5-0-34-960,5"/>
  <p:tag name="CDT_MASTERSHAPE8" val="12:485,5-695,75-34-264,7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16:0-0-540-960,5"/>
  <p:tag name="CDT_MASTERSHAPE2" val="14:0-0-540-960,5"/>
  <p:tag name="CDT_MASTERSHAPE3" val="57350:190,6199-26,62496-99,70441-933,8749"/>
  <p:tag name="CDT_MASTERSHAPE4" val="11:0-480,25-0,1250394-0,1250394"/>
  <p:tag name="CDT_MASTERSHAPE5" val="12:0-49,37504-76,20732-136,063"/>
  <p:tag name="CDT_MASTERSHAPE6" val="15:485,5-0-34-960,5"/>
  <p:tag name="CDT_MASTERSHAPE7" val="57351:190,62-26,62504-30,95134-933,8749"/>
  <p:tag name="CDT_MASTERSHAPE8" val="13:485,5-695,75-34-264,7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16:0-0-540-960,5"/>
  <p:tag name="CDT_MASTERSHAPE2" val="14:0-0-540-960,5"/>
  <p:tag name="CDT_MASTERSHAPE3" val="57350:235,2668-26,62496-99,70441-933,8749"/>
  <p:tag name="CDT_MASTERSHAPE4" val="11:0-480,25-0,1250394-0,1250394"/>
  <p:tag name="CDT_MASTERSHAPE5" val="13:0-49,37504-76,20732-136,063"/>
  <p:tag name="CDT_MASTERSHAPE6" val="15:485,5-0-34-960,5"/>
  <p:tag name="CDT_MASTERSHAPE7" val="57351:304-26,62504-30,95134-933,8749"/>
  <p:tag name="CDT_MASTERSHAPE8" val="12:485,5-695,75-34-264,7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7:0-0-326,75-960,5"/>
  <p:tag name="CDT_MASTERSHAPE2" val="57350:326,7-26,62504-68,50504-933,8749"/>
  <p:tag name="CDT_MASTERSHAPE3" val="57351:295,7487-26,62504-30,95134-933,8749"/>
  <p:tag name="CDT_MASTERSHAPE4" val="6:0-480,25-0,1250394-0,1250394"/>
  <p:tag name="CDT_MASTERSHAPE5" val="8:0-809,1249-63,37504-113,37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7:0-0-406,5005-960,5"/>
  <p:tag name="CDT_MASTERSHAPE2" val="57350:337,575-26,62504-68,50504-933,8749"/>
  <p:tag name="CDT_MASTERSHAPE3" val="57351:406,08-26,62504-30,95134-933,8749"/>
  <p:tag name="CDT_MASTERSHAPE4" val="6:0-480,25-0,1250394-0,1250394"/>
  <p:tag name="CDT_MASTERSHAPE5" val="9:0-809,1249-63,37504-113,37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5:111,25-366,85-374,25-593,65"/>
  <p:tag name="CDT_MASTERSHAPE2" val="13:111,25-366,8501-374,25-593,6499"/>
  <p:tag name="CDT_MASTERSHAPE3" val="2:0-0-99,87504-960,5"/>
  <p:tag name="CDT_MASTERSHAPE4" val="11:111,25-0-374,25-355,5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13:111,25-49,37504-374,25-306,1349"/>
  <p:tag name="CDT_MASTERSHAPE3" val="5:111,25-366,85-374,25-593,6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-49,37504-374,25-646,3749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-49,37504-374,25-532,913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-49,37504-374,25-430,875"/>
  <p:tag name="CDT_MASTERSHAPE3" val="4:111,25-491,625-374,25-430,87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01-49,37504-181,375-646,3749"/>
  <p:tag name="CDT_MASTERSHAPE3" val="13:304-49,37504-181,5-646,3749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-49,37504-374,25-283,5"/>
  <p:tag name="CDT_MASTERSHAPE3" val="13:111,25-344,125-374,25-283,4646"/>
  <p:tag name="CDT_MASTERSHAPE4" val="12:111,25-639,0355-374,25-283,4646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01-49,37504-181,375-430,875"/>
  <p:tag name="CDT_MASTERSHAPE3" val="4:111,25-491,625-181,375-430,875"/>
  <p:tag name="CDT_MASTERSHAPE4" val="5:304-49,37504-181,5-430,875"/>
  <p:tag name="CDT_MASTERSHAPE5" val="6:304-491,625-181,5-430,875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5:111,25-820,4528-374,25-102,047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-49,37504-374,25-646,3749"/>
  <p:tag name="CDT_MASTERSHAPE3" val="5:111,25-820,4528-374,25-102,047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-49,37504-374,25-532,9134"/>
  <p:tag name="CDT_MASTERSHAPE3" val="6:111,25-820,4528-374,25-102,047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-49,37504-374,25-317,4803"/>
  <p:tag name="CDT_MASTERSHAPE3" val="13:111,25-378,2697-374,25-317,4803"/>
  <p:tag name="CDT_MASTERSHAPE4" val="6:111,25-820,4528-374,25-102,047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-49,37504-374,25-204,0945"/>
  <p:tag name="CDT_MASTERSHAPE3" val="13:111,25-264,7559-374,25-215,4941"/>
  <p:tag name="CDT_MASTERSHAPE4" val="12:111,25-491,625-374,25-204,125"/>
  <p:tag name="CDT_MASTERSHAPE5" val="7:111,25-820,4528-374,25-102,047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01-49,37504-181,375-646,3749"/>
  <p:tag name="CDT_MASTERSHAPE3" val="13:304-49,37504-181,5-646,3749"/>
  <p:tag name="CDT_MASTERSHAPE4" val="6:111,25-820,4528-374,25-102,047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01-49,37504-181,375-317,4803"/>
  <p:tag name="CDT_MASTERSHAPE3" val="13:111,25-378,2696-181,375-317,4803"/>
  <p:tag name="CDT_MASTERSHAPE4" val="12:304-49,37504-181,5-317,4803"/>
  <p:tag name="CDT_MASTERSHAPE5" val="15:304-378,2697-181,5-317,4803"/>
  <p:tag name="CDT_MASTERSHAPE6" val="10:111,25-820,4528-374,25-102,047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15:0-0-99,87504-960,5"/>
  <p:tag name="CDT_MASTERSHAPE2" val="3078:0-0-99,87504-960,5"/>
  <p:tag name="CDT_MASTERSHAPE3" val="3079:111,25-49,37504-374,25-646,3749"/>
  <p:tag name="CDT_MASTERSHAPE4" val="10:0-809,1142-63,50622-113,3858"/>
  <p:tag name="CDT_MASTERSHAPE5" val="16:485,5-0-34-960,5"/>
  <p:tag name="CDT_MASTERSHAPE6" val="17:519,5-0-20,5-309,6244"/>
  <p:tag name="CDT_MASTERSHAPE7" val="18:519,5-0-20,5-138,9988"/>
  <p:tag name="CDT_MASTERSHAPE8" val="19:519,5-298,2492-20,5-662,2507"/>
  <p:tag name="CDT_MASTERSHAPE9" val="20:0-480,25-0,1250394-0,1250394"/>
  <p:tag name="CDT_MASTERSHAPE10" val="3072:0-0-0-0"/>
  <p:tag name="CDT_MASTERSHAPE11" val="3073:0-0-0-0"/>
  <p:tag name="CDT_MASTERSHAPE12" val="3074:0-0-0-0"/>
  <p:tag name="CDT_MASTERSHAPE13" val="3075:0-0-0-0"/>
  <p:tag name="CDT_MASTERSHAPE14" val="3076:0-0-0-0"/>
  <p:tag name="CDT_MASTERSHAPE15" val="3077:0-0-0-0"/>
  <p:tag name="CDT_MASTERSHAPE16" val="3080:0-0-0-0"/>
  <p:tag name="CDT_MASTERSHAPE17" val="3081:0-0-0-0"/>
  <p:tag name="CDT_MASTERSHAPE18" val="3082:0-0-0-0"/>
  <p:tag name="CDT_MASTERSHAPE19" val="3083:0-0-0-0"/>
  <p:tag name="CDT_MASTERSHAPE20" val="3084:0-0-0-0"/>
  <p:tag name="CDT_MASTERSHAPE21" val="3085:0-0-0-0"/>
  <p:tag name="CDT_MASTERSHAPE22" val="3086:0-0-0-0"/>
  <p:tag name="CDT_MASTERSHAPE23" val="3087:0-0-0-0"/>
  <p:tag name="CDT_MASTERSHAPE24" val="3088:0-0-0-0"/>
  <p:tag name="CDT_MASTERSHAPE25" val="3089:0-0-0-0"/>
  <p:tag name="CDT_MASTERSHAPE26" val="3090:0-0-0-0"/>
  <p:tag name="CDT_MASTERSHAPE27" val="3091:0-0-0-0"/>
  <p:tag name="CDT_MASTERSHAPE28" val="3092:0-0-0-0"/>
  <p:tag name="CDT_MASTERSHAPE29" val="3093:0-0-0-0"/>
  <p:tag name="CDT_MASTERSHAPE30" val="3094:0-0-0-0"/>
  <p:tag name="CDT_MASTERSHAPE31" val="3095:0-0-0-0"/>
  <p:tag name="CDT_MASTERSHAPE32" val="3096:0-0-0-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True"/>
  <p:tag name="CDT_LINEUNVISIBLE" val="True"/>
  <p:tag name="CDT_AUTODIALOG" val="1"/>
  <p:tag name="CDT_EXTCOL" val="True"/>
  <p:tag name="CDT_COLTX_NEW" val="24"/>
  <p:tag name="CDT_TARGETSHAPE_NEW" val="1"/>
  <p:tag name="CDT_PROT" val="3"/>
  <p:tag name="CDT_PROT_TOP" val="485,5"/>
  <p:tag name="CDT_PROT_LEFT" val="0"/>
  <p:tag name="CDT_PROT_WIDTH" val="960,5"/>
  <p:tag name="CDT_PROT_HEIGHT" val="34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True"/>
  <p:tag name="CDT_LINEUNVISIBLE" val="True"/>
  <p:tag name="CDT_AUTODIALOG" val="1"/>
  <p:tag name="CDT_EXTCOL" val="True"/>
  <p:tag name="CDT_COLTX_NEW" val="25"/>
  <p:tag name="CDT_TARGETSHAPE_NEW" val="7"/>
  <p:tag name="CDT_PROT" val="3"/>
  <p:tag name="CDT_PROT_TOP" val="519,5"/>
  <p:tag name="CDT_PROT_LEFT" val="0"/>
  <p:tag name="CDT_PROT_WIDTH" val="138,9988"/>
  <p:tag name="CDT_PROT_HEIGHT" val="20,5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AUTODIALOG" val="1"/>
  <p:tag name="CDT_FILLFIXED" val="True"/>
  <p:tag name="CDT_LINEFIXED" val="True"/>
  <p:tag name="CDT_FILLUNVISIBLE" val="True"/>
  <p:tag name="CDT_LINEUNVISIBLE" val="True"/>
  <p:tag name="CDT_EXTCOL" val="True"/>
  <p:tag name="CDT_COLTX_NEW" val="25"/>
  <p:tag name="CDT_TARGETSHAPE_NEW" val="9"/>
  <p:tag name="CDT_PROT" val="3"/>
  <p:tag name="CDT_PROT_TOP" val="519,5"/>
  <p:tag name="CDT_PROT_LEFT" val="298,2492"/>
  <p:tag name="CDT_PROT_WIDTH" val="662,2507"/>
  <p:tag name="CDT_PROT_HEIGHT" val="20,5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719EUQvQRO1QbZeFzz5Bg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19"/>
  <p:tag name="CDT_COLFF_NEW" val="19"/>
  <p:tag name="CDT_EXTCOL" val="True"/>
  <p:tag name="CDT_COLTX_NEW" val="20"/>
  <p:tag name="CDT_TARGETSHAPE_NEW" val="3"/>
  <p:tag name="CDT_PROT" val="4"/>
  <p:tag name="CDT_PROT_TOP" val="235,2668"/>
  <p:tag name="CDT_PROT_LEFT" val="26,62496"/>
  <p:tag name="CDT_PROT_WIDTH" val="933,8749"/>
  <p:tag name="CDT_PROT_HEIGHT" val="99,70441"/>
  <p:tag name="CDT_DELETE_ONEVENT_NEWPRES" val="Fals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True"/>
  <p:tag name="CDT_LINEUNVISIBLE" val="True"/>
  <p:tag name="CDT_AUTODIALOG" val="1"/>
  <p:tag name="CDT_EXTCOL" val="True"/>
  <p:tag name="CDT_COLTX_NEW" val="26"/>
  <p:tag name="CDT_TARGETSHAPE_NEW" val="2"/>
  <p:tag name="CDT_PROT" val="3"/>
  <p:tag name="CDT_PROT_TOP" val="0"/>
  <p:tag name="CDT_PROT_LEFT" val="480,25"/>
  <p:tag name="CDT_PROT_WIDTH" val="0,1250394"/>
  <p:tag name="CDT_PROT_HEIGHT" val="0,1250394"/>
  <p:tag name="CDT_DELETE_ONEVENT_NEWPRES" val="Fals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lvAye.nQSedRqJl8G407w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19"/>
  <p:tag name="CDT_COLFF_NEW" val="19"/>
  <p:tag name="CDT_EXTCOL" val="True"/>
  <p:tag name="CDT_COLTX_NEW" val="20"/>
  <p:tag name="CDT_TARGETSHAPE_NEW" val="3"/>
  <p:tag name="CDT_PROT" val="4"/>
  <p:tag name="CDT_PROT_TOP" val="235,2668"/>
  <p:tag name="CDT_PROT_LEFT" val="26,62496"/>
  <p:tag name="CDT_PROT_WIDTH" val="933,8749"/>
  <p:tag name="CDT_PROT_HEIGHT" val="99,70441"/>
  <p:tag name="CDT_DELETE_ONEVENT_NEWPRES" val="Fals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True"/>
  <p:tag name="CDT_LINEUNVISIBLE" val="True"/>
  <p:tag name="CDT_AUTODIALOG" val="1"/>
  <p:tag name="CDT_EXTCOL" val="True"/>
  <p:tag name="CDT_COLTX_NEW" val="26"/>
  <p:tag name="CDT_TARGETSHAPE_NEW" val="2"/>
  <p:tag name="CDT_PROT" val="3"/>
  <p:tag name="CDT_PROT_TOP" val="0"/>
  <p:tag name="CDT_PROT_LEFT" val="480,25"/>
  <p:tag name="CDT_PROT_WIDTH" val="0,1250394"/>
  <p:tag name="CDT_PROT_HEIGHT" val="0,1250394"/>
  <p:tag name="CDT_DELETE_ONEVENT_NEWPRES" val="Fals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xqqkB8_R667wL94F9Tjvw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19"/>
  <p:tag name="CDT_COLFF_NEW" val="19"/>
  <p:tag name="CDT_EXTCOL" val="True"/>
  <p:tag name="CDT_COLTX_NEW" val="20"/>
  <p:tag name="CDT_TARGETSHAPE_NEW" val="3"/>
  <p:tag name="CDT_PROT" val="4"/>
  <p:tag name="CDT_PROT_TOP" val="235,2668"/>
  <p:tag name="CDT_PROT_LEFT" val="26,62496"/>
  <p:tag name="CDT_PROT_WIDTH" val="933,8749"/>
  <p:tag name="CDT_PROT_HEIGHT" val="99,70441"/>
  <p:tag name="CDT_DELETE_ONEVENT_NEWPRES" val="Fals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True"/>
  <p:tag name="CDT_LINEUNVISIBLE" val="True"/>
  <p:tag name="CDT_AUTODIALOG" val="1"/>
  <p:tag name="CDT_EXTCOL" val="True"/>
  <p:tag name="CDT_COLTX_NEW" val="26"/>
  <p:tag name="CDT_TARGETSHAPE_NEW" val="2"/>
  <p:tag name="CDT_PROT" val="3"/>
  <p:tag name="CDT_PROT_TOP" val="0"/>
  <p:tag name="CDT_PROT_LEFT" val="480,25"/>
  <p:tag name="CDT_PROT_WIDTH" val="0,1250394"/>
  <p:tag name="CDT_PROT_HEIGHT" val="0,1250394"/>
  <p:tag name="CDT_DELETE_ONEVENT_NEWPRES" val="Fals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rt.9MlxSN.uA1B1hlZs7w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19"/>
  <p:tag name="CDT_COLFF_NEW" val="19"/>
  <p:tag name="CDT_EXTCOL" val="True"/>
  <p:tag name="CDT_COLTX_NEW" val="20"/>
  <p:tag name="CDT_TARGETSHAPE_NEW" val="3"/>
  <p:tag name="CDT_PROT" val="4"/>
  <p:tag name="CDT_PROT_TOP" val="235,2668"/>
  <p:tag name="CDT_PROT_LEFT" val="26,62496"/>
  <p:tag name="CDT_PROT_WIDTH" val="933,8749"/>
  <p:tag name="CDT_PROT_HEIGHT" val="99,70441"/>
  <p:tag name="CDT_DELETE_ONEVENT_NEWPRES" val="Fals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True"/>
  <p:tag name="CDT_LINEUNVISIBLE" val="True"/>
  <p:tag name="CDT_AUTODIALOG" val="1"/>
  <p:tag name="CDT_EXTCOL" val="True"/>
  <p:tag name="CDT_COLTX_NEW" val="26"/>
  <p:tag name="CDT_TARGETSHAPE_NEW" val="2"/>
  <p:tag name="CDT_PROT" val="3"/>
  <p:tag name="CDT_PROT_TOP" val="0"/>
  <p:tag name="CDT_PROT_LEFT" val="480,25"/>
  <p:tag name="CDT_PROT_WIDTH" val="0,1250394"/>
  <p:tag name="CDT_PROT_HEIGHT" val="0,1250394"/>
  <p:tag name="CDT_DELETE_ONEVENT_NEWPRES" val="Fals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A_YjhM.So.ObXfJOjxldw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True"/>
  <p:tag name="CDT_LINEUNVISIBLE" val="True"/>
  <p:tag name="CDT_AUTODIALOG" val="1"/>
  <p:tag name="CDT_EXTCOL" val="True"/>
  <p:tag name="CDT_COLTX_NEW" val="26"/>
  <p:tag name="CDT_TARGETSHAPE_NEW" val="2"/>
  <p:tag name="CDT_PROT" val="3"/>
  <p:tag name="CDT_PROT_TOP" val="0"/>
  <p:tag name="CDT_PROT_LEFT" val="480,25"/>
  <p:tag name="CDT_PROT_WIDTH" val="0,1250394"/>
  <p:tag name="CDT_PROT_HEIGHT" val="0,1250394"/>
  <p:tag name="CDT_DELETE_ONEVENT_NEWPRES" val="Fals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19"/>
  <p:tag name="CDT_COLFF_NEW" val="19"/>
  <p:tag name="CDT_EXTCOL" val="True"/>
  <p:tag name="CDT_COLTX_NEW" val="20"/>
  <p:tag name="CDT_TARGETSHAPE_NEW" val="3"/>
  <p:tag name="CDT_PROT" val="4"/>
  <p:tag name="CDT_PROT_TOP" val="235,2668"/>
  <p:tag name="CDT_PROT_LEFT" val="26,62496"/>
  <p:tag name="CDT_PROT_WIDTH" val="933,8749"/>
  <p:tag name="CDT_PROT_HEIGHT" val="99,70441"/>
  <p:tag name="CDT_DELETE_ONEVENT_NEWPRES" val="Fals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8qVP2AdS7uSwV3qxQufwQ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True"/>
  <p:tag name="CDT_LINEUNVISIBLE" val="True"/>
  <p:tag name="CDT_AUTODIALOG" val="1"/>
  <p:tag name="CDT_EXTCOL" val="True"/>
  <p:tag name="CDT_COLTX_NEW" val="26"/>
  <p:tag name="CDT_TARGETSHAPE_NEW" val="2"/>
  <p:tag name="CDT_PROT" val="3"/>
  <p:tag name="CDT_PROT_TOP" val="0"/>
  <p:tag name="CDT_PROT_LEFT" val="480,25"/>
  <p:tag name="CDT_PROT_WIDTH" val="0,1250394"/>
  <p:tag name="CDT_PROT_HEIGHT" val="0,1250394"/>
  <p:tag name="CDT_DELETE_ONEVENT_NEWPRES" val="Fals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19"/>
  <p:tag name="CDT_COLFF_NEW" val="19"/>
  <p:tag name="CDT_EXTCOL" val="True"/>
  <p:tag name="CDT_COLTX_NEW" val="20"/>
  <p:tag name="CDT_TARGETSHAPE_NEW" val="3"/>
  <p:tag name="CDT_PROT" val="4"/>
  <p:tag name="CDT_PROT_TOP" val="235,2668"/>
  <p:tag name="CDT_PROT_LEFT" val="26,62496"/>
  <p:tag name="CDT_PROT_WIDTH" val="933,8749"/>
  <p:tag name="CDT_PROT_HEIGHT" val="99,70441"/>
  <p:tag name="CDT_DELETE_ONEVENT_NEWPRES" val="Fals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3JnDbAmQ2SruZJzZ_YGnw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AhPwUMZTP.Zmopfi8QBsg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0"/>
  <p:tag name="CDT_PROT_LEFT" val="0"/>
  <p:tag name="CDT_PROT_WIDTH" val="960,5"/>
  <p:tag name="CDT_PROT_HEIGHT" val="99,87504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"/>
  <p:tag name="CDT_PROT_LEFT" val="49,37504"/>
  <p:tag name="CDT_PROT_WIDTH" val="306,1349"/>
  <p:tag name="CDT_PROT_HEIGHT" val="374,25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DELETE_ONEVENT_NEWPRES" val="False"/>
  <p:tag name="CDT_PROT" val="2"/>
  <p:tag name="CDT_PROT_TOP" val="111,25"/>
  <p:tag name="CDT_PROT_LEFT" val="366,85"/>
  <p:tag name="CDT_PROT_WIDTH" val="593,65"/>
  <p:tag name="CDT_PROT_HEIGHT" val="374,25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ZWYDq8bS6ul.4jt44dsXg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mgjgReFTXKMCRY2jenKZw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DQ8BEFgS4OBOysP5o_nFw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kONva7vSG6KjJhlHK9Qpg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2RU5x8rSOuDBguqfXY8gQ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jPrsDWaSiSUnVeV1h5Xdw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0"/>
  <p:tag name="CDT_PROT_LEFT" val="0"/>
  <p:tag name="CDT_PROT_WIDTH" val="960,5"/>
  <p:tag name="CDT_PROT_HEIGHT" val="99,87504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"/>
  <p:tag name="CDT_PROT_LEFT" val="49,37504"/>
  <p:tag name="CDT_PROT_WIDTH" val="646,3749"/>
  <p:tag name="CDT_PROT_HEIGHT" val="374,25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sSzHa_2RNO3.YbPS5XZwg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0"/>
  <p:tag name="CDT_PROT_LEFT" val="0"/>
  <p:tag name="CDT_PROT_WIDTH" val="960,5"/>
  <p:tag name="CDT_PROT_HEIGHT" val="99,87504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"/>
  <p:tag name="CDT_PROT_LEFT" val="49,37504"/>
  <p:tag name="CDT_PROT_WIDTH" val="532,9134"/>
  <p:tag name="CDT_PROT_HEIGHT" val="374,25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gp80aKCRYydGoTjn2yF1w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"/>
  <p:tag name="CDT_PROT_LEFT" val="49,37504"/>
  <p:tag name="CDT_PROT_WIDTH" val="430,875"/>
  <p:tag name="CDT_PROT_HEIGHT" val="374,25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"/>
  <p:tag name="CDT_PROT_LEFT" val="491,625"/>
  <p:tag name="CDT_PROT_WIDTH" val="430,875"/>
  <p:tag name="CDT_PROT_HEIGHT" val="374,25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3lP.QInSiyAKjQD5K8dfA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"/>
  <p:tag name="CDT_PROT_LEFT" val="49,37504"/>
  <p:tag name="CDT_PROT_WIDTH" val="430,875"/>
  <p:tag name="CDT_PROT_HEIGHT" val="374,25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Hy6cknsShuqxpMl6xFr_A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"/>
  <p:tag name="CDT_PROT_LEFT" val="49,37504"/>
  <p:tag name="CDT_PROT_WIDTH" val="430,875"/>
  <p:tag name="CDT_PROT_HEIGHT" val="374,25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vZIkoG1QJSghu2mjXZ_gA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0"/>
  <p:tag name="CDT_PROT_LEFT" val="0"/>
  <p:tag name="CDT_PROT_WIDTH" val="960,5"/>
  <p:tag name="CDT_PROT_HEIGHT" val="99,87504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01"/>
  <p:tag name="CDT_PROT_LEFT" val="49,37504"/>
  <p:tag name="CDT_PROT_WIDTH" val="646,3749"/>
  <p:tag name="CDT_PROT_HEIGHT" val="181,375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304"/>
  <p:tag name="CDT_PROT_LEFT" val="49,37504"/>
  <p:tag name="CDT_PROT_WIDTH" val="646,3749"/>
  <p:tag name="CDT_PROT_HEIGHT" val="181,5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OdjAHOUSJKAGD_aqCCgKA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0"/>
  <p:tag name="CDT_PROT_LEFT" val="0"/>
  <p:tag name="CDT_PROT_WIDTH" val="960,5"/>
  <p:tag name="CDT_PROT_HEIGHT" val="99,87504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"/>
  <p:tag name="CDT_PROT_LEFT" val="49,37504"/>
  <p:tag name="CDT_PROT_WIDTH" val="283,5"/>
  <p:tag name="CDT_PROT_HEIGHT" val="374,25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"/>
  <p:tag name="CDT_PROT_LEFT" val="344,125"/>
  <p:tag name="CDT_PROT_WIDTH" val="283,4646"/>
  <p:tag name="CDT_PROT_HEIGHT" val="374,25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"/>
  <p:tag name="CDT_PROT_LEFT" val="639,0355"/>
  <p:tag name="CDT_PROT_WIDTH" val="283,4646"/>
  <p:tag name="CDT_PROT_HEIGHT" val="374,25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vD7AN3YQwuBmKoMPlFE7w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01"/>
  <p:tag name="CDT_PROT_LEFT" val="49,37504"/>
  <p:tag name="CDT_PROT_WIDTH" val="430,875"/>
  <p:tag name="CDT_PROT_HEIGHT" val="181,375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"/>
  <p:tag name="CDT_PROT_LEFT" val="491,625"/>
  <p:tag name="CDT_PROT_WIDTH" val="430,875"/>
  <p:tag name="CDT_PROT_HEIGHT" val="181,375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304"/>
  <p:tag name="CDT_PROT_LEFT" val="49,37504"/>
  <p:tag name="CDT_PROT_WIDTH" val="430,875"/>
  <p:tag name="CDT_PROT_HEIGHT" val="181,5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304"/>
  <p:tag name="CDT_PROT_LEFT" val="491,625"/>
  <p:tag name="CDT_PROT_WIDTH" val="430,875"/>
  <p:tag name="CDT_PROT_HEIGHT" val="181,5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eeurCEhTiC_VPtcTO070A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0"/>
  <p:tag name="CDT_PROT_LEFT" val="0"/>
  <p:tag name="CDT_PROT_WIDTH" val="960,5"/>
  <p:tag name="CDT_PROT_HEIGHT" val="99,87504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True"/>
  <p:tag name="CDT_LINEUNVISIBLE" val="True"/>
  <p:tag name="CDT_AUTODIALOG" val="3"/>
  <p:tag name="CDT_TARGETSHAPE_NEW" val="6"/>
  <p:tag name="CDT_PROT" val="2"/>
  <p:tag name="CDT_PROT_TOP" val="111,25"/>
  <p:tag name="CDT_PROT_LEFT" val="820,4528"/>
  <p:tag name="CDT_PROT_WIDTH" val="102,0472"/>
  <p:tag name="CDT_PROT_HEIGHT" val="374,25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zeoqnHXS6aogemGquEcIw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0"/>
  <p:tag name="CDT_PROT_LEFT" val="0"/>
  <p:tag name="CDT_PROT_WIDTH" val="960,5"/>
  <p:tag name="CDT_PROT_HEIGHT" val="99,87504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"/>
  <p:tag name="CDT_PROT_LEFT" val="49,37504"/>
  <p:tag name="CDT_PROT_WIDTH" val="646,3749"/>
  <p:tag name="CDT_PROT_HEIGHT" val="374,25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True"/>
  <p:tag name="CDT_LINEUNVISIBLE" val="True"/>
  <p:tag name="CDT_AUTODIALOG" val="3"/>
  <p:tag name="CDT_TARGETSHAPE_NEW" val="6"/>
  <p:tag name="CDT_PROT" val="2"/>
  <p:tag name="CDT_PROT_TOP" val="111,25"/>
  <p:tag name="CDT_PROT_LEFT" val="820,4528"/>
  <p:tag name="CDT_PROT_WIDTH" val="102,0472"/>
  <p:tag name="CDT_PROT_HEIGHT" val="374,25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U0hyTfxTg6aBMWkDuHISw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0"/>
  <p:tag name="CDT_PROT_LEFT" val="0"/>
  <p:tag name="CDT_PROT_WIDTH" val="960,5"/>
  <p:tag name="CDT_PROT_HEIGHT" val="99,87504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"/>
  <p:tag name="CDT_PROT_LEFT" val="49,37504"/>
  <p:tag name="CDT_PROT_WIDTH" val="532,9134"/>
  <p:tag name="CDT_PROT_HEIGHT" val="374,25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True"/>
  <p:tag name="CDT_LINEUNVISIBLE" val="True"/>
  <p:tag name="CDT_AUTODIALOG" val="3"/>
  <p:tag name="CDT_TARGETSHAPE_NEW" val="6"/>
  <p:tag name="CDT_PROT" val="2"/>
  <p:tag name="CDT_PROT_TOP" val="111,25"/>
  <p:tag name="CDT_PROT_LEFT" val="820,4528"/>
  <p:tag name="CDT_PROT_WIDTH" val="102,0472"/>
  <p:tag name="CDT_PROT_HEIGHT" val="374,25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1F8Uu6pQIiP6.qMLBxOrg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0"/>
  <p:tag name="CDT_PROT_LEFT" val="0"/>
  <p:tag name="CDT_PROT_WIDTH" val="960,5"/>
  <p:tag name="CDT_PROT_HEIGHT" val="99,87504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"/>
  <p:tag name="CDT_PROT_LEFT" val="49,37504"/>
  <p:tag name="CDT_PROT_WIDTH" val="317,4803"/>
  <p:tag name="CDT_PROT_HEIGHT" val="374,25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"/>
  <p:tag name="CDT_PROT_LEFT" val="378,2697"/>
  <p:tag name="CDT_PROT_WIDTH" val="317,4803"/>
  <p:tag name="CDT_PROT_HEIGHT" val="374,25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True"/>
  <p:tag name="CDT_LINEUNVISIBLE" val="True"/>
  <p:tag name="CDT_AUTODIALOG" val="3"/>
  <p:tag name="CDT_TARGETSHAPE_NEW" val="6"/>
  <p:tag name="CDT_PROT" val="2"/>
  <p:tag name="CDT_PROT_TOP" val="111,25"/>
  <p:tag name="CDT_PROT_LEFT" val="820,4528"/>
  <p:tag name="CDT_PROT_WIDTH" val="102,0472"/>
  <p:tag name="CDT_PROT_HEIGHT" val="374,25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gDgPSPwTBaUK2i.Ipy4rw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0"/>
  <p:tag name="CDT_PROT_LEFT" val="0"/>
  <p:tag name="CDT_PROT_WIDTH" val="960,5"/>
  <p:tag name="CDT_PROT_HEIGHT" val="99,87504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"/>
  <p:tag name="CDT_PROT_LEFT" val="49,37504"/>
  <p:tag name="CDT_PROT_WIDTH" val="204,0945"/>
  <p:tag name="CDT_PROT_HEIGHT" val="374,25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"/>
  <p:tag name="CDT_PROT_LEFT" val="264,7559"/>
  <p:tag name="CDT_PROT_WIDTH" val="215,4941"/>
  <p:tag name="CDT_PROT_HEIGHT" val="374,25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"/>
  <p:tag name="CDT_PROT_LEFT" val="491,625"/>
  <p:tag name="CDT_PROT_WIDTH" val="204,125"/>
  <p:tag name="CDT_PROT_HEIGHT" val="374,25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True"/>
  <p:tag name="CDT_LINEUNVISIBLE" val="True"/>
  <p:tag name="CDT_AUTODIALOG" val="3"/>
  <p:tag name="CDT_TARGETSHAPE_NEW" val="6"/>
  <p:tag name="CDT_PROT" val="2"/>
  <p:tag name="CDT_PROT_TOP" val="111,25"/>
  <p:tag name="CDT_PROT_LEFT" val="820,4528"/>
  <p:tag name="CDT_PROT_WIDTH" val="102,0472"/>
  <p:tag name="CDT_PROT_HEIGHT" val="374,25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qbqsMegTs.F.MPtl7D3rA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0"/>
  <p:tag name="CDT_PROT_LEFT" val="0"/>
  <p:tag name="CDT_PROT_WIDTH" val="960,5"/>
  <p:tag name="CDT_PROT_HEIGHT" val="99,87504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01"/>
  <p:tag name="CDT_PROT_LEFT" val="49,37504"/>
  <p:tag name="CDT_PROT_WIDTH" val="646,3749"/>
  <p:tag name="CDT_PROT_HEIGHT" val="181,375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304"/>
  <p:tag name="CDT_PROT_LEFT" val="49,37504"/>
  <p:tag name="CDT_PROT_WIDTH" val="646,3749"/>
  <p:tag name="CDT_PROT_HEIGHT" val="181,5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True"/>
  <p:tag name="CDT_LINEUNVISIBLE" val="True"/>
  <p:tag name="CDT_AUTODIALOG" val="3"/>
  <p:tag name="CDT_TARGETSHAPE_NEW" val="6"/>
  <p:tag name="CDT_PROT" val="2"/>
  <p:tag name="CDT_PROT_TOP" val="111,25"/>
  <p:tag name="CDT_PROT_LEFT" val="820,4528"/>
  <p:tag name="CDT_PROT_WIDTH" val="102,0472"/>
  <p:tag name="CDT_PROT_HEIGHT" val="374,25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juEWCIfQImJbAzJrzIjxw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0"/>
  <p:tag name="CDT_PROT_LEFT" val="0"/>
  <p:tag name="CDT_PROT_WIDTH" val="960,5"/>
  <p:tag name="CDT_PROT_HEIGHT" val="99,87504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01"/>
  <p:tag name="CDT_PROT_LEFT" val="49,37504"/>
  <p:tag name="CDT_PROT_WIDTH" val="317,4803"/>
  <p:tag name="CDT_PROT_HEIGHT" val="181,375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"/>
  <p:tag name="CDT_PROT_LEFT" val="378,2696"/>
  <p:tag name="CDT_PROT_WIDTH" val="317,4803"/>
  <p:tag name="CDT_PROT_HEIGHT" val="181,375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304"/>
  <p:tag name="CDT_PROT_LEFT" val="49,37504"/>
  <p:tag name="CDT_PROT_WIDTH" val="317,4803"/>
  <p:tag name="CDT_PROT_HEIGHT" val="181,5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304"/>
  <p:tag name="CDT_PROT_LEFT" val="378,2697"/>
  <p:tag name="CDT_PROT_WIDTH" val="317,4803"/>
  <p:tag name="CDT_PROT_HEIGHT" val="181,5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True"/>
  <p:tag name="CDT_LINEUNVISIBLE" val="True"/>
  <p:tag name="CDT_AUTODIALOG" val="3"/>
  <p:tag name="CDT_TARGETSHAPE_NEW" val="6"/>
  <p:tag name="CDT_PROT" val="2"/>
  <p:tag name="CDT_PROT_TOP" val="111,25"/>
  <p:tag name="CDT_PROT_LEFT" val="820,4528"/>
  <p:tag name="CDT_PROT_WIDTH" val="102,0472"/>
  <p:tag name="CDT_PROT_HEIGHT" val="374,25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DBhlqq5Tva7DRyjrdI9cw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ccrC9ToQum6Sp9OgkVtIQ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c.JDeowSiuPF8sDtAz38g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goz0fM19tjK38kxeIe82Q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goz0fM19tjK38kxeIe82Q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goz0fM19tjK38kxeIe82Q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goz0fM19tjK38kxeIe82Q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goz0fM19tjK38kxeIe82Q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goz0fM19tjK38kxeIe82Q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goz0fM19tjK38kxeIe82Q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goz0fM19tjK38kxeIe82Q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goz0fM19tjK38kxeIe82Q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BULLETV2" val="empowerBulletV2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BULLETV2" val="empowerBulletV2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BULLETV2" val="empowerBulletV2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goz0fM19tjK38kxeIe82Q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MV6ng6WQoyf8ProiHCpRg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True"/>
  <p:tag name="CDT_LINEUNVISIBLE" val="True"/>
  <p:tag name="CDT_AUTODIALOG" val="1"/>
  <p:tag name="CDT_DELETE_ONEVENT_NEWPRES" val="False"/>
  <p:tag name="CDT_EXTCOL" val="True"/>
  <p:tag name="CDT_COLTX_NEW" val="25"/>
  <p:tag name="CDT_TARGETSHAPE_NEW" val="4"/>
  <p:tag name="CDT_PROT" val="3"/>
  <p:tag name="CDT_PROT_TOP" val="440,6257"/>
  <p:tag name="CDT_PROT_LEFT" val="366,5"/>
  <p:tag name="CDT_PROT_WIDTH" val="594"/>
  <p:tag name="CDT_PROT_HEIGHT" val="44,87433"/>
</p:tagLst>
</file>

<file path=ppt/theme/theme1.xml><?xml version="1.0" encoding="utf-8"?>
<a:theme xmlns:a="http://schemas.openxmlformats.org/drawingml/2006/main" name="Siemens 2017 – 16:9">
  <a:themeElements>
    <a:clrScheme name="Siemens">
      <a:dk1>
        <a:srgbClr val="000000"/>
      </a:dk1>
      <a:lt1>
        <a:srgbClr val="FFFFFF"/>
      </a:lt1>
      <a:dk2>
        <a:srgbClr val="000000"/>
      </a:dk2>
      <a:lt2>
        <a:srgbClr val="ADBECB"/>
      </a:lt2>
      <a:accent1>
        <a:srgbClr val="879BAA"/>
      </a:accent1>
      <a:accent2>
        <a:srgbClr val="BECDD7"/>
      </a:accent2>
      <a:accent3>
        <a:srgbClr val="EB780A"/>
      </a:accent3>
      <a:accent4>
        <a:srgbClr val="641946"/>
      </a:accent4>
      <a:accent5>
        <a:srgbClr val="005F87"/>
      </a:accent5>
      <a:accent6>
        <a:srgbClr val="647D2D"/>
      </a:accent6>
      <a:hlink>
        <a:srgbClr val="EB780A"/>
      </a:hlink>
      <a:folHlink>
        <a:srgbClr val="641946"/>
      </a:folHlink>
    </a:clrScheme>
    <a:fontScheme name="Siemens">
      <a:majorFont>
        <a:latin typeface="Siemens Sans"/>
        <a:ea typeface="Siemens Sans Global"/>
        <a:cs typeface=""/>
      </a:majorFont>
      <a:minorFont>
        <a:latin typeface="Siemens Sans"/>
        <a:ea typeface="Siemens Sans Glob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2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>
              <a:solidFill>
                <a:schemeClr val="tx1"/>
              </a:solidFill>
              <a:miter lim="800000"/>
              <a:headEnd/>
              <a:tailEnd/>
            </a14:hiddenLine>
          </a:ex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wrap="square" lIns="108000" tIns="54000" rIns="108000" bIns="54000" numCol="1" spcCol="72000" rtlCol="0" anchor="ctr">
        <a:noAutofit/>
      </a:bodyPr>
      <a:lstStyle>
        <a:defPPr algn="ctr">
          <a:lnSpc>
            <a:spcPct val="110000"/>
          </a:lnSpc>
          <a:spcBef>
            <a:spcPct val="0"/>
          </a:spcBef>
          <a:buFont typeface="Wingdings" charset="0"/>
          <a:buNone/>
          <a:defRPr sz="1800" dirty="0" smtClean="0">
            <a:solidFill>
              <a:schemeClr val="tx1"/>
            </a:solidFill>
            <a:latin typeface="+mn-lt"/>
            <a:ea typeface="Arial Unicode MS" panose="020B0604020202020204" pitchFamily="34" charset="-128"/>
            <a:cs typeface="Arial Unicode MS" panose="020B0604020202020204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2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Arial" charset="0"/>
            <a:ea typeface="ヒラギノ角ゴ Pro W3" charset="0"/>
          </a:defRPr>
        </a:defPPr>
      </a:lst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ct val="110000"/>
          </a:lnSpc>
          <a:spcBef>
            <a:spcPts val="0"/>
          </a:spcBef>
          <a:defRPr sz="1200" dirty="0" smtClean="0">
            <a:solidFill>
              <a:schemeClr val="tx1"/>
            </a:solidFill>
            <a:latin typeface="+mn-lt"/>
            <a:ea typeface="Arial Unicode MS" panose="020B0604020202020204" pitchFamily="34" charset="-128"/>
            <a:cs typeface="Arial Unicode MS" panose="020B0604020202020204" pitchFamily="34" charset="-128"/>
          </a:defRPr>
        </a:defPPr>
      </a:lstStyle>
    </a:txDef>
  </a:objectDefaults>
  <a:extraClrSchemeLst/>
  <a:custClrLst>
    <a:custClr name="Siemens Snow | 255 255 255">
      <a:srgbClr val="FFFFFF"/>
    </a:custClr>
    <a:custClr name="Siemens Accent Yellow dark | 235 120 10">
      <a:srgbClr val="EB780A"/>
    </a:custClr>
    <a:custClr name="Siemens Accent Yellow light | 255 185 0">
      <a:srgbClr val="FFB900"/>
    </a:custClr>
    <a:custClr name="Siemens Stone dark | 60 70 75">
      <a:srgbClr val="3C464B"/>
    </a:custClr>
    <a:custClr name="Siemens Sand dark | 115 100 90">
      <a:srgbClr val="73645A"/>
    </a:custClr>
    <a:custClr name="Siemens Accent Teal dark | 0 100 110">
      <a:srgbClr val="00646E"/>
    </a:custClr>
    <a:custClr name="Siemens Accent Yellow | 125 45 30">
      <a:srgbClr val="7D2D1E"/>
    </a:custClr>
    <a:custClr name="Siemens Accent Red | 65 20 50">
      <a:srgbClr val="411432"/>
    </a:custClr>
    <a:custClr name="Siemens Accent Blue | 0 70 105">
      <a:srgbClr val="004669"/>
    </a:custClr>
    <a:custClr name="Siemens Accent Green | 70 95 25">
      <a:srgbClr val="465F19"/>
    </a:custClr>
    <a:custClr name="Black">
      <a:srgbClr val="000000"/>
    </a:custClr>
    <a:custClr name="Siemens Accent Red dark | 100 25 70">
      <a:srgbClr val="641946"/>
    </a:custClr>
    <a:custClr name="Siemens Accent Red light | 175 35 95">
      <a:srgbClr val="AF235F"/>
    </a:custClr>
    <a:custClr name="Siemens Stone | 120 135 145">
      <a:srgbClr val="788791"/>
    </a:custClr>
    <a:custClr name="Siemens Sand | 155 150 130">
      <a:srgbClr val="9B9682"/>
    </a:custClr>
    <a:custClr name="Siemens Accent Teal | 15 130 135">
      <a:srgbClr val="0F8287"/>
    </a:custClr>
    <a:custClr name="Siemens Accent Yellow | 200 90 30">
      <a:srgbClr val="C85A1E"/>
    </a:custClr>
    <a:custClr name="Siemens Accent Red dark | 100 25 70">
      <a:srgbClr val="641946"/>
    </a:custClr>
    <a:custClr name="Siemens Accent Blue dark | 0 95 135">
      <a:srgbClr val="005F87"/>
    </a:custClr>
    <a:custClr name="Siemens Accent Green dark | 100 125 45">
      <a:srgbClr val="647D2D"/>
    </a:custClr>
    <a:custClr name="Siemens Stone light | 135 155 170">
      <a:srgbClr val="879BAA"/>
    </a:custClr>
    <a:custClr name="Siemens Accent Blue dark | 0 95 135">
      <a:srgbClr val="005F87"/>
    </a:custClr>
    <a:custClr name="Siemens Accent Blue light | 80 190 215">
      <a:srgbClr val="50BED7"/>
    </a:custClr>
    <a:custClr name="Siemens Stone | 155 175 190">
      <a:srgbClr val="9BAFBE"/>
    </a:custClr>
    <a:custClr name="Siemens Sand | 185 185 165">
      <a:srgbClr val="B9B9A5"/>
    </a:custClr>
    <a:custClr name="Siemens Accent Teal | 50 160 160">
      <a:srgbClr val="32A0A0"/>
    </a:custClr>
    <a:custClr name="Siemens Accent Yellow dark | 235 120 10">
      <a:srgbClr val="EB780A"/>
    </a:custClr>
    <a:custClr name="Siemens Accent Red | 135 30 80">
      <a:srgbClr val="871E50"/>
    </a:custClr>
    <a:custClr name="Siemens Accent Blue | 35 135 170">
      <a:srgbClr val="2387AA"/>
    </a:custClr>
    <a:custClr name="Siemens Accent Green | 135 150 40">
      <a:srgbClr val="879628"/>
    </a:custClr>
    <a:custClr name="Siemens Stone light 35% | 190 205 215">
      <a:srgbClr val="BECDD7"/>
    </a:custClr>
    <a:custClr name="Siemens Accent Green dark | 100 125 45">
      <a:srgbClr val="647D2D"/>
    </a:custClr>
    <a:custClr name="Siemens Accent Green light | 170 180 20">
      <a:srgbClr val="AAB414"/>
    </a:custClr>
    <a:custClr name="Siemens Stone light 35% | 190 205 215">
      <a:srgbClr val="BECDD7"/>
    </a:custClr>
    <a:custClr name="Siemens Sand light 35% | 215 215 205">
      <a:srgbClr val="D7D7CD"/>
    </a:custClr>
    <a:custClr name="Siemens Accent Teal | 75 185 185">
      <a:srgbClr val="4BB9B9"/>
    </a:custClr>
    <a:custClr name="Siemens Accent Yellow light | 255 185 0">
      <a:srgbClr val="FFB900"/>
    </a:custClr>
    <a:custClr name="Siemens Accent Red light | 175 35 95">
      <a:srgbClr val="AF235F"/>
    </a:custClr>
    <a:custClr name="Siemens Accent Blue | 65 170 200">
      <a:srgbClr val="41AAC8"/>
    </a:custClr>
    <a:custClr name="Siemens Accent Green light | 170 180 20">
      <a:srgbClr val="AAB414"/>
    </a:custClr>
    <a:custClr name="Siemens Sand light 35% | 215 215 205">
      <a:srgbClr val="D7D7CD"/>
    </a:custClr>
    <a:custClr name="Siemens Accent Teal dark | 0 100 110">
      <a:srgbClr val="00646E"/>
    </a:custClr>
    <a:custClr name="Siemens Accent Teal light | 65 170 170">
      <a:srgbClr val="41AAAA"/>
    </a:custClr>
    <a:custClr name="Siemens Stone | 205 217 225">
      <a:srgbClr val="CDD9E1"/>
    </a:custClr>
    <a:custClr name="Siemens Sand | 225 225 215">
      <a:srgbClr val="E1E1D7"/>
    </a:custClr>
    <a:custClr name="Siemens Accent Teal | 165 225 225">
      <a:srgbClr val="A5E1E1"/>
    </a:custClr>
    <a:custClr name="Siemens Accent Yellow | 255 225 120">
      <a:srgbClr val="FFE178"/>
    </a:custClr>
    <a:custClr name="Siemens Accent Red | 215 105 140">
      <a:srgbClr val="D7698C"/>
    </a:custClr>
    <a:custClr name="Siemens Accent Blue | 125 210 230">
      <a:srgbClr val="7DD2E6"/>
    </a:custClr>
    <a:custClr name="Siemens Accent Green | 210 215 65">
      <a:srgbClr val="D2D741"/>
    </a:custClr>
  </a:custClrLst>
  <a:extLst>
    <a:ext uri="{05A4C25C-085E-4340-85A3-A5531E510DB2}">
      <thm15:themeFamily xmlns:thm15="http://schemas.microsoft.com/office/thememl/2012/main" name="Expert Review_YuHe_1125.pptx  -  Repaired" id="{196E1858-4375-42E6-8503-F119C1533855}" vid="{7033DAC2-0091-41B6-80D3-DB58730BE51B}"/>
    </a:ext>
  </a:extLst>
</a:theme>
</file>

<file path=ppt/theme/theme2.xml><?xml version="1.0" encoding="utf-8"?>
<a:theme xmlns:a="http://schemas.openxmlformats.org/drawingml/2006/main" name="Office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custClrLst>
    <a:custClr name="Siemens Snow">
      <a:srgbClr val="FFFFFF"/>
    </a:custClr>
    <a:custClr name="Siemens Accent Yellow dark">
      <a:srgbClr val="EB780A"/>
    </a:custClr>
    <a:custClr name="Siemens Yellow light">
      <a:srgbClr val="FFB900"/>
    </a:custClr>
    <a:custClr name="Siemens Stone (1)">
      <a:srgbClr val="3C464B"/>
    </a:custClr>
    <a:custClr name="Siemens Sand (1)">
      <a:srgbClr val="73645A"/>
    </a:custClr>
    <a:custClr name="Siemens Accent Teal (1)">
      <a:srgbClr val="00646E"/>
    </a:custClr>
    <a:custClr name="Siemens Accent Yellow (1)">
      <a:srgbClr val="7D2D1E"/>
    </a:custClr>
    <a:custClr name="Siemens Accent Red (1)">
      <a:srgbClr val="411432"/>
    </a:custClr>
    <a:custClr name="Siemens Accent Blue (1)">
      <a:srgbClr val="004669"/>
    </a:custClr>
    <a:custClr name="Siemens Accent Green (1)">
      <a:srgbClr val="465F19"/>
    </a:custClr>
    <a:custClr name="True Black">
      <a:srgbClr val="000000"/>
    </a:custClr>
    <a:custClr name="Siemens Accent Red dark">
      <a:srgbClr val="641946"/>
    </a:custClr>
    <a:custClr name="Siemens Red light">
      <a:srgbClr val="AF235F"/>
    </a:custClr>
    <a:custClr name="Siemens Stone (2)">
      <a:srgbClr val="788791"/>
    </a:custClr>
    <a:custClr name="Siemens Sand (2)">
      <a:srgbClr val="9B9682"/>
    </a:custClr>
    <a:custClr name="Siemens Accent Teal (2)">
      <a:srgbClr val="0F8287"/>
    </a:custClr>
    <a:custClr name="Siemens Accent Yellow (2)">
      <a:srgbClr val="C85A1E"/>
    </a:custClr>
    <a:custClr name="Siemens Accent Red (2)">
      <a:srgbClr val="641946"/>
    </a:custClr>
    <a:custClr name="Siemens Accent Blue (2)">
      <a:srgbClr val="005F87"/>
    </a:custClr>
    <a:custClr name="Siemens Accent Green (2)">
      <a:srgbClr val="647D2D"/>
    </a:custClr>
    <a:custClr name="Siemens Stone light">
      <a:srgbClr val="879BAA"/>
    </a:custClr>
    <a:custClr name="Siemens Accent Blue dark">
      <a:srgbClr val="005F87"/>
    </a:custClr>
    <a:custClr name="Siemens Accent Blue light">
      <a:srgbClr val="50BED7"/>
    </a:custClr>
    <a:custClr name="Siemens Stone (3)">
      <a:srgbClr val="9BAFBE"/>
    </a:custClr>
    <a:custClr name="Siemens Sand (3)">
      <a:srgbClr val="B9B9A5"/>
    </a:custClr>
    <a:custClr name="Siemens Accent Teal (3)">
      <a:srgbClr val="32A0A0"/>
    </a:custClr>
    <a:custClr name="Siemens Accent Yellow (3)">
      <a:srgbClr val="EB780A"/>
    </a:custClr>
    <a:custClr name="Siemens Accent Red (3)">
      <a:srgbClr val="871E50"/>
    </a:custClr>
    <a:custClr name="Siemens Accent Blue (3)">
      <a:srgbClr val="2387AA"/>
    </a:custClr>
    <a:custClr name="Siemens Accent Green (3)">
      <a:srgbClr val="879628"/>
    </a:custClr>
    <a:custClr name="Siemens Stone light 35%">
      <a:srgbClr val="BECDD7"/>
    </a:custClr>
    <a:custClr name="Siemens Accent Green">
      <a:srgbClr val="647D2D"/>
    </a:custClr>
    <a:custClr name="Siemens Accent Green light">
      <a:srgbClr val="AAB414"/>
    </a:custClr>
    <a:custClr name="Siemens Stone (4)">
      <a:srgbClr val="BECDD7"/>
    </a:custClr>
    <a:custClr name="Siemens Sand (4)">
      <a:srgbClr val="D7D7CD"/>
    </a:custClr>
    <a:custClr name="Siemens Accent Teal (4)">
      <a:srgbClr val="4BB9B9"/>
    </a:custClr>
    <a:custClr name="Siemens Accent Yellow (4)">
      <a:srgbClr val="FFB900"/>
    </a:custClr>
    <a:custClr name="Siemens Accent Red (4)">
      <a:srgbClr val="AF235F"/>
    </a:custClr>
    <a:custClr name="Siemens Accent Blue (4)">
      <a:srgbClr val="41AAC8"/>
    </a:custClr>
    <a:custClr name="Siemens Accent Green (4)">
      <a:srgbClr val="AAB414"/>
    </a:custClr>
    <a:custClr name="Siemens Sand 35%">
      <a:srgbClr val="D7D7CD"/>
    </a:custClr>
    <a:custClr name="Siemens Accent Teal dark">
      <a:srgbClr val="00646E"/>
    </a:custClr>
    <a:custClr name="Siemens Accent Teal light">
      <a:srgbClr val="41AAAA"/>
    </a:custClr>
    <a:custClr name="Siemens Stone (5)">
      <a:srgbClr val="CDD9E1"/>
    </a:custClr>
    <a:custClr name="Siemens Sand (5)">
      <a:srgbClr val="E1E1D7"/>
    </a:custClr>
    <a:custClr name="Siemens Accent Teal (5)">
      <a:srgbClr val="A5E1E1"/>
    </a:custClr>
    <a:custClr name="Siemens Accent Yellow (5)">
      <a:srgbClr val="FFE178"/>
    </a:custClr>
    <a:custClr name="Siemens Accent Red (5)">
      <a:srgbClr val="D7698C"/>
    </a:custClr>
    <a:custClr name="Siemens Accent Blue(5)">
      <a:srgbClr val="7DD2E6"/>
    </a:custClr>
    <a:custClr name="Siemens Accent Green (5)">
      <a:srgbClr val="D2D741"/>
    </a:custClr>
  </a:custClrLst>
</a:theme>
</file>

<file path=ppt/theme/theme3.xml><?xml version="1.0" encoding="utf-8"?>
<a:theme xmlns:a="http://schemas.openxmlformats.org/drawingml/2006/main" name="Office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custClrLst>
    <a:custClr name="Siemens Snow">
      <a:srgbClr val="FFFFFF"/>
    </a:custClr>
    <a:custClr name="Siemens Accent Yellow dark">
      <a:srgbClr val="EB780A"/>
    </a:custClr>
    <a:custClr name="Siemens Yellow light">
      <a:srgbClr val="FFB900"/>
    </a:custClr>
    <a:custClr name="Siemens Stone (1)">
      <a:srgbClr val="3C464B"/>
    </a:custClr>
    <a:custClr name="Siemens Sand (1)">
      <a:srgbClr val="73645A"/>
    </a:custClr>
    <a:custClr name="Siemens Accent Teal (1)">
      <a:srgbClr val="00646E"/>
    </a:custClr>
    <a:custClr name="Siemens Accent Yellow (1)">
      <a:srgbClr val="7D2D1E"/>
    </a:custClr>
    <a:custClr name="Siemens Accent Red (1)">
      <a:srgbClr val="411432"/>
    </a:custClr>
    <a:custClr name="Siemens Accent Blue (1)">
      <a:srgbClr val="004669"/>
    </a:custClr>
    <a:custClr name="Siemens Accent Green (1)">
      <a:srgbClr val="465F19"/>
    </a:custClr>
    <a:custClr name="True Black">
      <a:srgbClr val="000000"/>
    </a:custClr>
    <a:custClr name="Siemens Accent Red dark">
      <a:srgbClr val="641946"/>
    </a:custClr>
    <a:custClr name="Siemens Red light">
      <a:srgbClr val="AF235F"/>
    </a:custClr>
    <a:custClr name="Siemens Stone (2)">
      <a:srgbClr val="788791"/>
    </a:custClr>
    <a:custClr name="Siemens Sand (2)">
      <a:srgbClr val="9B9682"/>
    </a:custClr>
    <a:custClr name="Siemens Accent Teal (2)">
      <a:srgbClr val="0F8287"/>
    </a:custClr>
    <a:custClr name="Siemens Accent Yellow (2)">
      <a:srgbClr val="C85A1E"/>
    </a:custClr>
    <a:custClr name="Siemens Accent Red (2)">
      <a:srgbClr val="641946"/>
    </a:custClr>
    <a:custClr name="Siemens Accent Blue (2)">
      <a:srgbClr val="005F87"/>
    </a:custClr>
    <a:custClr name="Siemens Accent Green (2)">
      <a:srgbClr val="647D2D"/>
    </a:custClr>
    <a:custClr name="Siemens Stone light">
      <a:srgbClr val="879BAA"/>
    </a:custClr>
    <a:custClr name="Siemens Accent Blue dark">
      <a:srgbClr val="005F87"/>
    </a:custClr>
    <a:custClr name="Siemens Accent Blue light">
      <a:srgbClr val="50BED7"/>
    </a:custClr>
    <a:custClr name="Siemens Stone (3)">
      <a:srgbClr val="9BAFBE"/>
    </a:custClr>
    <a:custClr name="Siemens Sand (3)">
      <a:srgbClr val="B9B9A5"/>
    </a:custClr>
    <a:custClr name="Siemens Accent Teal (3)">
      <a:srgbClr val="32A0A0"/>
    </a:custClr>
    <a:custClr name="Siemens Accent Yellow (3)">
      <a:srgbClr val="EB780A"/>
    </a:custClr>
    <a:custClr name="Siemens Accent Red (3)">
      <a:srgbClr val="871E50"/>
    </a:custClr>
    <a:custClr name="Siemens Accent Blue (3)">
      <a:srgbClr val="2387AA"/>
    </a:custClr>
    <a:custClr name="Siemens Accent Green (3)">
      <a:srgbClr val="879628"/>
    </a:custClr>
    <a:custClr name="Siemens Stone light 35%">
      <a:srgbClr val="BECDD7"/>
    </a:custClr>
    <a:custClr name="Siemens Accent Green">
      <a:srgbClr val="647D2D"/>
    </a:custClr>
    <a:custClr name="Siemens Accent Green light">
      <a:srgbClr val="AAB414"/>
    </a:custClr>
    <a:custClr name="Siemens Stone (4)">
      <a:srgbClr val="BECDD7"/>
    </a:custClr>
    <a:custClr name="Siemens Sand (4)">
      <a:srgbClr val="D7D7CD"/>
    </a:custClr>
    <a:custClr name="Siemens Accent Teal (4)">
      <a:srgbClr val="4BB9B9"/>
    </a:custClr>
    <a:custClr name="Siemens Accent Yellow (4)">
      <a:srgbClr val="FFB900"/>
    </a:custClr>
    <a:custClr name="Siemens Accent Red (4)">
      <a:srgbClr val="AF235F"/>
    </a:custClr>
    <a:custClr name="Siemens Accent Blue (4)">
      <a:srgbClr val="41AAC8"/>
    </a:custClr>
    <a:custClr name="Siemens Accent Green (4)">
      <a:srgbClr val="AAB414"/>
    </a:custClr>
    <a:custClr name="Siemens Sand 35%">
      <a:srgbClr val="D7D7CD"/>
    </a:custClr>
    <a:custClr name="Siemens Accent Teal dark">
      <a:srgbClr val="00646E"/>
    </a:custClr>
    <a:custClr name="Siemens Accent Teal light">
      <a:srgbClr val="41AAAA"/>
    </a:custClr>
    <a:custClr name="Siemens Stone (5)">
      <a:srgbClr val="CDD9E1"/>
    </a:custClr>
    <a:custClr name="Siemens Sand (5)">
      <a:srgbClr val="E1E1D7"/>
    </a:custClr>
    <a:custClr name="Siemens Accent Teal (5)">
      <a:srgbClr val="A5E1E1"/>
    </a:custClr>
    <a:custClr name="Siemens Accent Yellow (5)">
      <a:srgbClr val="FFE178"/>
    </a:custClr>
    <a:custClr name="Siemens Accent Red (5)">
      <a:srgbClr val="D7698C"/>
    </a:custClr>
    <a:custClr name="Siemens Accent Blue(5)">
      <a:srgbClr val="7DD2E6"/>
    </a:custClr>
    <a:custClr name="Siemens Accent Green (5)">
      <a:srgbClr val="D2D741"/>
    </a:custClr>
  </a:custClr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item1.xml><?xml version="1.0" encoding="utf-8"?>
<p4ppTags>
  <Name>One object (small)</Name>
  <PpLayout>16</PpLayout>
  <Index>11</Index>
</p4ppTags>
</file>

<file path=customXml/item2.xml><?xml version="1.0" encoding="utf-8"?>
<p4ppTags/>
</file>

<file path=customXml/item3.xml><?xml version="1.0" encoding="utf-8"?>
<p4ppTags>
  <Name>One object (small) + Navigation</Name>
  <PpLayout>32</PpLayout>
  <Index>18</Index>
</p4ppTags>
</file>

<file path=customXml/item4.xml><?xml version="1.0" encoding="utf-8"?>
<p4ppTags>
  <Name>Four objects</Name>
  <PpLayout>24</PpLayout>
  <Index>15</Index>
</p4ppTags>
</file>

<file path=customXml/item5.xml><?xml version="1.0" encoding="utf-8"?>
<p4ppTags>
  <Name>Two rows</Name>
  <PpLayout>32</PpLayout>
  <Index>13</Index>
</p4ppTags>
</file>

<file path=customXml/item6.xml><?xml version="1.0" encoding="utf-8"?>
<p4ppTags>
  <Name>Two rows + Navigation</Name>
  <PpLayout>32</PpLayout>
  <Index>21</Index>
</p4ppTags>
</file>

<file path=customXml/item7.xml><?xml version="1.0" encoding="utf-8"?>
<p4ppTags>
  <Name>Free Content</Name>
  <PpLayout>11</PpLayout>
  <Index>9</Index>
</p4ppTags>
</file>

<file path=customXml/item8.xml><?xml version="1.0" encoding="utf-8"?>
<p4ppTags>
  <Name>Two columns + Navigation</Name>
  <PpLayout>32</PpLayout>
  <Index>19</Index>
</p4ppTags>
</file>

<file path=customXml/item9.xml><?xml version="1.0" encoding="utf-8"?>
<p4ppTags>
  <Name>Three columns</Name>
  <PpLayout>32</PpLayout>
  <Index>14</Index>
</p4ppTags>
</file>

<file path=customXml/item10.xml><?xml version="1.0" encoding="utf-8"?>
<p4ppTags>
  <Name>Four objects + Navigation</Name>
  <PpLayout>32</PpLayout>
  <Index>22</Index>
</p4ppTags>
</file>

<file path=customXml/item11.xml><?xml version="1.0" encoding="utf-8"?>
<p4ppTags>
  <Name>One object (large)</Name>
  <PpLayout>16</PpLayout>
  <Index>10</Index>
</p4ppTags>
</file>

<file path=customXml/item12.xml><?xml version="1.0" encoding="utf-8"?>
<p4ppTags>
  <Name>Two columns</Name>
  <PpLayout>29</PpLayout>
  <Index>12</Index>
</p4ppTags>
</file>

<file path=customXml/item13.xml><?xml version="1.0" encoding="utf-8"?>
<p4ppTags>
  <Name>Three columns + Navigation</Name>
  <PpLayout>32</PpLayout>
  <Index>20</Index>
</p4ppTags>
</file>

<file path=customXml/item14.xml><?xml version="1.0" encoding="utf-8"?>
<p4ppTags>
  <Name>One object (large) + Navigation</Name>
  <PpLayout>32</PpLayout>
  <Index>17</Index>
</p4ppTags>
</file>

<file path=customXml/item15.xml><?xml version="1.0" encoding="utf-8"?>
<p4ppTags>
  <Name>Text + Index</Name>
  <PpLayout>32</PpLayout>
  <Index>8</Index>
</p4ppTags>
</file>

<file path=customXml/item16.xml><?xml version="1.0" encoding="utf-8"?>
<p4ppTags>
  <Name>Free Content + Navigation</Name>
  <PpLayout>32</PpLayout>
  <Index>16</Index>
</p4ppTags>
</file>

<file path=customXml/itemProps1.xml><?xml version="1.0" encoding="utf-8"?>
<ds:datastoreItem xmlns:ds="http://schemas.openxmlformats.org/officeDocument/2006/customXml" ds:itemID="{1618AA06-B22E-4D19-9680-0D7830426729}">
  <ds:schemaRefs/>
</ds:datastoreItem>
</file>

<file path=customXml/itemProps2.xml><?xml version="1.0" encoding="utf-8"?>
<ds:datastoreItem xmlns:ds="http://schemas.openxmlformats.org/officeDocument/2006/customXml" ds:itemID="{572FBA73-6DBF-45DA-8282-9342320CFAB0}">
  <ds:schemaRefs/>
</ds:datastoreItem>
</file>

<file path=customXml/itemProps3.xml><?xml version="1.0" encoding="utf-8"?>
<ds:datastoreItem xmlns:ds="http://schemas.openxmlformats.org/officeDocument/2006/customXml" ds:itemID="{D9FE249F-833E-4CF0-BECB-552D01D7DC9E}">
  <ds:schemaRefs/>
</ds:datastoreItem>
</file>

<file path=customXml/itemProps4.xml><?xml version="1.0" encoding="utf-8"?>
<ds:datastoreItem xmlns:ds="http://schemas.openxmlformats.org/officeDocument/2006/customXml" ds:itemID="{1581BFFB-B4CE-47A8-BE77-DC1339B1E5A7}">
  <ds:schemaRefs/>
</ds:datastoreItem>
</file>

<file path=customXml/itemProps5.xml><?xml version="1.0" encoding="utf-8"?>
<ds:datastoreItem xmlns:ds="http://schemas.openxmlformats.org/officeDocument/2006/customXml" ds:itemID="{38AB8DE4-FD9B-4166-BEC3-3F1753596133}">
  <ds:schemaRefs/>
</ds:datastoreItem>
</file>

<file path=customXml/itemProps6.xml><?xml version="1.0" encoding="utf-8"?>
<ds:datastoreItem xmlns:ds="http://schemas.openxmlformats.org/officeDocument/2006/customXml" ds:itemID="{6C79E4F8-DCFB-483C-880A-AEEC6AAFC838}">
  <ds:schemaRefs/>
</ds:datastoreItem>
</file>

<file path=customXml/itemProps7.xml><?xml version="1.0" encoding="utf-8"?>
<ds:datastoreItem xmlns:ds="http://schemas.openxmlformats.org/officeDocument/2006/customXml" ds:itemID="{D8097D0C-BE3E-4AEC-9593-65CFCCB19297}">
  <ds:schemaRefs/>
</ds:datastoreItem>
</file>

<file path=customXml/itemProps8.xml><?xml version="1.0" encoding="utf-8"?>
<ds:datastoreItem xmlns:ds="http://schemas.openxmlformats.org/officeDocument/2006/customXml" ds:itemID="{D7BABA95-BFFE-422B-8591-3271669EEA88}">
  <ds:schemaRefs/>
</ds:datastoreItem>
</file>

<file path=customXml/itemProps9.xml><?xml version="1.0" encoding="utf-8"?>
<ds:datastoreItem xmlns:ds="http://schemas.openxmlformats.org/officeDocument/2006/customXml" ds:itemID="{15CF3461-70D1-4B54-AFAB-DAFDA0A238CD}">
  <ds:schemaRefs/>
</ds:datastoreItem>
</file>

<file path=customXml/itemProps10.xml><?xml version="1.0" encoding="utf-8"?>
<ds:datastoreItem xmlns:ds="http://schemas.openxmlformats.org/officeDocument/2006/customXml" ds:itemID="{EAB520BC-C6EC-457E-8AB5-55DB67C86858}">
  <ds:schemaRefs/>
</ds:datastoreItem>
</file>

<file path=customXml/itemProps11.xml><?xml version="1.0" encoding="utf-8"?>
<ds:datastoreItem xmlns:ds="http://schemas.openxmlformats.org/officeDocument/2006/customXml" ds:itemID="{80661B8B-A327-44F9-823B-4D9EE0B3EC78}">
  <ds:schemaRefs/>
</ds:datastoreItem>
</file>

<file path=customXml/itemProps12.xml><?xml version="1.0" encoding="utf-8"?>
<ds:datastoreItem xmlns:ds="http://schemas.openxmlformats.org/officeDocument/2006/customXml" ds:itemID="{1666F4C2-68F5-4840-A44A-1A646C0925A1}">
  <ds:schemaRefs/>
</ds:datastoreItem>
</file>

<file path=customXml/itemProps13.xml><?xml version="1.0" encoding="utf-8"?>
<ds:datastoreItem xmlns:ds="http://schemas.openxmlformats.org/officeDocument/2006/customXml" ds:itemID="{85D77EE6-52B7-48BE-9EDB-748F1EBB53DE}">
  <ds:schemaRefs/>
</ds:datastoreItem>
</file>

<file path=customXml/itemProps14.xml><?xml version="1.0" encoding="utf-8"?>
<ds:datastoreItem xmlns:ds="http://schemas.openxmlformats.org/officeDocument/2006/customXml" ds:itemID="{B27F640E-84DF-4F97-BC70-D045F1E6594F}">
  <ds:schemaRefs/>
</ds:datastoreItem>
</file>

<file path=customXml/itemProps15.xml><?xml version="1.0" encoding="utf-8"?>
<ds:datastoreItem xmlns:ds="http://schemas.openxmlformats.org/officeDocument/2006/customXml" ds:itemID="{7E35FEDB-1F0E-4D67-A313-4AC59C26FF29}">
  <ds:schemaRefs/>
</ds:datastoreItem>
</file>

<file path=customXml/itemProps16.xml><?xml version="1.0" encoding="utf-8"?>
<ds:datastoreItem xmlns:ds="http://schemas.openxmlformats.org/officeDocument/2006/customXml" ds:itemID="{7CC5F709-E74B-4E5F-A728-923D5062EBEF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My Growth_expert review_2020</Template>
  <TotalTime>2993</TotalTime>
  <Words>1991</Words>
  <Application>Microsoft Office PowerPoint</Application>
  <PresentationFormat>Custom</PresentationFormat>
  <Paragraphs>311</Paragraphs>
  <Slides>15</Slides>
  <Notes>13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Siemens Sans</vt:lpstr>
      <vt:lpstr>Wingdings</vt:lpstr>
      <vt:lpstr>Siemens 2017 – 16:9</vt:lpstr>
      <vt:lpstr>think-cell Slide</vt:lpstr>
      <vt:lpstr>My Growth  YU He, T RDA IOT INW-CN</vt:lpstr>
      <vt:lpstr>Keep on growing</vt:lpstr>
      <vt:lpstr>Keep on growing</vt:lpstr>
      <vt:lpstr>MindKnowledge Template management and TIA Portal assisted asset onboarding </vt:lpstr>
      <vt:lpstr>MindKnowledge Benefits and Impacts</vt:lpstr>
      <vt:lpstr>Keep on growing</vt:lpstr>
      <vt:lpstr>Data Feeding Closing the gap between digital service and cloud </vt:lpstr>
      <vt:lpstr>Data Feeding Business improvement in three main aspects</vt:lpstr>
      <vt:lpstr>Device as a Service Siemens maintenance solution in automotive industry</vt:lpstr>
      <vt:lpstr>Extension of DaaS </vt:lpstr>
      <vt:lpstr>Continuously development of technology in DaaS </vt:lpstr>
      <vt:lpstr>Promotion between innovation and practical projects </vt:lpstr>
      <vt:lpstr>Summary</vt:lpstr>
      <vt:lpstr>PowerPoint Presentation</vt:lpstr>
      <vt:lpstr>Thank you for your attention</vt:lpstr>
    </vt:vector>
  </TitlesOfParts>
  <Company>SIEMENS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Growth  YU He, T RDA IOT INW-CN</dc:title>
  <dc:creator>Yu, He (T RDA IOT INW-CN)</dc:creator>
  <cp:keywords>C_Restricted</cp:keywords>
  <dc:description>March 2019</dc:description>
  <cp:lastModifiedBy>Yu, He (T CED INW-CN)</cp:lastModifiedBy>
  <cp:revision>53</cp:revision>
  <cp:lastPrinted>2017-05-16T13:00:22Z</cp:lastPrinted>
  <dcterms:created xsi:type="dcterms:W3CDTF">2020-11-29T02:23:06Z</dcterms:created>
  <dcterms:modified xsi:type="dcterms:W3CDTF">2022-08-11T08:28:10Z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nguage">
    <vt:lpwstr>English</vt:lpwstr>
  </property>
  <property fmtid="{D5CDD505-2E9C-101B-9397-08002B2CF9AE}" pid="3" name="Release date">
    <vt:lpwstr>November 2017</vt:lpwstr>
  </property>
  <property fmtid="{D5CDD505-2E9C-101B-9397-08002B2CF9AE}" pid="4" name="Office version">
    <vt:lpwstr>2007 and higher</vt:lpwstr>
  </property>
  <property fmtid="{D5CDD505-2E9C-101B-9397-08002B2CF9AE}" pid="5" name="Release version">
    <vt:lpwstr>2.1</vt:lpwstr>
  </property>
  <property fmtid="{D5CDD505-2E9C-101B-9397-08002B2CF9AE}" pid="6" name="Document Confidentiality">
    <vt:lpwstr>Restricted</vt:lpwstr>
  </property>
  <property fmtid="{D5CDD505-2E9C-101B-9397-08002B2CF9AE}" pid="7" name="sodocoClasLang">
    <vt:lpwstr>Restricted</vt:lpwstr>
  </property>
  <property fmtid="{D5CDD505-2E9C-101B-9397-08002B2CF9AE}" pid="8" name="sodocoClasLangId">
    <vt:i4>0</vt:i4>
  </property>
  <property fmtid="{D5CDD505-2E9C-101B-9397-08002B2CF9AE}" pid="9" name="sodocoClasId">
    <vt:i4>1</vt:i4>
  </property>
  <property fmtid="{D5CDD505-2E9C-101B-9397-08002B2CF9AE}" pid="10" name="_AdHocReviewCycleID">
    <vt:i4>725945521</vt:i4>
  </property>
  <property fmtid="{D5CDD505-2E9C-101B-9397-08002B2CF9AE}" pid="11" name="_NewReviewCycle">
    <vt:lpwstr/>
  </property>
  <property fmtid="{D5CDD505-2E9C-101B-9397-08002B2CF9AE}" pid="12" name="_EmailSubject">
    <vt:lpwstr>Expert Review Slides</vt:lpwstr>
  </property>
  <property fmtid="{D5CDD505-2E9C-101B-9397-08002B2CF9AE}" pid="13" name="_AuthorEmail">
    <vt:lpwstr>yu-he@siemens.com</vt:lpwstr>
  </property>
  <property fmtid="{D5CDD505-2E9C-101B-9397-08002B2CF9AE}" pid="14" name="_AuthorEmailDisplayName">
    <vt:lpwstr>Yu, He (T RDA IOT INW-CN)</vt:lpwstr>
  </property>
  <property fmtid="{D5CDD505-2E9C-101B-9397-08002B2CF9AE}" pid="15" name="MSIP_Label_a59b6cd5-d141-4a33-8bf1-0ca04484304f_Enabled">
    <vt:lpwstr>true</vt:lpwstr>
  </property>
  <property fmtid="{D5CDD505-2E9C-101B-9397-08002B2CF9AE}" pid="16" name="MSIP_Label_a59b6cd5-d141-4a33-8bf1-0ca04484304f_SetDate">
    <vt:lpwstr>2020-12-09T06:07:25Z</vt:lpwstr>
  </property>
  <property fmtid="{D5CDD505-2E9C-101B-9397-08002B2CF9AE}" pid="17" name="MSIP_Label_a59b6cd5-d141-4a33-8bf1-0ca04484304f_Method">
    <vt:lpwstr>Standard</vt:lpwstr>
  </property>
  <property fmtid="{D5CDD505-2E9C-101B-9397-08002B2CF9AE}" pid="18" name="MSIP_Label_a59b6cd5-d141-4a33-8bf1-0ca04484304f_Name">
    <vt:lpwstr>restricted-default</vt:lpwstr>
  </property>
  <property fmtid="{D5CDD505-2E9C-101B-9397-08002B2CF9AE}" pid="19" name="MSIP_Label_a59b6cd5-d141-4a33-8bf1-0ca04484304f_SiteId">
    <vt:lpwstr>38ae3bcd-9579-4fd4-adda-b42e1495d55a</vt:lpwstr>
  </property>
  <property fmtid="{D5CDD505-2E9C-101B-9397-08002B2CF9AE}" pid="20" name="MSIP_Label_a59b6cd5-d141-4a33-8bf1-0ca04484304f_ActionId">
    <vt:lpwstr>4b8d0dd4-2838-4a54-b8d9-99906c3b29f1</vt:lpwstr>
  </property>
  <property fmtid="{D5CDD505-2E9C-101B-9397-08002B2CF9AE}" pid="21" name="MSIP_Label_a59b6cd5-d141-4a33-8bf1-0ca04484304f_ContentBits">
    <vt:lpwstr>0</vt:lpwstr>
  </property>
  <property fmtid="{D5CDD505-2E9C-101B-9397-08002B2CF9AE}" pid="22" name="Document_Confidentiality">
    <vt:lpwstr>Restricted</vt:lpwstr>
  </property>
</Properties>
</file>