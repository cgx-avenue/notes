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  <p:sldMasterId id="2147483755" r:id="rId6"/>
  </p:sldMasterIdLst>
  <p:notesMasterIdLst>
    <p:notesMasterId r:id="rId23"/>
  </p:notesMasterIdLst>
  <p:handoutMasterIdLst>
    <p:handoutMasterId r:id="rId24"/>
  </p:handoutMasterIdLst>
  <p:sldIdLst>
    <p:sldId id="352" r:id="rId7"/>
    <p:sldId id="2813" r:id="rId8"/>
    <p:sldId id="8589" r:id="rId9"/>
    <p:sldId id="8590" r:id="rId10"/>
    <p:sldId id="8588" r:id="rId11"/>
    <p:sldId id="8601" r:id="rId12"/>
    <p:sldId id="8600" r:id="rId13"/>
    <p:sldId id="1159" r:id="rId14"/>
    <p:sldId id="8598" r:id="rId15"/>
    <p:sldId id="268" r:id="rId16"/>
    <p:sldId id="1160" r:id="rId17"/>
    <p:sldId id="8592" r:id="rId18"/>
    <p:sldId id="8593" r:id="rId19"/>
    <p:sldId id="8594" r:id="rId20"/>
    <p:sldId id="8591" r:id="rId21"/>
    <p:sldId id="8580" r:id="rId22"/>
  </p:sldIdLst>
  <p:sldSz cx="12192000" cy="6858000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aaS Internal" id="{DB952CA2-F37E-4B72-9E03-5C01D6602214}">
          <p14:sldIdLst>
            <p14:sldId id="352"/>
            <p14:sldId id="2813"/>
            <p14:sldId id="8589"/>
            <p14:sldId id="8590"/>
            <p14:sldId id="8588"/>
            <p14:sldId id="8601"/>
            <p14:sldId id="8600"/>
            <p14:sldId id="1159"/>
            <p14:sldId id="8598"/>
            <p14:sldId id="268"/>
            <p14:sldId id="1160"/>
            <p14:sldId id="8592"/>
            <p14:sldId id="8593"/>
            <p14:sldId id="8594"/>
            <p14:sldId id="8591"/>
            <p14:sldId id="8580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ny Welle" initials="DW" lastIdx="1" clrIdx="0">
    <p:extLst>
      <p:ext uri="{19B8F6BF-5375-455C-9EA6-DF929625EA0E}">
        <p15:presenceInfo xmlns:p15="http://schemas.microsoft.com/office/powerpoint/2012/main" userId="S::denwelle1@publicisgroupe.net::08b00602-60fa-48c3-96fb-06a947b67cdf" providerId="AD"/>
      </p:ext>
    </p:extLst>
  </p:cmAuthor>
  <p:cmAuthor id="2" name="Yang, Shao Peng (T CED INW-CN)" initials="YSP(CIC" lastIdx="11" clrIdx="1">
    <p:extLst>
      <p:ext uri="{19B8F6BF-5375-455C-9EA6-DF929625EA0E}">
        <p15:presenceInfo xmlns:p15="http://schemas.microsoft.com/office/powerpoint/2012/main" userId="S::shaopeng.yang@siemens.com::2eb256f4-76e2-427a-8210-07e30b9980c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  <a:insideH>
            <a:ln w="12700" cmpd="sng">
              <a:solidFill>
                <a:schemeClr val="accent6">
                  <a:alpha val="15000"/>
                </a:schemeClr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  <a:fill>
          <a:solidFill>
            <a:schemeClr val="accent6">
              <a:alpha val="5000"/>
            </a:schemeClr>
          </a:solidFill>
        </a:fill>
      </a:tcStyle>
    </a:band1H>
    <a:band2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</a:tcStyle>
    </a:band2H>
    <a:band1V>
      <a:tcStyle>
        <a:tcBdr/>
        <a:fill>
          <a:solidFill>
            <a:schemeClr val="accent6">
              <a:alpha val="5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3503" autoAdjust="0"/>
  </p:normalViewPr>
  <p:slideViewPr>
    <p:cSldViewPr snapToGrid="0" showGuides="1">
      <p:cViewPr varScale="1">
        <p:scale>
          <a:sx n="104" d="100"/>
          <a:sy n="104" d="100"/>
        </p:scale>
        <p:origin x="1158" y="10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47" d="100"/>
          <a:sy n="47" d="100"/>
        </p:scale>
        <p:origin x="2784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783C63-0356-41E1-9877-AB4D21B26935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94FE92EC-72FE-4F3C-ADE8-D2D3C92339D7}">
      <dgm:prSet phldrT="[Text]" custT="1"/>
      <dgm:spPr>
        <a:solidFill>
          <a:srgbClr val="4BB9B9"/>
        </a:solidFill>
      </dgm:spPr>
      <dgm:t>
        <a:bodyPr/>
        <a:lstStyle/>
        <a:p>
          <a:pPr algn="l"/>
          <a:r>
            <a:rPr lang="en-US" altLang="zh-CN" sz="1200" b="1" dirty="0"/>
            <a:t>Aug. 2018</a:t>
          </a:r>
          <a:endParaRPr lang="en-US" sz="1200" b="1" dirty="0"/>
        </a:p>
      </dgm:t>
    </dgm:pt>
    <dgm:pt modelId="{433C7975-1B4D-4893-8685-85D86AE14046}" type="parTrans" cxnId="{63DBDCD5-1E2F-4A42-A67C-CAF40CD83A75}">
      <dgm:prSet/>
      <dgm:spPr/>
      <dgm:t>
        <a:bodyPr/>
        <a:lstStyle/>
        <a:p>
          <a:endParaRPr lang="en-US"/>
        </a:p>
      </dgm:t>
    </dgm:pt>
    <dgm:pt modelId="{B7DC260A-2136-4846-B5A7-894A4A261703}" type="sibTrans" cxnId="{63DBDCD5-1E2F-4A42-A67C-CAF40CD83A75}">
      <dgm:prSet/>
      <dgm:spPr/>
      <dgm:t>
        <a:bodyPr/>
        <a:lstStyle/>
        <a:p>
          <a:endParaRPr lang="en-US"/>
        </a:p>
      </dgm:t>
    </dgm:pt>
    <dgm:pt modelId="{974B642C-F50B-4C9D-A426-39CBDD9F7759}">
      <dgm:prSet phldrT="[Text]" custT="1"/>
      <dgm:spPr>
        <a:solidFill>
          <a:srgbClr val="4BB9B9"/>
        </a:solidFill>
      </dgm:spPr>
      <dgm:t>
        <a:bodyPr/>
        <a:lstStyle/>
        <a:p>
          <a:pPr algn="l"/>
          <a:r>
            <a:rPr lang="en-US" altLang="zh-CN" sz="1200" b="1" dirty="0"/>
            <a:t>Jun. 2019</a:t>
          </a:r>
          <a:endParaRPr lang="en-US" sz="1200" b="1" dirty="0"/>
        </a:p>
      </dgm:t>
    </dgm:pt>
    <dgm:pt modelId="{DF2EC3BE-BD01-4C2E-96A0-25A3B4A40D3A}" type="parTrans" cxnId="{B2FA24BE-B3DD-46B1-81FD-39CA478C1C9D}">
      <dgm:prSet/>
      <dgm:spPr/>
      <dgm:t>
        <a:bodyPr/>
        <a:lstStyle/>
        <a:p>
          <a:endParaRPr lang="en-US"/>
        </a:p>
      </dgm:t>
    </dgm:pt>
    <dgm:pt modelId="{0FED100F-5074-4EC9-A3F1-59378EF24D8C}" type="sibTrans" cxnId="{B2FA24BE-B3DD-46B1-81FD-39CA478C1C9D}">
      <dgm:prSet/>
      <dgm:spPr/>
      <dgm:t>
        <a:bodyPr/>
        <a:lstStyle/>
        <a:p>
          <a:endParaRPr lang="en-US"/>
        </a:p>
      </dgm:t>
    </dgm:pt>
    <dgm:pt modelId="{FABD56DF-19B1-4BB5-B100-172C2DE4C6FF}">
      <dgm:prSet phldrT="[Text]"/>
      <dgm:spPr>
        <a:solidFill>
          <a:srgbClr val="4BB9B9"/>
        </a:solidFill>
      </dgm:spPr>
      <dgm:t>
        <a:bodyPr/>
        <a:lstStyle/>
        <a:p>
          <a:pPr algn="l"/>
          <a:r>
            <a:rPr lang="en-US" altLang="zh-CN" b="1" dirty="0"/>
            <a:t>Dec. 2019</a:t>
          </a:r>
          <a:endParaRPr lang="en-US" b="1" dirty="0"/>
        </a:p>
      </dgm:t>
    </dgm:pt>
    <dgm:pt modelId="{D90D176F-6FFA-478D-9FBF-C5AF759C36B6}" type="parTrans" cxnId="{99B03689-A8EC-4536-84E5-C4F32ED5F215}">
      <dgm:prSet/>
      <dgm:spPr/>
      <dgm:t>
        <a:bodyPr/>
        <a:lstStyle/>
        <a:p>
          <a:endParaRPr lang="en-US"/>
        </a:p>
      </dgm:t>
    </dgm:pt>
    <dgm:pt modelId="{25ED7DE8-5B9B-4ED6-A281-A89C36106B70}" type="sibTrans" cxnId="{99B03689-A8EC-4536-84E5-C4F32ED5F215}">
      <dgm:prSet/>
      <dgm:spPr/>
      <dgm:t>
        <a:bodyPr/>
        <a:lstStyle/>
        <a:p>
          <a:endParaRPr lang="en-US"/>
        </a:p>
      </dgm:t>
    </dgm:pt>
    <dgm:pt modelId="{AD8E9FC5-8FC5-4289-A310-46120A40800E}">
      <dgm:prSet phldrT="[Text]"/>
      <dgm:spPr>
        <a:solidFill>
          <a:srgbClr val="4BB9B9"/>
        </a:solidFill>
      </dgm:spPr>
      <dgm:t>
        <a:bodyPr/>
        <a:lstStyle/>
        <a:p>
          <a:pPr algn="l"/>
          <a:r>
            <a:rPr lang="en-US" altLang="zh-CN" b="1" dirty="0"/>
            <a:t>July. 2020</a:t>
          </a:r>
          <a:endParaRPr lang="en-US" b="1" dirty="0"/>
        </a:p>
      </dgm:t>
    </dgm:pt>
    <dgm:pt modelId="{6F5793C3-EB78-4CBD-9DD0-F716605E0651}" type="parTrans" cxnId="{5FB4EB85-EA84-44E0-835D-8C46B54207A1}">
      <dgm:prSet/>
      <dgm:spPr/>
      <dgm:t>
        <a:bodyPr/>
        <a:lstStyle/>
        <a:p>
          <a:endParaRPr lang="en-US"/>
        </a:p>
      </dgm:t>
    </dgm:pt>
    <dgm:pt modelId="{FB11908E-4777-4B48-8B56-FD867D253345}" type="sibTrans" cxnId="{5FB4EB85-EA84-44E0-835D-8C46B54207A1}">
      <dgm:prSet/>
      <dgm:spPr/>
      <dgm:t>
        <a:bodyPr/>
        <a:lstStyle/>
        <a:p>
          <a:endParaRPr lang="en-US"/>
        </a:p>
      </dgm:t>
    </dgm:pt>
    <dgm:pt modelId="{25F0427E-ED34-483E-9D47-660FF95B0B99}" type="pres">
      <dgm:prSet presAssocID="{1B783C63-0356-41E1-9877-AB4D21B26935}" presName="Name0" presStyleCnt="0">
        <dgm:presLayoutVars>
          <dgm:dir/>
          <dgm:resizeHandles val="exact"/>
        </dgm:presLayoutVars>
      </dgm:prSet>
      <dgm:spPr/>
    </dgm:pt>
    <dgm:pt modelId="{24B90F73-C7AA-4059-B04C-8AA064E9752F}" type="pres">
      <dgm:prSet presAssocID="{94FE92EC-72FE-4F3C-ADE8-D2D3C92339D7}" presName="parTxOnly" presStyleLbl="node1" presStyleIdx="0" presStyleCnt="4" custScaleX="77385">
        <dgm:presLayoutVars>
          <dgm:bulletEnabled val="1"/>
        </dgm:presLayoutVars>
      </dgm:prSet>
      <dgm:spPr/>
    </dgm:pt>
    <dgm:pt modelId="{1E8608A1-C321-4303-A2A7-051DEE9B547D}" type="pres">
      <dgm:prSet presAssocID="{B7DC260A-2136-4846-B5A7-894A4A261703}" presName="parSpace" presStyleCnt="0"/>
      <dgm:spPr/>
    </dgm:pt>
    <dgm:pt modelId="{9E9E939E-EF96-46B5-8701-56BA68023F06}" type="pres">
      <dgm:prSet presAssocID="{974B642C-F50B-4C9D-A426-39CBDD9F7759}" presName="parTxOnly" presStyleLbl="node1" presStyleIdx="1" presStyleCnt="4" custScaleX="74120" custLinFactNeighborX="21057" custLinFactNeighborY="-11064">
        <dgm:presLayoutVars>
          <dgm:bulletEnabled val="1"/>
        </dgm:presLayoutVars>
      </dgm:prSet>
      <dgm:spPr/>
    </dgm:pt>
    <dgm:pt modelId="{A9FBE586-7E8C-47C8-8E49-4881B768029D}" type="pres">
      <dgm:prSet presAssocID="{0FED100F-5074-4EC9-A3F1-59378EF24D8C}" presName="parSpace" presStyleCnt="0"/>
      <dgm:spPr/>
    </dgm:pt>
    <dgm:pt modelId="{50382C04-20D4-478A-845F-BE4641B4B0C7}" type="pres">
      <dgm:prSet presAssocID="{FABD56DF-19B1-4BB5-B100-172C2DE4C6FF}" presName="parTxOnly" presStyleLbl="node1" presStyleIdx="2" presStyleCnt="4" custLinFactX="12" custLinFactNeighborX="100000" custLinFactNeighborY="3827">
        <dgm:presLayoutVars>
          <dgm:bulletEnabled val="1"/>
        </dgm:presLayoutVars>
      </dgm:prSet>
      <dgm:spPr/>
    </dgm:pt>
    <dgm:pt modelId="{388AEB1D-67F5-495F-834E-1C6EFE239703}" type="pres">
      <dgm:prSet presAssocID="{25ED7DE8-5B9B-4ED6-A281-A89C36106B70}" presName="parSpace" presStyleCnt="0"/>
      <dgm:spPr/>
    </dgm:pt>
    <dgm:pt modelId="{ADEBCD73-6D71-4CC3-A6F5-432AFAF1306D}" type="pres">
      <dgm:prSet presAssocID="{AD8E9FC5-8FC5-4289-A310-46120A40800E}" presName="parTxOnly" presStyleLbl="node1" presStyleIdx="3" presStyleCnt="4" custScaleX="66926" custLinFactNeighborX="5369" custLinFactNeighborY="-7689">
        <dgm:presLayoutVars>
          <dgm:bulletEnabled val="1"/>
        </dgm:presLayoutVars>
      </dgm:prSet>
      <dgm:spPr/>
    </dgm:pt>
  </dgm:ptLst>
  <dgm:cxnLst>
    <dgm:cxn modelId="{A4953E40-B9C9-4FB8-A447-667A0F54DC42}" type="presOf" srcId="{AD8E9FC5-8FC5-4289-A310-46120A40800E}" destId="{ADEBCD73-6D71-4CC3-A6F5-432AFAF1306D}" srcOrd="0" destOrd="0" presId="urn:microsoft.com/office/officeart/2005/8/layout/hChevron3"/>
    <dgm:cxn modelId="{7489DA68-83EB-434C-A8D9-7B3484775F0E}" type="presOf" srcId="{FABD56DF-19B1-4BB5-B100-172C2DE4C6FF}" destId="{50382C04-20D4-478A-845F-BE4641B4B0C7}" srcOrd="0" destOrd="0" presId="urn:microsoft.com/office/officeart/2005/8/layout/hChevron3"/>
    <dgm:cxn modelId="{109D8A4D-BEA8-4B66-AAF0-35B513827369}" type="presOf" srcId="{1B783C63-0356-41E1-9877-AB4D21B26935}" destId="{25F0427E-ED34-483E-9D47-660FF95B0B99}" srcOrd="0" destOrd="0" presId="urn:microsoft.com/office/officeart/2005/8/layout/hChevron3"/>
    <dgm:cxn modelId="{5FB4EB85-EA84-44E0-835D-8C46B54207A1}" srcId="{1B783C63-0356-41E1-9877-AB4D21B26935}" destId="{AD8E9FC5-8FC5-4289-A310-46120A40800E}" srcOrd="3" destOrd="0" parTransId="{6F5793C3-EB78-4CBD-9DD0-F716605E0651}" sibTransId="{FB11908E-4777-4B48-8B56-FD867D253345}"/>
    <dgm:cxn modelId="{99B03689-A8EC-4536-84E5-C4F32ED5F215}" srcId="{1B783C63-0356-41E1-9877-AB4D21B26935}" destId="{FABD56DF-19B1-4BB5-B100-172C2DE4C6FF}" srcOrd="2" destOrd="0" parTransId="{D90D176F-6FFA-478D-9FBF-C5AF759C36B6}" sibTransId="{25ED7DE8-5B9B-4ED6-A281-A89C36106B70}"/>
    <dgm:cxn modelId="{B2FA24BE-B3DD-46B1-81FD-39CA478C1C9D}" srcId="{1B783C63-0356-41E1-9877-AB4D21B26935}" destId="{974B642C-F50B-4C9D-A426-39CBDD9F7759}" srcOrd="1" destOrd="0" parTransId="{DF2EC3BE-BD01-4C2E-96A0-25A3B4A40D3A}" sibTransId="{0FED100F-5074-4EC9-A3F1-59378EF24D8C}"/>
    <dgm:cxn modelId="{63DBDCD5-1E2F-4A42-A67C-CAF40CD83A75}" srcId="{1B783C63-0356-41E1-9877-AB4D21B26935}" destId="{94FE92EC-72FE-4F3C-ADE8-D2D3C92339D7}" srcOrd="0" destOrd="0" parTransId="{433C7975-1B4D-4893-8685-85D86AE14046}" sibTransId="{B7DC260A-2136-4846-B5A7-894A4A261703}"/>
    <dgm:cxn modelId="{FEB686F0-C69E-43AC-8FE2-E976C21B51A3}" type="presOf" srcId="{94FE92EC-72FE-4F3C-ADE8-D2D3C92339D7}" destId="{24B90F73-C7AA-4059-B04C-8AA064E9752F}" srcOrd="0" destOrd="0" presId="urn:microsoft.com/office/officeart/2005/8/layout/hChevron3"/>
    <dgm:cxn modelId="{D00106FE-82D2-4D8B-A3BD-2BAAD807D86E}" type="presOf" srcId="{974B642C-F50B-4C9D-A426-39CBDD9F7759}" destId="{9E9E939E-EF96-46B5-8701-56BA68023F06}" srcOrd="0" destOrd="0" presId="urn:microsoft.com/office/officeart/2005/8/layout/hChevron3"/>
    <dgm:cxn modelId="{9184E955-99BB-4AF2-9F6F-36A62724FEB6}" type="presParOf" srcId="{25F0427E-ED34-483E-9D47-660FF95B0B99}" destId="{24B90F73-C7AA-4059-B04C-8AA064E9752F}" srcOrd="0" destOrd="0" presId="urn:microsoft.com/office/officeart/2005/8/layout/hChevron3"/>
    <dgm:cxn modelId="{6C4BDCE8-0BAD-4F95-80FA-99F60B347572}" type="presParOf" srcId="{25F0427E-ED34-483E-9D47-660FF95B0B99}" destId="{1E8608A1-C321-4303-A2A7-051DEE9B547D}" srcOrd="1" destOrd="0" presId="urn:microsoft.com/office/officeart/2005/8/layout/hChevron3"/>
    <dgm:cxn modelId="{361FE8A1-2B20-4E5F-9908-3A03244DA479}" type="presParOf" srcId="{25F0427E-ED34-483E-9D47-660FF95B0B99}" destId="{9E9E939E-EF96-46B5-8701-56BA68023F06}" srcOrd="2" destOrd="0" presId="urn:microsoft.com/office/officeart/2005/8/layout/hChevron3"/>
    <dgm:cxn modelId="{FC8A04AB-0974-42CC-A823-C517ADFB9945}" type="presParOf" srcId="{25F0427E-ED34-483E-9D47-660FF95B0B99}" destId="{A9FBE586-7E8C-47C8-8E49-4881B768029D}" srcOrd="3" destOrd="0" presId="urn:microsoft.com/office/officeart/2005/8/layout/hChevron3"/>
    <dgm:cxn modelId="{A1F72015-9CA3-4CA7-A1CB-C5FEBE527840}" type="presParOf" srcId="{25F0427E-ED34-483E-9D47-660FF95B0B99}" destId="{50382C04-20D4-478A-845F-BE4641B4B0C7}" srcOrd="4" destOrd="0" presId="urn:microsoft.com/office/officeart/2005/8/layout/hChevron3"/>
    <dgm:cxn modelId="{02BE9A02-8E8B-43B5-9B7D-5EB99F10317B}" type="presParOf" srcId="{25F0427E-ED34-483E-9D47-660FF95B0B99}" destId="{388AEB1D-67F5-495F-834E-1C6EFE239703}" srcOrd="5" destOrd="0" presId="urn:microsoft.com/office/officeart/2005/8/layout/hChevron3"/>
    <dgm:cxn modelId="{F1FD3D87-FF69-43F6-B245-7277E0D540F5}" type="presParOf" srcId="{25F0427E-ED34-483E-9D47-660FF95B0B99}" destId="{ADEBCD73-6D71-4CC3-A6F5-432AFAF1306D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B90F73-C7AA-4059-B04C-8AA064E9752F}">
      <dsp:nvSpPr>
        <dsp:cNvPr id="0" name=""/>
        <dsp:cNvSpPr/>
      </dsp:nvSpPr>
      <dsp:spPr>
        <a:xfrm>
          <a:off x="3290" y="0"/>
          <a:ext cx="3288663" cy="226113"/>
        </a:xfrm>
        <a:prstGeom prst="homePlate">
          <a:avLst/>
        </a:prstGeom>
        <a:solidFill>
          <a:srgbClr val="4BB9B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b="1" kern="1200" dirty="0"/>
            <a:t>Aug. 2018</a:t>
          </a:r>
          <a:endParaRPr lang="en-US" sz="1200" b="1" kern="1200" dirty="0"/>
        </a:p>
      </dsp:txBody>
      <dsp:txXfrm>
        <a:off x="3290" y="0"/>
        <a:ext cx="3232135" cy="226113"/>
      </dsp:txXfrm>
    </dsp:sp>
    <dsp:sp modelId="{9E9E939E-EF96-46B5-8701-56BA68023F06}">
      <dsp:nvSpPr>
        <dsp:cNvPr id="0" name=""/>
        <dsp:cNvSpPr/>
      </dsp:nvSpPr>
      <dsp:spPr>
        <a:xfrm>
          <a:off x="2620979" y="0"/>
          <a:ext cx="3149909" cy="226113"/>
        </a:xfrm>
        <a:prstGeom prst="chevron">
          <a:avLst/>
        </a:prstGeom>
        <a:solidFill>
          <a:srgbClr val="4BB9B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b="1" kern="1200" dirty="0"/>
            <a:t>Jun. 2019</a:t>
          </a:r>
          <a:endParaRPr lang="en-US" sz="1200" b="1" kern="1200" dirty="0"/>
        </a:p>
      </dsp:txBody>
      <dsp:txXfrm>
        <a:off x="2734036" y="0"/>
        <a:ext cx="2923796" cy="226113"/>
      </dsp:txXfrm>
    </dsp:sp>
    <dsp:sp modelId="{50382C04-20D4-478A-845F-BE4641B4B0C7}">
      <dsp:nvSpPr>
        <dsp:cNvPr id="0" name=""/>
        <dsp:cNvSpPr/>
      </dsp:nvSpPr>
      <dsp:spPr>
        <a:xfrm>
          <a:off x="5592424" y="0"/>
          <a:ext cx="4249742" cy="226113"/>
        </a:xfrm>
        <a:prstGeom prst="chevron">
          <a:avLst/>
        </a:prstGeom>
        <a:solidFill>
          <a:srgbClr val="4BB9B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b="1" kern="1200" dirty="0"/>
            <a:t>Dec. 2019</a:t>
          </a:r>
          <a:endParaRPr lang="en-US" sz="1200" b="1" kern="1200" dirty="0"/>
        </a:p>
      </dsp:txBody>
      <dsp:txXfrm>
        <a:off x="5705481" y="0"/>
        <a:ext cx="4023629" cy="226113"/>
      </dsp:txXfrm>
    </dsp:sp>
    <dsp:sp modelId="{ADEBCD73-6D71-4CC3-A6F5-432AFAF1306D}">
      <dsp:nvSpPr>
        <dsp:cNvPr id="0" name=""/>
        <dsp:cNvSpPr/>
      </dsp:nvSpPr>
      <dsp:spPr>
        <a:xfrm>
          <a:off x="8145051" y="0"/>
          <a:ext cx="2844182" cy="226113"/>
        </a:xfrm>
        <a:prstGeom prst="chevron">
          <a:avLst/>
        </a:prstGeom>
        <a:solidFill>
          <a:srgbClr val="4BB9B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b="1" kern="1200" dirty="0"/>
            <a:t>July. 2020</a:t>
          </a:r>
          <a:endParaRPr lang="en-US" sz="1200" b="1" kern="1200" dirty="0"/>
        </a:p>
      </dsp:txBody>
      <dsp:txXfrm>
        <a:off x="8258108" y="0"/>
        <a:ext cx="2618069" cy="2261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>
            <a:extLst>
              <a:ext uri="{FF2B5EF4-FFF2-40B4-BE49-F238E27FC236}">
                <a16:creationId xmlns:a16="http://schemas.microsoft.com/office/drawing/2014/main" id="{9A8492AF-21D1-4EA9-B88E-2B2469E5B0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6108480" cy="28800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sz="1100" b="1" dirty="0"/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F2C5CF11-9AB8-4366-83D6-4A911EAE67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121520" y="0"/>
            <a:ext cx="2479680" cy="28800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FEF1F2B9-B350-4061-A6D1-2A3340A8623F}" type="datetimeFigureOut">
              <a:rPr lang="en-US" sz="1100"/>
              <a:t>1/27/2022</a:t>
            </a:fld>
            <a:endParaRPr lang="en-US" sz="1100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797856F-D8D3-4EDB-AD63-B3F8432142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7027200"/>
            <a:ext cx="6108480" cy="28800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sz="1100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A566997-7A2F-418F-AC55-BAC678F9F1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121520" y="7027200"/>
            <a:ext cx="2479680" cy="28800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r>
              <a:rPr lang="en-US" sz="1100" b="1" dirty="0">
                <a:solidFill>
                  <a:schemeClr val="accent2"/>
                </a:solidFill>
              </a:rPr>
              <a:t>Hand out</a:t>
            </a:r>
            <a:r>
              <a:rPr lang="en-US" sz="1100" dirty="0">
                <a:solidFill>
                  <a:schemeClr val="accent2"/>
                </a:solidFill>
              </a:rPr>
              <a:t> </a:t>
            </a:r>
            <a:fld id="{C92BABF8-1341-4DCB-864A-D83C08BEEAE4}" type="slidenum">
              <a:rPr lang="en-US" sz="1100"/>
              <a:t>‹#›</a:t>
            </a:fld>
            <a:endParaRPr lang="en-US" sz="1100" dirty="0"/>
          </a:p>
        </p:txBody>
      </p:sp>
      <p:pic>
        <p:nvPicPr>
          <p:cNvPr id="6" name="Siemens logo">
            <a:extLst>
              <a:ext uri="{FF2B5EF4-FFF2-40B4-BE49-F238E27FC236}">
                <a16:creationId xmlns:a16="http://schemas.microsoft.com/office/drawing/2014/main" id="{C5A460D9-E760-498F-8A06-286EB0B001C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94200" y="440640"/>
            <a:ext cx="1612800" cy="14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783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108480" cy="28800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100" b="1"/>
            </a:lvl1pPr>
          </a:lstStyle>
          <a:p>
            <a:endParaRPr lang="en-US" dirty="0"/>
          </a:p>
        </p:txBody>
      </p:sp>
      <p:sp>
        <p:nvSpPr>
          <p:cNvPr id="3" name="Date"/>
          <p:cNvSpPr>
            <a:spLocks noGrp="1"/>
          </p:cNvSpPr>
          <p:nvPr>
            <p:ph type="dt" idx="1"/>
          </p:nvPr>
        </p:nvSpPr>
        <p:spPr>
          <a:xfrm>
            <a:off x="7121520" y="0"/>
            <a:ext cx="2479680" cy="28800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100"/>
            </a:lvl1pPr>
          </a:lstStyle>
          <a:p>
            <a:fld id="{76FBC1AF-E4C9-412F-9B6D-66CD520F95DB}" type="datetimeFigureOut">
              <a:rPr lang="en-US" smtClean="0"/>
              <a:pPr/>
              <a:t>1/27/2022</a:t>
            </a:fld>
            <a:endParaRPr lang="en-US" dirty="0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2382838" y="495300"/>
            <a:ext cx="4838700" cy="2722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 dirty="0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xfrm>
            <a:off x="569520" y="3660480"/>
            <a:ext cx="8467200" cy="3168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xfrm>
            <a:off x="0" y="7027200"/>
            <a:ext cx="6108480" cy="28800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100"/>
            </a:lvl1pPr>
          </a:lstStyle>
          <a:p>
            <a:endParaRPr lang="en-US"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7121520" y="7027200"/>
            <a:ext cx="2479680" cy="28800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100"/>
            </a:lvl1pPr>
          </a:lstStyle>
          <a:p>
            <a:r>
              <a:rPr lang="en-US" b="1" dirty="0">
                <a:solidFill>
                  <a:schemeClr val="accent2"/>
                </a:solidFill>
              </a:rPr>
              <a:t>Notes</a:t>
            </a:r>
            <a:r>
              <a:rPr lang="en-US" dirty="0"/>
              <a:t> </a:t>
            </a:r>
            <a:fld id="{E76C657F-0E32-4130-ADDA-66B81138A7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306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6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720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86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100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115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8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1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8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1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30.emf"/><Relationship Id="rId2" Type="http://schemas.openxmlformats.org/officeDocument/2006/relationships/customXml" Target="../../customXml/item3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.xml"/></Relationships>
</file>

<file path=ppt/slideLayouts/_rels/slideLayout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tags" Target="../tags/tag6.xml"/><Relationship Id="rId7" Type="http://schemas.openxmlformats.org/officeDocument/2006/relationships/image" Target="../media/image31.emf"/><Relationship Id="rId2" Type="http://schemas.openxmlformats.org/officeDocument/2006/relationships/tags" Target="../tags/tag5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 descr="A picture containing fireworks, star, table, sky&#10;&#10;Description automatically generated">
            <a:extLst>
              <a:ext uri="{FF2B5EF4-FFF2-40B4-BE49-F238E27FC236}">
                <a16:creationId xmlns:a16="http://schemas.microsoft.com/office/drawing/2014/main" id="{591CD5A4-BDEB-4734-8FA5-5C3B4A08A4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462213"/>
          </a:xfr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250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A close up of a light&#10;&#10;Description automatically generated">
            <a:extLst>
              <a:ext uri="{FF2B5EF4-FFF2-40B4-BE49-F238E27FC236}">
                <a16:creationId xmlns:a16="http://schemas.microsoft.com/office/drawing/2014/main" id="{F50DEF7C-D243-494F-A738-41FC9AF515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769989"/>
          </a:xfr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M3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117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A picture containing light, star&#10;&#10;Description automatically generated">
            <a:extLst>
              <a:ext uri="{FF2B5EF4-FFF2-40B4-BE49-F238E27FC236}">
                <a16:creationId xmlns:a16="http://schemas.microsoft.com/office/drawing/2014/main" id="{AA220E05-4C1E-4F58-BFC0-57C07A95F7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9288000" cy="2462213"/>
          </a:xfr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9615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8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Background pattern&#10;&#10;Description automatically generated">
            <a:extLst>
              <a:ext uri="{FF2B5EF4-FFF2-40B4-BE49-F238E27FC236}">
                <a16:creationId xmlns:a16="http://schemas.microsoft.com/office/drawing/2014/main" id="{70837433-2C09-4518-AF0D-697A97CAC3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462213"/>
          </a:xfr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5914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6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 descr="Background pattern&#10;&#10;Description automatically generated">
            <a:extLst>
              <a:ext uri="{FF2B5EF4-FFF2-40B4-BE49-F238E27FC236}">
                <a16:creationId xmlns:a16="http://schemas.microsoft.com/office/drawing/2014/main" id="{DF3DAF0E-BB8A-4082-8CE7-1BBCE61C8C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769989"/>
          </a:xfr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3"/>
            <a:ext cx="9288000" cy="1622621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4260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4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DE598EC2-770B-4F85-A209-57F0E77094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9288000" cy="2462213"/>
          </a:xfr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533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0781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4751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4284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46D369A7-07BD-4B91-9E53-807AAAF0C3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6653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DC2D4109-C5C2-42BB-B5A0-2F6793388E2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8920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98AE3DB-A74B-4AD6-A37C-FBCFB647B93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6047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8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23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0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377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36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824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48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325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40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3617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36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Subline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889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48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911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40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1962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36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6475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48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6734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40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25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36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486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46221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9905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769989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2"/>
            <a:ext cx="9288000" cy="1622622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8591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46221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121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21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46221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4FC1DCA2-253A-4E87-91E4-D402488C8D7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111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769989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1"/>
            <a:ext cx="9288000" cy="16226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543E2CC-A901-4194-A712-51CE520302B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9022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399" y="1414463"/>
            <a:ext cx="11370437" cy="246221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2A2349A4-4A97-42CC-AE59-7EDEE385EDF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036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gnisphere" descr="A picture containing chart&#10;&#10;Description automatically generated">
            <a:extLst>
              <a:ext uri="{FF2B5EF4-FFF2-40B4-BE49-F238E27FC236}">
                <a16:creationId xmlns:a16="http://schemas.microsoft.com/office/drawing/2014/main" id="{FEC69F24-2876-47B9-A4B6-0ADE800ECD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5904675" cy="57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1163" y="1414463"/>
            <a:ext cx="5903912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902325" algn="r"/>
              </a:tabLst>
              <a:defRPr/>
            </a:lvl1pPr>
            <a:lvl2pPr>
              <a:spcAft>
                <a:spcPts val="900"/>
              </a:spcAft>
              <a:tabLst>
                <a:tab pos="5902325" algn="r"/>
              </a:tabLst>
              <a:defRPr/>
            </a:lvl2pPr>
            <a:lvl3pPr marL="180000">
              <a:spcAft>
                <a:spcPts val="900"/>
              </a:spcAft>
              <a:tabLst>
                <a:tab pos="5902325" algn="r"/>
              </a:tabLst>
              <a:defRPr b="1"/>
            </a:lvl3pPr>
            <a:lvl4pPr marL="360000">
              <a:spcAft>
                <a:spcPts val="900"/>
              </a:spcAft>
              <a:tabLst>
                <a:tab pos="5902325" algn="r"/>
              </a:tabLst>
              <a:defRPr/>
            </a:lvl4pPr>
            <a:lvl5pPr marL="360000">
              <a:spcAft>
                <a:spcPts val="900"/>
              </a:spcAft>
              <a:tabLst>
                <a:tab pos="5902325" algn="r"/>
              </a:tabLst>
              <a:defRPr b="1"/>
            </a:lvl5pPr>
            <a:lvl6pPr marL="180000">
              <a:spcAft>
                <a:spcPts val="600"/>
              </a:spcAft>
              <a:tabLst>
                <a:tab pos="5902325" algn="r"/>
              </a:tabLst>
              <a:defRPr sz="1600"/>
            </a:lvl6pPr>
            <a:lvl7pPr marL="180000">
              <a:spcAft>
                <a:spcPts val="600"/>
              </a:spcAft>
              <a:tabLst>
                <a:tab pos="5902325" algn="r"/>
              </a:tabLst>
              <a:defRPr sz="1600" b="1"/>
            </a:lvl7pPr>
            <a:lvl8pPr marL="360000">
              <a:spcAft>
                <a:spcPts val="600"/>
              </a:spcAft>
              <a:tabLst>
                <a:tab pos="5902325" algn="r"/>
              </a:tabLst>
              <a:defRPr sz="1600"/>
            </a:lvl8pPr>
            <a:lvl9pPr marL="360000">
              <a:spcAft>
                <a:spcPts val="600"/>
              </a:spcAft>
              <a:tabLst>
                <a:tab pos="5902325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747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5" pos="3978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19" pos="4248">
          <p15:clr>
            <a:srgbClr val="65CEF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/ 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8236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002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 withou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626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12192000" cy="6167438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Full size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F142F7C-7BE3-40CB-8C53-6F7533073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400" y="1054100"/>
            <a:ext cx="9252000" cy="149186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199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(Text 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7611160" cy="6167438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FFC798E-B633-4D30-A7C1-DC796BD888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400" y="1054100"/>
            <a:ext cx="6156275" cy="2215991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6F965802-E517-4CC3-99D7-1DA8BF1FB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42400" y="1054100"/>
            <a:ext cx="3744000" cy="5113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279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522" userDrawn="1">
          <p15:clr>
            <a:srgbClr val="65CEFF"/>
          </p15:clr>
        </p15:guide>
        <p15:guide id="3" pos="4794" userDrawn="1">
          <p15:clr>
            <a:srgbClr val="65CEFF"/>
          </p15:clr>
        </p15:guide>
        <p15:guide id="4" pos="5066" userDrawn="1">
          <p15:clr>
            <a:srgbClr val="65CEFF"/>
          </p15:clr>
        </p15:guide>
        <p15:guide id="5" pos="6472" userDrawn="1">
          <p15:clr>
            <a:srgbClr val="65CEFF"/>
          </p15:clr>
        </p15:guide>
        <p15:guide id="6" pos="7425" userDrawn="1">
          <p15:clr>
            <a:srgbClr val="65CEFF"/>
          </p15:clr>
        </p15:guide>
        <p15:guide id="7" orient="horz" pos="302" userDrawn="1">
          <p15:clr>
            <a:srgbClr val="65CEFF"/>
          </p15:clr>
        </p15:guide>
        <p15:guide id="8" orient="horz" pos="664" userDrawn="1">
          <p15:clr>
            <a:srgbClr val="65CEFF"/>
          </p15:clr>
        </p15:guide>
        <p15:guide id="9" orient="horz" pos="891" userDrawn="1">
          <p15:clr>
            <a:srgbClr val="65CEFF"/>
          </p15:clr>
        </p15:guide>
        <p15:guide id="10" orient="horz" pos="3658" userDrawn="1">
          <p15:clr>
            <a:srgbClr val="65CEFF"/>
          </p15:clr>
        </p15:guide>
        <p15:guide id="11" orient="horz" pos="3885" userDrawn="1">
          <p15:clr>
            <a:srgbClr val="65CEFF"/>
          </p15:clr>
        </p15:guide>
        <p15:guide id="12" orient="horz" pos="4157" userDrawn="1">
          <p15:clr>
            <a:srgbClr val="65CEF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 (with key visual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gnisphere" descr="A picture containing fish, monitor, keyboard, computer&#10;&#10;Description automatically generated">
            <a:extLst>
              <a:ext uri="{FF2B5EF4-FFF2-40B4-BE49-F238E27FC236}">
                <a16:creationId xmlns:a16="http://schemas.microsoft.com/office/drawing/2014/main" id="{AE83F1C5-95B7-47C3-B837-8191D1E397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4918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5345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 (with key visual)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gnisphere" descr="A picture containing sky, water, star&#10;&#10;Description automatically generated">
            <a:extLst>
              <a:ext uri="{FF2B5EF4-FFF2-40B4-BE49-F238E27FC236}">
                <a16:creationId xmlns:a16="http://schemas.microsoft.com/office/drawing/2014/main" id="{E2F7C1AE-8376-445B-98CD-DBE6E96E38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8126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3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083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3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942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794" userDrawn="1">
          <p15:clr>
            <a:srgbClr val="65CEFF"/>
          </p15:clr>
        </p15:guide>
        <p15:guide id="3" pos="6472" userDrawn="1">
          <p15:clr>
            <a:srgbClr val="65CEFF"/>
          </p15:clr>
        </p15:guide>
        <p15:guide id="4" pos="7425" userDrawn="1">
          <p15:clr>
            <a:srgbClr val="65CEFF"/>
          </p15:clr>
        </p15:guide>
        <p15:guide id="5" orient="horz" pos="302" userDrawn="1">
          <p15:clr>
            <a:srgbClr val="65CEFF"/>
          </p15:clr>
        </p15:guide>
        <p15:guide id="6" orient="horz" pos="664" userDrawn="1">
          <p15:clr>
            <a:srgbClr val="65CEFF"/>
          </p15:clr>
        </p15:guide>
        <p15:guide id="7" orient="horz" pos="891" userDrawn="1">
          <p15:clr>
            <a:srgbClr val="65CEFF"/>
          </p15:clr>
        </p15:guide>
        <p15:guide id="8" orient="horz" pos="3658" userDrawn="1">
          <p15:clr>
            <a:srgbClr val="65CEFF"/>
          </p15:clr>
        </p15:guide>
        <p15:guide id="9" orient="horz" pos="3885" userDrawn="1">
          <p15:clr>
            <a:srgbClr val="65CEFF"/>
          </p15:clr>
        </p15:guide>
        <p15:guide id="10" orient="horz" pos="4157" userDrawn="1">
          <p15:clr>
            <a:srgbClr val="65CEFF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800"/>
            <a:ext cx="113760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7367E6C0-4D2C-4C5F-86D8-A2CFF0EB3D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F746812-65E3-4C09-AC38-B0CFE93C8A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654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302" userDrawn="1">
          <p15:clr>
            <a:srgbClr val="65CEFF"/>
          </p15:clr>
        </p15:guide>
        <p15:guide id="5" orient="horz" pos="664" userDrawn="1">
          <p15:clr>
            <a:srgbClr val="65CEFF"/>
          </p15:clr>
        </p15:guide>
        <p15:guide id="6" orient="horz" pos="891" userDrawn="1">
          <p15:clr>
            <a:srgbClr val="65CEFF"/>
          </p15:clr>
        </p15:guide>
        <p15:guide id="7" orient="horz" pos="3658" userDrawn="1">
          <p15:clr>
            <a:srgbClr val="65CEFF"/>
          </p15:clr>
        </p15:guide>
        <p15:guide id="8" orient="horz" pos="3885" userDrawn="1">
          <p15:clr>
            <a:srgbClr val="65CEFF"/>
          </p15:clr>
        </p15:guide>
        <p15:guide id="9" orient="horz" pos="4157" userDrawn="1">
          <p15:clr>
            <a:srgbClr val="65CEFF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54705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2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5075" y="1414800"/>
            <a:ext cx="546576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33A503D1-D234-4258-9A03-D858B10BA4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1AA656B-0BAF-4B75-90BE-93CAC5946C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4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3705" userDrawn="1">
          <p15:clr>
            <a:srgbClr val="65CEFF"/>
          </p15:clr>
        </p15:guide>
        <p15:guide id="3" pos="3978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3658" userDrawn="1">
          <p15:clr>
            <a:srgbClr val="65CEFF"/>
          </p15:clr>
        </p15:guide>
        <p15:guide id="10" orient="horz" pos="3885" userDrawn="1">
          <p15:clr>
            <a:srgbClr val="65CEFF"/>
          </p15:clr>
        </p15:guide>
        <p15:guide id="11" orient="horz" pos="4157" userDrawn="1">
          <p15:clr>
            <a:srgbClr val="65CEFF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2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98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py 3">
            <a:extLst>
              <a:ext uri="{FF2B5EF4-FFF2-40B4-BE49-F238E27FC236}">
                <a16:creationId xmlns:a16="http://schemas.microsoft.com/office/drawing/2014/main" id="{F020B491-E63A-4FB5-94ED-2BC31EB35C33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186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613FA68-C74A-4621-9563-250388EBCC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F9117D9C-D502-472C-A3C8-FA9087A2EDC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910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4975" userDrawn="1">
          <p15:clr>
            <a:srgbClr val="65CEFF"/>
          </p15:clr>
        </p15:guide>
        <p15:guide id="5" pos="5157" userDrawn="1">
          <p15:clr>
            <a:srgbClr val="65CEFF"/>
          </p15:clr>
        </p15:guide>
        <p15:guide id="6" pos="6472" userDrawn="1">
          <p15:clr>
            <a:srgbClr val="65CEFF"/>
          </p15:clr>
        </p15:guide>
        <p15:guide id="7" pos="7425" userDrawn="1">
          <p15:clr>
            <a:srgbClr val="65CEFF"/>
          </p15:clr>
        </p15:guide>
        <p15:guide id="8" orient="horz" pos="302" userDrawn="1">
          <p15:clr>
            <a:srgbClr val="65CEFF"/>
          </p15:clr>
        </p15:guide>
        <p15:guide id="9" orient="horz" pos="664" userDrawn="1">
          <p15:clr>
            <a:srgbClr val="65CEFF"/>
          </p15:clr>
        </p15:guide>
        <p15:guide id="10" orient="horz" pos="891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py 2">
            <a:extLst>
              <a:ext uri="{FF2B5EF4-FFF2-40B4-BE49-F238E27FC236}">
                <a16:creationId xmlns:a16="http://schemas.microsoft.com/office/drawing/2014/main" id="{2871E7F7-6A93-4406-8617-80D9CFF396A8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162" y="3718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3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5075" y="1414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py 4">
            <a:extLst>
              <a:ext uri="{FF2B5EF4-FFF2-40B4-BE49-F238E27FC236}">
                <a16:creationId xmlns:a16="http://schemas.microsoft.com/office/drawing/2014/main" id="{7AD3B9B1-3210-46C8-8222-A0E11719EB8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15075" y="3718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1DF6F0C8-00D9-4034-B3CC-D376702BE1C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3D55964-F7E8-48E3-84D5-FE4FE835C56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860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3705" userDrawn="1">
          <p15:clr>
            <a:srgbClr val="65CEFF"/>
          </p15:clr>
        </p15:guide>
        <p15:guide id="3" pos="3978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2206" userDrawn="1">
          <p15:clr>
            <a:srgbClr val="65CEFF"/>
          </p15:clr>
        </p15:guide>
        <p15:guide id="10" orient="horz" pos="2343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568133C-15D2-4F33-802E-DF15E789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90866A30-329B-420B-B42B-2C69E0DE6D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1161" y="1414800"/>
            <a:ext cx="7199313" cy="4752000"/>
          </a:xfrm>
          <a:solidFill>
            <a:schemeClr val="bg2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33756E69-CA2F-47EC-9D32-CB09C4CD83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5022CCB-0484-488B-8637-222C3919B0F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F468BE17-5D03-45C2-9D37-CF354AAA95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48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794" userDrawn="1">
          <p15:clr>
            <a:srgbClr val="65CEFF"/>
          </p15:clr>
        </p15:guide>
        <p15:guide id="3" pos="5066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3658" userDrawn="1">
          <p15:clr>
            <a:srgbClr val="65CEFF"/>
          </p15:clr>
        </p15:guide>
        <p15:guide id="10" orient="horz" pos="3885" userDrawn="1">
          <p15:clr>
            <a:srgbClr val="65CEFF"/>
          </p15:clr>
        </p15:guide>
        <p15:guide id="11" orient="horz" pos="4157" userDrawn="1">
          <p15:clr>
            <a:srgbClr val="65CEFF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out logo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0C7B869-3095-4D4F-B832-8B6077991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299C05E6-AE55-4C36-8543-1DA3751542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1163" y="1414800"/>
            <a:ext cx="7199311" cy="4752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BA12055-C879-45E9-A105-2B26D233C9D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9AD82E40-8759-4AAC-B9F2-63E0F2C4CC7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610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794" userDrawn="1">
          <p15:clr>
            <a:srgbClr val="65CEFF"/>
          </p15:clr>
        </p15:guide>
        <p15:guide id="3" pos="5066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3658" userDrawn="1">
          <p15:clr>
            <a:srgbClr val="65CEFF"/>
          </p15:clr>
        </p15:guide>
        <p15:guide id="10" orient="horz" pos="3885" userDrawn="1">
          <p15:clr>
            <a:srgbClr val="65CEFF"/>
          </p15:clr>
        </p15:guide>
        <p15:guide id="11" orient="horz" pos="4157" userDrawn="1">
          <p15:clr>
            <a:srgbClr val="65CEF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able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able Placeholder">
            <a:extLst>
              <a:ext uri="{FF2B5EF4-FFF2-40B4-BE49-F238E27FC236}">
                <a16:creationId xmlns:a16="http://schemas.microsoft.com/office/drawing/2014/main" id="{D41D1FE0-EDDA-47B8-BF1F-831D4733C32A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04812" y="1414461"/>
            <a:ext cx="11376026" cy="439200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9CEA2FAD-1597-4F5C-878D-02CB854024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CE0A22CB-5E69-4817-B713-C02B97CF6B9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428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302" userDrawn="1">
          <p15:clr>
            <a:srgbClr val="65CEFF"/>
          </p15:clr>
        </p15:guide>
        <p15:guide id="5" orient="horz" pos="664" userDrawn="1">
          <p15:clr>
            <a:srgbClr val="65CEFF"/>
          </p15:clr>
        </p15:guide>
        <p15:guide id="6" orient="horz" pos="891" userDrawn="1">
          <p15:clr>
            <a:srgbClr val="65CEFF"/>
          </p15:clr>
        </p15:guide>
        <p15:guide id="7" orient="horz" pos="3658" userDrawn="1">
          <p15:clr>
            <a:srgbClr val="65CEFF"/>
          </p15:clr>
        </p15:guide>
        <p15:guide id="8" orient="horz" pos="3885" userDrawn="1">
          <p15:clr>
            <a:srgbClr val="65CEFF"/>
          </p15:clr>
        </p15:guide>
        <p15:guide id="9" orient="horz" pos="4157" userDrawn="1">
          <p15:clr>
            <a:srgbClr val="65CEFF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flo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F2A455C-53B1-4792-8EA9-F00926C48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462"/>
            <a:ext cx="3600000" cy="4392000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rgbClr val="00FFB9"/>
              </a:buClr>
              <a:defRPr>
                <a:ln>
                  <a:noFill/>
                </a:ln>
              </a:defRPr>
            </a:lvl2pPr>
            <a:lvl3pPr>
              <a:buClr>
                <a:srgbClr val="00FFB9"/>
              </a:buClr>
              <a:defRPr>
                <a:ln>
                  <a:noFill/>
                </a:ln>
              </a:defRPr>
            </a:lvl3pPr>
            <a:lvl4pPr>
              <a:buClr>
                <a:srgbClr val="00FFB9"/>
              </a:buClr>
              <a:defRPr>
                <a:ln>
                  <a:noFill/>
                </a:ln>
              </a:defRPr>
            </a:lvl4pPr>
            <a:lvl5pPr>
              <a:buClr>
                <a:srgbClr val="00FFB9"/>
              </a:buClr>
              <a:defRPr>
                <a:ln>
                  <a:noFill/>
                </a:ln>
              </a:defRPr>
            </a:lvl5pPr>
            <a:lvl6pPr>
              <a:buClr>
                <a:srgbClr val="00FFB9"/>
              </a:buClr>
              <a:defRPr>
                <a:ln>
                  <a:noFill/>
                </a:ln>
              </a:defRPr>
            </a:lvl6pPr>
            <a:lvl7pPr>
              <a:buClr>
                <a:srgbClr val="00FFB9"/>
              </a:buClr>
              <a:defRPr>
                <a:ln>
                  <a:noFill/>
                </a:ln>
              </a:defRPr>
            </a:lvl7pPr>
            <a:lvl8pPr>
              <a:buClr>
                <a:srgbClr val="00FFB9"/>
              </a:buClr>
              <a:defRPr>
                <a:ln>
                  <a:noFill/>
                </a:ln>
              </a:defRPr>
            </a:lvl8pPr>
            <a:lvl9pPr>
              <a:buClr>
                <a:srgbClr val="00FFB9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py 2">
            <a:extLst>
              <a:ext uri="{FF2B5EF4-FFF2-40B4-BE49-F238E27FC236}">
                <a16:creationId xmlns:a16="http://schemas.microsoft.com/office/drawing/2014/main" id="{3AC3CE10-0C4B-4A11-BA76-8CAFED13661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99176" y="1414462"/>
            <a:ext cx="3600000" cy="4392000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rgbClr val="00FFB9"/>
              </a:buClr>
              <a:defRPr>
                <a:ln>
                  <a:noFill/>
                </a:ln>
              </a:defRPr>
            </a:lvl2pPr>
            <a:lvl3pPr>
              <a:buClr>
                <a:srgbClr val="00FFB9"/>
              </a:buClr>
              <a:defRPr>
                <a:ln>
                  <a:noFill/>
                </a:ln>
              </a:defRPr>
            </a:lvl3pPr>
            <a:lvl4pPr>
              <a:buClr>
                <a:srgbClr val="00FFB9"/>
              </a:buClr>
              <a:defRPr>
                <a:ln>
                  <a:noFill/>
                </a:ln>
              </a:defRPr>
            </a:lvl4pPr>
            <a:lvl5pPr>
              <a:buClr>
                <a:srgbClr val="00FFB9"/>
              </a:buClr>
              <a:defRPr>
                <a:ln>
                  <a:noFill/>
                </a:ln>
              </a:defRPr>
            </a:lvl5pPr>
            <a:lvl6pPr>
              <a:buClr>
                <a:srgbClr val="00FFB9"/>
              </a:buClr>
              <a:defRPr>
                <a:ln>
                  <a:noFill/>
                </a:ln>
              </a:defRPr>
            </a:lvl6pPr>
            <a:lvl7pPr>
              <a:buClr>
                <a:srgbClr val="00FFB9"/>
              </a:buClr>
              <a:defRPr>
                <a:ln>
                  <a:noFill/>
                </a:ln>
              </a:defRPr>
            </a:lvl7pPr>
            <a:lvl8pPr>
              <a:buClr>
                <a:srgbClr val="00FFB9"/>
              </a:buClr>
              <a:defRPr>
                <a:ln>
                  <a:noFill/>
                </a:ln>
              </a:defRPr>
            </a:lvl8pPr>
            <a:lvl9pPr>
              <a:buClr>
                <a:srgbClr val="00FFB9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py 3">
            <a:extLst>
              <a:ext uri="{FF2B5EF4-FFF2-40B4-BE49-F238E27FC236}">
                <a16:creationId xmlns:a16="http://schemas.microsoft.com/office/drawing/2014/main" id="{E840DCCC-8E77-40B8-B94B-A4D3A4D7782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87189" y="1414462"/>
            <a:ext cx="3600000" cy="4392000"/>
          </a:xfrm>
          <a:prstGeom prst="rect">
            <a:avLst/>
          </a:prstGeom>
          <a:solidFill>
            <a:schemeClr val="tx2"/>
          </a:solidFill>
          <a:ln w="19050">
            <a:solidFill>
              <a:schemeClr val="tx1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accent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accent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accent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accent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91FCCEDD-7521-4BD5-8A32-A62DA624670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C2AAE3E-7F56-4838-BCE7-6B966549F4D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E5DDD55C-5C17-4BCD-A9BB-FE8A69DC48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158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4975" userDrawn="1">
          <p15:clr>
            <a:srgbClr val="65CEFF"/>
          </p15:clr>
        </p15:guide>
        <p15:guide id="5" pos="5157" userDrawn="1">
          <p15:clr>
            <a:srgbClr val="65CEFF"/>
          </p15:clr>
        </p15:guide>
        <p15:guide id="6" pos="6472" userDrawn="1">
          <p15:clr>
            <a:srgbClr val="65CEFF"/>
          </p15:clr>
        </p15:guide>
        <p15:guide id="7" pos="7425" userDrawn="1">
          <p15:clr>
            <a:srgbClr val="65CEFF"/>
          </p15:clr>
        </p15:guide>
        <p15:guide id="8" orient="horz" pos="302" userDrawn="1">
          <p15:clr>
            <a:srgbClr val="65CEFF"/>
          </p15:clr>
        </p15:guide>
        <p15:guide id="9" orient="horz" pos="664" userDrawn="1">
          <p15:clr>
            <a:srgbClr val="65CEFF"/>
          </p15:clr>
        </p15:guide>
        <p15:guide id="10" orient="horz" pos="891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2400" y="1702799"/>
            <a:ext cx="925276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2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2" name="Quote marks">
            <a:extLst>
              <a:ext uri="{FF2B5EF4-FFF2-40B4-BE49-F238E27FC236}">
                <a16:creationId xmlns:a16="http://schemas.microsoft.com/office/drawing/2014/main" id="{58EF2AB0-A78A-44C9-9A7D-F20D9ED854E0}"/>
              </a:ext>
            </a:extLst>
          </p:cNvPr>
          <p:cNvSpPr/>
          <p:nvPr/>
        </p:nvSpPr>
        <p:spPr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0">
                <a:srgbClr val="00FFB9"/>
              </a:gs>
              <a:gs pos="10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6AEDD147-ACC0-4A9C-9043-90612765C0F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131F54F-C70B-4435-91E6-F995F83E6C6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419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891" userDrawn="1">
          <p15:clr>
            <a:srgbClr val="65CEFF"/>
          </p15:clr>
        </p15:guide>
        <p15:guide id="5" orient="horz" pos="1073" userDrawn="1">
          <p15:clr>
            <a:srgbClr val="65CEFF"/>
          </p15:clr>
        </p15:guide>
        <p15:guide id="6" orient="horz" pos="2206" userDrawn="1">
          <p15:clr>
            <a:srgbClr val="65CEFF"/>
          </p15:clr>
        </p15:guide>
        <p15:guide id="7" orient="horz" pos="2343" userDrawn="1">
          <p15:clr>
            <a:srgbClr val="65CEFF"/>
          </p15:clr>
        </p15:guide>
        <p15:guide id="8" orient="horz" pos="3658" userDrawn="1">
          <p15:clr>
            <a:srgbClr val="65CEFF"/>
          </p15:clr>
        </p15:guide>
        <p15:guide id="9" orient="horz" pos="3885" userDrawn="1">
          <p15:clr>
            <a:srgbClr val="65CEFF"/>
          </p15:clr>
        </p15:guide>
        <p15:guide id="10" orient="horz" pos="4157" userDrawn="1">
          <p15:clr>
            <a:srgbClr val="65CEFF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2400" y="1702799"/>
            <a:ext cx="925200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1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/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1" name="Quote marks">
            <a:extLst>
              <a:ext uri="{FF2B5EF4-FFF2-40B4-BE49-F238E27FC236}">
                <a16:creationId xmlns:a16="http://schemas.microsoft.com/office/drawing/2014/main" id="{916E4245-F21C-4EAB-8B26-FEA21C26067F}"/>
              </a:ext>
            </a:extLst>
          </p:cNvPr>
          <p:cNvSpPr/>
          <p:nvPr userDrawn="1"/>
        </p:nvSpPr>
        <p:spPr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0">
                <a:srgbClr val="00FFB9"/>
              </a:gs>
              <a:gs pos="10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EC4F35EF-AC94-4800-9CB7-CA49CAFDD24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CC7FBE7-01B9-4EC8-8BE1-F416F7C5B7A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AF2E271F-5AF7-408E-9752-03D1D6448E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5121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891" userDrawn="1">
          <p15:clr>
            <a:srgbClr val="65CEFF"/>
          </p15:clr>
        </p15:guide>
        <p15:guide id="5" orient="horz" pos="1073" userDrawn="1">
          <p15:clr>
            <a:srgbClr val="65CEFF"/>
          </p15:clr>
        </p15:guide>
        <p15:guide id="6" orient="horz" pos="3658" userDrawn="1">
          <p15:clr>
            <a:srgbClr val="65CEFF"/>
          </p15:clr>
        </p15:guide>
        <p15:guide id="7" orient="horz" pos="3885" userDrawn="1">
          <p15:clr>
            <a:srgbClr val="65CEFF"/>
          </p15:clr>
        </p15:guide>
        <p15:guide id="8" orient="horz" pos="4157" userDrawn="1">
          <p15:clr>
            <a:srgbClr val="65CEFF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400" y="1271538"/>
            <a:ext cx="1080000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9F9E844-3827-4B6C-9CB5-13C9A70DCD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52C2AF7-8539-453F-BD56-35B696DB20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8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0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400" y="1270799"/>
            <a:ext cx="1080000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09BD8BE5-BFF2-469D-8B93-9556FCC45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9372441-FA7E-4481-BBC2-24CB6D301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0EF6BB07-4F4E-4859-9572-DA63E35B93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4166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801" userDrawn="1">
          <p15:clr>
            <a:srgbClr val="65CEFF"/>
          </p15:clr>
        </p15:guide>
        <p15:guide id="5" orient="horz" pos="3658" userDrawn="1">
          <p15:clr>
            <a:srgbClr val="65CEFF"/>
          </p15:clr>
        </p15:guide>
        <p15:guide id="6" orient="horz" pos="4157" userDrawn="1">
          <p15:clr>
            <a:srgbClr val="65CEFF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163" y="1234800"/>
            <a:ext cx="9863237" cy="1162523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wrap="square" lIns="0" tIns="54000" rIns="0" bIns="0" anchor="t" anchorCtr="0">
            <a:spAutoFit/>
          </a:bodyPr>
          <a:lstStyle>
            <a:lvl1pPr marL="540000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Contact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/>
            </a:lvl2pPr>
            <a:lvl3pPr marL="18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0"/>
            </a:lvl3pPr>
            <a:lvl4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4pPr>
            <a:lvl5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5pPr>
            <a:lvl6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7pPr>
            <a:lvl8pPr marL="72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72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9pPr>
          </a:lstStyle>
          <a:p>
            <a:pPr lvl="0"/>
            <a:r>
              <a:rPr lang="en-US" dirty="0"/>
              <a:t>Click to edit the contact</a:t>
            </a:r>
          </a:p>
          <a:p>
            <a:pPr lvl="1"/>
            <a:r>
              <a:rPr lang="en-US" dirty="0"/>
              <a:t>Name etc.</a:t>
            </a:r>
          </a:p>
          <a:p>
            <a:pPr lvl="2"/>
            <a:r>
              <a:rPr lang="en-US" dirty="0"/>
              <a:t>Department etc.</a:t>
            </a:r>
          </a:p>
          <a:p>
            <a:pPr lvl="3"/>
            <a:r>
              <a:rPr lang="en-US" dirty="0"/>
              <a:t>subchapter</a:t>
            </a:r>
          </a:p>
          <a:p>
            <a:pPr lvl="4"/>
            <a:r>
              <a:rPr lang="en-US" dirty="0"/>
              <a:t>active subchapter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5FD2C39E-5D81-4A0E-9F45-90932890088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799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778" userDrawn="1">
          <p15:clr>
            <a:srgbClr val="65CEFF"/>
          </p15:clr>
        </p15:guide>
        <p15:guide id="5" orient="horz" pos="3658" userDrawn="1">
          <p15:clr>
            <a:srgbClr val="65CEFF"/>
          </p15:clr>
        </p15:guide>
        <p15:guide id="6" orient="horz" pos="4157" userDrawn="1">
          <p15:clr>
            <a:srgbClr val="65CEFF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hapter title Dynamic Petrol">
    <p:bg>
      <p:bgPr>
        <a:gradFill>
          <a:gsLst>
            <a:gs pos="83000">
              <a:srgbClr val="0099B0">
                <a:alpha val="85000"/>
              </a:srgbClr>
            </a:gs>
            <a:gs pos="50000">
              <a:srgbClr val="009999">
                <a:alpha val="85000"/>
              </a:srgbClr>
            </a:gs>
            <a:gs pos="0">
              <a:srgbClr val="50BEBE">
                <a:alpha val="85000"/>
              </a:srgbClr>
            </a:gs>
            <a:gs pos="100000">
              <a:srgbClr val="0099CB">
                <a:alpha val="85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dtText Box 101 Id11"/>
          <p:cNvSpPr txBox="1"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6096000" y="0"/>
            <a:ext cx="1587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5981" rIns="0" bIns="0">
            <a:noAutofit/>
          </a:bodyPr>
          <a:lstStyle/>
          <a:p>
            <a:pPr algn="ctr">
              <a:buClrTx/>
              <a:buFontTx/>
              <a:buNone/>
            </a:pPr>
            <a:endParaRPr lang="en-US" sz="1099" b="1" dirty="0">
              <a:solidFill>
                <a:srgbClr val="990000"/>
              </a:solidFill>
            </a:endParaRPr>
          </a:p>
        </p:txBody>
      </p:sp>
      <p:grpSp>
        <p:nvGrpSpPr>
          <p:cNvPr id="31" name="Gruppieren 30"/>
          <p:cNvGrpSpPr/>
          <p:nvPr userDrawn="1"/>
        </p:nvGrpSpPr>
        <p:grpSpPr>
          <a:xfrm>
            <a:off x="-215888" y="-216000"/>
            <a:ext cx="12622226" cy="7290000"/>
            <a:chOff x="-216000" y="-216000"/>
            <a:chExt cx="12628800" cy="7290000"/>
          </a:xfrm>
        </p:grpSpPr>
        <p:cxnSp>
          <p:nvCxnSpPr>
            <p:cNvPr id="32" name="Gerade Verbindung 31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" name="Gerade Verbindung 55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7" name="Gerade Verbindung 56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8" name="Gerade Verbindung 57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9" name="Gerade Verbindung 58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0" name="Gerade Verbindung 59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" name="Gerade Verbindung 60"/>
            <p:cNvCxnSpPr/>
            <p:nvPr userDrawn="1"/>
          </p:nvCxnSpPr>
          <p:spPr bwMode="auto">
            <a:xfrm rot="5400000">
              <a:off x="123228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2" name="Gerade Verbindung 61"/>
            <p:cNvCxnSpPr/>
            <p:nvPr userDrawn="1"/>
          </p:nvCxnSpPr>
          <p:spPr bwMode="auto">
            <a:xfrm rot="5400000">
              <a:off x="12322800" y="14652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3" name="Gerade Verbindung 62"/>
            <p:cNvCxnSpPr/>
            <p:nvPr userDrawn="1"/>
          </p:nvCxnSpPr>
          <p:spPr bwMode="auto">
            <a:xfrm rot="5400000">
              <a:off x="12322800" y="36972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4" name="Gerade Verbindung 63"/>
            <p:cNvCxnSpPr/>
            <p:nvPr userDrawn="1"/>
          </p:nvCxnSpPr>
          <p:spPr bwMode="auto">
            <a:xfrm rot="5400000">
              <a:off x="12322800" y="38376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" name="Gerade Verbindung 64"/>
            <p:cNvCxnSpPr/>
            <p:nvPr userDrawn="1"/>
          </p:nvCxnSpPr>
          <p:spPr bwMode="auto">
            <a:xfrm rot="5400000">
              <a:off x="12322800" y="607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" name="Gerade Verbindung 65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7" name="Gerade Verbindung 66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" name="Gerade Verbindung 67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9" name="Gerade Verbindung 68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0" name="Gerade Verbindung 69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" name="Gerade Verbindung 70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Gerade Verbindung 71"/>
            <p:cNvCxnSpPr/>
            <p:nvPr userDrawn="1"/>
          </p:nvCxnSpPr>
          <p:spPr bwMode="auto">
            <a:xfrm rot="5400000">
              <a:off x="-1260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3" name="Gerade Verbindung 72"/>
            <p:cNvCxnSpPr/>
            <p:nvPr userDrawn="1"/>
          </p:nvCxnSpPr>
          <p:spPr bwMode="auto">
            <a:xfrm rot="5400000">
              <a:off x="-126000" y="14652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Gerade Verbindung 73"/>
            <p:cNvCxnSpPr/>
            <p:nvPr userDrawn="1"/>
          </p:nvCxnSpPr>
          <p:spPr bwMode="auto">
            <a:xfrm rot="5400000">
              <a:off x="-126000" y="36972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Gerade Verbindung 74"/>
            <p:cNvCxnSpPr/>
            <p:nvPr userDrawn="1"/>
          </p:nvCxnSpPr>
          <p:spPr bwMode="auto">
            <a:xfrm rot="5400000">
              <a:off x="-126000" y="38376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" name="Gerade Verbindung 75"/>
            <p:cNvCxnSpPr/>
            <p:nvPr userDrawn="1"/>
          </p:nvCxnSpPr>
          <p:spPr bwMode="auto">
            <a:xfrm rot="5400000">
              <a:off x="-126000" y="607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" name="cdtRectangle 115 Id57350"/>
          <p:cNvSpPr>
            <a:spLocks noGrp="1" noChangeArrowheads="1"/>
          </p:cNvSpPr>
          <p:nvPr>
            <p:ph type="ctrTitle"/>
            <p:custDataLst>
              <p:tags r:id="rId2"/>
            </p:custDataLst>
          </p:nvPr>
        </p:nvSpPr>
        <p:spPr bwMode="ltGray">
          <a:xfrm>
            <a:off x="626736" y="4704643"/>
            <a:ext cx="6476627" cy="1527271"/>
          </a:xfrm>
          <a:noFill/>
        </p:spPr>
        <p:txBody>
          <a:bodyPr wrap="square" lIns="216000" tIns="90000" rIns="216000" bIns="216000" anchor="b" anchorCtr="0">
            <a:spAutoFit/>
          </a:bodyPr>
          <a:lstStyle>
            <a:lvl1pPr>
              <a:defRPr sz="4398" smtClean="0">
                <a:solidFill>
                  <a:srgbClr val="FFFFFF"/>
                </a:solidFill>
                <a:latin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28" name="Group 33"/>
          <p:cNvGrpSpPr>
            <a:grpSpLocks noChangeAspect="1"/>
          </p:cNvGrpSpPr>
          <p:nvPr userDrawn="1"/>
        </p:nvGrpSpPr>
        <p:grpSpPr bwMode="auto">
          <a:xfrm>
            <a:off x="9550189" y="323850"/>
            <a:ext cx="2157876" cy="914400"/>
            <a:chOff x="6019" y="204"/>
            <a:chExt cx="1360" cy="576"/>
          </a:xfrm>
        </p:grpSpPr>
        <p:sp>
          <p:nvSpPr>
            <p:cNvPr id="33" name="AutoShape 32"/>
            <p:cNvSpPr>
              <a:spLocks noChangeAspect="1" noChangeArrowheads="1" noTextEdit="1"/>
            </p:cNvSpPr>
            <p:nvPr userDrawn="1"/>
          </p:nvSpPr>
          <p:spPr bwMode="auto">
            <a:xfrm>
              <a:off x="6019" y="204"/>
              <a:ext cx="1360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34" name="Rectangle 34"/>
            <p:cNvSpPr>
              <a:spLocks noChangeArrowheads="1"/>
            </p:cNvSpPr>
            <p:nvPr userDrawn="1"/>
          </p:nvSpPr>
          <p:spPr bwMode="auto">
            <a:xfrm>
              <a:off x="6019" y="204"/>
              <a:ext cx="1360" cy="5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35" name="Freeform 35"/>
            <p:cNvSpPr>
              <a:spLocks/>
            </p:cNvSpPr>
            <p:nvPr userDrawn="1"/>
          </p:nvSpPr>
          <p:spPr bwMode="auto">
            <a:xfrm>
              <a:off x="6765" y="562"/>
              <a:ext cx="98" cy="156"/>
            </a:xfrm>
            <a:custGeom>
              <a:avLst/>
              <a:gdLst>
                <a:gd name="T0" fmla="*/ 705 w 1179"/>
                <a:gd name="T1" fmla="*/ 998 h 1866"/>
                <a:gd name="T2" fmla="*/ 588 w 1179"/>
                <a:gd name="T3" fmla="*/ 1280 h 1866"/>
                <a:gd name="T4" fmla="*/ 458 w 1179"/>
                <a:gd name="T5" fmla="*/ 1547 h 1866"/>
                <a:gd name="T6" fmla="*/ 277 w 1179"/>
                <a:gd name="T7" fmla="*/ 1824 h 1866"/>
                <a:gd name="T8" fmla="*/ 270 w 1179"/>
                <a:gd name="T9" fmla="*/ 1854 h 1866"/>
                <a:gd name="T10" fmla="*/ 295 w 1179"/>
                <a:gd name="T11" fmla="*/ 1866 h 1866"/>
                <a:gd name="T12" fmla="*/ 363 w 1179"/>
                <a:gd name="T13" fmla="*/ 1834 h 1866"/>
                <a:gd name="T14" fmla="*/ 442 w 1179"/>
                <a:gd name="T15" fmla="*/ 1757 h 1866"/>
                <a:gd name="T16" fmla="*/ 627 w 1179"/>
                <a:gd name="T17" fmla="*/ 1494 h 1866"/>
                <a:gd name="T18" fmla="*/ 832 w 1179"/>
                <a:gd name="T19" fmla="*/ 1110 h 1866"/>
                <a:gd name="T20" fmla="*/ 972 w 1179"/>
                <a:gd name="T21" fmla="*/ 852 h 1866"/>
                <a:gd name="T22" fmla="*/ 1080 w 1179"/>
                <a:gd name="T23" fmla="*/ 704 h 1866"/>
                <a:gd name="T24" fmla="*/ 1172 w 1179"/>
                <a:gd name="T25" fmla="*/ 601 h 1866"/>
                <a:gd name="T26" fmla="*/ 1178 w 1179"/>
                <a:gd name="T27" fmla="*/ 575 h 1866"/>
                <a:gd name="T28" fmla="*/ 1137 w 1179"/>
                <a:gd name="T29" fmla="*/ 537 h 1866"/>
                <a:gd name="T30" fmla="*/ 1056 w 1179"/>
                <a:gd name="T31" fmla="*/ 517 h 1866"/>
                <a:gd name="T32" fmla="*/ 1012 w 1179"/>
                <a:gd name="T33" fmla="*/ 528 h 1866"/>
                <a:gd name="T34" fmla="*/ 948 w 1179"/>
                <a:gd name="T35" fmla="*/ 593 h 1866"/>
                <a:gd name="T36" fmla="*/ 778 w 1179"/>
                <a:gd name="T37" fmla="*/ 756 h 1866"/>
                <a:gd name="T38" fmla="*/ 713 w 1179"/>
                <a:gd name="T39" fmla="*/ 790 h 1866"/>
                <a:gd name="T40" fmla="*/ 676 w 1179"/>
                <a:gd name="T41" fmla="*/ 779 h 1866"/>
                <a:gd name="T42" fmla="*/ 653 w 1179"/>
                <a:gd name="T43" fmla="*/ 730 h 1866"/>
                <a:gd name="T44" fmla="*/ 655 w 1179"/>
                <a:gd name="T45" fmla="*/ 622 h 1866"/>
                <a:gd name="T46" fmla="*/ 650 w 1179"/>
                <a:gd name="T47" fmla="*/ 579 h 1866"/>
                <a:gd name="T48" fmla="*/ 622 w 1179"/>
                <a:gd name="T49" fmla="*/ 552 h 1866"/>
                <a:gd name="T50" fmla="*/ 493 w 1179"/>
                <a:gd name="T51" fmla="*/ 530 h 1866"/>
                <a:gd name="T52" fmla="*/ 272 w 1179"/>
                <a:gd name="T53" fmla="*/ 517 h 1866"/>
                <a:gd name="T54" fmla="*/ 340 w 1179"/>
                <a:gd name="T55" fmla="*/ 248 h 1866"/>
                <a:gd name="T56" fmla="*/ 393 w 1179"/>
                <a:gd name="T57" fmla="*/ 122 h 1866"/>
                <a:gd name="T58" fmla="*/ 426 w 1179"/>
                <a:gd name="T59" fmla="*/ 45 h 1866"/>
                <a:gd name="T60" fmla="*/ 397 w 1179"/>
                <a:gd name="T61" fmla="*/ 16 h 1866"/>
                <a:gd name="T62" fmla="*/ 333 w 1179"/>
                <a:gd name="T63" fmla="*/ 0 h 1866"/>
                <a:gd name="T64" fmla="*/ 279 w 1179"/>
                <a:gd name="T65" fmla="*/ 11 h 1866"/>
                <a:gd name="T66" fmla="*/ 240 w 1179"/>
                <a:gd name="T67" fmla="*/ 61 h 1866"/>
                <a:gd name="T68" fmla="*/ 150 w 1179"/>
                <a:gd name="T69" fmla="*/ 340 h 1866"/>
                <a:gd name="T70" fmla="*/ 89 w 1179"/>
                <a:gd name="T71" fmla="*/ 509 h 1866"/>
                <a:gd name="T72" fmla="*/ 11 w 1179"/>
                <a:gd name="T73" fmla="*/ 514 h 1866"/>
                <a:gd name="T74" fmla="*/ 0 w 1179"/>
                <a:gd name="T75" fmla="*/ 531 h 1866"/>
                <a:gd name="T76" fmla="*/ 25 w 1179"/>
                <a:gd name="T77" fmla="*/ 588 h 1866"/>
                <a:gd name="T78" fmla="*/ 69 w 1179"/>
                <a:gd name="T79" fmla="*/ 627 h 1866"/>
                <a:gd name="T80" fmla="*/ 100 w 1179"/>
                <a:gd name="T81" fmla="*/ 669 h 1866"/>
                <a:gd name="T82" fmla="*/ 102 w 1179"/>
                <a:gd name="T83" fmla="*/ 825 h 1866"/>
                <a:gd name="T84" fmla="*/ 141 w 1179"/>
                <a:gd name="T85" fmla="*/ 948 h 1866"/>
                <a:gd name="T86" fmla="*/ 220 w 1179"/>
                <a:gd name="T87" fmla="*/ 1011 h 1866"/>
                <a:gd name="T88" fmla="*/ 273 w 1179"/>
                <a:gd name="T89" fmla="*/ 1012 h 1866"/>
                <a:gd name="T90" fmla="*/ 282 w 1179"/>
                <a:gd name="T91" fmla="*/ 989 h 1866"/>
                <a:gd name="T92" fmla="*/ 251 w 1179"/>
                <a:gd name="T93" fmla="*/ 888 h 1866"/>
                <a:gd name="T94" fmla="*/ 244 w 1179"/>
                <a:gd name="T95" fmla="*/ 748 h 1866"/>
                <a:gd name="T96" fmla="*/ 282 w 1179"/>
                <a:gd name="T97" fmla="*/ 625 h 1866"/>
                <a:gd name="T98" fmla="*/ 428 w 1179"/>
                <a:gd name="T99" fmla="*/ 608 h 1866"/>
                <a:gd name="T100" fmla="*/ 477 w 1179"/>
                <a:gd name="T101" fmla="*/ 617 h 1866"/>
                <a:gd name="T102" fmla="*/ 483 w 1179"/>
                <a:gd name="T103" fmla="*/ 645 h 1866"/>
                <a:gd name="T104" fmla="*/ 495 w 1179"/>
                <a:gd name="T105" fmla="*/ 741 h 1866"/>
                <a:gd name="T106" fmla="*/ 539 w 1179"/>
                <a:gd name="T107" fmla="*/ 816 h 1866"/>
                <a:gd name="T108" fmla="*/ 600 w 1179"/>
                <a:gd name="T109" fmla="*/ 858 h 1866"/>
                <a:gd name="T110" fmla="*/ 682 w 1179"/>
                <a:gd name="T111" fmla="*/ 882 h 18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79" h="1866">
                  <a:moveTo>
                    <a:pt x="756" y="885"/>
                  </a:moveTo>
                  <a:lnTo>
                    <a:pt x="752" y="893"/>
                  </a:lnTo>
                  <a:lnTo>
                    <a:pt x="741" y="919"/>
                  </a:lnTo>
                  <a:lnTo>
                    <a:pt x="729" y="944"/>
                  </a:lnTo>
                  <a:lnTo>
                    <a:pt x="718" y="971"/>
                  </a:lnTo>
                  <a:lnTo>
                    <a:pt x="705" y="998"/>
                  </a:lnTo>
                  <a:lnTo>
                    <a:pt x="694" y="1026"/>
                  </a:lnTo>
                  <a:lnTo>
                    <a:pt x="682" y="1054"/>
                  </a:lnTo>
                  <a:lnTo>
                    <a:pt x="671" y="1083"/>
                  </a:lnTo>
                  <a:lnTo>
                    <a:pt x="659" y="1112"/>
                  </a:lnTo>
                  <a:lnTo>
                    <a:pt x="624" y="1194"/>
                  </a:lnTo>
                  <a:lnTo>
                    <a:pt x="588" y="1280"/>
                  </a:lnTo>
                  <a:lnTo>
                    <a:pt x="569" y="1324"/>
                  </a:lnTo>
                  <a:lnTo>
                    <a:pt x="548" y="1368"/>
                  </a:lnTo>
                  <a:lnTo>
                    <a:pt x="527" y="1412"/>
                  </a:lnTo>
                  <a:lnTo>
                    <a:pt x="506" y="1457"/>
                  </a:lnTo>
                  <a:lnTo>
                    <a:pt x="482" y="1501"/>
                  </a:lnTo>
                  <a:lnTo>
                    <a:pt x="458" y="1547"/>
                  </a:lnTo>
                  <a:lnTo>
                    <a:pt x="432" y="1593"/>
                  </a:lnTo>
                  <a:lnTo>
                    <a:pt x="405" y="1639"/>
                  </a:lnTo>
                  <a:lnTo>
                    <a:pt x="375" y="1685"/>
                  </a:lnTo>
                  <a:lnTo>
                    <a:pt x="344" y="1731"/>
                  </a:lnTo>
                  <a:lnTo>
                    <a:pt x="312" y="1778"/>
                  </a:lnTo>
                  <a:lnTo>
                    <a:pt x="277" y="1824"/>
                  </a:lnTo>
                  <a:lnTo>
                    <a:pt x="272" y="1832"/>
                  </a:lnTo>
                  <a:lnTo>
                    <a:pt x="269" y="1840"/>
                  </a:lnTo>
                  <a:lnTo>
                    <a:pt x="269" y="1844"/>
                  </a:lnTo>
                  <a:lnTo>
                    <a:pt x="268" y="1847"/>
                  </a:lnTo>
                  <a:lnTo>
                    <a:pt x="269" y="1851"/>
                  </a:lnTo>
                  <a:lnTo>
                    <a:pt x="270" y="1854"/>
                  </a:lnTo>
                  <a:lnTo>
                    <a:pt x="272" y="1857"/>
                  </a:lnTo>
                  <a:lnTo>
                    <a:pt x="274" y="1859"/>
                  </a:lnTo>
                  <a:lnTo>
                    <a:pt x="276" y="1861"/>
                  </a:lnTo>
                  <a:lnTo>
                    <a:pt x="279" y="1863"/>
                  </a:lnTo>
                  <a:lnTo>
                    <a:pt x="287" y="1865"/>
                  </a:lnTo>
                  <a:lnTo>
                    <a:pt x="295" y="1866"/>
                  </a:lnTo>
                  <a:lnTo>
                    <a:pt x="306" y="1865"/>
                  </a:lnTo>
                  <a:lnTo>
                    <a:pt x="317" y="1862"/>
                  </a:lnTo>
                  <a:lnTo>
                    <a:pt x="327" y="1858"/>
                  </a:lnTo>
                  <a:lnTo>
                    <a:pt x="338" y="1852"/>
                  </a:lnTo>
                  <a:lnTo>
                    <a:pt x="350" y="1843"/>
                  </a:lnTo>
                  <a:lnTo>
                    <a:pt x="363" y="1834"/>
                  </a:lnTo>
                  <a:lnTo>
                    <a:pt x="375" y="1824"/>
                  </a:lnTo>
                  <a:lnTo>
                    <a:pt x="388" y="1813"/>
                  </a:lnTo>
                  <a:lnTo>
                    <a:pt x="401" y="1801"/>
                  </a:lnTo>
                  <a:lnTo>
                    <a:pt x="415" y="1786"/>
                  </a:lnTo>
                  <a:lnTo>
                    <a:pt x="429" y="1772"/>
                  </a:lnTo>
                  <a:lnTo>
                    <a:pt x="442" y="1757"/>
                  </a:lnTo>
                  <a:lnTo>
                    <a:pt x="471" y="1722"/>
                  </a:lnTo>
                  <a:lnTo>
                    <a:pt x="500" y="1684"/>
                  </a:lnTo>
                  <a:lnTo>
                    <a:pt x="531" y="1642"/>
                  </a:lnTo>
                  <a:lnTo>
                    <a:pt x="563" y="1596"/>
                  </a:lnTo>
                  <a:lnTo>
                    <a:pt x="594" y="1547"/>
                  </a:lnTo>
                  <a:lnTo>
                    <a:pt x="627" y="1494"/>
                  </a:lnTo>
                  <a:lnTo>
                    <a:pt x="661" y="1438"/>
                  </a:lnTo>
                  <a:lnTo>
                    <a:pt x="694" y="1379"/>
                  </a:lnTo>
                  <a:lnTo>
                    <a:pt x="728" y="1317"/>
                  </a:lnTo>
                  <a:lnTo>
                    <a:pt x="763" y="1250"/>
                  </a:lnTo>
                  <a:lnTo>
                    <a:pt x="797" y="1181"/>
                  </a:lnTo>
                  <a:lnTo>
                    <a:pt x="832" y="1110"/>
                  </a:lnTo>
                  <a:lnTo>
                    <a:pt x="858" y="1056"/>
                  </a:lnTo>
                  <a:lnTo>
                    <a:pt x="883" y="1008"/>
                  </a:lnTo>
                  <a:lnTo>
                    <a:pt x="906" y="964"/>
                  </a:lnTo>
                  <a:lnTo>
                    <a:pt x="930" y="923"/>
                  </a:lnTo>
                  <a:lnTo>
                    <a:pt x="951" y="886"/>
                  </a:lnTo>
                  <a:lnTo>
                    <a:pt x="972" y="852"/>
                  </a:lnTo>
                  <a:lnTo>
                    <a:pt x="992" y="822"/>
                  </a:lnTo>
                  <a:lnTo>
                    <a:pt x="1010" y="793"/>
                  </a:lnTo>
                  <a:lnTo>
                    <a:pt x="1029" y="768"/>
                  </a:lnTo>
                  <a:lnTo>
                    <a:pt x="1047" y="745"/>
                  </a:lnTo>
                  <a:lnTo>
                    <a:pt x="1063" y="724"/>
                  </a:lnTo>
                  <a:lnTo>
                    <a:pt x="1080" y="704"/>
                  </a:lnTo>
                  <a:lnTo>
                    <a:pt x="1110" y="670"/>
                  </a:lnTo>
                  <a:lnTo>
                    <a:pt x="1139" y="639"/>
                  </a:lnTo>
                  <a:lnTo>
                    <a:pt x="1152" y="625"/>
                  </a:lnTo>
                  <a:lnTo>
                    <a:pt x="1164" y="610"/>
                  </a:lnTo>
                  <a:lnTo>
                    <a:pt x="1169" y="606"/>
                  </a:lnTo>
                  <a:lnTo>
                    <a:pt x="1172" y="601"/>
                  </a:lnTo>
                  <a:lnTo>
                    <a:pt x="1175" y="597"/>
                  </a:lnTo>
                  <a:lnTo>
                    <a:pt x="1177" y="592"/>
                  </a:lnTo>
                  <a:lnTo>
                    <a:pt x="1178" y="588"/>
                  </a:lnTo>
                  <a:lnTo>
                    <a:pt x="1179" y="584"/>
                  </a:lnTo>
                  <a:lnTo>
                    <a:pt x="1179" y="580"/>
                  </a:lnTo>
                  <a:lnTo>
                    <a:pt x="1178" y="575"/>
                  </a:lnTo>
                  <a:lnTo>
                    <a:pt x="1175" y="569"/>
                  </a:lnTo>
                  <a:lnTo>
                    <a:pt x="1171" y="561"/>
                  </a:lnTo>
                  <a:lnTo>
                    <a:pt x="1164" y="555"/>
                  </a:lnTo>
                  <a:lnTo>
                    <a:pt x="1157" y="549"/>
                  </a:lnTo>
                  <a:lnTo>
                    <a:pt x="1148" y="543"/>
                  </a:lnTo>
                  <a:lnTo>
                    <a:pt x="1137" y="537"/>
                  </a:lnTo>
                  <a:lnTo>
                    <a:pt x="1125" y="532"/>
                  </a:lnTo>
                  <a:lnTo>
                    <a:pt x="1111" y="527"/>
                  </a:lnTo>
                  <a:lnTo>
                    <a:pt x="1092" y="521"/>
                  </a:lnTo>
                  <a:lnTo>
                    <a:pt x="1074" y="518"/>
                  </a:lnTo>
                  <a:lnTo>
                    <a:pt x="1065" y="517"/>
                  </a:lnTo>
                  <a:lnTo>
                    <a:pt x="1056" y="517"/>
                  </a:lnTo>
                  <a:lnTo>
                    <a:pt x="1049" y="517"/>
                  </a:lnTo>
                  <a:lnTo>
                    <a:pt x="1041" y="518"/>
                  </a:lnTo>
                  <a:lnTo>
                    <a:pt x="1034" y="520"/>
                  </a:lnTo>
                  <a:lnTo>
                    <a:pt x="1027" y="522"/>
                  </a:lnTo>
                  <a:lnTo>
                    <a:pt x="1020" y="525"/>
                  </a:lnTo>
                  <a:lnTo>
                    <a:pt x="1012" y="528"/>
                  </a:lnTo>
                  <a:lnTo>
                    <a:pt x="1006" y="532"/>
                  </a:lnTo>
                  <a:lnTo>
                    <a:pt x="1000" y="537"/>
                  </a:lnTo>
                  <a:lnTo>
                    <a:pt x="994" y="542"/>
                  </a:lnTo>
                  <a:lnTo>
                    <a:pt x="989" y="548"/>
                  </a:lnTo>
                  <a:lnTo>
                    <a:pt x="985" y="551"/>
                  </a:lnTo>
                  <a:lnTo>
                    <a:pt x="948" y="593"/>
                  </a:lnTo>
                  <a:lnTo>
                    <a:pt x="909" y="635"/>
                  </a:lnTo>
                  <a:lnTo>
                    <a:pt x="870" y="675"/>
                  </a:lnTo>
                  <a:lnTo>
                    <a:pt x="832" y="711"/>
                  </a:lnTo>
                  <a:lnTo>
                    <a:pt x="813" y="728"/>
                  </a:lnTo>
                  <a:lnTo>
                    <a:pt x="795" y="743"/>
                  </a:lnTo>
                  <a:lnTo>
                    <a:pt x="778" y="756"/>
                  </a:lnTo>
                  <a:lnTo>
                    <a:pt x="762" y="769"/>
                  </a:lnTo>
                  <a:lnTo>
                    <a:pt x="746" y="778"/>
                  </a:lnTo>
                  <a:lnTo>
                    <a:pt x="732" y="784"/>
                  </a:lnTo>
                  <a:lnTo>
                    <a:pt x="725" y="787"/>
                  </a:lnTo>
                  <a:lnTo>
                    <a:pt x="719" y="789"/>
                  </a:lnTo>
                  <a:lnTo>
                    <a:pt x="713" y="790"/>
                  </a:lnTo>
                  <a:lnTo>
                    <a:pt x="707" y="790"/>
                  </a:lnTo>
                  <a:lnTo>
                    <a:pt x="697" y="789"/>
                  </a:lnTo>
                  <a:lnTo>
                    <a:pt x="688" y="786"/>
                  </a:lnTo>
                  <a:lnTo>
                    <a:pt x="684" y="784"/>
                  </a:lnTo>
                  <a:lnTo>
                    <a:pt x="680" y="782"/>
                  </a:lnTo>
                  <a:lnTo>
                    <a:pt x="676" y="779"/>
                  </a:lnTo>
                  <a:lnTo>
                    <a:pt x="673" y="776"/>
                  </a:lnTo>
                  <a:lnTo>
                    <a:pt x="668" y="770"/>
                  </a:lnTo>
                  <a:lnTo>
                    <a:pt x="664" y="762"/>
                  </a:lnTo>
                  <a:lnTo>
                    <a:pt x="661" y="755"/>
                  </a:lnTo>
                  <a:lnTo>
                    <a:pt x="657" y="747"/>
                  </a:lnTo>
                  <a:lnTo>
                    <a:pt x="653" y="730"/>
                  </a:lnTo>
                  <a:lnTo>
                    <a:pt x="651" y="711"/>
                  </a:lnTo>
                  <a:lnTo>
                    <a:pt x="651" y="692"/>
                  </a:lnTo>
                  <a:lnTo>
                    <a:pt x="651" y="672"/>
                  </a:lnTo>
                  <a:lnTo>
                    <a:pt x="653" y="652"/>
                  </a:lnTo>
                  <a:lnTo>
                    <a:pt x="654" y="634"/>
                  </a:lnTo>
                  <a:lnTo>
                    <a:pt x="655" y="622"/>
                  </a:lnTo>
                  <a:lnTo>
                    <a:pt x="656" y="611"/>
                  </a:lnTo>
                  <a:lnTo>
                    <a:pt x="656" y="604"/>
                  </a:lnTo>
                  <a:lnTo>
                    <a:pt x="655" y="597"/>
                  </a:lnTo>
                  <a:lnTo>
                    <a:pt x="654" y="591"/>
                  </a:lnTo>
                  <a:lnTo>
                    <a:pt x="652" y="585"/>
                  </a:lnTo>
                  <a:lnTo>
                    <a:pt x="650" y="579"/>
                  </a:lnTo>
                  <a:lnTo>
                    <a:pt x="647" y="574"/>
                  </a:lnTo>
                  <a:lnTo>
                    <a:pt x="644" y="569"/>
                  </a:lnTo>
                  <a:lnTo>
                    <a:pt x="639" y="564"/>
                  </a:lnTo>
                  <a:lnTo>
                    <a:pt x="634" y="560"/>
                  </a:lnTo>
                  <a:lnTo>
                    <a:pt x="629" y="556"/>
                  </a:lnTo>
                  <a:lnTo>
                    <a:pt x="622" y="552"/>
                  </a:lnTo>
                  <a:lnTo>
                    <a:pt x="615" y="549"/>
                  </a:lnTo>
                  <a:lnTo>
                    <a:pt x="598" y="544"/>
                  </a:lnTo>
                  <a:lnTo>
                    <a:pt x="578" y="539"/>
                  </a:lnTo>
                  <a:lnTo>
                    <a:pt x="558" y="537"/>
                  </a:lnTo>
                  <a:lnTo>
                    <a:pt x="529" y="533"/>
                  </a:lnTo>
                  <a:lnTo>
                    <a:pt x="493" y="530"/>
                  </a:lnTo>
                  <a:lnTo>
                    <a:pt x="453" y="527"/>
                  </a:lnTo>
                  <a:lnTo>
                    <a:pt x="411" y="525"/>
                  </a:lnTo>
                  <a:lnTo>
                    <a:pt x="366" y="522"/>
                  </a:lnTo>
                  <a:lnTo>
                    <a:pt x="322" y="520"/>
                  </a:lnTo>
                  <a:lnTo>
                    <a:pt x="279" y="517"/>
                  </a:lnTo>
                  <a:lnTo>
                    <a:pt x="272" y="517"/>
                  </a:lnTo>
                  <a:lnTo>
                    <a:pt x="273" y="510"/>
                  </a:lnTo>
                  <a:lnTo>
                    <a:pt x="286" y="448"/>
                  </a:lnTo>
                  <a:lnTo>
                    <a:pt x="300" y="387"/>
                  </a:lnTo>
                  <a:lnTo>
                    <a:pt x="316" y="329"/>
                  </a:lnTo>
                  <a:lnTo>
                    <a:pt x="332" y="274"/>
                  </a:lnTo>
                  <a:lnTo>
                    <a:pt x="340" y="248"/>
                  </a:lnTo>
                  <a:lnTo>
                    <a:pt x="349" y="223"/>
                  </a:lnTo>
                  <a:lnTo>
                    <a:pt x="358" y="199"/>
                  </a:lnTo>
                  <a:lnTo>
                    <a:pt x="367" y="178"/>
                  </a:lnTo>
                  <a:lnTo>
                    <a:pt x="376" y="157"/>
                  </a:lnTo>
                  <a:lnTo>
                    <a:pt x="384" y="138"/>
                  </a:lnTo>
                  <a:lnTo>
                    <a:pt x="393" y="122"/>
                  </a:lnTo>
                  <a:lnTo>
                    <a:pt x="401" y="106"/>
                  </a:lnTo>
                  <a:lnTo>
                    <a:pt x="413" y="86"/>
                  </a:lnTo>
                  <a:lnTo>
                    <a:pt x="422" y="67"/>
                  </a:lnTo>
                  <a:lnTo>
                    <a:pt x="425" y="59"/>
                  </a:lnTo>
                  <a:lnTo>
                    <a:pt x="426" y="52"/>
                  </a:lnTo>
                  <a:lnTo>
                    <a:pt x="426" y="45"/>
                  </a:lnTo>
                  <a:lnTo>
                    <a:pt x="424" y="39"/>
                  </a:lnTo>
                  <a:lnTo>
                    <a:pt x="422" y="34"/>
                  </a:lnTo>
                  <a:lnTo>
                    <a:pt x="418" y="30"/>
                  </a:lnTo>
                  <a:lnTo>
                    <a:pt x="413" y="25"/>
                  </a:lnTo>
                  <a:lnTo>
                    <a:pt x="406" y="20"/>
                  </a:lnTo>
                  <a:lnTo>
                    <a:pt x="397" y="16"/>
                  </a:lnTo>
                  <a:lnTo>
                    <a:pt x="387" y="13"/>
                  </a:lnTo>
                  <a:lnTo>
                    <a:pt x="376" y="9"/>
                  </a:lnTo>
                  <a:lnTo>
                    <a:pt x="364" y="6"/>
                  </a:lnTo>
                  <a:lnTo>
                    <a:pt x="353" y="3"/>
                  </a:lnTo>
                  <a:lnTo>
                    <a:pt x="342" y="1"/>
                  </a:lnTo>
                  <a:lnTo>
                    <a:pt x="333" y="0"/>
                  </a:lnTo>
                  <a:lnTo>
                    <a:pt x="323" y="0"/>
                  </a:lnTo>
                  <a:lnTo>
                    <a:pt x="313" y="1"/>
                  </a:lnTo>
                  <a:lnTo>
                    <a:pt x="304" y="2"/>
                  </a:lnTo>
                  <a:lnTo>
                    <a:pt x="294" y="4"/>
                  </a:lnTo>
                  <a:lnTo>
                    <a:pt x="286" y="7"/>
                  </a:lnTo>
                  <a:lnTo>
                    <a:pt x="279" y="11"/>
                  </a:lnTo>
                  <a:lnTo>
                    <a:pt x="273" y="15"/>
                  </a:lnTo>
                  <a:lnTo>
                    <a:pt x="267" y="20"/>
                  </a:lnTo>
                  <a:lnTo>
                    <a:pt x="262" y="26"/>
                  </a:lnTo>
                  <a:lnTo>
                    <a:pt x="253" y="37"/>
                  </a:lnTo>
                  <a:lnTo>
                    <a:pt x="245" y="49"/>
                  </a:lnTo>
                  <a:lnTo>
                    <a:pt x="240" y="61"/>
                  </a:lnTo>
                  <a:lnTo>
                    <a:pt x="235" y="73"/>
                  </a:lnTo>
                  <a:lnTo>
                    <a:pt x="216" y="124"/>
                  </a:lnTo>
                  <a:lnTo>
                    <a:pt x="197" y="177"/>
                  </a:lnTo>
                  <a:lnTo>
                    <a:pt x="180" y="230"/>
                  </a:lnTo>
                  <a:lnTo>
                    <a:pt x="164" y="285"/>
                  </a:lnTo>
                  <a:lnTo>
                    <a:pt x="150" y="340"/>
                  </a:lnTo>
                  <a:lnTo>
                    <a:pt x="137" y="395"/>
                  </a:lnTo>
                  <a:lnTo>
                    <a:pt x="126" y="450"/>
                  </a:lnTo>
                  <a:lnTo>
                    <a:pt x="117" y="505"/>
                  </a:lnTo>
                  <a:lnTo>
                    <a:pt x="116" y="510"/>
                  </a:lnTo>
                  <a:lnTo>
                    <a:pt x="111" y="510"/>
                  </a:lnTo>
                  <a:lnTo>
                    <a:pt x="89" y="509"/>
                  </a:lnTo>
                  <a:lnTo>
                    <a:pt x="71" y="509"/>
                  </a:lnTo>
                  <a:lnTo>
                    <a:pt x="54" y="509"/>
                  </a:lnTo>
                  <a:lnTo>
                    <a:pt x="39" y="509"/>
                  </a:lnTo>
                  <a:lnTo>
                    <a:pt x="26" y="510"/>
                  </a:lnTo>
                  <a:lnTo>
                    <a:pt x="16" y="512"/>
                  </a:lnTo>
                  <a:lnTo>
                    <a:pt x="11" y="514"/>
                  </a:lnTo>
                  <a:lnTo>
                    <a:pt x="8" y="517"/>
                  </a:lnTo>
                  <a:lnTo>
                    <a:pt x="5" y="519"/>
                  </a:lnTo>
                  <a:lnTo>
                    <a:pt x="3" y="522"/>
                  </a:lnTo>
                  <a:lnTo>
                    <a:pt x="2" y="524"/>
                  </a:lnTo>
                  <a:lnTo>
                    <a:pt x="1" y="528"/>
                  </a:lnTo>
                  <a:lnTo>
                    <a:pt x="0" y="531"/>
                  </a:lnTo>
                  <a:lnTo>
                    <a:pt x="0" y="535"/>
                  </a:lnTo>
                  <a:lnTo>
                    <a:pt x="2" y="545"/>
                  </a:lnTo>
                  <a:lnTo>
                    <a:pt x="6" y="555"/>
                  </a:lnTo>
                  <a:lnTo>
                    <a:pt x="11" y="566"/>
                  </a:lnTo>
                  <a:lnTo>
                    <a:pt x="17" y="577"/>
                  </a:lnTo>
                  <a:lnTo>
                    <a:pt x="25" y="588"/>
                  </a:lnTo>
                  <a:lnTo>
                    <a:pt x="34" y="600"/>
                  </a:lnTo>
                  <a:lnTo>
                    <a:pt x="40" y="606"/>
                  </a:lnTo>
                  <a:lnTo>
                    <a:pt x="47" y="611"/>
                  </a:lnTo>
                  <a:lnTo>
                    <a:pt x="54" y="618"/>
                  </a:lnTo>
                  <a:lnTo>
                    <a:pt x="61" y="623"/>
                  </a:lnTo>
                  <a:lnTo>
                    <a:pt x="69" y="627"/>
                  </a:lnTo>
                  <a:lnTo>
                    <a:pt x="77" y="631"/>
                  </a:lnTo>
                  <a:lnTo>
                    <a:pt x="86" y="635"/>
                  </a:lnTo>
                  <a:lnTo>
                    <a:pt x="96" y="638"/>
                  </a:lnTo>
                  <a:lnTo>
                    <a:pt x="102" y="640"/>
                  </a:lnTo>
                  <a:lnTo>
                    <a:pt x="101" y="644"/>
                  </a:lnTo>
                  <a:lnTo>
                    <a:pt x="100" y="669"/>
                  </a:lnTo>
                  <a:lnTo>
                    <a:pt x="99" y="693"/>
                  </a:lnTo>
                  <a:lnTo>
                    <a:pt x="98" y="718"/>
                  </a:lnTo>
                  <a:lnTo>
                    <a:pt x="98" y="741"/>
                  </a:lnTo>
                  <a:lnTo>
                    <a:pt x="98" y="771"/>
                  </a:lnTo>
                  <a:lnTo>
                    <a:pt x="99" y="798"/>
                  </a:lnTo>
                  <a:lnTo>
                    <a:pt x="102" y="825"/>
                  </a:lnTo>
                  <a:lnTo>
                    <a:pt x="106" y="849"/>
                  </a:lnTo>
                  <a:lnTo>
                    <a:pt x="110" y="873"/>
                  </a:lnTo>
                  <a:lnTo>
                    <a:pt x="116" y="894"/>
                  </a:lnTo>
                  <a:lnTo>
                    <a:pt x="123" y="914"/>
                  </a:lnTo>
                  <a:lnTo>
                    <a:pt x="131" y="932"/>
                  </a:lnTo>
                  <a:lnTo>
                    <a:pt x="141" y="948"/>
                  </a:lnTo>
                  <a:lnTo>
                    <a:pt x="152" y="963"/>
                  </a:lnTo>
                  <a:lnTo>
                    <a:pt x="163" y="976"/>
                  </a:lnTo>
                  <a:lnTo>
                    <a:pt x="176" y="987"/>
                  </a:lnTo>
                  <a:lnTo>
                    <a:pt x="189" y="997"/>
                  </a:lnTo>
                  <a:lnTo>
                    <a:pt x="204" y="1004"/>
                  </a:lnTo>
                  <a:lnTo>
                    <a:pt x="220" y="1011"/>
                  </a:lnTo>
                  <a:lnTo>
                    <a:pt x="236" y="1016"/>
                  </a:lnTo>
                  <a:lnTo>
                    <a:pt x="242" y="1017"/>
                  </a:lnTo>
                  <a:lnTo>
                    <a:pt x="248" y="1017"/>
                  </a:lnTo>
                  <a:lnTo>
                    <a:pt x="259" y="1016"/>
                  </a:lnTo>
                  <a:lnTo>
                    <a:pt x="268" y="1014"/>
                  </a:lnTo>
                  <a:lnTo>
                    <a:pt x="273" y="1012"/>
                  </a:lnTo>
                  <a:lnTo>
                    <a:pt x="277" y="1010"/>
                  </a:lnTo>
                  <a:lnTo>
                    <a:pt x="280" y="1007"/>
                  </a:lnTo>
                  <a:lnTo>
                    <a:pt x="282" y="1004"/>
                  </a:lnTo>
                  <a:lnTo>
                    <a:pt x="284" y="999"/>
                  </a:lnTo>
                  <a:lnTo>
                    <a:pt x="284" y="994"/>
                  </a:lnTo>
                  <a:lnTo>
                    <a:pt x="282" y="989"/>
                  </a:lnTo>
                  <a:lnTo>
                    <a:pt x="279" y="982"/>
                  </a:lnTo>
                  <a:lnTo>
                    <a:pt x="271" y="966"/>
                  </a:lnTo>
                  <a:lnTo>
                    <a:pt x="265" y="948"/>
                  </a:lnTo>
                  <a:lnTo>
                    <a:pt x="259" y="929"/>
                  </a:lnTo>
                  <a:lnTo>
                    <a:pt x="254" y="909"/>
                  </a:lnTo>
                  <a:lnTo>
                    <a:pt x="251" y="888"/>
                  </a:lnTo>
                  <a:lnTo>
                    <a:pt x="247" y="866"/>
                  </a:lnTo>
                  <a:lnTo>
                    <a:pt x="245" y="843"/>
                  </a:lnTo>
                  <a:lnTo>
                    <a:pt x="244" y="820"/>
                  </a:lnTo>
                  <a:lnTo>
                    <a:pt x="243" y="796"/>
                  </a:lnTo>
                  <a:lnTo>
                    <a:pt x="243" y="773"/>
                  </a:lnTo>
                  <a:lnTo>
                    <a:pt x="244" y="748"/>
                  </a:lnTo>
                  <a:lnTo>
                    <a:pt x="245" y="725"/>
                  </a:lnTo>
                  <a:lnTo>
                    <a:pt x="249" y="678"/>
                  </a:lnTo>
                  <a:lnTo>
                    <a:pt x="254" y="633"/>
                  </a:lnTo>
                  <a:lnTo>
                    <a:pt x="255" y="629"/>
                  </a:lnTo>
                  <a:lnTo>
                    <a:pt x="259" y="628"/>
                  </a:lnTo>
                  <a:lnTo>
                    <a:pt x="282" y="625"/>
                  </a:lnTo>
                  <a:lnTo>
                    <a:pt x="307" y="622"/>
                  </a:lnTo>
                  <a:lnTo>
                    <a:pt x="332" y="618"/>
                  </a:lnTo>
                  <a:lnTo>
                    <a:pt x="357" y="615"/>
                  </a:lnTo>
                  <a:lnTo>
                    <a:pt x="381" y="612"/>
                  </a:lnTo>
                  <a:lnTo>
                    <a:pt x="406" y="610"/>
                  </a:lnTo>
                  <a:lnTo>
                    <a:pt x="428" y="608"/>
                  </a:lnTo>
                  <a:lnTo>
                    <a:pt x="448" y="607"/>
                  </a:lnTo>
                  <a:lnTo>
                    <a:pt x="450" y="607"/>
                  </a:lnTo>
                  <a:lnTo>
                    <a:pt x="459" y="608"/>
                  </a:lnTo>
                  <a:lnTo>
                    <a:pt x="466" y="610"/>
                  </a:lnTo>
                  <a:lnTo>
                    <a:pt x="472" y="612"/>
                  </a:lnTo>
                  <a:lnTo>
                    <a:pt x="477" y="617"/>
                  </a:lnTo>
                  <a:lnTo>
                    <a:pt x="479" y="620"/>
                  </a:lnTo>
                  <a:lnTo>
                    <a:pt x="481" y="623"/>
                  </a:lnTo>
                  <a:lnTo>
                    <a:pt x="482" y="626"/>
                  </a:lnTo>
                  <a:lnTo>
                    <a:pt x="483" y="630"/>
                  </a:lnTo>
                  <a:lnTo>
                    <a:pt x="483" y="637"/>
                  </a:lnTo>
                  <a:lnTo>
                    <a:pt x="483" y="645"/>
                  </a:lnTo>
                  <a:lnTo>
                    <a:pt x="483" y="657"/>
                  </a:lnTo>
                  <a:lnTo>
                    <a:pt x="483" y="674"/>
                  </a:lnTo>
                  <a:lnTo>
                    <a:pt x="485" y="693"/>
                  </a:lnTo>
                  <a:lnTo>
                    <a:pt x="489" y="717"/>
                  </a:lnTo>
                  <a:lnTo>
                    <a:pt x="492" y="728"/>
                  </a:lnTo>
                  <a:lnTo>
                    <a:pt x="495" y="741"/>
                  </a:lnTo>
                  <a:lnTo>
                    <a:pt x="500" y="753"/>
                  </a:lnTo>
                  <a:lnTo>
                    <a:pt x="506" y="766"/>
                  </a:lnTo>
                  <a:lnTo>
                    <a:pt x="513" y="779"/>
                  </a:lnTo>
                  <a:lnTo>
                    <a:pt x="520" y="791"/>
                  </a:lnTo>
                  <a:lnTo>
                    <a:pt x="529" y="803"/>
                  </a:lnTo>
                  <a:lnTo>
                    <a:pt x="539" y="816"/>
                  </a:lnTo>
                  <a:lnTo>
                    <a:pt x="548" y="824"/>
                  </a:lnTo>
                  <a:lnTo>
                    <a:pt x="558" y="832"/>
                  </a:lnTo>
                  <a:lnTo>
                    <a:pt x="568" y="840"/>
                  </a:lnTo>
                  <a:lnTo>
                    <a:pt x="578" y="846"/>
                  </a:lnTo>
                  <a:lnTo>
                    <a:pt x="589" y="853"/>
                  </a:lnTo>
                  <a:lnTo>
                    <a:pt x="600" y="858"/>
                  </a:lnTo>
                  <a:lnTo>
                    <a:pt x="613" y="865"/>
                  </a:lnTo>
                  <a:lnTo>
                    <a:pt x="626" y="869"/>
                  </a:lnTo>
                  <a:lnTo>
                    <a:pt x="639" y="873"/>
                  </a:lnTo>
                  <a:lnTo>
                    <a:pt x="652" y="877"/>
                  </a:lnTo>
                  <a:lnTo>
                    <a:pt x="668" y="879"/>
                  </a:lnTo>
                  <a:lnTo>
                    <a:pt x="682" y="882"/>
                  </a:lnTo>
                  <a:lnTo>
                    <a:pt x="697" y="883"/>
                  </a:lnTo>
                  <a:lnTo>
                    <a:pt x="714" y="884"/>
                  </a:lnTo>
                  <a:lnTo>
                    <a:pt x="730" y="885"/>
                  </a:lnTo>
                  <a:lnTo>
                    <a:pt x="747" y="885"/>
                  </a:lnTo>
                  <a:lnTo>
                    <a:pt x="756" y="8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36" name="Freeform 36"/>
            <p:cNvSpPr>
              <a:spLocks/>
            </p:cNvSpPr>
            <p:nvPr userDrawn="1"/>
          </p:nvSpPr>
          <p:spPr bwMode="auto">
            <a:xfrm>
              <a:off x="6460" y="648"/>
              <a:ext cx="42" cy="70"/>
            </a:xfrm>
            <a:custGeom>
              <a:avLst/>
              <a:gdLst>
                <a:gd name="T0" fmla="*/ 395 w 504"/>
                <a:gd name="T1" fmla="*/ 126 h 840"/>
                <a:gd name="T2" fmla="*/ 353 w 504"/>
                <a:gd name="T3" fmla="*/ 165 h 840"/>
                <a:gd name="T4" fmla="*/ 314 w 504"/>
                <a:gd name="T5" fmla="*/ 203 h 840"/>
                <a:gd name="T6" fmla="*/ 279 w 504"/>
                <a:gd name="T7" fmla="*/ 243 h 840"/>
                <a:gd name="T8" fmla="*/ 248 w 504"/>
                <a:gd name="T9" fmla="*/ 283 h 840"/>
                <a:gd name="T10" fmla="*/ 219 w 504"/>
                <a:gd name="T11" fmla="*/ 323 h 840"/>
                <a:gd name="T12" fmla="*/ 195 w 504"/>
                <a:gd name="T13" fmla="*/ 365 h 840"/>
                <a:gd name="T14" fmla="*/ 174 w 504"/>
                <a:gd name="T15" fmla="*/ 407 h 840"/>
                <a:gd name="T16" fmla="*/ 156 w 504"/>
                <a:gd name="T17" fmla="*/ 451 h 840"/>
                <a:gd name="T18" fmla="*/ 135 w 504"/>
                <a:gd name="T19" fmla="*/ 514 h 840"/>
                <a:gd name="T20" fmla="*/ 122 w 504"/>
                <a:gd name="T21" fmla="*/ 567 h 840"/>
                <a:gd name="T22" fmla="*/ 115 w 504"/>
                <a:gd name="T23" fmla="*/ 613 h 840"/>
                <a:gd name="T24" fmla="*/ 114 w 504"/>
                <a:gd name="T25" fmla="*/ 650 h 840"/>
                <a:gd name="T26" fmla="*/ 116 w 504"/>
                <a:gd name="T27" fmla="*/ 681 h 840"/>
                <a:gd name="T28" fmla="*/ 121 w 504"/>
                <a:gd name="T29" fmla="*/ 704 h 840"/>
                <a:gd name="T30" fmla="*/ 127 w 504"/>
                <a:gd name="T31" fmla="*/ 723 h 840"/>
                <a:gd name="T32" fmla="*/ 135 w 504"/>
                <a:gd name="T33" fmla="*/ 736 h 840"/>
                <a:gd name="T34" fmla="*/ 146 w 504"/>
                <a:gd name="T35" fmla="*/ 748 h 840"/>
                <a:gd name="T36" fmla="*/ 159 w 504"/>
                <a:gd name="T37" fmla="*/ 757 h 840"/>
                <a:gd name="T38" fmla="*/ 173 w 504"/>
                <a:gd name="T39" fmla="*/ 762 h 840"/>
                <a:gd name="T40" fmla="*/ 188 w 504"/>
                <a:gd name="T41" fmla="*/ 764 h 840"/>
                <a:gd name="T42" fmla="*/ 208 w 504"/>
                <a:gd name="T43" fmla="*/ 840 h 840"/>
                <a:gd name="T44" fmla="*/ 182 w 504"/>
                <a:gd name="T45" fmla="*/ 839 h 840"/>
                <a:gd name="T46" fmla="*/ 159 w 504"/>
                <a:gd name="T47" fmla="*/ 835 h 840"/>
                <a:gd name="T48" fmla="*/ 136 w 504"/>
                <a:gd name="T49" fmla="*/ 829 h 840"/>
                <a:gd name="T50" fmla="*/ 115 w 504"/>
                <a:gd name="T51" fmla="*/ 821 h 840"/>
                <a:gd name="T52" fmla="*/ 96 w 504"/>
                <a:gd name="T53" fmla="*/ 809 h 840"/>
                <a:gd name="T54" fmla="*/ 77 w 504"/>
                <a:gd name="T55" fmla="*/ 795 h 840"/>
                <a:gd name="T56" fmla="*/ 61 w 504"/>
                <a:gd name="T57" fmla="*/ 780 h 840"/>
                <a:gd name="T58" fmla="*/ 47 w 504"/>
                <a:gd name="T59" fmla="*/ 761 h 840"/>
                <a:gd name="T60" fmla="*/ 28 w 504"/>
                <a:gd name="T61" fmla="*/ 731 h 840"/>
                <a:gd name="T62" fmla="*/ 14 w 504"/>
                <a:gd name="T63" fmla="*/ 696 h 840"/>
                <a:gd name="T64" fmla="*/ 5 w 504"/>
                <a:gd name="T65" fmla="*/ 658 h 840"/>
                <a:gd name="T66" fmla="*/ 1 w 504"/>
                <a:gd name="T67" fmla="*/ 618 h 840"/>
                <a:gd name="T68" fmla="*/ 1 w 504"/>
                <a:gd name="T69" fmla="*/ 576 h 840"/>
                <a:gd name="T70" fmla="*/ 5 w 504"/>
                <a:gd name="T71" fmla="*/ 532 h 840"/>
                <a:gd name="T72" fmla="*/ 14 w 504"/>
                <a:gd name="T73" fmla="*/ 486 h 840"/>
                <a:gd name="T74" fmla="*/ 27 w 504"/>
                <a:gd name="T75" fmla="*/ 439 h 840"/>
                <a:gd name="T76" fmla="*/ 51 w 504"/>
                <a:gd name="T77" fmla="*/ 380 h 840"/>
                <a:gd name="T78" fmla="*/ 81 w 504"/>
                <a:gd name="T79" fmla="*/ 321 h 840"/>
                <a:gd name="T80" fmla="*/ 118 w 504"/>
                <a:gd name="T81" fmla="*/ 264 h 840"/>
                <a:gd name="T82" fmla="*/ 162 w 504"/>
                <a:gd name="T83" fmla="*/ 209 h 840"/>
                <a:gd name="T84" fmla="*/ 212 w 504"/>
                <a:gd name="T85" fmla="*/ 156 h 840"/>
                <a:gd name="T86" fmla="*/ 269 w 504"/>
                <a:gd name="T87" fmla="*/ 103 h 840"/>
                <a:gd name="T88" fmla="*/ 332 w 504"/>
                <a:gd name="T89" fmla="*/ 52 h 840"/>
                <a:gd name="T90" fmla="*/ 403 w 504"/>
                <a:gd name="T91" fmla="*/ 2 h 840"/>
                <a:gd name="T92" fmla="*/ 504 w 504"/>
                <a:gd name="T93" fmla="*/ 26 h 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04" h="840">
                  <a:moveTo>
                    <a:pt x="406" y="118"/>
                  </a:moveTo>
                  <a:lnTo>
                    <a:pt x="395" y="126"/>
                  </a:lnTo>
                  <a:lnTo>
                    <a:pt x="374" y="146"/>
                  </a:lnTo>
                  <a:lnTo>
                    <a:pt x="353" y="165"/>
                  </a:lnTo>
                  <a:lnTo>
                    <a:pt x="333" y="184"/>
                  </a:lnTo>
                  <a:lnTo>
                    <a:pt x="314" y="203"/>
                  </a:lnTo>
                  <a:lnTo>
                    <a:pt x="295" y="223"/>
                  </a:lnTo>
                  <a:lnTo>
                    <a:pt x="279" y="243"/>
                  </a:lnTo>
                  <a:lnTo>
                    <a:pt x="263" y="262"/>
                  </a:lnTo>
                  <a:lnTo>
                    <a:pt x="248" y="283"/>
                  </a:lnTo>
                  <a:lnTo>
                    <a:pt x="233" y="303"/>
                  </a:lnTo>
                  <a:lnTo>
                    <a:pt x="219" y="323"/>
                  </a:lnTo>
                  <a:lnTo>
                    <a:pt x="207" y="344"/>
                  </a:lnTo>
                  <a:lnTo>
                    <a:pt x="195" y="365"/>
                  </a:lnTo>
                  <a:lnTo>
                    <a:pt x="184" y="386"/>
                  </a:lnTo>
                  <a:lnTo>
                    <a:pt x="174" y="407"/>
                  </a:lnTo>
                  <a:lnTo>
                    <a:pt x="165" y="430"/>
                  </a:lnTo>
                  <a:lnTo>
                    <a:pt x="156" y="451"/>
                  </a:lnTo>
                  <a:lnTo>
                    <a:pt x="145" y="484"/>
                  </a:lnTo>
                  <a:lnTo>
                    <a:pt x="135" y="514"/>
                  </a:lnTo>
                  <a:lnTo>
                    <a:pt x="128" y="542"/>
                  </a:lnTo>
                  <a:lnTo>
                    <a:pt x="122" y="567"/>
                  </a:lnTo>
                  <a:lnTo>
                    <a:pt x="118" y="591"/>
                  </a:lnTo>
                  <a:lnTo>
                    <a:pt x="115" y="613"/>
                  </a:lnTo>
                  <a:lnTo>
                    <a:pt x="114" y="633"/>
                  </a:lnTo>
                  <a:lnTo>
                    <a:pt x="114" y="650"/>
                  </a:lnTo>
                  <a:lnTo>
                    <a:pt x="114" y="666"/>
                  </a:lnTo>
                  <a:lnTo>
                    <a:pt x="116" y="681"/>
                  </a:lnTo>
                  <a:lnTo>
                    <a:pt x="118" y="693"/>
                  </a:lnTo>
                  <a:lnTo>
                    <a:pt x="121" y="704"/>
                  </a:lnTo>
                  <a:lnTo>
                    <a:pt x="124" y="714"/>
                  </a:lnTo>
                  <a:lnTo>
                    <a:pt x="127" y="723"/>
                  </a:lnTo>
                  <a:lnTo>
                    <a:pt x="131" y="730"/>
                  </a:lnTo>
                  <a:lnTo>
                    <a:pt x="135" y="736"/>
                  </a:lnTo>
                  <a:lnTo>
                    <a:pt x="140" y="742"/>
                  </a:lnTo>
                  <a:lnTo>
                    <a:pt x="146" y="748"/>
                  </a:lnTo>
                  <a:lnTo>
                    <a:pt x="152" y="753"/>
                  </a:lnTo>
                  <a:lnTo>
                    <a:pt x="159" y="757"/>
                  </a:lnTo>
                  <a:lnTo>
                    <a:pt x="166" y="760"/>
                  </a:lnTo>
                  <a:lnTo>
                    <a:pt x="173" y="762"/>
                  </a:lnTo>
                  <a:lnTo>
                    <a:pt x="180" y="763"/>
                  </a:lnTo>
                  <a:lnTo>
                    <a:pt x="188" y="764"/>
                  </a:lnTo>
                  <a:lnTo>
                    <a:pt x="230" y="801"/>
                  </a:lnTo>
                  <a:lnTo>
                    <a:pt x="208" y="840"/>
                  </a:lnTo>
                  <a:lnTo>
                    <a:pt x="195" y="840"/>
                  </a:lnTo>
                  <a:lnTo>
                    <a:pt x="182" y="839"/>
                  </a:lnTo>
                  <a:lnTo>
                    <a:pt x="170" y="838"/>
                  </a:lnTo>
                  <a:lnTo>
                    <a:pt x="159" y="835"/>
                  </a:lnTo>
                  <a:lnTo>
                    <a:pt x="148" y="833"/>
                  </a:lnTo>
                  <a:lnTo>
                    <a:pt x="136" y="829"/>
                  </a:lnTo>
                  <a:lnTo>
                    <a:pt x="125" y="825"/>
                  </a:lnTo>
                  <a:lnTo>
                    <a:pt x="115" y="821"/>
                  </a:lnTo>
                  <a:lnTo>
                    <a:pt x="105" y="814"/>
                  </a:lnTo>
                  <a:lnTo>
                    <a:pt x="96" y="809"/>
                  </a:lnTo>
                  <a:lnTo>
                    <a:pt x="86" y="802"/>
                  </a:lnTo>
                  <a:lnTo>
                    <a:pt x="77" y="795"/>
                  </a:lnTo>
                  <a:lnTo>
                    <a:pt x="69" y="788"/>
                  </a:lnTo>
                  <a:lnTo>
                    <a:pt x="61" y="780"/>
                  </a:lnTo>
                  <a:lnTo>
                    <a:pt x="54" y="771"/>
                  </a:lnTo>
                  <a:lnTo>
                    <a:pt x="47" y="761"/>
                  </a:lnTo>
                  <a:lnTo>
                    <a:pt x="36" y="746"/>
                  </a:lnTo>
                  <a:lnTo>
                    <a:pt x="28" y="731"/>
                  </a:lnTo>
                  <a:lnTo>
                    <a:pt x="21" y="713"/>
                  </a:lnTo>
                  <a:lnTo>
                    <a:pt x="14" y="696"/>
                  </a:lnTo>
                  <a:lnTo>
                    <a:pt x="9" y="678"/>
                  </a:lnTo>
                  <a:lnTo>
                    <a:pt x="5" y="658"/>
                  </a:lnTo>
                  <a:lnTo>
                    <a:pt x="2" y="639"/>
                  </a:lnTo>
                  <a:lnTo>
                    <a:pt x="1" y="618"/>
                  </a:lnTo>
                  <a:lnTo>
                    <a:pt x="0" y="597"/>
                  </a:lnTo>
                  <a:lnTo>
                    <a:pt x="1" y="576"/>
                  </a:lnTo>
                  <a:lnTo>
                    <a:pt x="2" y="554"/>
                  </a:lnTo>
                  <a:lnTo>
                    <a:pt x="5" y="532"/>
                  </a:lnTo>
                  <a:lnTo>
                    <a:pt x="9" y="509"/>
                  </a:lnTo>
                  <a:lnTo>
                    <a:pt x="14" y="486"/>
                  </a:lnTo>
                  <a:lnTo>
                    <a:pt x="20" y="462"/>
                  </a:lnTo>
                  <a:lnTo>
                    <a:pt x="27" y="439"/>
                  </a:lnTo>
                  <a:lnTo>
                    <a:pt x="38" y="409"/>
                  </a:lnTo>
                  <a:lnTo>
                    <a:pt x="51" y="380"/>
                  </a:lnTo>
                  <a:lnTo>
                    <a:pt x="66" y="350"/>
                  </a:lnTo>
                  <a:lnTo>
                    <a:pt x="81" y="321"/>
                  </a:lnTo>
                  <a:lnTo>
                    <a:pt x="99" y="293"/>
                  </a:lnTo>
                  <a:lnTo>
                    <a:pt x="118" y="264"/>
                  </a:lnTo>
                  <a:lnTo>
                    <a:pt x="139" y="237"/>
                  </a:lnTo>
                  <a:lnTo>
                    <a:pt x="162" y="209"/>
                  </a:lnTo>
                  <a:lnTo>
                    <a:pt x="185" y="183"/>
                  </a:lnTo>
                  <a:lnTo>
                    <a:pt x="212" y="156"/>
                  </a:lnTo>
                  <a:lnTo>
                    <a:pt x="239" y="130"/>
                  </a:lnTo>
                  <a:lnTo>
                    <a:pt x="269" y="103"/>
                  </a:lnTo>
                  <a:lnTo>
                    <a:pt x="300" y="77"/>
                  </a:lnTo>
                  <a:lnTo>
                    <a:pt x="332" y="52"/>
                  </a:lnTo>
                  <a:lnTo>
                    <a:pt x="367" y="26"/>
                  </a:lnTo>
                  <a:lnTo>
                    <a:pt x="403" y="2"/>
                  </a:lnTo>
                  <a:lnTo>
                    <a:pt x="406" y="0"/>
                  </a:lnTo>
                  <a:lnTo>
                    <a:pt x="504" y="26"/>
                  </a:lnTo>
                  <a:lnTo>
                    <a:pt x="406" y="1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37" name="Freeform 37"/>
            <p:cNvSpPr>
              <a:spLocks/>
            </p:cNvSpPr>
            <p:nvPr userDrawn="1"/>
          </p:nvSpPr>
          <p:spPr bwMode="auto">
            <a:xfrm>
              <a:off x="7081" y="570"/>
              <a:ext cx="66" cy="83"/>
            </a:xfrm>
            <a:custGeom>
              <a:avLst/>
              <a:gdLst>
                <a:gd name="T0" fmla="*/ 575 w 783"/>
                <a:gd name="T1" fmla="*/ 794 h 1004"/>
                <a:gd name="T2" fmla="*/ 584 w 783"/>
                <a:gd name="T3" fmla="*/ 863 h 1004"/>
                <a:gd name="T4" fmla="*/ 607 w 783"/>
                <a:gd name="T5" fmla="*/ 922 h 1004"/>
                <a:gd name="T6" fmla="*/ 643 w 783"/>
                <a:gd name="T7" fmla="*/ 967 h 1004"/>
                <a:gd name="T8" fmla="*/ 692 w 783"/>
                <a:gd name="T9" fmla="*/ 1000 h 1004"/>
                <a:gd name="T10" fmla="*/ 718 w 783"/>
                <a:gd name="T11" fmla="*/ 1004 h 1004"/>
                <a:gd name="T12" fmla="*/ 738 w 783"/>
                <a:gd name="T13" fmla="*/ 997 h 1004"/>
                <a:gd name="T14" fmla="*/ 741 w 783"/>
                <a:gd name="T15" fmla="*/ 978 h 1004"/>
                <a:gd name="T16" fmla="*/ 727 w 783"/>
                <a:gd name="T17" fmla="*/ 902 h 1004"/>
                <a:gd name="T18" fmla="*/ 728 w 783"/>
                <a:gd name="T19" fmla="*/ 819 h 1004"/>
                <a:gd name="T20" fmla="*/ 742 w 783"/>
                <a:gd name="T21" fmla="*/ 732 h 1004"/>
                <a:gd name="T22" fmla="*/ 767 w 783"/>
                <a:gd name="T23" fmla="*/ 642 h 1004"/>
                <a:gd name="T24" fmla="*/ 783 w 783"/>
                <a:gd name="T25" fmla="*/ 583 h 1004"/>
                <a:gd name="T26" fmla="*/ 779 w 783"/>
                <a:gd name="T27" fmla="*/ 550 h 1004"/>
                <a:gd name="T28" fmla="*/ 756 w 783"/>
                <a:gd name="T29" fmla="*/ 522 h 1004"/>
                <a:gd name="T30" fmla="*/ 702 w 783"/>
                <a:gd name="T31" fmla="*/ 494 h 1004"/>
                <a:gd name="T32" fmla="*/ 674 w 783"/>
                <a:gd name="T33" fmla="*/ 489 h 1004"/>
                <a:gd name="T34" fmla="*/ 651 w 783"/>
                <a:gd name="T35" fmla="*/ 493 h 1004"/>
                <a:gd name="T36" fmla="*/ 633 w 783"/>
                <a:gd name="T37" fmla="*/ 508 h 1004"/>
                <a:gd name="T38" fmla="*/ 603 w 783"/>
                <a:gd name="T39" fmla="*/ 553 h 1004"/>
                <a:gd name="T40" fmla="*/ 506 w 783"/>
                <a:gd name="T41" fmla="*/ 676 h 1004"/>
                <a:gd name="T42" fmla="*/ 401 w 783"/>
                <a:gd name="T43" fmla="*/ 783 h 1004"/>
                <a:gd name="T44" fmla="*/ 336 w 783"/>
                <a:gd name="T45" fmla="*/ 834 h 1004"/>
                <a:gd name="T46" fmla="*/ 286 w 783"/>
                <a:gd name="T47" fmla="*/ 860 h 1004"/>
                <a:gd name="T48" fmla="*/ 240 w 783"/>
                <a:gd name="T49" fmla="*/ 873 h 1004"/>
                <a:gd name="T50" fmla="*/ 209 w 783"/>
                <a:gd name="T51" fmla="*/ 871 h 1004"/>
                <a:gd name="T52" fmla="*/ 188 w 783"/>
                <a:gd name="T53" fmla="*/ 858 h 1004"/>
                <a:gd name="T54" fmla="*/ 170 w 783"/>
                <a:gd name="T55" fmla="*/ 836 h 1004"/>
                <a:gd name="T56" fmla="*/ 155 w 783"/>
                <a:gd name="T57" fmla="*/ 776 h 1004"/>
                <a:gd name="T58" fmla="*/ 159 w 783"/>
                <a:gd name="T59" fmla="*/ 665 h 1004"/>
                <a:gd name="T60" fmla="*/ 188 w 783"/>
                <a:gd name="T61" fmla="*/ 507 h 1004"/>
                <a:gd name="T62" fmla="*/ 234 w 783"/>
                <a:gd name="T63" fmla="*/ 341 h 1004"/>
                <a:gd name="T64" fmla="*/ 291 w 783"/>
                <a:gd name="T65" fmla="*/ 188 h 1004"/>
                <a:gd name="T66" fmla="*/ 345 w 783"/>
                <a:gd name="T67" fmla="*/ 81 h 1004"/>
                <a:gd name="T68" fmla="*/ 360 w 783"/>
                <a:gd name="T69" fmla="*/ 40 h 1004"/>
                <a:gd name="T70" fmla="*/ 354 w 783"/>
                <a:gd name="T71" fmla="*/ 15 h 1004"/>
                <a:gd name="T72" fmla="*/ 327 w 783"/>
                <a:gd name="T73" fmla="*/ 3 h 1004"/>
                <a:gd name="T74" fmla="*/ 291 w 783"/>
                <a:gd name="T75" fmla="*/ 0 h 1004"/>
                <a:gd name="T76" fmla="*/ 240 w 783"/>
                <a:gd name="T77" fmla="*/ 7 h 1004"/>
                <a:gd name="T78" fmla="*/ 203 w 783"/>
                <a:gd name="T79" fmla="*/ 25 h 1004"/>
                <a:gd name="T80" fmla="*/ 178 w 783"/>
                <a:gd name="T81" fmla="*/ 52 h 1004"/>
                <a:gd name="T82" fmla="*/ 135 w 783"/>
                <a:gd name="T83" fmla="*/ 146 h 1004"/>
                <a:gd name="T84" fmla="*/ 81 w 783"/>
                <a:gd name="T85" fmla="*/ 292 h 1004"/>
                <a:gd name="T86" fmla="*/ 34 w 783"/>
                <a:gd name="T87" fmla="*/ 458 h 1004"/>
                <a:gd name="T88" fmla="*/ 5 w 783"/>
                <a:gd name="T89" fmla="*/ 639 h 1004"/>
                <a:gd name="T90" fmla="*/ 1 w 783"/>
                <a:gd name="T91" fmla="*/ 756 h 1004"/>
                <a:gd name="T92" fmla="*/ 8 w 783"/>
                <a:gd name="T93" fmla="*/ 802 h 1004"/>
                <a:gd name="T94" fmla="*/ 25 w 783"/>
                <a:gd name="T95" fmla="*/ 845 h 1004"/>
                <a:gd name="T96" fmla="*/ 51 w 783"/>
                <a:gd name="T97" fmla="*/ 884 h 1004"/>
                <a:gd name="T98" fmla="*/ 91 w 783"/>
                <a:gd name="T99" fmla="*/ 923 h 1004"/>
                <a:gd name="T100" fmla="*/ 141 w 783"/>
                <a:gd name="T101" fmla="*/ 955 h 1004"/>
                <a:gd name="T102" fmla="*/ 189 w 783"/>
                <a:gd name="T103" fmla="*/ 975 h 1004"/>
                <a:gd name="T104" fmla="*/ 248 w 783"/>
                <a:gd name="T105" fmla="*/ 986 h 1004"/>
                <a:gd name="T106" fmla="*/ 294 w 783"/>
                <a:gd name="T107" fmla="*/ 979 h 1004"/>
                <a:gd name="T108" fmla="*/ 339 w 783"/>
                <a:gd name="T109" fmla="*/ 961 h 1004"/>
                <a:gd name="T110" fmla="*/ 426 w 783"/>
                <a:gd name="T111" fmla="*/ 901 h 1004"/>
                <a:gd name="T112" fmla="*/ 504 w 783"/>
                <a:gd name="T113" fmla="*/ 825 h 10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3" h="1004">
                  <a:moveTo>
                    <a:pt x="576" y="737"/>
                  </a:moveTo>
                  <a:lnTo>
                    <a:pt x="575" y="755"/>
                  </a:lnTo>
                  <a:lnTo>
                    <a:pt x="575" y="775"/>
                  </a:lnTo>
                  <a:lnTo>
                    <a:pt x="575" y="794"/>
                  </a:lnTo>
                  <a:lnTo>
                    <a:pt x="576" y="812"/>
                  </a:lnTo>
                  <a:lnTo>
                    <a:pt x="578" y="831"/>
                  </a:lnTo>
                  <a:lnTo>
                    <a:pt x="581" y="847"/>
                  </a:lnTo>
                  <a:lnTo>
                    <a:pt x="584" y="863"/>
                  </a:lnTo>
                  <a:lnTo>
                    <a:pt x="590" y="879"/>
                  </a:lnTo>
                  <a:lnTo>
                    <a:pt x="595" y="894"/>
                  </a:lnTo>
                  <a:lnTo>
                    <a:pt x="601" y="908"/>
                  </a:lnTo>
                  <a:lnTo>
                    <a:pt x="607" y="922"/>
                  </a:lnTo>
                  <a:lnTo>
                    <a:pt x="615" y="934"/>
                  </a:lnTo>
                  <a:lnTo>
                    <a:pt x="623" y="946"/>
                  </a:lnTo>
                  <a:lnTo>
                    <a:pt x="632" y="956"/>
                  </a:lnTo>
                  <a:lnTo>
                    <a:pt x="643" y="967"/>
                  </a:lnTo>
                  <a:lnTo>
                    <a:pt x="654" y="977"/>
                  </a:lnTo>
                  <a:lnTo>
                    <a:pt x="666" y="986"/>
                  </a:lnTo>
                  <a:lnTo>
                    <a:pt x="678" y="994"/>
                  </a:lnTo>
                  <a:lnTo>
                    <a:pt x="692" y="1000"/>
                  </a:lnTo>
                  <a:lnTo>
                    <a:pt x="699" y="1002"/>
                  </a:lnTo>
                  <a:lnTo>
                    <a:pt x="705" y="1003"/>
                  </a:lnTo>
                  <a:lnTo>
                    <a:pt x="712" y="1004"/>
                  </a:lnTo>
                  <a:lnTo>
                    <a:pt x="718" y="1004"/>
                  </a:lnTo>
                  <a:lnTo>
                    <a:pt x="724" y="1004"/>
                  </a:lnTo>
                  <a:lnTo>
                    <a:pt x="730" y="1003"/>
                  </a:lnTo>
                  <a:lnTo>
                    <a:pt x="735" y="1000"/>
                  </a:lnTo>
                  <a:lnTo>
                    <a:pt x="738" y="997"/>
                  </a:lnTo>
                  <a:lnTo>
                    <a:pt x="741" y="993"/>
                  </a:lnTo>
                  <a:lnTo>
                    <a:pt x="742" y="989"/>
                  </a:lnTo>
                  <a:lnTo>
                    <a:pt x="742" y="984"/>
                  </a:lnTo>
                  <a:lnTo>
                    <a:pt x="741" y="978"/>
                  </a:lnTo>
                  <a:lnTo>
                    <a:pt x="735" y="959"/>
                  </a:lnTo>
                  <a:lnTo>
                    <a:pt x="732" y="941"/>
                  </a:lnTo>
                  <a:lnTo>
                    <a:pt x="729" y="922"/>
                  </a:lnTo>
                  <a:lnTo>
                    <a:pt x="727" y="902"/>
                  </a:lnTo>
                  <a:lnTo>
                    <a:pt x="726" y="883"/>
                  </a:lnTo>
                  <a:lnTo>
                    <a:pt x="726" y="861"/>
                  </a:lnTo>
                  <a:lnTo>
                    <a:pt x="726" y="841"/>
                  </a:lnTo>
                  <a:lnTo>
                    <a:pt x="728" y="819"/>
                  </a:lnTo>
                  <a:lnTo>
                    <a:pt x="730" y="798"/>
                  </a:lnTo>
                  <a:lnTo>
                    <a:pt x="733" y="776"/>
                  </a:lnTo>
                  <a:lnTo>
                    <a:pt x="736" y="754"/>
                  </a:lnTo>
                  <a:lnTo>
                    <a:pt x="742" y="732"/>
                  </a:lnTo>
                  <a:lnTo>
                    <a:pt x="747" y="709"/>
                  </a:lnTo>
                  <a:lnTo>
                    <a:pt x="753" y="687"/>
                  </a:lnTo>
                  <a:lnTo>
                    <a:pt x="760" y="664"/>
                  </a:lnTo>
                  <a:lnTo>
                    <a:pt x="767" y="642"/>
                  </a:lnTo>
                  <a:lnTo>
                    <a:pt x="775" y="620"/>
                  </a:lnTo>
                  <a:lnTo>
                    <a:pt x="780" y="600"/>
                  </a:lnTo>
                  <a:lnTo>
                    <a:pt x="782" y="591"/>
                  </a:lnTo>
                  <a:lnTo>
                    <a:pt x="783" y="583"/>
                  </a:lnTo>
                  <a:lnTo>
                    <a:pt x="783" y="573"/>
                  </a:lnTo>
                  <a:lnTo>
                    <a:pt x="783" y="565"/>
                  </a:lnTo>
                  <a:lnTo>
                    <a:pt x="781" y="558"/>
                  </a:lnTo>
                  <a:lnTo>
                    <a:pt x="779" y="550"/>
                  </a:lnTo>
                  <a:lnTo>
                    <a:pt x="775" y="543"/>
                  </a:lnTo>
                  <a:lnTo>
                    <a:pt x="770" y="536"/>
                  </a:lnTo>
                  <a:lnTo>
                    <a:pt x="764" y="530"/>
                  </a:lnTo>
                  <a:lnTo>
                    <a:pt x="756" y="522"/>
                  </a:lnTo>
                  <a:lnTo>
                    <a:pt x="747" y="515"/>
                  </a:lnTo>
                  <a:lnTo>
                    <a:pt x="735" y="509"/>
                  </a:lnTo>
                  <a:lnTo>
                    <a:pt x="718" y="500"/>
                  </a:lnTo>
                  <a:lnTo>
                    <a:pt x="702" y="494"/>
                  </a:lnTo>
                  <a:lnTo>
                    <a:pt x="695" y="492"/>
                  </a:lnTo>
                  <a:lnTo>
                    <a:pt x="687" y="490"/>
                  </a:lnTo>
                  <a:lnTo>
                    <a:pt x="680" y="489"/>
                  </a:lnTo>
                  <a:lnTo>
                    <a:pt x="674" y="489"/>
                  </a:lnTo>
                  <a:lnTo>
                    <a:pt x="667" y="489"/>
                  </a:lnTo>
                  <a:lnTo>
                    <a:pt x="662" y="490"/>
                  </a:lnTo>
                  <a:lnTo>
                    <a:pt x="656" y="491"/>
                  </a:lnTo>
                  <a:lnTo>
                    <a:pt x="651" y="493"/>
                  </a:lnTo>
                  <a:lnTo>
                    <a:pt x="646" y="496"/>
                  </a:lnTo>
                  <a:lnTo>
                    <a:pt x="642" y="499"/>
                  </a:lnTo>
                  <a:lnTo>
                    <a:pt x="637" y="503"/>
                  </a:lnTo>
                  <a:lnTo>
                    <a:pt x="633" y="508"/>
                  </a:lnTo>
                  <a:lnTo>
                    <a:pt x="630" y="512"/>
                  </a:lnTo>
                  <a:lnTo>
                    <a:pt x="627" y="516"/>
                  </a:lnTo>
                  <a:lnTo>
                    <a:pt x="624" y="522"/>
                  </a:lnTo>
                  <a:lnTo>
                    <a:pt x="603" y="553"/>
                  </a:lnTo>
                  <a:lnTo>
                    <a:pt x="579" y="584"/>
                  </a:lnTo>
                  <a:lnTo>
                    <a:pt x="556" y="615"/>
                  </a:lnTo>
                  <a:lnTo>
                    <a:pt x="531" y="646"/>
                  </a:lnTo>
                  <a:lnTo>
                    <a:pt x="506" y="676"/>
                  </a:lnTo>
                  <a:lnTo>
                    <a:pt x="480" y="704"/>
                  </a:lnTo>
                  <a:lnTo>
                    <a:pt x="454" y="733"/>
                  </a:lnTo>
                  <a:lnTo>
                    <a:pt x="427" y="758"/>
                  </a:lnTo>
                  <a:lnTo>
                    <a:pt x="401" y="783"/>
                  </a:lnTo>
                  <a:lnTo>
                    <a:pt x="374" y="805"/>
                  </a:lnTo>
                  <a:lnTo>
                    <a:pt x="362" y="815"/>
                  </a:lnTo>
                  <a:lnTo>
                    <a:pt x="349" y="825"/>
                  </a:lnTo>
                  <a:lnTo>
                    <a:pt x="336" y="834"/>
                  </a:lnTo>
                  <a:lnTo>
                    <a:pt x="323" y="841"/>
                  </a:lnTo>
                  <a:lnTo>
                    <a:pt x="310" y="848"/>
                  </a:lnTo>
                  <a:lnTo>
                    <a:pt x="298" y="855"/>
                  </a:lnTo>
                  <a:lnTo>
                    <a:pt x="286" y="860"/>
                  </a:lnTo>
                  <a:lnTo>
                    <a:pt x="273" y="865"/>
                  </a:lnTo>
                  <a:lnTo>
                    <a:pt x="262" y="868"/>
                  </a:lnTo>
                  <a:lnTo>
                    <a:pt x="251" y="872"/>
                  </a:lnTo>
                  <a:lnTo>
                    <a:pt x="240" y="873"/>
                  </a:lnTo>
                  <a:lnTo>
                    <a:pt x="228" y="874"/>
                  </a:lnTo>
                  <a:lnTo>
                    <a:pt x="221" y="874"/>
                  </a:lnTo>
                  <a:lnTo>
                    <a:pt x="215" y="873"/>
                  </a:lnTo>
                  <a:lnTo>
                    <a:pt x="209" y="871"/>
                  </a:lnTo>
                  <a:lnTo>
                    <a:pt x="203" y="868"/>
                  </a:lnTo>
                  <a:lnTo>
                    <a:pt x="198" y="865"/>
                  </a:lnTo>
                  <a:lnTo>
                    <a:pt x="193" y="862"/>
                  </a:lnTo>
                  <a:lnTo>
                    <a:pt x="188" y="858"/>
                  </a:lnTo>
                  <a:lnTo>
                    <a:pt x="183" y="853"/>
                  </a:lnTo>
                  <a:lnTo>
                    <a:pt x="178" y="848"/>
                  </a:lnTo>
                  <a:lnTo>
                    <a:pt x="174" y="843"/>
                  </a:lnTo>
                  <a:lnTo>
                    <a:pt x="170" y="836"/>
                  </a:lnTo>
                  <a:lnTo>
                    <a:pt x="167" y="830"/>
                  </a:lnTo>
                  <a:lnTo>
                    <a:pt x="162" y="813"/>
                  </a:lnTo>
                  <a:lnTo>
                    <a:pt x="158" y="796"/>
                  </a:lnTo>
                  <a:lnTo>
                    <a:pt x="155" y="776"/>
                  </a:lnTo>
                  <a:lnTo>
                    <a:pt x="154" y="753"/>
                  </a:lnTo>
                  <a:lnTo>
                    <a:pt x="154" y="729"/>
                  </a:lnTo>
                  <a:lnTo>
                    <a:pt x="155" y="702"/>
                  </a:lnTo>
                  <a:lnTo>
                    <a:pt x="159" y="665"/>
                  </a:lnTo>
                  <a:lnTo>
                    <a:pt x="164" y="628"/>
                  </a:lnTo>
                  <a:lnTo>
                    <a:pt x="170" y="589"/>
                  </a:lnTo>
                  <a:lnTo>
                    <a:pt x="178" y="548"/>
                  </a:lnTo>
                  <a:lnTo>
                    <a:pt x="188" y="507"/>
                  </a:lnTo>
                  <a:lnTo>
                    <a:pt x="197" y="465"/>
                  </a:lnTo>
                  <a:lnTo>
                    <a:pt x="208" y="423"/>
                  </a:lnTo>
                  <a:lnTo>
                    <a:pt x="220" y="382"/>
                  </a:lnTo>
                  <a:lnTo>
                    <a:pt x="234" y="341"/>
                  </a:lnTo>
                  <a:lnTo>
                    <a:pt x="247" y="301"/>
                  </a:lnTo>
                  <a:lnTo>
                    <a:pt x="261" y="261"/>
                  </a:lnTo>
                  <a:lnTo>
                    <a:pt x="275" y="223"/>
                  </a:lnTo>
                  <a:lnTo>
                    <a:pt x="291" y="188"/>
                  </a:lnTo>
                  <a:lnTo>
                    <a:pt x="306" y="154"/>
                  </a:lnTo>
                  <a:lnTo>
                    <a:pt x="322" y="122"/>
                  </a:lnTo>
                  <a:lnTo>
                    <a:pt x="338" y="94"/>
                  </a:lnTo>
                  <a:lnTo>
                    <a:pt x="345" y="81"/>
                  </a:lnTo>
                  <a:lnTo>
                    <a:pt x="351" y="68"/>
                  </a:lnTo>
                  <a:lnTo>
                    <a:pt x="356" y="58"/>
                  </a:lnTo>
                  <a:lnTo>
                    <a:pt x="359" y="48"/>
                  </a:lnTo>
                  <a:lnTo>
                    <a:pt x="360" y="40"/>
                  </a:lnTo>
                  <a:lnTo>
                    <a:pt x="361" y="33"/>
                  </a:lnTo>
                  <a:lnTo>
                    <a:pt x="360" y="25"/>
                  </a:lnTo>
                  <a:lnTo>
                    <a:pt x="357" y="20"/>
                  </a:lnTo>
                  <a:lnTo>
                    <a:pt x="354" y="15"/>
                  </a:lnTo>
                  <a:lnTo>
                    <a:pt x="350" y="11"/>
                  </a:lnTo>
                  <a:lnTo>
                    <a:pt x="344" y="8"/>
                  </a:lnTo>
                  <a:lnTo>
                    <a:pt x="337" y="5"/>
                  </a:lnTo>
                  <a:lnTo>
                    <a:pt x="327" y="3"/>
                  </a:lnTo>
                  <a:lnTo>
                    <a:pt x="318" y="1"/>
                  </a:lnTo>
                  <a:lnTo>
                    <a:pt x="307" y="0"/>
                  </a:lnTo>
                  <a:lnTo>
                    <a:pt x="295" y="0"/>
                  </a:lnTo>
                  <a:lnTo>
                    <a:pt x="291" y="0"/>
                  </a:lnTo>
                  <a:lnTo>
                    <a:pt x="276" y="0"/>
                  </a:lnTo>
                  <a:lnTo>
                    <a:pt x="263" y="2"/>
                  </a:lnTo>
                  <a:lnTo>
                    <a:pt x="251" y="4"/>
                  </a:lnTo>
                  <a:lnTo>
                    <a:pt x="240" y="7"/>
                  </a:lnTo>
                  <a:lnTo>
                    <a:pt x="229" y="11"/>
                  </a:lnTo>
                  <a:lnTo>
                    <a:pt x="219" y="15"/>
                  </a:lnTo>
                  <a:lnTo>
                    <a:pt x="211" y="20"/>
                  </a:lnTo>
                  <a:lnTo>
                    <a:pt x="203" y="25"/>
                  </a:lnTo>
                  <a:lnTo>
                    <a:pt x="196" y="32"/>
                  </a:lnTo>
                  <a:lnTo>
                    <a:pt x="190" y="39"/>
                  </a:lnTo>
                  <a:lnTo>
                    <a:pt x="184" y="45"/>
                  </a:lnTo>
                  <a:lnTo>
                    <a:pt x="178" y="52"/>
                  </a:lnTo>
                  <a:lnTo>
                    <a:pt x="169" y="67"/>
                  </a:lnTo>
                  <a:lnTo>
                    <a:pt x="162" y="83"/>
                  </a:lnTo>
                  <a:lnTo>
                    <a:pt x="148" y="113"/>
                  </a:lnTo>
                  <a:lnTo>
                    <a:pt x="135" y="146"/>
                  </a:lnTo>
                  <a:lnTo>
                    <a:pt x="120" y="180"/>
                  </a:lnTo>
                  <a:lnTo>
                    <a:pt x="107" y="215"/>
                  </a:lnTo>
                  <a:lnTo>
                    <a:pt x="94" y="253"/>
                  </a:lnTo>
                  <a:lnTo>
                    <a:pt x="81" y="292"/>
                  </a:lnTo>
                  <a:lnTo>
                    <a:pt x="67" y="332"/>
                  </a:lnTo>
                  <a:lnTo>
                    <a:pt x="56" y="372"/>
                  </a:lnTo>
                  <a:lnTo>
                    <a:pt x="45" y="414"/>
                  </a:lnTo>
                  <a:lnTo>
                    <a:pt x="34" y="458"/>
                  </a:lnTo>
                  <a:lnTo>
                    <a:pt x="24" y="502"/>
                  </a:lnTo>
                  <a:lnTo>
                    <a:pt x="17" y="547"/>
                  </a:lnTo>
                  <a:lnTo>
                    <a:pt x="10" y="593"/>
                  </a:lnTo>
                  <a:lnTo>
                    <a:pt x="5" y="639"/>
                  </a:lnTo>
                  <a:lnTo>
                    <a:pt x="2" y="685"/>
                  </a:lnTo>
                  <a:lnTo>
                    <a:pt x="0" y="732"/>
                  </a:lnTo>
                  <a:lnTo>
                    <a:pt x="0" y="744"/>
                  </a:lnTo>
                  <a:lnTo>
                    <a:pt x="1" y="756"/>
                  </a:lnTo>
                  <a:lnTo>
                    <a:pt x="2" y="768"/>
                  </a:lnTo>
                  <a:lnTo>
                    <a:pt x="3" y="780"/>
                  </a:lnTo>
                  <a:lnTo>
                    <a:pt x="6" y="791"/>
                  </a:lnTo>
                  <a:lnTo>
                    <a:pt x="8" y="802"/>
                  </a:lnTo>
                  <a:lnTo>
                    <a:pt x="12" y="813"/>
                  </a:lnTo>
                  <a:lnTo>
                    <a:pt x="16" y="825"/>
                  </a:lnTo>
                  <a:lnTo>
                    <a:pt x="20" y="835"/>
                  </a:lnTo>
                  <a:lnTo>
                    <a:pt x="25" y="845"/>
                  </a:lnTo>
                  <a:lnTo>
                    <a:pt x="31" y="855"/>
                  </a:lnTo>
                  <a:lnTo>
                    <a:pt x="37" y="864"/>
                  </a:lnTo>
                  <a:lnTo>
                    <a:pt x="44" y="875"/>
                  </a:lnTo>
                  <a:lnTo>
                    <a:pt x="51" y="884"/>
                  </a:lnTo>
                  <a:lnTo>
                    <a:pt x="58" y="893"/>
                  </a:lnTo>
                  <a:lnTo>
                    <a:pt x="66" y="901"/>
                  </a:lnTo>
                  <a:lnTo>
                    <a:pt x="79" y="912"/>
                  </a:lnTo>
                  <a:lnTo>
                    <a:pt x="91" y="923"/>
                  </a:lnTo>
                  <a:lnTo>
                    <a:pt x="103" y="932"/>
                  </a:lnTo>
                  <a:lnTo>
                    <a:pt x="115" y="941"/>
                  </a:lnTo>
                  <a:lnTo>
                    <a:pt x="127" y="948"/>
                  </a:lnTo>
                  <a:lnTo>
                    <a:pt x="141" y="955"/>
                  </a:lnTo>
                  <a:lnTo>
                    <a:pt x="153" y="961"/>
                  </a:lnTo>
                  <a:lnTo>
                    <a:pt x="165" y="966"/>
                  </a:lnTo>
                  <a:lnTo>
                    <a:pt x="177" y="972"/>
                  </a:lnTo>
                  <a:lnTo>
                    <a:pt x="189" y="975"/>
                  </a:lnTo>
                  <a:lnTo>
                    <a:pt x="201" y="979"/>
                  </a:lnTo>
                  <a:lnTo>
                    <a:pt x="211" y="981"/>
                  </a:lnTo>
                  <a:lnTo>
                    <a:pt x="232" y="985"/>
                  </a:lnTo>
                  <a:lnTo>
                    <a:pt x="248" y="986"/>
                  </a:lnTo>
                  <a:lnTo>
                    <a:pt x="259" y="985"/>
                  </a:lnTo>
                  <a:lnTo>
                    <a:pt x="270" y="984"/>
                  </a:lnTo>
                  <a:lnTo>
                    <a:pt x="282" y="982"/>
                  </a:lnTo>
                  <a:lnTo>
                    <a:pt x="294" y="979"/>
                  </a:lnTo>
                  <a:lnTo>
                    <a:pt x="305" y="976"/>
                  </a:lnTo>
                  <a:lnTo>
                    <a:pt x="316" y="972"/>
                  </a:lnTo>
                  <a:lnTo>
                    <a:pt x="327" y="966"/>
                  </a:lnTo>
                  <a:lnTo>
                    <a:pt x="339" y="961"/>
                  </a:lnTo>
                  <a:lnTo>
                    <a:pt x="361" y="949"/>
                  </a:lnTo>
                  <a:lnTo>
                    <a:pt x="384" y="935"/>
                  </a:lnTo>
                  <a:lnTo>
                    <a:pt x="405" y="918"/>
                  </a:lnTo>
                  <a:lnTo>
                    <a:pt x="426" y="901"/>
                  </a:lnTo>
                  <a:lnTo>
                    <a:pt x="448" y="883"/>
                  </a:lnTo>
                  <a:lnTo>
                    <a:pt x="467" y="863"/>
                  </a:lnTo>
                  <a:lnTo>
                    <a:pt x="487" y="844"/>
                  </a:lnTo>
                  <a:lnTo>
                    <a:pt x="504" y="825"/>
                  </a:lnTo>
                  <a:lnTo>
                    <a:pt x="538" y="786"/>
                  </a:lnTo>
                  <a:lnTo>
                    <a:pt x="565" y="751"/>
                  </a:lnTo>
                  <a:lnTo>
                    <a:pt x="576" y="7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38" name="Freeform 38"/>
            <p:cNvSpPr>
              <a:spLocks/>
            </p:cNvSpPr>
            <p:nvPr userDrawn="1"/>
          </p:nvSpPr>
          <p:spPr bwMode="auto">
            <a:xfrm>
              <a:off x="6357" y="558"/>
              <a:ext cx="28" cy="94"/>
            </a:xfrm>
            <a:custGeom>
              <a:avLst/>
              <a:gdLst>
                <a:gd name="T0" fmla="*/ 211 w 340"/>
                <a:gd name="T1" fmla="*/ 0 h 1127"/>
                <a:gd name="T2" fmla="*/ 198 w 340"/>
                <a:gd name="T3" fmla="*/ 2 h 1127"/>
                <a:gd name="T4" fmla="*/ 187 w 340"/>
                <a:gd name="T5" fmla="*/ 6 h 1127"/>
                <a:gd name="T6" fmla="*/ 178 w 340"/>
                <a:gd name="T7" fmla="*/ 12 h 1127"/>
                <a:gd name="T8" fmla="*/ 167 w 340"/>
                <a:gd name="T9" fmla="*/ 24 h 1127"/>
                <a:gd name="T10" fmla="*/ 158 w 340"/>
                <a:gd name="T11" fmla="*/ 41 h 1127"/>
                <a:gd name="T12" fmla="*/ 151 w 340"/>
                <a:gd name="T13" fmla="*/ 66 h 1127"/>
                <a:gd name="T14" fmla="*/ 144 w 340"/>
                <a:gd name="T15" fmla="*/ 103 h 1127"/>
                <a:gd name="T16" fmla="*/ 134 w 340"/>
                <a:gd name="T17" fmla="*/ 147 h 1127"/>
                <a:gd name="T18" fmla="*/ 123 w 340"/>
                <a:gd name="T19" fmla="*/ 195 h 1127"/>
                <a:gd name="T20" fmla="*/ 101 w 340"/>
                <a:gd name="T21" fmla="*/ 292 h 1127"/>
                <a:gd name="T22" fmla="*/ 67 w 340"/>
                <a:gd name="T23" fmla="*/ 447 h 1127"/>
                <a:gd name="T24" fmla="*/ 35 w 340"/>
                <a:gd name="T25" fmla="*/ 608 h 1127"/>
                <a:gd name="T26" fmla="*/ 16 w 340"/>
                <a:gd name="T27" fmla="*/ 725 h 1127"/>
                <a:gd name="T28" fmla="*/ 7 w 340"/>
                <a:gd name="T29" fmla="*/ 797 h 1127"/>
                <a:gd name="T30" fmla="*/ 1 w 340"/>
                <a:gd name="T31" fmla="*/ 872 h 1127"/>
                <a:gd name="T32" fmla="*/ 0 w 340"/>
                <a:gd name="T33" fmla="*/ 941 h 1127"/>
                <a:gd name="T34" fmla="*/ 5 w 340"/>
                <a:gd name="T35" fmla="*/ 996 h 1127"/>
                <a:gd name="T36" fmla="*/ 14 w 340"/>
                <a:gd name="T37" fmla="*/ 1039 h 1127"/>
                <a:gd name="T38" fmla="*/ 27 w 340"/>
                <a:gd name="T39" fmla="*/ 1071 h 1127"/>
                <a:gd name="T40" fmla="*/ 43 w 340"/>
                <a:gd name="T41" fmla="*/ 1094 h 1127"/>
                <a:gd name="T42" fmla="*/ 62 w 340"/>
                <a:gd name="T43" fmla="*/ 1111 h 1127"/>
                <a:gd name="T44" fmla="*/ 82 w 340"/>
                <a:gd name="T45" fmla="*/ 1121 h 1127"/>
                <a:gd name="T46" fmla="*/ 102 w 340"/>
                <a:gd name="T47" fmla="*/ 1127 h 1127"/>
                <a:gd name="T48" fmla="*/ 116 w 340"/>
                <a:gd name="T49" fmla="*/ 1127 h 1127"/>
                <a:gd name="T50" fmla="*/ 122 w 340"/>
                <a:gd name="T51" fmla="*/ 1124 h 1127"/>
                <a:gd name="T52" fmla="*/ 129 w 340"/>
                <a:gd name="T53" fmla="*/ 1116 h 1127"/>
                <a:gd name="T54" fmla="*/ 134 w 340"/>
                <a:gd name="T55" fmla="*/ 1099 h 1127"/>
                <a:gd name="T56" fmla="*/ 134 w 340"/>
                <a:gd name="T57" fmla="*/ 1070 h 1127"/>
                <a:gd name="T58" fmla="*/ 137 w 340"/>
                <a:gd name="T59" fmla="*/ 1026 h 1127"/>
                <a:gd name="T60" fmla="*/ 145 w 340"/>
                <a:gd name="T61" fmla="*/ 948 h 1127"/>
                <a:gd name="T62" fmla="*/ 165 w 340"/>
                <a:gd name="T63" fmla="*/ 829 h 1127"/>
                <a:gd name="T64" fmla="*/ 191 w 340"/>
                <a:gd name="T65" fmla="*/ 696 h 1127"/>
                <a:gd name="T66" fmla="*/ 222 w 340"/>
                <a:gd name="T67" fmla="*/ 559 h 1127"/>
                <a:gd name="T68" fmla="*/ 253 w 340"/>
                <a:gd name="T69" fmla="*/ 425 h 1127"/>
                <a:gd name="T70" fmla="*/ 286 w 340"/>
                <a:gd name="T71" fmla="*/ 301 h 1127"/>
                <a:gd name="T72" fmla="*/ 316 w 340"/>
                <a:gd name="T73" fmla="*/ 195 h 1127"/>
                <a:gd name="T74" fmla="*/ 333 w 340"/>
                <a:gd name="T75" fmla="*/ 136 h 1127"/>
                <a:gd name="T76" fmla="*/ 338 w 340"/>
                <a:gd name="T77" fmla="*/ 110 h 1127"/>
                <a:gd name="T78" fmla="*/ 340 w 340"/>
                <a:gd name="T79" fmla="*/ 88 h 1127"/>
                <a:gd name="T80" fmla="*/ 337 w 340"/>
                <a:gd name="T81" fmla="*/ 70 h 1127"/>
                <a:gd name="T82" fmla="*/ 331 w 340"/>
                <a:gd name="T83" fmla="*/ 55 h 1127"/>
                <a:gd name="T84" fmla="*/ 321 w 340"/>
                <a:gd name="T85" fmla="*/ 42 h 1127"/>
                <a:gd name="T86" fmla="*/ 307 w 340"/>
                <a:gd name="T87" fmla="*/ 31 h 1127"/>
                <a:gd name="T88" fmla="*/ 292 w 340"/>
                <a:gd name="T89" fmla="*/ 22 h 1127"/>
                <a:gd name="T90" fmla="*/ 266 w 340"/>
                <a:gd name="T91" fmla="*/ 9 h 1127"/>
                <a:gd name="T92" fmla="*/ 233 w 340"/>
                <a:gd name="T93" fmla="*/ 1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40" h="1127">
                  <a:moveTo>
                    <a:pt x="218" y="0"/>
                  </a:moveTo>
                  <a:lnTo>
                    <a:pt x="211" y="0"/>
                  </a:lnTo>
                  <a:lnTo>
                    <a:pt x="204" y="1"/>
                  </a:lnTo>
                  <a:lnTo>
                    <a:pt x="198" y="2"/>
                  </a:lnTo>
                  <a:lnTo>
                    <a:pt x="192" y="4"/>
                  </a:lnTo>
                  <a:lnTo>
                    <a:pt x="187" y="6"/>
                  </a:lnTo>
                  <a:lnTo>
                    <a:pt x="182" y="9"/>
                  </a:lnTo>
                  <a:lnTo>
                    <a:pt x="178" y="12"/>
                  </a:lnTo>
                  <a:lnTo>
                    <a:pt x="174" y="16"/>
                  </a:lnTo>
                  <a:lnTo>
                    <a:pt x="167" y="24"/>
                  </a:lnTo>
                  <a:lnTo>
                    <a:pt x="162" y="33"/>
                  </a:lnTo>
                  <a:lnTo>
                    <a:pt x="158" y="41"/>
                  </a:lnTo>
                  <a:lnTo>
                    <a:pt x="154" y="51"/>
                  </a:lnTo>
                  <a:lnTo>
                    <a:pt x="151" y="66"/>
                  </a:lnTo>
                  <a:lnTo>
                    <a:pt x="148" y="84"/>
                  </a:lnTo>
                  <a:lnTo>
                    <a:pt x="144" y="103"/>
                  </a:lnTo>
                  <a:lnTo>
                    <a:pt x="139" y="125"/>
                  </a:lnTo>
                  <a:lnTo>
                    <a:pt x="134" y="147"/>
                  </a:lnTo>
                  <a:lnTo>
                    <a:pt x="129" y="171"/>
                  </a:lnTo>
                  <a:lnTo>
                    <a:pt x="123" y="195"/>
                  </a:lnTo>
                  <a:lnTo>
                    <a:pt x="118" y="222"/>
                  </a:lnTo>
                  <a:lnTo>
                    <a:pt x="101" y="292"/>
                  </a:lnTo>
                  <a:lnTo>
                    <a:pt x="84" y="369"/>
                  </a:lnTo>
                  <a:lnTo>
                    <a:pt x="67" y="447"/>
                  </a:lnTo>
                  <a:lnTo>
                    <a:pt x="50" y="528"/>
                  </a:lnTo>
                  <a:lnTo>
                    <a:pt x="35" y="608"/>
                  </a:lnTo>
                  <a:lnTo>
                    <a:pt x="22" y="687"/>
                  </a:lnTo>
                  <a:lnTo>
                    <a:pt x="16" y="725"/>
                  </a:lnTo>
                  <a:lnTo>
                    <a:pt x="11" y="762"/>
                  </a:lnTo>
                  <a:lnTo>
                    <a:pt x="7" y="797"/>
                  </a:lnTo>
                  <a:lnTo>
                    <a:pt x="3" y="832"/>
                  </a:lnTo>
                  <a:lnTo>
                    <a:pt x="1" y="872"/>
                  </a:lnTo>
                  <a:lnTo>
                    <a:pt x="0" y="909"/>
                  </a:lnTo>
                  <a:lnTo>
                    <a:pt x="0" y="941"/>
                  </a:lnTo>
                  <a:lnTo>
                    <a:pt x="1" y="971"/>
                  </a:lnTo>
                  <a:lnTo>
                    <a:pt x="5" y="996"/>
                  </a:lnTo>
                  <a:lnTo>
                    <a:pt x="9" y="1019"/>
                  </a:lnTo>
                  <a:lnTo>
                    <a:pt x="14" y="1039"/>
                  </a:lnTo>
                  <a:lnTo>
                    <a:pt x="20" y="1057"/>
                  </a:lnTo>
                  <a:lnTo>
                    <a:pt x="27" y="1071"/>
                  </a:lnTo>
                  <a:lnTo>
                    <a:pt x="35" y="1084"/>
                  </a:lnTo>
                  <a:lnTo>
                    <a:pt x="43" y="1094"/>
                  </a:lnTo>
                  <a:lnTo>
                    <a:pt x="52" y="1103"/>
                  </a:lnTo>
                  <a:lnTo>
                    <a:pt x="62" y="1111"/>
                  </a:lnTo>
                  <a:lnTo>
                    <a:pt x="72" y="1117"/>
                  </a:lnTo>
                  <a:lnTo>
                    <a:pt x="82" y="1121"/>
                  </a:lnTo>
                  <a:lnTo>
                    <a:pt x="93" y="1125"/>
                  </a:lnTo>
                  <a:lnTo>
                    <a:pt x="102" y="1127"/>
                  </a:lnTo>
                  <a:lnTo>
                    <a:pt x="112" y="1127"/>
                  </a:lnTo>
                  <a:lnTo>
                    <a:pt x="116" y="1127"/>
                  </a:lnTo>
                  <a:lnTo>
                    <a:pt x="119" y="1125"/>
                  </a:lnTo>
                  <a:lnTo>
                    <a:pt x="122" y="1124"/>
                  </a:lnTo>
                  <a:lnTo>
                    <a:pt x="125" y="1121"/>
                  </a:lnTo>
                  <a:lnTo>
                    <a:pt x="129" y="1116"/>
                  </a:lnTo>
                  <a:lnTo>
                    <a:pt x="132" y="1109"/>
                  </a:lnTo>
                  <a:lnTo>
                    <a:pt x="134" y="1099"/>
                  </a:lnTo>
                  <a:lnTo>
                    <a:pt x="134" y="1089"/>
                  </a:lnTo>
                  <a:lnTo>
                    <a:pt x="134" y="1070"/>
                  </a:lnTo>
                  <a:lnTo>
                    <a:pt x="135" y="1048"/>
                  </a:lnTo>
                  <a:lnTo>
                    <a:pt x="137" y="1026"/>
                  </a:lnTo>
                  <a:lnTo>
                    <a:pt x="139" y="1001"/>
                  </a:lnTo>
                  <a:lnTo>
                    <a:pt x="145" y="948"/>
                  </a:lnTo>
                  <a:lnTo>
                    <a:pt x="154" y="891"/>
                  </a:lnTo>
                  <a:lnTo>
                    <a:pt x="165" y="829"/>
                  </a:lnTo>
                  <a:lnTo>
                    <a:pt x="177" y="764"/>
                  </a:lnTo>
                  <a:lnTo>
                    <a:pt x="191" y="696"/>
                  </a:lnTo>
                  <a:lnTo>
                    <a:pt x="205" y="628"/>
                  </a:lnTo>
                  <a:lnTo>
                    <a:pt x="222" y="559"/>
                  </a:lnTo>
                  <a:lnTo>
                    <a:pt x="237" y="492"/>
                  </a:lnTo>
                  <a:lnTo>
                    <a:pt x="253" y="425"/>
                  </a:lnTo>
                  <a:lnTo>
                    <a:pt x="270" y="361"/>
                  </a:lnTo>
                  <a:lnTo>
                    <a:pt x="286" y="301"/>
                  </a:lnTo>
                  <a:lnTo>
                    <a:pt x="301" y="245"/>
                  </a:lnTo>
                  <a:lnTo>
                    <a:pt x="316" y="195"/>
                  </a:lnTo>
                  <a:lnTo>
                    <a:pt x="329" y="150"/>
                  </a:lnTo>
                  <a:lnTo>
                    <a:pt x="333" y="136"/>
                  </a:lnTo>
                  <a:lnTo>
                    <a:pt x="336" y="123"/>
                  </a:lnTo>
                  <a:lnTo>
                    <a:pt x="338" y="110"/>
                  </a:lnTo>
                  <a:lnTo>
                    <a:pt x="339" y="98"/>
                  </a:lnTo>
                  <a:lnTo>
                    <a:pt x="340" y="88"/>
                  </a:lnTo>
                  <a:lnTo>
                    <a:pt x="339" y="79"/>
                  </a:lnTo>
                  <a:lnTo>
                    <a:pt x="337" y="70"/>
                  </a:lnTo>
                  <a:lnTo>
                    <a:pt x="334" y="62"/>
                  </a:lnTo>
                  <a:lnTo>
                    <a:pt x="331" y="55"/>
                  </a:lnTo>
                  <a:lnTo>
                    <a:pt x="326" y="48"/>
                  </a:lnTo>
                  <a:lnTo>
                    <a:pt x="321" y="42"/>
                  </a:lnTo>
                  <a:lnTo>
                    <a:pt x="315" y="37"/>
                  </a:lnTo>
                  <a:lnTo>
                    <a:pt x="307" y="31"/>
                  </a:lnTo>
                  <a:lnTo>
                    <a:pt x="300" y="27"/>
                  </a:lnTo>
                  <a:lnTo>
                    <a:pt x="292" y="22"/>
                  </a:lnTo>
                  <a:lnTo>
                    <a:pt x="283" y="17"/>
                  </a:lnTo>
                  <a:lnTo>
                    <a:pt x="266" y="9"/>
                  </a:lnTo>
                  <a:lnTo>
                    <a:pt x="248" y="4"/>
                  </a:lnTo>
                  <a:lnTo>
                    <a:pt x="233" y="1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39" name="Freeform 39"/>
            <p:cNvSpPr>
              <a:spLocks/>
            </p:cNvSpPr>
            <p:nvPr userDrawn="1"/>
          </p:nvSpPr>
          <p:spPr bwMode="auto">
            <a:xfrm>
              <a:off x="7003" y="607"/>
              <a:ext cx="58" cy="42"/>
            </a:xfrm>
            <a:custGeom>
              <a:avLst/>
              <a:gdLst>
                <a:gd name="T0" fmla="*/ 50 w 695"/>
                <a:gd name="T1" fmla="*/ 38 h 503"/>
                <a:gd name="T2" fmla="*/ 37 w 695"/>
                <a:gd name="T3" fmla="*/ 44 h 503"/>
                <a:gd name="T4" fmla="*/ 31 w 695"/>
                <a:gd name="T5" fmla="*/ 54 h 503"/>
                <a:gd name="T6" fmla="*/ 30 w 695"/>
                <a:gd name="T7" fmla="*/ 70 h 503"/>
                <a:gd name="T8" fmla="*/ 37 w 695"/>
                <a:gd name="T9" fmla="*/ 108 h 503"/>
                <a:gd name="T10" fmla="*/ 39 w 695"/>
                <a:gd name="T11" fmla="*/ 159 h 503"/>
                <a:gd name="T12" fmla="*/ 35 w 695"/>
                <a:gd name="T13" fmla="*/ 214 h 503"/>
                <a:gd name="T14" fmla="*/ 17 w 695"/>
                <a:gd name="T15" fmla="*/ 323 h 503"/>
                <a:gd name="T16" fmla="*/ 4 w 695"/>
                <a:gd name="T17" fmla="*/ 384 h 503"/>
                <a:gd name="T18" fmla="*/ 0 w 695"/>
                <a:gd name="T19" fmla="*/ 414 h 503"/>
                <a:gd name="T20" fmla="*/ 6 w 695"/>
                <a:gd name="T21" fmla="*/ 438 h 503"/>
                <a:gd name="T22" fmla="*/ 17 w 695"/>
                <a:gd name="T23" fmla="*/ 455 h 503"/>
                <a:gd name="T24" fmla="*/ 32 w 695"/>
                <a:gd name="T25" fmla="*/ 470 h 503"/>
                <a:gd name="T26" fmla="*/ 74 w 695"/>
                <a:gd name="T27" fmla="*/ 494 h 503"/>
                <a:gd name="T28" fmla="*/ 114 w 695"/>
                <a:gd name="T29" fmla="*/ 503 h 503"/>
                <a:gd name="T30" fmla="*/ 134 w 695"/>
                <a:gd name="T31" fmla="*/ 500 h 503"/>
                <a:gd name="T32" fmla="*/ 152 w 695"/>
                <a:gd name="T33" fmla="*/ 486 h 503"/>
                <a:gd name="T34" fmla="*/ 171 w 695"/>
                <a:gd name="T35" fmla="*/ 441 h 503"/>
                <a:gd name="T36" fmla="*/ 212 w 695"/>
                <a:gd name="T37" fmla="*/ 349 h 503"/>
                <a:gd name="T38" fmla="*/ 241 w 695"/>
                <a:gd name="T39" fmla="*/ 301 h 503"/>
                <a:gd name="T40" fmla="*/ 278 w 695"/>
                <a:gd name="T41" fmla="*/ 253 h 503"/>
                <a:gd name="T42" fmla="*/ 322 w 695"/>
                <a:gd name="T43" fmla="*/ 208 h 503"/>
                <a:gd name="T44" fmla="*/ 374 w 695"/>
                <a:gd name="T45" fmla="*/ 167 h 503"/>
                <a:gd name="T46" fmla="*/ 435 w 695"/>
                <a:gd name="T47" fmla="*/ 131 h 503"/>
                <a:gd name="T48" fmla="*/ 505 w 695"/>
                <a:gd name="T49" fmla="*/ 102 h 503"/>
                <a:gd name="T50" fmla="*/ 585 w 695"/>
                <a:gd name="T51" fmla="*/ 82 h 503"/>
                <a:gd name="T52" fmla="*/ 677 w 695"/>
                <a:gd name="T53" fmla="*/ 72 h 503"/>
                <a:gd name="T54" fmla="*/ 686 w 695"/>
                <a:gd name="T55" fmla="*/ 69 h 503"/>
                <a:gd name="T56" fmla="*/ 692 w 695"/>
                <a:gd name="T57" fmla="*/ 62 h 503"/>
                <a:gd name="T58" fmla="*/ 695 w 695"/>
                <a:gd name="T59" fmla="*/ 51 h 503"/>
                <a:gd name="T60" fmla="*/ 690 w 695"/>
                <a:gd name="T61" fmla="*/ 34 h 503"/>
                <a:gd name="T62" fmla="*/ 674 w 695"/>
                <a:gd name="T63" fmla="*/ 18 h 503"/>
                <a:gd name="T64" fmla="*/ 648 w 695"/>
                <a:gd name="T65" fmla="*/ 8 h 503"/>
                <a:gd name="T66" fmla="*/ 604 w 695"/>
                <a:gd name="T67" fmla="*/ 1 h 503"/>
                <a:gd name="T68" fmla="*/ 536 w 695"/>
                <a:gd name="T69" fmla="*/ 2 h 503"/>
                <a:gd name="T70" fmla="*/ 469 w 695"/>
                <a:gd name="T71" fmla="*/ 13 h 503"/>
                <a:gd name="T72" fmla="*/ 397 w 695"/>
                <a:gd name="T73" fmla="*/ 33 h 503"/>
                <a:gd name="T74" fmla="*/ 328 w 695"/>
                <a:gd name="T75" fmla="*/ 60 h 503"/>
                <a:gd name="T76" fmla="*/ 262 w 695"/>
                <a:gd name="T77" fmla="*/ 94 h 503"/>
                <a:gd name="T78" fmla="*/ 214 w 695"/>
                <a:gd name="T79" fmla="*/ 124 h 503"/>
                <a:gd name="T80" fmla="*/ 200 w 695"/>
                <a:gd name="T81" fmla="*/ 101 h 503"/>
                <a:gd name="T82" fmla="*/ 160 w 695"/>
                <a:gd name="T83" fmla="*/ 66 h 503"/>
                <a:gd name="T84" fmla="*/ 124 w 695"/>
                <a:gd name="T85" fmla="*/ 46 h 503"/>
                <a:gd name="T86" fmla="*/ 96 w 695"/>
                <a:gd name="T87" fmla="*/ 38 h 503"/>
                <a:gd name="T88" fmla="*/ 71 w 695"/>
                <a:gd name="T89" fmla="*/ 35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95" h="503">
                  <a:moveTo>
                    <a:pt x="71" y="35"/>
                  </a:moveTo>
                  <a:lnTo>
                    <a:pt x="61" y="36"/>
                  </a:lnTo>
                  <a:lnTo>
                    <a:pt x="50" y="38"/>
                  </a:lnTo>
                  <a:lnTo>
                    <a:pt x="45" y="39"/>
                  </a:lnTo>
                  <a:lnTo>
                    <a:pt x="41" y="42"/>
                  </a:lnTo>
                  <a:lnTo>
                    <a:pt x="37" y="44"/>
                  </a:lnTo>
                  <a:lnTo>
                    <a:pt x="34" y="48"/>
                  </a:lnTo>
                  <a:lnTo>
                    <a:pt x="32" y="51"/>
                  </a:lnTo>
                  <a:lnTo>
                    <a:pt x="31" y="54"/>
                  </a:lnTo>
                  <a:lnTo>
                    <a:pt x="30" y="58"/>
                  </a:lnTo>
                  <a:lnTo>
                    <a:pt x="29" y="61"/>
                  </a:lnTo>
                  <a:lnTo>
                    <a:pt x="30" y="70"/>
                  </a:lnTo>
                  <a:lnTo>
                    <a:pt x="32" y="81"/>
                  </a:lnTo>
                  <a:lnTo>
                    <a:pt x="35" y="94"/>
                  </a:lnTo>
                  <a:lnTo>
                    <a:pt x="37" y="108"/>
                  </a:lnTo>
                  <a:lnTo>
                    <a:pt x="39" y="125"/>
                  </a:lnTo>
                  <a:lnTo>
                    <a:pt x="39" y="141"/>
                  </a:lnTo>
                  <a:lnTo>
                    <a:pt x="39" y="159"/>
                  </a:lnTo>
                  <a:lnTo>
                    <a:pt x="38" y="177"/>
                  </a:lnTo>
                  <a:lnTo>
                    <a:pt x="37" y="195"/>
                  </a:lnTo>
                  <a:lnTo>
                    <a:pt x="35" y="214"/>
                  </a:lnTo>
                  <a:lnTo>
                    <a:pt x="29" y="252"/>
                  </a:lnTo>
                  <a:lnTo>
                    <a:pt x="23" y="288"/>
                  </a:lnTo>
                  <a:lnTo>
                    <a:pt x="17" y="323"/>
                  </a:lnTo>
                  <a:lnTo>
                    <a:pt x="10" y="353"/>
                  </a:lnTo>
                  <a:lnTo>
                    <a:pt x="7" y="370"/>
                  </a:lnTo>
                  <a:lnTo>
                    <a:pt x="4" y="384"/>
                  </a:lnTo>
                  <a:lnTo>
                    <a:pt x="1" y="395"/>
                  </a:lnTo>
                  <a:lnTo>
                    <a:pt x="0" y="405"/>
                  </a:lnTo>
                  <a:lnTo>
                    <a:pt x="0" y="414"/>
                  </a:lnTo>
                  <a:lnTo>
                    <a:pt x="1" y="424"/>
                  </a:lnTo>
                  <a:lnTo>
                    <a:pt x="4" y="431"/>
                  </a:lnTo>
                  <a:lnTo>
                    <a:pt x="6" y="438"/>
                  </a:lnTo>
                  <a:lnTo>
                    <a:pt x="9" y="444"/>
                  </a:lnTo>
                  <a:lnTo>
                    <a:pt x="13" y="450"/>
                  </a:lnTo>
                  <a:lnTo>
                    <a:pt x="17" y="455"/>
                  </a:lnTo>
                  <a:lnTo>
                    <a:pt x="22" y="460"/>
                  </a:lnTo>
                  <a:lnTo>
                    <a:pt x="27" y="464"/>
                  </a:lnTo>
                  <a:lnTo>
                    <a:pt x="32" y="470"/>
                  </a:lnTo>
                  <a:lnTo>
                    <a:pt x="45" y="478"/>
                  </a:lnTo>
                  <a:lnTo>
                    <a:pt x="60" y="486"/>
                  </a:lnTo>
                  <a:lnTo>
                    <a:pt x="74" y="494"/>
                  </a:lnTo>
                  <a:lnTo>
                    <a:pt x="87" y="499"/>
                  </a:lnTo>
                  <a:lnTo>
                    <a:pt x="101" y="502"/>
                  </a:lnTo>
                  <a:lnTo>
                    <a:pt x="114" y="503"/>
                  </a:lnTo>
                  <a:lnTo>
                    <a:pt x="121" y="503"/>
                  </a:lnTo>
                  <a:lnTo>
                    <a:pt x="127" y="502"/>
                  </a:lnTo>
                  <a:lnTo>
                    <a:pt x="134" y="500"/>
                  </a:lnTo>
                  <a:lnTo>
                    <a:pt x="140" y="496"/>
                  </a:lnTo>
                  <a:lnTo>
                    <a:pt x="146" y="492"/>
                  </a:lnTo>
                  <a:lnTo>
                    <a:pt x="152" y="486"/>
                  </a:lnTo>
                  <a:lnTo>
                    <a:pt x="158" y="478"/>
                  </a:lnTo>
                  <a:lnTo>
                    <a:pt x="161" y="469"/>
                  </a:lnTo>
                  <a:lnTo>
                    <a:pt x="171" y="441"/>
                  </a:lnTo>
                  <a:lnTo>
                    <a:pt x="182" y="411"/>
                  </a:lnTo>
                  <a:lnTo>
                    <a:pt x="195" y="381"/>
                  </a:lnTo>
                  <a:lnTo>
                    <a:pt x="212" y="349"/>
                  </a:lnTo>
                  <a:lnTo>
                    <a:pt x="221" y="333"/>
                  </a:lnTo>
                  <a:lnTo>
                    <a:pt x="231" y="316"/>
                  </a:lnTo>
                  <a:lnTo>
                    <a:pt x="241" y="301"/>
                  </a:lnTo>
                  <a:lnTo>
                    <a:pt x="253" y="285"/>
                  </a:lnTo>
                  <a:lnTo>
                    <a:pt x="265" y="270"/>
                  </a:lnTo>
                  <a:lnTo>
                    <a:pt x="278" y="253"/>
                  </a:lnTo>
                  <a:lnTo>
                    <a:pt x="292" y="238"/>
                  </a:lnTo>
                  <a:lnTo>
                    <a:pt x="306" y="223"/>
                  </a:lnTo>
                  <a:lnTo>
                    <a:pt x="322" y="208"/>
                  </a:lnTo>
                  <a:lnTo>
                    <a:pt x="338" y="194"/>
                  </a:lnTo>
                  <a:lnTo>
                    <a:pt x="355" y="181"/>
                  </a:lnTo>
                  <a:lnTo>
                    <a:pt x="374" y="167"/>
                  </a:lnTo>
                  <a:lnTo>
                    <a:pt x="393" y="154"/>
                  </a:lnTo>
                  <a:lnTo>
                    <a:pt x="414" y="142"/>
                  </a:lnTo>
                  <a:lnTo>
                    <a:pt x="435" y="131"/>
                  </a:lnTo>
                  <a:lnTo>
                    <a:pt x="457" y="120"/>
                  </a:lnTo>
                  <a:lnTo>
                    <a:pt x="480" y="111"/>
                  </a:lnTo>
                  <a:lnTo>
                    <a:pt x="505" y="102"/>
                  </a:lnTo>
                  <a:lnTo>
                    <a:pt x="531" y="94"/>
                  </a:lnTo>
                  <a:lnTo>
                    <a:pt x="557" y="88"/>
                  </a:lnTo>
                  <a:lnTo>
                    <a:pt x="585" y="82"/>
                  </a:lnTo>
                  <a:lnTo>
                    <a:pt x="614" y="78"/>
                  </a:lnTo>
                  <a:lnTo>
                    <a:pt x="645" y="75"/>
                  </a:lnTo>
                  <a:lnTo>
                    <a:pt x="677" y="72"/>
                  </a:lnTo>
                  <a:lnTo>
                    <a:pt x="680" y="72"/>
                  </a:lnTo>
                  <a:lnTo>
                    <a:pt x="683" y="70"/>
                  </a:lnTo>
                  <a:lnTo>
                    <a:pt x="686" y="69"/>
                  </a:lnTo>
                  <a:lnTo>
                    <a:pt x="688" y="67"/>
                  </a:lnTo>
                  <a:lnTo>
                    <a:pt x="691" y="65"/>
                  </a:lnTo>
                  <a:lnTo>
                    <a:pt x="692" y="62"/>
                  </a:lnTo>
                  <a:lnTo>
                    <a:pt x="694" y="59"/>
                  </a:lnTo>
                  <a:lnTo>
                    <a:pt x="694" y="56"/>
                  </a:lnTo>
                  <a:lnTo>
                    <a:pt x="695" y="51"/>
                  </a:lnTo>
                  <a:lnTo>
                    <a:pt x="694" y="45"/>
                  </a:lnTo>
                  <a:lnTo>
                    <a:pt x="693" y="40"/>
                  </a:lnTo>
                  <a:lnTo>
                    <a:pt x="690" y="34"/>
                  </a:lnTo>
                  <a:lnTo>
                    <a:pt x="686" y="29"/>
                  </a:lnTo>
                  <a:lnTo>
                    <a:pt x="681" y="24"/>
                  </a:lnTo>
                  <a:lnTo>
                    <a:pt x="674" y="18"/>
                  </a:lnTo>
                  <a:lnTo>
                    <a:pt x="667" y="14"/>
                  </a:lnTo>
                  <a:lnTo>
                    <a:pt x="657" y="11"/>
                  </a:lnTo>
                  <a:lnTo>
                    <a:pt x="648" y="8"/>
                  </a:lnTo>
                  <a:lnTo>
                    <a:pt x="638" y="6"/>
                  </a:lnTo>
                  <a:lnTo>
                    <a:pt x="628" y="4"/>
                  </a:lnTo>
                  <a:lnTo>
                    <a:pt x="604" y="1"/>
                  </a:lnTo>
                  <a:lnTo>
                    <a:pt x="579" y="0"/>
                  </a:lnTo>
                  <a:lnTo>
                    <a:pt x="558" y="0"/>
                  </a:lnTo>
                  <a:lnTo>
                    <a:pt x="536" y="2"/>
                  </a:lnTo>
                  <a:lnTo>
                    <a:pt x="515" y="5"/>
                  </a:lnTo>
                  <a:lnTo>
                    <a:pt x="491" y="8"/>
                  </a:lnTo>
                  <a:lnTo>
                    <a:pt x="469" y="13"/>
                  </a:lnTo>
                  <a:lnTo>
                    <a:pt x="445" y="19"/>
                  </a:lnTo>
                  <a:lnTo>
                    <a:pt x="422" y="26"/>
                  </a:lnTo>
                  <a:lnTo>
                    <a:pt x="397" y="33"/>
                  </a:lnTo>
                  <a:lnTo>
                    <a:pt x="374" y="41"/>
                  </a:lnTo>
                  <a:lnTo>
                    <a:pt x="350" y="50"/>
                  </a:lnTo>
                  <a:lnTo>
                    <a:pt x="328" y="60"/>
                  </a:lnTo>
                  <a:lnTo>
                    <a:pt x="305" y="70"/>
                  </a:lnTo>
                  <a:lnTo>
                    <a:pt x="283" y="82"/>
                  </a:lnTo>
                  <a:lnTo>
                    <a:pt x="262" y="94"/>
                  </a:lnTo>
                  <a:lnTo>
                    <a:pt x="240" y="106"/>
                  </a:lnTo>
                  <a:lnTo>
                    <a:pt x="221" y="119"/>
                  </a:lnTo>
                  <a:lnTo>
                    <a:pt x="214" y="124"/>
                  </a:lnTo>
                  <a:lnTo>
                    <a:pt x="212" y="116"/>
                  </a:lnTo>
                  <a:lnTo>
                    <a:pt x="209" y="110"/>
                  </a:lnTo>
                  <a:lnTo>
                    <a:pt x="200" y="101"/>
                  </a:lnTo>
                  <a:lnTo>
                    <a:pt x="190" y="91"/>
                  </a:lnTo>
                  <a:lnTo>
                    <a:pt x="176" y="79"/>
                  </a:lnTo>
                  <a:lnTo>
                    <a:pt x="160" y="66"/>
                  </a:lnTo>
                  <a:lnTo>
                    <a:pt x="142" y="55"/>
                  </a:lnTo>
                  <a:lnTo>
                    <a:pt x="133" y="50"/>
                  </a:lnTo>
                  <a:lnTo>
                    <a:pt x="124" y="46"/>
                  </a:lnTo>
                  <a:lnTo>
                    <a:pt x="114" y="42"/>
                  </a:lnTo>
                  <a:lnTo>
                    <a:pt x="104" y="40"/>
                  </a:lnTo>
                  <a:lnTo>
                    <a:pt x="96" y="38"/>
                  </a:lnTo>
                  <a:lnTo>
                    <a:pt x="87" y="36"/>
                  </a:lnTo>
                  <a:lnTo>
                    <a:pt x="79" y="36"/>
                  </a:lnTo>
                  <a:lnTo>
                    <a:pt x="71" y="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40" name="Freeform 40"/>
            <p:cNvSpPr>
              <a:spLocks/>
            </p:cNvSpPr>
            <p:nvPr userDrawn="1"/>
          </p:nvSpPr>
          <p:spPr bwMode="auto">
            <a:xfrm>
              <a:off x="6388" y="599"/>
              <a:ext cx="74" cy="49"/>
            </a:xfrm>
            <a:custGeom>
              <a:avLst/>
              <a:gdLst>
                <a:gd name="T0" fmla="*/ 144 w 883"/>
                <a:gd name="T1" fmla="*/ 3 h 595"/>
                <a:gd name="T2" fmla="*/ 125 w 883"/>
                <a:gd name="T3" fmla="*/ 13 h 595"/>
                <a:gd name="T4" fmla="*/ 100 w 883"/>
                <a:gd name="T5" fmla="*/ 49 h 595"/>
                <a:gd name="T6" fmla="*/ 55 w 883"/>
                <a:gd name="T7" fmla="*/ 183 h 595"/>
                <a:gd name="T8" fmla="*/ 10 w 883"/>
                <a:gd name="T9" fmla="*/ 382 h 595"/>
                <a:gd name="T10" fmla="*/ 0 w 883"/>
                <a:gd name="T11" fmla="*/ 465 h 595"/>
                <a:gd name="T12" fmla="*/ 7 w 883"/>
                <a:gd name="T13" fmla="*/ 503 h 595"/>
                <a:gd name="T14" fmla="*/ 25 w 883"/>
                <a:gd name="T15" fmla="*/ 532 h 595"/>
                <a:gd name="T16" fmla="*/ 77 w 883"/>
                <a:gd name="T17" fmla="*/ 571 h 595"/>
                <a:gd name="T18" fmla="*/ 122 w 883"/>
                <a:gd name="T19" fmla="*/ 590 h 595"/>
                <a:gd name="T20" fmla="*/ 164 w 883"/>
                <a:gd name="T21" fmla="*/ 595 h 595"/>
                <a:gd name="T22" fmla="*/ 201 w 883"/>
                <a:gd name="T23" fmla="*/ 585 h 595"/>
                <a:gd name="T24" fmla="*/ 234 w 883"/>
                <a:gd name="T25" fmla="*/ 555 h 595"/>
                <a:gd name="T26" fmla="*/ 295 w 883"/>
                <a:gd name="T27" fmla="*/ 487 h 595"/>
                <a:gd name="T28" fmla="*/ 404 w 883"/>
                <a:gd name="T29" fmla="*/ 369 h 595"/>
                <a:gd name="T30" fmla="*/ 491 w 883"/>
                <a:gd name="T31" fmla="*/ 296 h 595"/>
                <a:gd name="T32" fmla="*/ 514 w 883"/>
                <a:gd name="T33" fmla="*/ 299 h 595"/>
                <a:gd name="T34" fmla="*/ 534 w 883"/>
                <a:gd name="T35" fmla="*/ 336 h 595"/>
                <a:gd name="T36" fmla="*/ 568 w 883"/>
                <a:gd name="T37" fmla="*/ 405 h 595"/>
                <a:gd name="T38" fmla="*/ 605 w 883"/>
                <a:gd name="T39" fmla="*/ 459 h 595"/>
                <a:gd name="T40" fmla="*/ 644 w 883"/>
                <a:gd name="T41" fmla="*/ 500 h 595"/>
                <a:gd name="T42" fmla="*/ 693 w 883"/>
                <a:gd name="T43" fmla="*/ 535 h 595"/>
                <a:gd name="T44" fmla="*/ 767 w 883"/>
                <a:gd name="T45" fmla="*/ 561 h 595"/>
                <a:gd name="T46" fmla="*/ 828 w 883"/>
                <a:gd name="T47" fmla="*/ 565 h 595"/>
                <a:gd name="T48" fmla="*/ 868 w 883"/>
                <a:gd name="T49" fmla="*/ 555 h 595"/>
                <a:gd name="T50" fmla="*/ 883 w 883"/>
                <a:gd name="T51" fmla="*/ 533 h 595"/>
                <a:gd name="T52" fmla="*/ 880 w 883"/>
                <a:gd name="T53" fmla="*/ 518 h 595"/>
                <a:gd name="T54" fmla="*/ 868 w 883"/>
                <a:gd name="T55" fmla="*/ 512 h 595"/>
                <a:gd name="T56" fmla="*/ 840 w 883"/>
                <a:gd name="T57" fmla="*/ 510 h 595"/>
                <a:gd name="T58" fmla="*/ 808 w 883"/>
                <a:gd name="T59" fmla="*/ 501 h 595"/>
                <a:gd name="T60" fmla="*/ 781 w 883"/>
                <a:gd name="T61" fmla="*/ 483 h 595"/>
                <a:gd name="T62" fmla="*/ 751 w 883"/>
                <a:gd name="T63" fmla="*/ 440 h 595"/>
                <a:gd name="T64" fmla="*/ 722 w 883"/>
                <a:gd name="T65" fmla="*/ 358 h 595"/>
                <a:gd name="T66" fmla="*/ 694 w 883"/>
                <a:gd name="T67" fmla="*/ 231 h 595"/>
                <a:gd name="T68" fmla="*/ 679 w 883"/>
                <a:gd name="T69" fmla="*/ 197 h 595"/>
                <a:gd name="T70" fmla="*/ 655 w 883"/>
                <a:gd name="T71" fmla="*/ 168 h 595"/>
                <a:gd name="T72" fmla="*/ 622 w 883"/>
                <a:gd name="T73" fmla="*/ 145 h 595"/>
                <a:gd name="T74" fmla="*/ 580 w 883"/>
                <a:gd name="T75" fmla="*/ 127 h 595"/>
                <a:gd name="T76" fmla="*/ 537 w 883"/>
                <a:gd name="T77" fmla="*/ 122 h 595"/>
                <a:gd name="T78" fmla="*/ 494 w 883"/>
                <a:gd name="T79" fmla="*/ 140 h 595"/>
                <a:gd name="T80" fmla="*/ 409 w 883"/>
                <a:gd name="T81" fmla="*/ 209 h 595"/>
                <a:gd name="T82" fmla="*/ 308 w 883"/>
                <a:gd name="T83" fmla="*/ 309 h 595"/>
                <a:gd name="T84" fmla="*/ 207 w 883"/>
                <a:gd name="T85" fmla="*/ 410 h 595"/>
                <a:gd name="T86" fmla="*/ 179 w 883"/>
                <a:gd name="T87" fmla="*/ 427 h 595"/>
                <a:gd name="T88" fmla="*/ 201 w 883"/>
                <a:gd name="T89" fmla="*/ 322 h 595"/>
                <a:gd name="T90" fmla="*/ 255 w 883"/>
                <a:gd name="T91" fmla="*/ 149 h 595"/>
                <a:gd name="T92" fmla="*/ 277 w 883"/>
                <a:gd name="T93" fmla="*/ 89 h 595"/>
                <a:gd name="T94" fmla="*/ 276 w 883"/>
                <a:gd name="T95" fmla="*/ 67 h 595"/>
                <a:gd name="T96" fmla="*/ 261 w 883"/>
                <a:gd name="T97" fmla="*/ 42 h 595"/>
                <a:gd name="T98" fmla="*/ 226 w 883"/>
                <a:gd name="T99" fmla="*/ 18 h 595"/>
                <a:gd name="T100" fmla="*/ 174 w 883"/>
                <a:gd name="T101" fmla="*/ 1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83" h="595">
                  <a:moveTo>
                    <a:pt x="162" y="0"/>
                  </a:moveTo>
                  <a:lnTo>
                    <a:pt x="156" y="0"/>
                  </a:lnTo>
                  <a:lnTo>
                    <a:pt x="150" y="1"/>
                  </a:lnTo>
                  <a:lnTo>
                    <a:pt x="144" y="3"/>
                  </a:lnTo>
                  <a:lnTo>
                    <a:pt x="139" y="4"/>
                  </a:lnTo>
                  <a:lnTo>
                    <a:pt x="134" y="7"/>
                  </a:lnTo>
                  <a:lnTo>
                    <a:pt x="129" y="10"/>
                  </a:lnTo>
                  <a:lnTo>
                    <a:pt x="125" y="13"/>
                  </a:lnTo>
                  <a:lnTo>
                    <a:pt x="121" y="17"/>
                  </a:lnTo>
                  <a:lnTo>
                    <a:pt x="113" y="26"/>
                  </a:lnTo>
                  <a:lnTo>
                    <a:pt x="106" y="37"/>
                  </a:lnTo>
                  <a:lnTo>
                    <a:pt x="100" y="49"/>
                  </a:lnTo>
                  <a:lnTo>
                    <a:pt x="94" y="63"/>
                  </a:lnTo>
                  <a:lnTo>
                    <a:pt x="82" y="97"/>
                  </a:lnTo>
                  <a:lnTo>
                    <a:pt x="68" y="137"/>
                  </a:lnTo>
                  <a:lnTo>
                    <a:pt x="55" y="183"/>
                  </a:lnTo>
                  <a:lnTo>
                    <a:pt x="43" y="232"/>
                  </a:lnTo>
                  <a:lnTo>
                    <a:pt x="31" y="282"/>
                  </a:lnTo>
                  <a:lnTo>
                    <a:pt x="19" y="333"/>
                  </a:lnTo>
                  <a:lnTo>
                    <a:pt x="10" y="382"/>
                  </a:lnTo>
                  <a:lnTo>
                    <a:pt x="3" y="429"/>
                  </a:lnTo>
                  <a:lnTo>
                    <a:pt x="1" y="442"/>
                  </a:lnTo>
                  <a:lnTo>
                    <a:pt x="0" y="454"/>
                  </a:lnTo>
                  <a:lnTo>
                    <a:pt x="0" y="465"/>
                  </a:lnTo>
                  <a:lnTo>
                    <a:pt x="1" y="477"/>
                  </a:lnTo>
                  <a:lnTo>
                    <a:pt x="2" y="486"/>
                  </a:lnTo>
                  <a:lnTo>
                    <a:pt x="4" y="495"/>
                  </a:lnTo>
                  <a:lnTo>
                    <a:pt x="7" y="503"/>
                  </a:lnTo>
                  <a:lnTo>
                    <a:pt x="10" y="511"/>
                  </a:lnTo>
                  <a:lnTo>
                    <a:pt x="14" y="518"/>
                  </a:lnTo>
                  <a:lnTo>
                    <a:pt x="19" y="526"/>
                  </a:lnTo>
                  <a:lnTo>
                    <a:pt x="25" y="532"/>
                  </a:lnTo>
                  <a:lnTo>
                    <a:pt x="32" y="539"/>
                  </a:lnTo>
                  <a:lnTo>
                    <a:pt x="47" y="551"/>
                  </a:lnTo>
                  <a:lnTo>
                    <a:pt x="65" y="564"/>
                  </a:lnTo>
                  <a:lnTo>
                    <a:pt x="77" y="571"/>
                  </a:lnTo>
                  <a:lnTo>
                    <a:pt x="89" y="577"/>
                  </a:lnTo>
                  <a:lnTo>
                    <a:pt x="100" y="582"/>
                  </a:lnTo>
                  <a:lnTo>
                    <a:pt x="111" y="587"/>
                  </a:lnTo>
                  <a:lnTo>
                    <a:pt x="122" y="590"/>
                  </a:lnTo>
                  <a:lnTo>
                    <a:pt x="133" y="592"/>
                  </a:lnTo>
                  <a:lnTo>
                    <a:pt x="144" y="594"/>
                  </a:lnTo>
                  <a:lnTo>
                    <a:pt x="154" y="595"/>
                  </a:lnTo>
                  <a:lnTo>
                    <a:pt x="164" y="595"/>
                  </a:lnTo>
                  <a:lnTo>
                    <a:pt x="174" y="593"/>
                  </a:lnTo>
                  <a:lnTo>
                    <a:pt x="184" y="591"/>
                  </a:lnTo>
                  <a:lnTo>
                    <a:pt x="192" y="589"/>
                  </a:lnTo>
                  <a:lnTo>
                    <a:pt x="201" y="585"/>
                  </a:lnTo>
                  <a:lnTo>
                    <a:pt x="208" y="580"/>
                  </a:lnTo>
                  <a:lnTo>
                    <a:pt x="216" y="575"/>
                  </a:lnTo>
                  <a:lnTo>
                    <a:pt x="222" y="567"/>
                  </a:lnTo>
                  <a:lnTo>
                    <a:pt x="234" y="555"/>
                  </a:lnTo>
                  <a:lnTo>
                    <a:pt x="245" y="542"/>
                  </a:lnTo>
                  <a:lnTo>
                    <a:pt x="257" y="530"/>
                  </a:lnTo>
                  <a:lnTo>
                    <a:pt x="268" y="516"/>
                  </a:lnTo>
                  <a:lnTo>
                    <a:pt x="295" y="487"/>
                  </a:lnTo>
                  <a:lnTo>
                    <a:pt x="321" y="456"/>
                  </a:lnTo>
                  <a:lnTo>
                    <a:pt x="349" y="427"/>
                  </a:lnTo>
                  <a:lnTo>
                    <a:pt x="376" y="397"/>
                  </a:lnTo>
                  <a:lnTo>
                    <a:pt x="404" y="369"/>
                  </a:lnTo>
                  <a:lnTo>
                    <a:pt x="431" y="343"/>
                  </a:lnTo>
                  <a:lnTo>
                    <a:pt x="458" y="320"/>
                  </a:lnTo>
                  <a:lnTo>
                    <a:pt x="484" y="300"/>
                  </a:lnTo>
                  <a:lnTo>
                    <a:pt x="491" y="296"/>
                  </a:lnTo>
                  <a:lnTo>
                    <a:pt x="497" y="295"/>
                  </a:lnTo>
                  <a:lnTo>
                    <a:pt x="503" y="295"/>
                  </a:lnTo>
                  <a:lnTo>
                    <a:pt x="509" y="296"/>
                  </a:lnTo>
                  <a:lnTo>
                    <a:pt x="514" y="299"/>
                  </a:lnTo>
                  <a:lnTo>
                    <a:pt x="519" y="303"/>
                  </a:lnTo>
                  <a:lnTo>
                    <a:pt x="523" y="309"/>
                  </a:lnTo>
                  <a:lnTo>
                    <a:pt x="527" y="316"/>
                  </a:lnTo>
                  <a:lnTo>
                    <a:pt x="534" y="336"/>
                  </a:lnTo>
                  <a:lnTo>
                    <a:pt x="543" y="355"/>
                  </a:lnTo>
                  <a:lnTo>
                    <a:pt x="551" y="372"/>
                  </a:lnTo>
                  <a:lnTo>
                    <a:pt x="560" y="390"/>
                  </a:lnTo>
                  <a:lnTo>
                    <a:pt x="568" y="405"/>
                  </a:lnTo>
                  <a:lnTo>
                    <a:pt x="577" y="420"/>
                  </a:lnTo>
                  <a:lnTo>
                    <a:pt x="586" y="434"/>
                  </a:lnTo>
                  <a:lnTo>
                    <a:pt x="596" y="447"/>
                  </a:lnTo>
                  <a:lnTo>
                    <a:pt x="605" y="459"/>
                  </a:lnTo>
                  <a:lnTo>
                    <a:pt x="615" y="470"/>
                  </a:lnTo>
                  <a:lnTo>
                    <a:pt x="624" y="481"/>
                  </a:lnTo>
                  <a:lnTo>
                    <a:pt x="634" y="491"/>
                  </a:lnTo>
                  <a:lnTo>
                    <a:pt x="644" y="500"/>
                  </a:lnTo>
                  <a:lnTo>
                    <a:pt x="654" y="508"/>
                  </a:lnTo>
                  <a:lnTo>
                    <a:pt x="663" y="515"/>
                  </a:lnTo>
                  <a:lnTo>
                    <a:pt x="673" y="523"/>
                  </a:lnTo>
                  <a:lnTo>
                    <a:pt x="693" y="535"/>
                  </a:lnTo>
                  <a:lnTo>
                    <a:pt x="712" y="545"/>
                  </a:lnTo>
                  <a:lnTo>
                    <a:pt x="731" y="552"/>
                  </a:lnTo>
                  <a:lnTo>
                    <a:pt x="749" y="558"/>
                  </a:lnTo>
                  <a:lnTo>
                    <a:pt x="767" y="561"/>
                  </a:lnTo>
                  <a:lnTo>
                    <a:pt x="783" y="564"/>
                  </a:lnTo>
                  <a:lnTo>
                    <a:pt x="799" y="565"/>
                  </a:lnTo>
                  <a:lnTo>
                    <a:pt x="813" y="566"/>
                  </a:lnTo>
                  <a:lnTo>
                    <a:pt x="828" y="565"/>
                  </a:lnTo>
                  <a:lnTo>
                    <a:pt x="843" y="564"/>
                  </a:lnTo>
                  <a:lnTo>
                    <a:pt x="853" y="562"/>
                  </a:lnTo>
                  <a:lnTo>
                    <a:pt x="861" y="559"/>
                  </a:lnTo>
                  <a:lnTo>
                    <a:pt x="868" y="555"/>
                  </a:lnTo>
                  <a:lnTo>
                    <a:pt x="874" y="550"/>
                  </a:lnTo>
                  <a:lnTo>
                    <a:pt x="878" y="545"/>
                  </a:lnTo>
                  <a:lnTo>
                    <a:pt x="881" y="539"/>
                  </a:lnTo>
                  <a:lnTo>
                    <a:pt x="883" y="533"/>
                  </a:lnTo>
                  <a:lnTo>
                    <a:pt x="883" y="528"/>
                  </a:lnTo>
                  <a:lnTo>
                    <a:pt x="883" y="524"/>
                  </a:lnTo>
                  <a:lnTo>
                    <a:pt x="882" y="520"/>
                  </a:lnTo>
                  <a:lnTo>
                    <a:pt x="880" y="518"/>
                  </a:lnTo>
                  <a:lnTo>
                    <a:pt x="878" y="515"/>
                  </a:lnTo>
                  <a:lnTo>
                    <a:pt x="875" y="514"/>
                  </a:lnTo>
                  <a:lnTo>
                    <a:pt x="872" y="512"/>
                  </a:lnTo>
                  <a:lnTo>
                    <a:pt x="868" y="512"/>
                  </a:lnTo>
                  <a:lnTo>
                    <a:pt x="864" y="511"/>
                  </a:lnTo>
                  <a:lnTo>
                    <a:pt x="860" y="511"/>
                  </a:lnTo>
                  <a:lnTo>
                    <a:pt x="851" y="511"/>
                  </a:lnTo>
                  <a:lnTo>
                    <a:pt x="840" y="510"/>
                  </a:lnTo>
                  <a:lnTo>
                    <a:pt x="832" y="509"/>
                  </a:lnTo>
                  <a:lnTo>
                    <a:pt x="823" y="507"/>
                  </a:lnTo>
                  <a:lnTo>
                    <a:pt x="815" y="504"/>
                  </a:lnTo>
                  <a:lnTo>
                    <a:pt x="808" y="501"/>
                  </a:lnTo>
                  <a:lnTo>
                    <a:pt x="801" y="497"/>
                  </a:lnTo>
                  <a:lnTo>
                    <a:pt x="794" y="493"/>
                  </a:lnTo>
                  <a:lnTo>
                    <a:pt x="787" y="488"/>
                  </a:lnTo>
                  <a:lnTo>
                    <a:pt x="781" y="483"/>
                  </a:lnTo>
                  <a:lnTo>
                    <a:pt x="775" y="477"/>
                  </a:lnTo>
                  <a:lnTo>
                    <a:pt x="770" y="469"/>
                  </a:lnTo>
                  <a:lnTo>
                    <a:pt x="760" y="455"/>
                  </a:lnTo>
                  <a:lnTo>
                    <a:pt x="751" y="440"/>
                  </a:lnTo>
                  <a:lnTo>
                    <a:pt x="743" y="421"/>
                  </a:lnTo>
                  <a:lnTo>
                    <a:pt x="735" y="402"/>
                  </a:lnTo>
                  <a:lnTo>
                    <a:pt x="728" y="381"/>
                  </a:lnTo>
                  <a:lnTo>
                    <a:pt x="722" y="358"/>
                  </a:lnTo>
                  <a:lnTo>
                    <a:pt x="711" y="309"/>
                  </a:lnTo>
                  <a:lnTo>
                    <a:pt x="700" y="255"/>
                  </a:lnTo>
                  <a:lnTo>
                    <a:pt x="697" y="240"/>
                  </a:lnTo>
                  <a:lnTo>
                    <a:pt x="694" y="231"/>
                  </a:lnTo>
                  <a:lnTo>
                    <a:pt x="692" y="222"/>
                  </a:lnTo>
                  <a:lnTo>
                    <a:pt x="687" y="213"/>
                  </a:lnTo>
                  <a:lnTo>
                    <a:pt x="683" y="205"/>
                  </a:lnTo>
                  <a:lnTo>
                    <a:pt x="679" y="197"/>
                  </a:lnTo>
                  <a:lnTo>
                    <a:pt x="674" y="189"/>
                  </a:lnTo>
                  <a:lnTo>
                    <a:pt x="668" y="182"/>
                  </a:lnTo>
                  <a:lnTo>
                    <a:pt x="662" y="174"/>
                  </a:lnTo>
                  <a:lnTo>
                    <a:pt x="655" y="168"/>
                  </a:lnTo>
                  <a:lnTo>
                    <a:pt x="648" y="161"/>
                  </a:lnTo>
                  <a:lnTo>
                    <a:pt x="639" y="155"/>
                  </a:lnTo>
                  <a:lnTo>
                    <a:pt x="631" y="150"/>
                  </a:lnTo>
                  <a:lnTo>
                    <a:pt x="622" y="145"/>
                  </a:lnTo>
                  <a:lnTo>
                    <a:pt x="613" y="140"/>
                  </a:lnTo>
                  <a:lnTo>
                    <a:pt x="603" y="135"/>
                  </a:lnTo>
                  <a:lnTo>
                    <a:pt x="592" y="131"/>
                  </a:lnTo>
                  <a:lnTo>
                    <a:pt x="580" y="127"/>
                  </a:lnTo>
                  <a:lnTo>
                    <a:pt x="569" y="124"/>
                  </a:lnTo>
                  <a:lnTo>
                    <a:pt x="559" y="122"/>
                  </a:lnTo>
                  <a:lnTo>
                    <a:pt x="549" y="121"/>
                  </a:lnTo>
                  <a:lnTo>
                    <a:pt x="537" y="122"/>
                  </a:lnTo>
                  <a:lnTo>
                    <a:pt x="527" y="124"/>
                  </a:lnTo>
                  <a:lnTo>
                    <a:pt x="518" y="128"/>
                  </a:lnTo>
                  <a:lnTo>
                    <a:pt x="510" y="131"/>
                  </a:lnTo>
                  <a:lnTo>
                    <a:pt x="494" y="140"/>
                  </a:lnTo>
                  <a:lnTo>
                    <a:pt x="478" y="150"/>
                  </a:lnTo>
                  <a:lnTo>
                    <a:pt x="457" y="167"/>
                  </a:lnTo>
                  <a:lnTo>
                    <a:pt x="433" y="187"/>
                  </a:lnTo>
                  <a:lnTo>
                    <a:pt x="409" y="209"/>
                  </a:lnTo>
                  <a:lnTo>
                    <a:pt x="383" y="233"/>
                  </a:lnTo>
                  <a:lnTo>
                    <a:pt x="358" y="258"/>
                  </a:lnTo>
                  <a:lnTo>
                    <a:pt x="332" y="284"/>
                  </a:lnTo>
                  <a:lnTo>
                    <a:pt x="308" y="309"/>
                  </a:lnTo>
                  <a:lnTo>
                    <a:pt x="284" y="334"/>
                  </a:lnTo>
                  <a:lnTo>
                    <a:pt x="246" y="372"/>
                  </a:lnTo>
                  <a:lnTo>
                    <a:pt x="218" y="400"/>
                  </a:lnTo>
                  <a:lnTo>
                    <a:pt x="207" y="410"/>
                  </a:lnTo>
                  <a:lnTo>
                    <a:pt x="199" y="417"/>
                  </a:lnTo>
                  <a:lnTo>
                    <a:pt x="192" y="423"/>
                  </a:lnTo>
                  <a:lnTo>
                    <a:pt x="188" y="425"/>
                  </a:lnTo>
                  <a:lnTo>
                    <a:pt x="179" y="427"/>
                  </a:lnTo>
                  <a:lnTo>
                    <a:pt x="180" y="417"/>
                  </a:lnTo>
                  <a:lnTo>
                    <a:pt x="185" y="392"/>
                  </a:lnTo>
                  <a:lnTo>
                    <a:pt x="192" y="360"/>
                  </a:lnTo>
                  <a:lnTo>
                    <a:pt x="201" y="322"/>
                  </a:lnTo>
                  <a:lnTo>
                    <a:pt x="211" y="283"/>
                  </a:lnTo>
                  <a:lnTo>
                    <a:pt x="224" y="239"/>
                  </a:lnTo>
                  <a:lnTo>
                    <a:pt x="239" y="194"/>
                  </a:lnTo>
                  <a:lnTo>
                    <a:pt x="255" y="149"/>
                  </a:lnTo>
                  <a:lnTo>
                    <a:pt x="272" y="105"/>
                  </a:lnTo>
                  <a:lnTo>
                    <a:pt x="275" y="100"/>
                  </a:lnTo>
                  <a:lnTo>
                    <a:pt x="276" y="94"/>
                  </a:lnTo>
                  <a:lnTo>
                    <a:pt x="277" y="89"/>
                  </a:lnTo>
                  <a:lnTo>
                    <a:pt x="278" y="84"/>
                  </a:lnTo>
                  <a:lnTo>
                    <a:pt x="278" y="78"/>
                  </a:lnTo>
                  <a:lnTo>
                    <a:pt x="277" y="72"/>
                  </a:lnTo>
                  <a:lnTo>
                    <a:pt x="276" y="67"/>
                  </a:lnTo>
                  <a:lnTo>
                    <a:pt x="274" y="62"/>
                  </a:lnTo>
                  <a:lnTo>
                    <a:pt x="271" y="55"/>
                  </a:lnTo>
                  <a:lnTo>
                    <a:pt x="266" y="48"/>
                  </a:lnTo>
                  <a:lnTo>
                    <a:pt x="261" y="42"/>
                  </a:lnTo>
                  <a:lnTo>
                    <a:pt x="254" y="36"/>
                  </a:lnTo>
                  <a:lnTo>
                    <a:pt x="246" y="30"/>
                  </a:lnTo>
                  <a:lnTo>
                    <a:pt x="237" y="23"/>
                  </a:lnTo>
                  <a:lnTo>
                    <a:pt x="226" y="18"/>
                  </a:lnTo>
                  <a:lnTo>
                    <a:pt x="215" y="13"/>
                  </a:lnTo>
                  <a:lnTo>
                    <a:pt x="201" y="7"/>
                  </a:lnTo>
                  <a:lnTo>
                    <a:pt x="187" y="3"/>
                  </a:lnTo>
                  <a:lnTo>
                    <a:pt x="174" y="1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41" name="Freeform 41"/>
            <p:cNvSpPr>
              <a:spLocks/>
            </p:cNvSpPr>
            <p:nvPr userDrawn="1"/>
          </p:nvSpPr>
          <p:spPr bwMode="auto">
            <a:xfrm>
              <a:off x="6666" y="603"/>
              <a:ext cx="60" cy="44"/>
            </a:xfrm>
            <a:custGeom>
              <a:avLst/>
              <a:gdLst>
                <a:gd name="T0" fmla="*/ 518 w 721"/>
                <a:gd name="T1" fmla="*/ 321 h 522"/>
                <a:gd name="T2" fmla="*/ 536 w 721"/>
                <a:gd name="T3" fmla="*/ 387 h 522"/>
                <a:gd name="T4" fmla="*/ 575 w 721"/>
                <a:gd name="T5" fmla="*/ 455 h 522"/>
                <a:gd name="T6" fmla="*/ 622 w 721"/>
                <a:gd name="T7" fmla="*/ 498 h 522"/>
                <a:gd name="T8" fmla="*/ 664 w 721"/>
                <a:gd name="T9" fmla="*/ 519 h 522"/>
                <a:gd name="T10" fmla="*/ 699 w 721"/>
                <a:gd name="T11" fmla="*/ 522 h 522"/>
                <a:gd name="T12" fmla="*/ 719 w 721"/>
                <a:gd name="T13" fmla="*/ 510 h 522"/>
                <a:gd name="T14" fmla="*/ 717 w 721"/>
                <a:gd name="T15" fmla="*/ 488 h 522"/>
                <a:gd name="T16" fmla="*/ 698 w 721"/>
                <a:gd name="T17" fmla="*/ 444 h 522"/>
                <a:gd name="T18" fmla="*/ 682 w 721"/>
                <a:gd name="T19" fmla="*/ 342 h 522"/>
                <a:gd name="T20" fmla="*/ 685 w 721"/>
                <a:gd name="T21" fmla="*/ 242 h 522"/>
                <a:gd name="T22" fmla="*/ 697 w 721"/>
                <a:gd name="T23" fmla="*/ 155 h 522"/>
                <a:gd name="T24" fmla="*/ 699 w 721"/>
                <a:gd name="T25" fmla="*/ 112 h 522"/>
                <a:gd name="T26" fmla="*/ 687 w 721"/>
                <a:gd name="T27" fmla="*/ 82 h 522"/>
                <a:gd name="T28" fmla="*/ 664 w 721"/>
                <a:gd name="T29" fmla="*/ 59 h 522"/>
                <a:gd name="T30" fmla="*/ 622 w 721"/>
                <a:gd name="T31" fmla="*/ 34 h 522"/>
                <a:gd name="T32" fmla="*/ 574 w 721"/>
                <a:gd name="T33" fmla="*/ 25 h 522"/>
                <a:gd name="T34" fmla="*/ 553 w 721"/>
                <a:gd name="T35" fmla="*/ 38 h 522"/>
                <a:gd name="T36" fmla="*/ 510 w 721"/>
                <a:gd name="T37" fmla="*/ 116 h 522"/>
                <a:gd name="T38" fmla="*/ 432 w 721"/>
                <a:gd name="T39" fmla="*/ 216 h 522"/>
                <a:gd name="T40" fmla="*/ 343 w 721"/>
                <a:gd name="T41" fmla="*/ 300 h 522"/>
                <a:gd name="T42" fmla="*/ 291 w 721"/>
                <a:gd name="T43" fmla="*/ 334 h 522"/>
                <a:gd name="T44" fmla="*/ 254 w 721"/>
                <a:gd name="T45" fmla="*/ 345 h 522"/>
                <a:gd name="T46" fmla="*/ 222 w 721"/>
                <a:gd name="T47" fmla="*/ 342 h 522"/>
                <a:gd name="T48" fmla="*/ 197 w 721"/>
                <a:gd name="T49" fmla="*/ 326 h 522"/>
                <a:gd name="T50" fmla="*/ 183 w 721"/>
                <a:gd name="T51" fmla="*/ 290 h 522"/>
                <a:gd name="T52" fmla="*/ 183 w 721"/>
                <a:gd name="T53" fmla="*/ 242 h 522"/>
                <a:gd name="T54" fmla="*/ 195 w 721"/>
                <a:gd name="T55" fmla="*/ 187 h 522"/>
                <a:gd name="T56" fmla="*/ 225 w 721"/>
                <a:gd name="T57" fmla="*/ 111 h 522"/>
                <a:gd name="T58" fmla="*/ 231 w 721"/>
                <a:gd name="T59" fmla="*/ 83 h 522"/>
                <a:gd name="T60" fmla="*/ 225 w 721"/>
                <a:gd name="T61" fmla="*/ 58 h 522"/>
                <a:gd name="T62" fmla="*/ 205 w 721"/>
                <a:gd name="T63" fmla="*/ 36 h 522"/>
                <a:gd name="T64" fmla="*/ 163 w 721"/>
                <a:gd name="T65" fmla="*/ 12 h 522"/>
                <a:gd name="T66" fmla="*/ 123 w 721"/>
                <a:gd name="T67" fmla="*/ 1 h 522"/>
                <a:gd name="T68" fmla="*/ 91 w 721"/>
                <a:gd name="T69" fmla="*/ 5 h 522"/>
                <a:gd name="T70" fmla="*/ 68 w 721"/>
                <a:gd name="T71" fmla="*/ 26 h 522"/>
                <a:gd name="T72" fmla="*/ 42 w 721"/>
                <a:gd name="T73" fmla="*/ 90 h 522"/>
                <a:gd name="T74" fmla="*/ 9 w 721"/>
                <a:gd name="T75" fmla="*/ 214 h 522"/>
                <a:gd name="T76" fmla="*/ 0 w 721"/>
                <a:gd name="T77" fmla="*/ 279 h 522"/>
                <a:gd name="T78" fmla="*/ 5 w 721"/>
                <a:gd name="T79" fmla="*/ 313 h 522"/>
                <a:gd name="T80" fmla="*/ 34 w 721"/>
                <a:gd name="T81" fmla="*/ 375 h 522"/>
                <a:gd name="T82" fmla="*/ 73 w 721"/>
                <a:gd name="T83" fmla="*/ 418 h 522"/>
                <a:gd name="T84" fmla="*/ 112 w 721"/>
                <a:gd name="T85" fmla="*/ 446 h 522"/>
                <a:gd name="T86" fmla="*/ 155 w 721"/>
                <a:gd name="T87" fmla="*/ 466 h 522"/>
                <a:gd name="T88" fmla="*/ 198 w 721"/>
                <a:gd name="T89" fmla="*/ 475 h 522"/>
                <a:gd name="T90" fmla="*/ 251 w 721"/>
                <a:gd name="T91" fmla="*/ 469 h 522"/>
                <a:gd name="T92" fmla="*/ 316 w 721"/>
                <a:gd name="T93" fmla="*/ 440 h 522"/>
                <a:gd name="T94" fmla="*/ 394 w 721"/>
                <a:gd name="T95" fmla="*/ 388 h 522"/>
                <a:gd name="T96" fmla="*/ 483 w 721"/>
                <a:gd name="T97" fmla="*/ 313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21" h="522">
                  <a:moveTo>
                    <a:pt x="515" y="282"/>
                  </a:moveTo>
                  <a:lnTo>
                    <a:pt x="516" y="294"/>
                  </a:lnTo>
                  <a:lnTo>
                    <a:pt x="516" y="307"/>
                  </a:lnTo>
                  <a:lnTo>
                    <a:pt x="518" y="321"/>
                  </a:lnTo>
                  <a:lnTo>
                    <a:pt x="520" y="332"/>
                  </a:lnTo>
                  <a:lnTo>
                    <a:pt x="522" y="344"/>
                  </a:lnTo>
                  <a:lnTo>
                    <a:pt x="528" y="367"/>
                  </a:lnTo>
                  <a:lnTo>
                    <a:pt x="536" y="387"/>
                  </a:lnTo>
                  <a:lnTo>
                    <a:pt x="544" y="406"/>
                  </a:lnTo>
                  <a:lnTo>
                    <a:pt x="553" y="424"/>
                  </a:lnTo>
                  <a:lnTo>
                    <a:pt x="564" y="440"/>
                  </a:lnTo>
                  <a:lnTo>
                    <a:pt x="575" y="455"/>
                  </a:lnTo>
                  <a:lnTo>
                    <a:pt x="587" y="468"/>
                  </a:lnTo>
                  <a:lnTo>
                    <a:pt x="599" y="480"/>
                  </a:lnTo>
                  <a:lnTo>
                    <a:pt x="610" y="490"/>
                  </a:lnTo>
                  <a:lnTo>
                    <a:pt x="622" y="498"/>
                  </a:lnTo>
                  <a:lnTo>
                    <a:pt x="634" y="505"/>
                  </a:lnTo>
                  <a:lnTo>
                    <a:pt x="645" y="511"/>
                  </a:lnTo>
                  <a:lnTo>
                    <a:pt x="655" y="516"/>
                  </a:lnTo>
                  <a:lnTo>
                    <a:pt x="664" y="519"/>
                  </a:lnTo>
                  <a:lnTo>
                    <a:pt x="673" y="521"/>
                  </a:lnTo>
                  <a:lnTo>
                    <a:pt x="683" y="522"/>
                  </a:lnTo>
                  <a:lnTo>
                    <a:pt x="692" y="522"/>
                  </a:lnTo>
                  <a:lnTo>
                    <a:pt x="699" y="522"/>
                  </a:lnTo>
                  <a:lnTo>
                    <a:pt x="706" y="520"/>
                  </a:lnTo>
                  <a:lnTo>
                    <a:pt x="712" y="518"/>
                  </a:lnTo>
                  <a:lnTo>
                    <a:pt x="716" y="515"/>
                  </a:lnTo>
                  <a:lnTo>
                    <a:pt x="719" y="510"/>
                  </a:lnTo>
                  <a:lnTo>
                    <a:pt x="721" y="505"/>
                  </a:lnTo>
                  <a:lnTo>
                    <a:pt x="721" y="500"/>
                  </a:lnTo>
                  <a:lnTo>
                    <a:pt x="720" y="494"/>
                  </a:lnTo>
                  <a:lnTo>
                    <a:pt x="717" y="488"/>
                  </a:lnTo>
                  <a:lnTo>
                    <a:pt x="711" y="478"/>
                  </a:lnTo>
                  <a:lnTo>
                    <a:pt x="706" y="467"/>
                  </a:lnTo>
                  <a:lnTo>
                    <a:pt x="702" y="455"/>
                  </a:lnTo>
                  <a:lnTo>
                    <a:pt x="698" y="444"/>
                  </a:lnTo>
                  <a:lnTo>
                    <a:pt x="692" y="420"/>
                  </a:lnTo>
                  <a:lnTo>
                    <a:pt x="687" y="394"/>
                  </a:lnTo>
                  <a:lnTo>
                    <a:pt x="684" y="368"/>
                  </a:lnTo>
                  <a:lnTo>
                    <a:pt x="682" y="342"/>
                  </a:lnTo>
                  <a:lnTo>
                    <a:pt x="682" y="315"/>
                  </a:lnTo>
                  <a:lnTo>
                    <a:pt x="682" y="290"/>
                  </a:lnTo>
                  <a:lnTo>
                    <a:pt x="683" y="265"/>
                  </a:lnTo>
                  <a:lnTo>
                    <a:pt x="685" y="242"/>
                  </a:lnTo>
                  <a:lnTo>
                    <a:pt x="687" y="221"/>
                  </a:lnTo>
                  <a:lnTo>
                    <a:pt x="690" y="202"/>
                  </a:lnTo>
                  <a:lnTo>
                    <a:pt x="694" y="172"/>
                  </a:lnTo>
                  <a:lnTo>
                    <a:pt x="697" y="155"/>
                  </a:lnTo>
                  <a:lnTo>
                    <a:pt x="699" y="143"/>
                  </a:lnTo>
                  <a:lnTo>
                    <a:pt x="700" y="132"/>
                  </a:lnTo>
                  <a:lnTo>
                    <a:pt x="700" y="122"/>
                  </a:lnTo>
                  <a:lnTo>
                    <a:pt x="699" y="112"/>
                  </a:lnTo>
                  <a:lnTo>
                    <a:pt x="697" y="103"/>
                  </a:lnTo>
                  <a:lnTo>
                    <a:pt x="695" y="96"/>
                  </a:lnTo>
                  <a:lnTo>
                    <a:pt x="691" y="89"/>
                  </a:lnTo>
                  <a:lnTo>
                    <a:pt x="687" y="82"/>
                  </a:lnTo>
                  <a:lnTo>
                    <a:pt x="682" y="76"/>
                  </a:lnTo>
                  <a:lnTo>
                    <a:pt x="676" y="69"/>
                  </a:lnTo>
                  <a:lnTo>
                    <a:pt x="671" y="64"/>
                  </a:lnTo>
                  <a:lnTo>
                    <a:pt x="664" y="59"/>
                  </a:lnTo>
                  <a:lnTo>
                    <a:pt x="651" y="50"/>
                  </a:lnTo>
                  <a:lnTo>
                    <a:pt x="638" y="42"/>
                  </a:lnTo>
                  <a:lnTo>
                    <a:pt x="636" y="41"/>
                  </a:lnTo>
                  <a:lnTo>
                    <a:pt x="622" y="34"/>
                  </a:lnTo>
                  <a:lnTo>
                    <a:pt x="609" y="29"/>
                  </a:lnTo>
                  <a:lnTo>
                    <a:pt x="596" y="26"/>
                  </a:lnTo>
                  <a:lnTo>
                    <a:pt x="584" y="24"/>
                  </a:lnTo>
                  <a:lnTo>
                    <a:pt x="574" y="25"/>
                  </a:lnTo>
                  <a:lnTo>
                    <a:pt x="565" y="28"/>
                  </a:lnTo>
                  <a:lnTo>
                    <a:pt x="561" y="30"/>
                  </a:lnTo>
                  <a:lnTo>
                    <a:pt x="557" y="34"/>
                  </a:lnTo>
                  <a:lnTo>
                    <a:pt x="553" y="38"/>
                  </a:lnTo>
                  <a:lnTo>
                    <a:pt x="551" y="43"/>
                  </a:lnTo>
                  <a:lnTo>
                    <a:pt x="540" y="66"/>
                  </a:lnTo>
                  <a:lnTo>
                    <a:pt x="526" y="91"/>
                  </a:lnTo>
                  <a:lnTo>
                    <a:pt x="510" y="116"/>
                  </a:lnTo>
                  <a:lnTo>
                    <a:pt x="493" y="142"/>
                  </a:lnTo>
                  <a:lnTo>
                    <a:pt x="473" y="167"/>
                  </a:lnTo>
                  <a:lnTo>
                    <a:pt x="453" y="192"/>
                  </a:lnTo>
                  <a:lnTo>
                    <a:pt x="432" y="216"/>
                  </a:lnTo>
                  <a:lnTo>
                    <a:pt x="409" y="240"/>
                  </a:lnTo>
                  <a:lnTo>
                    <a:pt x="388" y="262"/>
                  </a:lnTo>
                  <a:lnTo>
                    <a:pt x="365" y="282"/>
                  </a:lnTo>
                  <a:lnTo>
                    <a:pt x="343" y="300"/>
                  </a:lnTo>
                  <a:lnTo>
                    <a:pt x="322" y="315"/>
                  </a:lnTo>
                  <a:lnTo>
                    <a:pt x="310" y="323"/>
                  </a:lnTo>
                  <a:lnTo>
                    <a:pt x="300" y="329"/>
                  </a:lnTo>
                  <a:lnTo>
                    <a:pt x="291" y="334"/>
                  </a:lnTo>
                  <a:lnTo>
                    <a:pt x="281" y="338"/>
                  </a:lnTo>
                  <a:lnTo>
                    <a:pt x="272" y="341"/>
                  </a:lnTo>
                  <a:lnTo>
                    <a:pt x="262" y="344"/>
                  </a:lnTo>
                  <a:lnTo>
                    <a:pt x="254" y="345"/>
                  </a:lnTo>
                  <a:lnTo>
                    <a:pt x="246" y="346"/>
                  </a:lnTo>
                  <a:lnTo>
                    <a:pt x="238" y="345"/>
                  </a:lnTo>
                  <a:lnTo>
                    <a:pt x="230" y="344"/>
                  </a:lnTo>
                  <a:lnTo>
                    <a:pt x="222" y="342"/>
                  </a:lnTo>
                  <a:lnTo>
                    <a:pt x="214" y="339"/>
                  </a:lnTo>
                  <a:lnTo>
                    <a:pt x="208" y="336"/>
                  </a:lnTo>
                  <a:lnTo>
                    <a:pt x="202" y="331"/>
                  </a:lnTo>
                  <a:lnTo>
                    <a:pt x="197" y="326"/>
                  </a:lnTo>
                  <a:lnTo>
                    <a:pt x="193" y="320"/>
                  </a:lnTo>
                  <a:lnTo>
                    <a:pt x="188" y="310"/>
                  </a:lnTo>
                  <a:lnTo>
                    <a:pt x="185" y="301"/>
                  </a:lnTo>
                  <a:lnTo>
                    <a:pt x="183" y="290"/>
                  </a:lnTo>
                  <a:lnTo>
                    <a:pt x="181" y="279"/>
                  </a:lnTo>
                  <a:lnTo>
                    <a:pt x="181" y="267"/>
                  </a:lnTo>
                  <a:lnTo>
                    <a:pt x="181" y="255"/>
                  </a:lnTo>
                  <a:lnTo>
                    <a:pt x="183" y="242"/>
                  </a:lnTo>
                  <a:lnTo>
                    <a:pt x="185" y="229"/>
                  </a:lnTo>
                  <a:lnTo>
                    <a:pt x="187" y="214"/>
                  </a:lnTo>
                  <a:lnTo>
                    <a:pt x="191" y="201"/>
                  </a:lnTo>
                  <a:lnTo>
                    <a:pt x="195" y="187"/>
                  </a:lnTo>
                  <a:lnTo>
                    <a:pt x="199" y="174"/>
                  </a:lnTo>
                  <a:lnTo>
                    <a:pt x="209" y="146"/>
                  </a:lnTo>
                  <a:lnTo>
                    <a:pt x="221" y="120"/>
                  </a:lnTo>
                  <a:lnTo>
                    <a:pt x="225" y="111"/>
                  </a:lnTo>
                  <a:lnTo>
                    <a:pt x="227" y="104"/>
                  </a:lnTo>
                  <a:lnTo>
                    <a:pt x="229" y="97"/>
                  </a:lnTo>
                  <a:lnTo>
                    <a:pt x="231" y="90"/>
                  </a:lnTo>
                  <a:lnTo>
                    <a:pt x="231" y="83"/>
                  </a:lnTo>
                  <a:lnTo>
                    <a:pt x="231" y="77"/>
                  </a:lnTo>
                  <a:lnTo>
                    <a:pt x="229" y="71"/>
                  </a:lnTo>
                  <a:lnTo>
                    <a:pt x="228" y="64"/>
                  </a:lnTo>
                  <a:lnTo>
                    <a:pt x="225" y="58"/>
                  </a:lnTo>
                  <a:lnTo>
                    <a:pt x="221" y="52"/>
                  </a:lnTo>
                  <a:lnTo>
                    <a:pt x="216" y="47"/>
                  </a:lnTo>
                  <a:lnTo>
                    <a:pt x="211" y="42"/>
                  </a:lnTo>
                  <a:lnTo>
                    <a:pt x="205" y="36"/>
                  </a:lnTo>
                  <a:lnTo>
                    <a:pt x="198" y="31"/>
                  </a:lnTo>
                  <a:lnTo>
                    <a:pt x="190" y="26"/>
                  </a:lnTo>
                  <a:lnTo>
                    <a:pt x="181" y="20"/>
                  </a:lnTo>
                  <a:lnTo>
                    <a:pt x="163" y="12"/>
                  </a:lnTo>
                  <a:lnTo>
                    <a:pt x="146" y="5"/>
                  </a:lnTo>
                  <a:lnTo>
                    <a:pt x="138" y="3"/>
                  </a:lnTo>
                  <a:lnTo>
                    <a:pt x="130" y="2"/>
                  </a:lnTo>
                  <a:lnTo>
                    <a:pt x="123" y="1"/>
                  </a:lnTo>
                  <a:lnTo>
                    <a:pt x="115" y="0"/>
                  </a:lnTo>
                  <a:lnTo>
                    <a:pt x="106" y="1"/>
                  </a:lnTo>
                  <a:lnTo>
                    <a:pt x="98" y="2"/>
                  </a:lnTo>
                  <a:lnTo>
                    <a:pt x="91" y="5"/>
                  </a:lnTo>
                  <a:lnTo>
                    <a:pt x="84" y="8"/>
                  </a:lnTo>
                  <a:lnTo>
                    <a:pt x="78" y="13"/>
                  </a:lnTo>
                  <a:lnTo>
                    <a:pt x="73" y="18"/>
                  </a:lnTo>
                  <a:lnTo>
                    <a:pt x="68" y="26"/>
                  </a:lnTo>
                  <a:lnTo>
                    <a:pt x="63" y="33"/>
                  </a:lnTo>
                  <a:lnTo>
                    <a:pt x="57" y="48"/>
                  </a:lnTo>
                  <a:lnTo>
                    <a:pt x="50" y="66"/>
                  </a:lnTo>
                  <a:lnTo>
                    <a:pt x="42" y="90"/>
                  </a:lnTo>
                  <a:lnTo>
                    <a:pt x="34" y="116"/>
                  </a:lnTo>
                  <a:lnTo>
                    <a:pt x="25" y="146"/>
                  </a:lnTo>
                  <a:lnTo>
                    <a:pt x="17" y="179"/>
                  </a:lnTo>
                  <a:lnTo>
                    <a:pt x="9" y="214"/>
                  </a:lnTo>
                  <a:lnTo>
                    <a:pt x="2" y="252"/>
                  </a:lnTo>
                  <a:lnTo>
                    <a:pt x="1" y="260"/>
                  </a:lnTo>
                  <a:lnTo>
                    <a:pt x="0" y="270"/>
                  </a:lnTo>
                  <a:lnTo>
                    <a:pt x="0" y="279"/>
                  </a:lnTo>
                  <a:lnTo>
                    <a:pt x="1" y="287"/>
                  </a:lnTo>
                  <a:lnTo>
                    <a:pt x="2" y="296"/>
                  </a:lnTo>
                  <a:lnTo>
                    <a:pt x="3" y="305"/>
                  </a:lnTo>
                  <a:lnTo>
                    <a:pt x="5" y="313"/>
                  </a:lnTo>
                  <a:lnTo>
                    <a:pt x="8" y="323"/>
                  </a:lnTo>
                  <a:lnTo>
                    <a:pt x="14" y="340"/>
                  </a:lnTo>
                  <a:lnTo>
                    <a:pt x="24" y="357"/>
                  </a:lnTo>
                  <a:lnTo>
                    <a:pt x="34" y="375"/>
                  </a:lnTo>
                  <a:lnTo>
                    <a:pt x="46" y="391"/>
                  </a:lnTo>
                  <a:lnTo>
                    <a:pt x="55" y="400"/>
                  </a:lnTo>
                  <a:lnTo>
                    <a:pt x="63" y="408"/>
                  </a:lnTo>
                  <a:lnTo>
                    <a:pt x="73" y="418"/>
                  </a:lnTo>
                  <a:lnTo>
                    <a:pt x="83" y="425"/>
                  </a:lnTo>
                  <a:lnTo>
                    <a:pt x="92" y="433"/>
                  </a:lnTo>
                  <a:lnTo>
                    <a:pt x="102" y="440"/>
                  </a:lnTo>
                  <a:lnTo>
                    <a:pt x="112" y="446"/>
                  </a:lnTo>
                  <a:lnTo>
                    <a:pt x="124" y="452"/>
                  </a:lnTo>
                  <a:lnTo>
                    <a:pt x="134" y="457"/>
                  </a:lnTo>
                  <a:lnTo>
                    <a:pt x="145" y="461"/>
                  </a:lnTo>
                  <a:lnTo>
                    <a:pt x="155" y="466"/>
                  </a:lnTo>
                  <a:lnTo>
                    <a:pt x="166" y="469"/>
                  </a:lnTo>
                  <a:lnTo>
                    <a:pt x="177" y="472"/>
                  </a:lnTo>
                  <a:lnTo>
                    <a:pt x="188" y="474"/>
                  </a:lnTo>
                  <a:lnTo>
                    <a:pt x="198" y="475"/>
                  </a:lnTo>
                  <a:lnTo>
                    <a:pt x="208" y="475"/>
                  </a:lnTo>
                  <a:lnTo>
                    <a:pt x="222" y="475"/>
                  </a:lnTo>
                  <a:lnTo>
                    <a:pt x="236" y="473"/>
                  </a:lnTo>
                  <a:lnTo>
                    <a:pt x="251" y="469"/>
                  </a:lnTo>
                  <a:lnTo>
                    <a:pt x="266" y="463"/>
                  </a:lnTo>
                  <a:lnTo>
                    <a:pt x="283" y="457"/>
                  </a:lnTo>
                  <a:lnTo>
                    <a:pt x="299" y="449"/>
                  </a:lnTo>
                  <a:lnTo>
                    <a:pt x="316" y="440"/>
                  </a:lnTo>
                  <a:lnTo>
                    <a:pt x="335" y="430"/>
                  </a:lnTo>
                  <a:lnTo>
                    <a:pt x="354" y="418"/>
                  </a:lnTo>
                  <a:lnTo>
                    <a:pt x="374" y="403"/>
                  </a:lnTo>
                  <a:lnTo>
                    <a:pt x="394" y="388"/>
                  </a:lnTo>
                  <a:lnTo>
                    <a:pt x="414" y="372"/>
                  </a:lnTo>
                  <a:lnTo>
                    <a:pt x="437" y="353"/>
                  </a:lnTo>
                  <a:lnTo>
                    <a:pt x="459" y="334"/>
                  </a:lnTo>
                  <a:lnTo>
                    <a:pt x="483" y="313"/>
                  </a:lnTo>
                  <a:lnTo>
                    <a:pt x="506" y="291"/>
                  </a:lnTo>
                  <a:lnTo>
                    <a:pt x="515" y="28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42" name="Freeform 42"/>
            <p:cNvSpPr>
              <a:spLocks/>
            </p:cNvSpPr>
            <p:nvPr userDrawn="1"/>
          </p:nvSpPr>
          <p:spPr bwMode="auto">
            <a:xfrm>
              <a:off x="6739" y="604"/>
              <a:ext cx="18" cy="42"/>
            </a:xfrm>
            <a:custGeom>
              <a:avLst/>
              <a:gdLst>
                <a:gd name="T0" fmla="*/ 85 w 214"/>
                <a:gd name="T1" fmla="*/ 0 h 504"/>
                <a:gd name="T2" fmla="*/ 74 w 214"/>
                <a:gd name="T3" fmla="*/ 2 h 504"/>
                <a:gd name="T4" fmla="*/ 65 w 214"/>
                <a:gd name="T5" fmla="*/ 6 h 504"/>
                <a:gd name="T6" fmla="*/ 56 w 214"/>
                <a:gd name="T7" fmla="*/ 13 h 504"/>
                <a:gd name="T8" fmla="*/ 44 w 214"/>
                <a:gd name="T9" fmla="*/ 29 h 504"/>
                <a:gd name="T10" fmla="*/ 31 w 214"/>
                <a:gd name="T11" fmla="*/ 57 h 504"/>
                <a:gd name="T12" fmla="*/ 19 w 214"/>
                <a:gd name="T13" fmla="*/ 102 h 504"/>
                <a:gd name="T14" fmla="*/ 9 w 214"/>
                <a:gd name="T15" fmla="*/ 155 h 504"/>
                <a:gd name="T16" fmla="*/ 2 w 214"/>
                <a:gd name="T17" fmla="*/ 206 h 504"/>
                <a:gd name="T18" fmla="*/ 0 w 214"/>
                <a:gd name="T19" fmla="*/ 254 h 504"/>
                <a:gd name="T20" fmla="*/ 2 w 214"/>
                <a:gd name="T21" fmla="*/ 299 h 504"/>
                <a:gd name="T22" fmla="*/ 9 w 214"/>
                <a:gd name="T23" fmla="*/ 341 h 504"/>
                <a:gd name="T24" fmla="*/ 19 w 214"/>
                <a:gd name="T25" fmla="*/ 380 h 504"/>
                <a:gd name="T26" fmla="*/ 33 w 214"/>
                <a:gd name="T27" fmla="*/ 413 h 504"/>
                <a:gd name="T28" fmla="*/ 51 w 214"/>
                <a:gd name="T29" fmla="*/ 443 h 504"/>
                <a:gd name="T30" fmla="*/ 74 w 214"/>
                <a:gd name="T31" fmla="*/ 468 h 504"/>
                <a:gd name="T32" fmla="*/ 100 w 214"/>
                <a:gd name="T33" fmla="*/ 486 h 504"/>
                <a:gd name="T34" fmla="*/ 130 w 214"/>
                <a:gd name="T35" fmla="*/ 498 h 504"/>
                <a:gd name="T36" fmla="*/ 154 w 214"/>
                <a:gd name="T37" fmla="*/ 504 h 504"/>
                <a:gd name="T38" fmla="*/ 171 w 214"/>
                <a:gd name="T39" fmla="*/ 504 h 504"/>
                <a:gd name="T40" fmla="*/ 184 w 214"/>
                <a:gd name="T41" fmla="*/ 502 h 504"/>
                <a:gd name="T42" fmla="*/ 194 w 214"/>
                <a:gd name="T43" fmla="*/ 497 h 504"/>
                <a:gd name="T44" fmla="*/ 199 w 214"/>
                <a:gd name="T45" fmla="*/ 488 h 504"/>
                <a:gd name="T46" fmla="*/ 199 w 214"/>
                <a:gd name="T47" fmla="*/ 479 h 504"/>
                <a:gd name="T48" fmla="*/ 191 w 214"/>
                <a:gd name="T49" fmla="*/ 459 h 504"/>
                <a:gd name="T50" fmla="*/ 180 w 214"/>
                <a:gd name="T51" fmla="*/ 424 h 504"/>
                <a:gd name="T52" fmla="*/ 172 w 214"/>
                <a:gd name="T53" fmla="*/ 384 h 504"/>
                <a:gd name="T54" fmla="*/ 167 w 214"/>
                <a:gd name="T55" fmla="*/ 341 h 504"/>
                <a:gd name="T56" fmla="*/ 167 w 214"/>
                <a:gd name="T57" fmla="*/ 295 h 504"/>
                <a:gd name="T58" fmla="*/ 170 w 214"/>
                <a:gd name="T59" fmla="*/ 249 h 504"/>
                <a:gd name="T60" fmla="*/ 179 w 214"/>
                <a:gd name="T61" fmla="*/ 202 h 504"/>
                <a:gd name="T62" fmla="*/ 192 w 214"/>
                <a:gd name="T63" fmla="*/ 157 h 504"/>
                <a:gd name="T64" fmla="*/ 205 w 214"/>
                <a:gd name="T65" fmla="*/ 125 h 504"/>
                <a:gd name="T66" fmla="*/ 212 w 214"/>
                <a:gd name="T67" fmla="*/ 104 h 504"/>
                <a:gd name="T68" fmla="*/ 214 w 214"/>
                <a:gd name="T69" fmla="*/ 87 h 504"/>
                <a:gd name="T70" fmla="*/ 212 w 214"/>
                <a:gd name="T71" fmla="*/ 72 h 504"/>
                <a:gd name="T72" fmla="*/ 206 w 214"/>
                <a:gd name="T73" fmla="*/ 57 h 504"/>
                <a:gd name="T74" fmla="*/ 196 w 214"/>
                <a:gd name="T75" fmla="*/ 45 h 504"/>
                <a:gd name="T76" fmla="*/ 183 w 214"/>
                <a:gd name="T77" fmla="*/ 34 h 504"/>
                <a:gd name="T78" fmla="*/ 165 w 214"/>
                <a:gd name="T79" fmla="*/ 23 h 504"/>
                <a:gd name="T80" fmla="*/ 136 w 214"/>
                <a:gd name="T81" fmla="*/ 9 h 504"/>
                <a:gd name="T82" fmla="*/ 104 w 214"/>
                <a:gd name="T83" fmla="*/ 1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14" h="504">
                  <a:moveTo>
                    <a:pt x="91" y="0"/>
                  </a:moveTo>
                  <a:lnTo>
                    <a:pt x="85" y="0"/>
                  </a:lnTo>
                  <a:lnTo>
                    <a:pt x="80" y="1"/>
                  </a:lnTo>
                  <a:lnTo>
                    <a:pt x="74" y="2"/>
                  </a:lnTo>
                  <a:lnTo>
                    <a:pt x="69" y="4"/>
                  </a:lnTo>
                  <a:lnTo>
                    <a:pt x="65" y="6"/>
                  </a:lnTo>
                  <a:lnTo>
                    <a:pt x="60" y="9"/>
                  </a:lnTo>
                  <a:lnTo>
                    <a:pt x="56" y="13"/>
                  </a:lnTo>
                  <a:lnTo>
                    <a:pt x="51" y="17"/>
                  </a:lnTo>
                  <a:lnTo>
                    <a:pt x="44" y="29"/>
                  </a:lnTo>
                  <a:lnTo>
                    <a:pt x="37" y="41"/>
                  </a:lnTo>
                  <a:lnTo>
                    <a:pt x="31" y="57"/>
                  </a:lnTo>
                  <a:lnTo>
                    <a:pt x="26" y="76"/>
                  </a:lnTo>
                  <a:lnTo>
                    <a:pt x="19" y="102"/>
                  </a:lnTo>
                  <a:lnTo>
                    <a:pt x="13" y="130"/>
                  </a:lnTo>
                  <a:lnTo>
                    <a:pt x="9" y="155"/>
                  </a:lnTo>
                  <a:lnTo>
                    <a:pt x="5" y="181"/>
                  </a:lnTo>
                  <a:lnTo>
                    <a:pt x="2" y="206"/>
                  </a:lnTo>
                  <a:lnTo>
                    <a:pt x="0" y="231"/>
                  </a:lnTo>
                  <a:lnTo>
                    <a:pt x="0" y="254"/>
                  </a:lnTo>
                  <a:lnTo>
                    <a:pt x="0" y="278"/>
                  </a:lnTo>
                  <a:lnTo>
                    <a:pt x="2" y="299"/>
                  </a:lnTo>
                  <a:lnTo>
                    <a:pt x="5" y="321"/>
                  </a:lnTo>
                  <a:lnTo>
                    <a:pt x="9" y="341"/>
                  </a:lnTo>
                  <a:lnTo>
                    <a:pt x="14" y="360"/>
                  </a:lnTo>
                  <a:lnTo>
                    <a:pt x="19" y="380"/>
                  </a:lnTo>
                  <a:lnTo>
                    <a:pt x="26" y="397"/>
                  </a:lnTo>
                  <a:lnTo>
                    <a:pt x="33" y="413"/>
                  </a:lnTo>
                  <a:lnTo>
                    <a:pt x="42" y="429"/>
                  </a:lnTo>
                  <a:lnTo>
                    <a:pt x="51" y="443"/>
                  </a:lnTo>
                  <a:lnTo>
                    <a:pt x="63" y="456"/>
                  </a:lnTo>
                  <a:lnTo>
                    <a:pt x="74" y="468"/>
                  </a:lnTo>
                  <a:lnTo>
                    <a:pt x="87" y="478"/>
                  </a:lnTo>
                  <a:lnTo>
                    <a:pt x="100" y="486"/>
                  </a:lnTo>
                  <a:lnTo>
                    <a:pt x="115" y="493"/>
                  </a:lnTo>
                  <a:lnTo>
                    <a:pt x="130" y="498"/>
                  </a:lnTo>
                  <a:lnTo>
                    <a:pt x="145" y="502"/>
                  </a:lnTo>
                  <a:lnTo>
                    <a:pt x="154" y="504"/>
                  </a:lnTo>
                  <a:lnTo>
                    <a:pt x="164" y="504"/>
                  </a:lnTo>
                  <a:lnTo>
                    <a:pt x="171" y="504"/>
                  </a:lnTo>
                  <a:lnTo>
                    <a:pt x="178" y="503"/>
                  </a:lnTo>
                  <a:lnTo>
                    <a:pt x="184" y="502"/>
                  </a:lnTo>
                  <a:lnTo>
                    <a:pt x="190" y="500"/>
                  </a:lnTo>
                  <a:lnTo>
                    <a:pt x="194" y="497"/>
                  </a:lnTo>
                  <a:lnTo>
                    <a:pt x="197" y="493"/>
                  </a:lnTo>
                  <a:lnTo>
                    <a:pt x="199" y="488"/>
                  </a:lnTo>
                  <a:lnTo>
                    <a:pt x="199" y="484"/>
                  </a:lnTo>
                  <a:lnTo>
                    <a:pt x="199" y="479"/>
                  </a:lnTo>
                  <a:lnTo>
                    <a:pt x="197" y="475"/>
                  </a:lnTo>
                  <a:lnTo>
                    <a:pt x="191" y="459"/>
                  </a:lnTo>
                  <a:lnTo>
                    <a:pt x="185" y="442"/>
                  </a:lnTo>
                  <a:lnTo>
                    <a:pt x="180" y="424"/>
                  </a:lnTo>
                  <a:lnTo>
                    <a:pt x="175" y="404"/>
                  </a:lnTo>
                  <a:lnTo>
                    <a:pt x="172" y="384"/>
                  </a:lnTo>
                  <a:lnTo>
                    <a:pt x="169" y="362"/>
                  </a:lnTo>
                  <a:lnTo>
                    <a:pt x="167" y="341"/>
                  </a:lnTo>
                  <a:lnTo>
                    <a:pt x="167" y="319"/>
                  </a:lnTo>
                  <a:lnTo>
                    <a:pt x="167" y="295"/>
                  </a:lnTo>
                  <a:lnTo>
                    <a:pt x="168" y="273"/>
                  </a:lnTo>
                  <a:lnTo>
                    <a:pt x="170" y="249"/>
                  </a:lnTo>
                  <a:lnTo>
                    <a:pt x="174" y="226"/>
                  </a:lnTo>
                  <a:lnTo>
                    <a:pt x="179" y="202"/>
                  </a:lnTo>
                  <a:lnTo>
                    <a:pt x="185" y="180"/>
                  </a:lnTo>
                  <a:lnTo>
                    <a:pt x="192" y="157"/>
                  </a:lnTo>
                  <a:lnTo>
                    <a:pt x="200" y="135"/>
                  </a:lnTo>
                  <a:lnTo>
                    <a:pt x="205" y="125"/>
                  </a:lnTo>
                  <a:lnTo>
                    <a:pt x="209" y="114"/>
                  </a:lnTo>
                  <a:lnTo>
                    <a:pt x="212" y="104"/>
                  </a:lnTo>
                  <a:lnTo>
                    <a:pt x="213" y="96"/>
                  </a:lnTo>
                  <a:lnTo>
                    <a:pt x="214" y="87"/>
                  </a:lnTo>
                  <a:lnTo>
                    <a:pt x="214" y="79"/>
                  </a:lnTo>
                  <a:lnTo>
                    <a:pt x="212" y="72"/>
                  </a:lnTo>
                  <a:lnTo>
                    <a:pt x="210" y="64"/>
                  </a:lnTo>
                  <a:lnTo>
                    <a:pt x="206" y="57"/>
                  </a:lnTo>
                  <a:lnTo>
                    <a:pt x="202" y="51"/>
                  </a:lnTo>
                  <a:lnTo>
                    <a:pt x="196" y="45"/>
                  </a:lnTo>
                  <a:lnTo>
                    <a:pt x="190" y="39"/>
                  </a:lnTo>
                  <a:lnTo>
                    <a:pt x="183" y="34"/>
                  </a:lnTo>
                  <a:lnTo>
                    <a:pt x="175" y="28"/>
                  </a:lnTo>
                  <a:lnTo>
                    <a:pt x="165" y="23"/>
                  </a:lnTo>
                  <a:lnTo>
                    <a:pt x="154" y="17"/>
                  </a:lnTo>
                  <a:lnTo>
                    <a:pt x="136" y="9"/>
                  </a:lnTo>
                  <a:lnTo>
                    <a:pt x="119" y="4"/>
                  </a:lnTo>
                  <a:lnTo>
                    <a:pt x="104" y="1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43" name="Freeform 43"/>
            <p:cNvSpPr>
              <a:spLocks/>
            </p:cNvSpPr>
            <p:nvPr userDrawn="1"/>
          </p:nvSpPr>
          <p:spPr bwMode="auto">
            <a:xfrm>
              <a:off x="6966" y="608"/>
              <a:ext cx="26" cy="41"/>
            </a:xfrm>
            <a:custGeom>
              <a:avLst/>
              <a:gdLst>
                <a:gd name="T0" fmla="*/ 91 w 315"/>
                <a:gd name="T1" fmla="*/ 120 h 486"/>
                <a:gd name="T2" fmla="*/ 110 w 315"/>
                <a:gd name="T3" fmla="*/ 124 h 486"/>
                <a:gd name="T4" fmla="*/ 128 w 315"/>
                <a:gd name="T5" fmla="*/ 132 h 486"/>
                <a:gd name="T6" fmla="*/ 144 w 315"/>
                <a:gd name="T7" fmla="*/ 143 h 486"/>
                <a:gd name="T8" fmla="*/ 160 w 315"/>
                <a:gd name="T9" fmla="*/ 161 h 486"/>
                <a:gd name="T10" fmla="*/ 172 w 315"/>
                <a:gd name="T11" fmla="*/ 183 h 486"/>
                <a:gd name="T12" fmla="*/ 180 w 315"/>
                <a:gd name="T13" fmla="*/ 206 h 486"/>
                <a:gd name="T14" fmla="*/ 183 w 315"/>
                <a:gd name="T15" fmla="*/ 228 h 486"/>
                <a:gd name="T16" fmla="*/ 181 w 315"/>
                <a:gd name="T17" fmla="*/ 251 h 486"/>
                <a:gd name="T18" fmla="*/ 174 w 315"/>
                <a:gd name="T19" fmla="*/ 279 h 486"/>
                <a:gd name="T20" fmla="*/ 161 w 315"/>
                <a:gd name="T21" fmla="*/ 304 h 486"/>
                <a:gd name="T22" fmla="*/ 144 w 315"/>
                <a:gd name="T23" fmla="*/ 327 h 486"/>
                <a:gd name="T24" fmla="*/ 123 w 315"/>
                <a:gd name="T25" fmla="*/ 347 h 486"/>
                <a:gd name="T26" fmla="*/ 100 w 315"/>
                <a:gd name="T27" fmla="*/ 363 h 486"/>
                <a:gd name="T28" fmla="*/ 74 w 315"/>
                <a:gd name="T29" fmla="*/ 374 h 486"/>
                <a:gd name="T30" fmla="*/ 47 w 315"/>
                <a:gd name="T31" fmla="*/ 380 h 486"/>
                <a:gd name="T32" fmla="*/ 0 w 315"/>
                <a:gd name="T33" fmla="*/ 434 h 486"/>
                <a:gd name="T34" fmla="*/ 74 w 315"/>
                <a:gd name="T35" fmla="*/ 486 h 486"/>
                <a:gd name="T36" fmla="*/ 97 w 315"/>
                <a:gd name="T37" fmla="*/ 484 h 486"/>
                <a:gd name="T38" fmla="*/ 129 w 315"/>
                <a:gd name="T39" fmla="*/ 476 h 486"/>
                <a:gd name="T40" fmla="*/ 172 w 315"/>
                <a:gd name="T41" fmla="*/ 460 h 486"/>
                <a:gd name="T42" fmla="*/ 213 w 315"/>
                <a:gd name="T43" fmla="*/ 435 h 486"/>
                <a:gd name="T44" fmla="*/ 250 w 315"/>
                <a:gd name="T45" fmla="*/ 406 h 486"/>
                <a:gd name="T46" fmla="*/ 273 w 315"/>
                <a:gd name="T47" fmla="*/ 379 h 486"/>
                <a:gd name="T48" fmla="*/ 286 w 315"/>
                <a:gd name="T49" fmla="*/ 361 h 486"/>
                <a:gd name="T50" fmla="*/ 297 w 315"/>
                <a:gd name="T51" fmla="*/ 340 h 486"/>
                <a:gd name="T52" fmla="*/ 306 w 315"/>
                <a:gd name="T53" fmla="*/ 320 h 486"/>
                <a:gd name="T54" fmla="*/ 312 w 315"/>
                <a:gd name="T55" fmla="*/ 297 h 486"/>
                <a:gd name="T56" fmla="*/ 315 w 315"/>
                <a:gd name="T57" fmla="*/ 275 h 486"/>
                <a:gd name="T58" fmla="*/ 315 w 315"/>
                <a:gd name="T59" fmla="*/ 249 h 486"/>
                <a:gd name="T60" fmla="*/ 312 w 315"/>
                <a:gd name="T61" fmla="*/ 221 h 486"/>
                <a:gd name="T62" fmla="*/ 306 w 315"/>
                <a:gd name="T63" fmla="*/ 194 h 486"/>
                <a:gd name="T64" fmla="*/ 298 w 315"/>
                <a:gd name="T65" fmla="*/ 169 h 486"/>
                <a:gd name="T66" fmla="*/ 287 w 315"/>
                <a:gd name="T67" fmla="*/ 144 h 486"/>
                <a:gd name="T68" fmla="*/ 274 w 315"/>
                <a:gd name="T69" fmla="*/ 122 h 486"/>
                <a:gd name="T70" fmla="*/ 259 w 315"/>
                <a:gd name="T71" fmla="*/ 101 h 486"/>
                <a:gd name="T72" fmla="*/ 243 w 315"/>
                <a:gd name="T73" fmla="*/ 82 h 486"/>
                <a:gd name="T74" fmla="*/ 224 w 315"/>
                <a:gd name="T75" fmla="*/ 65 h 486"/>
                <a:gd name="T76" fmla="*/ 205 w 315"/>
                <a:gd name="T77" fmla="*/ 49 h 486"/>
                <a:gd name="T78" fmla="*/ 184 w 315"/>
                <a:gd name="T79" fmla="*/ 36 h 486"/>
                <a:gd name="T80" fmla="*/ 163 w 315"/>
                <a:gd name="T81" fmla="*/ 25 h 486"/>
                <a:gd name="T82" fmla="*/ 141 w 315"/>
                <a:gd name="T83" fmla="*/ 15 h 486"/>
                <a:gd name="T84" fmla="*/ 118 w 315"/>
                <a:gd name="T85" fmla="*/ 7 h 486"/>
                <a:gd name="T86" fmla="*/ 95 w 315"/>
                <a:gd name="T87" fmla="*/ 3 h 486"/>
                <a:gd name="T88" fmla="*/ 72 w 315"/>
                <a:gd name="T89" fmla="*/ 0 h 486"/>
                <a:gd name="T90" fmla="*/ 21 w 315"/>
                <a:gd name="T91" fmla="*/ 68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15" h="486">
                  <a:moveTo>
                    <a:pt x="80" y="120"/>
                  </a:moveTo>
                  <a:lnTo>
                    <a:pt x="91" y="120"/>
                  </a:lnTo>
                  <a:lnTo>
                    <a:pt x="101" y="122"/>
                  </a:lnTo>
                  <a:lnTo>
                    <a:pt x="110" y="124"/>
                  </a:lnTo>
                  <a:lnTo>
                    <a:pt x="119" y="128"/>
                  </a:lnTo>
                  <a:lnTo>
                    <a:pt x="128" y="132"/>
                  </a:lnTo>
                  <a:lnTo>
                    <a:pt x="136" y="137"/>
                  </a:lnTo>
                  <a:lnTo>
                    <a:pt x="144" y="143"/>
                  </a:lnTo>
                  <a:lnTo>
                    <a:pt x="151" y="150"/>
                  </a:lnTo>
                  <a:lnTo>
                    <a:pt x="160" y="161"/>
                  </a:lnTo>
                  <a:lnTo>
                    <a:pt x="167" y="172"/>
                  </a:lnTo>
                  <a:lnTo>
                    <a:pt x="172" y="183"/>
                  </a:lnTo>
                  <a:lnTo>
                    <a:pt x="177" y="194"/>
                  </a:lnTo>
                  <a:lnTo>
                    <a:pt x="180" y="206"/>
                  </a:lnTo>
                  <a:lnTo>
                    <a:pt x="182" y="218"/>
                  </a:lnTo>
                  <a:lnTo>
                    <a:pt x="183" y="228"/>
                  </a:lnTo>
                  <a:lnTo>
                    <a:pt x="183" y="237"/>
                  </a:lnTo>
                  <a:lnTo>
                    <a:pt x="181" y="251"/>
                  </a:lnTo>
                  <a:lnTo>
                    <a:pt x="178" y="266"/>
                  </a:lnTo>
                  <a:lnTo>
                    <a:pt x="174" y="279"/>
                  </a:lnTo>
                  <a:lnTo>
                    <a:pt x="168" y="292"/>
                  </a:lnTo>
                  <a:lnTo>
                    <a:pt x="161" y="304"/>
                  </a:lnTo>
                  <a:lnTo>
                    <a:pt x="153" y="317"/>
                  </a:lnTo>
                  <a:lnTo>
                    <a:pt x="144" y="327"/>
                  </a:lnTo>
                  <a:lnTo>
                    <a:pt x="134" y="338"/>
                  </a:lnTo>
                  <a:lnTo>
                    <a:pt x="123" y="347"/>
                  </a:lnTo>
                  <a:lnTo>
                    <a:pt x="112" y="355"/>
                  </a:lnTo>
                  <a:lnTo>
                    <a:pt x="100" y="363"/>
                  </a:lnTo>
                  <a:lnTo>
                    <a:pt x="87" y="369"/>
                  </a:lnTo>
                  <a:lnTo>
                    <a:pt x="74" y="374"/>
                  </a:lnTo>
                  <a:lnTo>
                    <a:pt x="61" y="378"/>
                  </a:lnTo>
                  <a:lnTo>
                    <a:pt x="47" y="380"/>
                  </a:lnTo>
                  <a:lnTo>
                    <a:pt x="33" y="381"/>
                  </a:lnTo>
                  <a:lnTo>
                    <a:pt x="0" y="434"/>
                  </a:lnTo>
                  <a:lnTo>
                    <a:pt x="64" y="486"/>
                  </a:lnTo>
                  <a:lnTo>
                    <a:pt x="74" y="486"/>
                  </a:lnTo>
                  <a:lnTo>
                    <a:pt x="85" y="485"/>
                  </a:lnTo>
                  <a:lnTo>
                    <a:pt x="97" y="484"/>
                  </a:lnTo>
                  <a:lnTo>
                    <a:pt x="107" y="482"/>
                  </a:lnTo>
                  <a:lnTo>
                    <a:pt x="129" y="476"/>
                  </a:lnTo>
                  <a:lnTo>
                    <a:pt x="151" y="469"/>
                  </a:lnTo>
                  <a:lnTo>
                    <a:pt x="172" y="460"/>
                  </a:lnTo>
                  <a:lnTo>
                    <a:pt x="194" y="448"/>
                  </a:lnTo>
                  <a:lnTo>
                    <a:pt x="213" y="435"/>
                  </a:lnTo>
                  <a:lnTo>
                    <a:pt x="232" y="421"/>
                  </a:lnTo>
                  <a:lnTo>
                    <a:pt x="250" y="406"/>
                  </a:lnTo>
                  <a:lnTo>
                    <a:pt x="266" y="388"/>
                  </a:lnTo>
                  <a:lnTo>
                    <a:pt x="273" y="379"/>
                  </a:lnTo>
                  <a:lnTo>
                    <a:pt x="279" y="370"/>
                  </a:lnTo>
                  <a:lnTo>
                    <a:pt x="286" y="361"/>
                  </a:lnTo>
                  <a:lnTo>
                    <a:pt x="291" y="350"/>
                  </a:lnTo>
                  <a:lnTo>
                    <a:pt x="297" y="340"/>
                  </a:lnTo>
                  <a:lnTo>
                    <a:pt x="302" y="330"/>
                  </a:lnTo>
                  <a:lnTo>
                    <a:pt x="306" y="320"/>
                  </a:lnTo>
                  <a:lnTo>
                    <a:pt x="309" y="309"/>
                  </a:lnTo>
                  <a:lnTo>
                    <a:pt x="312" y="297"/>
                  </a:lnTo>
                  <a:lnTo>
                    <a:pt x="314" y="287"/>
                  </a:lnTo>
                  <a:lnTo>
                    <a:pt x="315" y="275"/>
                  </a:lnTo>
                  <a:lnTo>
                    <a:pt x="315" y="264"/>
                  </a:lnTo>
                  <a:lnTo>
                    <a:pt x="315" y="249"/>
                  </a:lnTo>
                  <a:lnTo>
                    <a:pt x="314" y="235"/>
                  </a:lnTo>
                  <a:lnTo>
                    <a:pt x="312" y="221"/>
                  </a:lnTo>
                  <a:lnTo>
                    <a:pt x="309" y="207"/>
                  </a:lnTo>
                  <a:lnTo>
                    <a:pt x="306" y="194"/>
                  </a:lnTo>
                  <a:lnTo>
                    <a:pt x="302" y="181"/>
                  </a:lnTo>
                  <a:lnTo>
                    <a:pt x="298" y="169"/>
                  </a:lnTo>
                  <a:lnTo>
                    <a:pt x="293" y="156"/>
                  </a:lnTo>
                  <a:lnTo>
                    <a:pt x="287" y="144"/>
                  </a:lnTo>
                  <a:lnTo>
                    <a:pt x="280" y="133"/>
                  </a:lnTo>
                  <a:lnTo>
                    <a:pt x="274" y="122"/>
                  </a:lnTo>
                  <a:lnTo>
                    <a:pt x="267" y="112"/>
                  </a:lnTo>
                  <a:lnTo>
                    <a:pt x="259" y="101"/>
                  </a:lnTo>
                  <a:lnTo>
                    <a:pt x="251" y="91"/>
                  </a:lnTo>
                  <a:lnTo>
                    <a:pt x="243" y="82"/>
                  </a:lnTo>
                  <a:lnTo>
                    <a:pt x="233" y="73"/>
                  </a:lnTo>
                  <a:lnTo>
                    <a:pt x="224" y="65"/>
                  </a:lnTo>
                  <a:lnTo>
                    <a:pt x="215" y="56"/>
                  </a:lnTo>
                  <a:lnTo>
                    <a:pt x="205" y="49"/>
                  </a:lnTo>
                  <a:lnTo>
                    <a:pt x="195" y="42"/>
                  </a:lnTo>
                  <a:lnTo>
                    <a:pt x="184" y="36"/>
                  </a:lnTo>
                  <a:lnTo>
                    <a:pt x="174" y="30"/>
                  </a:lnTo>
                  <a:lnTo>
                    <a:pt x="163" y="25"/>
                  </a:lnTo>
                  <a:lnTo>
                    <a:pt x="152" y="20"/>
                  </a:lnTo>
                  <a:lnTo>
                    <a:pt x="141" y="15"/>
                  </a:lnTo>
                  <a:lnTo>
                    <a:pt x="129" y="12"/>
                  </a:lnTo>
                  <a:lnTo>
                    <a:pt x="118" y="7"/>
                  </a:lnTo>
                  <a:lnTo>
                    <a:pt x="107" y="5"/>
                  </a:lnTo>
                  <a:lnTo>
                    <a:pt x="95" y="3"/>
                  </a:lnTo>
                  <a:lnTo>
                    <a:pt x="83" y="1"/>
                  </a:lnTo>
                  <a:lnTo>
                    <a:pt x="72" y="0"/>
                  </a:lnTo>
                  <a:lnTo>
                    <a:pt x="60" y="0"/>
                  </a:lnTo>
                  <a:lnTo>
                    <a:pt x="21" y="68"/>
                  </a:lnTo>
                  <a:lnTo>
                    <a:pt x="80" y="1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44" name="Freeform 44"/>
            <p:cNvSpPr>
              <a:spLocks/>
            </p:cNvSpPr>
            <p:nvPr userDrawn="1"/>
          </p:nvSpPr>
          <p:spPr bwMode="auto">
            <a:xfrm>
              <a:off x="6884" y="562"/>
              <a:ext cx="92" cy="118"/>
            </a:xfrm>
            <a:custGeom>
              <a:avLst/>
              <a:gdLst>
                <a:gd name="T0" fmla="*/ 1007 w 1095"/>
                <a:gd name="T1" fmla="*/ 693 h 1421"/>
                <a:gd name="T2" fmla="*/ 952 w 1095"/>
                <a:gd name="T3" fmla="*/ 735 h 1421"/>
                <a:gd name="T4" fmla="*/ 915 w 1095"/>
                <a:gd name="T5" fmla="*/ 791 h 1421"/>
                <a:gd name="T6" fmla="*/ 906 w 1095"/>
                <a:gd name="T7" fmla="*/ 852 h 1421"/>
                <a:gd name="T8" fmla="*/ 929 w 1095"/>
                <a:gd name="T9" fmla="*/ 906 h 1421"/>
                <a:gd name="T10" fmla="*/ 974 w 1095"/>
                <a:gd name="T11" fmla="*/ 937 h 1421"/>
                <a:gd name="T12" fmla="*/ 1040 w 1095"/>
                <a:gd name="T13" fmla="*/ 1047 h 1421"/>
                <a:gd name="T14" fmla="*/ 955 w 1095"/>
                <a:gd name="T15" fmla="*/ 1038 h 1421"/>
                <a:gd name="T16" fmla="*/ 881 w 1095"/>
                <a:gd name="T17" fmla="*/ 1012 h 1421"/>
                <a:gd name="T18" fmla="*/ 821 w 1095"/>
                <a:gd name="T19" fmla="*/ 976 h 1421"/>
                <a:gd name="T20" fmla="*/ 774 w 1095"/>
                <a:gd name="T21" fmla="*/ 931 h 1421"/>
                <a:gd name="T22" fmla="*/ 741 w 1095"/>
                <a:gd name="T23" fmla="*/ 883 h 1421"/>
                <a:gd name="T24" fmla="*/ 726 w 1095"/>
                <a:gd name="T25" fmla="*/ 835 h 1421"/>
                <a:gd name="T26" fmla="*/ 728 w 1095"/>
                <a:gd name="T27" fmla="*/ 774 h 1421"/>
                <a:gd name="T28" fmla="*/ 749 w 1095"/>
                <a:gd name="T29" fmla="*/ 723 h 1421"/>
                <a:gd name="T30" fmla="*/ 650 w 1095"/>
                <a:gd name="T31" fmla="*/ 723 h 1421"/>
                <a:gd name="T32" fmla="*/ 491 w 1095"/>
                <a:gd name="T33" fmla="*/ 745 h 1421"/>
                <a:gd name="T34" fmla="*/ 462 w 1095"/>
                <a:gd name="T35" fmla="*/ 886 h 1421"/>
                <a:gd name="T36" fmla="*/ 435 w 1095"/>
                <a:gd name="T37" fmla="*/ 1103 h 1421"/>
                <a:gd name="T38" fmla="*/ 427 w 1095"/>
                <a:gd name="T39" fmla="*/ 1291 h 1421"/>
                <a:gd name="T40" fmla="*/ 431 w 1095"/>
                <a:gd name="T41" fmla="*/ 1398 h 1421"/>
                <a:gd name="T42" fmla="*/ 416 w 1095"/>
                <a:gd name="T43" fmla="*/ 1418 h 1421"/>
                <a:gd name="T44" fmla="*/ 378 w 1095"/>
                <a:gd name="T45" fmla="*/ 1418 h 1421"/>
                <a:gd name="T46" fmla="*/ 337 w 1095"/>
                <a:gd name="T47" fmla="*/ 1390 h 1421"/>
                <a:gd name="T48" fmla="*/ 310 w 1095"/>
                <a:gd name="T49" fmla="*/ 1337 h 1421"/>
                <a:gd name="T50" fmla="*/ 293 w 1095"/>
                <a:gd name="T51" fmla="*/ 1256 h 1421"/>
                <a:gd name="T52" fmla="*/ 288 w 1095"/>
                <a:gd name="T53" fmla="*/ 1109 h 1421"/>
                <a:gd name="T54" fmla="*/ 313 w 1095"/>
                <a:gd name="T55" fmla="*/ 843 h 1421"/>
                <a:gd name="T56" fmla="*/ 226 w 1095"/>
                <a:gd name="T57" fmla="*/ 803 h 1421"/>
                <a:gd name="T58" fmla="*/ 161 w 1095"/>
                <a:gd name="T59" fmla="*/ 831 h 1421"/>
                <a:gd name="T60" fmla="*/ 125 w 1095"/>
                <a:gd name="T61" fmla="*/ 840 h 1421"/>
                <a:gd name="T62" fmla="*/ 86 w 1095"/>
                <a:gd name="T63" fmla="*/ 834 h 1421"/>
                <a:gd name="T64" fmla="*/ 24 w 1095"/>
                <a:gd name="T65" fmla="*/ 796 h 1421"/>
                <a:gd name="T66" fmla="*/ 0 w 1095"/>
                <a:gd name="T67" fmla="*/ 762 h 1421"/>
                <a:gd name="T68" fmla="*/ 8 w 1095"/>
                <a:gd name="T69" fmla="*/ 740 h 1421"/>
                <a:gd name="T70" fmla="*/ 62 w 1095"/>
                <a:gd name="T71" fmla="*/ 713 h 1421"/>
                <a:gd name="T72" fmla="*/ 251 w 1095"/>
                <a:gd name="T73" fmla="*/ 663 h 1421"/>
                <a:gd name="T74" fmla="*/ 364 w 1095"/>
                <a:gd name="T75" fmla="*/ 577 h 1421"/>
                <a:gd name="T76" fmla="*/ 431 w 1095"/>
                <a:gd name="T77" fmla="*/ 350 h 1421"/>
                <a:gd name="T78" fmla="*/ 514 w 1095"/>
                <a:gd name="T79" fmla="*/ 162 h 1421"/>
                <a:gd name="T80" fmla="*/ 599 w 1095"/>
                <a:gd name="T81" fmla="*/ 34 h 1421"/>
                <a:gd name="T82" fmla="*/ 669 w 1095"/>
                <a:gd name="T83" fmla="*/ 1 h 1421"/>
                <a:gd name="T84" fmla="*/ 732 w 1095"/>
                <a:gd name="T85" fmla="*/ 7 h 1421"/>
                <a:gd name="T86" fmla="*/ 799 w 1095"/>
                <a:gd name="T87" fmla="*/ 37 h 1421"/>
                <a:gd name="T88" fmla="*/ 852 w 1095"/>
                <a:gd name="T89" fmla="*/ 97 h 1421"/>
                <a:gd name="T90" fmla="*/ 866 w 1095"/>
                <a:gd name="T91" fmla="*/ 159 h 1421"/>
                <a:gd name="T92" fmla="*/ 852 w 1095"/>
                <a:gd name="T93" fmla="*/ 204 h 1421"/>
                <a:gd name="T94" fmla="*/ 824 w 1095"/>
                <a:gd name="T95" fmla="*/ 224 h 1421"/>
                <a:gd name="T96" fmla="*/ 807 w 1095"/>
                <a:gd name="T97" fmla="*/ 220 h 1421"/>
                <a:gd name="T98" fmla="*/ 778 w 1095"/>
                <a:gd name="T99" fmla="*/ 172 h 1421"/>
                <a:gd name="T100" fmla="*/ 731 w 1095"/>
                <a:gd name="T101" fmla="*/ 149 h 1421"/>
                <a:gd name="T102" fmla="*/ 697 w 1095"/>
                <a:gd name="T103" fmla="*/ 160 h 1421"/>
                <a:gd name="T104" fmla="*/ 660 w 1095"/>
                <a:gd name="T105" fmla="*/ 210 h 1421"/>
                <a:gd name="T106" fmla="*/ 601 w 1095"/>
                <a:gd name="T107" fmla="*/ 339 h 1421"/>
                <a:gd name="T108" fmla="*/ 514 w 1095"/>
                <a:gd name="T109" fmla="*/ 627 h 1421"/>
                <a:gd name="T110" fmla="*/ 618 w 1095"/>
                <a:gd name="T111" fmla="*/ 629 h 1421"/>
                <a:gd name="T112" fmla="*/ 798 w 1095"/>
                <a:gd name="T113" fmla="*/ 626 h 1421"/>
                <a:gd name="T114" fmla="*/ 892 w 1095"/>
                <a:gd name="T115" fmla="*/ 627 h 1421"/>
                <a:gd name="T116" fmla="*/ 961 w 1095"/>
                <a:gd name="T117" fmla="*/ 578 h 1421"/>
                <a:gd name="T118" fmla="*/ 1027 w 1095"/>
                <a:gd name="T119" fmla="*/ 561 h 1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095" h="1421">
                  <a:moveTo>
                    <a:pt x="1056" y="681"/>
                  </a:moveTo>
                  <a:lnTo>
                    <a:pt x="1044" y="682"/>
                  </a:lnTo>
                  <a:lnTo>
                    <a:pt x="1032" y="684"/>
                  </a:lnTo>
                  <a:lnTo>
                    <a:pt x="1020" y="688"/>
                  </a:lnTo>
                  <a:lnTo>
                    <a:pt x="1007" y="693"/>
                  </a:lnTo>
                  <a:lnTo>
                    <a:pt x="995" y="699"/>
                  </a:lnTo>
                  <a:lnTo>
                    <a:pt x="984" y="707"/>
                  </a:lnTo>
                  <a:lnTo>
                    <a:pt x="973" y="715"/>
                  </a:lnTo>
                  <a:lnTo>
                    <a:pt x="961" y="725"/>
                  </a:lnTo>
                  <a:lnTo>
                    <a:pt x="952" y="735"/>
                  </a:lnTo>
                  <a:lnTo>
                    <a:pt x="943" y="745"/>
                  </a:lnTo>
                  <a:lnTo>
                    <a:pt x="934" y="756"/>
                  </a:lnTo>
                  <a:lnTo>
                    <a:pt x="927" y="767"/>
                  </a:lnTo>
                  <a:lnTo>
                    <a:pt x="921" y="779"/>
                  </a:lnTo>
                  <a:lnTo>
                    <a:pt x="915" y="791"/>
                  </a:lnTo>
                  <a:lnTo>
                    <a:pt x="910" y="802"/>
                  </a:lnTo>
                  <a:lnTo>
                    <a:pt x="908" y="813"/>
                  </a:lnTo>
                  <a:lnTo>
                    <a:pt x="906" y="827"/>
                  </a:lnTo>
                  <a:lnTo>
                    <a:pt x="905" y="839"/>
                  </a:lnTo>
                  <a:lnTo>
                    <a:pt x="906" y="852"/>
                  </a:lnTo>
                  <a:lnTo>
                    <a:pt x="908" y="863"/>
                  </a:lnTo>
                  <a:lnTo>
                    <a:pt x="912" y="876"/>
                  </a:lnTo>
                  <a:lnTo>
                    <a:pt x="917" y="886"/>
                  </a:lnTo>
                  <a:lnTo>
                    <a:pt x="922" y="897"/>
                  </a:lnTo>
                  <a:lnTo>
                    <a:pt x="929" y="906"/>
                  </a:lnTo>
                  <a:lnTo>
                    <a:pt x="936" y="914"/>
                  </a:lnTo>
                  <a:lnTo>
                    <a:pt x="945" y="922"/>
                  </a:lnTo>
                  <a:lnTo>
                    <a:pt x="953" y="928"/>
                  </a:lnTo>
                  <a:lnTo>
                    <a:pt x="964" y="933"/>
                  </a:lnTo>
                  <a:lnTo>
                    <a:pt x="974" y="937"/>
                  </a:lnTo>
                  <a:lnTo>
                    <a:pt x="985" y="940"/>
                  </a:lnTo>
                  <a:lnTo>
                    <a:pt x="997" y="941"/>
                  </a:lnTo>
                  <a:lnTo>
                    <a:pt x="1009" y="942"/>
                  </a:lnTo>
                  <a:lnTo>
                    <a:pt x="1073" y="984"/>
                  </a:lnTo>
                  <a:lnTo>
                    <a:pt x="1040" y="1047"/>
                  </a:lnTo>
                  <a:lnTo>
                    <a:pt x="1022" y="1047"/>
                  </a:lnTo>
                  <a:lnTo>
                    <a:pt x="1004" y="1046"/>
                  </a:lnTo>
                  <a:lnTo>
                    <a:pt x="988" y="1044"/>
                  </a:lnTo>
                  <a:lnTo>
                    <a:pt x="971" y="1041"/>
                  </a:lnTo>
                  <a:lnTo>
                    <a:pt x="955" y="1038"/>
                  </a:lnTo>
                  <a:lnTo>
                    <a:pt x="939" y="1034"/>
                  </a:lnTo>
                  <a:lnTo>
                    <a:pt x="924" y="1030"/>
                  </a:lnTo>
                  <a:lnTo>
                    <a:pt x="909" y="1025"/>
                  </a:lnTo>
                  <a:lnTo>
                    <a:pt x="895" y="1019"/>
                  </a:lnTo>
                  <a:lnTo>
                    <a:pt x="881" y="1012"/>
                  </a:lnTo>
                  <a:lnTo>
                    <a:pt x="869" y="1006"/>
                  </a:lnTo>
                  <a:lnTo>
                    <a:pt x="855" y="999"/>
                  </a:lnTo>
                  <a:lnTo>
                    <a:pt x="843" y="992"/>
                  </a:lnTo>
                  <a:lnTo>
                    <a:pt x="832" y="984"/>
                  </a:lnTo>
                  <a:lnTo>
                    <a:pt x="821" y="976"/>
                  </a:lnTo>
                  <a:lnTo>
                    <a:pt x="810" y="968"/>
                  </a:lnTo>
                  <a:lnTo>
                    <a:pt x="800" y="958"/>
                  </a:lnTo>
                  <a:lnTo>
                    <a:pt x="790" y="949"/>
                  </a:lnTo>
                  <a:lnTo>
                    <a:pt x="782" y="940"/>
                  </a:lnTo>
                  <a:lnTo>
                    <a:pt x="774" y="931"/>
                  </a:lnTo>
                  <a:lnTo>
                    <a:pt x="766" y="922"/>
                  </a:lnTo>
                  <a:lnTo>
                    <a:pt x="759" y="911"/>
                  </a:lnTo>
                  <a:lnTo>
                    <a:pt x="752" y="902"/>
                  </a:lnTo>
                  <a:lnTo>
                    <a:pt x="746" y="892"/>
                  </a:lnTo>
                  <a:lnTo>
                    <a:pt x="741" y="883"/>
                  </a:lnTo>
                  <a:lnTo>
                    <a:pt x="737" y="873"/>
                  </a:lnTo>
                  <a:lnTo>
                    <a:pt x="733" y="863"/>
                  </a:lnTo>
                  <a:lnTo>
                    <a:pt x="730" y="853"/>
                  </a:lnTo>
                  <a:lnTo>
                    <a:pt x="728" y="844"/>
                  </a:lnTo>
                  <a:lnTo>
                    <a:pt x="726" y="835"/>
                  </a:lnTo>
                  <a:lnTo>
                    <a:pt x="725" y="826"/>
                  </a:lnTo>
                  <a:lnTo>
                    <a:pt x="725" y="816"/>
                  </a:lnTo>
                  <a:lnTo>
                    <a:pt x="725" y="801"/>
                  </a:lnTo>
                  <a:lnTo>
                    <a:pt x="726" y="787"/>
                  </a:lnTo>
                  <a:lnTo>
                    <a:pt x="728" y="774"/>
                  </a:lnTo>
                  <a:lnTo>
                    <a:pt x="731" y="761"/>
                  </a:lnTo>
                  <a:lnTo>
                    <a:pt x="734" y="750"/>
                  </a:lnTo>
                  <a:lnTo>
                    <a:pt x="739" y="740"/>
                  </a:lnTo>
                  <a:lnTo>
                    <a:pt x="744" y="731"/>
                  </a:lnTo>
                  <a:lnTo>
                    <a:pt x="749" y="723"/>
                  </a:lnTo>
                  <a:lnTo>
                    <a:pt x="759" y="712"/>
                  </a:lnTo>
                  <a:lnTo>
                    <a:pt x="745" y="713"/>
                  </a:lnTo>
                  <a:lnTo>
                    <a:pt x="714" y="716"/>
                  </a:lnTo>
                  <a:lnTo>
                    <a:pt x="682" y="720"/>
                  </a:lnTo>
                  <a:lnTo>
                    <a:pt x="650" y="723"/>
                  </a:lnTo>
                  <a:lnTo>
                    <a:pt x="619" y="727"/>
                  </a:lnTo>
                  <a:lnTo>
                    <a:pt x="586" y="731"/>
                  </a:lnTo>
                  <a:lnTo>
                    <a:pt x="555" y="735"/>
                  </a:lnTo>
                  <a:lnTo>
                    <a:pt x="523" y="740"/>
                  </a:lnTo>
                  <a:lnTo>
                    <a:pt x="491" y="745"/>
                  </a:lnTo>
                  <a:lnTo>
                    <a:pt x="487" y="745"/>
                  </a:lnTo>
                  <a:lnTo>
                    <a:pt x="487" y="749"/>
                  </a:lnTo>
                  <a:lnTo>
                    <a:pt x="478" y="795"/>
                  </a:lnTo>
                  <a:lnTo>
                    <a:pt x="470" y="841"/>
                  </a:lnTo>
                  <a:lnTo>
                    <a:pt x="462" y="886"/>
                  </a:lnTo>
                  <a:lnTo>
                    <a:pt x="455" y="931"/>
                  </a:lnTo>
                  <a:lnTo>
                    <a:pt x="448" y="976"/>
                  </a:lnTo>
                  <a:lnTo>
                    <a:pt x="443" y="1019"/>
                  </a:lnTo>
                  <a:lnTo>
                    <a:pt x="439" y="1061"/>
                  </a:lnTo>
                  <a:lnTo>
                    <a:pt x="435" y="1103"/>
                  </a:lnTo>
                  <a:lnTo>
                    <a:pt x="432" y="1143"/>
                  </a:lnTo>
                  <a:lnTo>
                    <a:pt x="429" y="1183"/>
                  </a:lnTo>
                  <a:lnTo>
                    <a:pt x="428" y="1221"/>
                  </a:lnTo>
                  <a:lnTo>
                    <a:pt x="427" y="1256"/>
                  </a:lnTo>
                  <a:lnTo>
                    <a:pt x="427" y="1291"/>
                  </a:lnTo>
                  <a:lnTo>
                    <a:pt x="428" y="1323"/>
                  </a:lnTo>
                  <a:lnTo>
                    <a:pt x="429" y="1353"/>
                  </a:lnTo>
                  <a:lnTo>
                    <a:pt x="432" y="1382"/>
                  </a:lnTo>
                  <a:lnTo>
                    <a:pt x="432" y="1391"/>
                  </a:lnTo>
                  <a:lnTo>
                    <a:pt x="431" y="1398"/>
                  </a:lnTo>
                  <a:lnTo>
                    <a:pt x="429" y="1405"/>
                  </a:lnTo>
                  <a:lnTo>
                    <a:pt x="426" y="1411"/>
                  </a:lnTo>
                  <a:lnTo>
                    <a:pt x="423" y="1414"/>
                  </a:lnTo>
                  <a:lnTo>
                    <a:pt x="420" y="1416"/>
                  </a:lnTo>
                  <a:lnTo>
                    <a:pt x="416" y="1418"/>
                  </a:lnTo>
                  <a:lnTo>
                    <a:pt x="413" y="1419"/>
                  </a:lnTo>
                  <a:lnTo>
                    <a:pt x="406" y="1420"/>
                  </a:lnTo>
                  <a:lnTo>
                    <a:pt x="398" y="1421"/>
                  </a:lnTo>
                  <a:lnTo>
                    <a:pt x="388" y="1420"/>
                  </a:lnTo>
                  <a:lnTo>
                    <a:pt x="378" y="1418"/>
                  </a:lnTo>
                  <a:lnTo>
                    <a:pt x="368" y="1414"/>
                  </a:lnTo>
                  <a:lnTo>
                    <a:pt x="359" y="1409"/>
                  </a:lnTo>
                  <a:lnTo>
                    <a:pt x="352" y="1403"/>
                  </a:lnTo>
                  <a:lnTo>
                    <a:pt x="344" y="1397"/>
                  </a:lnTo>
                  <a:lnTo>
                    <a:pt x="337" y="1390"/>
                  </a:lnTo>
                  <a:lnTo>
                    <a:pt x="331" y="1381"/>
                  </a:lnTo>
                  <a:lnTo>
                    <a:pt x="325" y="1372"/>
                  </a:lnTo>
                  <a:lnTo>
                    <a:pt x="319" y="1362"/>
                  </a:lnTo>
                  <a:lnTo>
                    <a:pt x="314" y="1349"/>
                  </a:lnTo>
                  <a:lnTo>
                    <a:pt x="310" y="1337"/>
                  </a:lnTo>
                  <a:lnTo>
                    <a:pt x="306" y="1323"/>
                  </a:lnTo>
                  <a:lnTo>
                    <a:pt x="302" y="1307"/>
                  </a:lnTo>
                  <a:lnTo>
                    <a:pt x="298" y="1292"/>
                  </a:lnTo>
                  <a:lnTo>
                    <a:pt x="295" y="1275"/>
                  </a:lnTo>
                  <a:lnTo>
                    <a:pt x="293" y="1256"/>
                  </a:lnTo>
                  <a:lnTo>
                    <a:pt x="291" y="1237"/>
                  </a:lnTo>
                  <a:lnTo>
                    <a:pt x="289" y="1217"/>
                  </a:lnTo>
                  <a:lnTo>
                    <a:pt x="288" y="1195"/>
                  </a:lnTo>
                  <a:lnTo>
                    <a:pt x="287" y="1154"/>
                  </a:lnTo>
                  <a:lnTo>
                    <a:pt x="288" y="1109"/>
                  </a:lnTo>
                  <a:lnTo>
                    <a:pt x="290" y="1060"/>
                  </a:lnTo>
                  <a:lnTo>
                    <a:pt x="294" y="1009"/>
                  </a:lnTo>
                  <a:lnTo>
                    <a:pt x="298" y="955"/>
                  </a:lnTo>
                  <a:lnTo>
                    <a:pt x="306" y="900"/>
                  </a:lnTo>
                  <a:lnTo>
                    <a:pt x="313" y="843"/>
                  </a:lnTo>
                  <a:lnTo>
                    <a:pt x="322" y="786"/>
                  </a:lnTo>
                  <a:lnTo>
                    <a:pt x="323" y="777"/>
                  </a:lnTo>
                  <a:lnTo>
                    <a:pt x="315" y="779"/>
                  </a:lnTo>
                  <a:lnTo>
                    <a:pt x="267" y="791"/>
                  </a:lnTo>
                  <a:lnTo>
                    <a:pt x="226" y="803"/>
                  </a:lnTo>
                  <a:lnTo>
                    <a:pt x="209" y="809"/>
                  </a:lnTo>
                  <a:lnTo>
                    <a:pt x="193" y="815"/>
                  </a:lnTo>
                  <a:lnTo>
                    <a:pt x="180" y="822"/>
                  </a:lnTo>
                  <a:lnTo>
                    <a:pt x="168" y="827"/>
                  </a:lnTo>
                  <a:lnTo>
                    <a:pt x="161" y="831"/>
                  </a:lnTo>
                  <a:lnTo>
                    <a:pt x="154" y="834"/>
                  </a:lnTo>
                  <a:lnTo>
                    <a:pt x="147" y="836"/>
                  </a:lnTo>
                  <a:lnTo>
                    <a:pt x="139" y="838"/>
                  </a:lnTo>
                  <a:lnTo>
                    <a:pt x="132" y="839"/>
                  </a:lnTo>
                  <a:lnTo>
                    <a:pt x="125" y="840"/>
                  </a:lnTo>
                  <a:lnTo>
                    <a:pt x="117" y="840"/>
                  </a:lnTo>
                  <a:lnTo>
                    <a:pt x="110" y="839"/>
                  </a:lnTo>
                  <a:lnTo>
                    <a:pt x="102" y="838"/>
                  </a:lnTo>
                  <a:lnTo>
                    <a:pt x="94" y="836"/>
                  </a:lnTo>
                  <a:lnTo>
                    <a:pt x="86" y="834"/>
                  </a:lnTo>
                  <a:lnTo>
                    <a:pt x="78" y="830"/>
                  </a:lnTo>
                  <a:lnTo>
                    <a:pt x="62" y="822"/>
                  </a:lnTo>
                  <a:lnTo>
                    <a:pt x="45" y="811"/>
                  </a:lnTo>
                  <a:lnTo>
                    <a:pt x="33" y="803"/>
                  </a:lnTo>
                  <a:lnTo>
                    <a:pt x="24" y="796"/>
                  </a:lnTo>
                  <a:lnTo>
                    <a:pt x="16" y="789"/>
                  </a:lnTo>
                  <a:lnTo>
                    <a:pt x="10" y="782"/>
                  </a:lnTo>
                  <a:lnTo>
                    <a:pt x="5" y="775"/>
                  </a:lnTo>
                  <a:lnTo>
                    <a:pt x="2" y="768"/>
                  </a:lnTo>
                  <a:lnTo>
                    <a:pt x="0" y="762"/>
                  </a:lnTo>
                  <a:lnTo>
                    <a:pt x="0" y="756"/>
                  </a:lnTo>
                  <a:lnTo>
                    <a:pt x="0" y="752"/>
                  </a:lnTo>
                  <a:lnTo>
                    <a:pt x="2" y="748"/>
                  </a:lnTo>
                  <a:lnTo>
                    <a:pt x="5" y="744"/>
                  </a:lnTo>
                  <a:lnTo>
                    <a:pt x="8" y="740"/>
                  </a:lnTo>
                  <a:lnTo>
                    <a:pt x="13" y="736"/>
                  </a:lnTo>
                  <a:lnTo>
                    <a:pt x="18" y="733"/>
                  </a:lnTo>
                  <a:lnTo>
                    <a:pt x="24" y="729"/>
                  </a:lnTo>
                  <a:lnTo>
                    <a:pt x="31" y="726"/>
                  </a:lnTo>
                  <a:lnTo>
                    <a:pt x="62" y="713"/>
                  </a:lnTo>
                  <a:lnTo>
                    <a:pt x="94" y="701"/>
                  </a:lnTo>
                  <a:lnTo>
                    <a:pt x="129" y="691"/>
                  </a:lnTo>
                  <a:lnTo>
                    <a:pt x="167" y="681"/>
                  </a:lnTo>
                  <a:lnTo>
                    <a:pt x="208" y="672"/>
                  </a:lnTo>
                  <a:lnTo>
                    <a:pt x="251" y="663"/>
                  </a:lnTo>
                  <a:lnTo>
                    <a:pt x="295" y="656"/>
                  </a:lnTo>
                  <a:lnTo>
                    <a:pt x="343" y="649"/>
                  </a:lnTo>
                  <a:lnTo>
                    <a:pt x="347" y="649"/>
                  </a:lnTo>
                  <a:lnTo>
                    <a:pt x="348" y="645"/>
                  </a:lnTo>
                  <a:lnTo>
                    <a:pt x="364" y="577"/>
                  </a:lnTo>
                  <a:lnTo>
                    <a:pt x="383" y="503"/>
                  </a:lnTo>
                  <a:lnTo>
                    <a:pt x="393" y="465"/>
                  </a:lnTo>
                  <a:lnTo>
                    <a:pt x="406" y="428"/>
                  </a:lnTo>
                  <a:lnTo>
                    <a:pt x="418" y="389"/>
                  </a:lnTo>
                  <a:lnTo>
                    <a:pt x="431" y="350"/>
                  </a:lnTo>
                  <a:lnTo>
                    <a:pt x="445" y="311"/>
                  </a:lnTo>
                  <a:lnTo>
                    <a:pt x="462" y="272"/>
                  </a:lnTo>
                  <a:lnTo>
                    <a:pt x="478" y="235"/>
                  </a:lnTo>
                  <a:lnTo>
                    <a:pt x="495" y="198"/>
                  </a:lnTo>
                  <a:lnTo>
                    <a:pt x="514" y="162"/>
                  </a:lnTo>
                  <a:lnTo>
                    <a:pt x="533" y="126"/>
                  </a:lnTo>
                  <a:lnTo>
                    <a:pt x="555" y="93"/>
                  </a:lnTo>
                  <a:lnTo>
                    <a:pt x="576" y="61"/>
                  </a:lnTo>
                  <a:lnTo>
                    <a:pt x="588" y="47"/>
                  </a:lnTo>
                  <a:lnTo>
                    <a:pt x="599" y="34"/>
                  </a:lnTo>
                  <a:lnTo>
                    <a:pt x="613" y="23"/>
                  </a:lnTo>
                  <a:lnTo>
                    <a:pt x="626" y="15"/>
                  </a:lnTo>
                  <a:lnTo>
                    <a:pt x="639" y="8"/>
                  </a:lnTo>
                  <a:lnTo>
                    <a:pt x="653" y="3"/>
                  </a:lnTo>
                  <a:lnTo>
                    <a:pt x="669" y="1"/>
                  </a:lnTo>
                  <a:lnTo>
                    <a:pt x="684" y="0"/>
                  </a:lnTo>
                  <a:lnTo>
                    <a:pt x="695" y="0"/>
                  </a:lnTo>
                  <a:lnTo>
                    <a:pt x="708" y="2"/>
                  </a:lnTo>
                  <a:lnTo>
                    <a:pt x="719" y="4"/>
                  </a:lnTo>
                  <a:lnTo>
                    <a:pt x="732" y="7"/>
                  </a:lnTo>
                  <a:lnTo>
                    <a:pt x="744" y="11"/>
                  </a:lnTo>
                  <a:lnTo>
                    <a:pt x="757" y="16"/>
                  </a:lnTo>
                  <a:lnTo>
                    <a:pt x="771" y="22"/>
                  </a:lnTo>
                  <a:lnTo>
                    <a:pt x="785" y="29"/>
                  </a:lnTo>
                  <a:lnTo>
                    <a:pt x="799" y="37"/>
                  </a:lnTo>
                  <a:lnTo>
                    <a:pt x="813" y="47"/>
                  </a:lnTo>
                  <a:lnTo>
                    <a:pt x="825" y="58"/>
                  </a:lnTo>
                  <a:lnTo>
                    <a:pt x="835" y="70"/>
                  </a:lnTo>
                  <a:lnTo>
                    <a:pt x="844" y="83"/>
                  </a:lnTo>
                  <a:lnTo>
                    <a:pt x="852" y="97"/>
                  </a:lnTo>
                  <a:lnTo>
                    <a:pt x="858" y="111"/>
                  </a:lnTo>
                  <a:lnTo>
                    <a:pt x="863" y="126"/>
                  </a:lnTo>
                  <a:lnTo>
                    <a:pt x="865" y="138"/>
                  </a:lnTo>
                  <a:lnTo>
                    <a:pt x="866" y="149"/>
                  </a:lnTo>
                  <a:lnTo>
                    <a:pt x="866" y="159"/>
                  </a:lnTo>
                  <a:lnTo>
                    <a:pt x="865" y="169"/>
                  </a:lnTo>
                  <a:lnTo>
                    <a:pt x="864" y="180"/>
                  </a:lnTo>
                  <a:lnTo>
                    <a:pt x="861" y="188"/>
                  </a:lnTo>
                  <a:lnTo>
                    <a:pt x="856" y="196"/>
                  </a:lnTo>
                  <a:lnTo>
                    <a:pt x="852" y="204"/>
                  </a:lnTo>
                  <a:lnTo>
                    <a:pt x="844" y="213"/>
                  </a:lnTo>
                  <a:lnTo>
                    <a:pt x="836" y="219"/>
                  </a:lnTo>
                  <a:lnTo>
                    <a:pt x="832" y="222"/>
                  </a:lnTo>
                  <a:lnTo>
                    <a:pt x="828" y="223"/>
                  </a:lnTo>
                  <a:lnTo>
                    <a:pt x="824" y="224"/>
                  </a:lnTo>
                  <a:lnTo>
                    <a:pt x="820" y="226"/>
                  </a:lnTo>
                  <a:lnTo>
                    <a:pt x="817" y="224"/>
                  </a:lnTo>
                  <a:lnTo>
                    <a:pt x="813" y="223"/>
                  </a:lnTo>
                  <a:lnTo>
                    <a:pt x="810" y="222"/>
                  </a:lnTo>
                  <a:lnTo>
                    <a:pt x="807" y="220"/>
                  </a:lnTo>
                  <a:lnTo>
                    <a:pt x="802" y="215"/>
                  </a:lnTo>
                  <a:lnTo>
                    <a:pt x="799" y="209"/>
                  </a:lnTo>
                  <a:lnTo>
                    <a:pt x="792" y="195"/>
                  </a:lnTo>
                  <a:lnTo>
                    <a:pt x="785" y="184"/>
                  </a:lnTo>
                  <a:lnTo>
                    <a:pt x="778" y="172"/>
                  </a:lnTo>
                  <a:lnTo>
                    <a:pt x="770" y="164"/>
                  </a:lnTo>
                  <a:lnTo>
                    <a:pt x="761" y="158"/>
                  </a:lnTo>
                  <a:lnTo>
                    <a:pt x="751" y="153"/>
                  </a:lnTo>
                  <a:lnTo>
                    <a:pt x="741" y="150"/>
                  </a:lnTo>
                  <a:lnTo>
                    <a:pt x="731" y="149"/>
                  </a:lnTo>
                  <a:lnTo>
                    <a:pt x="728" y="149"/>
                  </a:lnTo>
                  <a:lnTo>
                    <a:pt x="725" y="150"/>
                  </a:lnTo>
                  <a:lnTo>
                    <a:pt x="715" y="152"/>
                  </a:lnTo>
                  <a:lnTo>
                    <a:pt x="705" y="155"/>
                  </a:lnTo>
                  <a:lnTo>
                    <a:pt x="697" y="160"/>
                  </a:lnTo>
                  <a:lnTo>
                    <a:pt x="689" y="166"/>
                  </a:lnTo>
                  <a:lnTo>
                    <a:pt x="682" y="174"/>
                  </a:lnTo>
                  <a:lnTo>
                    <a:pt x="675" y="185"/>
                  </a:lnTo>
                  <a:lnTo>
                    <a:pt x="668" y="196"/>
                  </a:lnTo>
                  <a:lnTo>
                    <a:pt x="660" y="210"/>
                  </a:lnTo>
                  <a:lnTo>
                    <a:pt x="650" y="229"/>
                  </a:lnTo>
                  <a:lnTo>
                    <a:pt x="640" y="249"/>
                  </a:lnTo>
                  <a:lnTo>
                    <a:pt x="630" y="270"/>
                  </a:lnTo>
                  <a:lnTo>
                    <a:pt x="621" y="292"/>
                  </a:lnTo>
                  <a:lnTo>
                    <a:pt x="601" y="339"/>
                  </a:lnTo>
                  <a:lnTo>
                    <a:pt x="583" y="390"/>
                  </a:lnTo>
                  <a:lnTo>
                    <a:pt x="565" y="444"/>
                  </a:lnTo>
                  <a:lnTo>
                    <a:pt x="547" y="502"/>
                  </a:lnTo>
                  <a:lnTo>
                    <a:pt x="530" y="562"/>
                  </a:lnTo>
                  <a:lnTo>
                    <a:pt x="514" y="627"/>
                  </a:lnTo>
                  <a:lnTo>
                    <a:pt x="512" y="634"/>
                  </a:lnTo>
                  <a:lnTo>
                    <a:pt x="520" y="634"/>
                  </a:lnTo>
                  <a:lnTo>
                    <a:pt x="551" y="632"/>
                  </a:lnTo>
                  <a:lnTo>
                    <a:pt x="584" y="630"/>
                  </a:lnTo>
                  <a:lnTo>
                    <a:pt x="618" y="629"/>
                  </a:lnTo>
                  <a:lnTo>
                    <a:pt x="652" y="628"/>
                  </a:lnTo>
                  <a:lnTo>
                    <a:pt x="688" y="627"/>
                  </a:lnTo>
                  <a:lnTo>
                    <a:pt x="724" y="627"/>
                  </a:lnTo>
                  <a:lnTo>
                    <a:pt x="761" y="626"/>
                  </a:lnTo>
                  <a:lnTo>
                    <a:pt x="798" y="626"/>
                  </a:lnTo>
                  <a:lnTo>
                    <a:pt x="821" y="626"/>
                  </a:lnTo>
                  <a:lnTo>
                    <a:pt x="843" y="626"/>
                  </a:lnTo>
                  <a:lnTo>
                    <a:pt x="867" y="627"/>
                  </a:lnTo>
                  <a:lnTo>
                    <a:pt x="889" y="627"/>
                  </a:lnTo>
                  <a:lnTo>
                    <a:pt x="892" y="627"/>
                  </a:lnTo>
                  <a:lnTo>
                    <a:pt x="893" y="625"/>
                  </a:lnTo>
                  <a:lnTo>
                    <a:pt x="909" y="610"/>
                  </a:lnTo>
                  <a:lnTo>
                    <a:pt x="926" y="598"/>
                  </a:lnTo>
                  <a:lnTo>
                    <a:pt x="943" y="587"/>
                  </a:lnTo>
                  <a:lnTo>
                    <a:pt x="961" y="578"/>
                  </a:lnTo>
                  <a:lnTo>
                    <a:pt x="980" y="570"/>
                  </a:lnTo>
                  <a:lnTo>
                    <a:pt x="998" y="565"/>
                  </a:lnTo>
                  <a:lnTo>
                    <a:pt x="1007" y="563"/>
                  </a:lnTo>
                  <a:lnTo>
                    <a:pt x="1018" y="562"/>
                  </a:lnTo>
                  <a:lnTo>
                    <a:pt x="1027" y="561"/>
                  </a:lnTo>
                  <a:lnTo>
                    <a:pt x="1036" y="561"/>
                  </a:lnTo>
                  <a:lnTo>
                    <a:pt x="1095" y="622"/>
                  </a:lnTo>
                  <a:lnTo>
                    <a:pt x="1056" y="6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45" name="Freeform 45"/>
            <p:cNvSpPr>
              <a:spLocks/>
            </p:cNvSpPr>
            <p:nvPr userDrawn="1"/>
          </p:nvSpPr>
          <p:spPr bwMode="auto">
            <a:xfrm>
              <a:off x="6462" y="602"/>
              <a:ext cx="36" cy="42"/>
            </a:xfrm>
            <a:custGeom>
              <a:avLst/>
              <a:gdLst>
                <a:gd name="T0" fmla="*/ 212 w 427"/>
                <a:gd name="T1" fmla="*/ 377 h 496"/>
                <a:gd name="T2" fmla="*/ 201 w 427"/>
                <a:gd name="T3" fmla="*/ 371 h 496"/>
                <a:gd name="T4" fmla="*/ 196 w 427"/>
                <a:gd name="T5" fmla="*/ 364 h 496"/>
                <a:gd name="T6" fmla="*/ 193 w 427"/>
                <a:gd name="T7" fmla="*/ 355 h 496"/>
                <a:gd name="T8" fmla="*/ 192 w 427"/>
                <a:gd name="T9" fmla="*/ 345 h 496"/>
                <a:gd name="T10" fmla="*/ 193 w 427"/>
                <a:gd name="T11" fmla="*/ 333 h 496"/>
                <a:gd name="T12" fmla="*/ 199 w 427"/>
                <a:gd name="T13" fmla="*/ 315 h 496"/>
                <a:gd name="T14" fmla="*/ 213 w 427"/>
                <a:gd name="T15" fmla="*/ 286 h 496"/>
                <a:gd name="T16" fmla="*/ 235 w 427"/>
                <a:gd name="T17" fmla="*/ 250 h 496"/>
                <a:gd name="T18" fmla="*/ 260 w 427"/>
                <a:gd name="T19" fmla="*/ 212 h 496"/>
                <a:gd name="T20" fmla="*/ 289 w 427"/>
                <a:gd name="T21" fmla="*/ 174 h 496"/>
                <a:gd name="T22" fmla="*/ 318 w 427"/>
                <a:gd name="T23" fmla="*/ 142 h 496"/>
                <a:gd name="T24" fmla="*/ 346 w 427"/>
                <a:gd name="T25" fmla="*/ 116 h 496"/>
                <a:gd name="T26" fmla="*/ 365 w 427"/>
                <a:gd name="T27" fmla="*/ 104 h 496"/>
                <a:gd name="T28" fmla="*/ 377 w 427"/>
                <a:gd name="T29" fmla="*/ 101 h 496"/>
                <a:gd name="T30" fmla="*/ 427 w 427"/>
                <a:gd name="T31" fmla="*/ 50 h 496"/>
                <a:gd name="T32" fmla="*/ 359 w 427"/>
                <a:gd name="T33" fmla="*/ 1 h 496"/>
                <a:gd name="T34" fmla="*/ 331 w 427"/>
                <a:gd name="T35" fmla="*/ 6 h 496"/>
                <a:gd name="T36" fmla="*/ 301 w 427"/>
                <a:gd name="T37" fmla="*/ 17 h 496"/>
                <a:gd name="T38" fmla="*/ 272 w 427"/>
                <a:gd name="T39" fmla="*/ 31 h 496"/>
                <a:gd name="T40" fmla="*/ 241 w 427"/>
                <a:gd name="T41" fmla="*/ 50 h 496"/>
                <a:gd name="T42" fmla="*/ 210 w 427"/>
                <a:gd name="T43" fmla="*/ 72 h 496"/>
                <a:gd name="T44" fmla="*/ 167 w 427"/>
                <a:gd name="T45" fmla="*/ 109 h 496"/>
                <a:gd name="T46" fmla="*/ 112 w 427"/>
                <a:gd name="T47" fmla="*/ 165 h 496"/>
                <a:gd name="T48" fmla="*/ 66 w 427"/>
                <a:gd name="T49" fmla="*/ 222 h 496"/>
                <a:gd name="T50" fmla="*/ 37 w 427"/>
                <a:gd name="T51" fmla="*/ 264 h 496"/>
                <a:gd name="T52" fmla="*/ 22 w 427"/>
                <a:gd name="T53" fmla="*/ 291 h 496"/>
                <a:gd name="T54" fmla="*/ 10 w 427"/>
                <a:gd name="T55" fmla="*/ 315 h 496"/>
                <a:gd name="T56" fmla="*/ 3 w 427"/>
                <a:gd name="T57" fmla="*/ 337 h 496"/>
                <a:gd name="T58" fmla="*/ 0 w 427"/>
                <a:gd name="T59" fmla="*/ 356 h 496"/>
                <a:gd name="T60" fmla="*/ 1 w 427"/>
                <a:gd name="T61" fmla="*/ 374 h 496"/>
                <a:gd name="T62" fmla="*/ 7 w 427"/>
                <a:gd name="T63" fmla="*/ 394 h 496"/>
                <a:gd name="T64" fmla="*/ 19 w 427"/>
                <a:gd name="T65" fmla="*/ 412 h 496"/>
                <a:gd name="T66" fmla="*/ 33 w 427"/>
                <a:gd name="T67" fmla="*/ 429 h 496"/>
                <a:gd name="T68" fmla="*/ 51 w 427"/>
                <a:gd name="T69" fmla="*/ 445 h 496"/>
                <a:gd name="T70" fmla="*/ 72 w 427"/>
                <a:gd name="T71" fmla="*/ 459 h 496"/>
                <a:gd name="T72" fmla="*/ 94 w 427"/>
                <a:gd name="T73" fmla="*/ 471 h 496"/>
                <a:gd name="T74" fmla="*/ 119 w 427"/>
                <a:gd name="T75" fmla="*/ 482 h 496"/>
                <a:gd name="T76" fmla="*/ 144 w 427"/>
                <a:gd name="T77" fmla="*/ 490 h 496"/>
                <a:gd name="T78" fmla="*/ 169 w 427"/>
                <a:gd name="T79" fmla="*/ 494 h 496"/>
                <a:gd name="T80" fmla="*/ 193 w 427"/>
                <a:gd name="T81" fmla="*/ 496 h 496"/>
                <a:gd name="T82" fmla="*/ 262 w 427"/>
                <a:gd name="T83" fmla="*/ 437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27" h="496">
                  <a:moveTo>
                    <a:pt x="222" y="377"/>
                  </a:moveTo>
                  <a:lnTo>
                    <a:pt x="212" y="377"/>
                  </a:lnTo>
                  <a:lnTo>
                    <a:pt x="206" y="374"/>
                  </a:lnTo>
                  <a:lnTo>
                    <a:pt x="201" y="371"/>
                  </a:lnTo>
                  <a:lnTo>
                    <a:pt x="198" y="367"/>
                  </a:lnTo>
                  <a:lnTo>
                    <a:pt x="196" y="364"/>
                  </a:lnTo>
                  <a:lnTo>
                    <a:pt x="194" y="359"/>
                  </a:lnTo>
                  <a:lnTo>
                    <a:pt x="193" y="355"/>
                  </a:lnTo>
                  <a:lnTo>
                    <a:pt x="192" y="350"/>
                  </a:lnTo>
                  <a:lnTo>
                    <a:pt x="192" y="345"/>
                  </a:lnTo>
                  <a:lnTo>
                    <a:pt x="192" y="339"/>
                  </a:lnTo>
                  <a:lnTo>
                    <a:pt x="193" y="333"/>
                  </a:lnTo>
                  <a:lnTo>
                    <a:pt x="195" y="326"/>
                  </a:lnTo>
                  <a:lnTo>
                    <a:pt x="199" y="315"/>
                  </a:lnTo>
                  <a:lnTo>
                    <a:pt x="205" y="302"/>
                  </a:lnTo>
                  <a:lnTo>
                    <a:pt x="213" y="286"/>
                  </a:lnTo>
                  <a:lnTo>
                    <a:pt x="224" y="268"/>
                  </a:lnTo>
                  <a:lnTo>
                    <a:pt x="235" y="250"/>
                  </a:lnTo>
                  <a:lnTo>
                    <a:pt x="247" y="231"/>
                  </a:lnTo>
                  <a:lnTo>
                    <a:pt x="260" y="212"/>
                  </a:lnTo>
                  <a:lnTo>
                    <a:pt x="275" y="193"/>
                  </a:lnTo>
                  <a:lnTo>
                    <a:pt x="289" y="174"/>
                  </a:lnTo>
                  <a:lnTo>
                    <a:pt x="303" y="157"/>
                  </a:lnTo>
                  <a:lnTo>
                    <a:pt x="318" y="142"/>
                  </a:lnTo>
                  <a:lnTo>
                    <a:pt x="333" y="127"/>
                  </a:lnTo>
                  <a:lnTo>
                    <a:pt x="346" y="116"/>
                  </a:lnTo>
                  <a:lnTo>
                    <a:pt x="359" y="107"/>
                  </a:lnTo>
                  <a:lnTo>
                    <a:pt x="365" y="104"/>
                  </a:lnTo>
                  <a:lnTo>
                    <a:pt x="372" y="102"/>
                  </a:lnTo>
                  <a:lnTo>
                    <a:pt x="377" y="101"/>
                  </a:lnTo>
                  <a:lnTo>
                    <a:pt x="383" y="100"/>
                  </a:lnTo>
                  <a:lnTo>
                    <a:pt x="427" y="50"/>
                  </a:lnTo>
                  <a:lnTo>
                    <a:pt x="373" y="0"/>
                  </a:lnTo>
                  <a:lnTo>
                    <a:pt x="359" y="1"/>
                  </a:lnTo>
                  <a:lnTo>
                    <a:pt x="345" y="3"/>
                  </a:lnTo>
                  <a:lnTo>
                    <a:pt x="331" y="6"/>
                  </a:lnTo>
                  <a:lnTo>
                    <a:pt x="316" y="11"/>
                  </a:lnTo>
                  <a:lnTo>
                    <a:pt x="301" y="17"/>
                  </a:lnTo>
                  <a:lnTo>
                    <a:pt x="286" y="23"/>
                  </a:lnTo>
                  <a:lnTo>
                    <a:pt x="272" y="31"/>
                  </a:lnTo>
                  <a:lnTo>
                    <a:pt x="256" y="41"/>
                  </a:lnTo>
                  <a:lnTo>
                    <a:pt x="241" y="50"/>
                  </a:lnTo>
                  <a:lnTo>
                    <a:pt x="226" y="61"/>
                  </a:lnTo>
                  <a:lnTo>
                    <a:pt x="210" y="72"/>
                  </a:lnTo>
                  <a:lnTo>
                    <a:pt x="196" y="83"/>
                  </a:lnTo>
                  <a:lnTo>
                    <a:pt x="167" y="109"/>
                  </a:lnTo>
                  <a:lnTo>
                    <a:pt x="139" y="137"/>
                  </a:lnTo>
                  <a:lnTo>
                    <a:pt x="112" y="165"/>
                  </a:lnTo>
                  <a:lnTo>
                    <a:pt x="88" y="194"/>
                  </a:lnTo>
                  <a:lnTo>
                    <a:pt x="66" y="222"/>
                  </a:lnTo>
                  <a:lnTo>
                    <a:pt x="45" y="251"/>
                  </a:lnTo>
                  <a:lnTo>
                    <a:pt x="37" y="264"/>
                  </a:lnTo>
                  <a:lnTo>
                    <a:pt x="29" y="278"/>
                  </a:lnTo>
                  <a:lnTo>
                    <a:pt x="22" y="291"/>
                  </a:lnTo>
                  <a:lnTo>
                    <a:pt x="16" y="303"/>
                  </a:lnTo>
                  <a:lnTo>
                    <a:pt x="10" y="315"/>
                  </a:lnTo>
                  <a:lnTo>
                    <a:pt x="6" y="326"/>
                  </a:lnTo>
                  <a:lnTo>
                    <a:pt x="3" y="337"/>
                  </a:lnTo>
                  <a:lnTo>
                    <a:pt x="1" y="346"/>
                  </a:lnTo>
                  <a:lnTo>
                    <a:pt x="0" y="356"/>
                  </a:lnTo>
                  <a:lnTo>
                    <a:pt x="0" y="365"/>
                  </a:lnTo>
                  <a:lnTo>
                    <a:pt x="1" y="374"/>
                  </a:lnTo>
                  <a:lnTo>
                    <a:pt x="4" y="385"/>
                  </a:lnTo>
                  <a:lnTo>
                    <a:pt x="7" y="394"/>
                  </a:lnTo>
                  <a:lnTo>
                    <a:pt x="13" y="403"/>
                  </a:lnTo>
                  <a:lnTo>
                    <a:pt x="19" y="412"/>
                  </a:lnTo>
                  <a:lnTo>
                    <a:pt x="26" y="420"/>
                  </a:lnTo>
                  <a:lnTo>
                    <a:pt x="33" y="429"/>
                  </a:lnTo>
                  <a:lnTo>
                    <a:pt x="42" y="437"/>
                  </a:lnTo>
                  <a:lnTo>
                    <a:pt x="51" y="445"/>
                  </a:lnTo>
                  <a:lnTo>
                    <a:pt x="61" y="452"/>
                  </a:lnTo>
                  <a:lnTo>
                    <a:pt x="72" y="459"/>
                  </a:lnTo>
                  <a:lnTo>
                    <a:pt x="83" y="465"/>
                  </a:lnTo>
                  <a:lnTo>
                    <a:pt x="94" y="471"/>
                  </a:lnTo>
                  <a:lnTo>
                    <a:pt x="106" y="476"/>
                  </a:lnTo>
                  <a:lnTo>
                    <a:pt x="119" y="482"/>
                  </a:lnTo>
                  <a:lnTo>
                    <a:pt x="131" y="486"/>
                  </a:lnTo>
                  <a:lnTo>
                    <a:pt x="144" y="490"/>
                  </a:lnTo>
                  <a:lnTo>
                    <a:pt x="156" y="492"/>
                  </a:lnTo>
                  <a:lnTo>
                    <a:pt x="169" y="494"/>
                  </a:lnTo>
                  <a:lnTo>
                    <a:pt x="181" y="496"/>
                  </a:lnTo>
                  <a:lnTo>
                    <a:pt x="193" y="496"/>
                  </a:lnTo>
                  <a:lnTo>
                    <a:pt x="204" y="496"/>
                  </a:lnTo>
                  <a:lnTo>
                    <a:pt x="262" y="437"/>
                  </a:lnTo>
                  <a:lnTo>
                    <a:pt x="222" y="37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46" name="Freeform 46"/>
            <p:cNvSpPr>
              <a:spLocks/>
            </p:cNvSpPr>
            <p:nvPr userDrawn="1"/>
          </p:nvSpPr>
          <p:spPr bwMode="auto">
            <a:xfrm>
              <a:off x="7208" y="606"/>
              <a:ext cx="34" cy="28"/>
            </a:xfrm>
            <a:custGeom>
              <a:avLst/>
              <a:gdLst>
                <a:gd name="T0" fmla="*/ 217 w 410"/>
                <a:gd name="T1" fmla="*/ 96 h 335"/>
                <a:gd name="T2" fmla="*/ 233 w 410"/>
                <a:gd name="T3" fmla="*/ 100 h 335"/>
                <a:gd name="T4" fmla="*/ 248 w 410"/>
                <a:gd name="T5" fmla="*/ 107 h 335"/>
                <a:gd name="T6" fmla="*/ 258 w 410"/>
                <a:gd name="T7" fmla="*/ 117 h 335"/>
                <a:gd name="T8" fmla="*/ 264 w 410"/>
                <a:gd name="T9" fmla="*/ 129 h 335"/>
                <a:gd name="T10" fmla="*/ 265 w 410"/>
                <a:gd name="T11" fmla="*/ 141 h 335"/>
                <a:gd name="T12" fmla="*/ 263 w 410"/>
                <a:gd name="T13" fmla="*/ 155 h 335"/>
                <a:gd name="T14" fmla="*/ 256 w 410"/>
                <a:gd name="T15" fmla="*/ 169 h 335"/>
                <a:gd name="T16" fmla="*/ 245 w 410"/>
                <a:gd name="T17" fmla="*/ 183 h 335"/>
                <a:gd name="T18" fmla="*/ 227 w 410"/>
                <a:gd name="T19" fmla="*/ 199 h 335"/>
                <a:gd name="T20" fmla="*/ 208 w 410"/>
                <a:gd name="T21" fmla="*/ 211 h 335"/>
                <a:gd name="T22" fmla="*/ 185 w 410"/>
                <a:gd name="T23" fmla="*/ 221 h 335"/>
                <a:gd name="T24" fmla="*/ 151 w 410"/>
                <a:gd name="T25" fmla="*/ 233 h 335"/>
                <a:gd name="T26" fmla="*/ 107 w 410"/>
                <a:gd name="T27" fmla="*/ 245 h 335"/>
                <a:gd name="T28" fmla="*/ 81 w 410"/>
                <a:gd name="T29" fmla="*/ 249 h 335"/>
                <a:gd name="T30" fmla="*/ 112 w 410"/>
                <a:gd name="T31" fmla="*/ 335 h 335"/>
                <a:gd name="T32" fmla="*/ 144 w 410"/>
                <a:gd name="T33" fmla="*/ 331 h 335"/>
                <a:gd name="T34" fmla="*/ 189 w 410"/>
                <a:gd name="T35" fmla="*/ 321 h 335"/>
                <a:gd name="T36" fmla="*/ 232 w 410"/>
                <a:gd name="T37" fmla="*/ 308 h 335"/>
                <a:gd name="T38" fmla="*/ 275 w 410"/>
                <a:gd name="T39" fmla="*/ 292 h 335"/>
                <a:gd name="T40" fmla="*/ 315 w 410"/>
                <a:gd name="T41" fmla="*/ 273 h 335"/>
                <a:gd name="T42" fmla="*/ 349 w 410"/>
                <a:gd name="T43" fmla="*/ 253 h 335"/>
                <a:gd name="T44" fmla="*/ 376 w 410"/>
                <a:gd name="T45" fmla="*/ 232 h 335"/>
                <a:gd name="T46" fmla="*/ 395 w 410"/>
                <a:gd name="T47" fmla="*/ 212 h 335"/>
                <a:gd name="T48" fmla="*/ 404 w 410"/>
                <a:gd name="T49" fmla="*/ 194 h 335"/>
                <a:gd name="T50" fmla="*/ 408 w 410"/>
                <a:gd name="T51" fmla="*/ 177 h 335"/>
                <a:gd name="T52" fmla="*/ 410 w 410"/>
                <a:gd name="T53" fmla="*/ 162 h 335"/>
                <a:gd name="T54" fmla="*/ 409 w 410"/>
                <a:gd name="T55" fmla="*/ 147 h 335"/>
                <a:gd name="T56" fmla="*/ 405 w 410"/>
                <a:gd name="T57" fmla="*/ 126 h 335"/>
                <a:gd name="T58" fmla="*/ 395 w 410"/>
                <a:gd name="T59" fmla="*/ 103 h 335"/>
                <a:gd name="T60" fmla="*/ 381 w 410"/>
                <a:gd name="T61" fmla="*/ 83 h 335"/>
                <a:gd name="T62" fmla="*/ 365 w 410"/>
                <a:gd name="T63" fmla="*/ 64 h 335"/>
                <a:gd name="T64" fmla="*/ 346 w 410"/>
                <a:gd name="T65" fmla="*/ 48 h 335"/>
                <a:gd name="T66" fmla="*/ 323 w 410"/>
                <a:gd name="T67" fmla="*/ 32 h 335"/>
                <a:gd name="T68" fmla="*/ 301 w 410"/>
                <a:gd name="T69" fmla="*/ 20 h 335"/>
                <a:gd name="T70" fmla="*/ 276 w 410"/>
                <a:gd name="T71" fmla="*/ 11 h 335"/>
                <a:gd name="T72" fmla="*/ 251 w 410"/>
                <a:gd name="T73" fmla="*/ 4 h 335"/>
                <a:gd name="T74" fmla="*/ 225 w 410"/>
                <a:gd name="T75" fmla="*/ 1 h 335"/>
                <a:gd name="T76" fmla="*/ 162 w 410"/>
                <a:gd name="T77" fmla="*/ 56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10" h="335">
                  <a:moveTo>
                    <a:pt x="209" y="96"/>
                  </a:moveTo>
                  <a:lnTo>
                    <a:pt x="217" y="96"/>
                  </a:lnTo>
                  <a:lnTo>
                    <a:pt x="226" y="98"/>
                  </a:lnTo>
                  <a:lnTo>
                    <a:pt x="233" y="100"/>
                  </a:lnTo>
                  <a:lnTo>
                    <a:pt x="241" y="103"/>
                  </a:lnTo>
                  <a:lnTo>
                    <a:pt x="248" y="107"/>
                  </a:lnTo>
                  <a:lnTo>
                    <a:pt x="253" y="111"/>
                  </a:lnTo>
                  <a:lnTo>
                    <a:pt x="258" y="117"/>
                  </a:lnTo>
                  <a:lnTo>
                    <a:pt x="261" y="123"/>
                  </a:lnTo>
                  <a:lnTo>
                    <a:pt x="264" y="129"/>
                  </a:lnTo>
                  <a:lnTo>
                    <a:pt x="265" y="135"/>
                  </a:lnTo>
                  <a:lnTo>
                    <a:pt x="265" y="141"/>
                  </a:lnTo>
                  <a:lnTo>
                    <a:pt x="264" y="148"/>
                  </a:lnTo>
                  <a:lnTo>
                    <a:pt x="263" y="155"/>
                  </a:lnTo>
                  <a:lnTo>
                    <a:pt x="260" y="162"/>
                  </a:lnTo>
                  <a:lnTo>
                    <a:pt x="256" y="169"/>
                  </a:lnTo>
                  <a:lnTo>
                    <a:pt x="252" y="175"/>
                  </a:lnTo>
                  <a:lnTo>
                    <a:pt x="245" y="183"/>
                  </a:lnTo>
                  <a:lnTo>
                    <a:pt x="236" y="192"/>
                  </a:lnTo>
                  <a:lnTo>
                    <a:pt x="227" y="199"/>
                  </a:lnTo>
                  <a:lnTo>
                    <a:pt x="218" y="205"/>
                  </a:lnTo>
                  <a:lnTo>
                    <a:pt x="208" y="211"/>
                  </a:lnTo>
                  <a:lnTo>
                    <a:pt x="197" y="216"/>
                  </a:lnTo>
                  <a:lnTo>
                    <a:pt x="185" y="221"/>
                  </a:lnTo>
                  <a:lnTo>
                    <a:pt x="174" y="226"/>
                  </a:lnTo>
                  <a:lnTo>
                    <a:pt x="151" y="233"/>
                  </a:lnTo>
                  <a:lnTo>
                    <a:pt x="128" y="239"/>
                  </a:lnTo>
                  <a:lnTo>
                    <a:pt x="107" y="245"/>
                  </a:lnTo>
                  <a:lnTo>
                    <a:pt x="88" y="248"/>
                  </a:lnTo>
                  <a:lnTo>
                    <a:pt x="81" y="249"/>
                  </a:lnTo>
                  <a:lnTo>
                    <a:pt x="0" y="328"/>
                  </a:lnTo>
                  <a:lnTo>
                    <a:pt x="112" y="335"/>
                  </a:lnTo>
                  <a:lnTo>
                    <a:pt x="121" y="334"/>
                  </a:lnTo>
                  <a:lnTo>
                    <a:pt x="144" y="331"/>
                  </a:lnTo>
                  <a:lnTo>
                    <a:pt x="165" y="326"/>
                  </a:lnTo>
                  <a:lnTo>
                    <a:pt x="189" y="321"/>
                  </a:lnTo>
                  <a:lnTo>
                    <a:pt x="211" y="315"/>
                  </a:lnTo>
                  <a:lnTo>
                    <a:pt x="232" y="308"/>
                  </a:lnTo>
                  <a:lnTo>
                    <a:pt x="255" y="300"/>
                  </a:lnTo>
                  <a:lnTo>
                    <a:pt x="275" y="292"/>
                  </a:lnTo>
                  <a:lnTo>
                    <a:pt x="296" y="282"/>
                  </a:lnTo>
                  <a:lnTo>
                    <a:pt x="315" y="273"/>
                  </a:lnTo>
                  <a:lnTo>
                    <a:pt x="332" y="263"/>
                  </a:lnTo>
                  <a:lnTo>
                    <a:pt x="349" y="253"/>
                  </a:lnTo>
                  <a:lnTo>
                    <a:pt x="363" y="243"/>
                  </a:lnTo>
                  <a:lnTo>
                    <a:pt x="376" y="232"/>
                  </a:lnTo>
                  <a:lnTo>
                    <a:pt x="386" y="222"/>
                  </a:lnTo>
                  <a:lnTo>
                    <a:pt x="395" y="212"/>
                  </a:lnTo>
                  <a:lnTo>
                    <a:pt x="400" y="203"/>
                  </a:lnTo>
                  <a:lnTo>
                    <a:pt x="404" y="194"/>
                  </a:lnTo>
                  <a:lnTo>
                    <a:pt x="406" y="185"/>
                  </a:lnTo>
                  <a:lnTo>
                    <a:pt x="408" y="177"/>
                  </a:lnTo>
                  <a:lnTo>
                    <a:pt x="409" y="169"/>
                  </a:lnTo>
                  <a:lnTo>
                    <a:pt x="410" y="162"/>
                  </a:lnTo>
                  <a:lnTo>
                    <a:pt x="409" y="154"/>
                  </a:lnTo>
                  <a:lnTo>
                    <a:pt x="409" y="147"/>
                  </a:lnTo>
                  <a:lnTo>
                    <a:pt x="408" y="139"/>
                  </a:lnTo>
                  <a:lnTo>
                    <a:pt x="405" y="126"/>
                  </a:lnTo>
                  <a:lnTo>
                    <a:pt x="400" y="114"/>
                  </a:lnTo>
                  <a:lnTo>
                    <a:pt x="395" y="103"/>
                  </a:lnTo>
                  <a:lnTo>
                    <a:pt x="388" y="93"/>
                  </a:lnTo>
                  <a:lnTo>
                    <a:pt x="381" y="83"/>
                  </a:lnTo>
                  <a:lnTo>
                    <a:pt x="373" y="73"/>
                  </a:lnTo>
                  <a:lnTo>
                    <a:pt x="365" y="64"/>
                  </a:lnTo>
                  <a:lnTo>
                    <a:pt x="355" y="56"/>
                  </a:lnTo>
                  <a:lnTo>
                    <a:pt x="346" y="48"/>
                  </a:lnTo>
                  <a:lnTo>
                    <a:pt x="334" y="39"/>
                  </a:lnTo>
                  <a:lnTo>
                    <a:pt x="323" y="32"/>
                  </a:lnTo>
                  <a:lnTo>
                    <a:pt x="312" y="26"/>
                  </a:lnTo>
                  <a:lnTo>
                    <a:pt x="301" y="20"/>
                  </a:lnTo>
                  <a:lnTo>
                    <a:pt x="288" y="15"/>
                  </a:lnTo>
                  <a:lnTo>
                    <a:pt x="276" y="11"/>
                  </a:lnTo>
                  <a:lnTo>
                    <a:pt x="263" y="7"/>
                  </a:lnTo>
                  <a:lnTo>
                    <a:pt x="251" y="4"/>
                  </a:lnTo>
                  <a:lnTo>
                    <a:pt x="239" y="2"/>
                  </a:lnTo>
                  <a:lnTo>
                    <a:pt x="225" y="1"/>
                  </a:lnTo>
                  <a:lnTo>
                    <a:pt x="213" y="0"/>
                  </a:lnTo>
                  <a:lnTo>
                    <a:pt x="162" y="56"/>
                  </a:lnTo>
                  <a:lnTo>
                    <a:pt x="209" y="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47" name="Freeform 47"/>
            <p:cNvSpPr>
              <a:spLocks/>
            </p:cNvSpPr>
            <p:nvPr userDrawn="1"/>
          </p:nvSpPr>
          <p:spPr bwMode="auto">
            <a:xfrm>
              <a:off x="7156" y="565"/>
              <a:ext cx="109" cy="121"/>
            </a:xfrm>
            <a:custGeom>
              <a:avLst/>
              <a:gdLst>
                <a:gd name="T0" fmla="*/ 802 w 1307"/>
                <a:gd name="T1" fmla="*/ 593 h 1456"/>
                <a:gd name="T2" fmla="*/ 746 w 1307"/>
                <a:gd name="T3" fmla="*/ 629 h 1456"/>
                <a:gd name="T4" fmla="*/ 713 w 1307"/>
                <a:gd name="T5" fmla="*/ 692 h 1456"/>
                <a:gd name="T6" fmla="*/ 748 w 1307"/>
                <a:gd name="T7" fmla="*/ 832 h 1456"/>
                <a:gd name="T8" fmla="*/ 838 w 1307"/>
                <a:gd name="T9" fmla="*/ 916 h 1456"/>
                <a:gd name="T10" fmla="*/ 970 w 1307"/>
                <a:gd name="T11" fmla="*/ 963 h 1456"/>
                <a:gd name="T12" fmla="*/ 1127 w 1307"/>
                <a:gd name="T13" fmla="*/ 971 h 1456"/>
                <a:gd name="T14" fmla="*/ 1282 w 1307"/>
                <a:gd name="T15" fmla="*/ 944 h 1456"/>
                <a:gd name="T16" fmla="*/ 1306 w 1307"/>
                <a:gd name="T17" fmla="*/ 948 h 1456"/>
                <a:gd name="T18" fmla="*/ 1299 w 1307"/>
                <a:gd name="T19" fmla="*/ 972 h 1456"/>
                <a:gd name="T20" fmla="*/ 1255 w 1307"/>
                <a:gd name="T21" fmla="*/ 1007 h 1456"/>
                <a:gd name="T22" fmla="*/ 1166 w 1307"/>
                <a:gd name="T23" fmla="*/ 1042 h 1456"/>
                <a:gd name="T24" fmla="*/ 1051 w 1307"/>
                <a:gd name="T25" fmla="*/ 1057 h 1456"/>
                <a:gd name="T26" fmla="*/ 851 w 1307"/>
                <a:gd name="T27" fmla="*/ 1032 h 1456"/>
                <a:gd name="T28" fmla="*/ 687 w 1307"/>
                <a:gd name="T29" fmla="*/ 959 h 1456"/>
                <a:gd name="T30" fmla="*/ 585 w 1307"/>
                <a:gd name="T31" fmla="*/ 864 h 1456"/>
                <a:gd name="T32" fmla="*/ 547 w 1307"/>
                <a:gd name="T33" fmla="*/ 796 h 1456"/>
                <a:gd name="T34" fmla="*/ 533 w 1307"/>
                <a:gd name="T35" fmla="*/ 728 h 1456"/>
                <a:gd name="T36" fmla="*/ 471 w 1307"/>
                <a:gd name="T37" fmla="*/ 717 h 1456"/>
                <a:gd name="T38" fmla="*/ 295 w 1307"/>
                <a:gd name="T39" fmla="*/ 760 h 1456"/>
                <a:gd name="T40" fmla="*/ 263 w 1307"/>
                <a:gd name="T41" fmla="*/ 950 h 1456"/>
                <a:gd name="T42" fmla="*/ 242 w 1307"/>
                <a:gd name="T43" fmla="*/ 1207 h 1456"/>
                <a:gd name="T44" fmla="*/ 249 w 1307"/>
                <a:gd name="T45" fmla="*/ 1425 h 1456"/>
                <a:gd name="T46" fmla="*/ 235 w 1307"/>
                <a:gd name="T47" fmla="*/ 1455 h 1456"/>
                <a:gd name="T48" fmla="*/ 183 w 1307"/>
                <a:gd name="T49" fmla="*/ 1441 h 1456"/>
                <a:gd name="T50" fmla="*/ 132 w 1307"/>
                <a:gd name="T51" fmla="*/ 1388 h 1456"/>
                <a:gd name="T52" fmla="*/ 101 w 1307"/>
                <a:gd name="T53" fmla="*/ 1291 h 1456"/>
                <a:gd name="T54" fmla="*/ 98 w 1307"/>
                <a:gd name="T55" fmla="*/ 1045 h 1456"/>
                <a:gd name="T56" fmla="*/ 123 w 1307"/>
                <a:gd name="T57" fmla="*/ 785 h 1456"/>
                <a:gd name="T58" fmla="*/ 59 w 1307"/>
                <a:gd name="T59" fmla="*/ 774 h 1456"/>
                <a:gd name="T60" fmla="*/ 29 w 1307"/>
                <a:gd name="T61" fmla="*/ 747 h 1456"/>
                <a:gd name="T62" fmla="*/ 0 w 1307"/>
                <a:gd name="T63" fmla="*/ 679 h 1456"/>
                <a:gd name="T64" fmla="*/ 21 w 1307"/>
                <a:gd name="T65" fmla="*/ 654 h 1456"/>
                <a:gd name="T66" fmla="*/ 95 w 1307"/>
                <a:gd name="T67" fmla="*/ 659 h 1456"/>
                <a:gd name="T68" fmla="*/ 174 w 1307"/>
                <a:gd name="T69" fmla="*/ 563 h 1456"/>
                <a:gd name="T70" fmla="*/ 246 w 1307"/>
                <a:gd name="T71" fmla="*/ 312 h 1456"/>
                <a:gd name="T72" fmla="*/ 332 w 1307"/>
                <a:gd name="T73" fmla="*/ 113 h 1456"/>
                <a:gd name="T74" fmla="*/ 407 w 1307"/>
                <a:gd name="T75" fmla="*/ 15 h 1456"/>
                <a:gd name="T76" fmla="*/ 488 w 1307"/>
                <a:gd name="T77" fmla="*/ 3 h 1456"/>
                <a:gd name="T78" fmla="*/ 569 w 1307"/>
                <a:gd name="T79" fmla="*/ 39 h 1456"/>
                <a:gd name="T80" fmla="*/ 619 w 1307"/>
                <a:gd name="T81" fmla="*/ 95 h 1456"/>
                <a:gd name="T82" fmla="*/ 634 w 1307"/>
                <a:gd name="T83" fmla="*/ 156 h 1456"/>
                <a:gd name="T84" fmla="*/ 621 w 1307"/>
                <a:gd name="T85" fmla="*/ 200 h 1456"/>
                <a:gd name="T86" fmla="*/ 598 w 1307"/>
                <a:gd name="T87" fmla="*/ 214 h 1456"/>
                <a:gd name="T88" fmla="*/ 578 w 1307"/>
                <a:gd name="T89" fmla="*/ 195 h 1456"/>
                <a:gd name="T90" fmla="*/ 535 w 1307"/>
                <a:gd name="T91" fmla="*/ 146 h 1456"/>
                <a:gd name="T92" fmla="*/ 494 w 1307"/>
                <a:gd name="T93" fmla="*/ 149 h 1456"/>
                <a:gd name="T94" fmla="*/ 451 w 1307"/>
                <a:gd name="T95" fmla="*/ 206 h 1456"/>
                <a:gd name="T96" fmla="*/ 345 w 1307"/>
                <a:gd name="T97" fmla="*/ 519 h 1456"/>
                <a:gd name="T98" fmla="*/ 388 w 1307"/>
                <a:gd name="T99" fmla="*/ 638 h 1456"/>
                <a:gd name="T100" fmla="*/ 594 w 1307"/>
                <a:gd name="T101" fmla="*/ 595 h 1456"/>
                <a:gd name="T102" fmla="*/ 650 w 1307"/>
                <a:gd name="T103" fmla="*/ 551 h 1456"/>
                <a:gd name="T104" fmla="*/ 746 w 1307"/>
                <a:gd name="T105" fmla="*/ 506 h 1456"/>
                <a:gd name="T106" fmla="*/ 844 w 1307"/>
                <a:gd name="T107" fmla="*/ 489 h 1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07" h="1456">
                  <a:moveTo>
                    <a:pt x="840" y="585"/>
                  </a:moveTo>
                  <a:lnTo>
                    <a:pt x="833" y="585"/>
                  </a:lnTo>
                  <a:lnTo>
                    <a:pt x="826" y="586"/>
                  </a:lnTo>
                  <a:lnTo>
                    <a:pt x="820" y="587"/>
                  </a:lnTo>
                  <a:lnTo>
                    <a:pt x="812" y="589"/>
                  </a:lnTo>
                  <a:lnTo>
                    <a:pt x="802" y="593"/>
                  </a:lnTo>
                  <a:lnTo>
                    <a:pt x="792" y="597"/>
                  </a:lnTo>
                  <a:lnTo>
                    <a:pt x="783" y="602"/>
                  </a:lnTo>
                  <a:lnTo>
                    <a:pt x="773" y="608"/>
                  </a:lnTo>
                  <a:lnTo>
                    <a:pt x="763" y="615"/>
                  </a:lnTo>
                  <a:lnTo>
                    <a:pt x="755" y="622"/>
                  </a:lnTo>
                  <a:lnTo>
                    <a:pt x="746" y="629"/>
                  </a:lnTo>
                  <a:lnTo>
                    <a:pt x="739" y="639"/>
                  </a:lnTo>
                  <a:lnTo>
                    <a:pt x="732" y="648"/>
                  </a:lnTo>
                  <a:lnTo>
                    <a:pt x="726" y="658"/>
                  </a:lnTo>
                  <a:lnTo>
                    <a:pt x="721" y="668"/>
                  </a:lnTo>
                  <a:lnTo>
                    <a:pt x="717" y="679"/>
                  </a:lnTo>
                  <a:lnTo>
                    <a:pt x="713" y="692"/>
                  </a:lnTo>
                  <a:lnTo>
                    <a:pt x="711" y="704"/>
                  </a:lnTo>
                  <a:lnTo>
                    <a:pt x="711" y="717"/>
                  </a:lnTo>
                  <a:lnTo>
                    <a:pt x="711" y="732"/>
                  </a:lnTo>
                  <a:lnTo>
                    <a:pt x="712" y="738"/>
                  </a:lnTo>
                  <a:lnTo>
                    <a:pt x="743" y="824"/>
                  </a:lnTo>
                  <a:lnTo>
                    <a:pt x="748" y="832"/>
                  </a:lnTo>
                  <a:lnTo>
                    <a:pt x="759" y="848"/>
                  </a:lnTo>
                  <a:lnTo>
                    <a:pt x="773" y="863"/>
                  </a:lnTo>
                  <a:lnTo>
                    <a:pt x="787" y="879"/>
                  </a:lnTo>
                  <a:lnTo>
                    <a:pt x="803" y="892"/>
                  </a:lnTo>
                  <a:lnTo>
                    <a:pt x="820" y="904"/>
                  </a:lnTo>
                  <a:lnTo>
                    <a:pt x="838" y="916"/>
                  </a:lnTo>
                  <a:lnTo>
                    <a:pt x="857" y="926"/>
                  </a:lnTo>
                  <a:lnTo>
                    <a:pt x="878" y="936"/>
                  </a:lnTo>
                  <a:lnTo>
                    <a:pt x="899" y="945"/>
                  </a:lnTo>
                  <a:lnTo>
                    <a:pt x="922" y="952"/>
                  </a:lnTo>
                  <a:lnTo>
                    <a:pt x="946" y="958"/>
                  </a:lnTo>
                  <a:lnTo>
                    <a:pt x="970" y="963"/>
                  </a:lnTo>
                  <a:lnTo>
                    <a:pt x="996" y="967"/>
                  </a:lnTo>
                  <a:lnTo>
                    <a:pt x="1021" y="970"/>
                  </a:lnTo>
                  <a:lnTo>
                    <a:pt x="1049" y="972"/>
                  </a:lnTo>
                  <a:lnTo>
                    <a:pt x="1077" y="973"/>
                  </a:lnTo>
                  <a:lnTo>
                    <a:pt x="1102" y="972"/>
                  </a:lnTo>
                  <a:lnTo>
                    <a:pt x="1127" y="971"/>
                  </a:lnTo>
                  <a:lnTo>
                    <a:pt x="1152" y="968"/>
                  </a:lnTo>
                  <a:lnTo>
                    <a:pt x="1178" y="965"/>
                  </a:lnTo>
                  <a:lnTo>
                    <a:pt x="1204" y="961"/>
                  </a:lnTo>
                  <a:lnTo>
                    <a:pt x="1230" y="956"/>
                  </a:lnTo>
                  <a:lnTo>
                    <a:pt x="1255" y="950"/>
                  </a:lnTo>
                  <a:lnTo>
                    <a:pt x="1282" y="944"/>
                  </a:lnTo>
                  <a:lnTo>
                    <a:pt x="1291" y="942"/>
                  </a:lnTo>
                  <a:lnTo>
                    <a:pt x="1298" y="942"/>
                  </a:lnTo>
                  <a:lnTo>
                    <a:pt x="1301" y="943"/>
                  </a:lnTo>
                  <a:lnTo>
                    <a:pt x="1303" y="944"/>
                  </a:lnTo>
                  <a:lnTo>
                    <a:pt x="1305" y="945"/>
                  </a:lnTo>
                  <a:lnTo>
                    <a:pt x="1306" y="948"/>
                  </a:lnTo>
                  <a:lnTo>
                    <a:pt x="1307" y="951"/>
                  </a:lnTo>
                  <a:lnTo>
                    <a:pt x="1307" y="954"/>
                  </a:lnTo>
                  <a:lnTo>
                    <a:pt x="1306" y="958"/>
                  </a:lnTo>
                  <a:lnTo>
                    <a:pt x="1305" y="963"/>
                  </a:lnTo>
                  <a:lnTo>
                    <a:pt x="1302" y="967"/>
                  </a:lnTo>
                  <a:lnTo>
                    <a:pt x="1299" y="972"/>
                  </a:lnTo>
                  <a:lnTo>
                    <a:pt x="1295" y="978"/>
                  </a:lnTo>
                  <a:lnTo>
                    <a:pt x="1291" y="983"/>
                  </a:lnTo>
                  <a:lnTo>
                    <a:pt x="1284" y="989"/>
                  </a:lnTo>
                  <a:lnTo>
                    <a:pt x="1275" y="995"/>
                  </a:lnTo>
                  <a:lnTo>
                    <a:pt x="1265" y="1001"/>
                  </a:lnTo>
                  <a:lnTo>
                    <a:pt x="1255" y="1007"/>
                  </a:lnTo>
                  <a:lnTo>
                    <a:pt x="1243" y="1013"/>
                  </a:lnTo>
                  <a:lnTo>
                    <a:pt x="1230" y="1019"/>
                  </a:lnTo>
                  <a:lnTo>
                    <a:pt x="1215" y="1025"/>
                  </a:lnTo>
                  <a:lnTo>
                    <a:pt x="1200" y="1032"/>
                  </a:lnTo>
                  <a:lnTo>
                    <a:pt x="1184" y="1037"/>
                  </a:lnTo>
                  <a:lnTo>
                    <a:pt x="1166" y="1042"/>
                  </a:lnTo>
                  <a:lnTo>
                    <a:pt x="1149" y="1046"/>
                  </a:lnTo>
                  <a:lnTo>
                    <a:pt x="1131" y="1050"/>
                  </a:lnTo>
                  <a:lnTo>
                    <a:pt x="1111" y="1053"/>
                  </a:lnTo>
                  <a:lnTo>
                    <a:pt x="1092" y="1055"/>
                  </a:lnTo>
                  <a:lnTo>
                    <a:pt x="1071" y="1056"/>
                  </a:lnTo>
                  <a:lnTo>
                    <a:pt x="1051" y="1057"/>
                  </a:lnTo>
                  <a:lnTo>
                    <a:pt x="1015" y="1056"/>
                  </a:lnTo>
                  <a:lnTo>
                    <a:pt x="981" y="1054"/>
                  </a:lnTo>
                  <a:lnTo>
                    <a:pt x="947" y="1050"/>
                  </a:lnTo>
                  <a:lnTo>
                    <a:pt x="914" y="1046"/>
                  </a:lnTo>
                  <a:lnTo>
                    <a:pt x="882" y="1039"/>
                  </a:lnTo>
                  <a:lnTo>
                    <a:pt x="851" y="1032"/>
                  </a:lnTo>
                  <a:lnTo>
                    <a:pt x="821" y="1022"/>
                  </a:lnTo>
                  <a:lnTo>
                    <a:pt x="792" y="1012"/>
                  </a:lnTo>
                  <a:lnTo>
                    <a:pt x="763" y="1001"/>
                  </a:lnTo>
                  <a:lnTo>
                    <a:pt x="737" y="988"/>
                  </a:lnTo>
                  <a:lnTo>
                    <a:pt x="710" y="974"/>
                  </a:lnTo>
                  <a:lnTo>
                    <a:pt x="687" y="959"/>
                  </a:lnTo>
                  <a:lnTo>
                    <a:pt x="663" y="943"/>
                  </a:lnTo>
                  <a:lnTo>
                    <a:pt x="642" y="925"/>
                  </a:lnTo>
                  <a:lnTo>
                    <a:pt x="622" y="906"/>
                  </a:lnTo>
                  <a:lnTo>
                    <a:pt x="603" y="887"/>
                  </a:lnTo>
                  <a:lnTo>
                    <a:pt x="594" y="875"/>
                  </a:lnTo>
                  <a:lnTo>
                    <a:pt x="585" y="864"/>
                  </a:lnTo>
                  <a:lnTo>
                    <a:pt x="577" y="853"/>
                  </a:lnTo>
                  <a:lnTo>
                    <a:pt x="570" y="842"/>
                  </a:lnTo>
                  <a:lnTo>
                    <a:pt x="562" y="831"/>
                  </a:lnTo>
                  <a:lnTo>
                    <a:pt x="557" y="819"/>
                  </a:lnTo>
                  <a:lnTo>
                    <a:pt x="551" y="808"/>
                  </a:lnTo>
                  <a:lnTo>
                    <a:pt x="547" y="796"/>
                  </a:lnTo>
                  <a:lnTo>
                    <a:pt x="543" y="785"/>
                  </a:lnTo>
                  <a:lnTo>
                    <a:pt x="539" y="773"/>
                  </a:lnTo>
                  <a:lnTo>
                    <a:pt x="537" y="762"/>
                  </a:lnTo>
                  <a:lnTo>
                    <a:pt x="535" y="751"/>
                  </a:lnTo>
                  <a:lnTo>
                    <a:pt x="534" y="740"/>
                  </a:lnTo>
                  <a:lnTo>
                    <a:pt x="533" y="728"/>
                  </a:lnTo>
                  <a:lnTo>
                    <a:pt x="533" y="718"/>
                  </a:lnTo>
                  <a:lnTo>
                    <a:pt x="534" y="707"/>
                  </a:lnTo>
                  <a:lnTo>
                    <a:pt x="535" y="699"/>
                  </a:lnTo>
                  <a:lnTo>
                    <a:pt x="527" y="701"/>
                  </a:lnTo>
                  <a:lnTo>
                    <a:pt x="499" y="709"/>
                  </a:lnTo>
                  <a:lnTo>
                    <a:pt x="471" y="717"/>
                  </a:lnTo>
                  <a:lnTo>
                    <a:pt x="442" y="725"/>
                  </a:lnTo>
                  <a:lnTo>
                    <a:pt x="413" y="733"/>
                  </a:lnTo>
                  <a:lnTo>
                    <a:pt x="383" y="740"/>
                  </a:lnTo>
                  <a:lnTo>
                    <a:pt x="353" y="747"/>
                  </a:lnTo>
                  <a:lnTo>
                    <a:pt x="325" y="754"/>
                  </a:lnTo>
                  <a:lnTo>
                    <a:pt x="295" y="760"/>
                  </a:lnTo>
                  <a:lnTo>
                    <a:pt x="292" y="761"/>
                  </a:lnTo>
                  <a:lnTo>
                    <a:pt x="291" y="764"/>
                  </a:lnTo>
                  <a:lnTo>
                    <a:pt x="283" y="811"/>
                  </a:lnTo>
                  <a:lnTo>
                    <a:pt x="275" y="858"/>
                  </a:lnTo>
                  <a:lnTo>
                    <a:pt x="269" y="904"/>
                  </a:lnTo>
                  <a:lnTo>
                    <a:pt x="263" y="950"/>
                  </a:lnTo>
                  <a:lnTo>
                    <a:pt x="258" y="995"/>
                  </a:lnTo>
                  <a:lnTo>
                    <a:pt x="252" y="1039"/>
                  </a:lnTo>
                  <a:lnTo>
                    <a:pt x="248" y="1083"/>
                  </a:lnTo>
                  <a:lnTo>
                    <a:pt x="245" y="1126"/>
                  </a:lnTo>
                  <a:lnTo>
                    <a:pt x="243" y="1167"/>
                  </a:lnTo>
                  <a:lnTo>
                    <a:pt x="242" y="1207"/>
                  </a:lnTo>
                  <a:lnTo>
                    <a:pt x="241" y="1247"/>
                  </a:lnTo>
                  <a:lnTo>
                    <a:pt x="241" y="1286"/>
                  </a:lnTo>
                  <a:lnTo>
                    <a:pt x="242" y="1323"/>
                  </a:lnTo>
                  <a:lnTo>
                    <a:pt x="243" y="1358"/>
                  </a:lnTo>
                  <a:lnTo>
                    <a:pt x="246" y="1392"/>
                  </a:lnTo>
                  <a:lnTo>
                    <a:pt x="249" y="1425"/>
                  </a:lnTo>
                  <a:lnTo>
                    <a:pt x="250" y="1433"/>
                  </a:lnTo>
                  <a:lnTo>
                    <a:pt x="249" y="1440"/>
                  </a:lnTo>
                  <a:lnTo>
                    <a:pt x="247" y="1446"/>
                  </a:lnTo>
                  <a:lnTo>
                    <a:pt x="245" y="1450"/>
                  </a:lnTo>
                  <a:lnTo>
                    <a:pt x="240" y="1454"/>
                  </a:lnTo>
                  <a:lnTo>
                    <a:pt x="235" y="1455"/>
                  </a:lnTo>
                  <a:lnTo>
                    <a:pt x="228" y="1456"/>
                  </a:lnTo>
                  <a:lnTo>
                    <a:pt x="221" y="1455"/>
                  </a:lnTo>
                  <a:lnTo>
                    <a:pt x="212" y="1453"/>
                  </a:lnTo>
                  <a:lnTo>
                    <a:pt x="202" y="1450"/>
                  </a:lnTo>
                  <a:lnTo>
                    <a:pt x="193" y="1446"/>
                  </a:lnTo>
                  <a:lnTo>
                    <a:pt x="183" y="1441"/>
                  </a:lnTo>
                  <a:lnTo>
                    <a:pt x="171" y="1434"/>
                  </a:lnTo>
                  <a:lnTo>
                    <a:pt x="158" y="1423"/>
                  </a:lnTo>
                  <a:lnTo>
                    <a:pt x="150" y="1415"/>
                  </a:lnTo>
                  <a:lnTo>
                    <a:pt x="144" y="1407"/>
                  </a:lnTo>
                  <a:lnTo>
                    <a:pt x="138" y="1398"/>
                  </a:lnTo>
                  <a:lnTo>
                    <a:pt x="132" y="1388"/>
                  </a:lnTo>
                  <a:lnTo>
                    <a:pt x="126" y="1376"/>
                  </a:lnTo>
                  <a:lnTo>
                    <a:pt x="120" y="1362"/>
                  </a:lnTo>
                  <a:lnTo>
                    <a:pt x="115" y="1347"/>
                  </a:lnTo>
                  <a:lnTo>
                    <a:pt x="110" y="1331"/>
                  </a:lnTo>
                  <a:lnTo>
                    <a:pt x="106" y="1311"/>
                  </a:lnTo>
                  <a:lnTo>
                    <a:pt x="101" y="1291"/>
                  </a:lnTo>
                  <a:lnTo>
                    <a:pt x="98" y="1268"/>
                  </a:lnTo>
                  <a:lnTo>
                    <a:pt x="96" y="1243"/>
                  </a:lnTo>
                  <a:lnTo>
                    <a:pt x="94" y="1201"/>
                  </a:lnTo>
                  <a:lnTo>
                    <a:pt x="94" y="1154"/>
                  </a:lnTo>
                  <a:lnTo>
                    <a:pt x="95" y="1101"/>
                  </a:lnTo>
                  <a:lnTo>
                    <a:pt x="98" y="1045"/>
                  </a:lnTo>
                  <a:lnTo>
                    <a:pt x="103" y="985"/>
                  </a:lnTo>
                  <a:lnTo>
                    <a:pt x="111" y="922"/>
                  </a:lnTo>
                  <a:lnTo>
                    <a:pt x="119" y="858"/>
                  </a:lnTo>
                  <a:lnTo>
                    <a:pt x="129" y="791"/>
                  </a:lnTo>
                  <a:lnTo>
                    <a:pt x="130" y="785"/>
                  </a:lnTo>
                  <a:lnTo>
                    <a:pt x="123" y="785"/>
                  </a:lnTo>
                  <a:lnTo>
                    <a:pt x="109" y="785"/>
                  </a:lnTo>
                  <a:lnTo>
                    <a:pt x="95" y="784"/>
                  </a:lnTo>
                  <a:lnTo>
                    <a:pt x="82" y="782"/>
                  </a:lnTo>
                  <a:lnTo>
                    <a:pt x="70" y="778"/>
                  </a:lnTo>
                  <a:lnTo>
                    <a:pt x="64" y="776"/>
                  </a:lnTo>
                  <a:lnTo>
                    <a:pt x="59" y="774"/>
                  </a:lnTo>
                  <a:lnTo>
                    <a:pt x="52" y="771"/>
                  </a:lnTo>
                  <a:lnTo>
                    <a:pt x="47" y="767"/>
                  </a:lnTo>
                  <a:lnTo>
                    <a:pt x="42" y="763"/>
                  </a:lnTo>
                  <a:lnTo>
                    <a:pt x="38" y="758"/>
                  </a:lnTo>
                  <a:lnTo>
                    <a:pt x="33" y="753"/>
                  </a:lnTo>
                  <a:lnTo>
                    <a:pt x="29" y="747"/>
                  </a:lnTo>
                  <a:lnTo>
                    <a:pt x="21" y="734"/>
                  </a:lnTo>
                  <a:lnTo>
                    <a:pt x="14" y="721"/>
                  </a:lnTo>
                  <a:lnTo>
                    <a:pt x="8" y="709"/>
                  </a:lnTo>
                  <a:lnTo>
                    <a:pt x="4" y="698"/>
                  </a:lnTo>
                  <a:lnTo>
                    <a:pt x="1" y="689"/>
                  </a:lnTo>
                  <a:lnTo>
                    <a:pt x="0" y="679"/>
                  </a:lnTo>
                  <a:lnTo>
                    <a:pt x="1" y="672"/>
                  </a:lnTo>
                  <a:lnTo>
                    <a:pt x="4" y="665"/>
                  </a:lnTo>
                  <a:lnTo>
                    <a:pt x="7" y="662"/>
                  </a:lnTo>
                  <a:lnTo>
                    <a:pt x="10" y="658"/>
                  </a:lnTo>
                  <a:lnTo>
                    <a:pt x="15" y="656"/>
                  </a:lnTo>
                  <a:lnTo>
                    <a:pt x="21" y="654"/>
                  </a:lnTo>
                  <a:lnTo>
                    <a:pt x="27" y="653"/>
                  </a:lnTo>
                  <a:lnTo>
                    <a:pt x="35" y="653"/>
                  </a:lnTo>
                  <a:lnTo>
                    <a:pt x="43" y="653"/>
                  </a:lnTo>
                  <a:lnTo>
                    <a:pt x="52" y="655"/>
                  </a:lnTo>
                  <a:lnTo>
                    <a:pt x="73" y="657"/>
                  </a:lnTo>
                  <a:lnTo>
                    <a:pt x="95" y="659"/>
                  </a:lnTo>
                  <a:lnTo>
                    <a:pt x="119" y="661"/>
                  </a:lnTo>
                  <a:lnTo>
                    <a:pt x="145" y="661"/>
                  </a:lnTo>
                  <a:lnTo>
                    <a:pt x="152" y="661"/>
                  </a:lnTo>
                  <a:lnTo>
                    <a:pt x="153" y="656"/>
                  </a:lnTo>
                  <a:lnTo>
                    <a:pt x="164" y="609"/>
                  </a:lnTo>
                  <a:lnTo>
                    <a:pt x="174" y="563"/>
                  </a:lnTo>
                  <a:lnTo>
                    <a:pt x="184" y="518"/>
                  </a:lnTo>
                  <a:lnTo>
                    <a:pt x="196" y="474"/>
                  </a:lnTo>
                  <a:lnTo>
                    <a:pt x="208" y="431"/>
                  </a:lnTo>
                  <a:lnTo>
                    <a:pt x="220" y="391"/>
                  </a:lnTo>
                  <a:lnTo>
                    <a:pt x="233" y="351"/>
                  </a:lnTo>
                  <a:lnTo>
                    <a:pt x="246" y="312"/>
                  </a:lnTo>
                  <a:lnTo>
                    <a:pt x="260" y="275"/>
                  </a:lnTo>
                  <a:lnTo>
                    <a:pt x="273" y="240"/>
                  </a:lnTo>
                  <a:lnTo>
                    <a:pt x="287" y="205"/>
                  </a:lnTo>
                  <a:lnTo>
                    <a:pt x="301" y="172"/>
                  </a:lnTo>
                  <a:lnTo>
                    <a:pt x="317" y="142"/>
                  </a:lnTo>
                  <a:lnTo>
                    <a:pt x="332" y="113"/>
                  </a:lnTo>
                  <a:lnTo>
                    <a:pt x="347" y="85"/>
                  </a:lnTo>
                  <a:lnTo>
                    <a:pt x="363" y="60"/>
                  </a:lnTo>
                  <a:lnTo>
                    <a:pt x="373" y="46"/>
                  </a:lnTo>
                  <a:lnTo>
                    <a:pt x="383" y="34"/>
                  </a:lnTo>
                  <a:lnTo>
                    <a:pt x="395" y="23"/>
                  </a:lnTo>
                  <a:lnTo>
                    <a:pt x="407" y="15"/>
                  </a:lnTo>
                  <a:lnTo>
                    <a:pt x="420" y="9"/>
                  </a:lnTo>
                  <a:lnTo>
                    <a:pt x="434" y="4"/>
                  </a:lnTo>
                  <a:lnTo>
                    <a:pt x="448" y="1"/>
                  </a:lnTo>
                  <a:lnTo>
                    <a:pt x="463" y="0"/>
                  </a:lnTo>
                  <a:lnTo>
                    <a:pt x="475" y="1"/>
                  </a:lnTo>
                  <a:lnTo>
                    <a:pt x="488" y="3"/>
                  </a:lnTo>
                  <a:lnTo>
                    <a:pt x="500" y="5"/>
                  </a:lnTo>
                  <a:lnTo>
                    <a:pt x="514" y="10"/>
                  </a:lnTo>
                  <a:lnTo>
                    <a:pt x="527" y="15"/>
                  </a:lnTo>
                  <a:lnTo>
                    <a:pt x="541" y="21"/>
                  </a:lnTo>
                  <a:lnTo>
                    <a:pt x="554" y="29"/>
                  </a:lnTo>
                  <a:lnTo>
                    <a:pt x="569" y="39"/>
                  </a:lnTo>
                  <a:lnTo>
                    <a:pt x="580" y="47"/>
                  </a:lnTo>
                  <a:lnTo>
                    <a:pt x="589" y="55"/>
                  </a:lnTo>
                  <a:lnTo>
                    <a:pt x="598" y="64"/>
                  </a:lnTo>
                  <a:lnTo>
                    <a:pt x="606" y="74"/>
                  </a:lnTo>
                  <a:lnTo>
                    <a:pt x="612" y="84"/>
                  </a:lnTo>
                  <a:lnTo>
                    <a:pt x="619" y="95"/>
                  </a:lnTo>
                  <a:lnTo>
                    <a:pt x="624" y="105"/>
                  </a:lnTo>
                  <a:lnTo>
                    <a:pt x="627" y="115"/>
                  </a:lnTo>
                  <a:lnTo>
                    <a:pt x="630" y="126"/>
                  </a:lnTo>
                  <a:lnTo>
                    <a:pt x="632" y="136"/>
                  </a:lnTo>
                  <a:lnTo>
                    <a:pt x="633" y="146"/>
                  </a:lnTo>
                  <a:lnTo>
                    <a:pt x="634" y="156"/>
                  </a:lnTo>
                  <a:lnTo>
                    <a:pt x="633" y="165"/>
                  </a:lnTo>
                  <a:lnTo>
                    <a:pt x="632" y="173"/>
                  </a:lnTo>
                  <a:lnTo>
                    <a:pt x="630" y="181"/>
                  </a:lnTo>
                  <a:lnTo>
                    <a:pt x="627" y="188"/>
                  </a:lnTo>
                  <a:lnTo>
                    <a:pt x="624" y="194"/>
                  </a:lnTo>
                  <a:lnTo>
                    <a:pt x="621" y="200"/>
                  </a:lnTo>
                  <a:lnTo>
                    <a:pt x="617" y="204"/>
                  </a:lnTo>
                  <a:lnTo>
                    <a:pt x="613" y="208"/>
                  </a:lnTo>
                  <a:lnTo>
                    <a:pt x="609" y="210"/>
                  </a:lnTo>
                  <a:lnTo>
                    <a:pt x="606" y="213"/>
                  </a:lnTo>
                  <a:lnTo>
                    <a:pt x="602" y="214"/>
                  </a:lnTo>
                  <a:lnTo>
                    <a:pt x="598" y="214"/>
                  </a:lnTo>
                  <a:lnTo>
                    <a:pt x="595" y="214"/>
                  </a:lnTo>
                  <a:lnTo>
                    <a:pt x="592" y="213"/>
                  </a:lnTo>
                  <a:lnTo>
                    <a:pt x="589" y="211"/>
                  </a:lnTo>
                  <a:lnTo>
                    <a:pt x="587" y="209"/>
                  </a:lnTo>
                  <a:lnTo>
                    <a:pt x="582" y="203"/>
                  </a:lnTo>
                  <a:lnTo>
                    <a:pt x="578" y="195"/>
                  </a:lnTo>
                  <a:lnTo>
                    <a:pt x="573" y="182"/>
                  </a:lnTo>
                  <a:lnTo>
                    <a:pt x="567" y="172"/>
                  </a:lnTo>
                  <a:lnTo>
                    <a:pt x="559" y="163"/>
                  </a:lnTo>
                  <a:lnTo>
                    <a:pt x="552" y="155"/>
                  </a:lnTo>
                  <a:lnTo>
                    <a:pt x="544" y="150"/>
                  </a:lnTo>
                  <a:lnTo>
                    <a:pt x="535" y="146"/>
                  </a:lnTo>
                  <a:lnTo>
                    <a:pt x="525" y="144"/>
                  </a:lnTo>
                  <a:lnTo>
                    <a:pt x="515" y="144"/>
                  </a:lnTo>
                  <a:lnTo>
                    <a:pt x="509" y="144"/>
                  </a:lnTo>
                  <a:lnTo>
                    <a:pt x="503" y="145"/>
                  </a:lnTo>
                  <a:lnTo>
                    <a:pt x="499" y="147"/>
                  </a:lnTo>
                  <a:lnTo>
                    <a:pt x="494" y="149"/>
                  </a:lnTo>
                  <a:lnTo>
                    <a:pt x="486" y="154"/>
                  </a:lnTo>
                  <a:lnTo>
                    <a:pt x="478" y="161"/>
                  </a:lnTo>
                  <a:lnTo>
                    <a:pt x="471" y="170"/>
                  </a:lnTo>
                  <a:lnTo>
                    <a:pt x="464" y="180"/>
                  </a:lnTo>
                  <a:lnTo>
                    <a:pt x="457" y="193"/>
                  </a:lnTo>
                  <a:lnTo>
                    <a:pt x="451" y="206"/>
                  </a:lnTo>
                  <a:lnTo>
                    <a:pt x="432" y="252"/>
                  </a:lnTo>
                  <a:lnTo>
                    <a:pt x="414" y="300"/>
                  </a:lnTo>
                  <a:lnTo>
                    <a:pt x="396" y="351"/>
                  </a:lnTo>
                  <a:lnTo>
                    <a:pt x="378" y="405"/>
                  </a:lnTo>
                  <a:lnTo>
                    <a:pt x="362" y="461"/>
                  </a:lnTo>
                  <a:lnTo>
                    <a:pt x="345" y="519"/>
                  </a:lnTo>
                  <a:lnTo>
                    <a:pt x="331" y="579"/>
                  </a:lnTo>
                  <a:lnTo>
                    <a:pt x="316" y="641"/>
                  </a:lnTo>
                  <a:lnTo>
                    <a:pt x="315" y="649"/>
                  </a:lnTo>
                  <a:lnTo>
                    <a:pt x="323" y="648"/>
                  </a:lnTo>
                  <a:lnTo>
                    <a:pt x="354" y="643"/>
                  </a:lnTo>
                  <a:lnTo>
                    <a:pt x="388" y="638"/>
                  </a:lnTo>
                  <a:lnTo>
                    <a:pt x="422" y="633"/>
                  </a:lnTo>
                  <a:lnTo>
                    <a:pt x="455" y="625"/>
                  </a:lnTo>
                  <a:lnTo>
                    <a:pt x="490" y="619"/>
                  </a:lnTo>
                  <a:lnTo>
                    <a:pt x="525" y="611"/>
                  </a:lnTo>
                  <a:lnTo>
                    <a:pt x="559" y="604"/>
                  </a:lnTo>
                  <a:lnTo>
                    <a:pt x="594" y="595"/>
                  </a:lnTo>
                  <a:lnTo>
                    <a:pt x="595" y="595"/>
                  </a:lnTo>
                  <a:lnTo>
                    <a:pt x="596" y="594"/>
                  </a:lnTo>
                  <a:lnTo>
                    <a:pt x="608" y="583"/>
                  </a:lnTo>
                  <a:lnTo>
                    <a:pt x="622" y="571"/>
                  </a:lnTo>
                  <a:lnTo>
                    <a:pt x="636" y="561"/>
                  </a:lnTo>
                  <a:lnTo>
                    <a:pt x="650" y="551"/>
                  </a:lnTo>
                  <a:lnTo>
                    <a:pt x="666" y="542"/>
                  </a:lnTo>
                  <a:lnTo>
                    <a:pt x="681" y="534"/>
                  </a:lnTo>
                  <a:lnTo>
                    <a:pt x="696" y="525"/>
                  </a:lnTo>
                  <a:lnTo>
                    <a:pt x="712" y="518"/>
                  </a:lnTo>
                  <a:lnTo>
                    <a:pt x="730" y="511"/>
                  </a:lnTo>
                  <a:lnTo>
                    <a:pt x="746" y="506"/>
                  </a:lnTo>
                  <a:lnTo>
                    <a:pt x="762" y="501"/>
                  </a:lnTo>
                  <a:lnTo>
                    <a:pt x="780" y="497"/>
                  </a:lnTo>
                  <a:lnTo>
                    <a:pt x="796" y="493"/>
                  </a:lnTo>
                  <a:lnTo>
                    <a:pt x="812" y="491"/>
                  </a:lnTo>
                  <a:lnTo>
                    <a:pt x="829" y="490"/>
                  </a:lnTo>
                  <a:lnTo>
                    <a:pt x="844" y="489"/>
                  </a:lnTo>
                  <a:lnTo>
                    <a:pt x="891" y="544"/>
                  </a:lnTo>
                  <a:lnTo>
                    <a:pt x="840" y="5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48" name="Freeform 48"/>
            <p:cNvSpPr>
              <a:spLocks/>
            </p:cNvSpPr>
            <p:nvPr userDrawn="1"/>
          </p:nvSpPr>
          <p:spPr bwMode="auto">
            <a:xfrm>
              <a:off x="6540" y="596"/>
              <a:ext cx="34" cy="32"/>
            </a:xfrm>
            <a:custGeom>
              <a:avLst/>
              <a:gdLst>
                <a:gd name="T0" fmla="*/ 255 w 405"/>
                <a:gd name="T1" fmla="*/ 101 h 383"/>
                <a:gd name="T2" fmla="*/ 269 w 405"/>
                <a:gd name="T3" fmla="*/ 105 h 383"/>
                <a:gd name="T4" fmla="*/ 281 w 405"/>
                <a:gd name="T5" fmla="*/ 113 h 383"/>
                <a:gd name="T6" fmla="*/ 289 w 405"/>
                <a:gd name="T7" fmla="*/ 122 h 383"/>
                <a:gd name="T8" fmla="*/ 293 w 405"/>
                <a:gd name="T9" fmla="*/ 132 h 383"/>
                <a:gd name="T10" fmla="*/ 294 w 405"/>
                <a:gd name="T11" fmla="*/ 143 h 383"/>
                <a:gd name="T12" fmla="*/ 290 w 405"/>
                <a:gd name="T13" fmla="*/ 159 h 383"/>
                <a:gd name="T14" fmla="*/ 277 w 405"/>
                <a:gd name="T15" fmla="*/ 177 h 383"/>
                <a:gd name="T16" fmla="*/ 254 w 405"/>
                <a:gd name="T17" fmla="*/ 199 h 383"/>
                <a:gd name="T18" fmla="*/ 221 w 405"/>
                <a:gd name="T19" fmla="*/ 224 h 383"/>
                <a:gd name="T20" fmla="*/ 182 w 405"/>
                <a:gd name="T21" fmla="*/ 249 h 383"/>
                <a:gd name="T22" fmla="*/ 136 w 405"/>
                <a:gd name="T23" fmla="*/ 275 h 383"/>
                <a:gd name="T24" fmla="*/ 99 w 405"/>
                <a:gd name="T25" fmla="*/ 294 h 383"/>
                <a:gd name="T26" fmla="*/ 95 w 405"/>
                <a:gd name="T27" fmla="*/ 383 h 383"/>
                <a:gd name="T28" fmla="*/ 141 w 405"/>
                <a:gd name="T29" fmla="*/ 362 h 383"/>
                <a:gd name="T30" fmla="*/ 223 w 405"/>
                <a:gd name="T31" fmla="*/ 322 h 383"/>
                <a:gd name="T32" fmla="*/ 279 w 405"/>
                <a:gd name="T33" fmla="*/ 289 h 383"/>
                <a:gd name="T34" fmla="*/ 312 w 405"/>
                <a:gd name="T35" fmla="*/ 268 h 383"/>
                <a:gd name="T36" fmla="*/ 341 w 405"/>
                <a:gd name="T37" fmla="*/ 244 h 383"/>
                <a:gd name="T38" fmla="*/ 367 w 405"/>
                <a:gd name="T39" fmla="*/ 221 h 383"/>
                <a:gd name="T40" fmla="*/ 384 w 405"/>
                <a:gd name="T41" fmla="*/ 200 h 383"/>
                <a:gd name="T42" fmla="*/ 394 w 405"/>
                <a:gd name="T43" fmla="*/ 183 h 383"/>
                <a:gd name="T44" fmla="*/ 401 w 405"/>
                <a:gd name="T45" fmla="*/ 167 h 383"/>
                <a:gd name="T46" fmla="*/ 404 w 405"/>
                <a:gd name="T47" fmla="*/ 150 h 383"/>
                <a:gd name="T48" fmla="*/ 405 w 405"/>
                <a:gd name="T49" fmla="*/ 129 h 383"/>
                <a:gd name="T50" fmla="*/ 400 w 405"/>
                <a:gd name="T51" fmla="*/ 103 h 383"/>
                <a:gd name="T52" fmla="*/ 390 w 405"/>
                <a:gd name="T53" fmla="*/ 83 h 383"/>
                <a:gd name="T54" fmla="*/ 378 w 405"/>
                <a:gd name="T55" fmla="*/ 65 h 383"/>
                <a:gd name="T56" fmla="*/ 363 w 405"/>
                <a:gd name="T57" fmla="*/ 48 h 383"/>
                <a:gd name="T58" fmla="*/ 344 w 405"/>
                <a:gd name="T59" fmla="*/ 34 h 383"/>
                <a:gd name="T60" fmla="*/ 324 w 405"/>
                <a:gd name="T61" fmla="*/ 22 h 383"/>
                <a:gd name="T62" fmla="*/ 302 w 405"/>
                <a:gd name="T63" fmla="*/ 12 h 383"/>
                <a:gd name="T64" fmla="*/ 281 w 405"/>
                <a:gd name="T65" fmla="*/ 4 h 383"/>
                <a:gd name="T66" fmla="*/ 259 w 405"/>
                <a:gd name="T67" fmla="*/ 1 h 383"/>
                <a:gd name="T68" fmla="*/ 198 w 405"/>
                <a:gd name="T69" fmla="*/ 59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05" h="383">
                  <a:moveTo>
                    <a:pt x="247" y="101"/>
                  </a:moveTo>
                  <a:lnTo>
                    <a:pt x="255" y="101"/>
                  </a:lnTo>
                  <a:lnTo>
                    <a:pt x="262" y="103"/>
                  </a:lnTo>
                  <a:lnTo>
                    <a:pt x="269" y="105"/>
                  </a:lnTo>
                  <a:lnTo>
                    <a:pt x="275" y="109"/>
                  </a:lnTo>
                  <a:lnTo>
                    <a:pt x="281" y="113"/>
                  </a:lnTo>
                  <a:lnTo>
                    <a:pt x="285" y="117"/>
                  </a:lnTo>
                  <a:lnTo>
                    <a:pt x="289" y="122"/>
                  </a:lnTo>
                  <a:lnTo>
                    <a:pt x="292" y="127"/>
                  </a:lnTo>
                  <a:lnTo>
                    <a:pt x="293" y="132"/>
                  </a:lnTo>
                  <a:lnTo>
                    <a:pt x="294" y="137"/>
                  </a:lnTo>
                  <a:lnTo>
                    <a:pt x="294" y="143"/>
                  </a:lnTo>
                  <a:lnTo>
                    <a:pt x="292" y="150"/>
                  </a:lnTo>
                  <a:lnTo>
                    <a:pt x="290" y="159"/>
                  </a:lnTo>
                  <a:lnTo>
                    <a:pt x="285" y="168"/>
                  </a:lnTo>
                  <a:lnTo>
                    <a:pt x="277" y="177"/>
                  </a:lnTo>
                  <a:lnTo>
                    <a:pt x="268" y="187"/>
                  </a:lnTo>
                  <a:lnTo>
                    <a:pt x="254" y="199"/>
                  </a:lnTo>
                  <a:lnTo>
                    <a:pt x="238" y="212"/>
                  </a:lnTo>
                  <a:lnTo>
                    <a:pt x="221" y="224"/>
                  </a:lnTo>
                  <a:lnTo>
                    <a:pt x="203" y="237"/>
                  </a:lnTo>
                  <a:lnTo>
                    <a:pt x="182" y="249"/>
                  </a:lnTo>
                  <a:lnTo>
                    <a:pt x="160" y="263"/>
                  </a:lnTo>
                  <a:lnTo>
                    <a:pt x="136" y="275"/>
                  </a:lnTo>
                  <a:lnTo>
                    <a:pt x="111" y="288"/>
                  </a:lnTo>
                  <a:lnTo>
                    <a:pt x="99" y="294"/>
                  </a:lnTo>
                  <a:lnTo>
                    <a:pt x="0" y="370"/>
                  </a:lnTo>
                  <a:lnTo>
                    <a:pt x="95" y="383"/>
                  </a:lnTo>
                  <a:lnTo>
                    <a:pt x="99" y="381"/>
                  </a:lnTo>
                  <a:lnTo>
                    <a:pt x="141" y="362"/>
                  </a:lnTo>
                  <a:lnTo>
                    <a:pt x="183" y="342"/>
                  </a:lnTo>
                  <a:lnTo>
                    <a:pt x="223" y="322"/>
                  </a:lnTo>
                  <a:lnTo>
                    <a:pt x="261" y="300"/>
                  </a:lnTo>
                  <a:lnTo>
                    <a:pt x="279" y="289"/>
                  </a:lnTo>
                  <a:lnTo>
                    <a:pt x="295" y="279"/>
                  </a:lnTo>
                  <a:lnTo>
                    <a:pt x="312" y="268"/>
                  </a:lnTo>
                  <a:lnTo>
                    <a:pt x="327" y="257"/>
                  </a:lnTo>
                  <a:lnTo>
                    <a:pt x="341" y="244"/>
                  </a:lnTo>
                  <a:lnTo>
                    <a:pt x="354" y="233"/>
                  </a:lnTo>
                  <a:lnTo>
                    <a:pt x="367" y="221"/>
                  </a:lnTo>
                  <a:lnTo>
                    <a:pt x="377" y="210"/>
                  </a:lnTo>
                  <a:lnTo>
                    <a:pt x="384" y="200"/>
                  </a:lnTo>
                  <a:lnTo>
                    <a:pt x="389" y="192"/>
                  </a:lnTo>
                  <a:lnTo>
                    <a:pt x="394" y="183"/>
                  </a:lnTo>
                  <a:lnTo>
                    <a:pt x="398" y="175"/>
                  </a:lnTo>
                  <a:lnTo>
                    <a:pt x="401" y="167"/>
                  </a:lnTo>
                  <a:lnTo>
                    <a:pt x="403" y="159"/>
                  </a:lnTo>
                  <a:lnTo>
                    <a:pt x="404" y="150"/>
                  </a:lnTo>
                  <a:lnTo>
                    <a:pt x="405" y="143"/>
                  </a:lnTo>
                  <a:lnTo>
                    <a:pt x="405" y="129"/>
                  </a:lnTo>
                  <a:lnTo>
                    <a:pt x="403" y="116"/>
                  </a:lnTo>
                  <a:lnTo>
                    <a:pt x="400" y="103"/>
                  </a:lnTo>
                  <a:lnTo>
                    <a:pt x="395" y="92"/>
                  </a:lnTo>
                  <a:lnTo>
                    <a:pt x="390" y="83"/>
                  </a:lnTo>
                  <a:lnTo>
                    <a:pt x="385" y="74"/>
                  </a:lnTo>
                  <a:lnTo>
                    <a:pt x="378" y="65"/>
                  </a:lnTo>
                  <a:lnTo>
                    <a:pt x="371" y="56"/>
                  </a:lnTo>
                  <a:lnTo>
                    <a:pt x="363" y="48"/>
                  </a:lnTo>
                  <a:lnTo>
                    <a:pt x="353" y="40"/>
                  </a:lnTo>
                  <a:lnTo>
                    <a:pt x="344" y="34"/>
                  </a:lnTo>
                  <a:lnTo>
                    <a:pt x="334" y="27"/>
                  </a:lnTo>
                  <a:lnTo>
                    <a:pt x="324" y="22"/>
                  </a:lnTo>
                  <a:lnTo>
                    <a:pt x="314" y="16"/>
                  </a:lnTo>
                  <a:lnTo>
                    <a:pt x="302" y="12"/>
                  </a:lnTo>
                  <a:lnTo>
                    <a:pt x="292" y="7"/>
                  </a:lnTo>
                  <a:lnTo>
                    <a:pt x="281" y="4"/>
                  </a:lnTo>
                  <a:lnTo>
                    <a:pt x="270" y="2"/>
                  </a:lnTo>
                  <a:lnTo>
                    <a:pt x="259" y="1"/>
                  </a:lnTo>
                  <a:lnTo>
                    <a:pt x="247" y="0"/>
                  </a:lnTo>
                  <a:lnTo>
                    <a:pt x="198" y="59"/>
                  </a:lnTo>
                  <a:lnTo>
                    <a:pt x="247" y="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49" name="Freeform 49"/>
            <p:cNvSpPr>
              <a:spLocks/>
            </p:cNvSpPr>
            <p:nvPr userDrawn="1"/>
          </p:nvSpPr>
          <p:spPr bwMode="auto">
            <a:xfrm>
              <a:off x="6473" y="596"/>
              <a:ext cx="191" cy="122"/>
            </a:xfrm>
            <a:custGeom>
              <a:avLst/>
              <a:gdLst>
                <a:gd name="T0" fmla="*/ 982 w 2289"/>
                <a:gd name="T1" fmla="*/ 130 h 1460"/>
                <a:gd name="T2" fmla="*/ 920 w 2289"/>
                <a:gd name="T3" fmla="*/ 214 h 1460"/>
                <a:gd name="T4" fmla="*/ 891 w 2289"/>
                <a:gd name="T5" fmla="*/ 387 h 1460"/>
                <a:gd name="T6" fmla="*/ 936 w 2289"/>
                <a:gd name="T7" fmla="*/ 481 h 1460"/>
                <a:gd name="T8" fmla="*/ 1034 w 2289"/>
                <a:gd name="T9" fmla="*/ 514 h 1460"/>
                <a:gd name="T10" fmla="*/ 1200 w 2289"/>
                <a:gd name="T11" fmla="*/ 464 h 1460"/>
                <a:gd name="T12" fmla="*/ 1394 w 2289"/>
                <a:gd name="T13" fmla="*/ 312 h 1460"/>
                <a:gd name="T14" fmla="*/ 1433 w 2289"/>
                <a:gd name="T15" fmla="*/ 157 h 1460"/>
                <a:gd name="T16" fmla="*/ 1486 w 2289"/>
                <a:gd name="T17" fmla="*/ 59 h 1460"/>
                <a:gd name="T18" fmla="*/ 1544 w 2289"/>
                <a:gd name="T19" fmla="*/ 51 h 1460"/>
                <a:gd name="T20" fmla="*/ 1625 w 2289"/>
                <a:gd name="T21" fmla="*/ 91 h 1460"/>
                <a:gd name="T22" fmla="*/ 1634 w 2289"/>
                <a:gd name="T23" fmla="*/ 139 h 1460"/>
                <a:gd name="T24" fmla="*/ 1565 w 2289"/>
                <a:gd name="T25" fmla="*/ 346 h 1460"/>
                <a:gd name="T26" fmla="*/ 1568 w 2289"/>
                <a:gd name="T27" fmla="*/ 436 h 1460"/>
                <a:gd name="T28" fmla="*/ 1616 w 2289"/>
                <a:gd name="T29" fmla="*/ 424 h 1460"/>
                <a:gd name="T30" fmla="*/ 1755 w 2289"/>
                <a:gd name="T31" fmla="*/ 283 h 1460"/>
                <a:gd name="T32" fmla="*/ 1888 w 2289"/>
                <a:gd name="T33" fmla="*/ 183 h 1460"/>
                <a:gd name="T34" fmla="*/ 1988 w 2289"/>
                <a:gd name="T35" fmla="*/ 199 h 1460"/>
                <a:gd name="T36" fmla="*/ 2063 w 2289"/>
                <a:gd name="T37" fmla="*/ 256 h 1460"/>
                <a:gd name="T38" fmla="*/ 2136 w 2289"/>
                <a:gd name="T39" fmla="*/ 408 h 1460"/>
                <a:gd name="T40" fmla="*/ 2229 w 2289"/>
                <a:gd name="T41" fmla="*/ 531 h 1460"/>
                <a:gd name="T42" fmla="*/ 2287 w 2289"/>
                <a:gd name="T43" fmla="*/ 580 h 1460"/>
                <a:gd name="T44" fmla="*/ 2259 w 2289"/>
                <a:gd name="T45" fmla="*/ 612 h 1460"/>
                <a:gd name="T46" fmla="*/ 2126 w 2289"/>
                <a:gd name="T47" fmla="*/ 583 h 1460"/>
                <a:gd name="T48" fmla="*/ 1973 w 2289"/>
                <a:gd name="T49" fmla="*/ 441 h 1460"/>
                <a:gd name="T50" fmla="*/ 1884 w 2289"/>
                <a:gd name="T51" fmla="*/ 335 h 1460"/>
                <a:gd name="T52" fmla="*/ 1759 w 2289"/>
                <a:gd name="T53" fmla="*/ 434 h 1460"/>
                <a:gd name="T54" fmla="*/ 1620 w 2289"/>
                <a:gd name="T55" fmla="*/ 580 h 1460"/>
                <a:gd name="T56" fmla="*/ 1534 w 2289"/>
                <a:gd name="T57" fmla="*/ 588 h 1460"/>
                <a:gd name="T58" fmla="*/ 1425 w 2289"/>
                <a:gd name="T59" fmla="*/ 523 h 1460"/>
                <a:gd name="T60" fmla="*/ 1351 w 2289"/>
                <a:gd name="T61" fmla="*/ 466 h 1460"/>
                <a:gd name="T62" fmla="*/ 1157 w 2289"/>
                <a:gd name="T63" fmla="*/ 584 h 1460"/>
                <a:gd name="T64" fmla="*/ 993 w 2289"/>
                <a:gd name="T65" fmla="*/ 613 h 1460"/>
                <a:gd name="T66" fmla="*/ 823 w 2289"/>
                <a:gd name="T67" fmla="*/ 555 h 1460"/>
                <a:gd name="T68" fmla="*/ 720 w 2289"/>
                <a:gd name="T69" fmla="*/ 457 h 1460"/>
                <a:gd name="T70" fmla="*/ 448 w 2289"/>
                <a:gd name="T71" fmla="*/ 594 h 1460"/>
                <a:gd name="T72" fmla="*/ 392 w 2289"/>
                <a:gd name="T73" fmla="*/ 862 h 1460"/>
                <a:gd name="T74" fmla="*/ 328 w 2289"/>
                <a:gd name="T75" fmla="*/ 1161 h 1460"/>
                <a:gd name="T76" fmla="*/ 215 w 2289"/>
                <a:gd name="T77" fmla="*/ 1376 h 1460"/>
                <a:gd name="T78" fmla="*/ 114 w 2289"/>
                <a:gd name="T79" fmla="*/ 1448 h 1460"/>
                <a:gd name="T80" fmla="*/ 0 w 2289"/>
                <a:gd name="T81" fmla="*/ 1423 h 1460"/>
                <a:gd name="T82" fmla="*/ 95 w 2289"/>
                <a:gd name="T83" fmla="*/ 1349 h 1460"/>
                <a:gd name="T84" fmla="*/ 163 w 2289"/>
                <a:gd name="T85" fmla="*/ 1228 h 1460"/>
                <a:gd name="T86" fmla="*/ 213 w 2289"/>
                <a:gd name="T87" fmla="*/ 1035 h 1460"/>
                <a:gd name="T88" fmla="*/ 240 w 2289"/>
                <a:gd name="T89" fmla="*/ 617 h 1460"/>
                <a:gd name="T90" fmla="*/ 195 w 2289"/>
                <a:gd name="T91" fmla="*/ 511 h 1460"/>
                <a:gd name="T92" fmla="*/ 92 w 2289"/>
                <a:gd name="T93" fmla="*/ 565 h 1460"/>
                <a:gd name="T94" fmla="*/ 143 w 2289"/>
                <a:gd name="T95" fmla="*/ 433 h 1460"/>
                <a:gd name="T96" fmla="*/ 254 w 2289"/>
                <a:gd name="T97" fmla="*/ 332 h 1460"/>
                <a:gd name="T98" fmla="*/ 297 w 2289"/>
                <a:gd name="T99" fmla="*/ 230 h 1460"/>
                <a:gd name="T100" fmla="*/ 267 w 2289"/>
                <a:gd name="T101" fmla="*/ 178 h 1460"/>
                <a:gd name="T102" fmla="*/ 261 w 2289"/>
                <a:gd name="T103" fmla="*/ 74 h 1460"/>
                <a:gd name="T104" fmla="*/ 335 w 2289"/>
                <a:gd name="T105" fmla="*/ 118 h 1460"/>
                <a:gd name="T106" fmla="*/ 398 w 2289"/>
                <a:gd name="T107" fmla="*/ 108 h 1460"/>
                <a:gd name="T108" fmla="*/ 489 w 2289"/>
                <a:gd name="T109" fmla="*/ 137 h 1460"/>
                <a:gd name="T110" fmla="*/ 505 w 2289"/>
                <a:gd name="T111" fmla="*/ 181 h 1460"/>
                <a:gd name="T112" fmla="*/ 456 w 2289"/>
                <a:gd name="T113" fmla="*/ 322 h 1460"/>
                <a:gd name="T114" fmla="*/ 427 w 2289"/>
                <a:gd name="T115" fmla="*/ 510 h 1460"/>
                <a:gd name="T116" fmla="*/ 690 w 2289"/>
                <a:gd name="T117" fmla="*/ 385 h 1460"/>
                <a:gd name="T118" fmla="*/ 720 w 2289"/>
                <a:gd name="T119" fmla="*/ 256 h 1460"/>
                <a:gd name="T120" fmla="*/ 812 w 2289"/>
                <a:gd name="T121" fmla="*/ 126 h 1460"/>
                <a:gd name="T122" fmla="*/ 957 w 2289"/>
                <a:gd name="T123" fmla="*/ 26 h 1460"/>
                <a:gd name="T124" fmla="*/ 1042 w 2289"/>
                <a:gd name="T125" fmla="*/ 101 h 1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89" h="1460">
                  <a:moveTo>
                    <a:pt x="1042" y="101"/>
                  </a:moveTo>
                  <a:lnTo>
                    <a:pt x="1034" y="101"/>
                  </a:lnTo>
                  <a:lnTo>
                    <a:pt x="1027" y="103"/>
                  </a:lnTo>
                  <a:lnTo>
                    <a:pt x="1020" y="105"/>
                  </a:lnTo>
                  <a:lnTo>
                    <a:pt x="1013" y="109"/>
                  </a:lnTo>
                  <a:lnTo>
                    <a:pt x="1003" y="116"/>
                  </a:lnTo>
                  <a:lnTo>
                    <a:pt x="992" y="122"/>
                  </a:lnTo>
                  <a:lnTo>
                    <a:pt x="982" y="130"/>
                  </a:lnTo>
                  <a:lnTo>
                    <a:pt x="973" y="138"/>
                  </a:lnTo>
                  <a:lnTo>
                    <a:pt x="964" y="147"/>
                  </a:lnTo>
                  <a:lnTo>
                    <a:pt x="956" y="158"/>
                  </a:lnTo>
                  <a:lnTo>
                    <a:pt x="948" y="168"/>
                  </a:lnTo>
                  <a:lnTo>
                    <a:pt x="939" y="178"/>
                  </a:lnTo>
                  <a:lnTo>
                    <a:pt x="932" y="189"/>
                  </a:lnTo>
                  <a:lnTo>
                    <a:pt x="926" y="201"/>
                  </a:lnTo>
                  <a:lnTo>
                    <a:pt x="920" y="214"/>
                  </a:lnTo>
                  <a:lnTo>
                    <a:pt x="914" y="226"/>
                  </a:lnTo>
                  <a:lnTo>
                    <a:pt x="909" y="239"/>
                  </a:lnTo>
                  <a:lnTo>
                    <a:pt x="905" y="253"/>
                  </a:lnTo>
                  <a:lnTo>
                    <a:pt x="901" y="268"/>
                  </a:lnTo>
                  <a:lnTo>
                    <a:pt x="898" y="282"/>
                  </a:lnTo>
                  <a:lnTo>
                    <a:pt x="894" y="294"/>
                  </a:lnTo>
                  <a:lnTo>
                    <a:pt x="890" y="383"/>
                  </a:lnTo>
                  <a:lnTo>
                    <a:pt x="891" y="387"/>
                  </a:lnTo>
                  <a:lnTo>
                    <a:pt x="893" y="401"/>
                  </a:lnTo>
                  <a:lnTo>
                    <a:pt x="898" y="416"/>
                  </a:lnTo>
                  <a:lnTo>
                    <a:pt x="902" y="429"/>
                  </a:lnTo>
                  <a:lnTo>
                    <a:pt x="907" y="441"/>
                  </a:lnTo>
                  <a:lnTo>
                    <a:pt x="913" y="453"/>
                  </a:lnTo>
                  <a:lnTo>
                    <a:pt x="920" y="463"/>
                  </a:lnTo>
                  <a:lnTo>
                    <a:pt x="928" y="472"/>
                  </a:lnTo>
                  <a:lnTo>
                    <a:pt x="936" y="481"/>
                  </a:lnTo>
                  <a:lnTo>
                    <a:pt x="947" y="488"/>
                  </a:lnTo>
                  <a:lnTo>
                    <a:pt x="957" y="495"/>
                  </a:lnTo>
                  <a:lnTo>
                    <a:pt x="968" y="500"/>
                  </a:lnTo>
                  <a:lnTo>
                    <a:pt x="979" y="506"/>
                  </a:lnTo>
                  <a:lnTo>
                    <a:pt x="992" y="510"/>
                  </a:lnTo>
                  <a:lnTo>
                    <a:pt x="1006" y="512"/>
                  </a:lnTo>
                  <a:lnTo>
                    <a:pt x="1019" y="514"/>
                  </a:lnTo>
                  <a:lnTo>
                    <a:pt x="1034" y="514"/>
                  </a:lnTo>
                  <a:lnTo>
                    <a:pt x="1054" y="513"/>
                  </a:lnTo>
                  <a:lnTo>
                    <a:pt x="1073" y="511"/>
                  </a:lnTo>
                  <a:lnTo>
                    <a:pt x="1093" y="507"/>
                  </a:lnTo>
                  <a:lnTo>
                    <a:pt x="1114" y="501"/>
                  </a:lnTo>
                  <a:lnTo>
                    <a:pt x="1135" y="494"/>
                  </a:lnTo>
                  <a:lnTo>
                    <a:pt x="1157" y="485"/>
                  </a:lnTo>
                  <a:lnTo>
                    <a:pt x="1178" y="475"/>
                  </a:lnTo>
                  <a:lnTo>
                    <a:pt x="1200" y="464"/>
                  </a:lnTo>
                  <a:lnTo>
                    <a:pt x="1224" y="449"/>
                  </a:lnTo>
                  <a:lnTo>
                    <a:pt x="1246" y="435"/>
                  </a:lnTo>
                  <a:lnTo>
                    <a:pt x="1271" y="418"/>
                  </a:lnTo>
                  <a:lnTo>
                    <a:pt x="1294" y="400"/>
                  </a:lnTo>
                  <a:lnTo>
                    <a:pt x="1319" y="380"/>
                  </a:lnTo>
                  <a:lnTo>
                    <a:pt x="1343" y="359"/>
                  </a:lnTo>
                  <a:lnTo>
                    <a:pt x="1369" y="336"/>
                  </a:lnTo>
                  <a:lnTo>
                    <a:pt x="1394" y="312"/>
                  </a:lnTo>
                  <a:lnTo>
                    <a:pt x="1395" y="311"/>
                  </a:lnTo>
                  <a:lnTo>
                    <a:pt x="1396" y="309"/>
                  </a:lnTo>
                  <a:lnTo>
                    <a:pt x="1401" y="279"/>
                  </a:lnTo>
                  <a:lnTo>
                    <a:pt x="1407" y="252"/>
                  </a:lnTo>
                  <a:lnTo>
                    <a:pt x="1413" y="227"/>
                  </a:lnTo>
                  <a:lnTo>
                    <a:pt x="1419" y="203"/>
                  </a:lnTo>
                  <a:lnTo>
                    <a:pt x="1425" y="180"/>
                  </a:lnTo>
                  <a:lnTo>
                    <a:pt x="1433" y="157"/>
                  </a:lnTo>
                  <a:lnTo>
                    <a:pt x="1441" y="133"/>
                  </a:lnTo>
                  <a:lnTo>
                    <a:pt x="1450" y="110"/>
                  </a:lnTo>
                  <a:lnTo>
                    <a:pt x="1457" y="96"/>
                  </a:lnTo>
                  <a:lnTo>
                    <a:pt x="1463" y="84"/>
                  </a:lnTo>
                  <a:lnTo>
                    <a:pt x="1470" y="74"/>
                  </a:lnTo>
                  <a:lnTo>
                    <a:pt x="1477" y="65"/>
                  </a:lnTo>
                  <a:lnTo>
                    <a:pt x="1482" y="62"/>
                  </a:lnTo>
                  <a:lnTo>
                    <a:pt x="1486" y="59"/>
                  </a:lnTo>
                  <a:lnTo>
                    <a:pt x="1491" y="55"/>
                  </a:lnTo>
                  <a:lnTo>
                    <a:pt x="1496" y="52"/>
                  </a:lnTo>
                  <a:lnTo>
                    <a:pt x="1501" y="51"/>
                  </a:lnTo>
                  <a:lnTo>
                    <a:pt x="1508" y="49"/>
                  </a:lnTo>
                  <a:lnTo>
                    <a:pt x="1515" y="48"/>
                  </a:lnTo>
                  <a:lnTo>
                    <a:pt x="1521" y="48"/>
                  </a:lnTo>
                  <a:lnTo>
                    <a:pt x="1532" y="49"/>
                  </a:lnTo>
                  <a:lnTo>
                    <a:pt x="1544" y="51"/>
                  </a:lnTo>
                  <a:lnTo>
                    <a:pt x="1557" y="54"/>
                  </a:lnTo>
                  <a:lnTo>
                    <a:pt x="1573" y="59"/>
                  </a:lnTo>
                  <a:lnTo>
                    <a:pt x="1584" y="64"/>
                  </a:lnTo>
                  <a:lnTo>
                    <a:pt x="1594" y="68"/>
                  </a:lnTo>
                  <a:lnTo>
                    <a:pt x="1603" y="73"/>
                  </a:lnTo>
                  <a:lnTo>
                    <a:pt x="1612" y="79"/>
                  </a:lnTo>
                  <a:lnTo>
                    <a:pt x="1619" y="85"/>
                  </a:lnTo>
                  <a:lnTo>
                    <a:pt x="1625" y="91"/>
                  </a:lnTo>
                  <a:lnTo>
                    <a:pt x="1629" y="97"/>
                  </a:lnTo>
                  <a:lnTo>
                    <a:pt x="1633" y="104"/>
                  </a:lnTo>
                  <a:lnTo>
                    <a:pt x="1635" y="110"/>
                  </a:lnTo>
                  <a:lnTo>
                    <a:pt x="1636" y="116"/>
                  </a:lnTo>
                  <a:lnTo>
                    <a:pt x="1636" y="121"/>
                  </a:lnTo>
                  <a:lnTo>
                    <a:pt x="1636" y="127"/>
                  </a:lnTo>
                  <a:lnTo>
                    <a:pt x="1636" y="133"/>
                  </a:lnTo>
                  <a:lnTo>
                    <a:pt x="1634" y="139"/>
                  </a:lnTo>
                  <a:lnTo>
                    <a:pt x="1632" y="145"/>
                  </a:lnTo>
                  <a:lnTo>
                    <a:pt x="1630" y="151"/>
                  </a:lnTo>
                  <a:lnTo>
                    <a:pt x="1614" y="187"/>
                  </a:lnTo>
                  <a:lnTo>
                    <a:pt x="1599" y="222"/>
                  </a:lnTo>
                  <a:lnTo>
                    <a:pt x="1588" y="254"/>
                  </a:lnTo>
                  <a:lnTo>
                    <a:pt x="1579" y="286"/>
                  </a:lnTo>
                  <a:lnTo>
                    <a:pt x="1571" y="317"/>
                  </a:lnTo>
                  <a:lnTo>
                    <a:pt x="1565" y="346"/>
                  </a:lnTo>
                  <a:lnTo>
                    <a:pt x="1562" y="376"/>
                  </a:lnTo>
                  <a:lnTo>
                    <a:pt x="1560" y="406"/>
                  </a:lnTo>
                  <a:lnTo>
                    <a:pt x="1560" y="414"/>
                  </a:lnTo>
                  <a:lnTo>
                    <a:pt x="1561" y="422"/>
                  </a:lnTo>
                  <a:lnTo>
                    <a:pt x="1562" y="426"/>
                  </a:lnTo>
                  <a:lnTo>
                    <a:pt x="1563" y="430"/>
                  </a:lnTo>
                  <a:lnTo>
                    <a:pt x="1565" y="433"/>
                  </a:lnTo>
                  <a:lnTo>
                    <a:pt x="1568" y="436"/>
                  </a:lnTo>
                  <a:lnTo>
                    <a:pt x="1572" y="439"/>
                  </a:lnTo>
                  <a:lnTo>
                    <a:pt x="1576" y="441"/>
                  </a:lnTo>
                  <a:lnTo>
                    <a:pt x="1581" y="442"/>
                  </a:lnTo>
                  <a:lnTo>
                    <a:pt x="1587" y="441"/>
                  </a:lnTo>
                  <a:lnTo>
                    <a:pt x="1593" y="439"/>
                  </a:lnTo>
                  <a:lnTo>
                    <a:pt x="1600" y="435"/>
                  </a:lnTo>
                  <a:lnTo>
                    <a:pt x="1607" y="430"/>
                  </a:lnTo>
                  <a:lnTo>
                    <a:pt x="1616" y="424"/>
                  </a:lnTo>
                  <a:lnTo>
                    <a:pt x="1626" y="414"/>
                  </a:lnTo>
                  <a:lnTo>
                    <a:pt x="1639" y="401"/>
                  </a:lnTo>
                  <a:lnTo>
                    <a:pt x="1653" y="386"/>
                  </a:lnTo>
                  <a:lnTo>
                    <a:pt x="1670" y="369"/>
                  </a:lnTo>
                  <a:lnTo>
                    <a:pt x="1690" y="348"/>
                  </a:lnTo>
                  <a:lnTo>
                    <a:pt x="1710" y="327"/>
                  </a:lnTo>
                  <a:lnTo>
                    <a:pt x="1733" y="306"/>
                  </a:lnTo>
                  <a:lnTo>
                    <a:pt x="1755" y="283"/>
                  </a:lnTo>
                  <a:lnTo>
                    <a:pt x="1778" y="262"/>
                  </a:lnTo>
                  <a:lnTo>
                    <a:pt x="1801" y="242"/>
                  </a:lnTo>
                  <a:lnTo>
                    <a:pt x="1824" y="224"/>
                  </a:lnTo>
                  <a:lnTo>
                    <a:pt x="1845" y="208"/>
                  </a:lnTo>
                  <a:lnTo>
                    <a:pt x="1850" y="204"/>
                  </a:lnTo>
                  <a:lnTo>
                    <a:pt x="1865" y="195"/>
                  </a:lnTo>
                  <a:lnTo>
                    <a:pt x="1880" y="187"/>
                  </a:lnTo>
                  <a:lnTo>
                    <a:pt x="1888" y="183"/>
                  </a:lnTo>
                  <a:lnTo>
                    <a:pt x="1897" y="181"/>
                  </a:lnTo>
                  <a:lnTo>
                    <a:pt x="1906" y="179"/>
                  </a:lnTo>
                  <a:lnTo>
                    <a:pt x="1917" y="178"/>
                  </a:lnTo>
                  <a:lnTo>
                    <a:pt x="1927" y="179"/>
                  </a:lnTo>
                  <a:lnTo>
                    <a:pt x="1937" y="181"/>
                  </a:lnTo>
                  <a:lnTo>
                    <a:pt x="1948" y="183"/>
                  </a:lnTo>
                  <a:lnTo>
                    <a:pt x="1959" y="187"/>
                  </a:lnTo>
                  <a:lnTo>
                    <a:pt x="1988" y="199"/>
                  </a:lnTo>
                  <a:lnTo>
                    <a:pt x="2011" y="212"/>
                  </a:lnTo>
                  <a:lnTo>
                    <a:pt x="2022" y="218"/>
                  </a:lnTo>
                  <a:lnTo>
                    <a:pt x="2030" y="224"/>
                  </a:lnTo>
                  <a:lnTo>
                    <a:pt x="2039" y="230"/>
                  </a:lnTo>
                  <a:lnTo>
                    <a:pt x="2046" y="236"/>
                  </a:lnTo>
                  <a:lnTo>
                    <a:pt x="2052" y="242"/>
                  </a:lnTo>
                  <a:lnTo>
                    <a:pt x="2058" y="249"/>
                  </a:lnTo>
                  <a:lnTo>
                    <a:pt x="2063" y="256"/>
                  </a:lnTo>
                  <a:lnTo>
                    <a:pt x="2069" y="263"/>
                  </a:lnTo>
                  <a:lnTo>
                    <a:pt x="2077" y="278"/>
                  </a:lnTo>
                  <a:lnTo>
                    <a:pt x="2084" y="294"/>
                  </a:lnTo>
                  <a:lnTo>
                    <a:pt x="2094" y="320"/>
                  </a:lnTo>
                  <a:lnTo>
                    <a:pt x="2104" y="343"/>
                  </a:lnTo>
                  <a:lnTo>
                    <a:pt x="2115" y="366"/>
                  </a:lnTo>
                  <a:lnTo>
                    <a:pt x="2126" y="387"/>
                  </a:lnTo>
                  <a:lnTo>
                    <a:pt x="2136" y="408"/>
                  </a:lnTo>
                  <a:lnTo>
                    <a:pt x="2147" y="427"/>
                  </a:lnTo>
                  <a:lnTo>
                    <a:pt x="2158" y="444"/>
                  </a:lnTo>
                  <a:lnTo>
                    <a:pt x="2169" y="462"/>
                  </a:lnTo>
                  <a:lnTo>
                    <a:pt x="2181" y="478"/>
                  </a:lnTo>
                  <a:lnTo>
                    <a:pt x="2192" y="492"/>
                  </a:lnTo>
                  <a:lnTo>
                    <a:pt x="2204" y="507"/>
                  </a:lnTo>
                  <a:lnTo>
                    <a:pt x="2216" y="519"/>
                  </a:lnTo>
                  <a:lnTo>
                    <a:pt x="2229" y="531"/>
                  </a:lnTo>
                  <a:lnTo>
                    <a:pt x="2241" y="541"/>
                  </a:lnTo>
                  <a:lnTo>
                    <a:pt x="2253" y="552"/>
                  </a:lnTo>
                  <a:lnTo>
                    <a:pt x="2266" y="560"/>
                  </a:lnTo>
                  <a:lnTo>
                    <a:pt x="2273" y="564"/>
                  </a:lnTo>
                  <a:lnTo>
                    <a:pt x="2278" y="568"/>
                  </a:lnTo>
                  <a:lnTo>
                    <a:pt x="2282" y="572"/>
                  </a:lnTo>
                  <a:lnTo>
                    <a:pt x="2285" y="576"/>
                  </a:lnTo>
                  <a:lnTo>
                    <a:pt x="2287" y="580"/>
                  </a:lnTo>
                  <a:lnTo>
                    <a:pt x="2289" y="584"/>
                  </a:lnTo>
                  <a:lnTo>
                    <a:pt x="2289" y="588"/>
                  </a:lnTo>
                  <a:lnTo>
                    <a:pt x="2289" y="592"/>
                  </a:lnTo>
                  <a:lnTo>
                    <a:pt x="2286" y="597"/>
                  </a:lnTo>
                  <a:lnTo>
                    <a:pt x="2282" y="602"/>
                  </a:lnTo>
                  <a:lnTo>
                    <a:pt x="2276" y="606"/>
                  </a:lnTo>
                  <a:lnTo>
                    <a:pt x="2267" y="609"/>
                  </a:lnTo>
                  <a:lnTo>
                    <a:pt x="2259" y="612"/>
                  </a:lnTo>
                  <a:lnTo>
                    <a:pt x="2249" y="613"/>
                  </a:lnTo>
                  <a:lnTo>
                    <a:pt x="2238" y="614"/>
                  </a:lnTo>
                  <a:lnTo>
                    <a:pt x="2226" y="614"/>
                  </a:lnTo>
                  <a:lnTo>
                    <a:pt x="2205" y="611"/>
                  </a:lnTo>
                  <a:lnTo>
                    <a:pt x="2186" y="607"/>
                  </a:lnTo>
                  <a:lnTo>
                    <a:pt x="2165" y="601"/>
                  </a:lnTo>
                  <a:lnTo>
                    <a:pt x="2145" y="592"/>
                  </a:lnTo>
                  <a:lnTo>
                    <a:pt x="2126" y="583"/>
                  </a:lnTo>
                  <a:lnTo>
                    <a:pt x="2106" y="571"/>
                  </a:lnTo>
                  <a:lnTo>
                    <a:pt x="2086" y="558"/>
                  </a:lnTo>
                  <a:lnTo>
                    <a:pt x="2066" y="543"/>
                  </a:lnTo>
                  <a:lnTo>
                    <a:pt x="2047" y="526"/>
                  </a:lnTo>
                  <a:lnTo>
                    <a:pt x="2029" y="508"/>
                  </a:lnTo>
                  <a:lnTo>
                    <a:pt x="2009" y="487"/>
                  </a:lnTo>
                  <a:lnTo>
                    <a:pt x="1991" y="465"/>
                  </a:lnTo>
                  <a:lnTo>
                    <a:pt x="1973" y="441"/>
                  </a:lnTo>
                  <a:lnTo>
                    <a:pt x="1954" y="416"/>
                  </a:lnTo>
                  <a:lnTo>
                    <a:pt x="1937" y="388"/>
                  </a:lnTo>
                  <a:lnTo>
                    <a:pt x="1920" y="360"/>
                  </a:lnTo>
                  <a:lnTo>
                    <a:pt x="1913" y="351"/>
                  </a:lnTo>
                  <a:lnTo>
                    <a:pt x="1906" y="344"/>
                  </a:lnTo>
                  <a:lnTo>
                    <a:pt x="1899" y="339"/>
                  </a:lnTo>
                  <a:lnTo>
                    <a:pt x="1892" y="336"/>
                  </a:lnTo>
                  <a:lnTo>
                    <a:pt x="1884" y="335"/>
                  </a:lnTo>
                  <a:lnTo>
                    <a:pt x="1875" y="335"/>
                  </a:lnTo>
                  <a:lnTo>
                    <a:pt x="1867" y="338"/>
                  </a:lnTo>
                  <a:lnTo>
                    <a:pt x="1857" y="343"/>
                  </a:lnTo>
                  <a:lnTo>
                    <a:pt x="1838" y="358"/>
                  </a:lnTo>
                  <a:lnTo>
                    <a:pt x="1821" y="372"/>
                  </a:lnTo>
                  <a:lnTo>
                    <a:pt x="1804" y="387"/>
                  </a:lnTo>
                  <a:lnTo>
                    <a:pt x="1789" y="402"/>
                  </a:lnTo>
                  <a:lnTo>
                    <a:pt x="1759" y="434"/>
                  </a:lnTo>
                  <a:lnTo>
                    <a:pt x="1730" y="468"/>
                  </a:lnTo>
                  <a:lnTo>
                    <a:pt x="1712" y="488"/>
                  </a:lnTo>
                  <a:lnTo>
                    <a:pt x="1692" y="511"/>
                  </a:lnTo>
                  <a:lnTo>
                    <a:pt x="1671" y="535"/>
                  </a:lnTo>
                  <a:lnTo>
                    <a:pt x="1647" y="560"/>
                  </a:lnTo>
                  <a:lnTo>
                    <a:pt x="1638" y="568"/>
                  </a:lnTo>
                  <a:lnTo>
                    <a:pt x="1629" y="574"/>
                  </a:lnTo>
                  <a:lnTo>
                    <a:pt x="1620" y="580"/>
                  </a:lnTo>
                  <a:lnTo>
                    <a:pt x="1611" y="585"/>
                  </a:lnTo>
                  <a:lnTo>
                    <a:pt x="1600" y="588"/>
                  </a:lnTo>
                  <a:lnTo>
                    <a:pt x="1590" y="591"/>
                  </a:lnTo>
                  <a:lnTo>
                    <a:pt x="1580" y="592"/>
                  </a:lnTo>
                  <a:lnTo>
                    <a:pt x="1569" y="593"/>
                  </a:lnTo>
                  <a:lnTo>
                    <a:pt x="1557" y="592"/>
                  </a:lnTo>
                  <a:lnTo>
                    <a:pt x="1545" y="590"/>
                  </a:lnTo>
                  <a:lnTo>
                    <a:pt x="1534" y="588"/>
                  </a:lnTo>
                  <a:lnTo>
                    <a:pt x="1522" y="584"/>
                  </a:lnTo>
                  <a:lnTo>
                    <a:pt x="1509" y="579"/>
                  </a:lnTo>
                  <a:lnTo>
                    <a:pt x="1495" y="573"/>
                  </a:lnTo>
                  <a:lnTo>
                    <a:pt x="1482" y="566"/>
                  </a:lnTo>
                  <a:lnTo>
                    <a:pt x="1469" y="558"/>
                  </a:lnTo>
                  <a:lnTo>
                    <a:pt x="1452" y="546"/>
                  </a:lnTo>
                  <a:lnTo>
                    <a:pt x="1438" y="535"/>
                  </a:lnTo>
                  <a:lnTo>
                    <a:pt x="1425" y="523"/>
                  </a:lnTo>
                  <a:lnTo>
                    <a:pt x="1414" y="510"/>
                  </a:lnTo>
                  <a:lnTo>
                    <a:pt x="1404" y="495"/>
                  </a:lnTo>
                  <a:lnTo>
                    <a:pt x="1397" y="480"/>
                  </a:lnTo>
                  <a:lnTo>
                    <a:pt x="1391" y="464"/>
                  </a:lnTo>
                  <a:lnTo>
                    <a:pt x="1387" y="446"/>
                  </a:lnTo>
                  <a:lnTo>
                    <a:pt x="1385" y="437"/>
                  </a:lnTo>
                  <a:lnTo>
                    <a:pt x="1378" y="443"/>
                  </a:lnTo>
                  <a:lnTo>
                    <a:pt x="1351" y="466"/>
                  </a:lnTo>
                  <a:lnTo>
                    <a:pt x="1319" y="491"/>
                  </a:lnTo>
                  <a:lnTo>
                    <a:pt x="1299" y="506"/>
                  </a:lnTo>
                  <a:lnTo>
                    <a:pt x="1279" y="520"/>
                  </a:lnTo>
                  <a:lnTo>
                    <a:pt x="1257" y="534"/>
                  </a:lnTo>
                  <a:lnTo>
                    <a:pt x="1233" y="547"/>
                  </a:lnTo>
                  <a:lnTo>
                    <a:pt x="1209" y="561"/>
                  </a:lnTo>
                  <a:lnTo>
                    <a:pt x="1183" y="573"/>
                  </a:lnTo>
                  <a:lnTo>
                    <a:pt x="1157" y="584"/>
                  </a:lnTo>
                  <a:lnTo>
                    <a:pt x="1130" y="594"/>
                  </a:lnTo>
                  <a:lnTo>
                    <a:pt x="1103" y="603"/>
                  </a:lnTo>
                  <a:lnTo>
                    <a:pt x="1074" y="609"/>
                  </a:lnTo>
                  <a:lnTo>
                    <a:pt x="1060" y="611"/>
                  </a:lnTo>
                  <a:lnTo>
                    <a:pt x="1045" y="613"/>
                  </a:lnTo>
                  <a:lnTo>
                    <a:pt x="1031" y="613"/>
                  </a:lnTo>
                  <a:lnTo>
                    <a:pt x="1017" y="614"/>
                  </a:lnTo>
                  <a:lnTo>
                    <a:pt x="993" y="613"/>
                  </a:lnTo>
                  <a:lnTo>
                    <a:pt x="970" y="610"/>
                  </a:lnTo>
                  <a:lnTo>
                    <a:pt x="948" y="606"/>
                  </a:lnTo>
                  <a:lnTo>
                    <a:pt x="925" y="601"/>
                  </a:lnTo>
                  <a:lnTo>
                    <a:pt x="904" y="593"/>
                  </a:lnTo>
                  <a:lnTo>
                    <a:pt x="882" y="585"/>
                  </a:lnTo>
                  <a:lnTo>
                    <a:pt x="862" y="576"/>
                  </a:lnTo>
                  <a:lnTo>
                    <a:pt x="842" y="566"/>
                  </a:lnTo>
                  <a:lnTo>
                    <a:pt x="823" y="555"/>
                  </a:lnTo>
                  <a:lnTo>
                    <a:pt x="806" y="542"/>
                  </a:lnTo>
                  <a:lnTo>
                    <a:pt x="788" y="530"/>
                  </a:lnTo>
                  <a:lnTo>
                    <a:pt x="773" y="517"/>
                  </a:lnTo>
                  <a:lnTo>
                    <a:pt x="759" y="503"/>
                  </a:lnTo>
                  <a:lnTo>
                    <a:pt x="746" y="489"/>
                  </a:lnTo>
                  <a:lnTo>
                    <a:pt x="733" y="475"/>
                  </a:lnTo>
                  <a:lnTo>
                    <a:pt x="723" y="461"/>
                  </a:lnTo>
                  <a:lnTo>
                    <a:pt x="720" y="457"/>
                  </a:lnTo>
                  <a:lnTo>
                    <a:pt x="716" y="459"/>
                  </a:lnTo>
                  <a:lnTo>
                    <a:pt x="673" y="477"/>
                  </a:lnTo>
                  <a:lnTo>
                    <a:pt x="632" y="496"/>
                  </a:lnTo>
                  <a:lnTo>
                    <a:pt x="593" y="516"/>
                  </a:lnTo>
                  <a:lnTo>
                    <a:pt x="555" y="535"/>
                  </a:lnTo>
                  <a:lnTo>
                    <a:pt x="517" y="556"/>
                  </a:lnTo>
                  <a:lnTo>
                    <a:pt x="481" y="575"/>
                  </a:lnTo>
                  <a:lnTo>
                    <a:pt x="448" y="594"/>
                  </a:lnTo>
                  <a:lnTo>
                    <a:pt x="414" y="615"/>
                  </a:lnTo>
                  <a:lnTo>
                    <a:pt x="412" y="616"/>
                  </a:lnTo>
                  <a:lnTo>
                    <a:pt x="412" y="619"/>
                  </a:lnTo>
                  <a:lnTo>
                    <a:pt x="408" y="683"/>
                  </a:lnTo>
                  <a:lnTo>
                    <a:pt x="404" y="752"/>
                  </a:lnTo>
                  <a:lnTo>
                    <a:pt x="401" y="787"/>
                  </a:lnTo>
                  <a:lnTo>
                    <a:pt x="397" y="824"/>
                  </a:lnTo>
                  <a:lnTo>
                    <a:pt x="392" y="862"/>
                  </a:lnTo>
                  <a:lnTo>
                    <a:pt x="387" y="900"/>
                  </a:lnTo>
                  <a:lnTo>
                    <a:pt x="381" y="937"/>
                  </a:lnTo>
                  <a:lnTo>
                    <a:pt x="374" y="975"/>
                  </a:lnTo>
                  <a:lnTo>
                    <a:pt x="367" y="1013"/>
                  </a:lnTo>
                  <a:lnTo>
                    <a:pt x="359" y="1051"/>
                  </a:lnTo>
                  <a:lnTo>
                    <a:pt x="350" y="1088"/>
                  </a:lnTo>
                  <a:lnTo>
                    <a:pt x="340" y="1125"/>
                  </a:lnTo>
                  <a:lnTo>
                    <a:pt x="328" y="1161"/>
                  </a:lnTo>
                  <a:lnTo>
                    <a:pt x="316" y="1196"/>
                  </a:lnTo>
                  <a:lnTo>
                    <a:pt x="304" y="1227"/>
                  </a:lnTo>
                  <a:lnTo>
                    <a:pt x="291" y="1257"/>
                  </a:lnTo>
                  <a:lnTo>
                    <a:pt x="276" y="1285"/>
                  </a:lnTo>
                  <a:lnTo>
                    <a:pt x="262" y="1311"/>
                  </a:lnTo>
                  <a:lnTo>
                    <a:pt x="247" y="1334"/>
                  </a:lnTo>
                  <a:lnTo>
                    <a:pt x="231" y="1357"/>
                  </a:lnTo>
                  <a:lnTo>
                    <a:pt x="215" y="1376"/>
                  </a:lnTo>
                  <a:lnTo>
                    <a:pt x="199" y="1394"/>
                  </a:lnTo>
                  <a:lnTo>
                    <a:pt x="180" y="1409"/>
                  </a:lnTo>
                  <a:lnTo>
                    <a:pt x="163" y="1423"/>
                  </a:lnTo>
                  <a:lnTo>
                    <a:pt x="153" y="1429"/>
                  </a:lnTo>
                  <a:lnTo>
                    <a:pt x="144" y="1434"/>
                  </a:lnTo>
                  <a:lnTo>
                    <a:pt x="135" y="1439"/>
                  </a:lnTo>
                  <a:lnTo>
                    <a:pt x="124" y="1444"/>
                  </a:lnTo>
                  <a:lnTo>
                    <a:pt x="114" y="1448"/>
                  </a:lnTo>
                  <a:lnTo>
                    <a:pt x="105" y="1451"/>
                  </a:lnTo>
                  <a:lnTo>
                    <a:pt x="95" y="1454"/>
                  </a:lnTo>
                  <a:lnTo>
                    <a:pt x="85" y="1456"/>
                  </a:lnTo>
                  <a:lnTo>
                    <a:pt x="73" y="1458"/>
                  </a:lnTo>
                  <a:lnTo>
                    <a:pt x="63" y="1459"/>
                  </a:lnTo>
                  <a:lnTo>
                    <a:pt x="52" y="1460"/>
                  </a:lnTo>
                  <a:lnTo>
                    <a:pt x="42" y="1460"/>
                  </a:lnTo>
                  <a:lnTo>
                    <a:pt x="0" y="1423"/>
                  </a:lnTo>
                  <a:lnTo>
                    <a:pt x="22" y="1384"/>
                  </a:lnTo>
                  <a:lnTo>
                    <a:pt x="34" y="1383"/>
                  </a:lnTo>
                  <a:lnTo>
                    <a:pt x="44" y="1381"/>
                  </a:lnTo>
                  <a:lnTo>
                    <a:pt x="55" y="1377"/>
                  </a:lnTo>
                  <a:lnTo>
                    <a:pt x="65" y="1372"/>
                  </a:lnTo>
                  <a:lnTo>
                    <a:pt x="75" y="1366"/>
                  </a:lnTo>
                  <a:lnTo>
                    <a:pt x="86" y="1358"/>
                  </a:lnTo>
                  <a:lnTo>
                    <a:pt x="95" y="1349"/>
                  </a:lnTo>
                  <a:lnTo>
                    <a:pt x="104" y="1337"/>
                  </a:lnTo>
                  <a:lnTo>
                    <a:pt x="113" y="1326"/>
                  </a:lnTo>
                  <a:lnTo>
                    <a:pt x="122" y="1313"/>
                  </a:lnTo>
                  <a:lnTo>
                    <a:pt x="132" y="1298"/>
                  </a:lnTo>
                  <a:lnTo>
                    <a:pt x="140" y="1282"/>
                  </a:lnTo>
                  <a:lnTo>
                    <a:pt x="148" y="1265"/>
                  </a:lnTo>
                  <a:lnTo>
                    <a:pt x="156" y="1248"/>
                  </a:lnTo>
                  <a:lnTo>
                    <a:pt x="163" y="1228"/>
                  </a:lnTo>
                  <a:lnTo>
                    <a:pt x="171" y="1208"/>
                  </a:lnTo>
                  <a:lnTo>
                    <a:pt x="177" y="1186"/>
                  </a:lnTo>
                  <a:lnTo>
                    <a:pt x="185" y="1164"/>
                  </a:lnTo>
                  <a:lnTo>
                    <a:pt x="191" y="1140"/>
                  </a:lnTo>
                  <a:lnTo>
                    <a:pt x="197" y="1115"/>
                  </a:lnTo>
                  <a:lnTo>
                    <a:pt x="203" y="1089"/>
                  </a:lnTo>
                  <a:lnTo>
                    <a:pt x="208" y="1063"/>
                  </a:lnTo>
                  <a:lnTo>
                    <a:pt x="213" y="1035"/>
                  </a:lnTo>
                  <a:lnTo>
                    <a:pt x="217" y="1008"/>
                  </a:lnTo>
                  <a:lnTo>
                    <a:pt x="225" y="949"/>
                  </a:lnTo>
                  <a:lnTo>
                    <a:pt x="231" y="885"/>
                  </a:lnTo>
                  <a:lnTo>
                    <a:pt x="237" y="820"/>
                  </a:lnTo>
                  <a:lnTo>
                    <a:pt x="239" y="752"/>
                  </a:lnTo>
                  <a:lnTo>
                    <a:pt x="240" y="738"/>
                  </a:lnTo>
                  <a:lnTo>
                    <a:pt x="240" y="620"/>
                  </a:lnTo>
                  <a:lnTo>
                    <a:pt x="240" y="617"/>
                  </a:lnTo>
                  <a:lnTo>
                    <a:pt x="239" y="585"/>
                  </a:lnTo>
                  <a:lnTo>
                    <a:pt x="238" y="553"/>
                  </a:lnTo>
                  <a:lnTo>
                    <a:pt x="236" y="519"/>
                  </a:lnTo>
                  <a:lnTo>
                    <a:pt x="235" y="485"/>
                  </a:lnTo>
                  <a:lnTo>
                    <a:pt x="234" y="470"/>
                  </a:lnTo>
                  <a:lnTo>
                    <a:pt x="224" y="481"/>
                  </a:lnTo>
                  <a:lnTo>
                    <a:pt x="210" y="496"/>
                  </a:lnTo>
                  <a:lnTo>
                    <a:pt x="195" y="511"/>
                  </a:lnTo>
                  <a:lnTo>
                    <a:pt x="176" y="525"/>
                  </a:lnTo>
                  <a:lnTo>
                    <a:pt x="157" y="538"/>
                  </a:lnTo>
                  <a:lnTo>
                    <a:pt x="147" y="544"/>
                  </a:lnTo>
                  <a:lnTo>
                    <a:pt x="136" y="549"/>
                  </a:lnTo>
                  <a:lnTo>
                    <a:pt x="125" y="555"/>
                  </a:lnTo>
                  <a:lnTo>
                    <a:pt x="114" y="559"/>
                  </a:lnTo>
                  <a:lnTo>
                    <a:pt x="103" y="562"/>
                  </a:lnTo>
                  <a:lnTo>
                    <a:pt x="92" y="565"/>
                  </a:lnTo>
                  <a:lnTo>
                    <a:pt x="80" y="567"/>
                  </a:lnTo>
                  <a:lnTo>
                    <a:pt x="68" y="568"/>
                  </a:lnTo>
                  <a:lnTo>
                    <a:pt x="27" y="514"/>
                  </a:lnTo>
                  <a:lnTo>
                    <a:pt x="86" y="449"/>
                  </a:lnTo>
                  <a:lnTo>
                    <a:pt x="99" y="448"/>
                  </a:lnTo>
                  <a:lnTo>
                    <a:pt x="113" y="445"/>
                  </a:lnTo>
                  <a:lnTo>
                    <a:pt x="128" y="440"/>
                  </a:lnTo>
                  <a:lnTo>
                    <a:pt x="143" y="433"/>
                  </a:lnTo>
                  <a:lnTo>
                    <a:pt x="158" y="425"/>
                  </a:lnTo>
                  <a:lnTo>
                    <a:pt x="172" y="415"/>
                  </a:lnTo>
                  <a:lnTo>
                    <a:pt x="188" y="402"/>
                  </a:lnTo>
                  <a:lnTo>
                    <a:pt x="202" y="390"/>
                  </a:lnTo>
                  <a:lnTo>
                    <a:pt x="216" y="377"/>
                  </a:lnTo>
                  <a:lnTo>
                    <a:pt x="229" y="363"/>
                  </a:lnTo>
                  <a:lnTo>
                    <a:pt x="242" y="347"/>
                  </a:lnTo>
                  <a:lnTo>
                    <a:pt x="254" y="332"/>
                  </a:lnTo>
                  <a:lnTo>
                    <a:pt x="265" y="316"/>
                  </a:lnTo>
                  <a:lnTo>
                    <a:pt x="274" y="300"/>
                  </a:lnTo>
                  <a:lnTo>
                    <a:pt x="284" y="285"/>
                  </a:lnTo>
                  <a:lnTo>
                    <a:pt x="291" y="269"/>
                  </a:lnTo>
                  <a:lnTo>
                    <a:pt x="294" y="260"/>
                  </a:lnTo>
                  <a:lnTo>
                    <a:pt x="296" y="249"/>
                  </a:lnTo>
                  <a:lnTo>
                    <a:pt x="297" y="240"/>
                  </a:lnTo>
                  <a:lnTo>
                    <a:pt x="297" y="230"/>
                  </a:lnTo>
                  <a:lnTo>
                    <a:pt x="296" y="221"/>
                  </a:lnTo>
                  <a:lnTo>
                    <a:pt x="293" y="212"/>
                  </a:lnTo>
                  <a:lnTo>
                    <a:pt x="290" y="202"/>
                  </a:lnTo>
                  <a:lnTo>
                    <a:pt x="285" y="194"/>
                  </a:lnTo>
                  <a:lnTo>
                    <a:pt x="281" y="189"/>
                  </a:lnTo>
                  <a:lnTo>
                    <a:pt x="277" y="185"/>
                  </a:lnTo>
                  <a:lnTo>
                    <a:pt x="272" y="181"/>
                  </a:lnTo>
                  <a:lnTo>
                    <a:pt x="267" y="178"/>
                  </a:lnTo>
                  <a:lnTo>
                    <a:pt x="263" y="175"/>
                  </a:lnTo>
                  <a:lnTo>
                    <a:pt x="257" y="174"/>
                  </a:lnTo>
                  <a:lnTo>
                    <a:pt x="252" y="172"/>
                  </a:lnTo>
                  <a:lnTo>
                    <a:pt x="247" y="172"/>
                  </a:lnTo>
                  <a:lnTo>
                    <a:pt x="193" y="124"/>
                  </a:lnTo>
                  <a:lnTo>
                    <a:pt x="237" y="72"/>
                  </a:lnTo>
                  <a:lnTo>
                    <a:pt x="250" y="73"/>
                  </a:lnTo>
                  <a:lnTo>
                    <a:pt x="261" y="74"/>
                  </a:lnTo>
                  <a:lnTo>
                    <a:pt x="272" y="77"/>
                  </a:lnTo>
                  <a:lnTo>
                    <a:pt x="282" y="80"/>
                  </a:lnTo>
                  <a:lnTo>
                    <a:pt x="292" y="84"/>
                  </a:lnTo>
                  <a:lnTo>
                    <a:pt x="301" y="89"/>
                  </a:lnTo>
                  <a:lnTo>
                    <a:pt x="308" y="94"/>
                  </a:lnTo>
                  <a:lnTo>
                    <a:pt x="315" y="99"/>
                  </a:lnTo>
                  <a:lnTo>
                    <a:pt x="326" y="109"/>
                  </a:lnTo>
                  <a:lnTo>
                    <a:pt x="335" y="118"/>
                  </a:lnTo>
                  <a:lnTo>
                    <a:pt x="340" y="124"/>
                  </a:lnTo>
                  <a:lnTo>
                    <a:pt x="342" y="127"/>
                  </a:lnTo>
                  <a:lnTo>
                    <a:pt x="345" y="132"/>
                  </a:lnTo>
                  <a:lnTo>
                    <a:pt x="350" y="128"/>
                  </a:lnTo>
                  <a:lnTo>
                    <a:pt x="361" y="120"/>
                  </a:lnTo>
                  <a:lnTo>
                    <a:pt x="372" y="114"/>
                  </a:lnTo>
                  <a:lnTo>
                    <a:pt x="386" y="110"/>
                  </a:lnTo>
                  <a:lnTo>
                    <a:pt x="398" y="108"/>
                  </a:lnTo>
                  <a:lnTo>
                    <a:pt x="412" y="106"/>
                  </a:lnTo>
                  <a:lnTo>
                    <a:pt x="425" y="109"/>
                  </a:lnTo>
                  <a:lnTo>
                    <a:pt x="440" y="112"/>
                  </a:lnTo>
                  <a:lnTo>
                    <a:pt x="454" y="118"/>
                  </a:lnTo>
                  <a:lnTo>
                    <a:pt x="464" y="123"/>
                  </a:lnTo>
                  <a:lnTo>
                    <a:pt x="473" y="127"/>
                  </a:lnTo>
                  <a:lnTo>
                    <a:pt x="481" y="132"/>
                  </a:lnTo>
                  <a:lnTo>
                    <a:pt x="489" y="137"/>
                  </a:lnTo>
                  <a:lnTo>
                    <a:pt x="494" y="141"/>
                  </a:lnTo>
                  <a:lnTo>
                    <a:pt x="498" y="146"/>
                  </a:lnTo>
                  <a:lnTo>
                    <a:pt x="502" y="151"/>
                  </a:lnTo>
                  <a:lnTo>
                    <a:pt x="504" y="157"/>
                  </a:lnTo>
                  <a:lnTo>
                    <a:pt x="505" y="162"/>
                  </a:lnTo>
                  <a:lnTo>
                    <a:pt x="506" y="168"/>
                  </a:lnTo>
                  <a:lnTo>
                    <a:pt x="506" y="174"/>
                  </a:lnTo>
                  <a:lnTo>
                    <a:pt x="505" y="181"/>
                  </a:lnTo>
                  <a:lnTo>
                    <a:pt x="504" y="188"/>
                  </a:lnTo>
                  <a:lnTo>
                    <a:pt x="501" y="196"/>
                  </a:lnTo>
                  <a:lnTo>
                    <a:pt x="498" y="206"/>
                  </a:lnTo>
                  <a:lnTo>
                    <a:pt x="494" y="215"/>
                  </a:lnTo>
                  <a:lnTo>
                    <a:pt x="485" y="233"/>
                  </a:lnTo>
                  <a:lnTo>
                    <a:pt x="476" y="258"/>
                  </a:lnTo>
                  <a:lnTo>
                    <a:pt x="466" y="287"/>
                  </a:lnTo>
                  <a:lnTo>
                    <a:pt x="456" y="322"/>
                  </a:lnTo>
                  <a:lnTo>
                    <a:pt x="445" y="362"/>
                  </a:lnTo>
                  <a:lnTo>
                    <a:pt x="435" y="406"/>
                  </a:lnTo>
                  <a:lnTo>
                    <a:pt x="430" y="429"/>
                  </a:lnTo>
                  <a:lnTo>
                    <a:pt x="426" y="454"/>
                  </a:lnTo>
                  <a:lnTo>
                    <a:pt x="422" y="478"/>
                  </a:lnTo>
                  <a:lnTo>
                    <a:pt x="419" y="504"/>
                  </a:lnTo>
                  <a:lnTo>
                    <a:pt x="418" y="515"/>
                  </a:lnTo>
                  <a:lnTo>
                    <a:pt x="427" y="510"/>
                  </a:lnTo>
                  <a:lnTo>
                    <a:pt x="464" y="490"/>
                  </a:lnTo>
                  <a:lnTo>
                    <a:pt x="501" y="472"/>
                  </a:lnTo>
                  <a:lnTo>
                    <a:pt x="536" y="455"/>
                  </a:lnTo>
                  <a:lnTo>
                    <a:pt x="571" y="438"/>
                  </a:lnTo>
                  <a:lnTo>
                    <a:pt x="604" y="423"/>
                  </a:lnTo>
                  <a:lnTo>
                    <a:pt x="635" y="410"/>
                  </a:lnTo>
                  <a:lnTo>
                    <a:pt x="664" y="396"/>
                  </a:lnTo>
                  <a:lnTo>
                    <a:pt x="690" y="385"/>
                  </a:lnTo>
                  <a:lnTo>
                    <a:pt x="694" y="383"/>
                  </a:lnTo>
                  <a:lnTo>
                    <a:pt x="694" y="380"/>
                  </a:lnTo>
                  <a:lnTo>
                    <a:pt x="695" y="358"/>
                  </a:lnTo>
                  <a:lnTo>
                    <a:pt x="697" y="335"/>
                  </a:lnTo>
                  <a:lnTo>
                    <a:pt x="701" y="315"/>
                  </a:lnTo>
                  <a:lnTo>
                    <a:pt x="706" y="294"/>
                  </a:lnTo>
                  <a:lnTo>
                    <a:pt x="712" y="274"/>
                  </a:lnTo>
                  <a:lnTo>
                    <a:pt x="720" y="256"/>
                  </a:lnTo>
                  <a:lnTo>
                    <a:pt x="728" y="236"/>
                  </a:lnTo>
                  <a:lnTo>
                    <a:pt x="737" y="219"/>
                  </a:lnTo>
                  <a:lnTo>
                    <a:pt x="749" y="201"/>
                  </a:lnTo>
                  <a:lnTo>
                    <a:pt x="760" y="185"/>
                  </a:lnTo>
                  <a:lnTo>
                    <a:pt x="772" y="169"/>
                  </a:lnTo>
                  <a:lnTo>
                    <a:pt x="784" y="153"/>
                  </a:lnTo>
                  <a:lnTo>
                    <a:pt x="798" y="139"/>
                  </a:lnTo>
                  <a:lnTo>
                    <a:pt x="812" y="126"/>
                  </a:lnTo>
                  <a:lnTo>
                    <a:pt x="826" y="113"/>
                  </a:lnTo>
                  <a:lnTo>
                    <a:pt x="840" y="99"/>
                  </a:lnTo>
                  <a:lnTo>
                    <a:pt x="855" y="88"/>
                  </a:lnTo>
                  <a:lnTo>
                    <a:pt x="870" y="77"/>
                  </a:lnTo>
                  <a:lnTo>
                    <a:pt x="884" y="67"/>
                  </a:lnTo>
                  <a:lnTo>
                    <a:pt x="900" y="58"/>
                  </a:lnTo>
                  <a:lnTo>
                    <a:pt x="928" y="40"/>
                  </a:lnTo>
                  <a:lnTo>
                    <a:pt x="957" y="26"/>
                  </a:lnTo>
                  <a:lnTo>
                    <a:pt x="982" y="15"/>
                  </a:lnTo>
                  <a:lnTo>
                    <a:pt x="1006" y="7"/>
                  </a:lnTo>
                  <a:lnTo>
                    <a:pt x="1017" y="4"/>
                  </a:lnTo>
                  <a:lnTo>
                    <a:pt x="1026" y="2"/>
                  </a:lnTo>
                  <a:lnTo>
                    <a:pt x="1035" y="1"/>
                  </a:lnTo>
                  <a:lnTo>
                    <a:pt x="1042" y="0"/>
                  </a:lnTo>
                  <a:lnTo>
                    <a:pt x="1091" y="53"/>
                  </a:lnTo>
                  <a:lnTo>
                    <a:pt x="1042" y="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50" name="Freeform 50"/>
            <p:cNvSpPr>
              <a:spLocks/>
            </p:cNvSpPr>
            <p:nvPr userDrawn="1"/>
          </p:nvSpPr>
          <p:spPr bwMode="auto">
            <a:xfrm>
              <a:off x="7147" y="571"/>
              <a:ext cx="17" cy="15"/>
            </a:xfrm>
            <a:custGeom>
              <a:avLst/>
              <a:gdLst>
                <a:gd name="T0" fmla="*/ 44 w 202"/>
                <a:gd name="T1" fmla="*/ 0 h 178"/>
                <a:gd name="T2" fmla="*/ 32 w 202"/>
                <a:gd name="T3" fmla="*/ 1 h 178"/>
                <a:gd name="T4" fmla="*/ 21 w 202"/>
                <a:gd name="T5" fmla="*/ 3 h 178"/>
                <a:gd name="T6" fmla="*/ 17 w 202"/>
                <a:gd name="T7" fmla="*/ 5 h 178"/>
                <a:gd name="T8" fmla="*/ 13 w 202"/>
                <a:gd name="T9" fmla="*/ 7 h 178"/>
                <a:gd name="T10" fmla="*/ 10 w 202"/>
                <a:gd name="T11" fmla="*/ 9 h 178"/>
                <a:gd name="T12" fmla="*/ 8 w 202"/>
                <a:gd name="T13" fmla="*/ 12 h 178"/>
                <a:gd name="T14" fmla="*/ 4 w 202"/>
                <a:gd name="T15" fmla="*/ 19 h 178"/>
                <a:gd name="T16" fmla="*/ 1 w 202"/>
                <a:gd name="T17" fmla="*/ 25 h 178"/>
                <a:gd name="T18" fmla="*/ 0 w 202"/>
                <a:gd name="T19" fmla="*/ 32 h 178"/>
                <a:gd name="T20" fmla="*/ 1 w 202"/>
                <a:gd name="T21" fmla="*/ 38 h 178"/>
                <a:gd name="T22" fmla="*/ 2 w 202"/>
                <a:gd name="T23" fmla="*/ 45 h 178"/>
                <a:gd name="T24" fmla="*/ 5 w 202"/>
                <a:gd name="T25" fmla="*/ 51 h 178"/>
                <a:gd name="T26" fmla="*/ 7 w 202"/>
                <a:gd name="T27" fmla="*/ 57 h 178"/>
                <a:gd name="T28" fmla="*/ 10 w 202"/>
                <a:gd name="T29" fmla="*/ 63 h 178"/>
                <a:gd name="T30" fmla="*/ 15 w 202"/>
                <a:gd name="T31" fmla="*/ 74 h 178"/>
                <a:gd name="T32" fmla="*/ 22 w 202"/>
                <a:gd name="T33" fmla="*/ 84 h 178"/>
                <a:gd name="T34" fmla="*/ 30 w 202"/>
                <a:gd name="T35" fmla="*/ 95 h 178"/>
                <a:gd name="T36" fmla="*/ 38 w 202"/>
                <a:gd name="T37" fmla="*/ 104 h 178"/>
                <a:gd name="T38" fmla="*/ 48 w 202"/>
                <a:gd name="T39" fmla="*/ 114 h 178"/>
                <a:gd name="T40" fmla="*/ 59 w 202"/>
                <a:gd name="T41" fmla="*/ 124 h 178"/>
                <a:gd name="T42" fmla="*/ 69 w 202"/>
                <a:gd name="T43" fmla="*/ 133 h 178"/>
                <a:gd name="T44" fmla="*/ 80 w 202"/>
                <a:gd name="T45" fmla="*/ 141 h 178"/>
                <a:gd name="T46" fmla="*/ 91 w 202"/>
                <a:gd name="T47" fmla="*/ 149 h 178"/>
                <a:gd name="T48" fmla="*/ 102 w 202"/>
                <a:gd name="T49" fmla="*/ 156 h 178"/>
                <a:gd name="T50" fmla="*/ 114 w 202"/>
                <a:gd name="T51" fmla="*/ 162 h 178"/>
                <a:gd name="T52" fmla="*/ 125 w 202"/>
                <a:gd name="T53" fmla="*/ 168 h 178"/>
                <a:gd name="T54" fmla="*/ 136 w 202"/>
                <a:gd name="T55" fmla="*/ 172 h 178"/>
                <a:gd name="T56" fmla="*/ 146 w 202"/>
                <a:gd name="T57" fmla="*/ 175 h 178"/>
                <a:gd name="T58" fmla="*/ 157 w 202"/>
                <a:gd name="T59" fmla="*/ 177 h 178"/>
                <a:gd name="T60" fmla="*/ 166 w 202"/>
                <a:gd name="T61" fmla="*/ 178 h 178"/>
                <a:gd name="T62" fmla="*/ 171 w 202"/>
                <a:gd name="T63" fmla="*/ 178 h 178"/>
                <a:gd name="T64" fmla="*/ 176 w 202"/>
                <a:gd name="T65" fmla="*/ 177 h 178"/>
                <a:gd name="T66" fmla="*/ 181 w 202"/>
                <a:gd name="T67" fmla="*/ 176 h 178"/>
                <a:gd name="T68" fmla="*/ 185 w 202"/>
                <a:gd name="T69" fmla="*/ 174 h 178"/>
                <a:gd name="T70" fmla="*/ 188 w 202"/>
                <a:gd name="T71" fmla="*/ 172 h 178"/>
                <a:gd name="T72" fmla="*/ 192 w 202"/>
                <a:gd name="T73" fmla="*/ 170 h 178"/>
                <a:gd name="T74" fmla="*/ 195 w 202"/>
                <a:gd name="T75" fmla="*/ 167 h 178"/>
                <a:gd name="T76" fmla="*/ 197 w 202"/>
                <a:gd name="T77" fmla="*/ 163 h 178"/>
                <a:gd name="T78" fmla="*/ 200 w 202"/>
                <a:gd name="T79" fmla="*/ 158 h 178"/>
                <a:gd name="T80" fmla="*/ 201 w 202"/>
                <a:gd name="T81" fmla="*/ 153 h 178"/>
                <a:gd name="T82" fmla="*/ 202 w 202"/>
                <a:gd name="T83" fmla="*/ 147 h 178"/>
                <a:gd name="T84" fmla="*/ 202 w 202"/>
                <a:gd name="T85" fmla="*/ 141 h 178"/>
                <a:gd name="T86" fmla="*/ 202 w 202"/>
                <a:gd name="T87" fmla="*/ 134 h 178"/>
                <a:gd name="T88" fmla="*/ 201 w 202"/>
                <a:gd name="T89" fmla="*/ 126 h 178"/>
                <a:gd name="T90" fmla="*/ 199 w 202"/>
                <a:gd name="T91" fmla="*/ 118 h 178"/>
                <a:gd name="T92" fmla="*/ 196 w 202"/>
                <a:gd name="T93" fmla="*/ 109 h 178"/>
                <a:gd name="T94" fmla="*/ 193 w 202"/>
                <a:gd name="T95" fmla="*/ 100 h 178"/>
                <a:gd name="T96" fmla="*/ 189 w 202"/>
                <a:gd name="T97" fmla="*/ 91 h 178"/>
                <a:gd name="T98" fmla="*/ 185 w 202"/>
                <a:gd name="T99" fmla="*/ 83 h 178"/>
                <a:gd name="T100" fmla="*/ 179 w 202"/>
                <a:gd name="T101" fmla="*/ 75 h 178"/>
                <a:gd name="T102" fmla="*/ 173 w 202"/>
                <a:gd name="T103" fmla="*/ 65 h 178"/>
                <a:gd name="T104" fmla="*/ 167 w 202"/>
                <a:gd name="T105" fmla="*/ 57 h 178"/>
                <a:gd name="T106" fmla="*/ 160 w 202"/>
                <a:gd name="T107" fmla="*/ 50 h 178"/>
                <a:gd name="T108" fmla="*/ 151 w 202"/>
                <a:gd name="T109" fmla="*/ 43 h 178"/>
                <a:gd name="T110" fmla="*/ 138 w 202"/>
                <a:gd name="T111" fmla="*/ 34 h 178"/>
                <a:gd name="T112" fmla="*/ 125 w 202"/>
                <a:gd name="T113" fmla="*/ 25 h 178"/>
                <a:gd name="T114" fmla="*/ 111 w 202"/>
                <a:gd name="T115" fmla="*/ 18 h 178"/>
                <a:gd name="T116" fmla="*/ 97 w 202"/>
                <a:gd name="T117" fmla="*/ 11 h 178"/>
                <a:gd name="T118" fmla="*/ 83 w 202"/>
                <a:gd name="T119" fmla="*/ 6 h 178"/>
                <a:gd name="T120" fmla="*/ 70 w 202"/>
                <a:gd name="T121" fmla="*/ 3 h 178"/>
                <a:gd name="T122" fmla="*/ 57 w 202"/>
                <a:gd name="T123" fmla="*/ 1 h 178"/>
                <a:gd name="T124" fmla="*/ 44 w 202"/>
                <a:gd name="T125" fmla="*/ 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02" h="178">
                  <a:moveTo>
                    <a:pt x="44" y="0"/>
                  </a:moveTo>
                  <a:lnTo>
                    <a:pt x="32" y="1"/>
                  </a:lnTo>
                  <a:lnTo>
                    <a:pt x="21" y="3"/>
                  </a:lnTo>
                  <a:lnTo>
                    <a:pt x="17" y="5"/>
                  </a:lnTo>
                  <a:lnTo>
                    <a:pt x="13" y="7"/>
                  </a:lnTo>
                  <a:lnTo>
                    <a:pt x="10" y="9"/>
                  </a:lnTo>
                  <a:lnTo>
                    <a:pt x="8" y="12"/>
                  </a:lnTo>
                  <a:lnTo>
                    <a:pt x="4" y="19"/>
                  </a:lnTo>
                  <a:lnTo>
                    <a:pt x="1" y="25"/>
                  </a:lnTo>
                  <a:lnTo>
                    <a:pt x="0" y="32"/>
                  </a:lnTo>
                  <a:lnTo>
                    <a:pt x="1" y="38"/>
                  </a:lnTo>
                  <a:lnTo>
                    <a:pt x="2" y="45"/>
                  </a:lnTo>
                  <a:lnTo>
                    <a:pt x="5" y="51"/>
                  </a:lnTo>
                  <a:lnTo>
                    <a:pt x="7" y="57"/>
                  </a:lnTo>
                  <a:lnTo>
                    <a:pt x="10" y="63"/>
                  </a:lnTo>
                  <a:lnTo>
                    <a:pt x="15" y="74"/>
                  </a:lnTo>
                  <a:lnTo>
                    <a:pt x="22" y="84"/>
                  </a:lnTo>
                  <a:lnTo>
                    <a:pt x="30" y="95"/>
                  </a:lnTo>
                  <a:lnTo>
                    <a:pt x="38" y="104"/>
                  </a:lnTo>
                  <a:lnTo>
                    <a:pt x="48" y="114"/>
                  </a:lnTo>
                  <a:lnTo>
                    <a:pt x="59" y="124"/>
                  </a:lnTo>
                  <a:lnTo>
                    <a:pt x="69" y="133"/>
                  </a:lnTo>
                  <a:lnTo>
                    <a:pt x="80" y="141"/>
                  </a:lnTo>
                  <a:lnTo>
                    <a:pt x="91" y="149"/>
                  </a:lnTo>
                  <a:lnTo>
                    <a:pt x="102" y="156"/>
                  </a:lnTo>
                  <a:lnTo>
                    <a:pt x="114" y="162"/>
                  </a:lnTo>
                  <a:lnTo>
                    <a:pt x="125" y="168"/>
                  </a:lnTo>
                  <a:lnTo>
                    <a:pt x="136" y="172"/>
                  </a:lnTo>
                  <a:lnTo>
                    <a:pt x="146" y="175"/>
                  </a:lnTo>
                  <a:lnTo>
                    <a:pt x="157" y="177"/>
                  </a:lnTo>
                  <a:lnTo>
                    <a:pt x="166" y="178"/>
                  </a:lnTo>
                  <a:lnTo>
                    <a:pt x="171" y="178"/>
                  </a:lnTo>
                  <a:lnTo>
                    <a:pt x="176" y="177"/>
                  </a:lnTo>
                  <a:lnTo>
                    <a:pt x="181" y="176"/>
                  </a:lnTo>
                  <a:lnTo>
                    <a:pt x="185" y="174"/>
                  </a:lnTo>
                  <a:lnTo>
                    <a:pt x="188" y="172"/>
                  </a:lnTo>
                  <a:lnTo>
                    <a:pt x="192" y="170"/>
                  </a:lnTo>
                  <a:lnTo>
                    <a:pt x="195" y="167"/>
                  </a:lnTo>
                  <a:lnTo>
                    <a:pt x="197" y="163"/>
                  </a:lnTo>
                  <a:lnTo>
                    <a:pt x="200" y="158"/>
                  </a:lnTo>
                  <a:lnTo>
                    <a:pt x="201" y="153"/>
                  </a:lnTo>
                  <a:lnTo>
                    <a:pt x="202" y="147"/>
                  </a:lnTo>
                  <a:lnTo>
                    <a:pt x="202" y="141"/>
                  </a:lnTo>
                  <a:lnTo>
                    <a:pt x="202" y="134"/>
                  </a:lnTo>
                  <a:lnTo>
                    <a:pt x="201" y="126"/>
                  </a:lnTo>
                  <a:lnTo>
                    <a:pt x="199" y="118"/>
                  </a:lnTo>
                  <a:lnTo>
                    <a:pt x="196" y="109"/>
                  </a:lnTo>
                  <a:lnTo>
                    <a:pt x="193" y="100"/>
                  </a:lnTo>
                  <a:lnTo>
                    <a:pt x="189" y="91"/>
                  </a:lnTo>
                  <a:lnTo>
                    <a:pt x="185" y="83"/>
                  </a:lnTo>
                  <a:lnTo>
                    <a:pt x="179" y="75"/>
                  </a:lnTo>
                  <a:lnTo>
                    <a:pt x="173" y="65"/>
                  </a:lnTo>
                  <a:lnTo>
                    <a:pt x="167" y="57"/>
                  </a:lnTo>
                  <a:lnTo>
                    <a:pt x="160" y="50"/>
                  </a:lnTo>
                  <a:lnTo>
                    <a:pt x="151" y="43"/>
                  </a:lnTo>
                  <a:lnTo>
                    <a:pt x="138" y="34"/>
                  </a:lnTo>
                  <a:lnTo>
                    <a:pt x="125" y="25"/>
                  </a:lnTo>
                  <a:lnTo>
                    <a:pt x="111" y="18"/>
                  </a:lnTo>
                  <a:lnTo>
                    <a:pt x="97" y="11"/>
                  </a:lnTo>
                  <a:lnTo>
                    <a:pt x="83" y="6"/>
                  </a:lnTo>
                  <a:lnTo>
                    <a:pt x="70" y="3"/>
                  </a:lnTo>
                  <a:lnTo>
                    <a:pt x="57" y="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51" name="Freeform 51"/>
            <p:cNvSpPr>
              <a:spLocks/>
            </p:cNvSpPr>
            <p:nvPr userDrawn="1"/>
          </p:nvSpPr>
          <p:spPr bwMode="auto">
            <a:xfrm>
              <a:off x="6747" y="571"/>
              <a:ext cx="17" cy="13"/>
            </a:xfrm>
            <a:custGeom>
              <a:avLst/>
              <a:gdLst>
                <a:gd name="T0" fmla="*/ 39 w 203"/>
                <a:gd name="T1" fmla="*/ 0 h 161"/>
                <a:gd name="T2" fmla="*/ 31 w 203"/>
                <a:gd name="T3" fmla="*/ 1 h 161"/>
                <a:gd name="T4" fmla="*/ 23 w 203"/>
                <a:gd name="T5" fmla="*/ 3 h 161"/>
                <a:gd name="T6" fmla="*/ 17 w 203"/>
                <a:gd name="T7" fmla="*/ 7 h 161"/>
                <a:gd name="T8" fmla="*/ 11 w 203"/>
                <a:gd name="T9" fmla="*/ 12 h 161"/>
                <a:gd name="T10" fmla="*/ 6 w 203"/>
                <a:gd name="T11" fmla="*/ 18 h 161"/>
                <a:gd name="T12" fmla="*/ 3 w 203"/>
                <a:gd name="T13" fmla="*/ 26 h 161"/>
                <a:gd name="T14" fmla="*/ 1 w 203"/>
                <a:gd name="T15" fmla="*/ 32 h 161"/>
                <a:gd name="T16" fmla="*/ 0 w 203"/>
                <a:gd name="T17" fmla="*/ 39 h 161"/>
                <a:gd name="T18" fmla="*/ 1 w 203"/>
                <a:gd name="T19" fmla="*/ 46 h 161"/>
                <a:gd name="T20" fmla="*/ 2 w 203"/>
                <a:gd name="T21" fmla="*/ 53 h 161"/>
                <a:gd name="T22" fmla="*/ 4 w 203"/>
                <a:gd name="T23" fmla="*/ 60 h 161"/>
                <a:gd name="T24" fmla="*/ 8 w 203"/>
                <a:gd name="T25" fmla="*/ 68 h 161"/>
                <a:gd name="T26" fmla="*/ 13 w 203"/>
                <a:gd name="T27" fmla="*/ 78 h 161"/>
                <a:gd name="T28" fmla="*/ 19 w 203"/>
                <a:gd name="T29" fmla="*/ 86 h 161"/>
                <a:gd name="T30" fmla="*/ 26 w 203"/>
                <a:gd name="T31" fmla="*/ 94 h 161"/>
                <a:gd name="T32" fmla="*/ 34 w 203"/>
                <a:gd name="T33" fmla="*/ 103 h 161"/>
                <a:gd name="T34" fmla="*/ 42 w 203"/>
                <a:gd name="T35" fmla="*/ 111 h 161"/>
                <a:gd name="T36" fmla="*/ 52 w 203"/>
                <a:gd name="T37" fmla="*/ 118 h 161"/>
                <a:gd name="T38" fmla="*/ 62 w 203"/>
                <a:gd name="T39" fmla="*/ 126 h 161"/>
                <a:gd name="T40" fmla="*/ 73 w 203"/>
                <a:gd name="T41" fmla="*/ 133 h 161"/>
                <a:gd name="T42" fmla="*/ 83 w 203"/>
                <a:gd name="T43" fmla="*/ 139 h 161"/>
                <a:gd name="T44" fmla="*/ 94 w 203"/>
                <a:gd name="T45" fmla="*/ 144 h 161"/>
                <a:gd name="T46" fmla="*/ 105 w 203"/>
                <a:gd name="T47" fmla="*/ 149 h 161"/>
                <a:gd name="T48" fmla="*/ 117 w 203"/>
                <a:gd name="T49" fmla="*/ 153 h 161"/>
                <a:gd name="T50" fmla="*/ 128 w 203"/>
                <a:gd name="T51" fmla="*/ 157 h 161"/>
                <a:gd name="T52" fmla="*/ 139 w 203"/>
                <a:gd name="T53" fmla="*/ 159 h 161"/>
                <a:gd name="T54" fmla="*/ 149 w 203"/>
                <a:gd name="T55" fmla="*/ 161 h 161"/>
                <a:gd name="T56" fmla="*/ 159 w 203"/>
                <a:gd name="T57" fmla="*/ 161 h 161"/>
                <a:gd name="T58" fmla="*/ 167 w 203"/>
                <a:gd name="T59" fmla="*/ 161 h 161"/>
                <a:gd name="T60" fmla="*/ 173 w 203"/>
                <a:gd name="T61" fmla="*/ 160 h 161"/>
                <a:gd name="T62" fmla="*/ 179 w 203"/>
                <a:gd name="T63" fmla="*/ 159 h 161"/>
                <a:gd name="T64" fmla="*/ 184 w 203"/>
                <a:gd name="T65" fmla="*/ 157 h 161"/>
                <a:gd name="T66" fmla="*/ 189 w 203"/>
                <a:gd name="T67" fmla="*/ 155 h 161"/>
                <a:gd name="T68" fmla="*/ 193 w 203"/>
                <a:gd name="T69" fmla="*/ 152 h 161"/>
                <a:gd name="T70" fmla="*/ 197 w 203"/>
                <a:gd name="T71" fmla="*/ 149 h 161"/>
                <a:gd name="T72" fmla="*/ 201 w 203"/>
                <a:gd name="T73" fmla="*/ 145 h 161"/>
                <a:gd name="T74" fmla="*/ 202 w 203"/>
                <a:gd name="T75" fmla="*/ 142 h 161"/>
                <a:gd name="T76" fmla="*/ 203 w 203"/>
                <a:gd name="T77" fmla="*/ 139 h 161"/>
                <a:gd name="T78" fmla="*/ 203 w 203"/>
                <a:gd name="T79" fmla="*/ 135 h 161"/>
                <a:gd name="T80" fmla="*/ 203 w 203"/>
                <a:gd name="T81" fmla="*/ 131 h 161"/>
                <a:gd name="T82" fmla="*/ 201 w 203"/>
                <a:gd name="T83" fmla="*/ 124 h 161"/>
                <a:gd name="T84" fmla="*/ 198 w 203"/>
                <a:gd name="T85" fmla="*/ 117 h 161"/>
                <a:gd name="T86" fmla="*/ 193 w 203"/>
                <a:gd name="T87" fmla="*/ 107 h 161"/>
                <a:gd name="T88" fmla="*/ 187 w 203"/>
                <a:gd name="T89" fmla="*/ 98 h 161"/>
                <a:gd name="T90" fmla="*/ 179 w 203"/>
                <a:gd name="T91" fmla="*/ 88 h 161"/>
                <a:gd name="T92" fmla="*/ 171 w 203"/>
                <a:gd name="T93" fmla="*/ 78 h 161"/>
                <a:gd name="T94" fmla="*/ 162 w 203"/>
                <a:gd name="T95" fmla="*/ 68 h 161"/>
                <a:gd name="T96" fmla="*/ 151 w 203"/>
                <a:gd name="T97" fmla="*/ 58 h 161"/>
                <a:gd name="T98" fmla="*/ 140 w 203"/>
                <a:gd name="T99" fmla="*/ 49 h 161"/>
                <a:gd name="T100" fmla="*/ 129 w 203"/>
                <a:gd name="T101" fmla="*/ 40 h 161"/>
                <a:gd name="T102" fmla="*/ 118 w 203"/>
                <a:gd name="T103" fmla="*/ 32 h 161"/>
                <a:gd name="T104" fmla="*/ 105 w 203"/>
                <a:gd name="T105" fmla="*/ 24 h 161"/>
                <a:gd name="T106" fmla="*/ 94 w 203"/>
                <a:gd name="T107" fmla="*/ 17 h 161"/>
                <a:gd name="T108" fmla="*/ 82 w 203"/>
                <a:gd name="T109" fmla="*/ 11 h 161"/>
                <a:gd name="T110" fmla="*/ 71 w 203"/>
                <a:gd name="T111" fmla="*/ 6 h 161"/>
                <a:gd name="T112" fmla="*/ 60 w 203"/>
                <a:gd name="T113" fmla="*/ 3 h 161"/>
                <a:gd name="T114" fmla="*/ 49 w 203"/>
                <a:gd name="T115" fmla="*/ 1 h 161"/>
                <a:gd name="T116" fmla="*/ 39 w 203"/>
                <a:gd name="T117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3" h="161">
                  <a:moveTo>
                    <a:pt x="39" y="0"/>
                  </a:moveTo>
                  <a:lnTo>
                    <a:pt x="31" y="1"/>
                  </a:lnTo>
                  <a:lnTo>
                    <a:pt x="23" y="3"/>
                  </a:lnTo>
                  <a:lnTo>
                    <a:pt x="17" y="7"/>
                  </a:lnTo>
                  <a:lnTo>
                    <a:pt x="11" y="12"/>
                  </a:lnTo>
                  <a:lnTo>
                    <a:pt x="6" y="18"/>
                  </a:lnTo>
                  <a:lnTo>
                    <a:pt x="3" y="26"/>
                  </a:lnTo>
                  <a:lnTo>
                    <a:pt x="1" y="32"/>
                  </a:lnTo>
                  <a:lnTo>
                    <a:pt x="0" y="39"/>
                  </a:lnTo>
                  <a:lnTo>
                    <a:pt x="1" y="46"/>
                  </a:lnTo>
                  <a:lnTo>
                    <a:pt x="2" y="53"/>
                  </a:lnTo>
                  <a:lnTo>
                    <a:pt x="4" y="60"/>
                  </a:lnTo>
                  <a:lnTo>
                    <a:pt x="8" y="68"/>
                  </a:lnTo>
                  <a:lnTo>
                    <a:pt x="13" y="78"/>
                  </a:lnTo>
                  <a:lnTo>
                    <a:pt x="19" y="86"/>
                  </a:lnTo>
                  <a:lnTo>
                    <a:pt x="26" y="94"/>
                  </a:lnTo>
                  <a:lnTo>
                    <a:pt x="34" y="103"/>
                  </a:lnTo>
                  <a:lnTo>
                    <a:pt x="42" y="111"/>
                  </a:lnTo>
                  <a:lnTo>
                    <a:pt x="52" y="118"/>
                  </a:lnTo>
                  <a:lnTo>
                    <a:pt x="62" y="126"/>
                  </a:lnTo>
                  <a:lnTo>
                    <a:pt x="73" y="133"/>
                  </a:lnTo>
                  <a:lnTo>
                    <a:pt x="83" y="139"/>
                  </a:lnTo>
                  <a:lnTo>
                    <a:pt x="94" y="144"/>
                  </a:lnTo>
                  <a:lnTo>
                    <a:pt x="105" y="149"/>
                  </a:lnTo>
                  <a:lnTo>
                    <a:pt x="117" y="153"/>
                  </a:lnTo>
                  <a:lnTo>
                    <a:pt x="128" y="157"/>
                  </a:lnTo>
                  <a:lnTo>
                    <a:pt x="139" y="159"/>
                  </a:lnTo>
                  <a:lnTo>
                    <a:pt x="149" y="161"/>
                  </a:lnTo>
                  <a:lnTo>
                    <a:pt x="159" y="161"/>
                  </a:lnTo>
                  <a:lnTo>
                    <a:pt x="167" y="161"/>
                  </a:lnTo>
                  <a:lnTo>
                    <a:pt x="173" y="160"/>
                  </a:lnTo>
                  <a:lnTo>
                    <a:pt x="179" y="159"/>
                  </a:lnTo>
                  <a:lnTo>
                    <a:pt x="184" y="157"/>
                  </a:lnTo>
                  <a:lnTo>
                    <a:pt x="189" y="155"/>
                  </a:lnTo>
                  <a:lnTo>
                    <a:pt x="193" y="152"/>
                  </a:lnTo>
                  <a:lnTo>
                    <a:pt x="197" y="149"/>
                  </a:lnTo>
                  <a:lnTo>
                    <a:pt x="201" y="145"/>
                  </a:lnTo>
                  <a:lnTo>
                    <a:pt x="202" y="142"/>
                  </a:lnTo>
                  <a:lnTo>
                    <a:pt x="203" y="139"/>
                  </a:lnTo>
                  <a:lnTo>
                    <a:pt x="203" y="135"/>
                  </a:lnTo>
                  <a:lnTo>
                    <a:pt x="203" y="131"/>
                  </a:lnTo>
                  <a:lnTo>
                    <a:pt x="201" y="124"/>
                  </a:lnTo>
                  <a:lnTo>
                    <a:pt x="198" y="117"/>
                  </a:lnTo>
                  <a:lnTo>
                    <a:pt x="193" y="107"/>
                  </a:lnTo>
                  <a:lnTo>
                    <a:pt x="187" y="98"/>
                  </a:lnTo>
                  <a:lnTo>
                    <a:pt x="179" y="88"/>
                  </a:lnTo>
                  <a:lnTo>
                    <a:pt x="171" y="78"/>
                  </a:lnTo>
                  <a:lnTo>
                    <a:pt x="162" y="68"/>
                  </a:lnTo>
                  <a:lnTo>
                    <a:pt x="151" y="58"/>
                  </a:lnTo>
                  <a:lnTo>
                    <a:pt x="140" y="49"/>
                  </a:lnTo>
                  <a:lnTo>
                    <a:pt x="129" y="40"/>
                  </a:lnTo>
                  <a:lnTo>
                    <a:pt x="118" y="32"/>
                  </a:lnTo>
                  <a:lnTo>
                    <a:pt x="105" y="24"/>
                  </a:lnTo>
                  <a:lnTo>
                    <a:pt x="94" y="17"/>
                  </a:lnTo>
                  <a:lnTo>
                    <a:pt x="82" y="11"/>
                  </a:lnTo>
                  <a:lnTo>
                    <a:pt x="71" y="6"/>
                  </a:lnTo>
                  <a:lnTo>
                    <a:pt x="60" y="3"/>
                  </a:lnTo>
                  <a:lnTo>
                    <a:pt x="49" y="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52" name="Freeform 52"/>
            <p:cNvSpPr>
              <a:spLocks/>
            </p:cNvSpPr>
            <p:nvPr userDrawn="1"/>
          </p:nvSpPr>
          <p:spPr bwMode="auto">
            <a:xfrm>
              <a:off x="6162" y="347"/>
              <a:ext cx="109" cy="148"/>
            </a:xfrm>
            <a:custGeom>
              <a:avLst/>
              <a:gdLst>
                <a:gd name="T0" fmla="*/ 139 w 1310"/>
                <a:gd name="T1" fmla="*/ 1401 h 1770"/>
                <a:gd name="T2" fmla="*/ 306 w 1310"/>
                <a:gd name="T3" fmla="*/ 1438 h 1770"/>
                <a:gd name="T4" fmla="*/ 458 w 1310"/>
                <a:gd name="T5" fmla="*/ 1457 h 1770"/>
                <a:gd name="T6" fmla="*/ 615 w 1310"/>
                <a:gd name="T7" fmla="*/ 1458 h 1770"/>
                <a:gd name="T8" fmla="*/ 741 w 1310"/>
                <a:gd name="T9" fmla="*/ 1434 h 1770"/>
                <a:gd name="T10" fmla="*/ 790 w 1310"/>
                <a:gd name="T11" fmla="*/ 1409 h 1770"/>
                <a:gd name="T12" fmla="*/ 825 w 1310"/>
                <a:gd name="T13" fmla="*/ 1378 h 1770"/>
                <a:gd name="T14" fmla="*/ 844 w 1310"/>
                <a:gd name="T15" fmla="*/ 1337 h 1770"/>
                <a:gd name="T16" fmla="*/ 848 w 1310"/>
                <a:gd name="T17" fmla="*/ 1285 h 1770"/>
                <a:gd name="T18" fmla="*/ 824 w 1310"/>
                <a:gd name="T19" fmla="*/ 1220 h 1770"/>
                <a:gd name="T20" fmla="*/ 749 w 1310"/>
                <a:gd name="T21" fmla="*/ 1161 h 1770"/>
                <a:gd name="T22" fmla="*/ 571 w 1310"/>
                <a:gd name="T23" fmla="*/ 1078 h 1770"/>
                <a:gd name="T24" fmla="*/ 321 w 1310"/>
                <a:gd name="T25" fmla="*/ 964 h 1770"/>
                <a:gd name="T26" fmla="*/ 198 w 1310"/>
                <a:gd name="T27" fmla="*/ 893 h 1770"/>
                <a:gd name="T28" fmla="*/ 116 w 1310"/>
                <a:gd name="T29" fmla="*/ 826 h 1770"/>
                <a:gd name="T30" fmla="*/ 52 w 1310"/>
                <a:gd name="T31" fmla="*/ 736 h 1770"/>
                <a:gd name="T32" fmla="*/ 13 w 1310"/>
                <a:gd name="T33" fmla="*/ 633 h 1770"/>
                <a:gd name="T34" fmla="*/ 0 w 1310"/>
                <a:gd name="T35" fmla="*/ 516 h 1770"/>
                <a:gd name="T36" fmla="*/ 19 w 1310"/>
                <a:gd name="T37" fmla="*/ 370 h 1770"/>
                <a:gd name="T38" fmla="*/ 75 w 1310"/>
                <a:gd name="T39" fmla="*/ 247 h 1770"/>
                <a:gd name="T40" fmla="*/ 169 w 1310"/>
                <a:gd name="T41" fmla="*/ 148 h 1770"/>
                <a:gd name="T42" fmla="*/ 294 w 1310"/>
                <a:gd name="T43" fmla="*/ 73 h 1770"/>
                <a:gd name="T44" fmla="*/ 443 w 1310"/>
                <a:gd name="T45" fmla="*/ 24 h 1770"/>
                <a:gd name="T46" fmla="*/ 614 w 1310"/>
                <a:gd name="T47" fmla="*/ 2 h 1770"/>
                <a:gd name="T48" fmla="*/ 836 w 1310"/>
                <a:gd name="T49" fmla="*/ 8 h 1770"/>
                <a:gd name="T50" fmla="*/ 1177 w 1310"/>
                <a:gd name="T51" fmla="*/ 61 h 1770"/>
                <a:gd name="T52" fmla="*/ 1060 w 1310"/>
                <a:gd name="T53" fmla="*/ 344 h 1770"/>
                <a:gd name="T54" fmla="*/ 921 w 1310"/>
                <a:gd name="T55" fmla="*/ 309 h 1770"/>
                <a:gd name="T56" fmla="*/ 787 w 1310"/>
                <a:gd name="T57" fmla="*/ 292 h 1770"/>
                <a:gd name="T58" fmla="*/ 638 w 1310"/>
                <a:gd name="T59" fmla="*/ 296 h 1770"/>
                <a:gd name="T60" fmla="*/ 521 w 1310"/>
                <a:gd name="T61" fmla="*/ 331 h 1770"/>
                <a:gd name="T62" fmla="*/ 483 w 1310"/>
                <a:gd name="T63" fmla="*/ 359 h 1770"/>
                <a:gd name="T64" fmla="*/ 459 w 1310"/>
                <a:gd name="T65" fmla="*/ 395 h 1770"/>
                <a:gd name="T66" fmla="*/ 450 w 1310"/>
                <a:gd name="T67" fmla="*/ 439 h 1770"/>
                <a:gd name="T68" fmla="*/ 463 w 1310"/>
                <a:gd name="T69" fmla="*/ 502 h 1770"/>
                <a:gd name="T70" fmla="*/ 521 w 1310"/>
                <a:gd name="T71" fmla="*/ 553 h 1770"/>
                <a:gd name="T72" fmla="*/ 674 w 1310"/>
                <a:gd name="T73" fmla="*/ 629 h 1770"/>
                <a:gd name="T74" fmla="*/ 946 w 1310"/>
                <a:gd name="T75" fmla="*/ 756 h 1770"/>
                <a:gd name="T76" fmla="*/ 1080 w 1310"/>
                <a:gd name="T77" fmla="*/ 832 h 1770"/>
                <a:gd name="T78" fmla="*/ 1174 w 1310"/>
                <a:gd name="T79" fmla="*/ 901 h 1770"/>
                <a:gd name="T80" fmla="*/ 1241 w 1310"/>
                <a:gd name="T81" fmla="*/ 979 h 1770"/>
                <a:gd name="T82" fmla="*/ 1287 w 1310"/>
                <a:gd name="T83" fmla="*/ 1074 h 1770"/>
                <a:gd name="T84" fmla="*/ 1308 w 1310"/>
                <a:gd name="T85" fmla="*/ 1182 h 1770"/>
                <a:gd name="T86" fmla="*/ 1301 w 1310"/>
                <a:gd name="T87" fmla="*/ 1328 h 1770"/>
                <a:gd name="T88" fmla="*/ 1276 w 1310"/>
                <a:gd name="T89" fmla="*/ 1418 h 1770"/>
                <a:gd name="T90" fmla="*/ 1242 w 1310"/>
                <a:gd name="T91" fmla="*/ 1486 h 1770"/>
                <a:gd name="T92" fmla="*/ 1196 w 1310"/>
                <a:gd name="T93" fmla="*/ 1547 h 1770"/>
                <a:gd name="T94" fmla="*/ 1098 w 1310"/>
                <a:gd name="T95" fmla="*/ 1633 h 1770"/>
                <a:gd name="T96" fmla="*/ 965 w 1310"/>
                <a:gd name="T97" fmla="*/ 1703 h 1770"/>
                <a:gd name="T98" fmla="*/ 813 w 1310"/>
                <a:gd name="T99" fmla="*/ 1747 h 1770"/>
                <a:gd name="T100" fmla="*/ 639 w 1310"/>
                <a:gd name="T101" fmla="*/ 1768 h 1770"/>
                <a:gd name="T102" fmla="*/ 366 w 1310"/>
                <a:gd name="T103" fmla="*/ 1761 h 1770"/>
                <a:gd name="T104" fmla="*/ 34 w 1310"/>
                <a:gd name="T105" fmla="*/ 1707 h 1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310" h="1770">
                  <a:moveTo>
                    <a:pt x="34" y="1707"/>
                  </a:moveTo>
                  <a:lnTo>
                    <a:pt x="34" y="1371"/>
                  </a:lnTo>
                  <a:lnTo>
                    <a:pt x="70" y="1382"/>
                  </a:lnTo>
                  <a:lnTo>
                    <a:pt x="105" y="1392"/>
                  </a:lnTo>
                  <a:lnTo>
                    <a:pt x="139" y="1401"/>
                  </a:lnTo>
                  <a:lnTo>
                    <a:pt x="174" y="1410"/>
                  </a:lnTo>
                  <a:lnTo>
                    <a:pt x="208" y="1419"/>
                  </a:lnTo>
                  <a:lnTo>
                    <a:pt x="240" y="1426"/>
                  </a:lnTo>
                  <a:lnTo>
                    <a:pt x="273" y="1432"/>
                  </a:lnTo>
                  <a:lnTo>
                    <a:pt x="306" y="1438"/>
                  </a:lnTo>
                  <a:lnTo>
                    <a:pt x="336" y="1444"/>
                  </a:lnTo>
                  <a:lnTo>
                    <a:pt x="368" y="1448"/>
                  </a:lnTo>
                  <a:lnTo>
                    <a:pt x="399" y="1452"/>
                  </a:lnTo>
                  <a:lnTo>
                    <a:pt x="428" y="1455"/>
                  </a:lnTo>
                  <a:lnTo>
                    <a:pt x="458" y="1457"/>
                  </a:lnTo>
                  <a:lnTo>
                    <a:pt x="486" y="1459"/>
                  </a:lnTo>
                  <a:lnTo>
                    <a:pt x="515" y="1460"/>
                  </a:lnTo>
                  <a:lnTo>
                    <a:pt x="543" y="1461"/>
                  </a:lnTo>
                  <a:lnTo>
                    <a:pt x="580" y="1460"/>
                  </a:lnTo>
                  <a:lnTo>
                    <a:pt x="615" y="1458"/>
                  </a:lnTo>
                  <a:lnTo>
                    <a:pt x="646" y="1455"/>
                  </a:lnTo>
                  <a:lnTo>
                    <a:pt x="677" y="1451"/>
                  </a:lnTo>
                  <a:lnTo>
                    <a:pt x="705" y="1445"/>
                  </a:lnTo>
                  <a:lnTo>
                    <a:pt x="729" y="1438"/>
                  </a:lnTo>
                  <a:lnTo>
                    <a:pt x="741" y="1434"/>
                  </a:lnTo>
                  <a:lnTo>
                    <a:pt x="751" y="1430"/>
                  </a:lnTo>
                  <a:lnTo>
                    <a:pt x="763" y="1426"/>
                  </a:lnTo>
                  <a:lnTo>
                    <a:pt x="772" y="1421"/>
                  </a:lnTo>
                  <a:lnTo>
                    <a:pt x="781" y="1416"/>
                  </a:lnTo>
                  <a:lnTo>
                    <a:pt x="790" y="1409"/>
                  </a:lnTo>
                  <a:lnTo>
                    <a:pt x="798" y="1404"/>
                  </a:lnTo>
                  <a:lnTo>
                    <a:pt x="805" y="1398"/>
                  </a:lnTo>
                  <a:lnTo>
                    <a:pt x="813" y="1391"/>
                  </a:lnTo>
                  <a:lnTo>
                    <a:pt x="819" y="1385"/>
                  </a:lnTo>
                  <a:lnTo>
                    <a:pt x="825" y="1378"/>
                  </a:lnTo>
                  <a:lnTo>
                    <a:pt x="829" y="1370"/>
                  </a:lnTo>
                  <a:lnTo>
                    <a:pt x="834" y="1362"/>
                  </a:lnTo>
                  <a:lnTo>
                    <a:pt x="838" y="1354"/>
                  </a:lnTo>
                  <a:lnTo>
                    <a:pt x="841" y="1346"/>
                  </a:lnTo>
                  <a:lnTo>
                    <a:pt x="844" y="1337"/>
                  </a:lnTo>
                  <a:lnTo>
                    <a:pt x="846" y="1329"/>
                  </a:lnTo>
                  <a:lnTo>
                    <a:pt x="847" y="1319"/>
                  </a:lnTo>
                  <a:lnTo>
                    <a:pt x="848" y="1309"/>
                  </a:lnTo>
                  <a:lnTo>
                    <a:pt x="848" y="1299"/>
                  </a:lnTo>
                  <a:lnTo>
                    <a:pt x="848" y="1285"/>
                  </a:lnTo>
                  <a:lnTo>
                    <a:pt x="845" y="1271"/>
                  </a:lnTo>
                  <a:lnTo>
                    <a:pt x="842" y="1257"/>
                  </a:lnTo>
                  <a:lnTo>
                    <a:pt x="837" y="1244"/>
                  </a:lnTo>
                  <a:lnTo>
                    <a:pt x="831" y="1232"/>
                  </a:lnTo>
                  <a:lnTo>
                    <a:pt x="824" y="1220"/>
                  </a:lnTo>
                  <a:lnTo>
                    <a:pt x="815" y="1208"/>
                  </a:lnTo>
                  <a:lnTo>
                    <a:pt x="804" y="1198"/>
                  </a:lnTo>
                  <a:lnTo>
                    <a:pt x="790" y="1187"/>
                  </a:lnTo>
                  <a:lnTo>
                    <a:pt x="773" y="1175"/>
                  </a:lnTo>
                  <a:lnTo>
                    <a:pt x="749" y="1161"/>
                  </a:lnTo>
                  <a:lnTo>
                    <a:pt x="723" y="1146"/>
                  </a:lnTo>
                  <a:lnTo>
                    <a:pt x="691" y="1131"/>
                  </a:lnTo>
                  <a:lnTo>
                    <a:pt x="656" y="1114"/>
                  </a:lnTo>
                  <a:lnTo>
                    <a:pt x="616" y="1096"/>
                  </a:lnTo>
                  <a:lnTo>
                    <a:pt x="571" y="1078"/>
                  </a:lnTo>
                  <a:lnTo>
                    <a:pt x="490" y="1044"/>
                  </a:lnTo>
                  <a:lnTo>
                    <a:pt x="417" y="1011"/>
                  </a:lnTo>
                  <a:lnTo>
                    <a:pt x="383" y="995"/>
                  </a:lnTo>
                  <a:lnTo>
                    <a:pt x="352" y="980"/>
                  </a:lnTo>
                  <a:lnTo>
                    <a:pt x="321" y="964"/>
                  </a:lnTo>
                  <a:lnTo>
                    <a:pt x="292" y="949"/>
                  </a:lnTo>
                  <a:lnTo>
                    <a:pt x="266" y="935"/>
                  </a:lnTo>
                  <a:lnTo>
                    <a:pt x="241" y="921"/>
                  </a:lnTo>
                  <a:lnTo>
                    <a:pt x="219" y="906"/>
                  </a:lnTo>
                  <a:lnTo>
                    <a:pt x="198" y="893"/>
                  </a:lnTo>
                  <a:lnTo>
                    <a:pt x="178" y="880"/>
                  </a:lnTo>
                  <a:lnTo>
                    <a:pt x="161" y="866"/>
                  </a:lnTo>
                  <a:lnTo>
                    <a:pt x="146" y="854"/>
                  </a:lnTo>
                  <a:lnTo>
                    <a:pt x="132" y="842"/>
                  </a:lnTo>
                  <a:lnTo>
                    <a:pt x="116" y="826"/>
                  </a:lnTo>
                  <a:lnTo>
                    <a:pt x="101" y="808"/>
                  </a:lnTo>
                  <a:lnTo>
                    <a:pt x="87" y="791"/>
                  </a:lnTo>
                  <a:lnTo>
                    <a:pt x="74" y="773"/>
                  </a:lnTo>
                  <a:lnTo>
                    <a:pt x="62" y="754"/>
                  </a:lnTo>
                  <a:lnTo>
                    <a:pt x="52" y="736"/>
                  </a:lnTo>
                  <a:lnTo>
                    <a:pt x="42" y="715"/>
                  </a:lnTo>
                  <a:lnTo>
                    <a:pt x="32" y="696"/>
                  </a:lnTo>
                  <a:lnTo>
                    <a:pt x="25" y="676"/>
                  </a:lnTo>
                  <a:lnTo>
                    <a:pt x="18" y="654"/>
                  </a:lnTo>
                  <a:lnTo>
                    <a:pt x="13" y="633"/>
                  </a:lnTo>
                  <a:lnTo>
                    <a:pt x="8" y="610"/>
                  </a:lnTo>
                  <a:lnTo>
                    <a:pt x="5" y="588"/>
                  </a:lnTo>
                  <a:lnTo>
                    <a:pt x="2" y="564"/>
                  </a:lnTo>
                  <a:lnTo>
                    <a:pt x="1" y="541"/>
                  </a:lnTo>
                  <a:lnTo>
                    <a:pt x="0" y="516"/>
                  </a:lnTo>
                  <a:lnTo>
                    <a:pt x="1" y="485"/>
                  </a:lnTo>
                  <a:lnTo>
                    <a:pt x="3" y="455"/>
                  </a:lnTo>
                  <a:lnTo>
                    <a:pt x="7" y="425"/>
                  </a:lnTo>
                  <a:lnTo>
                    <a:pt x="12" y="397"/>
                  </a:lnTo>
                  <a:lnTo>
                    <a:pt x="19" y="370"/>
                  </a:lnTo>
                  <a:lnTo>
                    <a:pt x="27" y="344"/>
                  </a:lnTo>
                  <a:lnTo>
                    <a:pt x="36" y="318"/>
                  </a:lnTo>
                  <a:lnTo>
                    <a:pt x="48" y="294"/>
                  </a:lnTo>
                  <a:lnTo>
                    <a:pt x="61" y="269"/>
                  </a:lnTo>
                  <a:lnTo>
                    <a:pt x="75" y="247"/>
                  </a:lnTo>
                  <a:lnTo>
                    <a:pt x="90" y="225"/>
                  </a:lnTo>
                  <a:lnTo>
                    <a:pt x="108" y="204"/>
                  </a:lnTo>
                  <a:lnTo>
                    <a:pt x="127" y="185"/>
                  </a:lnTo>
                  <a:lnTo>
                    <a:pt x="148" y="165"/>
                  </a:lnTo>
                  <a:lnTo>
                    <a:pt x="169" y="148"/>
                  </a:lnTo>
                  <a:lnTo>
                    <a:pt x="192" y="131"/>
                  </a:lnTo>
                  <a:lnTo>
                    <a:pt x="217" y="115"/>
                  </a:lnTo>
                  <a:lnTo>
                    <a:pt x="241" y="100"/>
                  </a:lnTo>
                  <a:lnTo>
                    <a:pt x="268" y="86"/>
                  </a:lnTo>
                  <a:lnTo>
                    <a:pt x="294" y="73"/>
                  </a:lnTo>
                  <a:lnTo>
                    <a:pt x="323" y="61"/>
                  </a:lnTo>
                  <a:lnTo>
                    <a:pt x="352" y="51"/>
                  </a:lnTo>
                  <a:lnTo>
                    <a:pt x="381" y="41"/>
                  </a:lnTo>
                  <a:lnTo>
                    <a:pt x="412" y="33"/>
                  </a:lnTo>
                  <a:lnTo>
                    <a:pt x="443" y="24"/>
                  </a:lnTo>
                  <a:lnTo>
                    <a:pt x="476" y="18"/>
                  </a:lnTo>
                  <a:lnTo>
                    <a:pt x="509" y="12"/>
                  </a:lnTo>
                  <a:lnTo>
                    <a:pt x="543" y="8"/>
                  </a:lnTo>
                  <a:lnTo>
                    <a:pt x="578" y="4"/>
                  </a:lnTo>
                  <a:lnTo>
                    <a:pt x="614" y="2"/>
                  </a:lnTo>
                  <a:lnTo>
                    <a:pt x="651" y="0"/>
                  </a:lnTo>
                  <a:lnTo>
                    <a:pt x="689" y="0"/>
                  </a:lnTo>
                  <a:lnTo>
                    <a:pt x="733" y="0"/>
                  </a:lnTo>
                  <a:lnTo>
                    <a:pt x="783" y="3"/>
                  </a:lnTo>
                  <a:lnTo>
                    <a:pt x="836" y="8"/>
                  </a:lnTo>
                  <a:lnTo>
                    <a:pt x="895" y="15"/>
                  </a:lnTo>
                  <a:lnTo>
                    <a:pt x="958" y="23"/>
                  </a:lnTo>
                  <a:lnTo>
                    <a:pt x="1027" y="35"/>
                  </a:lnTo>
                  <a:lnTo>
                    <a:pt x="1099" y="47"/>
                  </a:lnTo>
                  <a:lnTo>
                    <a:pt x="1177" y="61"/>
                  </a:lnTo>
                  <a:lnTo>
                    <a:pt x="1177" y="386"/>
                  </a:lnTo>
                  <a:lnTo>
                    <a:pt x="1147" y="374"/>
                  </a:lnTo>
                  <a:lnTo>
                    <a:pt x="1118" y="363"/>
                  </a:lnTo>
                  <a:lnTo>
                    <a:pt x="1089" y="353"/>
                  </a:lnTo>
                  <a:lnTo>
                    <a:pt x="1060" y="344"/>
                  </a:lnTo>
                  <a:lnTo>
                    <a:pt x="1032" y="336"/>
                  </a:lnTo>
                  <a:lnTo>
                    <a:pt x="1003" y="327"/>
                  </a:lnTo>
                  <a:lnTo>
                    <a:pt x="976" y="320"/>
                  </a:lnTo>
                  <a:lnTo>
                    <a:pt x="947" y="314"/>
                  </a:lnTo>
                  <a:lnTo>
                    <a:pt x="921" y="309"/>
                  </a:lnTo>
                  <a:lnTo>
                    <a:pt x="893" y="304"/>
                  </a:lnTo>
                  <a:lnTo>
                    <a:pt x="867" y="300"/>
                  </a:lnTo>
                  <a:lnTo>
                    <a:pt x="839" y="297"/>
                  </a:lnTo>
                  <a:lnTo>
                    <a:pt x="814" y="294"/>
                  </a:lnTo>
                  <a:lnTo>
                    <a:pt x="787" y="292"/>
                  </a:lnTo>
                  <a:lnTo>
                    <a:pt x="762" y="291"/>
                  </a:lnTo>
                  <a:lnTo>
                    <a:pt x="736" y="291"/>
                  </a:lnTo>
                  <a:lnTo>
                    <a:pt x="700" y="292"/>
                  </a:lnTo>
                  <a:lnTo>
                    <a:pt x="669" y="293"/>
                  </a:lnTo>
                  <a:lnTo>
                    <a:pt x="638" y="296"/>
                  </a:lnTo>
                  <a:lnTo>
                    <a:pt x="610" y="301"/>
                  </a:lnTo>
                  <a:lnTo>
                    <a:pt x="584" y="306"/>
                  </a:lnTo>
                  <a:lnTo>
                    <a:pt x="561" y="313"/>
                  </a:lnTo>
                  <a:lnTo>
                    <a:pt x="539" y="321"/>
                  </a:lnTo>
                  <a:lnTo>
                    <a:pt x="521" y="331"/>
                  </a:lnTo>
                  <a:lnTo>
                    <a:pt x="512" y="336"/>
                  </a:lnTo>
                  <a:lnTo>
                    <a:pt x="504" y="341"/>
                  </a:lnTo>
                  <a:lnTo>
                    <a:pt x="496" y="346"/>
                  </a:lnTo>
                  <a:lnTo>
                    <a:pt x="489" y="352"/>
                  </a:lnTo>
                  <a:lnTo>
                    <a:pt x="483" y="359"/>
                  </a:lnTo>
                  <a:lnTo>
                    <a:pt x="477" y="365"/>
                  </a:lnTo>
                  <a:lnTo>
                    <a:pt x="472" y="372"/>
                  </a:lnTo>
                  <a:lnTo>
                    <a:pt x="467" y="380"/>
                  </a:lnTo>
                  <a:lnTo>
                    <a:pt x="463" y="387"/>
                  </a:lnTo>
                  <a:lnTo>
                    <a:pt x="459" y="395"/>
                  </a:lnTo>
                  <a:lnTo>
                    <a:pt x="456" y="403"/>
                  </a:lnTo>
                  <a:lnTo>
                    <a:pt x="454" y="411"/>
                  </a:lnTo>
                  <a:lnTo>
                    <a:pt x="452" y="420"/>
                  </a:lnTo>
                  <a:lnTo>
                    <a:pt x="450" y="430"/>
                  </a:lnTo>
                  <a:lnTo>
                    <a:pt x="450" y="439"/>
                  </a:lnTo>
                  <a:lnTo>
                    <a:pt x="448" y="449"/>
                  </a:lnTo>
                  <a:lnTo>
                    <a:pt x="450" y="463"/>
                  </a:lnTo>
                  <a:lnTo>
                    <a:pt x="453" y="477"/>
                  </a:lnTo>
                  <a:lnTo>
                    <a:pt x="457" y="490"/>
                  </a:lnTo>
                  <a:lnTo>
                    <a:pt x="463" y="502"/>
                  </a:lnTo>
                  <a:lnTo>
                    <a:pt x="471" y="514"/>
                  </a:lnTo>
                  <a:lnTo>
                    <a:pt x="481" y="524"/>
                  </a:lnTo>
                  <a:lnTo>
                    <a:pt x="493" y="536"/>
                  </a:lnTo>
                  <a:lnTo>
                    <a:pt x="507" y="545"/>
                  </a:lnTo>
                  <a:lnTo>
                    <a:pt x="521" y="553"/>
                  </a:lnTo>
                  <a:lnTo>
                    <a:pt x="541" y="564"/>
                  </a:lnTo>
                  <a:lnTo>
                    <a:pt x="567" y="577"/>
                  </a:lnTo>
                  <a:lnTo>
                    <a:pt x="597" y="592"/>
                  </a:lnTo>
                  <a:lnTo>
                    <a:pt x="633" y="609"/>
                  </a:lnTo>
                  <a:lnTo>
                    <a:pt x="674" y="629"/>
                  </a:lnTo>
                  <a:lnTo>
                    <a:pt x="720" y="649"/>
                  </a:lnTo>
                  <a:lnTo>
                    <a:pt x="772" y="672"/>
                  </a:lnTo>
                  <a:lnTo>
                    <a:pt x="846" y="707"/>
                  </a:lnTo>
                  <a:lnTo>
                    <a:pt x="915" y="740"/>
                  </a:lnTo>
                  <a:lnTo>
                    <a:pt x="946" y="756"/>
                  </a:lnTo>
                  <a:lnTo>
                    <a:pt x="976" y="771"/>
                  </a:lnTo>
                  <a:lnTo>
                    <a:pt x="1004" y="787"/>
                  </a:lnTo>
                  <a:lnTo>
                    <a:pt x="1032" y="802"/>
                  </a:lnTo>
                  <a:lnTo>
                    <a:pt x="1056" y="817"/>
                  </a:lnTo>
                  <a:lnTo>
                    <a:pt x="1080" y="832"/>
                  </a:lnTo>
                  <a:lnTo>
                    <a:pt x="1102" y="846"/>
                  </a:lnTo>
                  <a:lnTo>
                    <a:pt x="1123" y="860"/>
                  </a:lnTo>
                  <a:lnTo>
                    <a:pt x="1141" y="875"/>
                  </a:lnTo>
                  <a:lnTo>
                    <a:pt x="1158" y="888"/>
                  </a:lnTo>
                  <a:lnTo>
                    <a:pt x="1174" y="901"/>
                  </a:lnTo>
                  <a:lnTo>
                    <a:pt x="1187" y="913"/>
                  </a:lnTo>
                  <a:lnTo>
                    <a:pt x="1202" y="930"/>
                  </a:lnTo>
                  <a:lnTo>
                    <a:pt x="1216" y="945"/>
                  </a:lnTo>
                  <a:lnTo>
                    <a:pt x="1229" y="962"/>
                  </a:lnTo>
                  <a:lnTo>
                    <a:pt x="1241" y="979"/>
                  </a:lnTo>
                  <a:lnTo>
                    <a:pt x="1252" y="997"/>
                  </a:lnTo>
                  <a:lnTo>
                    <a:pt x="1262" y="1015"/>
                  </a:lnTo>
                  <a:lnTo>
                    <a:pt x="1271" y="1034"/>
                  </a:lnTo>
                  <a:lnTo>
                    <a:pt x="1279" y="1053"/>
                  </a:lnTo>
                  <a:lnTo>
                    <a:pt x="1287" y="1074"/>
                  </a:lnTo>
                  <a:lnTo>
                    <a:pt x="1293" y="1094"/>
                  </a:lnTo>
                  <a:lnTo>
                    <a:pt x="1298" y="1114"/>
                  </a:lnTo>
                  <a:lnTo>
                    <a:pt x="1302" y="1137"/>
                  </a:lnTo>
                  <a:lnTo>
                    <a:pt x="1305" y="1158"/>
                  </a:lnTo>
                  <a:lnTo>
                    <a:pt x="1308" y="1182"/>
                  </a:lnTo>
                  <a:lnTo>
                    <a:pt x="1309" y="1204"/>
                  </a:lnTo>
                  <a:lnTo>
                    <a:pt x="1310" y="1229"/>
                  </a:lnTo>
                  <a:lnTo>
                    <a:pt x="1309" y="1262"/>
                  </a:lnTo>
                  <a:lnTo>
                    <a:pt x="1306" y="1296"/>
                  </a:lnTo>
                  <a:lnTo>
                    <a:pt x="1301" y="1328"/>
                  </a:lnTo>
                  <a:lnTo>
                    <a:pt x="1295" y="1358"/>
                  </a:lnTo>
                  <a:lnTo>
                    <a:pt x="1291" y="1374"/>
                  </a:lnTo>
                  <a:lnTo>
                    <a:pt x="1287" y="1389"/>
                  </a:lnTo>
                  <a:lnTo>
                    <a:pt x="1282" y="1403"/>
                  </a:lnTo>
                  <a:lnTo>
                    <a:pt x="1276" y="1418"/>
                  </a:lnTo>
                  <a:lnTo>
                    <a:pt x="1271" y="1432"/>
                  </a:lnTo>
                  <a:lnTo>
                    <a:pt x="1263" y="1446"/>
                  </a:lnTo>
                  <a:lnTo>
                    <a:pt x="1257" y="1459"/>
                  </a:lnTo>
                  <a:lnTo>
                    <a:pt x="1250" y="1473"/>
                  </a:lnTo>
                  <a:lnTo>
                    <a:pt x="1242" y="1486"/>
                  </a:lnTo>
                  <a:lnTo>
                    <a:pt x="1234" y="1499"/>
                  </a:lnTo>
                  <a:lnTo>
                    <a:pt x="1225" y="1511"/>
                  </a:lnTo>
                  <a:lnTo>
                    <a:pt x="1216" y="1524"/>
                  </a:lnTo>
                  <a:lnTo>
                    <a:pt x="1206" y="1536"/>
                  </a:lnTo>
                  <a:lnTo>
                    <a:pt x="1196" y="1547"/>
                  </a:lnTo>
                  <a:lnTo>
                    <a:pt x="1186" y="1559"/>
                  </a:lnTo>
                  <a:lnTo>
                    <a:pt x="1175" y="1571"/>
                  </a:lnTo>
                  <a:lnTo>
                    <a:pt x="1151" y="1592"/>
                  </a:lnTo>
                  <a:lnTo>
                    <a:pt x="1126" y="1613"/>
                  </a:lnTo>
                  <a:lnTo>
                    <a:pt x="1098" y="1633"/>
                  </a:lnTo>
                  <a:lnTo>
                    <a:pt x="1069" y="1651"/>
                  </a:lnTo>
                  <a:lnTo>
                    <a:pt x="1044" y="1666"/>
                  </a:lnTo>
                  <a:lnTo>
                    <a:pt x="1019" y="1679"/>
                  </a:lnTo>
                  <a:lnTo>
                    <a:pt x="992" y="1691"/>
                  </a:lnTo>
                  <a:lnTo>
                    <a:pt x="965" y="1703"/>
                  </a:lnTo>
                  <a:lnTo>
                    <a:pt x="936" y="1714"/>
                  </a:lnTo>
                  <a:lnTo>
                    <a:pt x="906" y="1724"/>
                  </a:lnTo>
                  <a:lnTo>
                    <a:pt x="876" y="1732"/>
                  </a:lnTo>
                  <a:lnTo>
                    <a:pt x="845" y="1740"/>
                  </a:lnTo>
                  <a:lnTo>
                    <a:pt x="813" y="1747"/>
                  </a:lnTo>
                  <a:lnTo>
                    <a:pt x="780" y="1752"/>
                  </a:lnTo>
                  <a:lnTo>
                    <a:pt x="746" y="1757"/>
                  </a:lnTo>
                  <a:lnTo>
                    <a:pt x="712" y="1762"/>
                  </a:lnTo>
                  <a:lnTo>
                    <a:pt x="676" y="1766"/>
                  </a:lnTo>
                  <a:lnTo>
                    <a:pt x="639" y="1768"/>
                  </a:lnTo>
                  <a:lnTo>
                    <a:pt x="601" y="1769"/>
                  </a:lnTo>
                  <a:lnTo>
                    <a:pt x="563" y="1770"/>
                  </a:lnTo>
                  <a:lnTo>
                    <a:pt x="497" y="1769"/>
                  </a:lnTo>
                  <a:lnTo>
                    <a:pt x="431" y="1766"/>
                  </a:lnTo>
                  <a:lnTo>
                    <a:pt x="366" y="1761"/>
                  </a:lnTo>
                  <a:lnTo>
                    <a:pt x="300" y="1754"/>
                  </a:lnTo>
                  <a:lnTo>
                    <a:pt x="233" y="1745"/>
                  </a:lnTo>
                  <a:lnTo>
                    <a:pt x="167" y="1735"/>
                  </a:lnTo>
                  <a:lnTo>
                    <a:pt x="101" y="1722"/>
                  </a:lnTo>
                  <a:lnTo>
                    <a:pt x="34" y="1707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53" name="Freeform 53"/>
            <p:cNvSpPr>
              <a:spLocks/>
            </p:cNvSpPr>
            <p:nvPr userDrawn="1"/>
          </p:nvSpPr>
          <p:spPr bwMode="auto">
            <a:xfrm>
              <a:off x="6294" y="350"/>
              <a:ext cx="39" cy="142"/>
            </a:xfrm>
            <a:custGeom>
              <a:avLst/>
              <a:gdLst>
                <a:gd name="T0" fmla="*/ 476 w 476"/>
                <a:gd name="T1" fmla="*/ 0 h 1706"/>
                <a:gd name="T2" fmla="*/ 476 w 476"/>
                <a:gd name="T3" fmla="*/ 1706 h 1706"/>
                <a:gd name="T4" fmla="*/ 0 w 476"/>
                <a:gd name="T5" fmla="*/ 1706 h 1706"/>
                <a:gd name="T6" fmla="*/ 0 w 476"/>
                <a:gd name="T7" fmla="*/ 0 h 1706"/>
                <a:gd name="T8" fmla="*/ 238 w 476"/>
                <a:gd name="T9" fmla="*/ 285 h 1706"/>
                <a:gd name="T10" fmla="*/ 476 w 476"/>
                <a:gd name="T11" fmla="*/ 0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6" h="1706">
                  <a:moveTo>
                    <a:pt x="476" y="0"/>
                  </a:moveTo>
                  <a:lnTo>
                    <a:pt x="476" y="1706"/>
                  </a:lnTo>
                  <a:lnTo>
                    <a:pt x="0" y="1706"/>
                  </a:lnTo>
                  <a:lnTo>
                    <a:pt x="0" y="0"/>
                  </a:lnTo>
                  <a:lnTo>
                    <a:pt x="238" y="285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54" name="Freeform 54"/>
            <p:cNvSpPr>
              <a:spLocks/>
            </p:cNvSpPr>
            <p:nvPr userDrawn="1"/>
          </p:nvSpPr>
          <p:spPr bwMode="auto">
            <a:xfrm>
              <a:off x="6294" y="350"/>
              <a:ext cx="39" cy="44"/>
            </a:xfrm>
            <a:custGeom>
              <a:avLst/>
              <a:gdLst>
                <a:gd name="T0" fmla="*/ 476 w 476"/>
                <a:gd name="T1" fmla="*/ 0 h 530"/>
                <a:gd name="T2" fmla="*/ 0 w 476"/>
                <a:gd name="T3" fmla="*/ 0 h 530"/>
                <a:gd name="T4" fmla="*/ 238 w 476"/>
                <a:gd name="T5" fmla="*/ 530 h 530"/>
                <a:gd name="T6" fmla="*/ 476 w 476"/>
                <a:gd name="T7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6" h="530">
                  <a:moveTo>
                    <a:pt x="476" y="0"/>
                  </a:moveTo>
                  <a:lnTo>
                    <a:pt x="0" y="0"/>
                  </a:lnTo>
                  <a:lnTo>
                    <a:pt x="238" y="530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55" name="Freeform 55"/>
            <p:cNvSpPr>
              <a:spLocks/>
            </p:cNvSpPr>
            <p:nvPr userDrawn="1"/>
          </p:nvSpPr>
          <p:spPr bwMode="auto">
            <a:xfrm>
              <a:off x="6370" y="350"/>
              <a:ext cx="103" cy="142"/>
            </a:xfrm>
            <a:custGeom>
              <a:avLst/>
              <a:gdLst>
                <a:gd name="T0" fmla="*/ 0 w 1241"/>
                <a:gd name="T1" fmla="*/ 1706 h 1706"/>
                <a:gd name="T2" fmla="*/ 0 w 1241"/>
                <a:gd name="T3" fmla="*/ 0 h 1706"/>
                <a:gd name="T4" fmla="*/ 1222 w 1241"/>
                <a:gd name="T5" fmla="*/ 0 h 1706"/>
                <a:gd name="T6" fmla="*/ 1222 w 1241"/>
                <a:gd name="T7" fmla="*/ 309 h 1706"/>
                <a:gd name="T8" fmla="*/ 459 w 1241"/>
                <a:gd name="T9" fmla="*/ 309 h 1706"/>
                <a:gd name="T10" fmla="*/ 459 w 1241"/>
                <a:gd name="T11" fmla="*/ 693 h 1706"/>
                <a:gd name="T12" fmla="*/ 1123 w 1241"/>
                <a:gd name="T13" fmla="*/ 693 h 1706"/>
                <a:gd name="T14" fmla="*/ 1123 w 1241"/>
                <a:gd name="T15" fmla="*/ 975 h 1706"/>
                <a:gd name="T16" fmla="*/ 459 w 1241"/>
                <a:gd name="T17" fmla="*/ 975 h 1706"/>
                <a:gd name="T18" fmla="*/ 459 w 1241"/>
                <a:gd name="T19" fmla="*/ 1380 h 1706"/>
                <a:gd name="T20" fmla="*/ 1241 w 1241"/>
                <a:gd name="T21" fmla="*/ 1380 h 1706"/>
                <a:gd name="T22" fmla="*/ 1241 w 1241"/>
                <a:gd name="T23" fmla="*/ 1706 h 1706"/>
                <a:gd name="T24" fmla="*/ 0 w 1241"/>
                <a:gd name="T25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41" h="1706">
                  <a:moveTo>
                    <a:pt x="0" y="1706"/>
                  </a:moveTo>
                  <a:lnTo>
                    <a:pt x="0" y="0"/>
                  </a:lnTo>
                  <a:lnTo>
                    <a:pt x="1222" y="0"/>
                  </a:lnTo>
                  <a:lnTo>
                    <a:pt x="1222" y="309"/>
                  </a:lnTo>
                  <a:lnTo>
                    <a:pt x="459" y="309"/>
                  </a:lnTo>
                  <a:lnTo>
                    <a:pt x="459" y="693"/>
                  </a:lnTo>
                  <a:lnTo>
                    <a:pt x="1123" y="693"/>
                  </a:lnTo>
                  <a:lnTo>
                    <a:pt x="1123" y="975"/>
                  </a:lnTo>
                  <a:lnTo>
                    <a:pt x="459" y="975"/>
                  </a:lnTo>
                  <a:lnTo>
                    <a:pt x="459" y="1380"/>
                  </a:lnTo>
                  <a:lnTo>
                    <a:pt x="1241" y="1380"/>
                  </a:lnTo>
                  <a:lnTo>
                    <a:pt x="1241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77" name="Freeform 56"/>
            <p:cNvSpPr>
              <a:spLocks/>
            </p:cNvSpPr>
            <p:nvPr userDrawn="1"/>
          </p:nvSpPr>
          <p:spPr bwMode="auto">
            <a:xfrm>
              <a:off x="6499" y="350"/>
              <a:ext cx="173" cy="143"/>
            </a:xfrm>
            <a:custGeom>
              <a:avLst/>
              <a:gdLst>
                <a:gd name="T0" fmla="*/ 0 w 2073"/>
                <a:gd name="T1" fmla="*/ 1706 h 1723"/>
                <a:gd name="T2" fmla="*/ 0 w 2073"/>
                <a:gd name="T3" fmla="*/ 0 h 1723"/>
                <a:gd name="T4" fmla="*/ 617 w 2073"/>
                <a:gd name="T5" fmla="*/ 0 h 1723"/>
                <a:gd name="T6" fmla="*/ 1047 w 2073"/>
                <a:gd name="T7" fmla="*/ 1090 h 1723"/>
                <a:gd name="T8" fmla="*/ 1486 w 2073"/>
                <a:gd name="T9" fmla="*/ 0 h 1723"/>
                <a:gd name="T10" fmla="*/ 2073 w 2073"/>
                <a:gd name="T11" fmla="*/ 0 h 1723"/>
                <a:gd name="T12" fmla="*/ 2073 w 2073"/>
                <a:gd name="T13" fmla="*/ 1706 h 1723"/>
                <a:gd name="T14" fmla="*/ 1621 w 2073"/>
                <a:gd name="T15" fmla="*/ 1706 h 1723"/>
                <a:gd name="T16" fmla="*/ 1621 w 2073"/>
                <a:gd name="T17" fmla="*/ 499 h 1723"/>
                <a:gd name="T18" fmla="*/ 1121 w 2073"/>
                <a:gd name="T19" fmla="*/ 1723 h 1723"/>
                <a:gd name="T20" fmla="*/ 826 w 2073"/>
                <a:gd name="T21" fmla="*/ 1723 h 1723"/>
                <a:gd name="T22" fmla="*/ 336 w 2073"/>
                <a:gd name="T23" fmla="*/ 499 h 1723"/>
                <a:gd name="T24" fmla="*/ 336 w 2073"/>
                <a:gd name="T25" fmla="*/ 1706 h 1723"/>
                <a:gd name="T26" fmla="*/ 0 w 2073"/>
                <a:gd name="T27" fmla="*/ 1706 h 1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73" h="1723">
                  <a:moveTo>
                    <a:pt x="0" y="1706"/>
                  </a:moveTo>
                  <a:lnTo>
                    <a:pt x="0" y="0"/>
                  </a:lnTo>
                  <a:lnTo>
                    <a:pt x="617" y="0"/>
                  </a:lnTo>
                  <a:lnTo>
                    <a:pt x="1047" y="1090"/>
                  </a:lnTo>
                  <a:lnTo>
                    <a:pt x="1486" y="0"/>
                  </a:lnTo>
                  <a:lnTo>
                    <a:pt x="2073" y="0"/>
                  </a:lnTo>
                  <a:lnTo>
                    <a:pt x="2073" y="1706"/>
                  </a:lnTo>
                  <a:lnTo>
                    <a:pt x="1621" y="1706"/>
                  </a:lnTo>
                  <a:lnTo>
                    <a:pt x="1621" y="499"/>
                  </a:lnTo>
                  <a:lnTo>
                    <a:pt x="1121" y="1723"/>
                  </a:lnTo>
                  <a:lnTo>
                    <a:pt x="826" y="1723"/>
                  </a:lnTo>
                  <a:lnTo>
                    <a:pt x="336" y="499"/>
                  </a:lnTo>
                  <a:lnTo>
                    <a:pt x="336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78" name="Freeform 57"/>
            <p:cNvSpPr>
              <a:spLocks/>
            </p:cNvSpPr>
            <p:nvPr userDrawn="1"/>
          </p:nvSpPr>
          <p:spPr bwMode="auto">
            <a:xfrm>
              <a:off x="6708" y="350"/>
              <a:ext cx="104" cy="142"/>
            </a:xfrm>
            <a:custGeom>
              <a:avLst/>
              <a:gdLst>
                <a:gd name="T0" fmla="*/ 0 w 1242"/>
                <a:gd name="T1" fmla="*/ 1706 h 1706"/>
                <a:gd name="T2" fmla="*/ 0 w 1242"/>
                <a:gd name="T3" fmla="*/ 0 h 1706"/>
                <a:gd name="T4" fmla="*/ 1221 w 1242"/>
                <a:gd name="T5" fmla="*/ 0 h 1706"/>
                <a:gd name="T6" fmla="*/ 1221 w 1242"/>
                <a:gd name="T7" fmla="*/ 309 h 1706"/>
                <a:gd name="T8" fmla="*/ 459 w 1242"/>
                <a:gd name="T9" fmla="*/ 309 h 1706"/>
                <a:gd name="T10" fmla="*/ 459 w 1242"/>
                <a:gd name="T11" fmla="*/ 693 h 1706"/>
                <a:gd name="T12" fmla="*/ 1123 w 1242"/>
                <a:gd name="T13" fmla="*/ 693 h 1706"/>
                <a:gd name="T14" fmla="*/ 1123 w 1242"/>
                <a:gd name="T15" fmla="*/ 975 h 1706"/>
                <a:gd name="T16" fmla="*/ 459 w 1242"/>
                <a:gd name="T17" fmla="*/ 975 h 1706"/>
                <a:gd name="T18" fmla="*/ 459 w 1242"/>
                <a:gd name="T19" fmla="*/ 1380 h 1706"/>
                <a:gd name="T20" fmla="*/ 1242 w 1242"/>
                <a:gd name="T21" fmla="*/ 1380 h 1706"/>
                <a:gd name="T22" fmla="*/ 1242 w 1242"/>
                <a:gd name="T23" fmla="*/ 1706 h 1706"/>
                <a:gd name="T24" fmla="*/ 0 w 1242"/>
                <a:gd name="T25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42" h="1706">
                  <a:moveTo>
                    <a:pt x="0" y="1706"/>
                  </a:moveTo>
                  <a:lnTo>
                    <a:pt x="0" y="0"/>
                  </a:lnTo>
                  <a:lnTo>
                    <a:pt x="1221" y="0"/>
                  </a:lnTo>
                  <a:lnTo>
                    <a:pt x="1221" y="309"/>
                  </a:lnTo>
                  <a:lnTo>
                    <a:pt x="459" y="309"/>
                  </a:lnTo>
                  <a:lnTo>
                    <a:pt x="459" y="693"/>
                  </a:lnTo>
                  <a:lnTo>
                    <a:pt x="1123" y="693"/>
                  </a:lnTo>
                  <a:lnTo>
                    <a:pt x="1123" y="975"/>
                  </a:lnTo>
                  <a:lnTo>
                    <a:pt x="459" y="975"/>
                  </a:lnTo>
                  <a:lnTo>
                    <a:pt x="459" y="1380"/>
                  </a:lnTo>
                  <a:lnTo>
                    <a:pt x="1242" y="1380"/>
                  </a:lnTo>
                  <a:lnTo>
                    <a:pt x="1242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79" name="Freeform 58"/>
            <p:cNvSpPr>
              <a:spLocks/>
            </p:cNvSpPr>
            <p:nvPr userDrawn="1"/>
          </p:nvSpPr>
          <p:spPr bwMode="auto">
            <a:xfrm>
              <a:off x="6838" y="350"/>
              <a:ext cx="123" cy="142"/>
            </a:xfrm>
            <a:custGeom>
              <a:avLst/>
              <a:gdLst>
                <a:gd name="T0" fmla="*/ 0 w 1473"/>
                <a:gd name="T1" fmla="*/ 1706 h 1706"/>
                <a:gd name="T2" fmla="*/ 0 w 1473"/>
                <a:gd name="T3" fmla="*/ 0 h 1706"/>
                <a:gd name="T4" fmla="*/ 551 w 1473"/>
                <a:gd name="T5" fmla="*/ 0 h 1706"/>
                <a:gd name="T6" fmla="*/ 1137 w 1473"/>
                <a:gd name="T7" fmla="*/ 1142 h 1706"/>
                <a:gd name="T8" fmla="*/ 1137 w 1473"/>
                <a:gd name="T9" fmla="*/ 0 h 1706"/>
                <a:gd name="T10" fmla="*/ 1473 w 1473"/>
                <a:gd name="T11" fmla="*/ 0 h 1706"/>
                <a:gd name="T12" fmla="*/ 1473 w 1473"/>
                <a:gd name="T13" fmla="*/ 1706 h 1706"/>
                <a:gd name="T14" fmla="*/ 936 w 1473"/>
                <a:gd name="T15" fmla="*/ 1706 h 1706"/>
                <a:gd name="T16" fmla="*/ 335 w 1473"/>
                <a:gd name="T17" fmla="*/ 549 h 1706"/>
                <a:gd name="T18" fmla="*/ 335 w 1473"/>
                <a:gd name="T19" fmla="*/ 1706 h 1706"/>
                <a:gd name="T20" fmla="*/ 0 w 1473"/>
                <a:gd name="T21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73" h="1706">
                  <a:moveTo>
                    <a:pt x="0" y="1706"/>
                  </a:moveTo>
                  <a:lnTo>
                    <a:pt x="0" y="0"/>
                  </a:lnTo>
                  <a:lnTo>
                    <a:pt x="551" y="0"/>
                  </a:lnTo>
                  <a:lnTo>
                    <a:pt x="1137" y="1142"/>
                  </a:lnTo>
                  <a:lnTo>
                    <a:pt x="1137" y="0"/>
                  </a:lnTo>
                  <a:lnTo>
                    <a:pt x="1473" y="0"/>
                  </a:lnTo>
                  <a:lnTo>
                    <a:pt x="1473" y="1706"/>
                  </a:lnTo>
                  <a:lnTo>
                    <a:pt x="936" y="1706"/>
                  </a:lnTo>
                  <a:lnTo>
                    <a:pt x="335" y="549"/>
                  </a:lnTo>
                  <a:lnTo>
                    <a:pt x="335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80" name="Freeform 59"/>
            <p:cNvSpPr>
              <a:spLocks/>
            </p:cNvSpPr>
            <p:nvPr userDrawn="1"/>
          </p:nvSpPr>
          <p:spPr bwMode="auto">
            <a:xfrm>
              <a:off x="6986" y="347"/>
              <a:ext cx="109" cy="148"/>
            </a:xfrm>
            <a:custGeom>
              <a:avLst/>
              <a:gdLst>
                <a:gd name="T0" fmla="*/ 138 w 1309"/>
                <a:gd name="T1" fmla="*/ 1401 h 1770"/>
                <a:gd name="T2" fmla="*/ 303 w 1309"/>
                <a:gd name="T3" fmla="*/ 1438 h 1770"/>
                <a:gd name="T4" fmla="*/ 456 w 1309"/>
                <a:gd name="T5" fmla="*/ 1457 h 1770"/>
                <a:gd name="T6" fmla="*/ 615 w 1309"/>
                <a:gd name="T7" fmla="*/ 1458 h 1770"/>
                <a:gd name="T8" fmla="*/ 740 w 1309"/>
                <a:gd name="T9" fmla="*/ 1434 h 1770"/>
                <a:gd name="T10" fmla="*/ 790 w 1309"/>
                <a:gd name="T11" fmla="*/ 1409 h 1770"/>
                <a:gd name="T12" fmla="*/ 824 w 1309"/>
                <a:gd name="T13" fmla="*/ 1378 h 1770"/>
                <a:gd name="T14" fmla="*/ 843 w 1309"/>
                <a:gd name="T15" fmla="*/ 1337 h 1770"/>
                <a:gd name="T16" fmla="*/ 847 w 1309"/>
                <a:gd name="T17" fmla="*/ 1285 h 1770"/>
                <a:gd name="T18" fmla="*/ 824 w 1309"/>
                <a:gd name="T19" fmla="*/ 1220 h 1770"/>
                <a:gd name="T20" fmla="*/ 750 w 1309"/>
                <a:gd name="T21" fmla="*/ 1161 h 1770"/>
                <a:gd name="T22" fmla="*/ 571 w 1309"/>
                <a:gd name="T23" fmla="*/ 1078 h 1770"/>
                <a:gd name="T24" fmla="*/ 321 w 1309"/>
                <a:gd name="T25" fmla="*/ 965 h 1770"/>
                <a:gd name="T26" fmla="*/ 197 w 1309"/>
                <a:gd name="T27" fmla="*/ 893 h 1770"/>
                <a:gd name="T28" fmla="*/ 116 w 1309"/>
                <a:gd name="T29" fmla="*/ 826 h 1770"/>
                <a:gd name="T30" fmla="*/ 51 w 1309"/>
                <a:gd name="T31" fmla="*/ 736 h 1770"/>
                <a:gd name="T32" fmla="*/ 13 w 1309"/>
                <a:gd name="T33" fmla="*/ 633 h 1770"/>
                <a:gd name="T34" fmla="*/ 0 w 1309"/>
                <a:gd name="T35" fmla="*/ 515 h 1770"/>
                <a:gd name="T36" fmla="*/ 18 w 1309"/>
                <a:gd name="T37" fmla="*/ 369 h 1770"/>
                <a:gd name="T38" fmla="*/ 75 w 1309"/>
                <a:gd name="T39" fmla="*/ 247 h 1770"/>
                <a:gd name="T40" fmla="*/ 169 w 1309"/>
                <a:gd name="T41" fmla="*/ 148 h 1770"/>
                <a:gd name="T42" fmla="*/ 294 w 1309"/>
                <a:gd name="T43" fmla="*/ 73 h 1770"/>
                <a:gd name="T44" fmla="*/ 443 w 1309"/>
                <a:gd name="T45" fmla="*/ 24 h 1770"/>
                <a:gd name="T46" fmla="*/ 614 w 1309"/>
                <a:gd name="T47" fmla="*/ 2 h 1770"/>
                <a:gd name="T48" fmla="*/ 832 w 1309"/>
                <a:gd name="T49" fmla="*/ 7 h 1770"/>
                <a:gd name="T50" fmla="*/ 1134 w 1309"/>
                <a:gd name="T51" fmla="*/ 54 h 1770"/>
                <a:gd name="T52" fmla="*/ 1088 w 1309"/>
                <a:gd name="T53" fmla="*/ 353 h 1770"/>
                <a:gd name="T54" fmla="*/ 947 w 1309"/>
                <a:gd name="T55" fmla="*/ 314 h 1770"/>
                <a:gd name="T56" fmla="*/ 811 w 1309"/>
                <a:gd name="T57" fmla="*/ 294 h 1770"/>
                <a:gd name="T58" fmla="*/ 667 w 1309"/>
                <a:gd name="T59" fmla="*/ 293 h 1770"/>
                <a:gd name="T60" fmla="*/ 539 w 1309"/>
                <a:gd name="T61" fmla="*/ 321 h 1770"/>
                <a:gd name="T62" fmla="*/ 488 w 1309"/>
                <a:gd name="T63" fmla="*/ 352 h 1770"/>
                <a:gd name="T64" fmla="*/ 463 w 1309"/>
                <a:gd name="T65" fmla="*/ 387 h 1770"/>
                <a:gd name="T66" fmla="*/ 449 w 1309"/>
                <a:gd name="T67" fmla="*/ 430 h 1770"/>
                <a:gd name="T68" fmla="*/ 456 w 1309"/>
                <a:gd name="T69" fmla="*/ 490 h 1770"/>
                <a:gd name="T70" fmla="*/ 506 w 1309"/>
                <a:gd name="T71" fmla="*/ 545 h 1770"/>
                <a:gd name="T72" fmla="*/ 632 w 1309"/>
                <a:gd name="T73" fmla="*/ 608 h 1770"/>
                <a:gd name="T74" fmla="*/ 914 w 1309"/>
                <a:gd name="T75" fmla="*/ 740 h 1770"/>
                <a:gd name="T76" fmla="*/ 1101 w 1309"/>
                <a:gd name="T77" fmla="*/ 846 h 1770"/>
                <a:gd name="T78" fmla="*/ 1187 w 1309"/>
                <a:gd name="T79" fmla="*/ 913 h 1770"/>
                <a:gd name="T80" fmla="*/ 1251 w 1309"/>
                <a:gd name="T81" fmla="*/ 997 h 1770"/>
                <a:gd name="T82" fmla="*/ 1292 w 1309"/>
                <a:gd name="T83" fmla="*/ 1094 h 1770"/>
                <a:gd name="T84" fmla="*/ 1309 w 1309"/>
                <a:gd name="T85" fmla="*/ 1204 h 1770"/>
                <a:gd name="T86" fmla="*/ 1295 w 1309"/>
                <a:gd name="T87" fmla="*/ 1358 h 1770"/>
                <a:gd name="T88" fmla="*/ 1270 w 1309"/>
                <a:gd name="T89" fmla="*/ 1432 h 1770"/>
                <a:gd name="T90" fmla="*/ 1234 w 1309"/>
                <a:gd name="T91" fmla="*/ 1499 h 1770"/>
                <a:gd name="T92" fmla="*/ 1186 w 1309"/>
                <a:gd name="T93" fmla="*/ 1559 h 1770"/>
                <a:gd name="T94" fmla="*/ 1069 w 1309"/>
                <a:gd name="T95" fmla="*/ 1651 h 1770"/>
                <a:gd name="T96" fmla="*/ 936 w 1309"/>
                <a:gd name="T97" fmla="*/ 1714 h 1770"/>
                <a:gd name="T98" fmla="*/ 780 w 1309"/>
                <a:gd name="T99" fmla="*/ 1752 h 1770"/>
                <a:gd name="T100" fmla="*/ 601 w 1309"/>
                <a:gd name="T101" fmla="*/ 1769 h 1770"/>
                <a:gd name="T102" fmla="*/ 299 w 1309"/>
                <a:gd name="T103" fmla="*/ 1754 h 1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309" h="1770">
                  <a:moveTo>
                    <a:pt x="34" y="1707"/>
                  </a:moveTo>
                  <a:lnTo>
                    <a:pt x="34" y="1371"/>
                  </a:lnTo>
                  <a:lnTo>
                    <a:pt x="69" y="1382"/>
                  </a:lnTo>
                  <a:lnTo>
                    <a:pt x="105" y="1392"/>
                  </a:lnTo>
                  <a:lnTo>
                    <a:pt x="138" y="1401"/>
                  </a:lnTo>
                  <a:lnTo>
                    <a:pt x="173" y="1410"/>
                  </a:lnTo>
                  <a:lnTo>
                    <a:pt x="206" y="1419"/>
                  </a:lnTo>
                  <a:lnTo>
                    <a:pt x="239" y="1426"/>
                  </a:lnTo>
                  <a:lnTo>
                    <a:pt x="272" y="1432"/>
                  </a:lnTo>
                  <a:lnTo>
                    <a:pt x="303" y="1438"/>
                  </a:lnTo>
                  <a:lnTo>
                    <a:pt x="335" y="1444"/>
                  </a:lnTo>
                  <a:lnTo>
                    <a:pt x="366" y="1448"/>
                  </a:lnTo>
                  <a:lnTo>
                    <a:pt x="396" y="1452"/>
                  </a:lnTo>
                  <a:lnTo>
                    <a:pt x="427" y="1455"/>
                  </a:lnTo>
                  <a:lnTo>
                    <a:pt x="456" y="1457"/>
                  </a:lnTo>
                  <a:lnTo>
                    <a:pt x="486" y="1459"/>
                  </a:lnTo>
                  <a:lnTo>
                    <a:pt x="515" y="1460"/>
                  </a:lnTo>
                  <a:lnTo>
                    <a:pt x="542" y="1461"/>
                  </a:lnTo>
                  <a:lnTo>
                    <a:pt x="580" y="1460"/>
                  </a:lnTo>
                  <a:lnTo>
                    <a:pt x="615" y="1458"/>
                  </a:lnTo>
                  <a:lnTo>
                    <a:pt x="646" y="1455"/>
                  </a:lnTo>
                  <a:lnTo>
                    <a:pt x="676" y="1451"/>
                  </a:lnTo>
                  <a:lnTo>
                    <a:pt x="703" y="1445"/>
                  </a:lnTo>
                  <a:lnTo>
                    <a:pt x="729" y="1438"/>
                  </a:lnTo>
                  <a:lnTo>
                    <a:pt x="740" y="1434"/>
                  </a:lnTo>
                  <a:lnTo>
                    <a:pt x="751" y="1430"/>
                  </a:lnTo>
                  <a:lnTo>
                    <a:pt x="761" y="1426"/>
                  </a:lnTo>
                  <a:lnTo>
                    <a:pt x="772" y="1421"/>
                  </a:lnTo>
                  <a:lnTo>
                    <a:pt x="781" y="1416"/>
                  </a:lnTo>
                  <a:lnTo>
                    <a:pt x="790" y="1409"/>
                  </a:lnTo>
                  <a:lnTo>
                    <a:pt x="798" y="1404"/>
                  </a:lnTo>
                  <a:lnTo>
                    <a:pt x="805" y="1398"/>
                  </a:lnTo>
                  <a:lnTo>
                    <a:pt x="812" y="1391"/>
                  </a:lnTo>
                  <a:lnTo>
                    <a:pt x="819" y="1385"/>
                  </a:lnTo>
                  <a:lnTo>
                    <a:pt x="824" y="1378"/>
                  </a:lnTo>
                  <a:lnTo>
                    <a:pt x="829" y="1370"/>
                  </a:lnTo>
                  <a:lnTo>
                    <a:pt x="834" y="1362"/>
                  </a:lnTo>
                  <a:lnTo>
                    <a:pt x="837" y="1354"/>
                  </a:lnTo>
                  <a:lnTo>
                    <a:pt x="841" y="1346"/>
                  </a:lnTo>
                  <a:lnTo>
                    <a:pt x="843" y="1337"/>
                  </a:lnTo>
                  <a:lnTo>
                    <a:pt x="845" y="1329"/>
                  </a:lnTo>
                  <a:lnTo>
                    <a:pt x="847" y="1319"/>
                  </a:lnTo>
                  <a:lnTo>
                    <a:pt x="848" y="1309"/>
                  </a:lnTo>
                  <a:lnTo>
                    <a:pt x="848" y="1299"/>
                  </a:lnTo>
                  <a:lnTo>
                    <a:pt x="847" y="1285"/>
                  </a:lnTo>
                  <a:lnTo>
                    <a:pt x="845" y="1271"/>
                  </a:lnTo>
                  <a:lnTo>
                    <a:pt x="842" y="1257"/>
                  </a:lnTo>
                  <a:lnTo>
                    <a:pt x="837" y="1244"/>
                  </a:lnTo>
                  <a:lnTo>
                    <a:pt x="831" y="1232"/>
                  </a:lnTo>
                  <a:lnTo>
                    <a:pt x="824" y="1220"/>
                  </a:lnTo>
                  <a:lnTo>
                    <a:pt x="814" y="1208"/>
                  </a:lnTo>
                  <a:lnTo>
                    <a:pt x="805" y="1198"/>
                  </a:lnTo>
                  <a:lnTo>
                    <a:pt x="791" y="1187"/>
                  </a:lnTo>
                  <a:lnTo>
                    <a:pt x="773" y="1175"/>
                  </a:lnTo>
                  <a:lnTo>
                    <a:pt x="750" y="1161"/>
                  </a:lnTo>
                  <a:lnTo>
                    <a:pt x="724" y="1146"/>
                  </a:lnTo>
                  <a:lnTo>
                    <a:pt x="692" y="1131"/>
                  </a:lnTo>
                  <a:lnTo>
                    <a:pt x="655" y="1114"/>
                  </a:lnTo>
                  <a:lnTo>
                    <a:pt x="616" y="1096"/>
                  </a:lnTo>
                  <a:lnTo>
                    <a:pt x="571" y="1078"/>
                  </a:lnTo>
                  <a:lnTo>
                    <a:pt x="490" y="1044"/>
                  </a:lnTo>
                  <a:lnTo>
                    <a:pt x="417" y="1011"/>
                  </a:lnTo>
                  <a:lnTo>
                    <a:pt x="383" y="996"/>
                  </a:lnTo>
                  <a:lnTo>
                    <a:pt x="351" y="980"/>
                  </a:lnTo>
                  <a:lnTo>
                    <a:pt x="321" y="965"/>
                  </a:lnTo>
                  <a:lnTo>
                    <a:pt x="293" y="950"/>
                  </a:lnTo>
                  <a:lnTo>
                    <a:pt x="267" y="936"/>
                  </a:lnTo>
                  <a:lnTo>
                    <a:pt x="241" y="922"/>
                  </a:lnTo>
                  <a:lnTo>
                    <a:pt x="219" y="907"/>
                  </a:lnTo>
                  <a:lnTo>
                    <a:pt x="197" y="893"/>
                  </a:lnTo>
                  <a:lnTo>
                    <a:pt x="178" y="880"/>
                  </a:lnTo>
                  <a:lnTo>
                    <a:pt x="161" y="866"/>
                  </a:lnTo>
                  <a:lnTo>
                    <a:pt x="145" y="854"/>
                  </a:lnTo>
                  <a:lnTo>
                    <a:pt x="131" y="842"/>
                  </a:lnTo>
                  <a:lnTo>
                    <a:pt x="116" y="826"/>
                  </a:lnTo>
                  <a:lnTo>
                    <a:pt x="100" y="808"/>
                  </a:lnTo>
                  <a:lnTo>
                    <a:pt x="86" y="791"/>
                  </a:lnTo>
                  <a:lnTo>
                    <a:pt x="74" y="774"/>
                  </a:lnTo>
                  <a:lnTo>
                    <a:pt x="62" y="755"/>
                  </a:lnTo>
                  <a:lnTo>
                    <a:pt x="51" y="736"/>
                  </a:lnTo>
                  <a:lnTo>
                    <a:pt x="41" y="716"/>
                  </a:lnTo>
                  <a:lnTo>
                    <a:pt x="32" y="696"/>
                  </a:lnTo>
                  <a:lnTo>
                    <a:pt x="25" y="676"/>
                  </a:lnTo>
                  <a:lnTo>
                    <a:pt x="18" y="654"/>
                  </a:lnTo>
                  <a:lnTo>
                    <a:pt x="13" y="633"/>
                  </a:lnTo>
                  <a:lnTo>
                    <a:pt x="8" y="610"/>
                  </a:lnTo>
                  <a:lnTo>
                    <a:pt x="4" y="587"/>
                  </a:lnTo>
                  <a:lnTo>
                    <a:pt x="2" y="563"/>
                  </a:lnTo>
                  <a:lnTo>
                    <a:pt x="0" y="540"/>
                  </a:lnTo>
                  <a:lnTo>
                    <a:pt x="0" y="515"/>
                  </a:lnTo>
                  <a:lnTo>
                    <a:pt x="1" y="484"/>
                  </a:lnTo>
                  <a:lnTo>
                    <a:pt x="3" y="454"/>
                  </a:lnTo>
                  <a:lnTo>
                    <a:pt x="7" y="424"/>
                  </a:lnTo>
                  <a:lnTo>
                    <a:pt x="12" y="397"/>
                  </a:lnTo>
                  <a:lnTo>
                    <a:pt x="18" y="369"/>
                  </a:lnTo>
                  <a:lnTo>
                    <a:pt x="26" y="343"/>
                  </a:lnTo>
                  <a:lnTo>
                    <a:pt x="36" y="317"/>
                  </a:lnTo>
                  <a:lnTo>
                    <a:pt x="47" y="293"/>
                  </a:lnTo>
                  <a:lnTo>
                    <a:pt x="61" y="269"/>
                  </a:lnTo>
                  <a:lnTo>
                    <a:pt x="75" y="247"/>
                  </a:lnTo>
                  <a:lnTo>
                    <a:pt x="90" y="225"/>
                  </a:lnTo>
                  <a:lnTo>
                    <a:pt x="108" y="204"/>
                  </a:lnTo>
                  <a:lnTo>
                    <a:pt x="127" y="185"/>
                  </a:lnTo>
                  <a:lnTo>
                    <a:pt x="146" y="165"/>
                  </a:lnTo>
                  <a:lnTo>
                    <a:pt x="169" y="148"/>
                  </a:lnTo>
                  <a:lnTo>
                    <a:pt x="192" y="131"/>
                  </a:lnTo>
                  <a:lnTo>
                    <a:pt x="217" y="115"/>
                  </a:lnTo>
                  <a:lnTo>
                    <a:pt x="241" y="100"/>
                  </a:lnTo>
                  <a:lnTo>
                    <a:pt x="268" y="86"/>
                  </a:lnTo>
                  <a:lnTo>
                    <a:pt x="294" y="73"/>
                  </a:lnTo>
                  <a:lnTo>
                    <a:pt x="322" y="61"/>
                  </a:lnTo>
                  <a:lnTo>
                    <a:pt x="351" y="51"/>
                  </a:lnTo>
                  <a:lnTo>
                    <a:pt x="381" y="41"/>
                  </a:lnTo>
                  <a:lnTo>
                    <a:pt x="412" y="33"/>
                  </a:lnTo>
                  <a:lnTo>
                    <a:pt x="443" y="24"/>
                  </a:lnTo>
                  <a:lnTo>
                    <a:pt x="475" y="18"/>
                  </a:lnTo>
                  <a:lnTo>
                    <a:pt x="508" y="12"/>
                  </a:lnTo>
                  <a:lnTo>
                    <a:pt x="543" y="8"/>
                  </a:lnTo>
                  <a:lnTo>
                    <a:pt x="578" y="4"/>
                  </a:lnTo>
                  <a:lnTo>
                    <a:pt x="614" y="2"/>
                  </a:lnTo>
                  <a:lnTo>
                    <a:pt x="650" y="0"/>
                  </a:lnTo>
                  <a:lnTo>
                    <a:pt x="688" y="0"/>
                  </a:lnTo>
                  <a:lnTo>
                    <a:pt x="733" y="0"/>
                  </a:lnTo>
                  <a:lnTo>
                    <a:pt x="781" y="3"/>
                  </a:lnTo>
                  <a:lnTo>
                    <a:pt x="832" y="7"/>
                  </a:lnTo>
                  <a:lnTo>
                    <a:pt x="886" y="13"/>
                  </a:lnTo>
                  <a:lnTo>
                    <a:pt x="943" y="20"/>
                  </a:lnTo>
                  <a:lnTo>
                    <a:pt x="1004" y="30"/>
                  </a:lnTo>
                  <a:lnTo>
                    <a:pt x="1067" y="42"/>
                  </a:lnTo>
                  <a:lnTo>
                    <a:pt x="1134" y="54"/>
                  </a:lnTo>
                  <a:lnTo>
                    <a:pt x="1177" y="61"/>
                  </a:lnTo>
                  <a:lnTo>
                    <a:pt x="1177" y="386"/>
                  </a:lnTo>
                  <a:lnTo>
                    <a:pt x="1147" y="374"/>
                  </a:lnTo>
                  <a:lnTo>
                    <a:pt x="1117" y="363"/>
                  </a:lnTo>
                  <a:lnTo>
                    <a:pt x="1088" y="353"/>
                  </a:lnTo>
                  <a:lnTo>
                    <a:pt x="1059" y="344"/>
                  </a:lnTo>
                  <a:lnTo>
                    <a:pt x="1031" y="336"/>
                  </a:lnTo>
                  <a:lnTo>
                    <a:pt x="1003" y="327"/>
                  </a:lnTo>
                  <a:lnTo>
                    <a:pt x="975" y="320"/>
                  </a:lnTo>
                  <a:lnTo>
                    <a:pt x="947" y="314"/>
                  </a:lnTo>
                  <a:lnTo>
                    <a:pt x="920" y="309"/>
                  </a:lnTo>
                  <a:lnTo>
                    <a:pt x="892" y="304"/>
                  </a:lnTo>
                  <a:lnTo>
                    <a:pt x="865" y="300"/>
                  </a:lnTo>
                  <a:lnTo>
                    <a:pt x="838" y="297"/>
                  </a:lnTo>
                  <a:lnTo>
                    <a:pt x="811" y="294"/>
                  </a:lnTo>
                  <a:lnTo>
                    <a:pt x="786" y="292"/>
                  </a:lnTo>
                  <a:lnTo>
                    <a:pt x="759" y="291"/>
                  </a:lnTo>
                  <a:lnTo>
                    <a:pt x="734" y="291"/>
                  </a:lnTo>
                  <a:lnTo>
                    <a:pt x="699" y="292"/>
                  </a:lnTo>
                  <a:lnTo>
                    <a:pt x="667" y="293"/>
                  </a:lnTo>
                  <a:lnTo>
                    <a:pt x="637" y="296"/>
                  </a:lnTo>
                  <a:lnTo>
                    <a:pt x="609" y="301"/>
                  </a:lnTo>
                  <a:lnTo>
                    <a:pt x="583" y="306"/>
                  </a:lnTo>
                  <a:lnTo>
                    <a:pt x="559" y="313"/>
                  </a:lnTo>
                  <a:lnTo>
                    <a:pt x="539" y="321"/>
                  </a:lnTo>
                  <a:lnTo>
                    <a:pt x="520" y="331"/>
                  </a:lnTo>
                  <a:lnTo>
                    <a:pt x="512" y="336"/>
                  </a:lnTo>
                  <a:lnTo>
                    <a:pt x="503" y="341"/>
                  </a:lnTo>
                  <a:lnTo>
                    <a:pt x="495" y="346"/>
                  </a:lnTo>
                  <a:lnTo>
                    <a:pt x="488" y="352"/>
                  </a:lnTo>
                  <a:lnTo>
                    <a:pt x="482" y="359"/>
                  </a:lnTo>
                  <a:lnTo>
                    <a:pt x="476" y="365"/>
                  </a:lnTo>
                  <a:lnTo>
                    <a:pt x="471" y="372"/>
                  </a:lnTo>
                  <a:lnTo>
                    <a:pt x="467" y="380"/>
                  </a:lnTo>
                  <a:lnTo>
                    <a:pt x="463" y="387"/>
                  </a:lnTo>
                  <a:lnTo>
                    <a:pt x="459" y="395"/>
                  </a:lnTo>
                  <a:lnTo>
                    <a:pt x="455" y="403"/>
                  </a:lnTo>
                  <a:lnTo>
                    <a:pt x="453" y="411"/>
                  </a:lnTo>
                  <a:lnTo>
                    <a:pt x="451" y="420"/>
                  </a:lnTo>
                  <a:lnTo>
                    <a:pt x="449" y="430"/>
                  </a:lnTo>
                  <a:lnTo>
                    <a:pt x="448" y="439"/>
                  </a:lnTo>
                  <a:lnTo>
                    <a:pt x="448" y="449"/>
                  </a:lnTo>
                  <a:lnTo>
                    <a:pt x="449" y="463"/>
                  </a:lnTo>
                  <a:lnTo>
                    <a:pt x="452" y="477"/>
                  </a:lnTo>
                  <a:lnTo>
                    <a:pt x="456" y="490"/>
                  </a:lnTo>
                  <a:lnTo>
                    <a:pt x="463" y="502"/>
                  </a:lnTo>
                  <a:lnTo>
                    <a:pt x="471" y="514"/>
                  </a:lnTo>
                  <a:lnTo>
                    <a:pt x="481" y="524"/>
                  </a:lnTo>
                  <a:lnTo>
                    <a:pt x="492" y="536"/>
                  </a:lnTo>
                  <a:lnTo>
                    <a:pt x="506" y="545"/>
                  </a:lnTo>
                  <a:lnTo>
                    <a:pt x="521" y="553"/>
                  </a:lnTo>
                  <a:lnTo>
                    <a:pt x="540" y="564"/>
                  </a:lnTo>
                  <a:lnTo>
                    <a:pt x="565" y="577"/>
                  </a:lnTo>
                  <a:lnTo>
                    <a:pt x="595" y="592"/>
                  </a:lnTo>
                  <a:lnTo>
                    <a:pt x="632" y="608"/>
                  </a:lnTo>
                  <a:lnTo>
                    <a:pt x="673" y="628"/>
                  </a:lnTo>
                  <a:lnTo>
                    <a:pt x="720" y="649"/>
                  </a:lnTo>
                  <a:lnTo>
                    <a:pt x="773" y="672"/>
                  </a:lnTo>
                  <a:lnTo>
                    <a:pt x="846" y="707"/>
                  </a:lnTo>
                  <a:lnTo>
                    <a:pt x="914" y="740"/>
                  </a:lnTo>
                  <a:lnTo>
                    <a:pt x="976" y="771"/>
                  </a:lnTo>
                  <a:lnTo>
                    <a:pt x="1031" y="802"/>
                  </a:lnTo>
                  <a:lnTo>
                    <a:pt x="1056" y="817"/>
                  </a:lnTo>
                  <a:lnTo>
                    <a:pt x="1080" y="832"/>
                  </a:lnTo>
                  <a:lnTo>
                    <a:pt x="1101" y="846"/>
                  </a:lnTo>
                  <a:lnTo>
                    <a:pt x="1122" y="860"/>
                  </a:lnTo>
                  <a:lnTo>
                    <a:pt x="1140" y="875"/>
                  </a:lnTo>
                  <a:lnTo>
                    <a:pt x="1157" y="888"/>
                  </a:lnTo>
                  <a:lnTo>
                    <a:pt x="1173" y="901"/>
                  </a:lnTo>
                  <a:lnTo>
                    <a:pt x="1187" y="913"/>
                  </a:lnTo>
                  <a:lnTo>
                    <a:pt x="1201" y="930"/>
                  </a:lnTo>
                  <a:lnTo>
                    <a:pt x="1215" y="945"/>
                  </a:lnTo>
                  <a:lnTo>
                    <a:pt x="1229" y="962"/>
                  </a:lnTo>
                  <a:lnTo>
                    <a:pt x="1241" y="979"/>
                  </a:lnTo>
                  <a:lnTo>
                    <a:pt x="1251" y="997"/>
                  </a:lnTo>
                  <a:lnTo>
                    <a:pt x="1261" y="1015"/>
                  </a:lnTo>
                  <a:lnTo>
                    <a:pt x="1270" y="1034"/>
                  </a:lnTo>
                  <a:lnTo>
                    <a:pt x="1279" y="1053"/>
                  </a:lnTo>
                  <a:lnTo>
                    <a:pt x="1286" y="1074"/>
                  </a:lnTo>
                  <a:lnTo>
                    <a:pt x="1292" y="1094"/>
                  </a:lnTo>
                  <a:lnTo>
                    <a:pt x="1298" y="1114"/>
                  </a:lnTo>
                  <a:lnTo>
                    <a:pt x="1302" y="1137"/>
                  </a:lnTo>
                  <a:lnTo>
                    <a:pt x="1305" y="1158"/>
                  </a:lnTo>
                  <a:lnTo>
                    <a:pt x="1307" y="1182"/>
                  </a:lnTo>
                  <a:lnTo>
                    <a:pt x="1309" y="1204"/>
                  </a:lnTo>
                  <a:lnTo>
                    <a:pt x="1309" y="1229"/>
                  </a:lnTo>
                  <a:lnTo>
                    <a:pt x="1308" y="1262"/>
                  </a:lnTo>
                  <a:lnTo>
                    <a:pt x="1306" y="1296"/>
                  </a:lnTo>
                  <a:lnTo>
                    <a:pt x="1301" y="1328"/>
                  </a:lnTo>
                  <a:lnTo>
                    <a:pt x="1295" y="1358"/>
                  </a:lnTo>
                  <a:lnTo>
                    <a:pt x="1291" y="1374"/>
                  </a:lnTo>
                  <a:lnTo>
                    <a:pt x="1286" y="1389"/>
                  </a:lnTo>
                  <a:lnTo>
                    <a:pt x="1282" y="1403"/>
                  </a:lnTo>
                  <a:lnTo>
                    <a:pt x="1276" y="1418"/>
                  </a:lnTo>
                  <a:lnTo>
                    <a:pt x="1270" y="1432"/>
                  </a:lnTo>
                  <a:lnTo>
                    <a:pt x="1263" y="1446"/>
                  </a:lnTo>
                  <a:lnTo>
                    <a:pt x="1257" y="1459"/>
                  </a:lnTo>
                  <a:lnTo>
                    <a:pt x="1250" y="1473"/>
                  </a:lnTo>
                  <a:lnTo>
                    <a:pt x="1242" y="1486"/>
                  </a:lnTo>
                  <a:lnTo>
                    <a:pt x="1234" y="1499"/>
                  </a:lnTo>
                  <a:lnTo>
                    <a:pt x="1225" y="1511"/>
                  </a:lnTo>
                  <a:lnTo>
                    <a:pt x="1216" y="1524"/>
                  </a:lnTo>
                  <a:lnTo>
                    <a:pt x="1206" y="1536"/>
                  </a:lnTo>
                  <a:lnTo>
                    <a:pt x="1196" y="1547"/>
                  </a:lnTo>
                  <a:lnTo>
                    <a:pt x="1186" y="1559"/>
                  </a:lnTo>
                  <a:lnTo>
                    <a:pt x="1175" y="1571"/>
                  </a:lnTo>
                  <a:lnTo>
                    <a:pt x="1151" y="1592"/>
                  </a:lnTo>
                  <a:lnTo>
                    <a:pt x="1126" y="1613"/>
                  </a:lnTo>
                  <a:lnTo>
                    <a:pt x="1099" y="1633"/>
                  </a:lnTo>
                  <a:lnTo>
                    <a:pt x="1069" y="1651"/>
                  </a:lnTo>
                  <a:lnTo>
                    <a:pt x="1045" y="1666"/>
                  </a:lnTo>
                  <a:lnTo>
                    <a:pt x="1018" y="1679"/>
                  </a:lnTo>
                  <a:lnTo>
                    <a:pt x="992" y="1691"/>
                  </a:lnTo>
                  <a:lnTo>
                    <a:pt x="964" y="1703"/>
                  </a:lnTo>
                  <a:lnTo>
                    <a:pt x="936" y="1714"/>
                  </a:lnTo>
                  <a:lnTo>
                    <a:pt x="906" y="1724"/>
                  </a:lnTo>
                  <a:lnTo>
                    <a:pt x="876" y="1732"/>
                  </a:lnTo>
                  <a:lnTo>
                    <a:pt x="845" y="1740"/>
                  </a:lnTo>
                  <a:lnTo>
                    <a:pt x="812" y="1747"/>
                  </a:lnTo>
                  <a:lnTo>
                    <a:pt x="780" y="1752"/>
                  </a:lnTo>
                  <a:lnTo>
                    <a:pt x="746" y="1757"/>
                  </a:lnTo>
                  <a:lnTo>
                    <a:pt x="710" y="1762"/>
                  </a:lnTo>
                  <a:lnTo>
                    <a:pt x="675" y="1766"/>
                  </a:lnTo>
                  <a:lnTo>
                    <a:pt x="639" y="1768"/>
                  </a:lnTo>
                  <a:lnTo>
                    <a:pt x="601" y="1769"/>
                  </a:lnTo>
                  <a:lnTo>
                    <a:pt x="563" y="1770"/>
                  </a:lnTo>
                  <a:lnTo>
                    <a:pt x="497" y="1769"/>
                  </a:lnTo>
                  <a:lnTo>
                    <a:pt x="431" y="1766"/>
                  </a:lnTo>
                  <a:lnTo>
                    <a:pt x="365" y="1761"/>
                  </a:lnTo>
                  <a:lnTo>
                    <a:pt x="299" y="1754"/>
                  </a:lnTo>
                  <a:lnTo>
                    <a:pt x="233" y="1745"/>
                  </a:lnTo>
                  <a:lnTo>
                    <a:pt x="167" y="1735"/>
                  </a:lnTo>
                  <a:lnTo>
                    <a:pt x="100" y="1722"/>
                  </a:lnTo>
                  <a:lnTo>
                    <a:pt x="34" y="1707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</p:grpSp>
    </p:spTree>
    <p:extLst>
      <p:ext uri="{BB962C8B-B14F-4D97-AF65-F5344CB8AC3E}">
        <p14:creationId xmlns:p14="http://schemas.microsoft.com/office/powerpoint/2010/main" val="321286619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ee Content" userDrawn="1">
  <p:cSld name="1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C941FC10-A7C1-4D71-803C-9509392A94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581928777"/>
              </p:ext>
            </p:ext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1" name="think-cell Slide" r:id="rId6" imgW="622" imgH="623" progId="TCLayout.ActiveDocument.1">
                  <p:embed/>
                </p:oleObj>
              </mc:Choice>
              <mc:Fallback>
                <p:oleObj name="think-cell Slide" r:id="rId6" imgW="622" imgH="62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C941FC10-A7C1-4D71-803C-9509392A94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FA2B0FB-06C5-4E9D-8744-57CE89397B76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auto">
          <a:xfrm>
            <a:off x="0" y="0"/>
            <a:ext cx="158667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2199" b="1" i="0" baseline="0" dirty="0">
              <a:solidFill>
                <a:schemeClr val="tx1"/>
              </a:solidFill>
              <a:latin typeface="Arial" panose="020B0604020202020204" pitchFamily="34" charset="0"/>
              <a:ea typeface="Siemens Sans Global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de-DE" dirty="0"/>
          </a:p>
        </p:txBody>
      </p:sp>
    </p:spTree>
    <p:custDataLst>
      <p:custData r:id="rId2"/>
    </p:custDataLst>
    <p:extLst>
      <p:ext uri="{BB962C8B-B14F-4D97-AF65-F5344CB8AC3E}">
        <p14:creationId xmlns:p14="http://schemas.microsoft.com/office/powerpoint/2010/main" val="3744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88910002"/>
              </p:ext>
            </p:extLst>
          </p:nvPr>
        </p:nvGraphicFramePr>
        <p:xfrm>
          <a:off x="1588" y="1589"/>
          <a:ext cx="158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2" name="think-cell Slide" r:id="rId6" imgW="216" imgH="216" progId="TCLayout.ActiveDocument.1">
                  <p:embed/>
                </p:oleObj>
              </mc:Choice>
              <mc:Fallback>
                <p:oleObj name="think-cell Slide" r:id="rId6" imgW="216" imgH="216" progId="TCLayout.ActiveDocument.1">
                  <p:embed/>
                  <p:pic>
                    <p:nvPicPr>
                      <p:cNvPr id="2" name="Objek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9"/>
                        <a:ext cx="158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3" name="Grafik 8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588"/>
            <a:ext cx="12192000" cy="6857999"/>
          </a:xfrm>
          <a:prstGeom prst="rect">
            <a:avLst/>
          </a:prstGeom>
        </p:spPr>
      </p:pic>
      <p:sp>
        <p:nvSpPr>
          <p:cNvPr id="5" name="cdtText Box 101 Id11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6096000" y="0"/>
            <a:ext cx="1587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5981" rIns="0" bIns="0">
            <a:noAutofit/>
          </a:bodyPr>
          <a:lstStyle/>
          <a:p>
            <a:pPr algn="ctr"/>
            <a:endParaRPr lang="en-US" sz="1099" b="1" dirty="0">
              <a:solidFill>
                <a:srgbClr val="990000"/>
              </a:solidFill>
              <a:ea typeface="Arial Unicode MS"/>
            </a:endParaRPr>
          </a:p>
        </p:txBody>
      </p:sp>
      <p:grpSp>
        <p:nvGrpSpPr>
          <p:cNvPr id="32" name="Gruppieren 31"/>
          <p:cNvGrpSpPr/>
          <p:nvPr userDrawn="1"/>
        </p:nvGrpSpPr>
        <p:grpSpPr>
          <a:xfrm>
            <a:off x="-215888" y="-216000"/>
            <a:ext cx="12622226" cy="7290000"/>
            <a:chOff x="-216000" y="-216000"/>
            <a:chExt cx="12628800" cy="7290000"/>
          </a:xfrm>
        </p:grpSpPr>
        <p:cxnSp>
          <p:nvCxnSpPr>
            <p:cNvPr id="33" name="Gerade Verbindung 32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7" name="Gerade Verbindung 56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8" name="Gerade Verbindung 57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9" name="Gerade Verbindung 58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0" name="Gerade Verbindung 59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" name="Gerade Verbindung 60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2" name="Gerade Verbindung 61"/>
            <p:cNvCxnSpPr/>
            <p:nvPr userDrawn="1"/>
          </p:nvCxnSpPr>
          <p:spPr bwMode="auto">
            <a:xfrm rot="5400000">
              <a:off x="123228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3" name="Gerade Verbindung 62"/>
            <p:cNvCxnSpPr/>
            <p:nvPr userDrawn="1"/>
          </p:nvCxnSpPr>
          <p:spPr bwMode="auto">
            <a:xfrm rot="5400000">
              <a:off x="12322800" y="14652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4" name="Gerade Verbindung 63"/>
            <p:cNvCxnSpPr/>
            <p:nvPr userDrawn="1"/>
          </p:nvCxnSpPr>
          <p:spPr bwMode="auto">
            <a:xfrm rot="5400000">
              <a:off x="12322800" y="36972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" name="Gerade Verbindung 64"/>
            <p:cNvCxnSpPr/>
            <p:nvPr userDrawn="1"/>
          </p:nvCxnSpPr>
          <p:spPr bwMode="auto">
            <a:xfrm rot="5400000">
              <a:off x="12322800" y="38376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" name="Gerade Verbindung 65"/>
            <p:cNvCxnSpPr/>
            <p:nvPr userDrawn="1"/>
          </p:nvCxnSpPr>
          <p:spPr bwMode="auto">
            <a:xfrm rot="5400000">
              <a:off x="12322800" y="61092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7" name="Gerade Verbindung 66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" name="Gerade Verbindung 67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9" name="Gerade Verbindung 68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0" name="Gerade Verbindung 69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" name="Gerade Verbindung 70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Gerade Verbindung 71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3" name="Gerade Verbindung 72"/>
            <p:cNvCxnSpPr/>
            <p:nvPr userDrawn="1"/>
          </p:nvCxnSpPr>
          <p:spPr bwMode="auto">
            <a:xfrm rot="5400000">
              <a:off x="-126000" y="94822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Gerade Verbindung 73"/>
            <p:cNvCxnSpPr/>
            <p:nvPr userDrawn="1"/>
          </p:nvCxnSpPr>
          <p:spPr bwMode="auto">
            <a:xfrm rot="5400000">
              <a:off x="-126000" y="14652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Gerade Verbindung 74"/>
            <p:cNvCxnSpPr/>
            <p:nvPr userDrawn="1"/>
          </p:nvCxnSpPr>
          <p:spPr bwMode="auto">
            <a:xfrm rot="5400000">
              <a:off x="-126000" y="36972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" name="Gerade Verbindung 75"/>
            <p:cNvCxnSpPr/>
            <p:nvPr userDrawn="1"/>
          </p:nvCxnSpPr>
          <p:spPr bwMode="auto">
            <a:xfrm rot="5400000">
              <a:off x="-126000" y="38376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" name="Gerade Verbindung 76"/>
            <p:cNvCxnSpPr/>
            <p:nvPr userDrawn="1"/>
          </p:nvCxnSpPr>
          <p:spPr bwMode="auto">
            <a:xfrm rot="5400000">
              <a:off x="-126000" y="61092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" name="Group 33"/>
          <p:cNvGrpSpPr>
            <a:grpSpLocks noChangeAspect="1"/>
          </p:cNvGrpSpPr>
          <p:nvPr userDrawn="1"/>
        </p:nvGrpSpPr>
        <p:grpSpPr bwMode="auto">
          <a:xfrm>
            <a:off x="9550189" y="323850"/>
            <a:ext cx="2157876" cy="914400"/>
            <a:chOff x="6019" y="204"/>
            <a:chExt cx="1360" cy="576"/>
          </a:xfrm>
        </p:grpSpPr>
        <p:sp>
          <p:nvSpPr>
            <p:cNvPr id="35" name="AutoShape 32"/>
            <p:cNvSpPr>
              <a:spLocks noChangeAspect="1" noChangeArrowheads="1" noTextEdit="1"/>
            </p:cNvSpPr>
            <p:nvPr userDrawn="1"/>
          </p:nvSpPr>
          <p:spPr bwMode="auto">
            <a:xfrm>
              <a:off x="6019" y="204"/>
              <a:ext cx="1360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>
                <a:solidFill>
                  <a:srgbClr val="ADBECB"/>
                </a:solidFill>
                <a:ea typeface="Arial Unicode MS"/>
              </a:endParaRPr>
            </a:p>
          </p:txBody>
        </p:sp>
        <p:sp>
          <p:nvSpPr>
            <p:cNvPr id="36" name="Rectangle 34"/>
            <p:cNvSpPr>
              <a:spLocks noChangeArrowheads="1"/>
            </p:cNvSpPr>
            <p:nvPr userDrawn="1"/>
          </p:nvSpPr>
          <p:spPr bwMode="auto">
            <a:xfrm>
              <a:off x="6019" y="204"/>
              <a:ext cx="1360" cy="5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>
                <a:solidFill>
                  <a:srgbClr val="ADBECB"/>
                </a:solidFill>
                <a:ea typeface="Arial Unicode MS"/>
              </a:endParaRPr>
            </a:p>
          </p:txBody>
        </p:sp>
        <p:sp>
          <p:nvSpPr>
            <p:cNvPr id="37" name="Freeform 35"/>
            <p:cNvSpPr>
              <a:spLocks/>
            </p:cNvSpPr>
            <p:nvPr userDrawn="1"/>
          </p:nvSpPr>
          <p:spPr bwMode="auto">
            <a:xfrm>
              <a:off x="6765" y="562"/>
              <a:ext cx="98" cy="156"/>
            </a:xfrm>
            <a:custGeom>
              <a:avLst/>
              <a:gdLst>
                <a:gd name="T0" fmla="*/ 705 w 1179"/>
                <a:gd name="T1" fmla="*/ 998 h 1866"/>
                <a:gd name="T2" fmla="*/ 588 w 1179"/>
                <a:gd name="T3" fmla="*/ 1280 h 1866"/>
                <a:gd name="T4" fmla="*/ 458 w 1179"/>
                <a:gd name="T5" fmla="*/ 1547 h 1866"/>
                <a:gd name="T6" fmla="*/ 277 w 1179"/>
                <a:gd name="T7" fmla="*/ 1824 h 1866"/>
                <a:gd name="T8" fmla="*/ 270 w 1179"/>
                <a:gd name="T9" fmla="*/ 1854 h 1866"/>
                <a:gd name="T10" fmla="*/ 295 w 1179"/>
                <a:gd name="T11" fmla="*/ 1866 h 1866"/>
                <a:gd name="T12" fmla="*/ 363 w 1179"/>
                <a:gd name="T13" fmla="*/ 1834 h 1866"/>
                <a:gd name="T14" fmla="*/ 442 w 1179"/>
                <a:gd name="T15" fmla="*/ 1757 h 1866"/>
                <a:gd name="T16" fmla="*/ 627 w 1179"/>
                <a:gd name="T17" fmla="*/ 1494 h 1866"/>
                <a:gd name="T18" fmla="*/ 832 w 1179"/>
                <a:gd name="T19" fmla="*/ 1110 h 1866"/>
                <a:gd name="T20" fmla="*/ 972 w 1179"/>
                <a:gd name="T21" fmla="*/ 852 h 1866"/>
                <a:gd name="T22" fmla="*/ 1080 w 1179"/>
                <a:gd name="T23" fmla="*/ 704 h 1866"/>
                <a:gd name="T24" fmla="*/ 1172 w 1179"/>
                <a:gd name="T25" fmla="*/ 601 h 1866"/>
                <a:gd name="T26" fmla="*/ 1178 w 1179"/>
                <a:gd name="T27" fmla="*/ 575 h 1866"/>
                <a:gd name="T28" fmla="*/ 1137 w 1179"/>
                <a:gd name="T29" fmla="*/ 537 h 1866"/>
                <a:gd name="T30" fmla="*/ 1056 w 1179"/>
                <a:gd name="T31" fmla="*/ 517 h 1866"/>
                <a:gd name="T32" fmla="*/ 1012 w 1179"/>
                <a:gd name="T33" fmla="*/ 528 h 1866"/>
                <a:gd name="T34" fmla="*/ 948 w 1179"/>
                <a:gd name="T35" fmla="*/ 593 h 1866"/>
                <a:gd name="T36" fmla="*/ 778 w 1179"/>
                <a:gd name="T37" fmla="*/ 756 h 1866"/>
                <a:gd name="T38" fmla="*/ 713 w 1179"/>
                <a:gd name="T39" fmla="*/ 790 h 1866"/>
                <a:gd name="T40" fmla="*/ 676 w 1179"/>
                <a:gd name="T41" fmla="*/ 779 h 1866"/>
                <a:gd name="T42" fmla="*/ 653 w 1179"/>
                <a:gd name="T43" fmla="*/ 730 h 1866"/>
                <a:gd name="T44" fmla="*/ 655 w 1179"/>
                <a:gd name="T45" fmla="*/ 622 h 1866"/>
                <a:gd name="T46" fmla="*/ 650 w 1179"/>
                <a:gd name="T47" fmla="*/ 579 h 1866"/>
                <a:gd name="T48" fmla="*/ 622 w 1179"/>
                <a:gd name="T49" fmla="*/ 552 h 1866"/>
                <a:gd name="T50" fmla="*/ 493 w 1179"/>
                <a:gd name="T51" fmla="*/ 530 h 1866"/>
                <a:gd name="T52" fmla="*/ 272 w 1179"/>
                <a:gd name="T53" fmla="*/ 517 h 1866"/>
                <a:gd name="T54" fmla="*/ 340 w 1179"/>
                <a:gd name="T55" fmla="*/ 248 h 1866"/>
                <a:gd name="T56" fmla="*/ 393 w 1179"/>
                <a:gd name="T57" fmla="*/ 122 h 1866"/>
                <a:gd name="T58" fmla="*/ 426 w 1179"/>
                <a:gd name="T59" fmla="*/ 45 h 1866"/>
                <a:gd name="T60" fmla="*/ 397 w 1179"/>
                <a:gd name="T61" fmla="*/ 16 h 1866"/>
                <a:gd name="T62" fmla="*/ 333 w 1179"/>
                <a:gd name="T63" fmla="*/ 0 h 1866"/>
                <a:gd name="T64" fmla="*/ 279 w 1179"/>
                <a:gd name="T65" fmla="*/ 11 h 1866"/>
                <a:gd name="T66" fmla="*/ 240 w 1179"/>
                <a:gd name="T67" fmla="*/ 61 h 1866"/>
                <a:gd name="T68" fmla="*/ 150 w 1179"/>
                <a:gd name="T69" fmla="*/ 340 h 1866"/>
                <a:gd name="T70" fmla="*/ 89 w 1179"/>
                <a:gd name="T71" fmla="*/ 509 h 1866"/>
                <a:gd name="T72" fmla="*/ 11 w 1179"/>
                <a:gd name="T73" fmla="*/ 514 h 1866"/>
                <a:gd name="T74" fmla="*/ 0 w 1179"/>
                <a:gd name="T75" fmla="*/ 531 h 1866"/>
                <a:gd name="T76" fmla="*/ 25 w 1179"/>
                <a:gd name="T77" fmla="*/ 588 h 1866"/>
                <a:gd name="T78" fmla="*/ 69 w 1179"/>
                <a:gd name="T79" fmla="*/ 627 h 1866"/>
                <a:gd name="T80" fmla="*/ 100 w 1179"/>
                <a:gd name="T81" fmla="*/ 669 h 1866"/>
                <a:gd name="T82" fmla="*/ 102 w 1179"/>
                <a:gd name="T83" fmla="*/ 825 h 1866"/>
                <a:gd name="T84" fmla="*/ 141 w 1179"/>
                <a:gd name="T85" fmla="*/ 948 h 1866"/>
                <a:gd name="T86" fmla="*/ 220 w 1179"/>
                <a:gd name="T87" fmla="*/ 1011 h 1866"/>
                <a:gd name="T88" fmla="*/ 273 w 1179"/>
                <a:gd name="T89" fmla="*/ 1012 h 1866"/>
                <a:gd name="T90" fmla="*/ 282 w 1179"/>
                <a:gd name="T91" fmla="*/ 989 h 1866"/>
                <a:gd name="T92" fmla="*/ 251 w 1179"/>
                <a:gd name="T93" fmla="*/ 888 h 1866"/>
                <a:gd name="T94" fmla="*/ 244 w 1179"/>
                <a:gd name="T95" fmla="*/ 748 h 1866"/>
                <a:gd name="T96" fmla="*/ 282 w 1179"/>
                <a:gd name="T97" fmla="*/ 625 h 1866"/>
                <a:gd name="T98" fmla="*/ 428 w 1179"/>
                <a:gd name="T99" fmla="*/ 608 h 1866"/>
                <a:gd name="T100" fmla="*/ 477 w 1179"/>
                <a:gd name="T101" fmla="*/ 617 h 1866"/>
                <a:gd name="T102" fmla="*/ 483 w 1179"/>
                <a:gd name="T103" fmla="*/ 645 h 1866"/>
                <a:gd name="T104" fmla="*/ 495 w 1179"/>
                <a:gd name="T105" fmla="*/ 741 h 1866"/>
                <a:gd name="T106" fmla="*/ 539 w 1179"/>
                <a:gd name="T107" fmla="*/ 816 h 1866"/>
                <a:gd name="T108" fmla="*/ 600 w 1179"/>
                <a:gd name="T109" fmla="*/ 858 h 1866"/>
                <a:gd name="T110" fmla="*/ 682 w 1179"/>
                <a:gd name="T111" fmla="*/ 882 h 18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79" h="1866">
                  <a:moveTo>
                    <a:pt x="756" y="885"/>
                  </a:moveTo>
                  <a:lnTo>
                    <a:pt x="752" y="893"/>
                  </a:lnTo>
                  <a:lnTo>
                    <a:pt x="741" y="919"/>
                  </a:lnTo>
                  <a:lnTo>
                    <a:pt x="729" y="944"/>
                  </a:lnTo>
                  <a:lnTo>
                    <a:pt x="718" y="971"/>
                  </a:lnTo>
                  <a:lnTo>
                    <a:pt x="705" y="998"/>
                  </a:lnTo>
                  <a:lnTo>
                    <a:pt x="694" y="1026"/>
                  </a:lnTo>
                  <a:lnTo>
                    <a:pt x="682" y="1054"/>
                  </a:lnTo>
                  <a:lnTo>
                    <a:pt x="671" y="1083"/>
                  </a:lnTo>
                  <a:lnTo>
                    <a:pt x="659" y="1112"/>
                  </a:lnTo>
                  <a:lnTo>
                    <a:pt x="624" y="1194"/>
                  </a:lnTo>
                  <a:lnTo>
                    <a:pt x="588" y="1280"/>
                  </a:lnTo>
                  <a:lnTo>
                    <a:pt x="569" y="1324"/>
                  </a:lnTo>
                  <a:lnTo>
                    <a:pt x="548" y="1368"/>
                  </a:lnTo>
                  <a:lnTo>
                    <a:pt x="527" y="1412"/>
                  </a:lnTo>
                  <a:lnTo>
                    <a:pt x="506" y="1457"/>
                  </a:lnTo>
                  <a:lnTo>
                    <a:pt x="482" y="1501"/>
                  </a:lnTo>
                  <a:lnTo>
                    <a:pt x="458" y="1547"/>
                  </a:lnTo>
                  <a:lnTo>
                    <a:pt x="432" y="1593"/>
                  </a:lnTo>
                  <a:lnTo>
                    <a:pt x="405" y="1639"/>
                  </a:lnTo>
                  <a:lnTo>
                    <a:pt x="375" y="1685"/>
                  </a:lnTo>
                  <a:lnTo>
                    <a:pt x="344" y="1731"/>
                  </a:lnTo>
                  <a:lnTo>
                    <a:pt x="312" y="1778"/>
                  </a:lnTo>
                  <a:lnTo>
                    <a:pt x="277" y="1824"/>
                  </a:lnTo>
                  <a:lnTo>
                    <a:pt x="272" y="1832"/>
                  </a:lnTo>
                  <a:lnTo>
                    <a:pt x="269" y="1840"/>
                  </a:lnTo>
                  <a:lnTo>
                    <a:pt x="269" y="1844"/>
                  </a:lnTo>
                  <a:lnTo>
                    <a:pt x="268" y="1847"/>
                  </a:lnTo>
                  <a:lnTo>
                    <a:pt x="269" y="1851"/>
                  </a:lnTo>
                  <a:lnTo>
                    <a:pt x="270" y="1854"/>
                  </a:lnTo>
                  <a:lnTo>
                    <a:pt x="272" y="1857"/>
                  </a:lnTo>
                  <a:lnTo>
                    <a:pt x="274" y="1859"/>
                  </a:lnTo>
                  <a:lnTo>
                    <a:pt x="276" y="1861"/>
                  </a:lnTo>
                  <a:lnTo>
                    <a:pt x="279" y="1863"/>
                  </a:lnTo>
                  <a:lnTo>
                    <a:pt x="287" y="1865"/>
                  </a:lnTo>
                  <a:lnTo>
                    <a:pt x="295" y="1866"/>
                  </a:lnTo>
                  <a:lnTo>
                    <a:pt x="306" y="1865"/>
                  </a:lnTo>
                  <a:lnTo>
                    <a:pt x="317" y="1862"/>
                  </a:lnTo>
                  <a:lnTo>
                    <a:pt x="327" y="1858"/>
                  </a:lnTo>
                  <a:lnTo>
                    <a:pt x="338" y="1852"/>
                  </a:lnTo>
                  <a:lnTo>
                    <a:pt x="350" y="1843"/>
                  </a:lnTo>
                  <a:lnTo>
                    <a:pt x="363" y="1834"/>
                  </a:lnTo>
                  <a:lnTo>
                    <a:pt x="375" y="1824"/>
                  </a:lnTo>
                  <a:lnTo>
                    <a:pt x="388" y="1813"/>
                  </a:lnTo>
                  <a:lnTo>
                    <a:pt x="401" y="1801"/>
                  </a:lnTo>
                  <a:lnTo>
                    <a:pt x="415" y="1786"/>
                  </a:lnTo>
                  <a:lnTo>
                    <a:pt x="429" y="1772"/>
                  </a:lnTo>
                  <a:lnTo>
                    <a:pt x="442" y="1757"/>
                  </a:lnTo>
                  <a:lnTo>
                    <a:pt x="471" y="1722"/>
                  </a:lnTo>
                  <a:lnTo>
                    <a:pt x="500" y="1684"/>
                  </a:lnTo>
                  <a:lnTo>
                    <a:pt x="531" y="1642"/>
                  </a:lnTo>
                  <a:lnTo>
                    <a:pt x="563" y="1596"/>
                  </a:lnTo>
                  <a:lnTo>
                    <a:pt x="594" y="1547"/>
                  </a:lnTo>
                  <a:lnTo>
                    <a:pt x="627" y="1494"/>
                  </a:lnTo>
                  <a:lnTo>
                    <a:pt x="661" y="1438"/>
                  </a:lnTo>
                  <a:lnTo>
                    <a:pt x="694" y="1379"/>
                  </a:lnTo>
                  <a:lnTo>
                    <a:pt x="728" y="1317"/>
                  </a:lnTo>
                  <a:lnTo>
                    <a:pt x="763" y="1250"/>
                  </a:lnTo>
                  <a:lnTo>
                    <a:pt x="797" y="1181"/>
                  </a:lnTo>
                  <a:lnTo>
                    <a:pt x="832" y="1110"/>
                  </a:lnTo>
                  <a:lnTo>
                    <a:pt x="858" y="1056"/>
                  </a:lnTo>
                  <a:lnTo>
                    <a:pt x="883" y="1008"/>
                  </a:lnTo>
                  <a:lnTo>
                    <a:pt x="906" y="964"/>
                  </a:lnTo>
                  <a:lnTo>
                    <a:pt x="930" y="923"/>
                  </a:lnTo>
                  <a:lnTo>
                    <a:pt x="951" y="886"/>
                  </a:lnTo>
                  <a:lnTo>
                    <a:pt x="972" y="852"/>
                  </a:lnTo>
                  <a:lnTo>
                    <a:pt x="992" y="822"/>
                  </a:lnTo>
                  <a:lnTo>
                    <a:pt x="1010" y="793"/>
                  </a:lnTo>
                  <a:lnTo>
                    <a:pt x="1029" y="768"/>
                  </a:lnTo>
                  <a:lnTo>
                    <a:pt x="1047" y="745"/>
                  </a:lnTo>
                  <a:lnTo>
                    <a:pt x="1063" y="724"/>
                  </a:lnTo>
                  <a:lnTo>
                    <a:pt x="1080" y="704"/>
                  </a:lnTo>
                  <a:lnTo>
                    <a:pt x="1110" y="670"/>
                  </a:lnTo>
                  <a:lnTo>
                    <a:pt x="1139" y="639"/>
                  </a:lnTo>
                  <a:lnTo>
                    <a:pt x="1152" y="625"/>
                  </a:lnTo>
                  <a:lnTo>
                    <a:pt x="1164" y="610"/>
                  </a:lnTo>
                  <a:lnTo>
                    <a:pt x="1169" y="606"/>
                  </a:lnTo>
                  <a:lnTo>
                    <a:pt x="1172" y="601"/>
                  </a:lnTo>
                  <a:lnTo>
                    <a:pt x="1175" y="597"/>
                  </a:lnTo>
                  <a:lnTo>
                    <a:pt x="1177" y="592"/>
                  </a:lnTo>
                  <a:lnTo>
                    <a:pt x="1178" y="588"/>
                  </a:lnTo>
                  <a:lnTo>
                    <a:pt x="1179" y="584"/>
                  </a:lnTo>
                  <a:lnTo>
                    <a:pt x="1179" y="580"/>
                  </a:lnTo>
                  <a:lnTo>
                    <a:pt x="1178" y="575"/>
                  </a:lnTo>
                  <a:lnTo>
                    <a:pt x="1175" y="569"/>
                  </a:lnTo>
                  <a:lnTo>
                    <a:pt x="1171" y="561"/>
                  </a:lnTo>
                  <a:lnTo>
                    <a:pt x="1164" y="555"/>
                  </a:lnTo>
                  <a:lnTo>
                    <a:pt x="1157" y="549"/>
                  </a:lnTo>
                  <a:lnTo>
                    <a:pt x="1148" y="543"/>
                  </a:lnTo>
                  <a:lnTo>
                    <a:pt x="1137" y="537"/>
                  </a:lnTo>
                  <a:lnTo>
                    <a:pt x="1125" y="532"/>
                  </a:lnTo>
                  <a:lnTo>
                    <a:pt x="1111" y="527"/>
                  </a:lnTo>
                  <a:lnTo>
                    <a:pt x="1092" y="521"/>
                  </a:lnTo>
                  <a:lnTo>
                    <a:pt x="1074" y="518"/>
                  </a:lnTo>
                  <a:lnTo>
                    <a:pt x="1065" y="517"/>
                  </a:lnTo>
                  <a:lnTo>
                    <a:pt x="1056" y="517"/>
                  </a:lnTo>
                  <a:lnTo>
                    <a:pt x="1049" y="517"/>
                  </a:lnTo>
                  <a:lnTo>
                    <a:pt x="1041" y="518"/>
                  </a:lnTo>
                  <a:lnTo>
                    <a:pt x="1034" y="520"/>
                  </a:lnTo>
                  <a:lnTo>
                    <a:pt x="1027" y="522"/>
                  </a:lnTo>
                  <a:lnTo>
                    <a:pt x="1020" y="525"/>
                  </a:lnTo>
                  <a:lnTo>
                    <a:pt x="1012" y="528"/>
                  </a:lnTo>
                  <a:lnTo>
                    <a:pt x="1006" y="532"/>
                  </a:lnTo>
                  <a:lnTo>
                    <a:pt x="1000" y="537"/>
                  </a:lnTo>
                  <a:lnTo>
                    <a:pt x="994" y="542"/>
                  </a:lnTo>
                  <a:lnTo>
                    <a:pt x="989" y="548"/>
                  </a:lnTo>
                  <a:lnTo>
                    <a:pt x="985" y="551"/>
                  </a:lnTo>
                  <a:lnTo>
                    <a:pt x="948" y="593"/>
                  </a:lnTo>
                  <a:lnTo>
                    <a:pt x="909" y="635"/>
                  </a:lnTo>
                  <a:lnTo>
                    <a:pt x="870" y="675"/>
                  </a:lnTo>
                  <a:lnTo>
                    <a:pt x="832" y="711"/>
                  </a:lnTo>
                  <a:lnTo>
                    <a:pt x="813" y="728"/>
                  </a:lnTo>
                  <a:lnTo>
                    <a:pt x="795" y="743"/>
                  </a:lnTo>
                  <a:lnTo>
                    <a:pt x="778" y="756"/>
                  </a:lnTo>
                  <a:lnTo>
                    <a:pt x="762" y="769"/>
                  </a:lnTo>
                  <a:lnTo>
                    <a:pt x="746" y="778"/>
                  </a:lnTo>
                  <a:lnTo>
                    <a:pt x="732" y="784"/>
                  </a:lnTo>
                  <a:lnTo>
                    <a:pt x="725" y="787"/>
                  </a:lnTo>
                  <a:lnTo>
                    <a:pt x="719" y="789"/>
                  </a:lnTo>
                  <a:lnTo>
                    <a:pt x="713" y="790"/>
                  </a:lnTo>
                  <a:lnTo>
                    <a:pt x="707" y="790"/>
                  </a:lnTo>
                  <a:lnTo>
                    <a:pt x="697" y="789"/>
                  </a:lnTo>
                  <a:lnTo>
                    <a:pt x="688" y="786"/>
                  </a:lnTo>
                  <a:lnTo>
                    <a:pt x="684" y="784"/>
                  </a:lnTo>
                  <a:lnTo>
                    <a:pt x="680" y="782"/>
                  </a:lnTo>
                  <a:lnTo>
                    <a:pt x="676" y="779"/>
                  </a:lnTo>
                  <a:lnTo>
                    <a:pt x="673" y="776"/>
                  </a:lnTo>
                  <a:lnTo>
                    <a:pt x="668" y="770"/>
                  </a:lnTo>
                  <a:lnTo>
                    <a:pt x="664" y="762"/>
                  </a:lnTo>
                  <a:lnTo>
                    <a:pt x="661" y="755"/>
                  </a:lnTo>
                  <a:lnTo>
                    <a:pt x="657" y="747"/>
                  </a:lnTo>
                  <a:lnTo>
                    <a:pt x="653" y="730"/>
                  </a:lnTo>
                  <a:lnTo>
                    <a:pt x="651" y="711"/>
                  </a:lnTo>
                  <a:lnTo>
                    <a:pt x="651" y="692"/>
                  </a:lnTo>
                  <a:lnTo>
                    <a:pt x="651" y="672"/>
                  </a:lnTo>
                  <a:lnTo>
                    <a:pt x="653" y="652"/>
                  </a:lnTo>
                  <a:lnTo>
                    <a:pt x="654" y="634"/>
                  </a:lnTo>
                  <a:lnTo>
                    <a:pt x="655" y="622"/>
                  </a:lnTo>
                  <a:lnTo>
                    <a:pt x="656" y="611"/>
                  </a:lnTo>
                  <a:lnTo>
                    <a:pt x="656" y="604"/>
                  </a:lnTo>
                  <a:lnTo>
                    <a:pt x="655" y="597"/>
                  </a:lnTo>
                  <a:lnTo>
                    <a:pt x="654" y="591"/>
                  </a:lnTo>
                  <a:lnTo>
                    <a:pt x="652" y="585"/>
                  </a:lnTo>
                  <a:lnTo>
                    <a:pt x="650" y="579"/>
                  </a:lnTo>
                  <a:lnTo>
                    <a:pt x="647" y="574"/>
                  </a:lnTo>
                  <a:lnTo>
                    <a:pt x="644" y="569"/>
                  </a:lnTo>
                  <a:lnTo>
                    <a:pt x="639" y="564"/>
                  </a:lnTo>
                  <a:lnTo>
                    <a:pt x="634" y="560"/>
                  </a:lnTo>
                  <a:lnTo>
                    <a:pt x="629" y="556"/>
                  </a:lnTo>
                  <a:lnTo>
                    <a:pt x="622" y="552"/>
                  </a:lnTo>
                  <a:lnTo>
                    <a:pt x="615" y="549"/>
                  </a:lnTo>
                  <a:lnTo>
                    <a:pt x="598" y="544"/>
                  </a:lnTo>
                  <a:lnTo>
                    <a:pt x="578" y="539"/>
                  </a:lnTo>
                  <a:lnTo>
                    <a:pt x="558" y="537"/>
                  </a:lnTo>
                  <a:lnTo>
                    <a:pt x="529" y="533"/>
                  </a:lnTo>
                  <a:lnTo>
                    <a:pt x="493" y="530"/>
                  </a:lnTo>
                  <a:lnTo>
                    <a:pt x="453" y="527"/>
                  </a:lnTo>
                  <a:lnTo>
                    <a:pt x="411" y="525"/>
                  </a:lnTo>
                  <a:lnTo>
                    <a:pt x="366" y="522"/>
                  </a:lnTo>
                  <a:lnTo>
                    <a:pt x="322" y="520"/>
                  </a:lnTo>
                  <a:lnTo>
                    <a:pt x="279" y="517"/>
                  </a:lnTo>
                  <a:lnTo>
                    <a:pt x="272" y="517"/>
                  </a:lnTo>
                  <a:lnTo>
                    <a:pt x="273" y="510"/>
                  </a:lnTo>
                  <a:lnTo>
                    <a:pt x="286" y="448"/>
                  </a:lnTo>
                  <a:lnTo>
                    <a:pt x="300" y="387"/>
                  </a:lnTo>
                  <a:lnTo>
                    <a:pt x="316" y="329"/>
                  </a:lnTo>
                  <a:lnTo>
                    <a:pt x="332" y="274"/>
                  </a:lnTo>
                  <a:lnTo>
                    <a:pt x="340" y="248"/>
                  </a:lnTo>
                  <a:lnTo>
                    <a:pt x="349" y="223"/>
                  </a:lnTo>
                  <a:lnTo>
                    <a:pt x="358" y="199"/>
                  </a:lnTo>
                  <a:lnTo>
                    <a:pt x="367" y="178"/>
                  </a:lnTo>
                  <a:lnTo>
                    <a:pt x="376" y="157"/>
                  </a:lnTo>
                  <a:lnTo>
                    <a:pt x="384" y="138"/>
                  </a:lnTo>
                  <a:lnTo>
                    <a:pt x="393" y="122"/>
                  </a:lnTo>
                  <a:lnTo>
                    <a:pt x="401" y="106"/>
                  </a:lnTo>
                  <a:lnTo>
                    <a:pt x="413" y="86"/>
                  </a:lnTo>
                  <a:lnTo>
                    <a:pt x="422" y="67"/>
                  </a:lnTo>
                  <a:lnTo>
                    <a:pt x="425" y="59"/>
                  </a:lnTo>
                  <a:lnTo>
                    <a:pt x="426" y="52"/>
                  </a:lnTo>
                  <a:lnTo>
                    <a:pt x="426" y="45"/>
                  </a:lnTo>
                  <a:lnTo>
                    <a:pt x="424" y="39"/>
                  </a:lnTo>
                  <a:lnTo>
                    <a:pt x="422" y="34"/>
                  </a:lnTo>
                  <a:lnTo>
                    <a:pt x="418" y="30"/>
                  </a:lnTo>
                  <a:lnTo>
                    <a:pt x="413" y="25"/>
                  </a:lnTo>
                  <a:lnTo>
                    <a:pt x="406" y="20"/>
                  </a:lnTo>
                  <a:lnTo>
                    <a:pt x="397" y="16"/>
                  </a:lnTo>
                  <a:lnTo>
                    <a:pt x="387" y="13"/>
                  </a:lnTo>
                  <a:lnTo>
                    <a:pt x="376" y="9"/>
                  </a:lnTo>
                  <a:lnTo>
                    <a:pt x="364" y="6"/>
                  </a:lnTo>
                  <a:lnTo>
                    <a:pt x="353" y="3"/>
                  </a:lnTo>
                  <a:lnTo>
                    <a:pt x="342" y="1"/>
                  </a:lnTo>
                  <a:lnTo>
                    <a:pt x="333" y="0"/>
                  </a:lnTo>
                  <a:lnTo>
                    <a:pt x="323" y="0"/>
                  </a:lnTo>
                  <a:lnTo>
                    <a:pt x="313" y="1"/>
                  </a:lnTo>
                  <a:lnTo>
                    <a:pt x="304" y="2"/>
                  </a:lnTo>
                  <a:lnTo>
                    <a:pt x="294" y="4"/>
                  </a:lnTo>
                  <a:lnTo>
                    <a:pt x="286" y="7"/>
                  </a:lnTo>
                  <a:lnTo>
                    <a:pt x="279" y="11"/>
                  </a:lnTo>
                  <a:lnTo>
                    <a:pt x="273" y="15"/>
                  </a:lnTo>
                  <a:lnTo>
                    <a:pt x="267" y="20"/>
                  </a:lnTo>
                  <a:lnTo>
                    <a:pt x="262" y="26"/>
                  </a:lnTo>
                  <a:lnTo>
                    <a:pt x="253" y="37"/>
                  </a:lnTo>
                  <a:lnTo>
                    <a:pt x="245" y="49"/>
                  </a:lnTo>
                  <a:lnTo>
                    <a:pt x="240" y="61"/>
                  </a:lnTo>
                  <a:lnTo>
                    <a:pt x="235" y="73"/>
                  </a:lnTo>
                  <a:lnTo>
                    <a:pt x="216" y="124"/>
                  </a:lnTo>
                  <a:lnTo>
                    <a:pt x="197" y="177"/>
                  </a:lnTo>
                  <a:lnTo>
                    <a:pt x="180" y="230"/>
                  </a:lnTo>
                  <a:lnTo>
                    <a:pt x="164" y="285"/>
                  </a:lnTo>
                  <a:lnTo>
                    <a:pt x="150" y="340"/>
                  </a:lnTo>
                  <a:lnTo>
                    <a:pt x="137" y="395"/>
                  </a:lnTo>
                  <a:lnTo>
                    <a:pt x="126" y="450"/>
                  </a:lnTo>
                  <a:lnTo>
                    <a:pt x="117" y="505"/>
                  </a:lnTo>
                  <a:lnTo>
                    <a:pt x="116" y="510"/>
                  </a:lnTo>
                  <a:lnTo>
                    <a:pt x="111" y="510"/>
                  </a:lnTo>
                  <a:lnTo>
                    <a:pt x="89" y="509"/>
                  </a:lnTo>
                  <a:lnTo>
                    <a:pt x="71" y="509"/>
                  </a:lnTo>
                  <a:lnTo>
                    <a:pt x="54" y="509"/>
                  </a:lnTo>
                  <a:lnTo>
                    <a:pt x="39" y="509"/>
                  </a:lnTo>
                  <a:lnTo>
                    <a:pt x="26" y="510"/>
                  </a:lnTo>
                  <a:lnTo>
                    <a:pt x="16" y="512"/>
                  </a:lnTo>
                  <a:lnTo>
                    <a:pt x="11" y="514"/>
                  </a:lnTo>
                  <a:lnTo>
                    <a:pt x="8" y="517"/>
                  </a:lnTo>
                  <a:lnTo>
                    <a:pt x="5" y="519"/>
                  </a:lnTo>
                  <a:lnTo>
                    <a:pt x="3" y="522"/>
                  </a:lnTo>
                  <a:lnTo>
                    <a:pt x="2" y="524"/>
                  </a:lnTo>
                  <a:lnTo>
                    <a:pt x="1" y="528"/>
                  </a:lnTo>
                  <a:lnTo>
                    <a:pt x="0" y="531"/>
                  </a:lnTo>
                  <a:lnTo>
                    <a:pt x="0" y="535"/>
                  </a:lnTo>
                  <a:lnTo>
                    <a:pt x="2" y="545"/>
                  </a:lnTo>
                  <a:lnTo>
                    <a:pt x="6" y="555"/>
                  </a:lnTo>
                  <a:lnTo>
                    <a:pt x="11" y="566"/>
                  </a:lnTo>
                  <a:lnTo>
                    <a:pt x="17" y="577"/>
                  </a:lnTo>
                  <a:lnTo>
                    <a:pt x="25" y="588"/>
                  </a:lnTo>
                  <a:lnTo>
                    <a:pt x="34" y="600"/>
                  </a:lnTo>
                  <a:lnTo>
                    <a:pt x="40" y="606"/>
                  </a:lnTo>
                  <a:lnTo>
                    <a:pt x="47" y="611"/>
                  </a:lnTo>
                  <a:lnTo>
                    <a:pt x="54" y="618"/>
                  </a:lnTo>
                  <a:lnTo>
                    <a:pt x="61" y="623"/>
                  </a:lnTo>
                  <a:lnTo>
                    <a:pt x="69" y="627"/>
                  </a:lnTo>
                  <a:lnTo>
                    <a:pt x="77" y="631"/>
                  </a:lnTo>
                  <a:lnTo>
                    <a:pt x="86" y="635"/>
                  </a:lnTo>
                  <a:lnTo>
                    <a:pt x="96" y="638"/>
                  </a:lnTo>
                  <a:lnTo>
                    <a:pt x="102" y="640"/>
                  </a:lnTo>
                  <a:lnTo>
                    <a:pt x="101" y="644"/>
                  </a:lnTo>
                  <a:lnTo>
                    <a:pt x="100" y="669"/>
                  </a:lnTo>
                  <a:lnTo>
                    <a:pt x="99" y="693"/>
                  </a:lnTo>
                  <a:lnTo>
                    <a:pt x="98" y="718"/>
                  </a:lnTo>
                  <a:lnTo>
                    <a:pt x="98" y="741"/>
                  </a:lnTo>
                  <a:lnTo>
                    <a:pt x="98" y="771"/>
                  </a:lnTo>
                  <a:lnTo>
                    <a:pt x="99" y="798"/>
                  </a:lnTo>
                  <a:lnTo>
                    <a:pt x="102" y="825"/>
                  </a:lnTo>
                  <a:lnTo>
                    <a:pt x="106" y="849"/>
                  </a:lnTo>
                  <a:lnTo>
                    <a:pt x="110" y="873"/>
                  </a:lnTo>
                  <a:lnTo>
                    <a:pt x="116" y="894"/>
                  </a:lnTo>
                  <a:lnTo>
                    <a:pt x="123" y="914"/>
                  </a:lnTo>
                  <a:lnTo>
                    <a:pt x="131" y="932"/>
                  </a:lnTo>
                  <a:lnTo>
                    <a:pt x="141" y="948"/>
                  </a:lnTo>
                  <a:lnTo>
                    <a:pt x="152" y="963"/>
                  </a:lnTo>
                  <a:lnTo>
                    <a:pt x="163" y="976"/>
                  </a:lnTo>
                  <a:lnTo>
                    <a:pt x="176" y="987"/>
                  </a:lnTo>
                  <a:lnTo>
                    <a:pt x="189" y="997"/>
                  </a:lnTo>
                  <a:lnTo>
                    <a:pt x="204" y="1004"/>
                  </a:lnTo>
                  <a:lnTo>
                    <a:pt x="220" y="1011"/>
                  </a:lnTo>
                  <a:lnTo>
                    <a:pt x="236" y="1016"/>
                  </a:lnTo>
                  <a:lnTo>
                    <a:pt x="242" y="1017"/>
                  </a:lnTo>
                  <a:lnTo>
                    <a:pt x="248" y="1017"/>
                  </a:lnTo>
                  <a:lnTo>
                    <a:pt x="259" y="1016"/>
                  </a:lnTo>
                  <a:lnTo>
                    <a:pt x="268" y="1014"/>
                  </a:lnTo>
                  <a:lnTo>
                    <a:pt x="273" y="1012"/>
                  </a:lnTo>
                  <a:lnTo>
                    <a:pt x="277" y="1010"/>
                  </a:lnTo>
                  <a:lnTo>
                    <a:pt x="280" y="1007"/>
                  </a:lnTo>
                  <a:lnTo>
                    <a:pt x="282" y="1004"/>
                  </a:lnTo>
                  <a:lnTo>
                    <a:pt x="284" y="999"/>
                  </a:lnTo>
                  <a:lnTo>
                    <a:pt x="284" y="994"/>
                  </a:lnTo>
                  <a:lnTo>
                    <a:pt x="282" y="989"/>
                  </a:lnTo>
                  <a:lnTo>
                    <a:pt x="279" y="982"/>
                  </a:lnTo>
                  <a:lnTo>
                    <a:pt x="271" y="966"/>
                  </a:lnTo>
                  <a:lnTo>
                    <a:pt x="265" y="948"/>
                  </a:lnTo>
                  <a:lnTo>
                    <a:pt x="259" y="929"/>
                  </a:lnTo>
                  <a:lnTo>
                    <a:pt x="254" y="909"/>
                  </a:lnTo>
                  <a:lnTo>
                    <a:pt x="251" y="888"/>
                  </a:lnTo>
                  <a:lnTo>
                    <a:pt x="247" y="866"/>
                  </a:lnTo>
                  <a:lnTo>
                    <a:pt x="245" y="843"/>
                  </a:lnTo>
                  <a:lnTo>
                    <a:pt x="244" y="820"/>
                  </a:lnTo>
                  <a:lnTo>
                    <a:pt x="243" y="796"/>
                  </a:lnTo>
                  <a:lnTo>
                    <a:pt x="243" y="773"/>
                  </a:lnTo>
                  <a:lnTo>
                    <a:pt x="244" y="748"/>
                  </a:lnTo>
                  <a:lnTo>
                    <a:pt x="245" y="725"/>
                  </a:lnTo>
                  <a:lnTo>
                    <a:pt x="249" y="678"/>
                  </a:lnTo>
                  <a:lnTo>
                    <a:pt x="254" y="633"/>
                  </a:lnTo>
                  <a:lnTo>
                    <a:pt x="255" y="629"/>
                  </a:lnTo>
                  <a:lnTo>
                    <a:pt x="259" y="628"/>
                  </a:lnTo>
                  <a:lnTo>
                    <a:pt x="282" y="625"/>
                  </a:lnTo>
                  <a:lnTo>
                    <a:pt x="307" y="622"/>
                  </a:lnTo>
                  <a:lnTo>
                    <a:pt x="332" y="618"/>
                  </a:lnTo>
                  <a:lnTo>
                    <a:pt x="357" y="615"/>
                  </a:lnTo>
                  <a:lnTo>
                    <a:pt x="381" y="612"/>
                  </a:lnTo>
                  <a:lnTo>
                    <a:pt x="406" y="610"/>
                  </a:lnTo>
                  <a:lnTo>
                    <a:pt x="428" y="608"/>
                  </a:lnTo>
                  <a:lnTo>
                    <a:pt x="448" y="607"/>
                  </a:lnTo>
                  <a:lnTo>
                    <a:pt x="450" y="607"/>
                  </a:lnTo>
                  <a:lnTo>
                    <a:pt x="459" y="608"/>
                  </a:lnTo>
                  <a:lnTo>
                    <a:pt x="466" y="610"/>
                  </a:lnTo>
                  <a:lnTo>
                    <a:pt x="472" y="612"/>
                  </a:lnTo>
                  <a:lnTo>
                    <a:pt x="477" y="617"/>
                  </a:lnTo>
                  <a:lnTo>
                    <a:pt x="479" y="620"/>
                  </a:lnTo>
                  <a:lnTo>
                    <a:pt x="481" y="623"/>
                  </a:lnTo>
                  <a:lnTo>
                    <a:pt x="482" y="626"/>
                  </a:lnTo>
                  <a:lnTo>
                    <a:pt x="483" y="630"/>
                  </a:lnTo>
                  <a:lnTo>
                    <a:pt x="483" y="637"/>
                  </a:lnTo>
                  <a:lnTo>
                    <a:pt x="483" y="645"/>
                  </a:lnTo>
                  <a:lnTo>
                    <a:pt x="483" y="657"/>
                  </a:lnTo>
                  <a:lnTo>
                    <a:pt x="483" y="674"/>
                  </a:lnTo>
                  <a:lnTo>
                    <a:pt x="485" y="693"/>
                  </a:lnTo>
                  <a:lnTo>
                    <a:pt x="489" y="717"/>
                  </a:lnTo>
                  <a:lnTo>
                    <a:pt x="492" y="728"/>
                  </a:lnTo>
                  <a:lnTo>
                    <a:pt x="495" y="741"/>
                  </a:lnTo>
                  <a:lnTo>
                    <a:pt x="500" y="753"/>
                  </a:lnTo>
                  <a:lnTo>
                    <a:pt x="506" y="766"/>
                  </a:lnTo>
                  <a:lnTo>
                    <a:pt x="513" y="779"/>
                  </a:lnTo>
                  <a:lnTo>
                    <a:pt x="520" y="791"/>
                  </a:lnTo>
                  <a:lnTo>
                    <a:pt x="529" y="803"/>
                  </a:lnTo>
                  <a:lnTo>
                    <a:pt x="539" y="816"/>
                  </a:lnTo>
                  <a:lnTo>
                    <a:pt x="548" y="824"/>
                  </a:lnTo>
                  <a:lnTo>
                    <a:pt x="558" y="832"/>
                  </a:lnTo>
                  <a:lnTo>
                    <a:pt x="568" y="840"/>
                  </a:lnTo>
                  <a:lnTo>
                    <a:pt x="578" y="846"/>
                  </a:lnTo>
                  <a:lnTo>
                    <a:pt x="589" y="853"/>
                  </a:lnTo>
                  <a:lnTo>
                    <a:pt x="600" y="858"/>
                  </a:lnTo>
                  <a:lnTo>
                    <a:pt x="613" y="865"/>
                  </a:lnTo>
                  <a:lnTo>
                    <a:pt x="626" y="869"/>
                  </a:lnTo>
                  <a:lnTo>
                    <a:pt x="639" y="873"/>
                  </a:lnTo>
                  <a:lnTo>
                    <a:pt x="652" y="877"/>
                  </a:lnTo>
                  <a:lnTo>
                    <a:pt x="668" y="879"/>
                  </a:lnTo>
                  <a:lnTo>
                    <a:pt x="682" y="882"/>
                  </a:lnTo>
                  <a:lnTo>
                    <a:pt x="697" y="883"/>
                  </a:lnTo>
                  <a:lnTo>
                    <a:pt x="714" y="884"/>
                  </a:lnTo>
                  <a:lnTo>
                    <a:pt x="730" y="885"/>
                  </a:lnTo>
                  <a:lnTo>
                    <a:pt x="747" y="885"/>
                  </a:lnTo>
                  <a:lnTo>
                    <a:pt x="756" y="8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>
                <a:solidFill>
                  <a:srgbClr val="ADBECB"/>
                </a:solidFill>
                <a:ea typeface="Arial Unicode MS"/>
              </a:endParaRPr>
            </a:p>
          </p:txBody>
        </p:sp>
        <p:sp>
          <p:nvSpPr>
            <p:cNvPr id="38" name="Freeform 36"/>
            <p:cNvSpPr>
              <a:spLocks/>
            </p:cNvSpPr>
            <p:nvPr userDrawn="1"/>
          </p:nvSpPr>
          <p:spPr bwMode="auto">
            <a:xfrm>
              <a:off x="6460" y="648"/>
              <a:ext cx="42" cy="70"/>
            </a:xfrm>
            <a:custGeom>
              <a:avLst/>
              <a:gdLst>
                <a:gd name="T0" fmla="*/ 395 w 504"/>
                <a:gd name="T1" fmla="*/ 126 h 840"/>
                <a:gd name="T2" fmla="*/ 353 w 504"/>
                <a:gd name="T3" fmla="*/ 165 h 840"/>
                <a:gd name="T4" fmla="*/ 314 w 504"/>
                <a:gd name="T5" fmla="*/ 203 h 840"/>
                <a:gd name="T6" fmla="*/ 279 w 504"/>
                <a:gd name="T7" fmla="*/ 243 h 840"/>
                <a:gd name="T8" fmla="*/ 248 w 504"/>
                <a:gd name="T9" fmla="*/ 283 h 840"/>
                <a:gd name="T10" fmla="*/ 219 w 504"/>
                <a:gd name="T11" fmla="*/ 323 h 840"/>
                <a:gd name="T12" fmla="*/ 195 w 504"/>
                <a:gd name="T13" fmla="*/ 365 h 840"/>
                <a:gd name="T14" fmla="*/ 174 w 504"/>
                <a:gd name="T15" fmla="*/ 407 h 840"/>
                <a:gd name="T16" fmla="*/ 156 w 504"/>
                <a:gd name="T17" fmla="*/ 451 h 840"/>
                <a:gd name="T18" fmla="*/ 135 w 504"/>
                <a:gd name="T19" fmla="*/ 514 h 840"/>
                <a:gd name="T20" fmla="*/ 122 w 504"/>
                <a:gd name="T21" fmla="*/ 567 h 840"/>
                <a:gd name="T22" fmla="*/ 115 w 504"/>
                <a:gd name="T23" fmla="*/ 613 h 840"/>
                <a:gd name="T24" fmla="*/ 114 w 504"/>
                <a:gd name="T25" fmla="*/ 650 h 840"/>
                <a:gd name="T26" fmla="*/ 116 w 504"/>
                <a:gd name="T27" fmla="*/ 681 h 840"/>
                <a:gd name="T28" fmla="*/ 121 w 504"/>
                <a:gd name="T29" fmla="*/ 704 h 840"/>
                <a:gd name="T30" fmla="*/ 127 w 504"/>
                <a:gd name="T31" fmla="*/ 723 h 840"/>
                <a:gd name="T32" fmla="*/ 135 w 504"/>
                <a:gd name="T33" fmla="*/ 736 h 840"/>
                <a:gd name="T34" fmla="*/ 146 w 504"/>
                <a:gd name="T35" fmla="*/ 748 h 840"/>
                <a:gd name="T36" fmla="*/ 159 w 504"/>
                <a:gd name="T37" fmla="*/ 757 h 840"/>
                <a:gd name="T38" fmla="*/ 173 w 504"/>
                <a:gd name="T39" fmla="*/ 762 h 840"/>
                <a:gd name="T40" fmla="*/ 188 w 504"/>
                <a:gd name="T41" fmla="*/ 764 h 840"/>
                <a:gd name="T42" fmla="*/ 208 w 504"/>
                <a:gd name="T43" fmla="*/ 840 h 840"/>
                <a:gd name="T44" fmla="*/ 182 w 504"/>
                <a:gd name="T45" fmla="*/ 839 h 840"/>
                <a:gd name="T46" fmla="*/ 159 w 504"/>
                <a:gd name="T47" fmla="*/ 835 h 840"/>
                <a:gd name="T48" fmla="*/ 136 w 504"/>
                <a:gd name="T49" fmla="*/ 829 h 840"/>
                <a:gd name="T50" fmla="*/ 115 w 504"/>
                <a:gd name="T51" fmla="*/ 821 h 840"/>
                <a:gd name="T52" fmla="*/ 96 w 504"/>
                <a:gd name="T53" fmla="*/ 809 h 840"/>
                <a:gd name="T54" fmla="*/ 77 w 504"/>
                <a:gd name="T55" fmla="*/ 795 h 840"/>
                <a:gd name="T56" fmla="*/ 61 w 504"/>
                <a:gd name="T57" fmla="*/ 780 h 840"/>
                <a:gd name="T58" fmla="*/ 47 w 504"/>
                <a:gd name="T59" fmla="*/ 761 h 840"/>
                <a:gd name="T60" fmla="*/ 28 w 504"/>
                <a:gd name="T61" fmla="*/ 731 h 840"/>
                <a:gd name="T62" fmla="*/ 14 w 504"/>
                <a:gd name="T63" fmla="*/ 696 h 840"/>
                <a:gd name="T64" fmla="*/ 5 w 504"/>
                <a:gd name="T65" fmla="*/ 658 h 840"/>
                <a:gd name="T66" fmla="*/ 1 w 504"/>
                <a:gd name="T67" fmla="*/ 618 h 840"/>
                <a:gd name="T68" fmla="*/ 1 w 504"/>
                <a:gd name="T69" fmla="*/ 576 h 840"/>
                <a:gd name="T70" fmla="*/ 5 w 504"/>
                <a:gd name="T71" fmla="*/ 532 h 840"/>
                <a:gd name="T72" fmla="*/ 14 w 504"/>
                <a:gd name="T73" fmla="*/ 486 h 840"/>
                <a:gd name="T74" fmla="*/ 27 w 504"/>
                <a:gd name="T75" fmla="*/ 439 h 840"/>
                <a:gd name="T76" fmla="*/ 51 w 504"/>
                <a:gd name="T77" fmla="*/ 380 h 840"/>
                <a:gd name="T78" fmla="*/ 81 w 504"/>
                <a:gd name="T79" fmla="*/ 321 h 840"/>
                <a:gd name="T80" fmla="*/ 118 w 504"/>
                <a:gd name="T81" fmla="*/ 264 h 840"/>
                <a:gd name="T82" fmla="*/ 162 w 504"/>
                <a:gd name="T83" fmla="*/ 209 h 840"/>
                <a:gd name="T84" fmla="*/ 212 w 504"/>
                <a:gd name="T85" fmla="*/ 156 h 840"/>
                <a:gd name="T86" fmla="*/ 269 w 504"/>
                <a:gd name="T87" fmla="*/ 103 h 840"/>
                <a:gd name="T88" fmla="*/ 332 w 504"/>
                <a:gd name="T89" fmla="*/ 52 h 840"/>
                <a:gd name="T90" fmla="*/ 403 w 504"/>
                <a:gd name="T91" fmla="*/ 2 h 840"/>
                <a:gd name="T92" fmla="*/ 504 w 504"/>
                <a:gd name="T93" fmla="*/ 26 h 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04" h="840">
                  <a:moveTo>
                    <a:pt x="406" y="118"/>
                  </a:moveTo>
                  <a:lnTo>
                    <a:pt x="395" y="126"/>
                  </a:lnTo>
                  <a:lnTo>
                    <a:pt x="374" y="146"/>
                  </a:lnTo>
                  <a:lnTo>
                    <a:pt x="353" y="165"/>
                  </a:lnTo>
                  <a:lnTo>
                    <a:pt x="333" y="184"/>
                  </a:lnTo>
                  <a:lnTo>
                    <a:pt x="314" y="203"/>
                  </a:lnTo>
                  <a:lnTo>
                    <a:pt x="295" y="223"/>
                  </a:lnTo>
                  <a:lnTo>
                    <a:pt x="279" y="243"/>
                  </a:lnTo>
                  <a:lnTo>
                    <a:pt x="263" y="262"/>
                  </a:lnTo>
                  <a:lnTo>
                    <a:pt x="248" y="283"/>
                  </a:lnTo>
                  <a:lnTo>
                    <a:pt x="233" y="303"/>
                  </a:lnTo>
                  <a:lnTo>
                    <a:pt x="219" y="323"/>
                  </a:lnTo>
                  <a:lnTo>
                    <a:pt x="207" y="344"/>
                  </a:lnTo>
                  <a:lnTo>
                    <a:pt x="195" y="365"/>
                  </a:lnTo>
                  <a:lnTo>
                    <a:pt x="184" y="386"/>
                  </a:lnTo>
                  <a:lnTo>
                    <a:pt x="174" y="407"/>
                  </a:lnTo>
                  <a:lnTo>
                    <a:pt x="165" y="430"/>
                  </a:lnTo>
                  <a:lnTo>
                    <a:pt x="156" y="451"/>
                  </a:lnTo>
                  <a:lnTo>
                    <a:pt x="145" y="484"/>
                  </a:lnTo>
                  <a:lnTo>
                    <a:pt x="135" y="514"/>
                  </a:lnTo>
                  <a:lnTo>
                    <a:pt x="128" y="542"/>
                  </a:lnTo>
                  <a:lnTo>
                    <a:pt x="122" y="567"/>
                  </a:lnTo>
                  <a:lnTo>
                    <a:pt x="118" y="591"/>
                  </a:lnTo>
                  <a:lnTo>
                    <a:pt x="115" y="613"/>
                  </a:lnTo>
                  <a:lnTo>
                    <a:pt x="114" y="633"/>
                  </a:lnTo>
                  <a:lnTo>
                    <a:pt x="114" y="650"/>
                  </a:lnTo>
                  <a:lnTo>
                    <a:pt x="114" y="666"/>
                  </a:lnTo>
                  <a:lnTo>
                    <a:pt x="116" y="681"/>
                  </a:lnTo>
                  <a:lnTo>
                    <a:pt x="118" y="693"/>
                  </a:lnTo>
                  <a:lnTo>
                    <a:pt x="121" y="704"/>
                  </a:lnTo>
                  <a:lnTo>
                    <a:pt x="124" y="714"/>
                  </a:lnTo>
                  <a:lnTo>
                    <a:pt x="127" y="723"/>
                  </a:lnTo>
                  <a:lnTo>
                    <a:pt x="131" y="730"/>
                  </a:lnTo>
                  <a:lnTo>
                    <a:pt x="135" y="736"/>
                  </a:lnTo>
                  <a:lnTo>
                    <a:pt x="140" y="742"/>
                  </a:lnTo>
                  <a:lnTo>
                    <a:pt x="146" y="748"/>
                  </a:lnTo>
                  <a:lnTo>
                    <a:pt x="152" y="753"/>
                  </a:lnTo>
                  <a:lnTo>
                    <a:pt x="159" y="757"/>
                  </a:lnTo>
                  <a:lnTo>
                    <a:pt x="166" y="760"/>
                  </a:lnTo>
                  <a:lnTo>
                    <a:pt x="173" y="762"/>
                  </a:lnTo>
                  <a:lnTo>
                    <a:pt x="180" y="763"/>
                  </a:lnTo>
                  <a:lnTo>
                    <a:pt x="188" y="764"/>
                  </a:lnTo>
                  <a:lnTo>
                    <a:pt x="230" y="801"/>
                  </a:lnTo>
                  <a:lnTo>
                    <a:pt x="208" y="840"/>
                  </a:lnTo>
                  <a:lnTo>
                    <a:pt x="195" y="840"/>
                  </a:lnTo>
                  <a:lnTo>
                    <a:pt x="182" y="839"/>
                  </a:lnTo>
                  <a:lnTo>
                    <a:pt x="170" y="838"/>
                  </a:lnTo>
                  <a:lnTo>
                    <a:pt x="159" y="835"/>
                  </a:lnTo>
                  <a:lnTo>
                    <a:pt x="148" y="833"/>
                  </a:lnTo>
                  <a:lnTo>
                    <a:pt x="136" y="829"/>
                  </a:lnTo>
                  <a:lnTo>
                    <a:pt x="125" y="825"/>
                  </a:lnTo>
                  <a:lnTo>
                    <a:pt x="115" y="821"/>
                  </a:lnTo>
                  <a:lnTo>
                    <a:pt x="105" y="814"/>
                  </a:lnTo>
                  <a:lnTo>
                    <a:pt x="96" y="809"/>
                  </a:lnTo>
                  <a:lnTo>
                    <a:pt x="86" y="802"/>
                  </a:lnTo>
                  <a:lnTo>
                    <a:pt x="77" y="795"/>
                  </a:lnTo>
                  <a:lnTo>
                    <a:pt x="69" y="788"/>
                  </a:lnTo>
                  <a:lnTo>
                    <a:pt x="61" y="780"/>
                  </a:lnTo>
                  <a:lnTo>
                    <a:pt x="54" y="771"/>
                  </a:lnTo>
                  <a:lnTo>
                    <a:pt x="47" y="761"/>
                  </a:lnTo>
                  <a:lnTo>
                    <a:pt x="36" y="746"/>
                  </a:lnTo>
                  <a:lnTo>
                    <a:pt x="28" y="731"/>
                  </a:lnTo>
                  <a:lnTo>
                    <a:pt x="21" y="713"/>
                  </a:lnTo>
                  <a:lnTo>
                    <a:pt x="14" y="696"/>
                  </a:lnTo>
                  <a:lnTo>
                    <a:pt x="9" y="678"/>
                  </a:lnTo>
                  <a:lnTo>
                    <a:pt x="5" y="658"/>
                  </a:lnTo>
                  <a:lnTo>
                    <a:pt x="2" y="639"/>
                  </a:lnTo>
                  <a:lnTo>
                    <a:pt x="1" y="618"/>
                  </a:lnTo>
                  <a:lnTo>
                    <a:pt x="0" y="597"/>
                  </a:lnTo>
                  <a:lnTo>
                    <a:pt x="1" y="576"/>
                  </a:lnTo>
                  <a:lnTo>
                    <a:pt x="2" y="554"/>
                  </a:lnTo>
                  <a:lnTo>
                    <a:pt x="5" y="532"/>
                  </a:lnTo>
                  <a:lnTo>
                    <a:pt x="9" y="509"/>
                  </a:lnTo>
                  <a:lnTo>
                    <a:pt x="14" y="486"/>
                  </a:lnTo>
                  <a:lnTo>
                    <a:pt x="20" y="462"/>
                  </a:lnTo>
                  <a:lnTo>
                    <a:pt x="27" y="439"/>
                  </a:lnTo>
                  <a:lnTo>
                    <a:pt x="38" y="409"/>
                  </a:lnTo>
                  <a:lnTo>
                    <a:pt x="51" y="380"/>
                  </a:lnTo>
                  <a:lnTo>
                    <a:pt x="66" y="350"/>
                  </a:lnTo>
                  <a:lnTo>
                    <a:pt x="81" y="321"/>
                  </a:lnTo>
                  <a:lnTo>
                    <a:pt x="99" y="293"/>
                  </a:lnTo>
                  <a:lnTo>
                    <a:pt x="118" y="264"/>
                  </a:lnTo>
                  <a:lnTo>
                    <a:pt x="139" y="237"/>
                  </a:lnTo>
                  <a:lnTo>
                    <a:pt x="162" y="209"/>
                  </a:lnTo>
                  <a:lnTo>
                    <a:pt x="185" y="183"/>
                  </a:lnTo>
                  <a:lnTo>
                    <a:pt x="212" y="156"/>
                  </a:lnTo>
                  <a:lnTo>
                    <a:pt x="239" y="130"/>
                  </a:lnTo>
                  <a:lnTo>
                    <a:pt x="269" y="103"/>
                  </a:lnTo>
                  <a:lnTo>
                    <a:pt x="300" y="77"/>
                  </a:lnTo>
                  <a:lnTo>
                    <a:pt x="332" y="52"/>
                  </a:lnTo>
                  <a:lnTo>
                    <a:pt x="367" y="26"/>
                  </a:lnTo>
                  <a:lnTo>
                    <a:pt x="403" y="2"/>
                  </a:lnTo>
                  <a:lnTo>
                    <a:pt x="406" y="0"/>
                  </a:lnTo>
                  <a:lnTo>
                    <a:pt x="504" y="26"/>
                  </a:lnTo>
                  <a:lnTo>
                    <a:pt x="406" y="1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>
                <a:solidFill>
                  <a:srgbClr val="ADBECB"/>
                </a:solidFill>
                <a:ea typeface="Arial Unicode MS"/>
              </a:endParaRPr>
            </a:p>
          </p:txBody>
        </p:sp>
        <p:sp>
          <p:nvSpPr>
            <p:cNvPr id="39" name="Freeform 37"/>
            <p:cNvSpPr>
              <a:spLocks/>
            </p:cNvSpPr>
            <p:nvPr userDrawn="1"/>
          </p:nvSpPr>
          <p:spPr bwMode="auto">
            <a:xfrm>
              <a:off x="7081" y="570"/>
              <a:ext cx="66" cy="83"/>
            </a:xfrm>
            <a:custGeom>
              <a:avLst/>
              <a:gdLst>
                <a:gd name="T0" fmla="*/ 575 w 783"/>
                <a:gd name="T1" fmla="*/ 794 h 1004"/>
                <a:gd name="T2" fmla="*/ 584 w 783"/>
                <a:gd name="T3" fmla="*/ 863 h 1004"/>
                <a:gd name="T4" fmla="*/ 607 w 783"/>
                <a:gd name="T5" fmla="*/ 922 h 1004"/>
                <a:gd name="T6" fmla="*/ 643 w 783"/>
                <a:gd name="T7" fmla="*/ 967 h 1004"/>
                <a:gd name="T8" fmla="*/ 692 w 783"/>
                <a:gd name="T9" fmla="*/ 1000 h 1004"/>
                <a:gd name="T10" fmla="*/ 718 w 783"/>
                <a:gd name="T11" fmla="*/ 1004 h 1004"/>
                <a:gd name="T12" fmla="*/ 738 w 783"/>
                <a:gd name="T13" fmla="*/ 997 h 1004"/>
                <a:gd name="T14" fmla="*/ 741 w 783"/>
                <a:gd name="T15" fmla="*/ 978 h 1004"/>
                <a:gd name="T16" fmla="*/ 727 w 783"/>
                <a:gd name="T17" fmla="*/ 902 h 1004"/>
                <a:gd name="T18" fmla="*/ 728 w 783"/>
                <a:gd name="T19" fmla="*/ 819 h 1004"/>
                <a:gd name="T20" fmla="*/ 742 w 783"/>
                <a:gd name="T21" fmla="*/ 732 h 1004"/>
                <a:gd name="T22" fmla="*/ 767 w 783"/>
                <a:gd name="T23" fmla="*/ 642 h 1004"/>
                <a:gd name="T24" fmla="*/ 783 w 783"/>
                <a:gd name="T25" fmla="*/ 583 h 1004"/>
                <a:gd name="T26" fmla="*/ 779 w 783"/>
                <a:gd name="T27" fmla="*/ 550 h 1004"/>
                <a:gd name="T28" fmla="*/ 756 w 783"/>
                <a:gd name="T29" fmla="*/ 522 h 1004"/>
                <a:gd name="T30" fmla="*/ 702 w 783"/>
                <a:gd name="T31" fmla="*/ 494 h 1004"/>
                <a:gd name="T32" fmla="*/ 674 w 783"/>
                <a:gd name="T33" fmla="*/ 489 h 1004"/>
                <a:gd name="T34" fmla="*/ 651 w 783"/>
                <a:gd name="T35" fmla="*/ 493 h 1004"/>
                <a:gd name="T36" fmla="*/ 633 w 783"/>
                <a:gd name="T37" fmla="*/ 508 h 1004"/>
                <a:gd name="T38" fmla="*/ 603 w 783"/>
                <a:gd name="T39" fmla="*/ 553 h 1004"/>
                <a:gd name="T40" fmla="*/ 506 w 783"/>
                <a:gd name="T41" fmla="*/ 676 h 1004"/>
                <a:gd name="T42" fmla="*/ 401 w 783"/>
                <a:gd name="T43" fmla="*/ 783 h 1004"/>
                <a:gd name="T44" fmla="*/ 336 w 783"/>
                <a:gd name="T45" fmla="*/ 834 h 1004"/>
                <a:gd name="T46" fmla="*/ 286 w 783"/>
                <a:gd name="T47" fmla="*/ 860 h 1004"/>
                <a:gd name="T48" fmla="*/ 240 w 783"/>
                <a:gd name="T49" fmla="*/ 873 h 1004"/>
                <a:gd name="T50" fmla="*/ 209 w 783"/>
                <a:gd name="T51" fmla="*/ 871 h 1004"/>
                <a:gd name="T52" fmla="*/ 188 w 783"/>
                <a:gd name="T53" fmla="*/ 858 h 1004"/>
                <a:gd name="T54" fmla="*/ 170 w 783"/>
                <a:gd name="T55" fmla="*/ 836 h 1004"/>
                <a:gd name="T56" fmla="*/ 155 w 783"/>
                <a:gd name="T57" fmla="*/ 776 h 1004"/>
                <a:gd name="T58" fmla="*/ 159 w 783"/>
                <a:gd name="T59" fmla="*/ 665 h 1004"/>
                <a:gd name="T60" fmla="*/ 188 w 783"/>
                <a:gd name="T61" fmla="*/ 507 h 1004"/>
                <a:gd name="T62" fmla="*/ 234 w 783"/>
                <a:gd name="T63" fmla="*/ 341 h 1004"/>
                <a:gd name="T64" fmla="*/ 291 w 783"/>
                <a:gd name="T65" fmla="*/ 188 h 1004"/>
                <a:gd name="T66" fmla="*/ 345 w 783"/>
                <a:gd name="T67" fmla="*/ 81 h 1004"/>
                <a:gd name="T68" fmla="*/ 360 w 783"/>
                <a:gd name="T69" fmla="*/ 40 h 1004"/>
                <a:gd name="T70" fmla="*/ 354 w 783"/>
                <a:gd name="T71" fmla="*/ 15 h 1004"/>
                <a:gd name="T72" fmla="*/ 327 w 783"/>
                <a:gd name="T73" fmla="*/ 3 h 1004"/>
                <a:gd name="T74" fmla="*/ 291 w 783"/>
                <a:gd name="T75" fmla="*/ 0 h 1004"/>
                <a:gd name="T76" fmla="*/ 240 w 783"/>
                <a:gd name="T77" fmla="*/ 7 h 1004"/>
                <a:gd name="T78" fmla="*/ 203 w 783"/>
                <a:gd name="T79" fmla="*/ 25 h 1004"/>
                <a:gd name="T80" fmla="*/ 178 w 783"/>
                <a:gd name="T81" fmla="*/ 52 h 1004"/>
                <a:gd name="T82" fmla="*/ 135 w 783"/>
                <a:gd name="T83" fmla="*/ 146 h 1004"/>
                <a:gd name="T84" fmla="*/ 81 w 783"/>
                <a:gd name="T85" fmla="*/ 292 h 1004"/>
                <a:gd name="T86" fmla="*/ 34 w 783"/>
                <a:gd name="T87" fmla="*/ 458 h 1004"/>
                <a:gd name="T88" fmla="*/ 5 w 783"/>
                <a:gd name="T89" fmla="*/ 639 h 1004"/>
                <a:gd name="T90" fmla="*/ 1 w 783"/>
                <a:gd name="T91" fmla="*/ 756 h 1004"/>
                <a:gd name="T92" fmla="*/ 8 w 783"/>
                <a:gd name="T93" fmla="*/ 802 h 1004"/>
                <a:gd name="T94" fmla="*/ 25 w 783"/>
                <a:gd name="T95" fmla="*/ 845 h 1004"/>
                <a:gd name="T96" fmla="*/ 51 w 783"/>
                <a:gd name="T97" fmla="*/ 884 h 1004"/>
                <a:gd name="T98" fmla="*/ 91 w 783"/>
                <a:gd name="T99" fmla="*/ 923 h 1004"/>
                <a:gd name="T100" fmla="*/ 141 w 783"/>
                <a:gd name="T101" fmla="*/ 955 h 1004"/>
                <a:gd name="T102" fmla="*/ 189 w 783"/>
                <a:gd name="T103" fmla="*/ 975 h 1004"/>
                <a:gd name="T104" fmla="*/ 248 w 783"/>
                <a:gd name="T105" fmla="*/ 986 h 1004"/>
                <a:gd name="T106" fmla="*/ 294 w 783"/>
                <a:gd name="T107" fmla="*/ 979 h 1004"/>
                <a:gd name="T108" fmla="*/ 339 w 783"/>
                <a:gd name="T109" fmla="*/ 961 h 1004"/>
                <a:gd name="T110" fmla="*/ 426 w 783"/>
                <a:gd name="T111" fmla="*/ 901 h 1004"/>
                <a:gd name="T112" fmla="*/ 504 w 783"/>
                <a:gd name="T113" fmla="*/ 825 h 10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3" h="1004">
                  <a:moveTo>
                    <a:pt x="576" y="737"/>
                  </a:moveTo>
                  <a:lnTo>
                    <a:pt x="575" y="755"/>
                  </a:lnTo>
                  <a:lnTo>
                    <a:pt x="575" y="775"/>
                  </a:lnTo>
                  <a:lnTo>
                    <a:pt x="575" y="794"/>
                  </a:lnTo>
                  <a:lnTo>
                    <a:pt x="576" y="812"/>
                  </a:lnTo>
                  <a:lnTo>
                    <a:pt x="578" y="831"/>
                  </a:lnTo>
                  <a:lnTo>
                    <a:pt x="581" y="847"/>
                  </a:lnTo>
                  <a:lnTo>
                    <a:pt x="584" y="863"/>
                  </a:lnTo>
                  <a:lnTo>
                    <a:pt x="590" y="879"/>
                  </a:lnTo>
                  <a:lnTo>
                    <a:pt x="595" y="894"/>
                  </a:lnTo>
                  <a:lnTo>
                    <a:pt x="601" y="908"/>
                  </a:lnTo>
                  <a:lnTo>
                    <a:pt x="607" y="922"/>
                  </a:lnTo>
                  <a:lnTo>
                    <a:pt x="615" y="934"/>
                  </a:lnTo>
                  <a:lnTo>
                    <a:pt x="623" y="946"/>
                  </a:lnTo>
                  <a:lnTo>
                    <a:pt x="632" y="956"/>
                  </a:lnTo>
                  <a:lnTo>
                    <a:pt x="643" y="967"/>
                  </a:lnTo>
                  <a:lnTo>
                    <a:pt x="654" y="977"/>
                  </a:lnTo>
                  <a:lnTo>
                    <a:pt x="666" y="986"/>
                  </a:lnTo>
                  <a:lnTo>
                    <a:pt x="678" y="994"/>
                  </a:lnTo>
                  <a:lnTo>
                    <a:pt x="692" y="1000"/>
                  </a:lnTo>
                  <a:lnTo>
                    <a:pt x="699" y="1002"/>
                  </a:lnTo>
                  <a:lnTo>
                    <a:pt x="705" y="1003"/>
                  </a:lnTo>
                  <a:lnTo>
                    <a:pt x="712" y="1004"/>
                  </a:lnTo>
                  <a:lnTo>
                    <a:pt x="718" y="1004"/>
                  </a:lnTo>
                  <a:lnTo>
                    <a:pt x="724" y="1004"/>
                  </a:lnTo>
                  <a:lnTo>
                    <a:pt x="730" y="1003"/>
                  </a:lnTo>
                  <a:lnTo>
                    <a:pt x="735" y="1000"/>
                  </a:lnTo>
                  <a:lnTo>
                    <a:pt x="738" y="997"/>
                  </a:lnTo>
                  <a:lnTo>
                    <a:pt x="741" y="993"/>
                  </a:lnTo>
                  <a:lnTo>
                    <a:pt x="742" y="989"/>
                  </a:lnTo>
                  <a:lnTo>
                    <a:pt x="742" y="984"/>
                  </a:lnTo>
                  <a:lnTo>
                    <a:pt x="741" y="978"/>
                  </a:lnTo>
                  <a:lnTo>
                    <a:pt x="735" y="959"/>
                  </a:lnTo>
                  <a:lnTo>
                    <a:pt x="732" y="941"/>
                  </a:lnTo>
                  <a:lnTo>
                    <a:pt x="729" y="922"/>
                  </a:lnTo>
                  <a:lnTo>
                    <a:pt x="727" y="902"/>
                  </a:lnTo>
                  <a:lnTo>
                    <a:pt x="726" y="883"/>
                  </a:lnTo>
                  <a:lnTo>
                    <a:pt x="726" y="861"/>
                  </a:lnTo>
                  <a:lnTo>
                    <a:pt x="726" y="841"/>
                  </a:lnTo>
                  <a:lnTo>
                    <a:pt x="728" y="819"/>
                  </a:lnTo>
                  <a:lnTo>
                    <a:pt x="730" y="798"/>
                  </a:lnTo>
                  <a:lnTo>
                    <a:pt x="733" y="776"/>
                  </a:lnTo>
                  <a:lnTo>
                    <a:pt x="736" y="754"/>
                  </a:lnTo>
                  <a:lnTo>
                    <a:pt x="742" y="732"/>
                  </a:lnTo>
                  <a:lnTo>
                    <a:pt x="747" y="709"/>
                  </a:lnTo>
                  <a:lnTo>
                    <a:pt x="753" y="687"/>
                  </a:lnTo>
                  <a:lnTo>
                    <a:pt x="760" y="664"/>
                  </a:lnTo>
                  <a:lnTo>
                    <a:pt x="767" y="642"/>
                  </a:lnTo>
                  <a:lnTo>
                    <a:pt x="775" y="620"/>
                  </a:lnTo>
                  <a:lnTo>
                    <a:pt x="780" y="600"/>
                  </a:lnTo>
                  <a:lnTo>
                    <a:pt x="782" y="591"/>
                  </a:lnTo>
                  <a:lnTo>
                    <a:pt x="783" y="583"/>
                  </a:lnTo>
                  <a:lnTo>
                    <a:pt x="783" y="573"/>
                  </a:lnTo>
                  <a:lnTo>
                    <a:pt x="783" y="565"/>
                  </a:lnTo>
                  <a:lnTo>
                    <a:pt x="781" y="558"/>
                  </a:lnTo>
                  <a:lnTo>
                    <a:pt x="779" y="550"/>
                  </a:lnTo>
                  <a:lnTo>
                    <a:pt x="775" y="543"/>
                  </a:lnTo>
                  <a:lnTo>
                    <a:pt x="770" y="536"/>
                  </a:lnTo>
                  <a:lnTo>
                    <a:pt x="764" y="530"/>
                  </a:lnTo>
                  <a:lnTo>
                    <a:pt x="756" y="522"/>
                  </a:lnTo>
                  <a:lnTo>
                    <a:pt x="747" y="515"/>
                  </a:lnTo>
                  <a:lnTo>
                    <a:pt x="735" y="509"/>
                  </a:lnTo>
                  <a:lnTo>
                    <a:pt x="718" y="500"/>
                  </a:lnTo>
                  <a:lnTo>
                    <a:pt x="702" y="494"/>
                  </a:lnTo>
                  <a:lnTo>
                    <a:pt x="695" y="492"/>
                  </a:lnTo>
                  <a:lnTo>
                    <a:pt x="687" y="490"/>
                  </a:lnTo>
                  <a:lnTo>
                    <a:pt x="680" y="489"/>
                  </a:lnTo>
                  <a:lnTo>
                    <a:pt x="674" y="489"/>
                  </a:lnTo>
                  <a:lnTo>
                    <a:pt x="667" y="489"/>
                  </a:lnTo>
                  <a:lnTo>
                    <a:pt x="662" y="490"/>
                  </a:lnTo>
                  <a:lnTo>
                    <a:pt x="656" y="491"/>
                  </a:lnTo>
                  <a:lnTo>
                    <a:pt x="651" y="493"/>
                  </a:lnTo>
                  <a:lnTo>
                    <a:pt x="646" y="496"/>
                  </a:lnTo>
                  <a:lnTo>
                    <a:pt x="642" y="499"/>
                  </a:lnTo>
                  <a:lnTo>
                    <a:pt x="637" y="503"/>
                  </a:lnTo>
                  <a:lnTo>
                    <a:pt x="633" y="508"/>
                  </a:lnTo>
                  <a:lnTo>
                    <a:pt x="630" y="512"/>
                  </a:lnTo>
                  <a:lnTo>
                    <a:pt x="627" y="516"/>
                  </a:lnTo>
                  <a:lnTo>
                    <a:pt x="624" y="522"/>
                  </a:lnTo>
                  <a:lnTo>
                    <a:pt x="603" y="553"/>
                  </a:lnTo>
                  <a:lnTo>
                    <a:pt x="579" y="584"/>
                  </a:lnTo>
                  <a:lnTo>
                    <a:pt x="556" y="615"/>
                  </a:lnTo>
                  <a:lnTo>
                    <a:pt x="531" y="646"/>
                  </a:lnTo>
                  <a:lnTo>
                    <a:pt x="506" y="676"/>
                  </a:lnTo>
                  <a:lnTo>
                    <a:pt x="480" y="704"/>
                  </a:lnTo>
                  <a:lnTo>
                    <a:pt x="454" y="733"/>
                  </a:lnTo>
                  <a:lnTo>
                    <a:pt x="427" y="758"/>
                  </a:lnTo>
                  <a:lnTo>
                    <a:pt x="401" y="783"/>
                  </a:lnTo>
                  <a:lnTo>
                    <a:pt x="374" y="805"/>
                  </a:lnTo>
                  <a:lnTo>
                    <a:pt x="362" y="815"/>
                  </a:lnTo>
                  <a:lnTo>
                    <a:pt x="349" y="825"/>
                  </a:lnTo>
                  <a:lnTo>
                    <a:pt x="336" y="834"/>
                  </a:lnTo>
                  <a:lnTo>
                    <a:pt x="323" y="841"/>
                  </a:lnTo>
                  <a:lnTo>
                    <a:pt x="310" y="848"/>
                  </a:lnTo>
                  <a:lnTo>
                    <a:pt x="298" y="855"/>
                  </a:lnTo>
                  <a:lnTo>
                    <a:pt x="286" y="860"/>
                  </a:lnTo>
                  <a:lnTo>
                    <a:pt x="273" y="865"/>
                  </a:lnTo>
                  <a:lnTo>
                    <a:pt x="262" y="868"/>
                  </a:lnTo>
                  <a:lnTo>
                    <a:pt x="251" y="872"/>
                  </a:lnTo>
                  <a:lnTo>
                    <a:pt x="240" y="873"/>
                  </a:lnTo>
                  <a:lnTo>
                    <a:pt x="228" y="874"/>
                  </a:lnTo>
                  <a:lnTo>
                    <a:pt x="221" y="874"/>
                  </a:lnTo>
                  <a:lnTo>
                    <a:pt x="215" y="873"/>
                  </a:lnTo>
                  <a:lnTo>
                    <a:pt x="209" y="871"/>
                  </a:lnTo>
                  <a:lnTo>
                    <a:pt x="203" y="868"/>
                  </a:lnTo>
                  <a:lnTo>
                    <a:pt x="198" y="865"/>
                  </a:lnTo>
                  <a:lnTo>
                    <a:pt x="193" y="862"/>
                  </a:lnTo>
                  <a:lnTo>
                    <a:pt x="188" y="858"/>
                  </a:lnTo>
                  <a:lnTo>
                    <a:pt x="183" y="853"/>
                  </a:lnTo>
                  <a:lnTo>
                    <a:pt x="178" y="848"/>
                  </a:lnTo>
                  <a:lnTo>
                    <a:pt x="174" y="843"/>
                  </a:lnTo>
                  <a:lnTo>
                    <a:pt x="170" y="836"/>
                  </a:lnTo>
                  <a:lnTo>
                    <a:pt x="167" y="830"/>
                  </a:lnTo>
                  <a:lnTo>
                    <a:pt x="162" y="813"/>
                  </a:lnTo>
                  <a:lnTo>
                    <a:pt x="158" y="796"/>
                  </a:lnTo>
                  <a:lnTo>
                    <a:pt x="155" y="776"/>
                  </a:lnTo>
                  <a:lnTo>
                    <a:pt x="154" y="753"/>
                  </a:lnTo>
                  <a:lnTo>
                    <a:pt x="154" y="729"/>
                  </a:lnTo>
                  <a:lnTo>
                    <a:pt x="155" y="702"/>
                  </a:lnTo>
                  <a:lnTo>
                    <a:pt x="159" y="665"/>
                  </a:lnTo>
                  <a:lnTo>
                    <a:pt x="164" y="628"/>
                  </a:lnTo>
                  <a:lnTo>
                    <a:pt x="170" y="589"/>
                  </a:lnTo>
                  <a:lnTo>
                    <a:pt x="178" y="548"/>
                  </a:lnTo>
                  <a:lnTo>
                    <a:pt x="188" y="507"/>
                  </a:lnTo>
                  <a:lnTo>
                    <a:pt x="197" y="465"/>
                  </a:lnTo>
                  <a:lnTo>
                    <a:pt x="208" y="423"/>
                  </a:lnTo>
                  <a:lnTo>
                    <a:pt x="220" y="382"/>
                  </a:lnTo>
                  <a:lnTo>
                    <a:pt x="234" y="341"/>
                  </a:lnTo>
                  <a:lnTo>
                    <a:pt x="247" y="301"/>
                  </a:lnTo>
                  <a:lnTo>
                    <a:pt x="261" y="261"/>
                  </a:lnTo>
                  <a:lnTo>
                    <a:pt x="275" y="223"/>
                  </a:lnTo>
                  <a:lnTo>
                    <a:pt x="291" y="188"/>
                  </a:lnTo>
                  <a:lnTo>
                    <a:pt x="306" y="154"/>
                  </a:lnTo>
                  <a:lnTo>
                    <a:pt x="322" y="122"/>
                  </a:lnTo>
                  <a:lnTo>
                    <a:pt x="338" y="94"/>
                  </a:lnTo>
                  <a:lnTo>
                    <a:pt x="345" y="81"/>
                  </a:lnTo>
                  <a:lnTo>
                    <a:pt x="351" y="68"/>
                  </a:lnTo>
                  <a:lnTo>
                    <a:pt x="356" y="58"/>
                  </a:lnTo>
                  <a:lnTo>
                    <a:pt x="359" y="48"/>
                  </a:lnTo>
                  <a:lnTo>
                    <a:pt x="360" y="40"/>
                  </a:lnTo>
                  <a:lnTo>
                    <a:pt x="361" y="33"/>
                  </a:lnTo>
                  <a:lnTo>
                    <a:pt x="360" y="25"/>
                  </a:lnTo>
                  <a:lnTo>
                    <a:pt x="357" y="20"/>
                  </a:lnTo>
                  <a:lnTo>
                    <a:pt x="354" y="15"/>
                  </a:lnTo>
                  <a:lnTo>
                    <a:pt x="350" y="11"/>
                  </a:lnTo>
                  <a:lnTo>
                    <a:pt x="344" y="8"/>
                  </a:lnTo>
                  <a:lnTo>
                    <a:pt x="337" y="5"/>
                  </a:lnTo>
                  <a:lnTo>
                    <a:pt x="327" y="3"/>
                  </a:lnTo>
                  <a:lnTo>
                    <a:pt x="318" y="1"/>
                  </a:lnTo>
                  <a:lnTo>
                    <a:pt x="307" y="0"/>
                  </a:lnTo>
                  <a:lnTo>
                    <a:pt x="295" y="0"/>
                  </a:lnTo>
                  <a:lnTo>
                    <a:pt x="291" y="0"/>
                  </a:lnTo>
                  <a:lnTo>
                    <a:pt x="276" y="0"/>
                  </a:lnTo>
                  <a:lnTo>
                    <a:pt x="263" y="2"/>
                  </a:lnTo>
                  <a:lnTo>
                    <a:pt x="251" y="4"/>
                  </a:lnTo>
                  <a:lnTo>
                    <a:pt x="240" y="7"/>
                  </a:lnTo>
                  <a:lnTo>
                    <a:pt x="229" y="11"/>
                  </a:lnTo>
                  <a:lnTo>
                    <a:pt x="219" y="15"/>
                  </a:lnTo>
                  <a:lnTo>
                    <a:pt x="211" y="20"/>
                  </a:lnTo>
                  <a:lnTo>
                    <a:pt x="203" y="25"/>
                  </a:lnTo>
                  <a:lnTo>
                    <a:pt x="196" y="32"/>
                  </a:lnTo>
                  <a:lnTo>
                    <a:pt x="190" y="39"/>
                  </a:lnTo>
                  <a:lnTo>
                    <a:pt x="184" y="45"/>
                  </a:lnTo>
                  <a:lnTo>
                    <a:pt x="178" y="52"/>
                  </a:lnTo>
                  <a:lnTo>
                    <a:pt x="169" y="67"/>
                  </a:lnTo>
                  <a:lnTo>
                    <a:pt x="162" y="83"/>
                  </a:lnTo>
                  <a:lnTo>
                    <a:pt x="148" y="113"/>
                  </a:lnTo>
                  <a:lnTo>
                    <a:pt x="135" y="146"/>
                  </a:lnTo>
                  <a:lnTo>
                    <a:pt x="120" y="180"/>
                  </a:lnTo>
                  <a:lnTo>
                    <a:pt x="107" y="215"/>
                  </a:lnTo>
                  <a:lnTo>
                    <a:pt x="94" y="253"/>
                  </a:lnTo>
                  <a:lnTo>
                    <a:pt x="81" y="292"/>
                  </a:lnTo>
                  <a:lnTo>
                    <a:pt x="67" y="332"/>
                  </a:lnTo>
                  <a:lnTo>
                    <a:pt x="56" y="372"/>
                  </a:lnTo>
                  <a:lnTo>
                    <a:pt x="45" y="414"/>
                  </a:lnTo>
                  <a:lnTo>
                    <a:pt x="34" y="458"/>
                  </a:lnTo>
                  <a:lnTo>
                    <a:pt x="24" y="502"/>
                  </a:lnTo>
                  <a:lnTo>
                    <a:pt x="17" y="547"/>
                  </a:lnTo>
                  <a:lnTo>
                    <a:pt x="10" y="593"/>
                  </a:lnTo>
                  <a:lnTo>
                    <a:pt x="5" y="639"/>
                  </a:lnTo>
                  <a:lnTo>
                    <a:pt x="2" y="685"/>
                  </a:lnTo>
                  <a:lnTo>
                    <a:pt x="0" y="732"/>
                  </a:lnTo>
                  <a:lnTo>
                    <a:pt x="0" y="744"/>
                  </a:lnTo>
                  <a:lnTo>
                    <a:pt x="1" y="756"/>
                  </a:lnTo>
                  <a:lnTo>
                    <a:pt x="2" y="768"/>
                  </a:lnTo>
                  <a:lnTo>
                    <a:pt x="3" y="780"/>
                  </a:lnTo>
                  <a:lnTo>
                    <a:pt x="6" y="791"/>
                  </a:lnTo>
                  <a:lnTo>
                    <a:pt x="8" y="802"/>
                  </a:lnTo>
                  <a:lnTo>
                    <a:pt x="12" y="813"/>
                  </a:lnTo>
                  <a:lnTo>
                    <a:pt x="16" y="825"/>
                  </a:lnTo>
                  <a:lnTo>
                    <a:pt x="20" y="835"/>
                  </a:lnTo>
                  <a:lnTo>
                    <a:pt x="25" y="845"/>
                  </a:lnTo>
                  <a:lnTo>
                    <a:pt x="31" y="855"/>
                  </a:lnTo>
                  <a:lnTo>
                    <a:pt x="37" y="864"/>
                  </a:lnTo>
                  <a:lnTo>
                    <a:pt x="44" y="875"/>
                  </a:lnTo>
                  <a:lnTo>
                    <a:pt x="51" y="884"/>
                  </a:lnTo>
                  <a:lnTo>
                    <a:pt x="58" y="893"/>
                  </a:lnTo>
                  <a:lnTo>
                    <a:pt x="66" y="901"/>
                  </a:lnTo>
                  <a:lnTo>
                    <a:pt x="79" y="912"/>
                  </a:lnTo>
                  <a:lnTo>
                    <a:pt x="91" y="923"/>
                  </a:lnTo>
                  <a:lnTo>
                    <a:pt x="103" y="932"/>
                  </a:lnTo>
                  <a:lnTo>
                    <a:pt x="115" y="941"/>
                  </a:lnTo>
                  <a:lnTo>
                    <a:pt x="127" y="948"/>
                  </a:lnTo>
                  <a:lnTo>
                    <a:pt x="141" y="955"/>
                  </a:lnTo>
                  <a:lnTo>
                    <a:pt x="153" y="961"/>
                  </a:lnTo>
                  <a:lnTo>
                    <a:pt x="165" y="966"/>
                  </a:lnTo>
                  <a:lnTo>
                    <a:pt x="177" y="972"/>
                  </a:lnTo>
                  <a:lnTo>
                    <a:pt x="189" y="975"/>
                  </a:lnTo>
                  <a:lnTo>
                    <a:pt x="201" y="979"/>
                  </a:lnTo>
                  <a:lnTo>
                    <a:pt x="211" y="981"/>
                  </a:lnTo>
                  <a:lnTo>
                    <a:pt x="232" y="985"/>
                  </a:lnTo>
                  <a:lnTo>
                    <a:pt x="248" y="986"/>
                  </a:lnTo>
                  <a:lnTo>
                    <a:pt x="259" y="985"/>
                  </a:lnTo>
                  <a:lnTo>
                    <a:pt x="270" y="984"/>
                  </a:lnTo>
                  <a:lnTo>
                    <a:pt x="282" y="982"/>
                  </a:lnTo>
                  <a:lnTo>
                    <a:pt x="294" y="979"/>
                  </a:lnTo>
                  <a:lnTo>
                    <a:pt x="305" y="976"/>
                  </a:lnTo>
                  <a:lnTo>
                    <a:pt x="316" y="972"/>
                  </a:lnTo>
                  <a:lnTo>
                    <a:pt x="327" y="966"/>
                  </a:lnTo>
                  <a:lnTo>
                    <a:pt x="339" y="961"/>
                  </a:lnTo>
                  <a:lnTo>
                    <a:pt x="361" y="949"/>
                  </a:lnTo>
                  <a:lnTo>
                    <a:pt x="384" y="935"/>
                  </a:lnTo>
                  <a:lnTo>
                    <a:pt x="405" y="918"/>
                  </a:lnTo>
                  <a:lnTo>
                    <a:pt x="426" y="901"/>
                  </a:lnTo>
                  <a:lnTo>
                    <a:pt x="448" y="883"/>
                  </a:lnTo>
                  <a:lnTo>
                    <a:pt x="467" y="863"/>
                  </a:lnTo>
                  <a:lnTo>
                    <a:pt x="487" y="844"/>
                  </a:lnTo>
                  <a:lnTo>
                    <a:pt x="504" y="825"/>
                  </a:lnTo>
                  <a:lnTo>
                    <a:pt x="538" y="786"/>
                  </a:lnTo>
                  <a:lnTo>
                    <a:pt x="565" y="751"/>
                  </a:lnTo>
                  <a:lnTo>
                    <a:pt x="576" y="7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>
                <a:solidFill>
                  <a:srgbClr val="ADBECB"/>
                </a:solidFill>
                <a:ea typeface="Arial Unicode MS"/>
              </a:endParaRPr>
            </a:p>
          </p:txBody>
        </p:sp>
        <p:sp>
          <p:nvSpPr>
            <p:cNvPr id="40" name="Freeform 38"/>
            <p:cNvSpPr>
              <a:spLocks/>
            </p:cNvSpPr>
            <p:nvPr userDrawn="1"/>
          </p:nvSpPr>
          <p:spPr bwMode="auto">
            <a:xfrm>
              <a:off x="6357" y="558"/>
              <a:ext cx="28" cy="94"/>
            </a:xfrm>
            <a:custGeom>
              <a:avLst/>
              <a:gdLst>
                <a:gd name="T0" fmla="*/ 211 w 340"/>
                <a:gd name="T1" fmla="*/ 0 h 1127"/>
                <a:gd name="T2" fmla="*/ 198 w 340"/>
                <a:gd name="T3" fmla="*/ 2 h 1127"/>
                <a:gd name="T4" fmla="*/ 187 w 340"/>
                <a:gd name="T5" fmla="*/ 6 h 1127"/>
                <a:gd name="T6" fmla="*/ 178 w 340"/>
                <a:gd name="T7" fmla="*/ 12 h 1127"/>
                <a:gd name="T8" fmla="*/ 167 w 340"/>
                <a:gd name="T9" fmla="*/ 24 h 1127"/>
                <a:gd name="T10" fmla="*/ 158 w 340"/>
                <a:gd name="T11" fmla="*/ 41 h 1127"/>
                <a:gd name="T12" fmla="*/ 151 w 340"/>
                <a:gd name="T13" fmla="*/ 66 h 1127"/>
                <a:gd name="T14" fmla="*/ 144 w 340"/>
                <a:gd name="T15" fmla="*/ 103 h 1127"/>
                <a:gd name="T16" fmla="*/ 134 w 340"/>
                <a:gd name="T17" fmla="*/ 147 h 1127"/>
                <a:gd name="T18" fmla="*/ 123 w 340"/>
                <a:gd name="T19" fmla="*/ 195 h 1127"/>
                <a:gd name="T20" fmla="*/ 101 w 340"/>
                <a:gd name="T21" fmla="*/ 292 h 1127"/>
                <a:gd name="T22" fmla="*/ 67 w 340"/>
                <a:gd name="T23" fmla="*/ 447 h 1127"/>
                <a:gd name="T24" fmla="*/ 35 w 340"/>
                <a:gd name="T25" fmla="*/ 608 h 1127"/>
                <a:gd name="T26" fmla="*/ 16 w 340"/>
                <a:gd name="T27" fmla="*/ 725 h 1127"/>
                <a:gd name="T28" fmla="*/ 7 w 340"/>
                <a:gd name="T29" fmla="*/ 797 h 1127"/>
                <a:gd name="T30" fmla="*/ 1 w 340"/>
                <a:gd name="T31" fmla="*/ 872 h 1127"/>
                <a:gd name="T32" fmla="*/ 0 w 340"/>
                <a:gd name="T33" fmla="*/ 941 h 1127"/>
                <a:gd name="T34" fmla="*/ 5 w 340"/>
                <a:gd name="T35" fmla="*/ 996 h 1127"/>
                <a:gd name="T36" fmla="*/ 14 w 340"/>
                <a:gd name="T37" fmla="*/ 1039 h 1127"/>
                <a:gd name="T38" fmla="*/ 27 w 340"/>
                <a:gd name="T39" fmla="*/ 1071 h 1127"/>
                <a:gd name="T40" fmla="*/ 43 w 340"/>
                <a:gd name="T41" fmla="*/ 1094 h 1127"/>
                <a:gd name="T42" fmla="*/ 62 w 340"/>
                <a:gd name="T43" fmla="*/ 1111 h 1127"/>
                <a:gd name="T44" fmla="*/ 82 w 340"/>
                <a:gd name="T45" fmla="*/ 1121 h 1127"/>
                <a:gd name="T46" fmla="*/ 102 w 340"/>
                <a:gd name="T47" fmla="*/ 1127 h 1127"/>
                <a:gd name="T48" fmla="*/ 116 w 340"/>
                <a:gd name="T49" fmla="*/ 1127 h 1127"/>
                <a:gd name="T50" fmla="*/ 122 w 340"/>
                <a:gd name="T51" fmla="*/ 1124 h 1127"/>
                <a:gd name="T52" fmla="*/ 129 w 340"/>
                <a:gd name="T53" fmla="*/ 1116 h 1127"/>
                <a:gd name="T54" fmla="*/ 134 w 340"/>
                <a:gd name="T55" fmla="*/ 1099 h 1127"/>
                <a:gd name="T56" fmla="*/ 134 w 340"/>
                <a:gd name="T57" fmla="*/ 1070 h 1127"/>
                <a:gd name="T58" fmla="*/ 137 w 340"/>
                <a:gd name="T59" fmla="*/ 1026 h 1127"/>
                <a:gd name="T60" fmla="*/ 145 w 340"/>
                <a:gd name="T61" fmla="*/ 948 h 1127"/>
                <a:gd name="T62" fmla="*/ 165 w 340"/>
                <a:gd name="T63" fmla="*/ 829 h 1127"/>
                <a:gd name="T64" fmla="*/ 191 w 340"/>
                <a:gd name="T65" fmla="*/ 696 h 1127"/>
                <a:gd name="T66" fmla="*/ 222 w 340"/>
                <a:gd name="T67" fmla="*/ 559 h 1127"/>
                <a:gd name="T68" fmla="*/ 253 w 340"/>
                <a:gd name="T69" fmla="*/ 425 h 1127"/>
                <a:gd name="T70" fmla="*/ 286 w 340"/>
                <a:gd name="T71" fmla="*/ 301 h 1127"/>
                <a:gd name="T72" fmla="*/ 316 w 340"/>
                <a:gd name="T73" fmla="*/ 195 h 1127"/>
                <a:gd name="T74" fmla="*/ 333 w 340"/>
                <a:gd name="T75" fmla="*/ 136 h 1127"/>
                <a:gd name="T76" fmla="*/ 338 w 340"/>
                <a:gd name="T77" fmla="*/ 110 h 1127"/>
                <a:gd name="T78" fmla="*/ 340 w 340"/>
                <a:gd name="T79" fmla="*/ 88 h 1127"/>
                <a:gd name="T80" fmla="*/ 337 w 340"/>
                <a:gd name="T81" fmla="*/ 70 h 1127"/>
                <a:gd name="T82" fmla="*/ 331 w 340"/>
                <a:gd name="T83" fmla="*/ 55 h 1127"/>
                <a:gd name="T84" fmla="*/ 321 w 340"/>
                <a:gd name="T85" fmla="*/ 42 h 1127"/>
                <a:gd name="T86" fmla="*/ 307 w 340"/>
                <a:gd name="T87" fmla="*/ 31 h 1127"/>
                <a:gd name="T88" fmla="*/ 292 w 340"/>
                <a:gd name="T89" fmla="*/ 22 h 1127"/>
                <a:gd name="T90" fmla="*/ 266 w 340"/>
                <a:gd name="T91" fmla="*/ 9 h 1127"/>
                <a:gd name="T92" fmla="*/ 233 w 340"/>
                <a:gd name="T93" fmla="*/ 1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40" h="1127">
                  <a:moveTo>
                    <a:pt x="218" y="0"/>
                  </a:moveTo>
                  <a:lnTo>
                    <a:pt x="211" y="0"/>
                  </a:lnTo>
                  <a:lnTo>
                    <a:pt x="204" y="1"/>
                  </a:lnTo>
                  <a:lnTo>
                    <a:pt x="198" y="2"/>
                  </a:lnTo>
                  <a:lnTo>
                    <a:pt x="192" y="4"/>
                  </a:lnTo>
                  <a:lnTo>
                    <a:pt x="187" y="6"/>
                  </a:lnTo>
                  <a:lnTo>
                    <a:pt x="182" y="9"/>
                  </a:lnTo>
                  <a:lnTo>
                    <a:pt x="178" y="12"/>
                  </a:lnTo>
                  <a:lnTo>
                    <a:pt x="174" y="16"/>
                  </a:lnTo>
                  <a:lnTo>
                    <a:pt x="167" y="24"/>
                  </a:lnTo>
                  <a:lnTo>
                    <a:pt x="162" y="33"/>
                  </a:lnTo>
                  <a:lnTo>
                    <a:pt x="158" y="41"/>
                  </a:lnTo>
                  <a:lnTo>
                    <a:pt x="154" y="51"/>
                  </a:lnTo>
                  <a:lnTo>
                    <a:pt x="151" y="66"/>
                  </a:lnTo>
                  <a:lnTo>
                    <a:pt x="148" y="84"/>
                  </a:lnTo>
                  <a:lnTo>
                    <a:pt x="144" y="103"/>
                  </a:lnTo>
                  <a:lnTo>
                    <a:pt x="139" y="125"/>
                  </a:lnTo>
                  <a:lnTo>
                    <a:pt x="134" y="147"/>
                  </a:lnTo>
                  <a:lnTo>
                    <a:pt x="129" y="171"/>
                  </a:lnTo>
                  <a:lnTo>
                    <a:pt x="123" y="195"/>
                  </a:lnTo>
                  <a:lnTo>
                    <a:pt x="118" y="222"/>
                  </a:lnTo>
                  <a:lnTo>
                    <a:pt x="101" y="292"/>
                  </a:lnTo>
                  <a:lnTo>
                    <a:pt x="84" y="369"/>
                  </a:lnTo>
                  <a:lnTo>
                    <a:pt x="67" y="447"/>
                  </a:lnTo>
                  <a:lnTo>
                    <a:pt x="50" y="528"/>
                  </a:lnTo>
                  <a:lnTo>
                    <a:pt x="35" y="608"/>
                  </a:lnTo>
                  <a:lnTo>
                    <a:pt x="22" y="687"/>
                  </a:lnTo>
                  <a:lnTo>
                    <a:pt x="16" y="725"/>
                  </a:lnTo>
                  <a:lnTo>
                    <a:pt x="11" y="762"/>
                  </a:lnTo>
                  <a:lnTo>
                    <a:pt x="7" y="797"/>
                  </a:lnTo>
                  <a:lnTo>
                    <a:pt x="3" y="832"/>
                  </a:lnTo>
                  <a:lnTo>
                    <a:pt x="1" y="872"/>
                  </a:lnTo>
                  <a:lnTo>
                    <a:pt x="0" y="909"/>
                  </a:lnTo>
                  <a:lnTo>
                    <a:pt x="0" y="941"/>
                  </a:lnTo>
                  <a:lnTo>
                    <a:pt x="1" y="971"/>
                  </a:lnTo>
                  <a:lnTo>
                    <a:pt x="5" y="996"/>
                  </a:lnTo>
                  <a:lnTo>
                    <a:pt x="9" y="1019"/>
                  </a:lnTo>
                  <a:lnTo>
                    <a:pt x="14" y="1039"/>
                  </a:lnTo>
                  <a:lnTo>
                    <a:pt x="20" y="1057"/>
                  </a:lnTo>
                  <a:lnTo>
                    <a:pt x="27" y="1071"/>
                  </a:lnTo>
                  <a:lnTo>
                    <a:pt x="35" y="1084"/>
                  </a:lnTo>
                  <a:lnTo>
                    <a:pt x="43" y="1094"/>
                  </a:lnTo>
                  <a:lnTo>
                    <a:pt x="52" y="1103"/>
                  </a:lnTo>
                  <a:lnTo>
                    <a:pt x="62" y="1111"/>
                  </a:lnTo>
                  <a:lnTo>
                    <a:pt x="72" y="1117"/>
                  </a:lnTo>
                  <a:lnTo>
                    <a:pt x="82" y="1121"/>
                  </a:lnTo>
                  <a:lnTo>
                    <a:pt x="93" y="1125"/>
                  </a:lnTo>
                  <a:lnTo>
                    <a:pt x="102" y="1127"/>
                  </a:lnTo>
                  <a:lnTo>
                    <a:pt x="112" y="1127"/>
                  </a:lnTo>
                  <a:lnTo>
                    <a:pt x="116" y="1127"/>
                  </a:lnTo>
                  <a:lnTo>
                    <a:pt x="119" y="1125"/>
                  </a:lnTo>
                  <a:lnTo>
                    <a:pt x="122" y="1124"/>
                  </a:lnTo>
                  <a:lnTo>
                    <a:pt x="125" y="1121"/>
                  </a:lnTo>
                  <a:lnTo>
                    <a:pt x="129" y="1116"/>
                  </a:lnTo>
                  <a:lnTo>
                    <a:pt x="132" y="1109"/>
                  </a:lnTo>
                  <a:lnTo>
                    <a:pt x="134" y="1099"/>
                  </a:lnTo>
                  <a:lnTo>
                    <a:pt x="134" y="1089"/>
                  </a:lnTo>
                  <a:lnTo>
                    <a:pt x="134" y="1070"/>
                  </a:lnTo>
                  <a:lnTo>
                    <a:pt x="135" y="1048"/>
                  </a:lnTo>
                  <a:lnTo>
                    <a:pt x="137" y="1026"/>
                  </a:lnTo>
                  <a:lnTo>
                    <a:pt x="139" y="1001"/>
                  </a:lnTo>
                  <a:lnTo>
                    <a:pt x="145" y="948"/>
                  </a:lnTo>
                  <a:lnTo>
                    <a:pt x="154" y="891"/>
                  </a:lnTo>
                  <a:lnTo>
                    <a:pt x="165" y="829"/>
                  </a:lnTo>
                  <a:lnTo>
                    <a:pt x="177" y="764"/>
                  </a:lnTo>
                  <a:lnTo>
                    <a:pt x="191" y="696"/>
                  </a:lnTo>
                  <a:lnTo>
                    <a:pt x="205" y="628"/>
                  </a:lnTo>
                  <a:lnTo>
                    <a:pt x="222" y="559"/>
                  </a:lnTo>
                  <a:lnTo>
                    <a:pt x="237" y="492"/>
                  </a:lnTo>
                  <a:lnTo>
                    <a:pt x="253" y="425"/>
                  </a:lnTo>
                  <a:lnTo>
                    <a:pt x="270" y="361"/>
                  </a:lnTo>
                  <a:lnTo>
                    <a:pt x="286" y="301"/>
                  </a:lnTo>
                  <a:lnTo>
                    <a:pt x="301" y="245"/>
                  </a:lnTo>
                  <a:lnTo>
                    <a:pt x="316" y="195"/>
                  </a:lnTo>
                  <a:lnTo>
                    <a:pt x="329" y="150"/>
                  </a:lnTo>
                  <a:lnTo>
                    <a:pt x="333" y="136"/>
                  </a:lnTo>
                  <a:lnTo>
                    <a:pt x="336" y="123"/>
                  </a:lnTo>
                  <a:lnTo>
                    <a:pt x="338" y="110"/>
                  </a:lnTo>
                  <a:lnTo>
                    <a:pt x="339" y="98"/>
                  </a:lnTo>
                  <a:lnTo>
                    <a:pt x="340" y="88"/>
                  </a:lnTo>
                  <a:lnTo>
                    <a:pt x="339" y="79"/>
                  </a:lnTo>
                  <a:lnTo>
                    <a:pt x="337" y="70"/>
                  </a:lnTo>
                  <a:lnTo>
                    <a:pt x="334" y="62"/>
                  </a:lnTo>
                  <a:lnTo>
                    <a:pt x="331" y="55"/>
                  </a:lnTo>
                  <a:lnTo>
                    <a:pt x="326" y="48"/>
                  </a:lnTo>
                  <a:lnTo>
                    <a:pt x="321" y="42"/>
                  </a:lnTo>
                  <a:lnTo>
                    <a:pt x="315" y="37"/>
                  </a:lnTo>
                  <a:lnTo>
                    <a:pt x="307" y="31"/>
                  </a:lnTo>
                  <a:lnTo>
                    <a:pt x="300" y="27"/>
                  </a:lnTo>
                  <a:lnTo>
                    <a:pt x="292" y="22"/>
                  </a:lnTo>
                  <a:lnTo>
                    <a:pt x="283" y="17"/>
                  </a:lnTo>
                  <a:lnTo>
                    <a:pt x="266" y="9"/>
                  </a:lnTo>
                  <a:lnTo>
                    <a:pt x="248" y="4"/>
                  </a:lnTo>
                  <a:lnTo>
                    <a:pt x="233" y="1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>
                <a:solidFill>
                  <a:srgbClr val="ADBECB"/>
                </a:solidFill>
                <a:ea typeface="Arial Unicode MS"/>
              </a:endParaRPr>
            </a:p>
          </p:txBody>
        </p:sp>
        <p:sp>
          <p:nvSpPr>
            <p:cNvPr id="41" name="Freeform 39"/>
            <p:cNvSpPr>
              <a:spLocks/>
            </p:cNvSpPr>
            <p:nvPr userDrawn="1"/>
          </p:nvSpPr>
          <p:spPr bwMode="auto">
            <a:xfrm>
              <a:off x="7003" y="607"/>
              <a:ext cx="58" cy="42"/>
            </a:xfrm>
            <a:custGeom>
              <a:avLst/>
              <a:gdLst>
                <a:gd name="T0" fmla="*/ 50 w 695"/>
                <a:gd name="T1" fmla="*/ 38 h 503"/>
                <a:gd name="T2" fmla="*/ 37 w 695"/>
                <a:gd name="T3" fmla="*/ 44 h 503"/>
                <a:gd name="T4" fmla="*/ 31 w 695"/>
                <a:gd name="T5" fmla="*/ 54 h 503"/>
                <a:gd name="T6" fmla="*/ 30 w 695"/>
                <a:gd name="T7" fmla="*/ 70 h 503"/>
                <a:gd name="T8" fmla="*/ 37 w 695"/>
                <a:gd name="T9" fmla="*/ 108 h 503"/>
                <a:gd name="T10" fmla="*/ 39 w 695"/>
                <a:gd name="T11" fmla="*/ 159 h 503"/>
                <a:gd name="T12" fmla="*/ 35 w 695"/>
                <a:gd name="T13" fmla="*/ 214 h 503"/>
                <a:gd name="T14" fmla="*/ 17 w 695"/>
                <a:gd name="T15" fmla="*/ 323 h 503"/>
                <a:gd name="T16" fmla="*/ 4 w 695"/>
                <a:gd name="T17" fmla="*/ 384 h 503"/>
                <a:gd name="T18" fmla="*/ 0 w 695"/>
                <a:gd name="T19" fmla="*/ 414 h 503"/>
                <a:gd name="T20" fmla="*/ 6 w 695"/>
                <a:gd name="T21" fmla="*/ 438 h 503"/>
                <a:gd name="T22" fmla="*/ 17 w 695"/>
                <a:gd name="T23" fmla="*/ 455 h 503"/>
                <a:gd name="T24" fmla="*/ 32 w 695"/>
                <a:gd name="T25" fmla="*/ 470 h 503"/>
                <a:gd name="T26" fmla="*/ 74 w 695"/>
                <a:gd name="T27" fmla="*/ 494 h 503"/>
                <a:gd name="T28" fmla="*/ 114 w 695"/>
                <a:gd name="T29" fmla="*/ 503 h 503"/>
                <a:gd name="T30" fmla="*/ 134 w 695"/>
                <a:gd name="T31" fmla="*/ 500 h 503"/>
                <a:gd name="T32" fmla="*/ 152 w 695"/>
                <a:gd name="T33" fmla="*/ 486 h 503"/>
                <a:gd name="T34" fmla="*/ 171 w 695"/>
                <a:gd name="T35" fmla="*/ 441 h 503"/>
                <a:gd name="T36" fmla="*/ 212 w 695"/>
                <a:gd name="T37" fmla="*/ 349 h 503"/>
                <a:gd name="T38" fmla="*/ 241 w 695"/>
                <a:gd name="T39" fmla="*/ 301 h 503"/>
                <a:gd name="T40" fmla="*/ 278 w 695"/>
                <a:gd name="T41" fmla="*/ 253 h 503"/>
                <a:gd name="T42" fmla="*/ 322 w 695"/>
                <a:gd name="T43" fmla="*/ 208 h 503"/>
                <a:gd name="T44" fmla="*/ 374 w 695"/>
                <a:gd name="T45" fmla="*/ 167 h 503"/>
                <a:gd name="T46" fmla="*/ 435 w 695"/>
                <a:gd name="T47" fmla="*/ 131 h 503"/>
                <a:gd name="T48" fmla="*/ 505 w 695"/>
                <a:gd name="T49" fmla="*/ 102 h 503"/>
                <a:gd name="T50" fmla="*/ 585 w 695"/>
                <a:gd name="T51" fmla="*/ 82 h 503"/>
                <a:gd name="T52" fmla="*/ 677 w 695"/>
                <a:gd name="T53" fmla="*/ 72 h 503"/>
                <a:gd name="T54" fmla="*/ 686 w 695"/>
                <a:gd name="T55" fmla="*/ 69 h 503"/>
                <a:gd name="T56" fmla="*/ 692 w 695"/>
                <a:gd name="T57" fmla="*/ 62 h 503"/>
                <a:gd name="T58" fmla="*/ 695 w 695"/>
                <a:gd name="T59" fmla="*/ 51 h 503"/>
                <a:gd name="T60" fmla="*/ 690 w 695"/>
                <a:gd name="T61" fmla="*/ 34 h 503"/>
                <a:gd name="T62" fmla="*/ 674 w 695"/>
                <a:gd name="T63" fmla="*/ 18 h 503"/>
                <a:gd name="T64" fmla="*/ 648 w 695"/>
                <a:gd name="T65" fmla="*/ 8 h 503"/>
                <a:gd name="T66" fmla="*/ 604 w 695"/>
                <a:gd name="T67" fmla="*/ 1 h 503"/>
                <a:gd name="T68" fmla="*/ 536 w 695"/>
                <a:gd name="T69" fmla="*/ 2 h 503"/>
                <a:gd name="T70" fmla="*/ 469 w 695"/>
                <a:gd name="T71" fmla="*/ 13 h 503"/>
                <a:gd name="T72" fmla="*/ 397 w 695"/>
                <a:gd name="T73" fmla="*/ 33 h 503"/>
                <a:gd name="T74" fmla="*/ 328 w 695"/>
                <a:gd name="T75" fmla="*/ 60 h 503"/>
                <a:gd name="T76" fmla="*/ 262 w 695"/>
                <a:gd name="T77" fmla="*/ 94 h 503"/>
                <a:gd name="T78" fmla="*/ 214 w 695"/>
                <a:gd name="T79" fmla="*/ 124 h 503"/>
                <a:gd name="T80" fmla="*/ 200 w 695"/>
                <a:gd name="T81" fmla="*/ 101 h 503"/>
                <a:gd name="T82" fmla="*/ 160 w 695"/>
                <a:gd name="T83" fmla="*/ 66 h 503"/>
                <a:gd name="T84" fmla="*/ 124 w 695"/>
                <a:gd name="T85" fmla="*/ 46 h 503"/>
                <a:gd name="T86" fmla="*/ 96 w 695"/>
                <a:gd name="T87" fmla="*/ 38 h 503"/>
                <a:gd name="T88" fmla="*/ 71 w 695"/>
                <a:gd name="T89" fmla="*/ 35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95" h="503">
                  <a:moveTo>
                    <a:pt x="71" y="35"/>
                  </a:moveTo>
                  <a:lnTo>
                    <a:pt x="61" y="36"/>
                  </a:lnTo>
                  <a:lnTo>
                    <a:pt x="50" y="38"/>
                  </a:lnTo>
                  <a:lnTo>
                    <a:pt x="45" y="39"/>
                  </a:lnTo>
                  <a:lnTo>
                    <a:pt x="41" y="42"/>
                  </a:lnTo>
                  <a:lnTo>
                    <a:pt x="37" y="44"/>
                  </a:lnTo>
                  <a:lnTo>
                    <a:pt x="34" y="48"/>
                  </a:lnTo>
                  <a:lnTo>
                    <a:pt x="32" y="51"/>
                  </a:lnTo>
                  <a:lnTo>
                    <a:pt x="31" y="54"/>
                  </a:lnTo>
                  <a:lnTo>
                    <a:pt x="30" y="58"/>
                  </a:lnTo>
                  <a:lnTo>
                    <a:pt x="29" y="61"/>
                  </a:lnTo>
                  <a:lnTo>
                    <a:pt x="30" y="70"/>
                  </a:lnTo>
                  <a:lnTo>
                    <a:pt x="32" y="81"/>
                  </a:lnTo>
                  <a:lnTo>
                    <a:pt x="35" y="94"/>
                  </a:lnTo>
                  <a:lnTo>
                    <a:pt x="37" y="108"/>
                  </a:lnTo>
                  <a:lnTo>
                    <a:pt x="39" y="125"/>
                  </a:lnTo>
                  <a:lnTo>
                    <a:pt x="39" y="141"/>
                  </a:lnTo>
                  <a:lnTo>
                    <a:pt x="39" y="159"/>
                  </a:lnTo>
                  <a:lnTo>
                    <a:pt x="38" y="177"/>
                  </a:lnTo>
                  <a:lnTo>
                    <a:pt x="37" y="195"/>
                  </a:lnTo>
                  <a:lnTo>
                    <a:pt x="35" y="214"/>
                  </a:lnTo>
                  <a:lnTo>
                    <a:pt x="29" y="252"/>
                  </a:lnTo>
                  <a:lnTo>
                    <a:pt x="23" y="288"/>
                  </a:lnTo>
                  <a:lnTo>
                    <a:pt x="17" y="323"/>
                  </a:lnTo>
                  <a:lnTo>
                    <a:pt x="10" y="353"/>
                  </a:lnTo>
                  <a:lnTo>
                    <a:pt x="7" y="370"/>
                  </a:lnTo>
                  <a:lnTo>
                    <a:pt x="4" y="384"/>
                  </a:lnTo>
                  <a:lnTo>
                    <a:pt x="1" y="395"/>
                  </a:lnTo>
                  <a:lnTo>
                    <a:pt x="0" y="405"/>
                  </a:lnTo>
                  <a:lnTo>
                    <a:pt x="0" y="414"/>
                  </a:lnTo>
                  <a:lnTo>
                    <a:pt x="1" y="424"/>
                  </a:lnTo>
                  <a:lnTo>
                    <a:pt x="4" y="431"/>
                  </a:lnTo>
                  <a:lnTo>
                    <a:pt x="6" y="438"/>
                  </a:lnTo>
                  <a:lnTo>
                    <a:pt x="9" y="444"/>
                  </a:lnTo>
                  <a:lnTo>
                    <a:pt x="13" y="450"/>
                  </a:lnTo>
                  <a:lnTo>
                    <a:pt x="17" y="455"/>
                  </a:lnTo>
                  <a:lnTo>
                    <a:pt x="22" y="460"/>
                  </a:lnTo>
                  <a:lnTo>
                    <a:pt x="27" y="464"/>
                  </a:lnTo>
                  <a:lnTo>
                    <a:pt x="32" y="470"/>
                  </a:lnTo>
                  <a:lnTo>
                    <a:pt x="45" y="478"/>
                  </a:lnTo>
                  <a:lnTo>
                    <a:pt x="60" y="486"/>
                  </a:lnTo>
                  <a:lnTo>
                    <a:pt x="74" y="494"/>
                  </a:lnTo>
                  <a:lnTo>
                    <a:pt x="87" y="499"/>
                  </a:lnTo>
                  <a:lnTo>
                    <a:pt x="101" y="502"/>
                  </a:lnTo>
                  <a:lnTo>
                    <a:pt x="114" y="503"/>
                  </a:lnTo>
                  <a:lnTo>
                    <a:pt x="121" y="503"/>
                  </a:lnTo>
                  <a:lnTo>
                    <a:pt x="127" y="502"/>
                  </a:lnTo>
                  <a:lnTo>
                    <a:pt x="134" y="500"/>
                  </a:lnTo>
                  <a:lnTo>
                    <a:pt x="140" y="496"/>
                  </a:lnTo>
                  <a:lnTo>
                    <a:pt x="146" y="492"/>
                  </a:lnTo>
                  <a:lnTo>
                    <a:pt x="152" y="486"/>
                  </a:lnTo>
                  <a:lnTo>
                    <a:pt x="158" y="478"/>
                  </a:lnTo>
                  <a:lnTo>
                    <a:pt x="161" y="469"/>
                  </a:lnTo>
                  <a:lnTo>
                    <a:pt x="171" y="441"/>
                  </a:lnTo>
                  <a:lnTo>
                    <a:pt x="182" y="411"/>
                  </a:lnTo>
                  <a:lnTo>
                    <a:pt x="195" y="381"/>
                  </a:lnTo>
                  <a:lnTo>
                    <a:pt x="212" y="349"/>
                  </a:lnTo>
                  <a:lnTo>
                    <a:pt x="221" y="333"/>
                  </a:lnTo>
                  <a:lnTo>
                    <a:pt x="231" y="316"/>
                  </a:lnTo>
                  <a:lnTo>
                    <a:pt x="241" y="301"/>
                  </a:lnTo>
                  <a:lnTo>
                    <a:pt x="253" y="285"/>
                  </a:lnTo>
                  <a:lnTo>
                    <a:pt x="265" y="270"/>
                  </a:lnTo>
                  <a:lnTo>
                    <a:pt x="278" y="253"/>
                  </a:lnTo>
                  <a:lnTo>
                    <a:pt x="292" y="238"/>
                  </a:lnTo>
                  <a:lnTo>
                    <a:pt x="306" y="223"/>
                  </a:lnTo>
                  <a:lnTo>
                    <a:pt x="322" y="208"/>
                  </a:lnTo>
                  <a:lnTo>
                    <a:pt x="338" y="194"/>
                  </a:lnTo>
                  <a:lnTo>
                    <a:pt x="355" y="181"/>
                  </a:lnTo>
                  <a:lnTo>
                    <a:pt x="374" y="167"/>
                  </a:lnTo>
                  <a:lnTo>
                    <a:pt x="393" y="154"/>
                  </a:lnTo>
                  <a:lnTo>
                    <a:pt x="414" y="142"/>
                  </a:lnTo>
                  <a:lnTo>
                    <a:pt x="435" y="131"/>
                  </a:lnTo>
                  <a:lnTo>
                    <a:pt x="457" y="120"/>
                  </a:lnTo>
                  <a:lnTo>
                    <a:pt x="480" y="111"/>
                  </a:lnTo>
                  <a:lnTo>
                    <a:pt x="505" y="102"/>
                  </a:lnTo>
                  <a:lnTo>
                    <a:pt x="531" y="94"/>
                  </a:lnTo>
                  <a:lnTo>
                    <a:pt x="557" y="88"/>
                  </a:lnTo>
                  <a:lnTo>
                    <a:pt x="585" y="82"/>
                  </a:lnTo>
                  <a:lnTo>
                    <a:pt x="614" y="78"/>
                  </a:lnTo>
                  <a:lnTo>
                    <a:pt x="645" y="75"/>
                  </a:lnTo>
                  <a:lnTo>
                    <a:pt x="677" y="72"/>
                  </a:lnTo>
                  <a:lnTo>
                    <a:pt x="680" y="72"/>
                  </a:lnTo>
                  <a:lnTo>
                    <a:pt x="683" y="70"/>
                  </a:lnTo>
                  <a:lnTo>
                    <a:pt x="686" y="69"/>
                  </a:lnTo>
                  <a:lnTo>
                    <a:pt x="688" y="67"/>
                  </a:lnTo>
                  <a:lnTo>
                    <a:pt x="691" y="65"/>
                  </a:lnTo>
                  <a:lnTo>
                    <a:pt x="692" y="62"/>
                  </a:lnTo>
                  <a:lnTo>
                    <a:pt x="694" y="59"/>
                  </a:lnTo>
                  <a:lnTo>
                    <a:pt x="694" y="56"/>
                  </a:lnTo>
                  <a:lnTo>
                    <a:pt x="695" y="51"/>
                  </a:lnTo>
                  <a:lnTo>
                    <a:pt x="694" y="45"/>
                  </a:lnTo>
                  <a:lnTo>
                    <a:pt x="693" y="40"/>
                  </a:lnTo>
                  <a:lnTo>
                    <a:pt x="690" y="34"/>
                  </a:lnTo>
                  <a:lnTo>
                    <a:pt x="686" y="29"/>
                  </a:lnTo>
                  <a:lnTo>
                    <a:pt x="681" y="24"/>
                  </a:lnTo>
                  <a:lnTo>
                    <a:pt x="674" y="18"/>
                  </a:lnTo>
                  <a:lnTo>
                    <a:pt x="667" y="14"/>
                  </a:lnTo>
                  <a:lnTo>
                    <a:pt x="657" y="11"/>
                  </a:lnTo>
                  <a:lnTo>
                    <a:pt x="648" y="8"/>
                  </a:lnTo>
                  <a:lnTo>
                    <a:pt x="638" y="6"/>
                  </a:lnTo>
                  <a:lnTo>
                    <a:pt x="628" y="4"/>
                  </a:lnTo>
                  <a:lnTo>
                    <a:pt x="604" y="1"/>
                  </a:lnTo>
                  <a:lnTo>
                    <a:pt x="579" y="0"/>
                  </a:lnTo>
                  <a:lnTo>
                    <a:pt x="558" y="0"/>
                  </a:lnTo>
                  <a:lnTo>
                    <a:pt x="536" y="2"/>
                  </a:lnTo>
                  <a:lnTo>
                    <a:pt x="515" y="5"/>
                  </a:lnTo>
                  <a:lnTo>
                    <a:pt x="491" y="8"/>
                  </a:lnTo>
                  <a:lnTo>
                    <a:pt x="469" y="13"/>
                  </a:lnTo>
                  <a:lnTo>
                    <a:pt x="445" y="19"/>
                  </a:lnTo>
                  <a:lnTo>
                    <a:pt x="422" y="26"/>
                  </a:lnTo>
                  <a:lnTo>
                    <a:pt x="397" y="33"/>
                  </a:lnTo>
                  <a:lnTo>
                    <a:pt x="374" y="41"/>
                  </a:lnTo>
                  <a:lnTo>
                    <a:pt x="350" y="50"/>
                  </a:lnTo>
                  <a:lnTo>
                    <a:pt x="328" y="60"/>
                  </a:lnTo>
                  <a:lnTo>
                    <a:pt x="305" y="70"/>
                  </a:lnTo>
                  <a:lnTo>
                    <a:pt x="283" y="82"/>
                  </a:lnTo>
                  <a:lnTo>
                    <a:pt x="262" y="94"/>
                  </a:lnTo>
                  <a:lnTo>
                    <a:pt x="240" y="106"/>
                  </a:lnTo>
                  <a:lnTo>
                    <a:pt x="221" y="119"/>
                  </a:lnTo>
                  <a:lnTo>
                    <a:pt x="214" y="124"/>
                  </a:lnTo>
                  <a:lnTo>
                    <a:pt x="212" y="116"/>
                  </a:lnTo>
                  <a:lnTo>
                    <a:pt x="209" y="110"/>
                  </a:lnTo>
                  <a:lnTo>
                    <a:pt x="200" y="101"/>
                  </a:lnTo>
                  <a:lnTo>
                    <a:pt x="190" y="91"/>
                  </a:lnTo>
                  <a:lnTo>
                    <a:pt x="176" y="79"/>
                  </a:lnTo>
                  <a:lnTo>
                    <a:pt x="160" y="66"/>
                  </a:lnTo>
                  <a:lnTo>
                    <a:pt x="142" y="55"/>
                  </a:lnTo>
                  <a:lnTo>
                    <a:pt x="133" y="50"/>
                  </a:lnTo>
                  <a:lnTo>
                    <a:pt x="124" y="46"/>
                  </a:lnTo>
                  <a:lnTo>
                    <a:pt x="114" y="42"/>
                  </a:lnTo>
                  <a:lnTo>
                    <a:pt x="104" y="40"/>
                  </a:lnTo>
                  <a:lnTo>
                    <a:pt x="96" y="38"/>
                  </a:lnTo>
                  <a:lnTo>
                    <a:pt x="87" y="36"/>
                  </a:lnTo>
                  <a:lnTo>
                    <a:pt x="79" y="36"/>
                  </a:lnTo>
                  <a:lnTo>
                    <a:pt x="71" y="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>
                <a:solidFill>
                  <a:srgbClr val="ADBECB"/>
                </a:solidFill>
                <a:ea typeface="Arial Unicode MS"/>
              </a:endParaRPr>
            </a:p>
          </p:txBody>
        </p:sp>
        <p:sp>
          <p:nvSpPr>
            <p:cNvPr id="42" name="Freeform 40"/>
            <p:cNvSpPr>
              <a:spLocks/>
            </p:cNvSpPr>
            <p:nvPr userDrawn="1"/>
          </p:nvSpPr>
          <p:spPr bwMode="auto">
            <a:xfrm>
              <a:off x="6388" y="599"/>
              <a:ext cx="74" cy="49"/>
            </a:xfrm>
            <a:custGeom>
              <a:avLst/>
              <a:gdLst>
                <a:gd name="T0" fmla="*/ 144 w 883"/>
                <a:gd name="T1" fmla="*/ 3 h 595"/>
                <a:gd name="T2" fmla="*/ 125 w 883"/>
                <a:gd name="T3" fmla="*/ 13 h 595"/>
                <a:gd name="T4" fmla="*/ 100 w 883"/>
                <a:gd name="T5" fmla="*/ 49 h 595"/>
                <a:gd name="T6" fmla="*/ 55 w 883"/>
                <a:gd name="T7" fmla="*/ 183 h 595"/>
                <a:gd name="T8" fmla="*/ 10 w 883"/>
                <a:gd name="T9" fmla="*/ 382 h 595"/>
                <a:gd name="T10" fmla="*/ 0 w 883"/>
                <a:gd name="T11" fmla="*/ 465 h 595"/>
                <a:gd name="T12" fmla="*/ 7 w 883"/>
                <a:gd name="T13" fmla="*/ 503 h 595"/>
                <a:gd name="T14" fmla="*/ 25 w 883"/>
                <a:gd name="T15" fmla="*/ 532 h 595"/>
                <a:gd name="T16" fmla="*/ 77 w 883"/>
                <a:gd name="T17" fmla="*/ 571 h 595"/>
                <a:gd name="T18" fmla="*/ 122 w 883"/>
                <a:gd name="T19" fmla="*/ 590 h 595"/>
                <a:gd name="T20" fmla="*/ 164 w 883"/>
                <a:gd name="T21" fmla="*/ 595 h 595"/>
                <a:gd name="T22" fmla="*/ 201 w 883"/>
                <a:gd name="T23" fmla="*/ 585 h 595"/>
                <a:gd name="T24" fmla="*/ 234 w 883"/>
                <a:gd name="T25" fmla="*/ 555 h 595"/>
                <a:gd name="T26" fmla="*/ 295 w 883"/>
                <a:gd name="T27" fmla="*/ 487 h 595"/>
                <a:gd name="T28" fmla="*/ 404 w 883"/>
                <a:gd name="T29" fmla="*/ 369 h 595"/>
                <a:gd name="T30" fmla="*/ 491 w 883"/>
                <a:gd name="T31" fmla="*/ 296 h 595"/>
                <a:gd name="T32" fmla="*/ 514 w 883"/>
                <a:gd name="T33" fmla="*/ 299 h 595"/>
                <a:gd name="T34" fmla="*/ 534 w 883"/>
                <a:gd name="T35" fmla="*/ 336 h 595"/>
                <a:gd name="T36" fmla="*/ 568 w 883"/>
                <a:gd name="T37" fmla="*/ 405 h 595"/>
                <a:gd name="T38" fmla="*/ 605 w 883"/>
                <a:gd name="T39" fmla="*/ 459 h 595"/>
                <a:gd name="T40" fmla="*/ 644 w 883"/>
                <a:gd name="T41" fmla="*/ 500 h 595"/>
                <a:gd name="T42" fmla="*/ 693 w 883"/>
                <a:gd name="T43" fmla="*/ 535 h 595"/>
                <a:gd name="T44" fmla="*/ 767 w 883"/>
                <a:gd name="T45" fmla="*/ 561 h 595"/>
                <a:gd name="T46" fmla="*/ 828 w 883"/>
                <a:gd name="T47" fmla="*/ 565 h 595"/>
                <a:gd name="T48" fmla="*/ 868 w 883"/>
                <a:gd name="T49" fmla="*/ 555 h 595"/>
                <a:gd name="T50" fmla="*/ 883 w 883"/>
                <a:gd name="T51" fmla="*/ 533 h 595"/>
                <a:gd name="T52" fmla="*/ 880 w 883"/>
                <a:gd name="T53" fmla="*/ 518 h 595"/>
                <a:gd name="T54" fmla="*/ 868 w 883"/>
                <a:gd name="T55" fmla="*/ 512 h 595"/>
                <a:gd name="T56" fmla="*/ 840 w 883"/>
                <a:gd name="T57" fmla="*/ 510 h 595"/>
                <a:gd name="T58" fmla="*/ 808 w 883"/>
                <a:gd name="T59" fmla="*/ 501 h 595"/>
                <a:gd name="T60" fmla="*/ 781 w 883"/>
                <a:gd name="T61" fmla="*/ 483 h 595"/>
                <a:gd name="T62" fmla="*/ 751 w 883"/>
                <a:gd name="T63" fmla="*/ 440 h 595"/>
                <a:gd name="T64" fmla="*/ 722 w 883"/>
                <a:gd name="T65" fmla="*/ 358 h 595"/>
                <a:gd name="T66" fmla="*/ 694 w 883"/>
                <a:gd name="T67" fmla="*/ 231 h 595"/>
                <a:gd name="T68" fmla="*/ 679 w 883"/>
                <a:gd name="T69" fmla="*/ 197 h 595"/>
                <a:gd name="T70" fmla="*/ 655 w 883"/>
                <a:gd name="T71" fmla="*/ 168 h 595"/>
                <a:gd name="T72" fmla="*/ 622 w 883"/>
                <a:gd name="T73" fmla="*/ 145 h 595"/>
                <a:gd name="T74" fmla="*/ 580 w 883"/>
                <a:gd name="T75" fmla="*/ 127 h 595"/>
                <a:gd name="T76" fmla="*/ 537 w 883"/>
                <a:gd name="T77" fmla="*/ 122 h 595"/>
                <a:gd name="T78" fmla="*/ 494 w 883"/>
                <a:gd name="T79" fmla="*/ 140 h 595"/>
                <a:gd name="T80" fmla="*/ 409 w 883"/>
                <a:gd name="T81" fmla="*/ 209 h 595"/>
                <a:gd name="T82" fmla="*/ 308 w 883"/>
                <a:gd name="T83" fmla="*/ 309 h 595"/>
                <a:gd name="T84" fmla="*/ 207 w 883"/>
                <a:gd name="T85" fmla="*/ 410 h 595"/>
                <a:gd name="T86" fmla="*/ 179 w 883"/>
                <a:gd name="T87" fmla="*/ 427 h 595"/>
                <a:gd name="T88" fmla="*/ 201 w 883"/>
                <a:gd name="T89" fmla="*/ 322 h 595"/>
                <a:gd name="T90" fmla="*/ 255 w 883"/>
                <a:gd name="T91" fmla="*/ 149 h 595"/>
                <a:gd name="T92" fmla="*/ 277 w 883"/>
                <a:gd name="T93" fmla="*/ 89 h 595"/>
                <a:gd name="T94" fmla="*/ 276 w 883"/>
                <a:gd name="T95" fmla="*/ 67 h 595"/>
                <a:gd name="T96" fmla="*/ 261 w 883"/>
                <a:gd name="T97" fmla="*/ 42 h 595"/>
                <a:gd name="T98" fmla="*/ 226 w 883"/>
                <a:gd name="T99" fmla="*/ 18 h 595"/>
                <a:gd name="T100" fmla="*/ 174 w 883"/>
                <a:gd name="T101" fmla="*/ 1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83" h="595">
                  <a:moveTo>
                    <a:pt x="162" y="0"/>
                  </a:moveTo>
                  <a:lnTo>
                    <a:pt x="156" y="0"/>
                  </a:lnTo>
                  <a:lnTo>
                    <a:pt x="150" y="1"/>
                  </a:lnTo>
                  <a:lnTo>
                    <a:pt x="144" y="3"/>
                  </a:lnTo>
                  <a:lnTo>
                    <a:pt x="139" y="4"/>
                  </a:lnTo>
                  <a:lnTo>
                    <a:pt x="134" y="7"/>
                  </a:lnTo>
                  <a:lnTo>
                    <a:pt x="129" y="10"/>
                  </a:lnTo>
                  <a:lnTo>
                    <a:pt x="125" y="13"/>
                  </a:lnTo>
                  <a:lnTo>
                    <a:pt x="121" y="17"/>
                  </a:lnTo>
                  <a:lnTo>
                    <a:pt x="113" y="26"/>
                  </a:lnTo>
                  <a:lnTo>
                    <a:pt x="106" y="37"/>
                  </a:lnTo>
                  <a:lnTo>
                    <a:pt x="100" y="49"/>
                  </a:lnTo>
                  <a:lnTo>
                    <a:pt x="94" y="63"/>
                  </a:lnTo>
                  <a:lnTo>
                    <a:pt x="82" y="97"/>
                  </a:lnTo>
                  <a:lnTo>
                    <a:pt x="68" y="137"/>
                  </a:lnTo>
                  <a:lnTo>
                    <a:pt x="55" y="183"/>
                  </a:lnTo>
                  <a:lnTo>
                    <a:pt x="43" y="232"/>
                  </a:lnTo>
                  <a:lnTo>
                    <a:pt x="31" y="282"/>
                  </a:lnTo>
                  <a:lnTo>
                    <a:pt x="19" y="333"/>
                  </a:lnTo>
                  <a:lnTo>
                    <a:pt x="10" y="382"/>
                  </a:lnTo>
                  <a:lnTo>
                    <a:pt x="3" y="429"/>
                  </a:lnTo>
                  <a:lnTo>
                    <a:pt x="1" y="442"/>
                  </a:lnTo>
                  <a:lnTo>
                    <a:pt x="0" y="454"/>
                  </a:lnTo>
                  <a:lnTo>
                    <a:pt x="0" y="465"/>
                  </a:lnTo>
                  <a:lnTo>
                    <a:pt x="1" y="477"/>
                  </a:lnTo>
                  <a:lnTo>
                    <a:pt x="2" y="486"/>
                  </a:lnTo>
                  <a:lnTo>
                    <a:pt x="4" y="495"/>
                  </a:lnTo>
                  <a:lnTo>
                    <a:pt x="7" y="503"/>
                  </a:lnTo>
                  <a:lnTo>
                    <a:pt x="10" y="511"/>
                  </a:lnTo>
                  <a:lnTo>
                    <a:pt x="14" y="518"/>
                  </a:lnTo>
                  <a:lnTo>
                    <a:pt x="19" y="526"/>
                  </a:lnTo>
                  <a:lnTo>
                    <a:pt x="25" y="532"/>
                  </a:lnTo>
                  <a:lnTo>
                    <a:pt x="32" y="539"/>
                  </a:lnTo>
                  <a:lnTo>
                    <a:pt x="47" y="551"/>
                  </a:lnTo>
                  <a:lnTo>
                    <a:pt x="65" y="564"/>
                  </a:lnTo>
                  <a:lnTo>
                    <a:pt x="77" y="571"/>
                  </a:lnTo>
                  <a:lnTo>
                    <a:pt x="89" y="577"/>
                  </a:lnTo>
                  <a:lnTo>
                    <a:pt x="100" y="582"/>
                  </a:lnTo>
                  <a:lnTo>
                    <a:pt x="111" y="587"/>
                  </a:lnTo>
                  <a:lnTo>
                    <a:pt x="122" y="590"/>
                  </a:lnTo>
                  <a:lnTo>
                    <a:pt x="133" y="592"/>
                  </a:lnTo>
                  <a:lnTo>
                    <a:pt x="144" y="594"/>
                  </a:lnTo>
                  <a:lnTo>
                    <a:pt x="154" y="595"/>
                  </a:lnTo>
                  <a:lnTo>
                    <a:pt x="164" y="595"/>
                  </a:lnTo>
                  <a:lnTo>
                    <a:pt x="174" y="593"/>
                  </a:lnTo>
                  <a:lnTo>
                    <a:pt x="184" y="591"/>
                  </a:lnTo>
                  <a:lnTo>
                    <a:pt x="192" y="589"/>
                  </a:lnTo>
                  <a:lnTo>
                    <a:pt x="201" y="585"/>
                  </a:lnTo>
                  <a:lnTo>
                    <a:pt x="208" y="580"/>
                  </a:lnTo>
                  <a:lnTo>
                    <a:pt x="216" y="575"/>
                  </a:lnTo>
                  <a:lnTo>
                    <a:pt x="222" y="567"/>
                  </a:lnTo>
                  <a:lnTo>
                    <a:pt x="234" y="555"/>
                  </a:lnTo>
                  <a:lnTo>
                    <a:pt x="245" y="542"/>
                  </a:lnTo>
                  <a:lnTo>
                    <a:pt x="257" y="530"/>
                  </a:lnTo>
                  <a:lnTo>
                    <a:pt x="268" y="516"/>
                  </a:lnTo>
                  <a:lnTo>
                    <a:pt x="295" y="487"/>
                  </a:lnTo>
                  <a:lnTo>
                    <a:pt x="321" y="456"/>
                  </a:lnTo>
                  <a:lnTo>
                    <a:pt x="349" y="427"/>
                  </a:lnTo>
                  <a:lnTo>
                    <a:pt x="376" y="397"/>
                  </a:lnTo>
                  <a:lnTo>
                    <a:pt x="404" y="369"/>
                  </a:lnTo>
                  <a:lnTo>
                    <a:pt x="431" y="343"/>
                  </a:lnTo>
                  <a:lnTo>
                    <a:pt x="458" y="320"/>
                  </a:lnTo>
                  <a:lnTo>
                    <a:pt x="484" y="300"/>
                  </a:lnTo>
                  <a:lnTo>
                    <a:pt x="491" y="296"/>
                  </a:lnTo>
                  <a:lnTo>
                    <a:pt x="497" y="295"/>
                  </a:lnTo>
                  <a:lnTo>
                    <a:pt x="503" y="295"/>
                  </a:lnTo>
                  <a:lnTo>
                    <a:pt x="509" y="296"/>
                  </a:lnTo>
                  <a:lnTo>
                    <a:pt x="514" y="299"/>
                  </a:lnTo>
                  <a:lnTo>
                    <a:pt x="519" y="303"/>
                  </a:lnTo>
                  <a:lnTo>
                    <a:pt x="523" y="309"/>
                  </a:lnTo>
                  <a:lnTo>
                    <a:pt x="527" y="316"/>
                  </a:lnTo>
                  <a:lnTo>
                    <a:pt x="534" y="336"/>
                  </a:lnTo>
                  <a:lnTo>
                    <a:pt x="543" y="355"/>
                  </a:lnTo>
                  <a:lnTo>
                    <a:pt x="551" y="372"/>
                  </a:lnTo>
                  <a:lnTo>
                    <a:pt x="560" y="390"/>
                  </a:lnTo>
                  <a:lnTo>
                    <a:pt x="568" y="405"/>
                  </a:lnTo>
                  <a:lnTo>
                    <a:pt x="577" y="420"/>
                  </a:lnTo>
                  <a:lnTo>
                    <a:pt x="586" y="434"/>
                  </a:lnTo>
                  <a:lnTo>
                    <a:pt x="596" y="447"/>
                  </a:lnTo>
                  <a:lnTo>
                    <a:pt x="605" y="459"/>
                  </a:lnTo>
                  <a:lnTo>
                    <a:pt x="615" y="470"/>
                  </a:lnTo>
                  <a:lnTo>
                    <a:pt x="624" y="481"/>
                  </a:lnTo>
                  <a:lnTo>
                    <a:pt x="634" y="491"/>
                  </a:lnTo>
                  <a:lnTo>
                    <a:pt x="644" y="500"/>
                  </a:lnTo>
                  <a:lnTo>
                    <a:pt x="654" y="508"/>
                  </a:lnTo>
                  <a:lnTo>
                    <a:pt x="663" y="515"/>
                  </a:lnTo>
                  <a:lnTo>
                    <a:pt x="673" y="523"/>
                  </a:lnTo>
                  <a:lnTo>
                    <a:pt x="693" y="535"/>
                  </a:lnTo>
                  <a:lnTo>
                    <a:pt x="712" y="545"/>
                  </a:lnTo>
                  <a:lnTo>
                    <a:pt x="731" y="552"/>
                  </a:lnTo>
                  <a:lnTo>
                    <a:pt x="749" y="558"/>
                  </a:lnTo>
                  <a:lnTo>
                    <a:pt x="767" y="561"/>
                  </a:lnTo>
                  <a:lnTo>
                    <a:pt x="783" y="564"/>
                  </a:lnTo>
                  <a:lnTo>
                    <a:pt x="799" y="565"/>
                  </a:lnTo>
                  <a:lnTo>
                    <a:pt x="813" y="566"/>
                  </a:lnTo>
                  <a:lnTo>
                    <a:pt x="828" y="565"/>
                  </a:lnTo>
                  <a:lnTo>
                    <a:pt x="843" y="564"/>
                  </a:lnTo>
                  <a:lnTo>
                    <a:pt x="853" y="562"/>
                  </a:lnTo>
                  <a:lnTo>
                    <a:pt x="861" y="559"/>
                  </a:lnTo>
                  <a:lnTo>
                    <a:pt x="868" y="555"/>
                  </a:lnTo>
                  <a:lnTo>
                    <a:pt x="874" y="550"/>
                  </a:lnTo>
                  <a:lnTo>
                    <a:pt x="878" y="545"/>
                  </a:lnTo>
                  <a:lnTo>
                    <a:pt x="881" y="539"/>
                  </a:lnTo>
                  <a:lnTo>
                    <a:pt x="883" y="533"/>
                  </a:lnTo>
                  <a:lnTo>
                    <a:pt x="883" y="528"/>
                  </a:lnTo>
                  <a:lnTo>
                    <a:pt x="883" y="524"/>
                  </a:lnTo>
                  <a:lnTo>
                    <a:pt x="882" y="520"/>
                  </a:lnTo>
                  <a:lnTo>
                    <a:pt x="880" y="518"/>
                  </a:lnTo>
                  <a:lnTo>
                    <a:pt x="878" y="515"/>
                  </a:lnTo>
                  <a:lnTo>
                    <a:pt x="875" y="514"/>
                  </a:lnTo>
                  <a:lnTo>
                    <a:pt x="872" y="512"/>
                  </a:lnTo>
                  <a:lnTo>
                    <a:pt x="868" y="512"/>
                  </a:lnTo>
                  <a:lnTo>
                    <a:pt x="864" y="511"/>
                  </a:lnTo>
                  <a:lnTo>
                    <a:pt x="860" y="511"/>
                  </a:lnTo>
                  <a:lnTo>
                    <a:pt x="851" y="511"/>
                  </a:lnTo>
                  <a:lnTo>
                    <a:pt x="840" y="510"/>
                  </a:lnTo>
                  <a:lnTo>
                    <a:pt x="832" y="509"/>
                  </a:lnTo>
                  <a:lnTo>
                    <a:pt x="823" y="507"/>
                  </a:lnTo>
                  <a:lnTo>
                    <a:pt x="815" y="504"/>
                  </a:lnTo>
                  <a:lnTo>
                    <a:pt x="808" y="501"/>
                  </a:lnTo>
                  <a:lnTo>
                    <a:pt x="801" y="497"/>
                  </a:lnTo>
                  <a:lnTo>
                    <a:pt x="794" y="493"/>
                  </a:lnTo>
                  <a:lnTo>
                    <a:pt x="787" y="488"/>
                  </a:lnTo>
                  <a:lnTo>
                    <a:pt x="781" y="483"/>
                  </a:lnTo>
                  <a:lnTo>
                    <a:pt x="775" y="477"/>
                  </a:lnTo>
                  <a:lnTo>
                    <a:pt x="770" y="469"/>
                  </a:lnTo>
                  <a:lnTo>
                    <a:pt x="760" y="455"/>
                  </a:lnTo>
                  <a:lnTo>
                    <a:pt x="751" y="440"/>
                  </a:lnTo>
                  <a:lnTo>
                    <a:pt x="743" y="421"/>
                  </a:lnTo>
                  <a:lnTo>
                    <a:pt x="735" y="402"/>
                  </a:lnTo>
                  <a:lnTo>
                    <a:pt x="728" y="381"/>
                  </a:lnTo>
                  <a:lnTo>
                    <a:pt x="722" y="358"/>
                  </a:lnTo>
                  <a:lnTo>
                    <a:pt x="711" y="309"/>
                  </a:lnTo>
                  <a:lnTo>
                    <a:pt x="700" y="255"/>
                  </a:lnTo>
                  <a:lnTo>
                    <a:pt x="697" y="240"/>
                  </a:lnTo>
                  <a:lnTo>
                    <a:pt x="694" y="231"/>
                  </a:lnTo>
                  <a:lnTo>
                    <a:pt x="692" y="222"/>
                  </a:lnTo>
                  <a:lnTo>
                    <a:pt x="687" y="213"/>
                  </a:lnTo>
                  <a:lnTo>
                    <a:pt x="683" y="205"/>
                  </a:lnTo>
                  <a:lnTo>
                    <a:pt x="679" y="197"/>
                  </a:lnTo>
                  <a:lnTo>
                    <a:pt x="674" y="189"/>
                  </a:lnTo>
                  <a:lnTo>
                    <a:pt x="668" y="182"/>
                  </a:lnTo>
                  <a:lnTo>
                    <a:pt x="662" y="174"/>
                  </a:lnTo>
                  <a:lnTo>
                    <a:pt x="655" y="168"/>
                  </a:lnTo>
                  <a:lnTo>
                    <a:pt x="648" y="161"/>
                  </a:lnTo>
                  <a:lnTo>
                    <a:pt x="639" y="155"/>
                  </a:lnTo>
                  <a:lnTo>
                    <a:pt x="631" y="150"/>
                  </a:lnTo>
                  <a:lnTo>
                    <a:pt x="622" y="145"/>
                  </a:lnTo>
                  <a:lnTo>
                    <a:pt x="613" y="140"/>
                  </a:lnTo>
                  <a:lnTo>
                    <a:pt x="603" y="135"/>
                  </a:lnTo>
                  <a:lnTo>
                    <a:pt x="592" y="131"/>
                  </a:lnTo>
                  <a:lnTo>
                    <a:pt x="580" y="127"/>
                  </a:lnTo>
                  <a:lnTo>
                    <a:pt x="569" y="124"/>
                  </a:lnTo>
                  <a:lnTo>
                    <a:pt x="559" y="122"/>
                  </a:lnTo>
                  <a:lnTo>
                    <a:pt x="549" y="121"/>
                  </a:lnTo>
                  <a:lnTo>
                    <a:pt x="537" y="122"/>
                  </a:lnTo>
                  <a:lnTo>
                    <a:pt x="527" y="124"/>
                  </a:lnTo>
                  <a:lnTo>
                    <a:pt x="518" y="128"/>
                  </a:lnTo>
                  <a:lnTo>
                    <a:pt x="510" y="131"/>
                  </a:lnTo>
                  <a:lnTo>
                    <a:pt x="494" y="140"/>
                  </a:lnTo>
                  <a:lnTo>
                    <a:pt x="478" y="150"/>
                  </a:lnTo>
                  <a:lnTo>
                    <a:pt x="457" y="167"/>
                  </a:lnTo>
                  <a:lnTo>
                    <a:pt x="433" y="187"/>
                  </a:lnTo>
                  <a:lnTo>
                    <a:pt x="409" y="209"/>
                  </a:lnTo>
                  <a:lnTo>
                    <a:pt x="383" y="233"/>
                  </a:lnTo>
                  <a:lnTo>
                    <a:pt x="358" y="258"/>
                  </a:lnTo>
                  <a:lnTo>
                    <a:pt x="332" y="284"/>
                  </a:lnTo>
                  <a:lnTo>
                    <a:pt x="308" y="309"/>
                  </a:lnTo>
                  <a:lnTo>
                    <a:pt x="284" y="334"/>
                  </a:lnTo>
                  <a:lnTo>
                    <a:pt x="246" y="372"/>
                  </a:lnTo>
                  <a:lnTo>
                    <a:pt x="218" y="400"/>
                  </a:lnTo>
                  <a:lnTo>
                    <a:pt x="207" y="410"/>
                  </a:lnTo>
                  <a:lnTo>
                    <a:pt x="199" y="417"/>
                  </a:lnTo>
                  <a:lnTo>
                    <a:pt x="192" y="423"/>
                  </a:lnTo>
                  <a:lnTo>
                    <a:pt x="188" y="425"/>
                  </a:lnTo>
                  <a:lnTo>
                    <a:pt x="179" y="427"/>
                  </a:lnTo>
                  <a:lnTo>
                    <a:pt x="180" y="417"/>
                  </a:lnTo>
                  <a:lnTo>
                    <a:pt x="185" y="392"/>
                  </a:lnTo>
                  <a:lnTo>
                    <a:pt x="192" y="360"/>
                  </a:lnTo>
                  <a:lnTo>
                    <a:pt x="201" y="322"/>
                  </a:lnTo>
                  <a:lnTo>
                    <a:pt x="211" y="283"/>
                  </a:lnTo>
                  <a:lnTo>
                    <a:pt x="224" y="239"/>
                  </a:lnTo>
                  <a:lnTo>
                    <a:pt x="239" y="194"/>
                  </a:lnTo>
                  <a:lnTo>
                    <a:pt x="255" y="149"/>
                  </a:lnTo>
                  <a:lnTo>
                    <a:pt x="272" y="105"/>
                  </a:lnTo>
                  <a:lnTo>
                    <a:pt x="275" y="100"/>
                  </a:lnTo>
                  <a:lnTo>
                    <a:pt x="276" y="94"/>
                  </a:lnTo>
                  <a:lnTo>
                    <a:pt x="277" y="89"/>
                  </a:lnTo>
                  <a:lnTo>
                    <a:pt x="278" y="84"/>
                  </a:lnTo>
                  <a:lnTo>
                    <a:pt x="278" y="78"/>
                  </a:lnTo>
                  <a:lnTo>
                    <a:pt x="277" y="72"/>
                  </a:lnTo>
                  <a:lnTo>
                    <a:pt x="276" y="67"/>
                  </a:lnTo>
                  <a:lnTo>
                    <a:pt x="274" y="62"/>
                  </a:lnTo>
                  <a:lnTo>
                    <a:pt x="271" y="55"/>
                  </a:lnTo>
                  <a:lnTo>
                    <a:pt x="266" y="48"/>
                  </a:lnTo>
                  <a:lnTo>
                    <a:pt x="261" y="42"/>
                  </a:lnTo>
                  <a:lnTo>
                    <a:pt x="254" y="36"/>
                  </a:lnTo>
                  <a:lnTo>
                    <a:pt x="246" y="30"/>
                  </a:lnTo>
                  <a:lnTo>
                    <a:pt x="237" y="23"/>
                  </a:lnTo>
                  <a:lnTo>
                    <a:pt x="226" y="18"/>
                  </a:lnTo>
                  <a:lnTo>
                    <a:pt x="215" y="13"/>
                  </a:lnTo>
                  <a:lnTo>
                    <a:pt x="201" y="7"/>
                  </a:lnTo>
                  <a:lnTo>
                    <a:pt x="187" y="3"/>
                  </a:lnTo>
                  <a:lnTo>
                    <a:pt x="174" y="1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>
                <a:solidFill>
                  <a:srgbClr val="ADBECB"/>
                </a:solidFill>
                <a:ea typeface="Arial Unicode MS"/>
              </a:endParaRPr>
            </a:p>
          </p:txBody>
        </p:sp>
        <p:sp>
          <p:nvSpPr>
            <p:cNvPr id="43" name="Freeform 41"/>
            <p:cNvSpPr>
              <a:spLocks/>
            </p:cNvSpPr>
            <p:nvPr userDrawn="1"/>
          </p:nvSpPr>
          <p:spPr bwMode="auto">
            <a:xfrm>
              <a:off x="6666" y="603"/>
              <a:ext cx="60" cy="44"/>
            </a:xfrm>
            <a:custGeom>
              <a:avLst/>
              <a:gdLst>
                <a:gd name="T0" fmla="*/ 518 w 721"/>
                <a:gd name="T1" fmla="*/ 321 h 522"/>
                <a:gd name="T2" fmla="*/ 536 w 721"/>
                <a:gd name="T3" fmla="*/ 387 h 522"/>
                <a:gd name="T4" fmla="*/ 575 w 721"/>
                <a:gd name="T5" fmla="*/ 455 h 522"/>
                <a:gd name="T6" fmla="*/ 622 w 721"/>
                <a:gd name="T7" fmla="*/ 498 h 522"/>
                <a:gd name="T8" fmla="*/ 664 w 721"/>
                <a:gd name="T9" fmla="*/ 519 h 522"/>
                <a:gd name="T10" fmla="*/ 699 w 721"/>
                <a:gd name="T11" fmla="*/ 522 h 522"/>
                <a:gd name="T12" fmla="*/ 719 w 721"/>
                <a:gd name="T13" fmla="*/ 510 h 522"/>
                <a:gd name="T14" fmla="*/ 717 w 721"/>
                <a:gd name="T15" fmla="*/ 488 h 522"/>
                <a:gd name="T16" fmla="*/ 698 w 721"/>
                <a:gd name="T17" fmla="*/ 444 h 522"/>
                <a:gd name="T18" fmla="*/ 682 w 721"/>
                <a:gd name="T19" fmla="*/ 342 h 522"/>
                <a:gd name="T20" fmla="*/ 685 w 721"/>
                <a:gd name="T21" fmla="*/ 242 h 522"/>
                <a:gd name="T22" fmla="*/ 697 w 721"/>
                <a:gd name="T23" fmla="*/ 155 h 522"/>
                <a:gd name="T24" fmla="*/ 699 w 721"/>
                <a:gd name="T25" fmla="*/ 112 h 522"/>
                <a:gd name="T26" fmla="*/ 687 w 721"/>
                <a:gd name="T27" fmla="*/ 82 h 522"/>
                <a:gd name="T28" fmla="*/ 664 w 721"/>
                <a:gd name="T29" fmla="*/ 59 h 522"/>
                <a:gd name="T30" fmla="*/ 622 w 721"/>
                <a:gd name="T31" fmla="*/ 34 h 522"/>
                <a:gd name="T32" fmla="*/ 574 w 721"/>
                <a:gd name="T33" fmla="*/ 25 h 522"/>
                <a:gd name="T34" fmla="*/ 553 w 721"/>
                <a:gd name="T35" fmla="*/ 38 h 522"/>
                <a:gd name="T36" fmla="*/ 510 w 721"/>
                <a:gd name="T37" fmla="*/ 116 h 522"/>
                <a:gd name="T38" fmla="*/ 432 w 721"/>
                <a:gd name="T39" fmla="*/ 216 h 522"/>
                <a:gd name="T40" fmla="*/ 343 w 721"/>
                <a:gd name="T41" fmla="*/ 300 h 522"/>
                <a:gd name="T42" fmla="*/ 291 w 721"/>
                <a:gd name="T43" fmla="*/ 334 h 522"/>
                <a:gd name="T44" fmla="*/ 254 w 721"/>
                <a:gd name="T45" fmla="*/ 345 h 522"/>
                <a:gd name="T46" fmla="*/ 222 w 721"/>
                <a:gd name="T47" fmla="*/ 342 h 522"/>
                <a:gd name="T48" fmla="*/ 197 w 721"/>
                <a:gd name="T49" fmla="*/ 326 h 522"/>
                <a:gd name="T50" fmla="*/ 183 w 721"/>
                <a:gd name="T51" fmla="*/ 290 h 522"/>
                <a:gd name="T52" fmla="*/ 183 w 721"/>
                <a:gd name="T53" fmla="*/ 242 h 522"/>
                <a:gd name="T54" fmla="*/ 195 w 721"/>
                <a:gd name="T55" fmla="*/ 187 h 522"/>
                <a:gd name="T56" fmla="*/ 225 w 721"/>
                <a:gd name="T57" fmla="*/ 111 h 522"/>
                <a:gd name="T58" fmla="*/ 231 w 721"/>
                <a:gd name="T59" fmla="*/ 83 h 522"/>
                <a:gd name="T60" fmla="*/ 225 w 721"/>
                <a:gd name="T61" fmla="*/ 58 h 522"/>
                <a:gd name="T62" fmla="*/ 205 w 721"/>
                <a:gd name="T63" fmla="*/ 36 h 522"/>
                <a:gd name="T64" fmla="*/ 163 w 721"/>
                <a:gd name="T65" fmla="*/ 12 h 522"/>
                <a:gd name="T66" fmla="*/ 123 w 721"/>
                <a:gd name="T67" fmla="*/ 1 h 522"/>
                <a:gd name="T68" fmla="*/ 91 w 721"/>
                <a:gd name="T69" fmla="*/ 5 h 522"/>
                <a:gd name="T70" fmla="*/ 68 w 721"/>
                <a:gd name="T71" fmla="*/ 26 h 522"/>
                <a:gd name="T72" fmla="*/ 42 w 721"/>
                <a:gd name="T73" fmla="*/ 90 h 522"/>
                <a:gd name="T74" fmla="*/ 9 w 721"/>
                <a:gd name="T75" fmla="*/ 214 h 522"/>
                <a:gd name="T76" fmla="*/ 0 w 721"/>
                <a:gd name="T77" fmla="*/ 279 h 522"/>
                <a:gd name="T78" fmla="*/ 5 w 721"/>
                <a:gd name="T79" fmla="*/ 313 h 522"/>
                <a:gd name="T80" fmla="*/ 34 w 721"/>
                <a:gd name="T81" fmla="*/ 375 h 522"/>
                <a:gd name="T82" fmla="*/ 73 w 721"/>
                <a:gd name="T83" fmla="*/ 418 h 522"/>
                <a:gd name="T84" fmla="*/ 112 w 721"/>
                <a:gd name="T85" fmla="*/ 446 h 522"/>
                <a:gd name="T86" fmla="*/ 155 w 721"/>
                <a:gd name="T87" fmla="*/ 466 h 522"/>
                <a:gd name="T88" fmla="*/ 198 w 721"/>
                <a:gd name="T89" fmla="*/ 475 h 522"/>
                <a:gd name="T90" fmla="*/ 251 w 721"/>
                <a:gd name="T91" fmla="*/ 469 h 522"/>
                <a:gd name="T92" fmla="*/ 316 w 721"/>
                <a:gd name="T93" fmla="*/ 440 h 522"/>
                <a:gd name="T94" fmla="*/ 394 w 721"/>
                <a:gd name="T95" fmla="*/ 388 h 522"/>
                <a:gd name="T96" fmla="*/ 483 w 721"/>
                <a:gd name="T97" fmla="*/ 313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21" h="522">
                  <a:moveTo>
                    <a:pt x="515" y="282"/>
                  </a:moveTo>
                  <a:lnTo>
                    <a:pt x="516" y="294"/>
                  </a:lnTo>
                  <a:lnTo>
                    <a:pt x="516" y="307"/>
                  </a:lnTo>
                  <a:lnTo>
                    <a:pt x="518" y="321"/>
                  </a:lnTo>
                  <a:lnTo>
                    <a:pt x="520" y="332"/>
                  </a:lnTo>
                  <a:lnTo>
                    <a:pt x="522" y="344"/>
                  </a:lnTo>
                  <a:lnTo>
                    <a:pt x="528" y="367"/>
                  </a:lnTo>
                  <a:lnTo>
                    <a:pt x="536" y="387"/>
                  </a:lnTo>
                  <a:lnTo>
                    <a:pt x="544" y="406"/>
                  </a:lnTo>
                  <a:lnTo>
                    <a:pt x="553" y="424"/>
                  </a:lnTo>
                  <a:lnTo>
                    <a:pt x="564" y="440"/>
                  </a:lnTo>
                  <a:lnTo>
                    <a:pt x="575" y="455"/>
                  </a:lnTo>
                  <a:lnTo>
                    <a:pt x="587" y="468"/>
                  </a:lnTo>
                  <a:lnTo>
                    <a:pt x="599" y="480"/>
                  </a:lnTo>
                  <a:lnTo>
                    <a:pt x="610" y="490"/>
                  </a:lnTo>
                  <a:lnTo>
                    <a:pt x="622" y="498"/>
                  </a:lnTo>
                  <a:lnTo>
                    <a:pt x="634" y="505"/>
                  </a:lnTo>
                  <a:lnTo>
                    <a:pt x="645" y="511"/>
                  </a:lnTo>
                  <a:lnTo>
                    <a:pt x="655" y="516"/>
                  </a:lnTo>
                  <a:lnTo>
                    <a:pt x="664" y="519"/>
                  </a:lnTo>
                  <a:lnTo>
                    <a:pt x="673" y="521"/>
                  </a:lnTo>
                  <a:lnTo>
                    <a:pt x="683" y="522"/>
                  </a:lnTo>
                  <a:lnTo>
                    <a:pt x="692" y="522"/>
                  </a:lnTo>
                  <a:lnTo>
                    <a:pt x="699" y="522"/>
                  </a:lnTo>
                  <a:lnTo>
                    <a:pt x="706" y="520"/>
                  </a:lnTo>
                  <a:lnTo>
                    <a:pt x="712" y="518"/>
                  </a:lnTo>
                  <a:lnTo>
                    <a:pt x="716" y="515"/>
                  </a:lnTo>
                  <a:lnTo>
                    <a:pt x="719" y="510"/>
                  </a:lnTo>
                  <a:lnTo>
                    <a:pt x="721" y="505"/>
                  </a:lnTo>
                  <a:lnTo>
                    <a:pt x="721" y="500"/>
                  </a:lnTo>
                  <a:lnTo>
                    <a:pt x="720" y="494"/>
                  </a:lnTo>
                  <a:lnTo>
                    <a:pt x="717" y="488"/>
                  </a:lnTo>
                  <a:lnTo>
                    <a:pt x="711" y="478"/>
                  </a:lnTo>
                  <a:lnTo>
                    <a:pt x="706" y="467"/>
                  </a:lnTo>
                  <a:lnTo>
                    <a:pt x="702" y="455"/>
                  </a:lnTo>
                  <a:lnTo>
                    <a:pt x="698" y="444"/>
                  </a:lnTo>
                  <a:lnTo>
                    <a:pt x="692" y="420"/>
                  </a:lnTo>
                  <a:lnTo>
                    <a:pt x="687" y="394"/>
                  </a:lnTo>
                  <a:lnTo>
                    <a:pt x="684" y="368"/>
                  </a:lnTo>
                  <a:lnTo>
                    <a:pt x="682" y="342"/>
                  </a:lnTo>
                  <a:lnTo>
                    <a:pt x="682" y="315"/>
                  </a:lnTo>
                  <a:lnTo>
                    <a:pt x="682" y="290"/>
                  </a:lnTo>
                  <a:lnTo>
                    <a:pt x="683" y="265"/>
                  </a:lnTo>
                  <a:lnTo>
                    <a:pt x="685" y="242"/>
                  </a:lnTo>
                  <a:lnTo>
                    <a:pt x="687" y="221"/>
                  </a:lnTo>
                  <a:lnTo>
                    <a:pt x="690" y="202"/>
                  </a:lnTo>
                  <a:lnTo>
                    <a:pt x="694" y="172"/>
                  </a:lnTo>
                  <a:lnTo>
                    <a:pt x="697" y="155"/>
                  </a:lnTo>
                  <a:lnTo>
                    <a:pt x="699" y="143"/>
                  </a:lnTo>
                  <a:lnTo>
                    <a:pt x="700" y="132"/>
                  </a:lnTo>
                  <a:lnTo>
                    <a:pt x="700" y="122"/>
                  </a:lnTo>
                  <a:lnTo>
                    <a:pt x="699" y="112"/>
                  </a:lnTo>
                  <a:lnTo>
                    <a:pt x="697" y="103"/>
                  </a:lnTo>
                  <a:lnTo>
                    <a:pt x="695" y="96"/>
                  </a:lnTo>
                  <a:lnTo>
                    <a:pt x="691" y="89"/>
                  </a:lnTo>
                  <a:lnTo>
                    <a:pt x="687" y="82"/>
                  </a:lnTo>
                  <a:lnTo>
                    <a:pt x="682" y="76"/>
                  </a:lnTo>
                  <a:lnTo>
                    <a:pt x="676" y="69"/>
                  </a:lnTo>
                  <a:lnTo>
                    <a:pt x="671" y="64"/>
                  </a:lnTo>
                  <a:lnTo>
                    <a:pt x="664" y="59"/>
                  </a:lnTo>
                  <a:lnTo>
                    <a:pt x="651" y="50"/>
                  </a:lnTo>
                  <a:lnTo>
                    <a:pt x="638" y="42"/>
                  </a:lnTo>
                  <a:lnTo>
                    <a:pt x="636" y="41"/>
                  </a:lnTo>
                  <a:lnTo>
                    <a:pt x="622" y="34"/>
                  </a:lnTo>
                  <a:lnTo>
                    <a:pt x="609" y="29"/>
                  </a:lnTo>
                  <a:lnTo>
                    <a:pt x="596" y="26"/>
                  </a:lnTo>
                  <a:lnTo>
                    <a:pt x="584" y="24"/>
                  </a:lnTo>
                  <a:lnTo>
                    <a:pt x="574" y="25"/>
                  </a:lnTo>
                  <a:lnTo>
                    <a:pt x="565" y="28"/>
                  </a:lnTo>
                  <a:lnTo>
                    <a:pt x="561" y="30"/>
                  </a:lnTo>
                  <a:lnTo>
                    <a:pt x="557" y="34"/>
                  </a:lnTo>
                  <a:lnTo>
                    <a:pt x="553" y="38"/>
                  </a:lnTo>
                  <a:lnTo>
                    <a:pt x="551" y="43"/>
                  </a:lnTo>
                  <a:lnTo>
                    <a:pt x="540" y="66"/>
                  </a:lnTo>
                  <a:lnTo>
                    <a:pt x="526" y="91"/>
                  </a:lnTo>
                  <a:lnTo>
                    <a:pt x="510" y="116"/>
                  </a:lnTo>
                  <a:lnTo>
                    <a:pt x="493" y="142"/>
                  </a:lnTo>
                  <a:lnTo>
                    <a:pt x="473" y="167"/>
                  </a:lnTo>
                  <a:lnTo>
                    <a:pt x="453" y="192"/>
                  </a:lnTo>
                  <a:lnTo>
                    <a:pt x="432" y="216"/>
                  </a:lnTo>
                  <a:lnTo>
                    <a:pt x="409" y="240"/>
                  </a:lnTo>
                  <a:lnTo>
                    <a:pt x="388" y="262"/>
                  </a:lnTo>
                  <a:lnTo>
                    <a:pt x="365" y="282"/>
                  </a:lnTo>
                  <a:lnTo>
                    <a:pt x="343" y="300"/>
                  </a:lnTo>
                  <a:lnTo>
                    <a:pt x="322" y="315"/>
                  </a:lnTo>
                  <a:lnTo>
                    <a:pt x="310" y="323"/>
                  </a:lnTo>
                  <a:lnTo>
                    <a:pt x="300" y="329"/>
                  </a:lnTo>
                  <a:lnTo>
                    <a:pt x="291" y="334"/>
                  </a:lnTo>
                  <a:lnTo>
                    <a:pt x="281" y="338"/>
                  </a:lnTo>
                  <a:lnTo>
                    <a:pt x="272" y="341"/>
                  </a:lnTo>
                  <a:lnTo>
                    <a:pt x="262" y="344"/>
                  </a:lnTo>
                  <a:lnTo>
                    <a:pt x="254" y="345"/>
                  </a:lnTo>
                  <a:lnTo>
                    <a:pt x="246" y="346"/>
                  </a:lnTo>
                  <a:lnTo>
                    <a:pt x="238" y="345"/>
                  </a:lnTo>
                  <a:lnTo>
                    <a:pt x="230" y="344"/>
                  </a:lnTo>
                  <a:lnTo>
                    <a:pt x="222" y="342"/>
                  </a:lnTo>
                  <a:lnTo>
                    <a:pt x="214" y="339"/>
                  </a:lnTo>
                  <a:lnTo>
                    <a:pt x="208" y="336"/>
                  </a:lnTo>
                  <a:lnTo>
                    <a:pt x="202" y="331"/>
                  </a:lnTo>
                  <a:lnTo>
                    <a:pt x="197" y="326"/>
                  </a:lnTo>
                  <a:lnTo>
                    <a:pt x="193" y="320"/>
                  </a:lnTo>
                  <a:lnTo>
                    <a:pt x="188" y="310"/>
                  </a:lnTo>
                  <a:lnTo>
                    <a:pt x="185" y="301"/>
                  </a:lnTo>
                  <a:lnTo>
                    <a:pt x="183" y="290"/>
                  </a:lnTo>
                  <a:lnTo>
                    <a:pt x="181" y="279"/>
                  </a:lnTo>
                  <a:lnTo>
                    <a:pt x="181" y="267"/>
                  </a:lnTo>
                  <a:lnTo>
                    <a:pt x="181" y="255"/>
                  </a:lnTo>
                  <a:lnTo>
                    <a:pt x="183" y="242"/>
                  </a:lnTo>
                  <a:lnTo>
                    <a:pt x="185" y="229"/>
                  </a:lnTo>
                  <a:lnTo>
                    <a:pt x="187" y="214"/>
                  </a:lnTo>
                  <a:lnTo>
                    <a:pt x="191" y="201"/>
                  </a:lnTo>
                  <a:lnTo>
                    <a:pt x="195" y="187"/>
                  </a:lnTo>
                  <a:lnTo>
                    <a:pt x="199" y="174"/>
                  </a:lnTo>
                  <a:lnTo>
                    <a:pt x="209" y="146"/>
                  </a:lnTo>
                  <a:lnTo>
                    <a:pt x="221" y="120"/>
                  </a:lnTo>
                  <a:lnTo>
                    <a:pt x="225" y="111"/>
                  </a:lnTo>
                  <a:lnTo>
                    <a:pt x="227" y="104"/>
                  </a:lnTo>
                  <a:lnTo>
                    <a:pt x="229" y="97"/>
                  </a:lnTo>
                  <a:lnTo>
                    <a:pt x="231" y="90"/>
                  </a:lnTo>
                  <a:lnTo>
                    <a:pt x="231" y="83"/>
                  </a:lnTo>
                  <a:lnTo>
                    <a:pt x="231" y="77"/>
                  </a:lnTo>
                  <a:lnTo>
                    <a:pt x="229" y="71"/>
                  </a:lnTo>
                  <a:lnTo>
                    <a:pt x="228" y="64"/>
                  </a:lnTo>
                  <a:lnTo>
                    <a:pt x="225" y="58"/>
                  </a:lnTo>
                  <a:lnTo>
                    <a:pt x="221" y="52"/>
                  </a:lnTo>
                  <a:lnTo>
                    <a:pt x="216" y="47"/>
                  </a:lnTo>
                  <a:lnTo>
                    <a:pt x="211" y="42"/>
                  </a:lnTo>
                  <a:lnTo>
                    <a:pt x="205" y="36"/>
                  </a:lnTo>
                  <a:lnTo>
                    <a:pt x="198" y="31"/>
                  </a:lnTo>
                  <a:lnTo>
                    <a:pt x="190" y="26"/>
                  </a:lnTo>
                  <a:lnTo>
                    <a:pt x="181" y="20"/>
                  </a:lnTo>
                  <a:lnTo>
                    <a:pt x="163" y="12"/>
                  </a:lnTo>
                  <a:lnTo>
                    <a:pt x="146" y="5"/>
                  </a:lnTo>
                  <a:lnTo>
                    <a:pt x="138" y="3"/>
                  </a:lnTo>
                  <a:lnTo>
                    <a:pt x="130" y="2"/>
                  </a:lnTo>
                  <a:lnTo>
                    <a:pt x="123" y="1"/>
                  </a:lnTo>
                  <a:lnTo>
                    <a:pt x="115" y="0"/>
                  </a:lnTo>
                  <a:lnTo>
                    <a:pt x="106" y="1"/>
                  </a:lnTo>
                  <a:lnTo>
                    <a:pt x="98" y="2"/>
                  </a:lnTo>
                  <a:lnTo>
                    <a:pt x="91" y="5"/>
                  </a:lnTo>
                  <a:lnTo>
                    <a:pt x="84" y="8"/>
                  </a:lnTo>
                  <a:lnTo>
                    <a:pt x="78" y="13"/>
                  </a:lnTo>
                  <a:lnTo>
                    <a:pt x="73" y="18"/>
                  </a:lnTo>
                  <a:lnTo>
                    <a:pt x="68" y="26"/>
                  </a:lnTo>
                  <a:lnTo>
                    <a:pt x="63" y="33"/>
                  </a:lnTo>
                  <a:lnTo>
                    <a:pt x="57" y="48"/>
                  </a:lnTo>
                  <a:lnTo>
                    <a:pt x="50" y="66"/>
                  </a:lnTo>
                  <a:lnTo>
                    <a:pt x="42" y="90"/>
                  </a:lnTo>
                  <a:lnTo>
                    <a:pt x="34" y="116"/>
                  </a:lnTo>
                  <a:lnTo>
                    <a:pt x="25" y="146"/>
                  </a:lnTo>
                  <a:lnTo>
                    <a:pt x="17" y="179"/>
                  </a:lnTo>
                  <a:lnTo>
                    <a:pt x="9" y="214"/>
                  </a:lnTo>
                  <a:lnTo>
                    <a:pt x="2" y="252"/>
                  </a:lnTo>
                  <a:lnTo>
                    <a:pt x="1" y="260"/>
                  </a:lnTo>
                  <a:lnTo>
                    <a:pt x="0" y="270"/>
                  </a:lnTo>
                  <a:lnTo>
                    <a:pt x="0" y="279"/>
                  </a:lnTo>
                  <a:lnTo>
                    <a:pt x="1" y="287"/>
                  </a:lnTo>
                  <a:lnTo>
                    <a:pt x="2" y="296"/>
                  </a:lnTo>
                  <a:lnTo>
                    <a:pt x="3" y="305"/>
                  </a:lnTo>
                  <a:lnTo>
                    <a:pt x="5" y="313"/>
                  </a:lnTo>
                  <a:lnTo>
                    <a:pt x="8" y="323"/>
                  </a:lnTo>
                  <a:lnTo>
                    <a:pt x="14" y="340"/>
                  </a:lnTo>
                  <a:lnTo>
                    <a:pt x="24" y="357"/>
                  </a:lnTo>
                  <a:lnTo>
                    <a:pt x="34" y="375"/>
                  </a:lnTo>
                  <a:lnTo>
                    <a:pt x="46" y="391"/>
                  </a:lnTo>
                  <a:lnTo>
                    <a:pt x="55" y="400"/>
                  </a:lnTo>
                  <a:lnTo>
                    <a:pt x="63" y="408"/>
                  </a:lnTo>
                  <a:lnTo>
                    <a:pt x="73" y="418"/>
                  </a:lnTo>
                  <a:lnTo>
                    <a:pt x="83" y="425"/>
                  </a:lnTo>
                  <a:lnTo>
                    <a:pt x="92" y="433"/>
                  </a:lnTo>
                  <a:lnTo>
                    <a:pt x="102" y="440"/>
                  </a:lnTo>
                  <a:lnTo>
                    <a:pt x="112" y="446"/>
                  </a:lnTo>
                  <a:lnTo>
                    <a:pt x="124" y="452"/>
                  </a:lnTo>
                  <a:lnTo>
                    <a:pt x="134" y="457"/>
                  </a:lnTo>
                  <a:lnTo>
                    <a:pt x="145" y="461"/>
                  </a:lnTo>
                  <a:lnTo>
                    <a:pt x="155" y="466"/>
                  </a:lnTo>
                  <a:lnTo>
                    <a:pt x="166" y="469"/>
                  </a:lnTo>
                  <a:lnTo>
                    <a:pt x="177" y="472"/>
                  </a:lnTo>
                  <a:lnTo>
                    <a:pt x="188" y="474"/>
                  </a:lnTo>
                  <a:lnTo>
                    <a:pt x="198" y="475"/>
                  </a:lnTo>
                  <a:lnTo>
                    <a:pt x="208" y="475"/>
                  </a:lnTo>
                  <a:lnTo>
                    <a:pt x="222" y="475"/>
                  </a:lnTo>
                  <a:lnTo>
                    <a:pt x="236" y="473"/>
                  </a:lnTo>
                  <a:lnTo>
                    <a:pt x="251" y="469"/>
                  </a:lnTo>
                  <a:lnTo>
                    <a:pt x="266" y="463"/>
                  </a:lnTo>
                  <a:lnTo>
                    <a:pt x="283" y="457"/>
                  </a:lnTo>
                  <a:lnTo>
                    <a:pt x="299" y="449"/>
                  </a:lnTo>
                  <a:lnTo>
                    <a:pt x="316" y="440"/>
                  </a:lnTo>
                  <a:lnTo>
                    <a:pt x="335" y="430"/>
                  </a:lnTo>
                  <a:lnTo>
                    <a:pt x="354" y="418"/>
                  </a:lnTo>
                  <a:lnTo>
                    <a:pt x="374" y="403"/>
                  </a:lnTo>
                  <a:lnTo>
                    <a:pt x="394" y="388"/>
                  </a:lnTo>
                  <a:lnTo>
                    <a:pt x="414" y="372"/>
                  </a:lnTo>
                  <a:lnTo>
                    <a:pt x="437" y="353"/>
                  </a:lnTo>
                  <a:lnTo>
                    <a:pt x="459" y="334"/>
                  </a:lnTo>
                  <a:lnTo>
                    <a:pt x="483" y="313"/>
                  </a:lnTo>
                  <a:lnTo>
                    <a:pt x="506" y="291"/>
                  </a:lnTo>
                  <a:lnTo>
                    <a:pt x="515" y="28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>
                <a:solidFill>
                  <a:srgbClr val="ADBECB"/>
                </a:solidFill>
                <a:ea typeface="Arial Unicode MS"/>
              </a:endParaRPr>
            </a:p>
          </p:txBody>
        </p:sp>
        <p:sp>
          <p:nvSpPr>
            <p:cNvPr id="44" name="Freeform 42"/>
            <p:cNvSpPr>
              <a:spLocks/>
            </p:cNvSpPr>
            <p:nvPr userDrawn="1"/>
          </p:nvSpPr>
          <p:spPr bwMode="auto">
            <a:xfrm>
              <a:off x="6739" y="604"/>
              <a:ext cx="18" cy="42"/>
            </a:xfrm>
            <a:custGeom>
              <a:avLst/>
              <a:gdLst>
                <a:gd name="T0" fmla="*/ 85 w 214"/>
                <a:gd name="T1" fmla="*/ 0 h 504"/>
                <a:gd name="T2" fmla="*/ 74 w 214"/>
                <a:gd name="T3" fmla="*/ 2 h 504"/>
                <a:gd name="T4" fmla="*/ 65 w 214"/>
                <a:gd name="T5" fmla="*/ 6 h 504"/>
                <a:gd name="T6" fmla="*/ 56 w 214"/>
                <a:gd name="T7" fmla="*/ 13 h 504"/>
                <a:gd name="T8" fmla="*/ 44 w 214"/>
                <a:gd name="T9" fmla="*/ 29 h 504"/>
                <a:gd name="T10" fmla="*/ 31 w 214"/>
                <a:gd name="T11" fmla="*/ 57 h 504"/>
                <a:gd name="T12" fmla="*/ 19 w 214"/>
                <a:gd name="T13" fmla="*/ 102 h 504"/>
                <a:gd name="T14" fmla="*/ 9 w 214"/>
                <a:gd name="T15" fmla="*/ 155 h 504"/>
                <a:gd name="T16" fmla="*/ 2 w 214"/>
                <a:gd name="T17" fmla="*/ 206 h 504"/>
                <a:gd name="T18" fmla="*/ 0 w 214"/>
                <a:gd name="T19" fmla="*/ 254 h 504"/>
                <a:gd name="T20" fmla="*/ 2 w 214"/>
                <a:gd name="T21" fmla="*/ 299 h 504"/>
                <a:gd name="T22" fmla="*/ 9 w 214"/>
                <a:gd name="T23" fmla="*/ 341 h 504"/>
                <a:gd name="T24" fmla="*/ 19 w 214"/>
                <a:gd name="T25" fmla="*/ 380 h 504"/>
                <a:gd name="T26" fmla="*/ 33 w 214"/>
                <a:gd name="T27" fmla="*/ 413 h 504"/>
                <a:gd name="T28" fmla="*/ 51 w 214"/>
                <a:gd name="T29" fmla="*/ 443 h 504"/>
                <a:gd name="T30" fmla="*/ 74 w 214"/>
                <a:gd name="T31" fmla="*/ 468 h 504"/>
                <a:gd name="T32" fmla="*/ 100 w 214"/>
                <a:gd name="T33" fmla="*/ 486 h 504"/>
                <a:gd name="T34" fmla="*/ 130 w 214"/>
                <a:gd name="T35" fmla="*/ 498 h 504"/>
                <a:gd name="T36" fmla="*/ 154 w 214"/>
                <a:gd name="T37" fmla="*/ 504 h 504"/>
                <a:gd name="T38" fmla="*/ 171 w 214"/>
                <a:gd name="T39" fmla="*/ 504 h 504"/>
                <a:gd name="T40" fmla="*/ 184 w 214"/>
                <a:gd name="T41" fmla="*/ 502 h 504"/>
                <a:gd name="T42" fmla="*/ 194 w 214"/>
                <a:gd name="T43" fmla="*/ 497 h 504"/>
                <a:gd name="T44" fmla="*/ 199 w 214"/>
                <a:gd name="T45" fmla="*/ 488 h 504"/>
                <a:gd name="T46" fmla="*/ 199 w 214"/>
                <a:gd name="T47" fmla="*/ 479 h 504"/>
                <a:gd name="T48" fmla="*/ 191 w 214"/>
                <a:gd name="T49" fmla="*/ 459 h 504"/>
                <a:gd name="T50" fmla="*/ 180 w 214"/>
                <a:gd name="T51" fmla="*/ 424 h 504"/>
                <a:gd name="T52" fmla="*/ 172 w 214"/>
                <a:gd name="T53" fmla="*/ 384 h 504"/>
                <a:gd name="T54" fmla="*/ 167 w 214"/>
                <a:gd name="T55" fmla="*/ 341 h 504"/>
                <a:gd name="T56" fmla="*/ 167 w 214"/>
                <a:gd name="T57" fmla="*/ 295 h 504"/>
                <a:gd name="T58" fmla="*/ 170 w 214"/>
                <a:gd name="T59" fmla="*/ 249 h 504"/>
                <a:gd name="T60" fmla="*/ 179 w 214"/>
                <a:gd name="T61" fmla="*/ 202 h 504"/>
                <a:gd name="T62" fmla="*/ 192 w 214"/>
                <a:gd name="T63" fmla="*/ 157 h 504"/>
                <a:gd name="T64" fmla="*/ 205 w 214"/>
                <a:gd name="T65" fmla="*/ 125 h 504"/>
                <a:gd name="T66" fmla="*/ 212 w 214"/>
                <a:gd name="T67" fmla="*/ 104 h 504"/>
                <a:gd name="T68" fmla="*/ 214 w 214"/>
                <a:gd name="T69" fmla="*/ 87 h 504"/>
                <a:gd name="T70" fmla="*/ 212 w 214"/>
                <a:gd name="T71" fmla="*/ 72 h 504"/>
                <a:gd name="T72" fmla="*/ 206 w 214"/>
                <a:gd name="T73" fmla="*/ 57 h 504"/>
                <a:gd name="T74" fmla="*/ 196 w 214"/>
                <a:gd name="T75" fmla="*/ 45 h 504"/>
                <a:gd name="T76" fmla="*/ 183 w 214"/>
                <a:gd name="T77" fmla="*/ 34 h 504"/>
                <a:gd name="T78" fmla="*/ 165 w 214"/>
                <a:gd name="T79" fmla="*/ 23 h 504"/>
                <a:gd name="T80" fmla="*/ 136 w 214"/>
                <a:gd name="T81" fmla="*/ 9 h 504"/>
                <a:gd name="T82" fmla="*/ 104 w 214"/>
                <a:gd name="T83" fmla="*/ 1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14" h="504">
                  <a:moveTo>
                    <a:pt x="91" y="0"/>
                  </a:moveTo>
                  <a:lnTo>
                    <a:pt x="85" y="0"/>
                  </a:lnTo>
                  <a:lnTo>
                    <a:pt x="80" y="1"/>
                  </a:lnTo>
                  <a:lnTo>
                    <a:pt x="74" y="2"/>
                  </a:lnTo>
                  <a:lnTo>
                    <a:pt x="69" y="4"/>
                  </a:lnTo>
                  <a:lnTo>
                    <a:pt x="65" y="6"/>
                  </a:lnTo>
                  <a:lnTo>
                    <a:pt x="60" y="9"/>
                  </a:lnTo>
                  <a:lnTo>
                    <a:pt x="56" y="13"/>
                  </a:lnTo>
                  <a:lnTo>
                    <a:pt x="51" y="17"/>
                  </a:lnTo>
                  <a:lnTo>
                    <a:pt x="44" y="29"/>
                  </a:lnTo>
                  <a:lnTo>
                    <a:pt x="37" y="41"/>
                  </a:lnTo>
                  <a:lnTo>
                    <a:pt x="31" y="57"/>
                  </a:lnTo>
                  <a:lnTo>
                    <a:pt x="26" y="76"/>
                  </a:lnTo>
                  <a:lnTo>
                    <a:pt x="19" y="102"/>
                  </a:lnTo>
                  <a:lnTo>
                    <a:pt x="13" y="130"/>
                  </a:lnTo>
                  <a:lnTo>
                    <a:pt x="9" y="155"/>
                  </a:lnTo>
                  <a:lnTo>
                    <a:pt x="5" y="181"/>
                  </a:lnTo>
                  <a:lnTo>
                    <a:pt x="2" y="206"/>
                  </a:lnTo>
                  <a:lnTo>
                    <a:pt x="0" y="231"/>
                  </a:lnTo>
                  <a:lnTo>
                    <a:pt x="0" y="254"/>
                  </a:lnTo>
                  <a:lnTo>
                    <a:pt x="0" y="278"/>
                  </a:lnTo>
                  <a:lnTo>
                    <a:pt x="2" y="299"/>
                  </a:lnTo>
                  <a:lnTo>
                    <a:pt x="5" y="321"/>
                  </a:lnTo>
                  <a:lnTo>
                    <a:pt x="9" y="341"/>
                  </a:lnTo>
                  <a:lnTo>
                    <a:pt x="14" y="360"/>
                  </a:lnTo>
                  <a:lnTo>
                    <a:pt x="19" y="380"/>
                  </a:lnTo>
                  <a:lnTo>
                    <a:pt x="26" y="397"/>
                  </a:lnTo>
                  <a:lnTo>
                    <a:pt x="33" y="413"/>
                  </a:lnTo>
                  <a:lnTo>
                    <a:pt x="42" y="429"/>
                  </a:lnTo>
                  <a:lnTo>
                    <a:pt x="51" y="443"/>
                  </a:lnTo>
                  <a:lnTo>
                    <a:pt x="63" y="456"/>
                  </a:lnTo>
                  <a:lnTo>
                    <a:pt x="74" y="468"/>
                  </a:lnTo>
                  <a:lnTo>
                    <a:pt x="87" y="478"/>
                  </a:lnTo>
                  <a:lnTo>
                    <a:pt x="100" y="486"/>
                  </a:lnTo>
                  <a:lnTo>
                    <a:pt x="115" y="493"/>
                  </a:lnTo>
                  <a:lnTo>
                    <a:pt x="130" y="498"/>
                  </a:lnTo>
                  <a:lnTo>
                    <a:pt x="145" y="502"/>
                  </a:lnTo>
                  <a:lnTo>
                    <a:pt x="154" y="504"/>
                  </a:lnTo>
                  <a:lnTo>
                    <a:pt x="164" y="504"/>
                  </a:lnTo>
                  <a:lnTo>
                    <a:pt x="171" y="504"/>
                  </a:lnTo>
                  <a:lnTo>
                    <a:pt x="178" y="503"/>
                  </a:lnTo>
                  <a:lnTo>
                    <a:pt x="184" y="502"/>
                  </a:lnTo>
                  <a:lnTo>
                    <a:pt x="190" y="500"/>
                  </a:lnTo>
                  <a:lnTo>
                    <a:pt x="194" y="497"/>
                  </a:lnTo>
                  <a:lnTo>
                    <a:pt x="197" y="493"/>
                  </a:lnTo>
                  <a:lnTo>
                    <a:pt x="199" y="488"/>
                  </a:lnTo>
                  <a:lnTo>
                    <a:pt x="199" y="484"/>
                  </a:lnTo>
                  <a:lnTo>
                    <a:pt x="199" y="479"/>
                  </a:lnTo>
                  <a:lnTo>
                    <a:pt x="197" y="475"/>
                  </a:lnTo>
                  <a:lnTo>
                    <a:pt x="191" y="459"/>
                  </a:lnTo>
                  <a:lnTo>
                    <a:pt x="185" y="442"/>
                  </a:lnTo>
                  <a:lnTo>
                    <a:pt x="180" y="424"/>
                  </a:lnTo>
                  <a:lnTo>
                    <a:pt x="175" y="404"/>
                  </a:lnTo>
                  <a:lnTo>
                    <a:pt x="172" y="384"/>
                  </a:lnTo>
                  <a:lnTo>
                    <a:pt x="169" y="362"/>
                  </a:lnTo>
                  <a:lnTo>
                    <a:pt x="167" y="341"/>
                  </a:lnTo>
                  <a:lnTo>
                    <a:pt x="167" y="319"/>
                  </a:lnTo>
                  <a:lnTo>
                    <a:pt x="167" y="295"/>
                  </a:lnTo>
                  <a:lnTo>
                    <a:pt x="168" y="273"/>
                  </a:lnTo>
                  <a:lnTo>
                    <a:pt x="170" y="249"/>
                  </a:lnTo>
                  <a:lnTo>
                    <a:pt x="174" y="226"/>
                  </a:lnTo>
                  <a:lnTo>
                    <a:pt x="179" y="202"/>
                  </a:lnTo>
                  <a:lnTo>
                    <a:pt x="185" y="180"/>
                  </a:lnTo>
                  <a:lnTo>
                    <a:pt x="192" y="157"/>
                  </a:lnTo>
                  <a:lnTo>
                    <a:pt x="200" y="135"/>
                  </a:lnTo>
                  <a:lnTo>
                    <a:pt x="205" y="125"/>
                  </a:lnTo>
                  <a:lnTo>
                    <a:pt x="209" y="114"/>
                  </a:lnTo>
                  <a:lnTo>
                    <a:pt x="212" y="104"/>
                  </a:lnTo>
                  <a:lnTo>
                    <a:pt x="213" y="96"/>
                  </a:lnTo>
                  <a:lnTo>
                    <a:pt x="214" y="87"/>
                  </a:lnTo>
                  <a:lnTo>
                    <a:pt x="214" y="79"/>
                  </a:lnTo>
                  <a:lnTo>
                    <a:pt x="212" y="72"/>
                  </a:lnTo>
                  <a:lnTo>
                    <a:pt x="210" y="64"/>
                  </a:lnTo>
                  <a:lnTo>
                    <a:pt x="206" y="57"/>
                  </a:lnTo>
                  <a:lnTo>
                    <a:pt x="202" y="51"/>
                  </a:lnTo>
                  <a:lnTo>
                    <a:pt x="196" y="45"/>
                  </a:lnTo>
                  <a:lnTo>
                    <a:pt x="190" y="39"/>
                  </a:lnTo>
                  <a:lnTo>
                    <a:pt x="183" y="34"/>
                  </a:lnTo>
                  <a:lnTo>
                    <a:pt x="175" y="28"/>
                  </a:lnTo>
                  <a:lnTo>
                    <a:pt x="165" y="23"/>
                  </a:lnTo>
                  <a:lnTo>
                    <a:pt x="154" y="17"/>
                  </a:lnTo>
                  <a:lnTo>
                    <a:pt x="136" y="9"/>
                  </a:lnTo>
                  <a:lnTo>
                    <a:pt x="119" y="4"/>
                  </a:lnTo>
                  <a:lnTo>
                    <a:pt x="104" y="1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>
                <a:solidFill>
                  <a:srgbClr val="ADBECB"/>
                </a:solidFill>
                <a:ea typeface="Arial Unicode MS"/>
              </a:endParaRPr>
            </a:p>
          </p:txBody>
        </p:sp>
        <p:sp>
          <p:nvSpPr>
            <p:cNvPr id="45" name="Freeform 43"/>
            <p:cNvSpPr>
              <a:spLocks/>
            </p:cNvSpPr>
            <p:nvPr userDrawn="1"/>
          </p:nvSpPr>
          <p:spPr bwMode="auto">
            <a:xfrm>
              <a:off x="6966" y="608"/>
              <a:ext cx="26" cy="41"/>
            </a:xfrm>
            <a:custGeom>
              <a:avLst/>
              <a:gdLst>
                <a:gd name="T0" fmla="*/ 91 w 315"/>
                <a:gd name="T1" fmla="*/ 120 h 486"/>
                <a:gd name="T2" fmla="*/ 110 w 315"/>
                <a:gd name="T3" fmla="*/ 124 h 486"/>
                <a:gd name="T4" fmla="*/ 128 w 315"/>
                <a:gd name="T5" fmla="*/ 132 h 486"/>
                <a:gd name="T6" fmla="*/ 144 w 315"/>
                <a:gd name="T7" fmla="*/ 143 h 486"/>
                <a:gd name="T8" fmla="*/ 160 w 315"/>
                <a:gd name="T9" fmla="*/ 161 h 486"/>
                <a:gd name="T10" fmla="*/ 172 w 315"/>
                <a:gd name="T11" fmla="*/ 183 h 486"/>
                <a:gd name="T12" fmla="*/ 180 w 315"/>
                <a:gd name="T13" fmla="*/ 206 h 486"/>
                <a:gd name="T14" fmla="*/ 183 w 315"/>
                <a:gd name="T15" fmla="*/ 228 h 486"/>
                <a:gd name="T16" fmla="*/ 181 w 315"/>
                <a:gd name="T17" fmla="*/ 251 h 486"/>
                <a:gd name="T18" fmla="*/ 174 w 315"/>
                <a:gd name="T19" fmla="*/ 279 h 486"/>
                <a:gd name="T20" fmla="*/ 161 w 315"/>
                <a:gd name="T21" fmla="*/ 304 h 486"/>
                <a:gd name="T22" fmla="*/ 144 w 315"/>
                <a:gd name="T23" fmla="*/ 327 h 486"/>
                <a:gd name="T24" fmla="*/ 123 w 315"/>
                <a:gd name="T25" fmla="*/ 347 h 486"/>
                <a:gd name="T26" fmla="*/ 100 w 315"/>
                <a:gd name="T27" fmla="*/ 363 h 486"/>
                <a:gd name="T28" fmla="*/ 74 w 315"/>
                <a:gd name="T29" fmla="*/ 374 h 486"/>
                <a:gd name="T30" fmla="*/ 47 w 315"/>
                <a:gd name="T31" fmla="*/ 380 h 486"/>
                <a:gd name="T32" fmla="*/ 0 w 315"/>
                <a:gd name="T33" fmla="*/ 434 h 486"/>
                <a:gd name="T34" fmla="*/ 74 w 315"/>
                <a:gd name="T35" fmla="*/ 486 h 486"/>
                <a:gd name="T36" fmla="*/ 97 w 315"/>
                <a:gd name="T37" fmla="*/ 484 h 486"/>
                <a:gd name="T38" fmla="*/ 129 w 315"/>
                <a:gd name="T39" fmla="*/ 476 h 486"/>
                <a:gd name="T40" fmla="*/ 172 w 315"/>
                <a:gd name="T41" fmla="*/ 460 h 486"/>
                <a:gd name="T42" fmla="*/ 213 w 315"/>
                <a:gd name="T43" fmla="*/ 435 h 486"/>
                <a:gd name="T44" fmla="*/ 250 w 315"/>
                <a:gd name="T45" fmla="*/ 406 h 486"/>
                <a:gd name="T46" fmla="*/ 273 w 315"/>
                <a:gd name="T47" fmla="*/ 379 h 486"/>
                <a:gd name="T48" fmla="*/ 286 w 315"/>
                <a:gd name="T49" fmla="*/ 361 h 486"/>
                <a:gd name="T50" fmla="*/ 297 w 315"/>
                <a:gd name="T51" fmla="*/ 340 h 486"/>
                <a:gd name="T52" fmla="*/ 306 w 315"/>
                <a:gd name="T53" fmla="*/ 320 h 486"/>
                <a:gd name="T54" fmla="*/ 312 w 315"/>
                <a:gd name="T55" fmla="*/ 297 h 486"/>
                <a:gd name="T56" fmla="*/ 315 w 315"/>
                <a:gd name="T57" fmla="*/ 275 h 486"/>
                <a:gd name="T58" fmla="*/ 315 w 315"/>
                <a:gd name="T59" fmla="*/ 249 h 486"/>
                <a:gd name="T60" fmla="*/ 312 w 315"/>
                <a:gd name="T61" fmla="*/ 221 h 486"/>
                <a:gd name="T62" fmla="*/ 306 w 315"/>
                <a:gd name="T63" fmla="*/ 194 h 486"/>
                <a:gd name="T64" fmla="*/ 298 w 315"/>
                <a:gd name="T65" fmla="*/ 169 h 486"/>
                <a:gd name="T66" fmla="*/ 287 w 315"/>
                <a:gd name="T67" fmla="*/ 144 h 486"/>
                <a:gd name="T68" fmla="*/ 274 w 315"/>
                <a:gd name="T69" fmla="*/ 122 h 486"/>
                <a:gd name="T70" fmla="*/ 259 w 315"/>
                <a:gd name="T71" fmla="*/ 101 h 486"/>
                <a:gd name="T72" fmla="*/ 243 w 315"/>
                <a:gd name="T73" fmla="*/ 82 h 486"/>
                <a:gd name="T74" fmla="*/ 224 w 315"/>
                <a:gd name="T75" fmla="*/ 65 h 486"/>
                <a:gd name="T76" fmla="*/ 205 w 315"/>
                <a:gd name="T77" fmla="*/ 49 h 486"/>
                <a:gd name="T78" fmla="*/ 184 w 315"/>
                <a:gd name="T79" fmla="*/ 36 h 486"/>
                <a:gd name="T80" fmla="*/ 163 w 315"/>
                <a:gd name="T81" fmla="*/ 25 h 486"/>
                <a:gd name="T82" fmla="*/ 141 w 315"/>
                <a:gd name="T83" fmla="*/ 15 h 486"/>
                <a:gd name="T84" fmla="*/ 118 w 315"/>
                <a:gd name="T85" fmla="*/ 7 h 486"/>
                <a:gd name="T86" fmla="*/ 95 w 315"/>
                <a:gd name="T87" fmla="*/ 3 h 486"/>
                <a:gd name="T88" fmla="*/ 72 w 315"/>
                <a:gd name="T89" fmla="*/ 0 h 486"/>
                <a:gd name="T90" fmla="*/ 21 w 315"/>
                <a:gd name="T91" fmla="*/ 68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15" h="486">
                  <a:moveTo>
                    <a:pt x="80" y="120"/>
                  </a:moveTo>
                  <a:lnTo>
                    <a:pt x="91" y="120"/>
                  </a:lnTo>
                  <a:lnTo>
                    <a:pt x="101" y="122"/>
                  </a:lnTo>
                  <a:lnTo>
                    <a:pt x="110" y="124"/>
                  </a:lnTo>
                  <a:lnTo>
                    <a:pt x="119" y="128"/>
                  </a:lnTo>
                  <a:lnTo>
                    <a:pt x="128" y="132"/>
                  </a:lnTo>
                  <a:lnTo>
                    <a:pt x="136" y="137"/>
                  </a:lnTo>
                  <a:lnTo>
                    <a:pt x="144" y="143"/>
                  </a:lnTo>
                  <a:lnTo>
                    <a:pt x="151" y="150"/>
                  </a:lnTo>
                  <a:lnTo>
                    <a:pt x="160" y="161"/>
                  </a:lnTo>
                  <a:lnTo>
                    <a:pt x="167" y="172"/>
                  </a:lnTo>
                  <a:lnTo>
                    <a:pt x="172" y="183"/>
                  </a:lnTo>
                  <a:lnTo>
                    <a:pt x="177" y="194"/>
                  </a:lnTo>
                  <a:lnTo>
                    <a:pt x="180" y="206"/>
                  </a:lnTo>
                  <a:lnTo>
                    <a:pt x="182" y="218"/>
                  </a:lnTo>
                  <a:lnTo>
                    <a:pt x="183" y="228"/>
                  </a:lnTo>
                  <a:lnTo>
                    <a:pt x="183" y="237"/>
                  </a:lnTo>
                  <a:lnTo>
                    <a:pt x="181" y="251"/>
                  </a:lnTo>
                  <a:lnTo>
                    <a:pt x="178" y="266"/>
                  </a:lnTo>
                  <a:lnTo>
                    <a:pt x="174" y="279"/>
                  </a:lnTo>
                  <a:lnTo>
                    <a:pt x="168" y="292"/>
                  </a:lnTo>
                  <a:lnTo>
                    <a:pt x="161" y="304"/>
                  </a:lnTo>
                  <a:lnTo>
                    <a:pt x="153" y="317"/>
                  </a:lnTo>
                  <a:lnTo>
                    <a:pt x="144" y="327"/>
                  </a:lnTo>
                  <a:lnTo>
                    <a:pt x="134" y="338"/>
                  </a:lnTo>
                  <a:lnTo>
                    <a:pt x="123" y="347"/>
                  </a:lnTo>
                  <a:lnTo>
                    <a:pt x="112" y="355"/>
                  </a:lnTo>
                  <a:lnTo>
                    <a:pt x="100" y="363"/>
                  </a:lnTo>
                  <a:lnTo>
                    <a:pt x="87" y="369"/>
                  </a:lnTo>
                  <a:lnTo>
                    <a:pt x="74" y="374"/>
                  </a:lnTo>
                  <a:lnTo>
                    <a:pt x="61" y="378"/>
                  </a:lnTo>
                  <a:lnTo>
                    <a:pt x="47" y="380"/>
                  </a:lnTo>
                  <a:lnTo>
                    <a:pt x="33" y="381"/>
                  </a:lnTo>
                  <a:lnTo>
                    <a:pt x="0" y="434"/>
                  </a:lnTo>
                  <a:lnTo>
                    <a:pt x="64" y="486"/>
                  </a:lnTo>
                  <a:lnTo>
                    <a:pt x="74" y="486"/>
                  </a:lnTo>
                  <a:lnTo>
                    <a:pt x="85" y="485"/>
                  </a:lnTo>
                  <a:lnTo>
                    <a:pt x="97" y="484"/>
                  </a:lnTo>
                  <a:lnTo>
                    <a:pt x="107" y="482"/>
                  </a:lnTo>
                  <a:lnTo>
                    <a:pt x="129" y="476"/>
                  </a:lnTo>
                  <a:lnTo>
                    <a:pt x="151" y="469"/>
                  </a:lnTo>
                  <a:lnTo>
                    <a:pt x="172" y="460"/>
                  </a:lnTo>
                  <a:lnTo>
                    <a:pt x="194" y="448"/>
                  </a:lnTo>
                  <a:lnTo>
                    <a:pt x="213" y="435"/>
                  </a:lnTo>
                  <a:lnTo>
                    <a:pt x="232" y="421"/>
                  </a:lnTo>
                  <a:lnTo>
                    <a:pt x="250" y="406"/>
                  </a:lnTo>
                  <a:lnTo>
                    <a:pt x="266" y="388"/>
                  </a:lnTo>
                  <a:lnTo>
                    <a:pt x="273" y="379"/>
                  </a:lnTo>
                  <a:lnTo>
                    <a:pt x="279" y="370"/>
                  </a:lnTo>
                  <a:lnTo>
                    <a:pt x="286" y="361"/>
                  </a:lnTo>
                  <a:lnTo>
                    <a:pt x="291" y="350"/>
                  </a:lnTo>
                  <a:lnTo>
                    <a:pt x="297" y="340"/>
                  </a:lnTo>
                  <a:lnTo>
                    <a:pt x="302" y="330"/>
                  </a:lnTo>
                  <a:lnTo>
                    <a:pt x="306" y="320"/>
                  </a:lnTo>
                  <a:lnTo>
                    <a:pt x="309" y="309"/>
                  </a:lnTo>
                  <a:lnTo>
                    <a:pt x="312" y="297"/>
                  </a:lnTo>
                  <a:lnTo>
                    <a:pt x="314" y="287"/>
                  </a:lnTo>
                  <a:lnTo>
                    <a:pt x="315" y="275"/>
                  </a:lnTo>
                  <a:lnTo>
                    <a:pt x="315" y="264"/>
                  </a:lnTo>
                  <a:lnTo>
                    <a:pt x="315" y="249"/>
                  </a:lnTo>
                  <a:lnTo>
                    <a:pt x="314" y="235"/>
                  </a:lnTo>
                  <a:lnTo>
                    <a:pt x="312" y="221"/>
                  </a:lnTo>
                  <a:lnTo>
                    <a:pt x="309" y="207"/>
                  </a:lnTo>
                  <a:lnTo>
                    <a:pt x="306" y="194"/>
                  </a:lnTo>
                  <a:lnTo>
                    <a:pt x="302" y="181"/>
                  </a:lnTo>
                  <a:lnTo>
                    <a:pt x="298" y="169"/>
                  </a:lnTo>
                  <a:lnTo>
                    <a:pt x="293" y="156"/>
                  </a:lnTo>
                  <a:lnTo>
                    <a:pt x="287" y="144"/>
                  </a:lnTo>
                  <a:lnTo>
                    <a:pt x="280" y="133"/>
                  </a:lnTo>
                  <a:lnTo>
                    <a:pt x="274" y="122"/>
                  </a:lnTo>
                  <a:lnTo>
                    <a:pt x="267" y="112"/>
                  </a:lnTo>
                  <a:lnTo>
                    <a:pt x="259" y="101"/>
                  </a:lnTo>
                  <a:lnTo>
                    <a:pt x="251" y="91"/>
                  </a:lnTo>
                  <a:lnTo>
                    <a:pt x="243" y="82"/>
                  </a:lnTo>
                  <a:lnTo>
                    <a:pt x="233" y="73"/>
                  </a:lnTo>
                  <a:lnTo>
                    <a:pt x="224" y="65"/>
                  </a:lnTo>
                  <a:lnTo>
                    <a:pt x="215" y="56"/>
                  </a:lnTo>
                  <a:lnTo>
                    <a:pt x="205" y="49"/>
                  </a:lnTo>
                  <a:lnTo>
                    <a:pt x="195" y="42"/>
                  </a:lnTo>
                  <a:lnTo>
                    <a:pt x="184" y="36"/>
                  </a:lnTo>
                  <a:lnTo>
                    <a:pt x="174" y="30"/>
                  </a:lnTo>
                  <a:lnTo>
                    <a:pt x="163" y="25"/>
                  </a:lnTo>
                  <a:lnTo>
                    <a:pt x="152" y="20"/>
                  </a:lnTo>
                  <a:lnTo>
                    <a:pt x="141" y="15"/>
                  </a:lnTo>
                  <a:lnTo>
                    <a:pt x="129" y="12"/>
                  </a:lnTo>
                  <a:lnTo>
                    <a:pt x="118" y="7"/>
                  </a:lnTo>
                  <a:lnTo>
                    <a:pt x="107" y="5"/>
                  </a:lnTo>
                  <a:lnTo>
                    <a:pt x="95" y="3"/>
                  </a:lnTo>
                  <a:lnTo>
                    <a:pt x="83" y="1"/>
                  </a:lnTo>
                  <a:lnTo>
                    <a:pt x="72" y="0"/>
                  </a:lnTo>
                  <a:lnTo>
                    <a:pt x="60" y="0"/>
                  </a:lnTo>
                  <a:lnTo>
                    <a:pt x="21" y="68"/>
                  </a:lnTo>
                  <a:lnTo>
                    <a:pt x="80" y="1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>
                <a:solidFill>
                  <a:srgbClr val="ADBECB"/>
                </a:solidFill>
                <a:ea typeface="Arial Unicode MS"/>
              </a:endParaRPr>
            </a:p>
          </p:txBody>
        </p:sp>
        <p:sp>
          <p:nvSpPr>
            <p:cNvPr id="46" name="Freeform 44"/>
            <p:cNvSpPr>
              <a:spLocks/>
            </p:cNvSpPr>
            <p:nvPr userDrawn="1"/>
          </p:nvSpPr>
          <p:spPr bwMode="auto">
            <a:xfrm>
              <a:off x="6884" y="562"/>
              <a:ext cx="92" cy="118"/>
            </a:xfrm>
            <a:custGeom>
              <a:avLst/>
              <a:gdLst>
                <a:gd name="T0" fmla="*/ 1007 w 1095"/>
                <a:gd name="T1" fmla="*/ 693 h 1421"/>
                <a:gd name="T2" fmla="*/ 952 w 1095"/>
                <a:gd name="T3" fmla="*/ 735 h 1421"/>
                <a:gd name="T4" fmla="*/ 915 w 1095"/>
                <a:gd name="T5" fmla="*/ 791 h 1421"/>
                <a:gd name="T6" fmla="*/ 906 w 1095"/>
                <a:gd name="T7" fmla="*/ 852 h 1421"/>
                <a:gd name="T8" fmla="*/ 929 w 1095"/>
                <a:gd name="T9" fmla="*/ 906 h 1421"/>
                <a:gd name="T10" fmla="*/ 974 w 1095"/>
                <a:gd name="T11" fmla="*/ 937 h 1421"/>
                <a:gd name="T12" fmla="*/ 1040 w 1095"/>
                <a:gd name="T13" fmla="*/ 1047 h 1421"/>
                <a:gd name="T14" fmla="*/ 955 w 1095"/>
                <a:gd name="T15" fmla="*/ 1038 h 1421"/>
                <a:gd name="T16" fmla="*/ 881 w 1095"/>
                <a:gd name="T17" fmla="*/ 1012 h 1421"/>
                <a:gd name="T18" fmla="*/ 821 w 1095"/>
                <a:gd name="T19" fmla="*/ 976 h 1421"/>
                <a:gd name="T20" fmla="*/ 774 w 1095"/>
                <a:gd name="T21" fmla="*/ 931 h 1421"/>
                <a:gd name="T22" fmla="*/ 741 w 1095"/>
                <a:gd name="T23" fmla="*/ 883 h 1421"/>
                <a:gd name="T24" fmla="*/ 726 w 1095"/>
                <a:gd name="T25" fmla="*/ 835 h 1421"/>
                <a:gd name="T26" fmla="*/ 728 w 1095"/>
                <a:gd name="T27" fmla="*/ 774 h 1421"/>
                <a:gd name="T28" fmla="*/ 749 w 1095"/>
                <a:gd name="T29" fmla="*/ 723 h 1421"/>
                <a:gd name="T30" fmla="*/ 650 w 1095"/>
                <a:gd name="T31" fmla="*/ 723 h 1421"/>
                <a:gd name="T32" fmla="*/ 491 w 1095"/>
                <a:gd name="T33" fmla="*/ 745 h 1421"/>
                <a:gd name="T34" fmla="*/ 462 w 1095"/>
                <a:gd name="T35" fmla="*/ 886 h 1421"/>
                <a:gd name="T36" fmla="*/ 435 w 1095"/>
                <a:gd name="T37" fmla="*/ 1103 h 1421"/>
                <a:gd name="T38" fmla="*/ 427 w 1095"/>
                <a:gd name="T39" fmla="*/ 1291 h 1421"/>
                <a:gd name="T40" fmla="*/ 431 w 1095"/>
                <a:gd name="T41" fmla="*/ 1398 h 1421"/>
                <a:gd name="T42" fmla="*/ 416 w 1095"/>
                <a:gd name="T43" fmla="*/ 1418 h 1421"/>
                <a:gd name="T44" fmla="*/ 378 w 1095"/>
                <a:gd name="T45" fmla="*/ 1418 h 1421"/>
                <a:gd name="T46" fmla="*/ 337 w 1095"/>
                <a:gd name="T47" fmla="*/ 1390 h 1421"/>
                <a:gd name="T48" fmla="*/ 310 w 1095"/>
                <a:gd name="T49" fmla="*/ 1337 h 1421"/>
                <a:gd name="T50" fmla="*/ 293 w 1095"/>
                <a:gd name="T51" fmla="*/ 1256 h 1421"/>
                <a:gd name="T52" fmla="*/ 288 w 1095"/>
                <a:gd name="T53" fmla="*/ 1109 h 1421"/>
                <a:gd name="T54" fmla="*/ 313 w 1095"/>
                <a:gd name="T55" fmla="*/ 843 h 1421"/>
                <a:gd name="T56" fmla="*/ 226 w 1095"/>
                <a:gd name="T57" fmla="*/ 803 h 1421"/>
                <a:gd name="T58" fmla="*/ 161 w 1095"/>
                <a:gd name="T59" fmla="*/ 831 h 1421"/>
                <a:gd name="T60" fmla="*/ 125 w 1095"/>
                <a:gd name="T61" fmla="*/ 840 h 1421"/>
                <a:gd name="T62" fmla="*/ 86 w 1095"/>
                <a:gd name="T63" fmla="*/ 834 h 1421"/>
                <a:gd name="T64" fmla="*/ 24 w 1095"/>
                <a:gd name="T65" fmla="*/ 796 h 1421"/>
                <a:gd name="T66" fmla="*/ 0 w 1095"/>
                <a:gd name="T67" fmla="*/ 762 h 1421"/>
                <a:gd name="T68" fmla="*/ 8 w 1095"/>
                <a:gd name="T69" fmla="*/ 740 h 1421"/>
                <a:gd name="T70" fmla="*/ 62 w 1095"/>
                <a:gd name="T71" fmla="*/ 713 h 1421"/>
                <a:gd name="T72" fmla="*/ 251 w 1095"/>
                <a:gd name="T73" fmla="*/ 663 h 1421"/>
                <a:gd name="T74" fmla="*/ 364 w 1095"/>
                <a:gd name="T75" fmla="*/ 577 h 1421"/>
                <a:gd name="T76" fmla="*/ 431 w 1095"/>
                <a:gd name="T77" fmla="*/ 350 h 1421"/>
                <a:gd name="T78" fmla="*/ 514 w 1095"/>
                <a:gd name="T79" fmla="*/ 162 h 1421"/>
                <a:gd name="T80" fmla="*/ 599 w 1095"/>
                <a:gd name="T81" fmla="*/ 34 h 1421"/>
                <a:gd name="T82" fmla="*/ 669 w 1095"/>
                <a:gd name="T83" fmla="*/ 1 h 1421"/>
                <a:gd name="T84" fmla="*/ 732 w 1095"/>
                <a:gd name="T85" fmla="*/ 7 h 1421"/>
                <a:gd name="T86" fmla="*/ 799 w 1095"/>
                <a:gd name="T87" fmla="*/ 37 h 1421"/>
                <a:gd name="T88" fmla="*/ 852 w 1095"/>
                <a:gd name="T89" fmla="*/ 97 h 1421"/>
                <a:gd name="T90" fmla="*/ 866 w 1095"/>
                <a:gd name="T91" fmla="*/ 159 h 1421"/>
                <a:gd name="T92" fmla="*/ 852 w 1095"/>
                <a:gd name="T93" fmla="*/ 204 h 1421"/>
                <a:gd name="T94" fmla="*/ 824 w 1095"/>
                <a:gd name="T95" fmla="*/ 224 h 1421"/>
                <a:gd name="T96" fmla="*/ 807 w 1095"/>
                <a:gd name="T97" fmla="*/ 220 h 1421"/>
                <a:gd name="T98" fmla="*/ 778 w 1095"/>
                <a:gd name="T99" fmla="*/ 172 h 1421"/>
                <a:gd name="T100" fmla="*/ 731 w 1095"/>
                <a:gd name="T101" fmla="*/ 149 h 1421"/>
                <a:gd name="T102" fmla="*/ 697 w 1095"/>
                <a:gd name="T103" fmla="*/ 160 h 1421"/>
                <a:gd name="T104" fmla="*/ 660 w 1095"/>
                <a:gd name="T105" fmla="*/ 210 h 1421"/>
                <a:gd name="T106" fmla="*/ 601 w 1095"/>
                <a:gd name="T107" fmla="*/ 339 h 1421"/>
                <a:gd name="T108" fmla="*/ 514 w 1095"/>
                <a:gd name="T109" fmla="*/ 627 h 1421"/>
                <a:gd name="T110" fmla="*/ 618 w 1095"/>
                <a:gd name="T111" fmla="*/ 629 h 1421"/>
                <a:gd name="T112" fmla="*/ 798 w 1095"/>
                <a:gd name="T113" fmla="*/ 626 h 1421"/>
                <a:gd name="T114" fmla="*/ 892 w 1095"/>
                <a:gd name="T115" fmla="*/ 627 h 1421"/>
                <a:gd name="T116" fmla="*/ 961 w 1095"/>
                <a:gd name="T117" fmla="*/ 578 h 1421"/>
                <a:gd name="T118" fmla="*/ 1027 w 1095"/>
                <a:gd name="T119" fmla="*/ 561 h 1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095" h="1421">
                  <a:moveTo>
                    <a:pt x="1056" y="681"/>
                  </a:moveTo>
                  <a:lnTo>
                    <a:pt x="1044" y="682"/>
                  </a:lnTo>
                  <a:lnTo>
                    <a:pt x="1032" y="684"/>
                  </a:lnTo>
                  <a:lnTo>
                    <a:pt x="1020" y="688"/>
                  </a:lnTo>
                  <a:lnTo>
                    <a:pt x="1007" y="693"/>
                  </a:lnTo>
                  <a:lnTo>
                    <a:pt x="995" y="699"/>
                  </a:lnTo>
                  <a:lnTo>
                    <a:pt x="984" y="707"/>
                  </a:lnTo>
                  <a:lnTo>
                    <a:pt x="973" y="715"/>
                  </a:lnTo>
                  <a:lnTo>
                    <a:pt x="961" y="725"/>
                  </a:lnTo>
                  <a:lnTo>
                    <a:pt x="952" y="735"/>
                  </a:lnTo>
                  <a:lnTo>
                    <a:pt x="943" y="745"/>
                  </a:lnTo>
                  <a:lnTo>
                    <a:pt x="934" y="756"/>
                  </a:lnTo>
                  <a:lnTo>
                    <a:pt x="927" y="767"/>
                  </a:lnTo>
                  <a:lnTo>
                    <a:pt x="921" y="779"/>
                  </a:lnTo>
                  <a:lnTo>
                    <a:pt x="915" y="791"/>
                  </a:lnTo>
                  <a:lnTo>
                    <a:pt x="910" y="802"/>
                  </a:lnTo>
                  <a:lnTo>
                    <a:pt x="908" y="813"/>
                  </a:lnTo>
                  <a:lnTo>
                    <a:pt x="906" y="827"/>
                  </a:lnTo>
                  <a:lnTo>
                    <a:pt x="905" y="839"/>
                  </a:lnTo>
                  <a:lnTo>
                    <a:pt x="906" y="852"/>
                  </a:lnTo>
                  <a:lnTo>
                    <a:pt x="908" y="863"/>
                  </a:lnTo>
                  <a:lnTo>
                    <a:pt x="912" y="876"/>
                  </a:lnTo>
                  <a:lnTo>
                    <a:pt x="917" y="886"/>
                  </a:lnTo>
                  <a:lnTo>
                    <a:pt x="922" y="897"/>
                  </a:lnTo>
                  <a:lnTo>
                    <a:pt x="929" y="906"/>
                  </a:lnTo>
                  <a:lnTo>
                    <a:pt x="936" y="914"/>
                  </a:lnTo>
                  <a:lnTo>
                    <a:pt x="945" y="922"/>
                  </a:lnTo>
                  <a:lnTo>
                    <a:pt x="953" y="928"/>
                  </a:lnTo>
                  <a:lnTo>
                    <a:pt x="964" y="933"/>
                  </a:lnTo>
                  <a:lnTo>
                    <a:pt x="974" y="937"/>
                  </a:lnTo>
                  <a:lnTo>
                    <a:pt x="985" y="940"/>
                  </a:lnTo>
                  <a:lnTo>
                    <a:pt x="997" y="941"/>
                  </a:lnTo>
                  <a:lnTo>
                    <a:pt x="1009" y="942"/>
                  </a:lnTo>
                  <a:lnTo>
                    <a:pt x="1073" y="984"/>
                  </a:lnTo>
                  <a:lnTo>
                    <a:pt x="1040" y="1047"/>
                  </a:lnTo>
                  <a:lnTo>
                    <a:pt x="1022" y="1047"/>
                  </a:lnTo>
                  <a:lnTo>
                    <a:pt x="1004" y="1046"/>
                  </a:lnTo>
                  <a:lnTo>
                    <a:pt x="988" y="1044"/>
                  </a:lnTo>
                  <a:lnTo>
                    <a:pt x="971" y="1041"/>
                  </a:lnTo>
                  <a:lnTo>
                    <a:pt x="955" y="1038"/>
                  </a:lnTo>
                  <a:lnTo>
                    <a:pt x="939" y="1034"/>
                  </a:lnTo>
                  <a:lnTo>
                    <a:pt x="924" y="1030"/>
                  </a:lnTo>
                  <a:lnTo>
                    <a:pt x="909" y="1025"/>
                  </a:lnTo>
                  <a:lnTo>
                    <a:pt x="895" y="1019"/>
                  </a:lnTo>
                  <a:lnTo>
                    <a:pt x="881" y="1012"/>
                  </a:lnTo>
                  <a:lnTo>
                    <a:pt x="869" y="1006"/>
                  </a:lnTo>
                  <a:lnTo>
                    <a:pt x="855" y="999"/>
                  </a:lnTo>
                  <a:lnTo>
                    <a:pt x="843" y="992"/>
                  </a:lnTo>
                  <a:lnTo>
                    <a:pt x="832" y="984"/>
                  </a:lnTo>
                  <a:lnTo>
                    <a:pt x="821" y="976"/>
                  </a:lnTo>
                  <a:lnTo>
                    <a:pt x="810" y="968"/>
                  </a:lnTo>
                  <a:lnTo>
                    <a:pt x="800" y="958"/>
                  </a:lnTo>
                  <a:lnTo>
                    <a:pt x="790" y="949"/>
                  </a:lnTo>
                  <a:lnTo>
                    <a:pt x="782" y="940"/>
                  </a:lnTo>
                  <a:lnTo>
                    <a:pt x="774" y="931"/>
                  </a:lnTo>
                  <a:lnTo>
                    <a:pt x="766" y="922"/>
                  </a:lnTo>
                  <a:lnTo>
                    <a:pt x="759" y="911"/>
                  </a:lnTo>
                  <a:lnTo>
                    <a:pt x="752" y="902"/>
                  </a:lnTo>
                  <a:lnTo>
                    <a:pt x="746" y="892"/>
                  </a:lnTo>
                  <a:lnTo>
                    <a:pt x="741" y="883"/>
                  </a:lnTo>
                  <a:lnTo>
                    <a:pt x="737" y="873"/>
                  </a:lnTo>
                  <a:lnTo>
                    <a:pt x="733" y="863"/>
                  </a:lnTo>
                  <a:lnTo>
                    <a:pt x="730" y="853"/>
                  </a:lnTo>
                  <a:lnTo>
                    <a:pt x="728" y="844"/>
                  </a:lnTo>
                  <a:lnTo>
                    <a:pt x="726" y="835"/>
                  </a:lnTo>
                  <a:lnTo>
                    <a:pt x="725" y="826"/>
                  </a:lnTo>
                  <a:lnTo>
                    <a:pt x="725" y="816"/>
                  </a:lnTo>
                  <a:lnTo>
                    <a:pt x="725" y="801"/>
                  </a:lnTo>
                  <a:lnTo>
                    <a:pt x="726" y="787"/>
                  </a:lnTo>
                  <a:lnTo>
                    <a:pt x="728" y="774"/>
                  </a:lnTo>
                  <a:lnTo>
                    <a:pt x="731" y="761"/>
                  </a:lnTo>
                  <a:lnTo>
                    <a:pt x="734" y="750"/>
                  </a:lnTo>
                  <a:lnTo>
                    <a:pt x="739" y="740"/>
                  </a:lnTo>
                  <a:lnTo>
                    <a:pt x="744" y="731"/>
                  </a:lnTo>
                  <a:lnTo>
                    <a:pt x="749" y="723"/>
                  </a:lnTo>
                  <a:lnTo>
                    <a:pt x="759" y="712"/>
                  </a:lnTo>
                  <a:lnTo>
                    <a:pt x="745" y="713"/>
                  </a:lnTo>
                  <a:lnTo>
                    <a:pt x="714" y="716"/>
                  </a:lnTo>
                  <a:lnTo>
                    <a:pt x="682" y="720"/>
                  </a:lnTo>
                  <a:lnTo>
                    <a:pt x="650" y="723"/>
                  </a:lnTo>
                  <a:lnTo>
                    <a:pt x="619" y="727"/>
                  </a:lnTo>
                  <a:lnTo>
                    <a:pt x="586" y="731"/>
                  </a:lnTo>
                  <a:lnTo>
                    <a:pt x="555" y="735"/>
                  </a:lnTo>
                  <a:lnTo>
                    <a:pt x="523" y="740"/>
                  </a:lnTo>
                  <a:lnTo>
                    <a:pt x="491" y="745"/>
                  </a:lnTo>
                  <a:lnTo>
                    <a:pt x="487" y="745"/>
                  </a:lnTo>
                  <a:lnTo>
                    <a:pt x="487" y="749"/>
                  </a:lnTo>
                  <a:lnTo>
                    <a:pt x="478" y="795"/>
                  </a:lnTo>
                  <a:lnTo>
                    <a:pt x="470" y="841"/>
                  </a:lnTo>
                  <a:lnTo>
                    <a:pt x="462" y="886"/>
                  </a:lnTo>
                  <a:lnTo>
                    <a:pt x="455" y="931"/>
                  </a:lnTo>
                  <a:lnTo>
                    <a:pt x="448" y="976"/>
                  </a:lnTo>
                  <a:lnTo>
                    <a:pt x="443" y="1019"/>
                  </a:lnTo>
                  <a:lnTo>
                    <a:pt x="439" y="1061"/>
                  </a:lnTo>
                  <a:lnTo>
                    <a:pt x="435" y="1103"/>
                  </a:lnTo>
                  <a:lnTo>
                    <a:pt x="432" y="1143"/>
                  </a:lnTo>
                  <a:lnTo>
                    <a:pt x="429" y="1183"/>
                  </a:lnTo>
                  <a:lnTo>
                    <a:pt x="428" y="1221"/>
                  </a:lnTo>
                  <a:lnTo>
                    <a:pt x="427" y="1256"/>
                  </a:lnTo>
                  <a:lnTo>
                    <a:pt x="427" y="1291"/>
                  </a:lnTo>
                  <a:lnTo>
                    <a:pt x="428" y="1323"/>
                  </a:lnTo>
                  <a:lnTo>
                    <a:pt x="429" y="1353"/>
                  </a:lnTo>
                  <a:lnTo>
                    <a:pt x="432" y="1382"/>
                  </a:lnTo>
                  <a:lnTo>
                    <a:pt x="432" y="1391"/>
                  </a:lnTo>
                  <a:lnTo>
                    <a:pt x="431" y="1398"/>
                  </a:lnTo>
                  <a:lnTo>
                    <a:pt x="429" y="1405"/>
                  </a:lnTo>
                  <a:lnTo>
                    <a:pt x="426" y="1411"/>
                  </a:lnTo>
                  <a:lnTo>
                    <a:pt x="423" y="1414"/>
                  </a:lnTo>
                  <a:lnTo>
                    <a:pt x="420" y="1416"/>
                  </a:lnTo>
                  <a:lnTo>
                    <a:pt x="416" y="1418"/>
                  </a:lnTo>
                  <a:lnTo>
                    <a:pt x="413" y="1419"/>
                  </a:lnTo>
                  <a:lnTo>
                    <a:pt x="406" y="1420"/>
                  </a:lnTo>
                  <a:lnTo>
                    <a:pt x="398" y="1421"/>
                  </a:lnTo>
                  <a:lnTo>
                    <a:pt x="388" y="1420"/>
                  </a:lnTo>
                  <a:lnTo>
                    <a:pt x="378" y="1418"/>
                  </a:lnTo>
                  <a:lnTo>
                    <a:pt x="368" y="1414"/>
                  </a:lnTo>
                  <a:lnTo>
                    <a:pt x="359" y="1409"/>
                  </a:lnTo>
                  <a:lnTo>
                    <a:pt x="352" y="1403"/>
                  </a:lnTo>
                  <a:lnTo>
                    <a:pt x="344" y="1397"/>
                  </a:lnTo>
                  <a:lnTo>
                    <a:pt x="337" y="1390"/>
                  </a:lnTo>
                  <a:lnTo>
                    <a:pt x="331" y="1381"/>
                  </a:lnTo>
                  <a:lnTo>
                    <a:pt x="325" y="1372"/>
                  </a:lnTo>
                  <a:lnTo>
                    <a:pt x="319" y="1362"/>
                  </a:lnTo>
                  <a:lnTo>
                    <a:pt x="314" y="1349"/>
                  </a:lnTo>
                  <a:lnTo>
                    <a:pt x="310" y="1337"/>
                  </a:lnTo>
                  <a:lnTo>
                    <a:pt x="306" y="1323"/>
                  </a:lnTo>
                  <a:lnTo>
                    <a:pt x="302" y="1307"/>
                  </a:lnTo>
                  <a:lnTo>
                    <a:pt x="298" y="1292"/>
                  </a:lnTo>
                  <a:lnTo>
                    <a:pt x="295" y="1275"/>
                  </a:lnTo>
                  <a:lnTo>
                    <a:pt x="293" y="1256"/>
                  </a:lnTo>
                  <a:lnTo>
                    <a:pt x="291" y="1237"/>
                  </a:lnTo>
                  <a:lnTo>
                    <a:pt x="289" y="1217"/>
                  </a:lnTo>
                  <a:lnTo>
                    <a:pt x="288" y="1195"/>
                  </a:lnTo>
                  <a:lnTo>
                    <a:pt x="287" y="1154"/>
                  </a:lnTo>
                  <a:lnTo>
                    <a:pt x="288" y="1109"/>
                  </a:lnTo>
                  <a:lnTo>
                    <a:pt x="290" y="1060"/>
                  </a:lnTo>
                  <a:lnTo>
                    <a:pt x="294" y="1009"/>
                  </a:lnTo>
                  <a:lnTo>
                    <a:pt x="298" y="955"/>
                  </a:lnTo>
                  <a:lnTo>
                    <a:pt x="306" y="900"/>
                  </a:lnTo>
                  <a:lnTo>
                    <a:pt x="313" y="843"/>
                  </a:lnTo>
                  <a:lnTo>
                    <a:pt x="322" y="786"/>
                  </a:lnTo>
                  <a:lnTo>
                    <a:pt x="323" y="777"/>
                  </a:lnTo>
                  <a:lnTo>
                    <a:pt x="315" y="779"/>
                  </a:lnTo>
                  <a:lnTo>
                    <a:pt x="267" y="791"/>
                  </a:lnTo>
                  <a:lnTo>
                    <a:pt x="226" y="803"/>
                  </a:lnTo>
                  <a:lnTo>
                    <a:pt x="209" y="809"/>
                  </a:lnTo>
                  <a:lnTo>
                    <a:pt x="193" y="815"/>
                  </a:lnTo>
                  <a:lnTo>
                    <a:pt x="180" y="822"/>
                  </a:lnTo>
                  <a:lnTo>
                    <a:pt x="168" y="827"/>
                  </a:lnTo>
                  <a:lnTo>
                    <a:pt x="161" y="831"/>
                  </a:lnTo>
                  <a:lnTo>
                    <a:pt x="154" y="834"/>
                  </a:lnTo>
                  <a:lnTo>
                    <a:pt x="147" y="836"/>
                  </a:lnTo>
                  <a:lnTo>
                    <a:pt x="139" y="838"/>
                  </a:lnTo>
                  <a:lnTo>
                    <a:pt x="132" y="839"/>
                  </a:lnTo>
                  <a:lnTo>
                    <a:pt x="125" y="840"/>
                  </a:lnTo>
                  <a:lnTo>
                    <a:pt x="117" y="840"/>
                  </a:lnTo>
                  <a:lnTo>
                    <a:pt x="110" y="839"/>
                  </a:lnTo>
                  <a:lnTo>
                    <a:pt x="102" y="838"/>
                  </a:lnTo>
                  <a:lnTo>
                    <a:pt x="94" y="836"/>
                  </a:lnTo>
                  <a:lnTo>
                    <a:pt x="86" y="834"/>
                  </a:lnTo>
                  <a:lnTo>
                    <a:pt x="78" y="830"/>
                  </a:lnTo>
                  <a:lnTo>
                    <a:pt x="62" y="822"/>
                  </a:lnTo>
                  <a:lnTo>
                    <a:pt x="45" y="811"/>
                  </a:lnTo>
                  <a:lnTo>
                    <a:pt x="33" y="803"/>
                  </a:lnTo>
                  <a:lnTo>
                    <a:pt x="24" y="796"/>
                  </a:lnTo>
                  <a:lnTo>
                    <a:pt x="16" y="789"/>
                  </a:lnTo>
                  <a:lnTo>
                    <a:pt x="10" y="782"/>
                  </a:lnTo>
                  <a:lnTo>
                    <a:pt x="5" y="775"/>
                  </a:lnTo>
                  <a:lnTo>
                    <a:pt x="2" y="768"/>
                  </a:lnTo>
                  <a:lnTo>
                    <a:pt x="0" y="762"/>
                  </a:lnTo>
                  <a:lnTo>
                    <a:pt x="0" y="756"/>
                  </a:lnTo>
                  <a:lnTo>
                    <a:pt x="0" y="752"/>
                  </a:lnTo>
                  <a:lnTo>
                    <a:pt x="2" y="748"/>
                  </a:lnTo>
                  <a:lnTo>
                    <a:pt x="5" y="744"/>
                  </a:lnTo>
                  <a:lnTo>
                    <a:pt x="8" y="740"/>
                  </a:lnTo>
                  <a:lnTo>
                    <a:pt x="13" y="736"/>
                  </a:lnTo>
                  <a:lnTo>
                    <a:pt x="18" y="733"/>
                  </a:lnTo>
                  <a:lnTo>
                    <a:pt x="24" y="729"/>
                  </a:lnTo>
                  <a:lnTo>
                    <a:pt x="31" y="726"/>
                  </a:lnTo>
                  <a:lnTo>
                    <a:pt x="62" y="713"/>
                  </a:lnTo>
                  <a:lnTo>
                    <a:pt x="94" y="701"/>
                  </a:lnTo>
                  <a:lnTo>
                    <a:pt x="129" y="691"/>
                  </a:lnTo>
                  <a:lnTo>
                    <a:pt x="167" y="681"/>
                  </a:lnTo>
                  <a:lnTo>
                    <a:pt x="208" y="672"/>
                  </a:lnTo>
                  <a:lnTo>
                    <a:pt x="251" y="663"/>
                  </a:lnTo>
                  <a:lnTo>
                    <a:pt x="295" y="656"/>
                  </a:lnTo>
                  <a:lnTo>
                    <a:pt x="343" y="649"/>
                  </a:lnTo>
                  <a:lnTo>
                    <a:pt x="347" y="649"/>
                  </a:lnTo>
                  <a:lnTo>
                    <a:pt x="348" y="645"/>
                  </a:lnTo>
                  <a:lnTo>
                    <a:pt x="364" y="577"/>
                  </a:lnTo>
                  <a:lnTo>
                    <a:pt x="383" y="503"/>
                  </a:lnTo>
                  <a:lnTo>
                    <a:pt x="393" y="465"/>
                  </a:lnTo>
                  <a:lnTo>
                    <a:pt x="406" y="428"/>
                  </a:lnTo>
                  <a:lnTo>
                    <a:pt x="418" y="389"/>
                  </a:lnTo>
                  <a:lnTo>
                    <a:pt x="431" y="350"/>
                  </a:lnTo>
                  <a:lnTo>
                    <a:pt x="445" y="311"/>
                  </a:lnTo>
                  <a:lnTo>
                    <a:pt x="462" y="272"/>
                  </a:lnTo>
                  <a:lnTo>
                    <a:pt x="478" y="235"/>
                  </a:lnTo>
                  <a:lnTo>
                    <a:pt x="495" y="198"/>
                  </a:lnTo>
                  <a:lnTo>
                    <a:pt x="514" y="162"/>
                  </a:lnTo>
                  <a:lnTo>
                    <a:pt x="533" y="126"/>
                  </a:lnTo>
                  <a:lnTo>
                    <a:pt x="555" y="93"/>
                  </a:lnTo>
                  <a:lnTo>
                    <a:pt x="576" y="61"/>
                  </a:lnTo>
                  <a:lnTo>
                    <a:pt x="588" y="47"/>
                  </a:lnTo>
                  <a:lnTo>
                    <a:pt x="599" y="34"/>
                  </a:lnTo>
                  <a:lnTo>
                    <a:pt x="613" y="23"/>
                  </a:lnTo>
                  <a:lnTo>
                    <a:pt x="626" y="15"/>
                  </a:lnTo>
                  <a:lnTo>
                    <a:pt x="639" y="8"/>
                  </a:lnTo>
                  <a:lnTo>
                    <a:pt x="653" y="3"/>
                  </a:lnTo>
                  <a:lnTo>
                    <a:pt x="669" y="1"/>
                  </a:lnTo>
                  <a:lnTo>
                    <a:pt x="684" y="0"/>
                  </a:lnTo>
                  <a:lnTo>
                    <a:pt x="695" y="0"/>
                  </a:lnTo>
                  <a:lnTo>
                    <a:pt x="708" y="2"/>
                  </a:lnTo>
                  <a:lnTo>
                    <a:pt x="719" y="4"/>
                  </a:lnTo>
                  <a:lnTo>
                    <a:pt x="732" y="7"/>
                  </a:lnTo>
                  <a:lnTo>
                    <a:pt x="744" y="11"/>
                  </a:lnTo>
                  <a:lnTo>
                    <a:pt x="757" y="16"/>
                  </a:lnTo>
                  <a:lnTo>
                    <a:pt x="771" y="22"/>
                  </a:lnTo>
                  <a:lnTo>
                    <a:pt x="785" y="29"/>
                  </a:lnTo>
                  <a:lnTo>
                    <a:pt x="799" y="37"/>
                  </a:lnTo>
                  <a:lnTo>
                    <a:pt x="813" y="47"/>
                  </a:lnTo>
                  <a:lnTo>
                    <a:pt x="825" y="58"/>
                  </a:lnTo>
                  <a:lnTo>
                    <a:pt x="835" y="70"/>
                  </a:lnTo>
                  <a:lnTo>
                    <a:pt x="844" y="83"/>
                  </a:lnTo>
                  <a:lnTo>
                    <a:pt x="852" y="97"/>
                  </a:lnTo>
                  <a:lnTo>
                    <a:pt x="858" y="111"/>
                  </a:lnTo>
                  <a:lnTo>
                    <a:pt x="863" y="126"/>
                  </a:lnTo>
                  <a:lnTo>
                    <a:pt x="865" y="138"/>
                  </a:lnTo>
                  <a:lnTo>
                    <a:pt x="866" y="149"/>
                  </a:lnTo>
                  <a:lnTo>
                    <a:pt x="866" y="159"/>
                  </a:lnTo>
                  <a:lnTo>
                    <a:pt x="865" y="169"/>
                  </a:lnTo>
                  <a:lnTo>
                    <a:pt x="864" y="180"/>
                  </a:lnTo>
                  <a:lnTo>
                    <a:pt x="861" y="188"/>
                  </a:lnTo>
                  <a:lnTo>
                    <a:pt x="856" y="196"/>
                  </a:lnTo>
                  <a:lnTo>
                    <a:pt x="852" y="204"/>
                  </a:lnTo>
                  <a:lnTo>
                    <a:pt x="844" y="213"/>
                  </a:lnTo>
                  <a:lnTo>
                    <a:pt x="836" y="219"/>
                  </a:lnTo>
                  <a:lnTo>
                    <a:pt x="832" y="222"/>
                  </a:lnTo>
                  <a:lnTo>
                    <a:pt x="828" y="223"/>
                  </a:lnTo>
                  <a:lnTo>
                    <a:pt x="824" y="224"/>
                  </a:lnTo>
                  <a:lnTo>
                    <a:pt x="820" y="226"/>
                  </a:lnTo>
                  <a:lnTo>
                    <a:pt x="817" y="224"/>
                  </a:lnTo>
                  <a:lnTo>
                    <a:pt x="813" y="223"/>
                  </a:lnTo>
                  <a:lnTo>
                    <a:pt x="810" y="222"/>
                  </a:lnTo>
                  <a:lnTo>
                    <a:pt x="807" y="220"/>
                  </a:lnTo>
                  <a:lnTo>
                    <a:pt x="802" y="215"/>
                  </a:lnTo>
                  <a:lnTo>
                    <a:pt x="799" y="209"/>
                  </a:lnTo>
                  <a:lnTo>
                    <a:pt x="792" y="195"/>
                  </a:lnTo>
                  <a:lnTo>
                    <a:pt x="785" y="184"/>
                  </a:lnTo>
                  <a:lnTo>
                    <a:pt x="778" y="172"/>
                  </a:lnTo>
                  <a:lnTo>
                    <a:pt x="770" y="164"/>
                  </a:lnTo>
                  <a:lnTo>
                    <a:pt x="761" y="158"/>
                  </a:lnTo>
                  <a:lnTo>
                    <a:pt x="751" y="153"/>
                  </a:lnTo>
                  <a:lnTo>
                    <a:pt x="741" y="150"/>
                  </a:lnTo>
                  <a:lnTo>
                    <a:pt x="731" y="149"/>
                  </a:lnTo>
                  <a:lnTo>
                    <a:pt x="728" y="149"/>
                  </a:lnTo>
                  <a:lnTo>
                    <a:pt x="725" y="150"/>
                  </a:lnTo>
                  <a:lnTo>
                    <a:pt x="715" y="152"/>
                  </a:lnTo>
                  <a:lnTo>
                    <a:pt x="705" y="155"/>
                  </a:lnTo>
                  <a:lnTo>
                    <a:pt x="697" y="160"/>
                  </a:lnTo>
                  <a:lnTo>
                    <a:pt x="689" y="166"/>
                  </a:lnTo>
                  <a:lnTo>
                    <a:pt x="682" y="174"/>
                  </a:lnTo>
                  <a:lnTo>
                    <a:pt x="675" y="185"/>
                  </a:lnTo>
                  <a:lnTo>
                    <a:pt x="668" y="196"/>
                  </a:lnTo>
                  <a:lnTo>
                    <a:pt x="660" y="210"/>
                  </a:lnTo>
                  <a:lnTo>
                    <a:pt x="650" y="229"/>
                  </a:lnTo>
                  <a:lnTo>
                    <a:pt x="640" y="249"/>
                  </a:lnTo>
                  <a:lnTo>
                    <a:pt x="630" y="270"/>
                  </a:lnTo>
                  <a:lnTo>
                    <a:pt x="621" y="292"/>
                  </a:lnTo>
                  <a:lnTo>
                    <a:pt x="601" y="339"/>
                  </a:lnTo>
                  <a:lnTo>
                    <a:pt x="583" y="390"/>
                  </a:lnTo>
                  <a:lnTo>
                    <a:pt x="565" y="444"/>
                  </a:lnTo>
                  <a:lnTo>
                    <a:pt x="547" y="502"/>
                  </a:lnTo>
                  <a:lnTo>
                    <a:pt x="530" y="562"/>
                  </a:lnTo>
                  <a:lnTo>
                    <a:pt x="514" y="627"/>
                  </a:lnTo>
                  <a:lnTo>
                    <a:pt x="512" y="634"/>
                  </a:lnTo>
                  <a:lnTo>
                    <a:pt x="520" y="634"/>
                  </a:lnTo>
                  <a:lnTo>
                    <a:pt x="551" y="632"/>
                  </a:lnTo>
                  <a:lnTo>
                    <a:pt x="584" y="630"/>
                  </a:lnTo>
                  <a:lnTo>
                    <a:pt x="618" y="629"/>
                  </a:lnTo>
                  <a:lnTo>
                    <a:pt x="652" y="628"/>
                  </a:lnTo>
                  <a:lnTo>
                    <a:pt x="688" y="627"/>
                  </a:lnTo>
                  <a:lnTo>
                    <a:pt x="724" y="627"/>
                  </a:lnTo>
                  <a:lnTo>
                    <a:pt x="761" y="626"/>
                  </a:lnTo>
                  <a:lnTo>
                    <a:pt x="798" y="626"/>
                  </a:lnTo>
                  <a:lnTo>
                    <a:pt x="821" y="626"/>
                  </a:lnTo>
                  <a:lnTo>
                    <a:pt x="843" y="626"/>
                  </a:lnTo>
                  <a:lnTo>
                    <a:pt x="867" y="627"/>
                  </a:lnTo>
                  <a:lnTo>
                    <a:pt x="889" y="627"/>
                  </a:lnTo>
                  <a:lnTo>
                    <a:pt x="892" y="627"/>
                  </a:lnTo>
                  <a:lnTo>
                    <a:pt x="893" y="625"/>
                  </a:lnTo>
                  <a:lnTo>
                    <a:pt x="909" y="610"/>
                  </a:lnTo>
                  <a:lnTo>
                    <a:pt x="926" y="598"/>
                  </a:lnTo>
                  <a:lnTo>
                    <a:pt x="943" y="587"/>
                  </a:lnTo>
                  <a:lnTo>
                    <a:pt x="961" y="578"/>
                  </a:lnTo>
                  <a:lnTo>
                    <a:pt x="980" y="570"/>
                  </a:lnTo>
                  <a:lnTo>
                    <a:pt x="998" y="565"/>
                  </a:lnTo>
                  <a:lnTo>
                    <a:pt x="1007" y="563"/>
                  </a:lnTo>
                  <a:lnTo>
                    <a:pt x="1018" y="562"/>
                  </a:lnTo>
                  <a:lnTo>
                    <a:pt x="1027" y="561"/>
                  </a:lnTo>
                  <a:lnTo>
                    <a:pt x="1036" y="561"/>
                  </a:lnTo>
                  <a:lnTo>
                    <a:pt x="1095" y="622"/>
                  </a:lnTo>
                  <a:lnTo>
                    <a:pt x="1056" y="6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>
                <a:solidFill>
                  <a:srgbClr val="ADBECB"/>
                </a:solidFill>
                <a:ea typeface="Arial Unicode MS"/>
              </a:endParaRPr>
            </a:p>
          </p:txBody>
        </p:sp>
        <p:sp>
          <p:nvSpPr>
            <p:cNvPr id="47" name="Freeform 45"/>
            <p:cNvSpPr>
              <a:spLocks/>
            </p:cNvSpPr>
            <p:nvPr userDrawn="1"/>
          </p:nvSpPr>
          <p:spPr bwMode="auto">
            <a:xfrm>
              <a:off x="6462" y="602"/>
              <a:ext cx="36" cy="42"/>
            </a:xfrm>
            <a:custGeom>
              <a:avLst/>
              <a:gdLst>
                <a:gd name="T0" fmla="*/ 212 w 427"/>
                <a:gd name="T1" fmla="*/ 377 h 496"/>
                <a:gd name="T2" fmla="*/ 201 w 427"/>
                <a:gd name="T3" fmla="*/ 371 h 496"/>
                <a:gd name="T4" fmla="*/ 196 w 427"/>
                <a:gd name="T5" fmla="*/ 364 h 496"/>
                <a:gd name="T6" fmla="*/ 193 w 427"/>
                <a:gd name="T7" fmla="*/ 355 h 496"/>
                <a:gd name="T8" fmla="*/ 192 w 427"/>
                <a:gd name="T9" fmla="*/ 345 h 496"/>
                <a:gd name="T10" fmla="*/ 193 w 427"/>
                <a:gd name="T11" fmla="*/ 333 h 496"/>
                <a:gd name="T12" fmla="*/ 199 w 427"/>
                <a:gd name="T13" fmla="*/ 315 h 496"/>
                <a:gd name="T14" fmla="*/ 213 w 427"/>
                <a:gd name="T15" fmla="*/ 286 h 496"/>
                <a:gd name="T16" fmla="*/ 235 w 427"/>
                <a:gd name="T17" fmla="*/ 250 h 496"/>
                <a:gd name="T18" fmla="*/ 260 w 427"/>
                <a:gd name="T19" fmla="*/ 212 h 496"/>
                <a:gd name="T20" fmla="*/ 289 w 427"/>
                <a:gd name="T21" fmla="*/ 174 h 496"/>
                <a:gd name="T22" fmla="*/ 318 w 427"/>
                <a:gd name="T23" fmla="*/ 142 h 496"/>
                <a:gd name="T24" fmla="*/ 346 w 427"/>
                <a:gd name="T25" fmla="*/ 116 h 496"/>
                <a:gd name="T26" fmla="*/ 365 w 427"/>
                <a:gd name="T27" fmla="*/ 104 h 496"/>
                <a:gd name="T28" fmla="*/ 377 w 427"/>
                <a:gd name="T29" fmla="*/ 101 h 496"/>
                <a:gd name="T30" fmla="*/ 427 w 427"/>
                <a:gd name="T31" fmla="*/ 50 h 496"/>
                <a:gd name="T32" fmla="*/ 359 w 427"/>
                <a:gd name="T33" fmla="*/ 1 h 496"/>
                <a:gd name="T34" fmla="*/ 331 w 427"/>
                <a:gd name="T35" fmla="*/ 6 h 496"/>
                <a:gd name="T36" fmla="*/ 301 w 427"/>
                <a:gd name="T37" fmla="*/ 17 h 496"/>
                <a:gd name="T38" fmla="*/ 272 w 427"/>
                <a:gd name="T39" fmla="*/ 31 h 496"/>
                <a:gd name="T40" fmla="*/ 241 w 427"/>
                <a:gd name="T41" fmla="*/ 50 h 496"/>
                <a:gd name="T42" fmla="*/ 210 w 427"/>
                <a:gd name="T43" fmla="*/ 72 h 496"/>
                <a:gd name="T44" fmla="*/ 167 w 427"/>
                <a:gd name="T45" fmla="*/ 109 h 496"/>
                <a:gd name="T46" fmla="*/ 112 w 427"/>
                <a:gd name="T47" fmla="*/ 165 h 496"/>
                <a:gd name="T48" fmla="*/ 66 w 427"/>
                <a:gd name="T49" fmla="*/ 222 h 496"/>
                <a:gd name="T50" fmla="*/ 37 w 427"/>
                <a:gd name="T51" fmla="*/ 264 h 496"/>
                <a:gd name="T52" fmla="*/ 22 w 427"/>
                <a:gd name="T53" fmla="*/ 291 h 496"/>
                <a:gd name="T54" fmla="*/ 10 w 427"/>
                <a:gd name="T55" fmla="*/ 315 h 496"/>
                <a:gd name="T56" fmla="*/ 3 w 427"/>
                <a:gd name="T57" fmla="*/ 337 h 496"/>
                <a:gd name="T58" fmla="*/ 0 w 427"/>
                <a:gd name="T59" fmla="*/ 356 h 496"/>
                <a:gd name="T60" fmla="*/ 1 w 427"/>
                <a:gd name="T61" fmla="*/ 374 h 496"/>
                <a:gd name="T62" fmla="*/ 7 w 427"/>
                <a:gd name="T63" fmla="*/ 394 h 496"/>
                <a:gd name="T64" fmla="*/ 19 w 427"/>
                <a:gd name="T65" fmla="*/ 412 h 496"/>
                <a:gd name="T66" fmla="*/ 33 w 427"/>
                <a:gd name="T67" fmla="*/ 429 h 496"/>
                <a:gd name="T68" fmla="*/ 51 w 427"/>
                <a:gd name="T69" fmla="*/ 445 h 496"/>
                <a:gd name="T70" fmla="*/ 72 w 427"/>
                <a:gd name="T71" fmla="*/ 459 h 496"/>
                <a:gd name="T72" fmla="*/ 94 w 427"/>
                <a:gd name="T73" fmla="*/ 471 h 496"/>
                <a:gd name="T74" fmla="*/ 119 w 427"/>
                <a:gd name="T75" fmla="*/ 482 h 496"/>
                <a:gd name="T76" fmla="*/ 144 w 427"/>
                <a:gd name="T77" fmla="*/ 490 h 496"/>
                <a:gd name="T78" fmla="*/ 169 w 427"/>
                <a:gd name="T79" fmla="*/ 494 h 496"/>
                <a:gd name="T80" fmla="*/ 193 w 427"/>
                <a:gd name="T81" fmla="*/ 496 h 496"/>
                <a:gd name="T82" fmla="*/ 262 w 427"/>
                <a:gd name="T83" fmla="*/ 437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27" h="496">
                  <a:moveTo>
                    <a:pt x="222" y="377"/>
                  </a:moveTo>
                  <a:lnTo>
                    <a:pt x="212" y="377"/>
                  </a:lnTo>
                  <a:lnTo>
                    <a:pt x="206" y="374"/>
                  </a:lnTo>
                  <a:lnTo>
                    <a:pt x="201" y="371"/>
                  </a:lnTo>
                  <a:lnTo>
                    <a:pt x="198" y="367"/>
                  </a:lnTo>
                  <a:lnTo>
                    <a:pt x="196" y="364"/>
                  </a:lnTo>
                  <a:lnTo>
                    <a:pt x="194" y="359"/>
                  </a:lnTo>
                  <a:lnTo>
                    <a:pt x="193" y="355"/>
                  </a:lnTo>
                  <a:lnTo>
                    <a:pt x="192" y="350"/>
                  </a:lnTo>
                  <a:lnTo>
                    <a:pt x="192" y="345"/>
                  </a:lnTo>
                  <a:lnTo>
                    <a:pt x="192" y="339"/>
                  </a:lnTo>
                  <a:lnTo>
                    <a:pt x="193" y="333"/>
                  </a:lnTo>
                  <a:lnTo>
                    <a:pt x="195" y="326"/>
                  </a:lnTo>
                  <a:lnTo>
                    <a:pt x="199" y="315"/>
                  </a:lnTo>
                  <a:lnTo>
                    <a:pt x="205" y="302"/>
                  </a:lnTo>
                  <a:lnTo>
                    <a:pt x="213" y="286"/>
                  </a:lnTo>
                  <a:lnTo>
                    <a:pt x="224" y="268"/>
                  </a:lnTo>
                  <a:lnTo>
                    <a:pt x="235" y="250"/>
                  </a:lnTo>
                  <a:lnTo>
                    <a:pt x="247" y="231"/>
                  </a:lnTo>
                  <a:lnTo>
                    <a:pt x="260" y="212"/>
                  </a:lnTo>
                  <a:lnTo>
                    <a:pt x="275" y="193"/>
                  </a:lnTo>
                  <a:lnTo>
                    <a:pt x="289" y="174"/>
                  </a:lnTo>
                  <a:lnTo>
                    <a:pt x="303" y="157"/>
                  </a:lnTo>
                  <a:lnTo>
                    <a:pt x="318" y="142"/>
                  </a:lnTo>
                  <a:lnTo>
                    <a:pt x="333" y="127"/>
                  </a:lnTo>
                  <a:lnTo>
                    <a:pt x="346" y="116"/>
                  </a:lnTo>
                  <a:lnTo>
                    <a:pt x="359" y="107"/>
                  </a:lnTo>
                  <a:lnTo>
                    <a:pt x="365" y="104"/>
                  </a:lnTo>
                  <a:lnTo>
                    <a:pt x="372" y="102"/>
                  </a:lnTo>
                  <a:lnTo>
                    <a:pt x="377" y="101"/>
                  </a:lnTo>
                  <a:lnTo>
                    <a:pt x="383" y="100"/>
                  </a:lnTo>
                  <a:lnTo>
                    <a:pt x="427" y="50"/>
                  </a:lnTo>
                  <a:lnTo>
                    <a:pt x="373" y="0"/>
                  </a:lnTo>
                  <a:lnTo>
                    <a:pt x="359" y="1"/>
                  </a:lnTo>
                  <a:lnTo>
                    <a:pt x="345" y="3"/>
                  </a:lnTo>
                  <a:lnTo>
                    <a:pt x="331" y="6"/>
                  </a:lnTo>
                  <a:lnTo>
                    <a:pt x="316" y="11"/>
                  </a:lnTo>
                  <a:lnTo>
                    <a:pt x="301" y="17"/>
                  </a:lnTo>
                  <a:lnTo>
                    <a:pt x="286" y="23"/>
                  </a:lnTo>
                  <a:lnTo>
                    <a:pt x="272" y="31"/>
                  </a:lnTo>
                  <a:lnTo>
                    <a:pt x="256" y="41"/>
                  </a:lnTo>
                  <a:lnTo>
                    <a:pt x="241" y="50"/>
                  </a:lnTo>
                  <a:lnTo>
                    <a:pt x="226" y="61"/>
                  </a:lnTo>
                  <a:lnTo>
                    <a:pt x="210" y="72"/>
                  </a:lnTo>
                  <a:lnTo>
                    <a:pt x="196" y="83"/>
                  </a:lnTo>
                  <a:lnTo>
                    <a:pt x="167" y="109"/>
                  </a:lnTo>
                  <a:lnTo>
                    <a:pt x="139" y="137"/>
                  </a:lnTo>
                  <a:lnTo>
                    <a:pt x="112" y="165"/>
                  </a:lnTo>
                  <a:lnTo>
                    <a:pt x="88" y="194"/>
                  </a:lnTo>
                  <a:lnTo>
                    <a:pt x="66" y="222"/>
                  </a:lnTo>
                  <a:lnTo>
                    <a:pt x="45" y="251"/>
                  </a:lnTo>
                  <a:lnTo>
                    <a:pt x="37" y="264"/>
                  </a:lnTo>
                  <a:lnTo>
                    <a:pt x="29" y="278"/>
                  </a:lnTo>
                  <a:lnTo>
                    <a:pt x="22" y="291"/>
                  </a:lnTo>
                  <a:lnTo>
                    <a:pt x="16" y="303"/>
                  </a:lnTo>
                  <a:lnTo>
                    <a:pt x="10" y="315"/>
                  </a:lnTo>
                  <a:lnTo>
                    <a:pt x="6" y="326"/>
                  </a:lnTo>
                  <a:lnTo>
                    <a:pt x="3" y="337"/>
                  </a:lnTo>
                  <a:lnTo>
                    <a:pt x="1" y="346"/>
                  </a:lnTo>
                  <a:lnTo>
                    <a:pt x="0" y="356"/>
                  </a:lnTo>
                  <a:lnTo>
                    <a:pt x="0" y="365"/>
                  </a:lnTo>
                  <a:lnTo>
                    <a:pt x="1" y="374"/>
                  </a:lnTo>
                  <a:lnTo>
                    <a:pt x="4" y="385"/>
                  </a:lnTo>
                  <a:lnTo>
                    <a:pt x="7" y="394"/>
                  </a:lnTo>
                  <a:lnTo>
                    <a:pt x="13" y="403"/>
                  </a:lnTo>
                  <a:lnTo>
                    <a:pt x="19" y="412"/>
                  </a:lnTo>
                  <a:lnTo>
                    <a:pt x="26" y="420"/>
                  </a:lnTo>
                  <a:lnTo>
                    <a:pt x="33" y="429"/>
                  </a:lnTo>
                  <a:lnTo>
                    <a:pt x="42" y="437"/>
                  </a:lnTo>
                  <a:lnTo>
                    <a:pt x="51" y="445"/>
                  </a:lnTo>
                  <a:lnTo>
                    <a:pt x="61" y="452"/>
                  </a:lnTo>
                  <a:lnTo>
                    <a:pt x="72" y="459"/>
                  </a:lnTo>
                  <a:lnTo>
                    <a:pt x="83" y="465"/>
                  </a:lnTo>
                  <a:lnTo>
                    <a:pt x="94" y="471"/>
                  </a:lnTo>
                  <a:lnTo>
                    <a:pt x="106" y="476"/>
                  </a:lnTo>
                  <a:lnTo>
                    <a:pt x="119" y="482"/>
                  </a:lnTo>
                  <a:lnTo>
                    <a:pt x="131" y="486"/>
                  </a:lnTo>
                  <a:lnTo>
                    <a:pt x="144" y="490"/>
                  </a:lnTo>
                  <a:lnTo>
                    <a:pt x="156" y="492"/>
                  </a:lnTo>
                  <a:lnTo>
                    <a:pt x="169" y="494"/>
                  </a:lnTo>
                  <a:lnTo>
                    <a:pt x="181" y="496"/>
                  </a:lnTo>
                  <a:lnTo>
                    <a:pt x="193" y="496"/>
                  </a:lnTo>
                  <a:lnTo>
                    <a:pt x="204" y="496"/>
                  </a:lnTo>
                  <a:lnTo>
                    <a:pt x="262" y="437"/>
                  </a:lnTo>
                  <a:lnTo>
                    <a:pt x="222" y="37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>
                <a:solidFill>
                  <a:srgbClr val="ADBECB"/>
                </a:solidFill>
                <a:ea typeface="Arial Unicode MS"/>
              </a:endParaRPr>
            </a:p>
          </p:txBody>
        </p:sp>
        <p:sp>
          <p:nvSpPr>
            <p:cNvPr id="48" name="Freeform 46"/>
            <p:cNvSpPr>
              <a:spLocks/>
            </p:cNvSpPr>
            <p:nvPr userDrawn="1"/>
          </p:nvSpPr>
          <p:spPr bwMode="auto">
            <a:xfrm>
              <a:off x="7208" y="606"/>
              <a:ext cx="34" cy="28"/>
            </a:xfrm>
            <a:custGeom>
              <a:avLst/>
              <a:gdLst>
                <a:gd name="T0" fmla="*/ 217 w 410"/>
                <a:gd name="T1" fmla="*/ 96 h 335"/>
                <a:gd name="T2" fmla="*/ 233 w 410"/>
                <a:gd name="T3" fmla="*/ 100 h 335"/>
                <a:gd name="T4" fmla="*/ 248 w 410"/>
                <a:gd name="T5" fmla="*/ 107 h 335"/>
                <a:gd name="T6" fmla="*/ 258 w 410"/>
                <a:gd name="T7" fmla="*/ 117 h 335"/>
                <a:gd name="T8" fmla="*/ 264 w 410"/>
                <a:gd name="T9" fmla="*/ 129 h 335"/>
                <a:gd name="T10" fmla="*/ 265 w 410"/>
                <a:gd name="T11" fmla="*/ 141 h 335"/>
                <a:gd name="T12" fmla="*/ 263 w 410"/>
                <a:gd name="T13" fmla="*/ 155 h 335"/>
                <a:gd name="T14" fmla="*/ 256 w 410"/>
                <a:gd name="T15" fmla="*/ 169 h 335"/>
                <a:gd name="T16" fmla="*/ 245 w 410"/>
                <a:gd name="T17" fmla="*/ 183 h 335"/>
                <a:gd name="T18" fmla="*/ 227 w 410"/>
                <a:gd name="T19" fmla="*/ 199 h 335"/>
                <a:gd name="T20" fmla="*/ 208 w 410"/>
                <a:gd name="T21" fmla="*/ 211 h 335"/>
                <a:gd name="T22" fmla="*/ 185 w 410"/>
                <a:gd name="T23" fmla="*/ 221 h 335"/>
                <a:gd name="T24" fmla="*/ 151 w 410"/>
                <a:gd name="T25" fmla="*/ 233 h 335"/>
                <a:gd name="T26" fmla="*/ 107 w 410"/>
                <a:gd name="T27" fmla="*/ 245 h 335"/>
                <a:gd name="T28" fmla="*/ 81 w 410"/>
                <a:gd name="T29" fmla="*/ 249 h 335"/>
                <a:gd name="T30" fmla="*/ 112 w 410"/>
                <a:gd name="T31" fmla="*/ 335 h 335"/>
                <a:gd name="T32" fmla="*/ 144 w 410"/>
                <a:gd name="T33" fmla="*/ 331 h 335"/>
                <a:gd name="T34" fmla="*/ 189 w 410"/>
                <a:gd name="T35" fmla="*/ 321 h 335"/>
                <a:gd name="T36" fmla="*/ 232 w 410"/>
                <a:gd name="T37" fmla="*/ 308 h 335"/>
                <a:gd name="T38" fmla="*/ 275 w 410"/>
                <a:gd name="T39" fmla="*/ 292 h 335"/>
                <a:gd name="T40" fmla="*/ 315 w 410"/>
                <a:gd name="T41" fmla="*/ 273 h 335"/>
                <a:gd name="T42" fmla="*/ 349 w 410"/>
                <a:gd name="T43" fmla="*/ 253 h 335"/>
                <a:gd name="T44" fmla="*/ 376 w 410"/>
                <a:gd name="T45" fmla="*/ 232 h 335"/>
                <a:gd name="T46" fmla="*/ 395 w 410"/>
                <a:gd name="T47" fmla="*/ 212 h 335"/>
                <a:gd name="T48" fmla="*/ 404 w 410"/>
                <a:gd name="T49" fmla="*/ 194 h 335"/>
                <a:gd name="T50" fmla="*/ 408 w 410"/>
                <a:gd name="T51" fmla="*/ 177 h 335"/>
                <a:gd name="T52" fmla="*/ 410 w 410"/>
                <a:gd name="T53" fmla="*/ 162 h 335"/>
                <a:gd name="T54" fmla="*/ 409 w 410"/>
                <a:gd name="T55" fmla="*/ 147 h 335"/>
                <a:gd name="T56" fmla="*/ 405 w 410"/>
                <a:gd name="T57" fmla="*/ 126 h 335"/>
                <a:gd name="T58" fmla="*/ 395 w 410"/>
                <a:gd name="T59" fmla="*/ 103 h 335"/>
                <a:gd name="T60" fmla="*/ 381 w 410"/>
                <a:gd name="T61" fmla="*/ 83 h 335"/>
                <a:gd name="T62" fmla="*/ 365 w 410"/>
                <a:gd name="T63" fmla="*/ 64 h 335"/>
                <a:gd name="T64" fmla="*/ 346 w 410"/>
                <a:gd name="T65" fmla="*/ 48 h 335"/>
                <a:gd name="T66" fmla="*/ 323 w 410"/>
                <a:gd name="T67" fmla="*/ 32 h 335"/>
                <a:gd name="T68" fmla="*/ 301 w 410"/>
                <a:gd name="T69" fmla="*/ 20 h 335"/>
                <a:gd name="T70" fmla="*/ 276 w 410"/>
                <a:gd name="T71" fmla="*/ 11 h 335"/>
                <a:gd name="T72" fmla="*/ 251 w 410"/>
                <a:gd name="T73" fmla="*/ 4 h 335"/>
                <a:gd name="T74" fmla="*/ 225 w 410"/>
                <a:gd name="T75" fmla="*/ 1 h 335"/>
                <a:gd name="T76" fmla="*/ 162 w 410"/>
                <a:gd name="T77" fmla="*/ 56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10" h="335">
                  <a:moveTo>
                    <a:pt x="209" y="96"/>
                  </a:moveTo>
                  <a:lnTo>
                    <a:pt x="217" y="96"/>
                  </a:lnTo>
                  <a:lnTo>
                    <a:pt x="226" y="98"/>
                  </a:lnTo>
                  <a:lnTo>
                    <a:pt x="233" y="100"/>
                  </a:lnTo>
                  <a:lnTo>
                    <a:pt x="241" y="103"/>
                  </a:lnTo>
                  <a:lnTo>
                    <a:pt x="248" y="107"/>
                  </a:lnTo>
                  <a:lnTo>
                    <a:pt x="253" y="111"/>
                  </a:lnTo>
                  <a:lnTo>
                    <a:pt x="258" y="117"/>
                  </a:lnTo>
                  <a:lnTo>
                    <a:pt x="261" y="123"/>
                  </a:lnTo>
                  <a:lnTo>
                    <a:pt x="264" y="129"/>
                  </a:lnTo>
                  <a:lnTo>
                    <a:pt x="265" y="135"/>
                  </a:lnTo>
                  <a:lnTo>
                    <a:pt x="265" y="141"/>
                  </a:lnTo>
                  <a:lnTo>
                    <a:pt x="264" y="148"/>
                  </a:lnTo>
                  <a:lnTo>
                    <a:pt x="263" y="155"/>
                  </a:lnTo>
                  <a:lnTo>
                    <a:pt x="260" y="162"/>
                  </a:lnTo>
                  <a:lnTo>
                    <a:pt x="256" y="169"/>
                  </a:lnTo>
                  <a:lnTo>
                    <a:pt x="252" y="175"/>
                  </a:lnTo>
                  <a:lnTo>
                    <a:pt x="245" y="183"/>
                  </a:lnTo>
                  <a:lnTo>
                    <a:pt x="236" y="192"/>
                  </a:lnTo>
                  <a:lnTo>
                    <a:pt x="227" y="199"/>
                  </a:lnTo>
                  <a:lnTo>
                    <a:pt x="218" y="205"/>
                  </a:lnTo>
                  <a:lnTo>
                    <a:pt x="208" y="211"/>
                  </a:lnTo>
                  <a:lnTo>
                    <a:pt x="197" y="216"/>
                  </a:lnTo>
                  <a:lnTo>
                    <a:pt x="185" y="221"/>
                  </a:lnTo>
                  <a:lnTo>
                    <a:pt x="174" y="226"/>
                  </a:lnTo>
                  <a:lnTo>
                    <a:pt x="151" y="233"/>
                  </a:lnTo>
                  <a:lnTo>
                    <a:pt x="128" y="239"/>
                  </a:lnTo>
                  <a:lnTo>
                    <a:pt x="107" y="245"/>
                  </a:lnTo>
                  <a:lnTo>
                    <a:pt x="88" y="248"/>
                  </a:lnTo>
                  <a:lnTo>
                    <a:pt x="81" y="249"/>
                  </a:lnTo>
                  <a:lnTo>
                    <a:pt x="0" y="328"/>
                  </a:lnTo>
                  <a:lnTo>
                    <a:pt x="112" y="335"/>
                  </a:lnTo>
                  <a:lnTo>
                    <a:pt x="121" y="334"/>
                  </a:lnTo>
                  <a:lnTo>
                    <a:pt x="144" y="331"/>
                  </a:lnTo>
                  <a:lnTo>
                    <a:pt x="165" y="326"/>
                  </a:lnTo>
                  <a:lnTo>
                    <a:pt x="189" y="321"/>
                  </a:lnTo>
                  <a:lnTo>
                    <a:pt x="211" y="315"/>
                  </a:lnTo>
                  <a:lnTo>
                    <a:pt x="232" y="308"/>
                  </a:lnTo>
                  <a:lnTo>
                    <a:pt x="255" y="300"/>
                  </a:lnTo>
                  <a:lnTo>
                    <a:pt x="275" y="292"/>
                  </a:lnTo>
                  <a:lnTo>
                    <a:pt x="296" y="282"/>
                  </a:lnTo>
                  <a:lnTo>
                    <a:pt x="315" y="273"/>
                  </a:lnTo>
                  <a:lnTo>
                    <a:pt x="332" y="263"/>
                  </a:lnTo>
                  <a:lnTo>
                    <a:pt x="349" y="253"/>
                  </a:lnTo>
                  <a:lnTo>
                    <a:pt x="363" y="243"/>
                  </a:lnTo>
                  <a:lnTo>
                    <a:pt x="376" y="232"/>
                  </a:lnTo>
                  <a:lnTo>
                    <a:pt x="386" y="222"/>
                  </a:lnTo>
                  <a:lnTo>
                    <a:pt x="395" y="212"/>
                  </a:lnTo>
                  <a:lnTo>
                    <a:pt x="400" y="203"/>
                  </a:lnTo>
                  <a:lnTo>
                    <a:pt x="404" y="194"/>
                  </a:lnTo>
                  <a:lnTo>
                    <a:pt x="406" y="185"/>
                  </a:lnTo>
                  <a:lnTo>
                    <a:pt x="408" y="177"/>
                  </a:lnTo>
                  <a:lnTo>
                    <a:pt x="409" y="169"/>
                  </a:lnTo>
                  <a:lnTo>
                    <a:pt x="410" y="162"/>
                  </a:lnTo>
                  <a:lnTo>
                    <a:pt x="409" y="154"/>
                  </a:lnTo>
                  <a:lnTo>
                    <a:pt x="409" y="147"/>
                  </a:lnTo>
                  <a:lnTo>
                    <a:pt x="408" y="139"/>
                  </a:lnTo>
                  <a:lnTo>
                    <a:pt x="405" y="126"/>
                  </a:lnTo>
                  <a:lnTo>
                    <a:pt x="400" y="114"/>
                  </a:lnTo>
                  <a:lnTo>
                    <a:pt x="395" y="103"/>
                  </a:lnTo>
                  <a:lnTo>
                    <a:pt x="388" y="93"/>
                  </a:lnTo>
                  <a:lnTo>
                    <a:pt x="381" y="83"/>
                  </a:lnTo>
                  <a:lnTo>
                    <a:pt x="373" y="73"/>
                  </a:lnTo>
                  <a:lnTo>
                    <a:pt x="365" y="64"/>
                  </a:lnTo>
                  <a:lnTo>
                    <a:pt x="355" y="56"/>
                  </a:lnTo>
                  <a:lnTo>
                    <a:pt x="346" y="48"/>
                  </a:lnTo>
                  <a:lnTo>
                    <a:pt x="334" y="39"/>
                  </a:lnTo>
                  <a:lnTo>
                    <a:pt x="323" y="32"/>
                  </a:lnTo>
                  <a:lnTo>
                    <a:pt x="312" y="26"/>
                  </a:lnTo>
                  <a:lnTo>
                    <a:pt x="301" y="20"/>
                  </a:lnTo>
                  <a:lnTo>
                    <a:pt x="288" y="15"/>
                  </a:lnTo>
                  <a:lnTo>
                    <a:pt x="276" y="11"/>
                  </a:lnTo>
                  <a:lnTo>
                    <a:pt x="263" y="7"/>
                  </a:lnTo>
                  <a:lnTo>
                    <a:pt x="251" y="4"/>
                  </a:lnTo>
                  <a:lnTo>
                    <a:pt x="239" y="2"/>
                  </a:lnTo>
                  <a:lnTo>
                    <a:pt x="225" y="1"/>
                  </a:lnTo>
                  <a:lnTo>
                    <a:pt x="213" y="0"/>
                  </a:lnTo>
                  <a:lnTo>
                    <a:pt x="162" y="56"/>
                  </a:lnTo>
                  <a:lnTo>
                    <a:pt x="209" y="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>
                <a:solidFill>
                  <a:srgbClr val="ADBECB"/>
                </a:solidFill>
                <a:ea typeface="Arial Unicode MS"/>
              </a:endParaRPr>
            </a:p>
          </p:txBody>
        </p:sp>
        <p:sp>
          <p:nvSpPr>
            <p:cNvPr id="49" name="Freeform 47"/>
            <p:cNvSpPr>
              <a:spLocks/>
            </p:cNvSpPr>
            <p:nvPr userDrawn="1"/>
          </p:nvSpPr>
          <p:spPr bwMode="auto">
            <a:xfrm>
              <a:off x="7156" y="565"/>
              <a:ext cx="109" cy="121"/>
            </a:xfrm>
            <a:custGeom>
              <a:avLst/>
              <a:gdLst>
                <a:gd name="T0" fmla="*/ 802 w 1307"/>
                <a:gd name="T1" fmla="*/ 593 h 1456"/>
                <a:gd name="T2" fmla="*/ 746 w 1307"/>
                <a:gd name="T3" fmla="*/ 629 h 1456"/>
                <a:gd name="T4" fmla="*/ 713 w 1307"/>
                <a:gd name="T5" fmla="*/ 692 h 1456"/>
                <a:gd name="T6" fmla="*/ 748 w 1307"/>
                <a:gd name="T7" fmla="*/ 832 h 1456"/>
                <a:gd name="T8" fmla="*/ 838 w 1307"/>
                <a:gd name="T9" fmla="*/ 916 h 1456"/>
                <a:gd name="T10" fmla="*/ 970 w 1307"/>
                <a:gd name="T11" fmla="*/ 963 h 1456"/>
                <a:gd name="T12" fmla="*/ 1127 w 1307"/>
                <a:gd name="T13" fmla="*/ 971 h 1456"/>
                <a:gd name="T14" fmla="*/ 1282 w 1307"/>
                <a:gd name="T15" fmla="*/ 944 h 1456"/>
                <a:gd name="T16" fmla="*/ 1306 w 1307"/>
                <a:gd name="T17" fmla="*/ 948 h 1456"/>
                <a:gd name="T18" fmla="*/ 1299 w 1307"/>
                <a:gd name="T19" fmla="*/ 972 h 1456"/>
                <a:gd name="T20" fmla="*/ 1255 w 1307"/>
                <a:gd name="T21" fmla="*/ 1007 h 1456"/>
                <a:gd name="T22" fmla="*/ 1166 w 1307"/>
                <a:gd name="T23" fmla="*/ 1042 h 1456"/>
                <a:gd name="T24" fmla="*/ 1051 w 1307"/>
                <a:gd name="T25" fmla="*/ 1057 h 1456"/>
                <a:gd name="T26" fmla="*/ 851 w 1307"/>
                <a:gd name="T27" fmla="*/ 1032 h 1456"/>
                <a:gd name="T28" fmla="*/ 687 w 1307"/>
                <a:gd name="T29" fmla="*/ 959 h 1456"/>
                <a:gd name="T30" fmla="*/ 585 w 1307"/>
                <a:gd name="T31" fmla="*/ 864 h 1456"/>
                <a:gd name="T32" fmla="*/ 547 w 1307"/>
                <a:gd name="T33" fmla="*/ 796 h 1456"/>
                <a:gd name="T34" fmla="*/ 533 w 1307"/>
                <a:gd name="T35" fmla="*/ 728 h 1456"/>
                <a:gd name="T36" fmla="*/ 471 w 1307"/>
                <a:gd name="T37" fmla="*/ 717 h 1456"/>
                <a:gd name="T38" fmla="*/ 295 w 1307"/>
                <a:gd name="T39" fmla="*/ 760 h 1456"/>
                <a:gd name="T40" fmla="*/ 263 w 1307"/>
                <a:gd name="T41" fmla="*/ 950 h 1456"/>
                <a:gd name="T42" fmla="*/ 242 w 1307"/>
                <a:gd name="T43" fmla="*/ 1207 h 1456"/>
                <a:gd name="T44" fmla="*/ 249 w 1307"/>
                <a:gd name="T45" fmla="*/ 1425 h 1456"/>
                <a:gd name="T46" fmla="*/ 235 w 1307"/>
                <a:gd name="T47" fmla="*/ 1455 h 1456"/>
                <a:gd name="T48" fmla="*/ 183 w 1307"/>
                <a:gd name="T49" fmla="*/ 1441 h 1456"/>
                <a:gd name="T50" fmla="*/ 132 w 1307"/>
                <a:gd name="T51" fmla="*/ 1388 h 1456"/>
                <a:gd name="T52" fmla="*/ 101 w 1307"/>
                <a:gd name="T53" fmla="*/ 1291 h 1456"/>
                <a:gd name="T54" fmla="*/ 98 w 1307"/>
                <a:gd name="T55" fmla="*/ 1045 h 1456"/>
                <a:gd name="T56" fmla="*/ 123 w 1307"/>
                <a:gd name="T57" fmla="*/ 785 h 1456"/>
                <a:gd name="T58" fmla="*/ 59 w 1307"/>
                <a:gd name="T59" fmla="*/ 774 h 1456"/>
                <a:gd name="T60" fmla="*/ 29 w 1307"/>
                <a:gd name="T61" fmla="*/ 747 h 1456"/>
                <a:gd name="T62" fmla="*/ 0 w 1307"/>
                <a:gd name="T63" fmla="*/ 679 h 1456"/>
                <a:gd name="T64" fmla="*/ 21 w 1307"/>
                <a:gd name="T65" fmla="*/ 654 h 1456"/>
                <a:gd name="T66" fmla="*/ 95 w 1307"/>
                <a:gd name="T67" fmla="*/ 659 h 1456"/>
                <a:gd name="T68" fmla="*/ 174 w 1307"/>
                <a:gd name="T69" fmla="*/ 563 h 1456"/>
                <a:gd name="T70" fmla="*/ 246 w 1307"/>
                <a:gd name="T71" fmla="*/ 312 h 1456"/>
                <a:gd name="T72" fmla="*/ 332 w 1307"/>
                <a:gd name="T73" fmla="*/ 113 h 1456"/>
                <a:gd name="T74" fmla="*/ 407 w 1307"/>
                <a:gd name="T75" fmla="*/ 15 h 1456"/>
                <a:gd name="T76" fmla="*/ 488 w 1307"/>
                <a:gd name="T77" fmla="*/ 3 h 1456"/>
                <a:gd name="T78" fmla="*/ 569 w 1307"/>
                <a:gd name="T79" fmla="*/ 39 h 1456"/>
                <a:gd name="T80" fmla="*/ 619 w 1307"/>
                <a:gd name="T81" fmla="*/ 95 h 1456"/>
                <a:gd name="T82" fmla="*/ 634 w 1307"/>
                <a:gd name="T83" fmla="*/ 156 h 1456"/>
                <a:gd name="T84" fmla="*/ 621 w 1307"/>
                <a:gd name="T85" fmla="*/ 200 h 1456"/>
                <a:gd name="T86" fmla="*/ 598 w 1307"/>
                <a:gd name="T87" fmla="*/ 214 h 1456"/>
                <a:gd name="T88" fmla="*/ 578 w 1307"/>
                <a:gd name="T89" fmla="*/ 195 h 1456"/>
                <a:gd name="T90" fmla="*/ 535 w 1307"/>
                <a:gd name="T91" fmla="*/ 146 h 1456"/>
                <a:gd name="T92" fmla="*/ 494 w 1307"/>
                <a:gd name="T93" fmla="*/ 149 h 1456"/>
                <a:gd name="T94" fmla="*/ 451 w 1307"/>
                <a:gd name="T95" fmla="*/ 206 h 1456"/>
                <a:gd name="T96" fmla="*/ 345 w 1307"/>
                <a:gd name="T97" fmla="*/ 519 h 1456"/>
                <a:gd name="T98" fmla="*/ 388 w 1307"/>
                <a:gd name="T99" fmla="*/ 638 h 1456"/>
                <a:gd name="T100" fmla="*/ 594 w 1307"/>
                <a:gd name="T101" fmla="*/ 595 h 1456"/>
                <a:gd name="T102" fmla="*/ 650 w 1307"/>
                <a:gd name="T103" fmla="*/ 551 h 1456"/>
                <a:gd name="T104" fmla="*/ 746 w 1307"/>
                <a:gd name="T105" fmla="*/ 506 h 1456"/>
                <a:gd name="T106" fmla="*/ 844 w 1307"/>
                <a:gd name="T107" fmla="*/ 489 h 1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07" h="1456">
                  <a:moveTo>
                    <a:pt x="840" y="585"/>
                  </a:moveTo>
                  <a:lnTo>
                    <a:pt x="833" y="585"/>
                  </a:lnTo>
                  <a:lnTo>
                    <a:pt x="826" y="586"/>
                  </a:lnTo>
                  <a:lnTo>
                    <a:pt x="820" y="587"/>
                  </a:lnTo>
                  <a:lnTo>
                    <a:pt x="812" y="589"/>
                  </a:lnTo>
                  <a:lnTo>
                    <a:pt x="802" y="593"/>
                  </a:lnTo>
                  <a:lnTo>
                    <a:pt x="792" y="597"/>
                  </a:lnTo>
                  <a:lnTo>
                    <a:pt x="783" y="602"/>
                  </a:lnTo>
                  <a:lnTo>
                    <a:pt x="773" y="608"/>
                  </a:lnTo>
                  <a:lnTo>
                    <a:pt x="763" y="615"/>
                  </a:lnTo>
                  <a:lnTo>
                    <a:pt x="755" y="622"/>
                  </a:lnTo>
                  <a:lnTo>
                    <a:pt x="746" y="629"/>
                  </a:lnTo>
                  <a:lnTo>
                    <a:pt x="739" y="639"/>
                  </a:lnTo>
                  <a:lnTo>
                    <a:pt x="732" y="648"/>
                  </a:lnTo>
                  <a:lnTo>
                    <a:pt x="726" y="658"/>
                  </a:lnTo>
                  <a:lnTo>
                    <a:pt x="721" y="668"/>
                  </a:lnTo>
                  <a:lnTo>
                    <a:pt x="717" y="679"/>
                  </a:lnTo>
                  <a:lnTo>
                    <a:pt x="713" y="692"/>
                  </a:lnTo>
                  <a:lnTo>
                    <a:pt x="711" y="704"/>
                  </a:lnTo>
                  <a:lnTo>
                    <a:pt x="711" y="717"/>
                  </a:lnTo>
                  <a:lnTo>
                    <a:pt x="711" y="732"/>
                  </a:lnTo>
                  <a:lnTo>
                    <a:pt x="712" y="738"/>
                  </a:lnTo>
                  <a:lnTo>
                    <a:pt x="743" y="824"/>
                  </a:lnTo>
                  <a:lnTo>
                    <a:pt x="748" y="832"/>
                  </a:lnTo>
                  <a:lnTo>
                    <a:pt x="759" y="848"/>
                  </a:lnTo>
                  <a:lnTo>
                    <a:pt x="773" y="863"/>
                  </a:lnTo>
                  <a:lnTo>
                    <a:pt x="787" y="879"/>
                  </a:lnTo>
                  <a:lnTo>
                    <a:pt x="803" y="892"/>
                  </a:lnTo>
                  <a:lnTo>
                    <a:pt x="820" y="904"/>
                  </a:lnTo>
                  <a:lnTo>
                    <a:pt x="838" y="916"/>
                  </a:lnTo>
                  <a:lnTo>
                    <a:pt x="857" y="926"/>
                  </a:lnTo>
                  <a:lnTo>
                    <a:pt x="878" y="936"/>
                  </a:lnTo>
                  <a:lnTo>
                    <a:pt x="899" y="945"/>
                  </a:lnTo>
                  <a:lnTo>
                    <a:pt x="922" y="952"/>
                  </a:lnTo>
                  <a:lnTo>
                    <a:pt x="946" y="958"/>
                  </a:lnTo>
                  <a:lnTo>
                    <a:pt x="970" y="963"/>
                  </a:lnTo>
                  <a:lnTo>
                    <a:pt x="996" y="967"/>
                  </a:lnTo>
                  <a:lnTo>
                    <a:pt x="1021" y="970"/>
                  </a:lnTo>
                  <a:lnTo>
                    <a:pt x="1049" y="972"/>
                  </a:lnTo>
                  <a:lnTo>
                    <a:pt x="1077" y="973"/>
                  </a:lnTo>
                  <a:lnTo>
                    <a:pt x="1102" y="972"/>
                  </a:lnTo>
                  <a:lnTo>
                    <a:pt x="1127" y="971"/>
                  </a:lnTo>
                  <a:lnTo>
                    <a:pt x="1152" y="968"/>
                  </a:lnTo>
                  <a:lnTo>
                    <a:pt x="1178" y="965"/>
                  </a:lnTo>
                  <a:lnTo>
                    <a:pt x="1204" y="961"/>
                  </a:lnTo>
                  <a:lnTo>
                    <a:pt x="1230" y="956"/>
                  </a:lnTo>
                  <a:lnTo>
                    <a:pt x="1255" y="950"/>
                  </a:lnTo>
                  <a:lnTo>
                    <a:pt x="1282" y="944"/>
                  </a:lnTo>
                  <a:lnTo>
                    <a:pt x="1291" y="942"/>
                  </a:lnTo>
                  <a:lnTo>
                    <a:pt x="1298" y="942"/>
                  </a:lnTo>
                  <a:lnTo>
                    <a:pt x="1301" y="943"/>
                  </a:lnTo>
                  <a:lnTo>
                    <a:pt x="1303" y="944"/>
                  </a:lnTo>
                  <a:lnTo>
                    <a:pt x="1305" y="945"/>
                  </a:lnTo>
                  <a:lnTo>
                    <a:pt x="1306" y="948"/>
                  </a:lnTo>
                  <a:lnTo>
                    <a:pt x="1307" y="951"/>
                  </a:lnTo>
                  <a:lnTo>
                    <a:pt x="1307" y="954"/>
                  </a:lnTo>
                  <a:lnTo>
                    <a:pt x="1306" y="958"/>
                  </a:lnTo>
                  <a:lnTo>
                    <a:pt x="1305" y="963"/>
                  </a:lnTo>
                  <a:lnTo>
                    <a:pt x="1302" y="967"/>
                  </a:lnTo>
                  <a:lnTo>
                    <a:pt x="1299" y="972"/>
                  </a:lnTo>
                  <a:lnTo>
                    <a:pt x="1295" y="978"/>
                  </a:lnTo>
                  <a:lnTo>
                    <a:pt x="1291" y="983"/>
                  </a:lnTo>
                  <a:lnTo>
                    <a:pt x="1284" y="989"/>
                  </a:lnTo>
                  <a:lnTo>
                    <a:pt x="1275" y="995"/>
                  </a:lnTo>
                  <a:lnTo>
                    <a:pt x="1265" y="1001"/>
                  </a:lnTo>
                  <a:lnTo>
                    <a:pt x="1255" y="1007"/>
                  </a:lnTo>
                  <a:lnTo>
                    <a:pt x="1243" y="1013"/>
                  </a:lnTo>
                  <a:lnTo>
                    <a:pt x="1230" y="1019"/>
                  </a:lnTo>
                  <a:lnTo>
                    <a:pt x="1215" y="1025"/>
                  </a:lnTo>
                  <a:lnTo>
                    <a:pt x="1200" y="1032"/>
                  </a:lnTo>
                  <a:lnTo>
                    <a:pt x="1184" y="1037"/>
                  </a:lnTo>
                  <a:lnTo>
                    <a:pt x="1166" y="1042"/>
                  </a:lnTo>
                  <a:lnTo>
                    <a:pt x="1149" y="1046"/>
                  </a:lnTo>
                  <a:lnTo>
                    <a:pt x="1131" y="1050"/>
                  </a:lnTo>
                  <a:lnTo>
                    <a:pt x="1111" y="1053"/>
                  </a:lnTo>
                  <a:lnTo>
                    <a:pt x="1092" y="1055"/>
                  </a:lnTo>
                  <a:lnTo>
                    <a:pt x="1071" y="1056"/>
                  </a:lnTo>
                  <a:lnTo>
                    <a:pt x="1051" y="1057"/>
                  </a:lnTo>
                  <a:lnTo>
                    <a:pt x="1015" y="1056"/>
                  </a:lnTo>
                  <a:lnTo>
                    <a:pt x="981" y="1054"/>
                  </a:lnTo>
                  <a:lnTo>
                    <a:pt x="947" y="1050"/>
                  </a:lnTo>
                  <a:lnTo>
                    <a:pt x="914" y="1046"/>
                  </a:lnTo>
                  <a:lnTo>
                    <a:pt x="882" y="1039"/>
                  </a:lnTo>
                  <a:lnTo>
                    <a:pt x="851" y="1032"/>
                  </a:lnTo>
                  <a:lnTo>
                    <a:pt x="821" y="1022"/>
                  </a:lnTo>
                  <a:lnTo>
                    <a:pt x="792" y="1012"/>
                  </a:lnTo>
                  <a:lnTo>
                    <a:pt x="763" y="1001"/>
                  </a:lnTo>
                  <a:lnTo>
                    <a:pt x="737" y="988"/>
                  </a:lnTo>
                  <a:lnTo>
                    <a:pt x="710" y="974"/>
                  </a:lnTo>
                  <a:lnTo>
                    <a:pt x="687" y="959"/>
                  </a:lnTo>
                  <a:lnTo>
                    <a:pt x="663" y="943"/>
                  </a:lnTo>
                  <a:lnTo>
                    <a:pt x="642" y="925"/>
                  </a:lnTo>
                  <a:lnTo>
                    <a:pt x="622" y="906"/>
                  </a:lnTo>
                  <a:lnTo>
                    <a:pt x="603" y="887"/>
                  </a:lnTo>
                  <a:lnTo>
                    <a:pt x="594" y="875"/>
                  </a:lnTo>
                  <a:lnTo>
                    <a:pt x="585" y="864"/>
                  </a:lnTo>
                  <a:lnTo>
                    <a:pt x="577" y="853"/>
                  </a:lnTo>
                  <a:lnTo>
                    <a:pt x="570" y="842"/>
                  </a:lnTo>
                  <a:lnTo>
                    <a:pt x="562" y="831"/>
                  </a:lnTo>
                  <a:lnTo>
                    <a:pt x="557" y="819"/>
                  </a:lnTo>
                  <a:lnTo>
                    <a:pt x="551" y="808"/>
                  </a:lnTo>
                  <a:lnTo>
                    <a:pt x="547" y="796"/>
                  </a:lnTo>
                  <a:lnTo>
                    <a:pt x="543" y="785"/>
                  </a:lnTo>
                  <a:lnTo>
                    <a:pt x="539" y="773"/>
                  </a:lnTo>
                  <a:lnTo>
                    <a:pt x="537" y="762"/>
                  </a:lnTo>
                  <a:lnTo>
                    <a:pt x="535" y="751"/>
                  </a:lnTo>
                  <a:lnTo>
                    <a:pt x="534" y="740"/>
                  </a:lnTo>
                  <a:lnTo>
                    <a:pt x="533" y="728"/>
                  </a:lnTo>
                  <a:lnTo>
                    <a:pt x="533" y="718"/>
                  </a:lnTo>
                  <a:lnTo>
                    <a:pt x="534" y="707"/>
                  </a:lnTo>
                  <a:lnTo>
                    <a:pt x="535" y="699"/>
                  </a:lnTo>
                  <a:lnTo>
                    <a:pt x="527" y="701"/>
                  </a:lnTo>
                  <a:lnTo>
                    <a:pt x="499" y="709"/>
                  </a:lnTo>
                  <a:lnTo>
                    <a:pt x="471" y="717"/>
                  </a:lnTo>
                  <a:lnTo>
                    <a:pt x="442" y="725"/>
                  </a:lnTo>
                  <a:lnTo>
                    <a:pt x="413" y="733"/>
                  </a:lnTo>
                  <a:lnTo>
                    <a:pt x="383" y="740"/>
                  </a:lnTo>
                  <a:lnTo>
                    <a:pt x="353" y="747"/>
                  </a:lnTo>
                  <a:lnTo>
                    <a:pt x="325" y="754"/>
                  </a:lnTo>
                  <a:lnTo>
                    <a:pt x="295" y="760"/>
                  </a:lnTo>
                  <a:lnTo>
                    <a:pt x="292" y="761"/>
                  </a:lnTo>
                  <a:lnTo>
                    <a:pt x="291" y="764"/>
                  </a:lnTo>
                  <a:lnTo>
                    <a:pt x="283" y="811"/>
                  </a:lnTo>
                  <a:lnTo>
                    <a:pt x="275" y="858"/>
                  </a:lnTo>
                  <a:lnTo>
                    <a:pt x="269" y="904"/>
                  </a:lnTo>
                  <a:lnTo>
                    <a:pt x="263" y="950"/>
                  </a:lnTo>
                  <a:lnTo>
                    <a:pt x="258" y="995"/>
                  </a:lnTo>
                  <a:lnTo>
                    <a:pt x="252" y="1039"/>
                  </a:lnTo>
                  <a:lnTo>
                    <a:pt x="248" y="1083"/>
                  </a:lnTo>
                  <a:lnTo>
                    <a:pt x="245" y="1126"/>
                  </a:lnTo>
                  <a:lnTo>
                    <a:pt x="243" y="1167"/>
                  </a:lnTo>
                  <a:lnTo>
                    <a:pt x="242" y="1207"/>
                  </a:lnTo>
                  <a:lnTo>
                    <a:pt x="241" y="1247"/>
                  </a:lnTo>
                  <a:lnTo>
                    <a:pt x="241" y="1286"/>
                  </a:lnTo>
                  <a:lnTo>
                    <a:pt x="242" y="1323"/>
                  </a:lnTo>
                  <a:lnTo>
                    <a:pt x="243" y="1358"/>
                  </a:lnTo>
                  <a:lnTo>
                    <a:pt x="246" y="1392"/>
                  </a:lnTo>
                  <a:lnTo>
                    <a:pt x="249" y="1425"/>
                  </a:lnTo>
                  <a:lnTo>
                    <a:pt x="250" y="1433"/>
                  </a:lnTo>
                  <a:lnTo>
                    <a:pt x="249" y="1440"/>
                  </a:lnTo>
                  <a:lnTo>
                    <a:pt x="247" y="1446"/>
                  </a:lnTo>
                  <a:lnTo>
                    <a:pt x="245" y="1450"/>
                  </a:lnTo>
                  <a:lnTo>
                    <a:pt x="240" y="1454"/>
                  </a:lnTo>
                  <a:lnTo>
                    <a:pt x="235" y="1455"/>
                  </a:lnTo>
                  <a:lnTo>
                    <a:pt x="228" y="1456"/>
                  </a:lnTo>
                  <a:lnTo>
                    <a:pt x="221" y="1455"/>
                  </a:lnTo>
                  <a:lnTo>
                    <a:pt x="212" y="1453"/>
                  </a:lnTo>
                  <a:lnTo>
                    <a:pt x="202" y="1450"/>
                  </a:lnTo>
                  <a:lnTo>
                    <a:pt x="193" y="1446"/>
                  </a:lnTo>
                  <a:lnTo>
                    <a:pt x="183" y="1441"/>
                  </a:lnTo>
                  <a:lnTo>
                    <a:pt x="171" y="1434"/>
                  </a:lnTo>
                  <a:lnTo>
                    <a:pt x="158" y="1423"/>
                  </a:lnTo>
                  <a:lnTo>
                    <a:pt x="150" y="1415"/>
                  </a:lnTo>
                  <a:lnTo>
                    <a:pt x="144" y="1407"/>
                  </a:lnTo>
                  <a:lnTo>
                    <a:pt x="138" y="1398"/>
                  </a:lnTo>
                  <a:lnTo>
                    <a:pt x="132" y="1388"/>
                  </a:lnTo>
                  <a:lnTo>
                    <a:pt x="126" y="1376"/>
                  </a:lnTo>
                  <a:lnTo>
                    <a:pt x="120" y="1362"/>
                  </a:lnTo>
                  <a:lnTo>
                    <a:pt x="115" y="1347"/>
                  </a:lnTo>
                  <a:lnTo>
                    <a:pt x="110" y="1331"/>
                  </a:lnTo>
                  <a:lnTo>
                    <a:pt x="106" y="1311"/>
                  </a:lnTo>
                  <a:lnTo>
                    <a:pt x="101" y="1291"/>
                  </a:lnTo>
                  <a:lnTo>
                    <a:pt x="98" y="1268"/>
                  </a:lnTo>
                  <a:lnTo>
                    <a:pt x="96" y="1243"/>
                  </a:lnTo>
                  <a:lnTo>
                    <a:pt x="94" y="1201"/>
                  </a:lnTo>
                  <a:lnTo>
                    <a:pt x="94" y="1154"/>
                  </a:lnTo>
                  <a:lnTo>
                    <a:pt x="95" y="1101"/>
                  </a:lnTo>
                  <a:lnTo>
                    <a:pt x="98" y="1045"/>
                  </a:lnTo>
                  <a:lnTo>
                    <a:pt x="103" y="985"/>
                  </a:lnTo>
                  <a:lnTo>
                    <a:pt x="111" y="922"/>
                  </a:lnTo>
                  <a:lnTo>
                    <a:pt x="119" y="858"/>
                  </a:lnTo>
                  <a:lnTo>
                    <a:pt x="129" y="791"/>
                  </a:lnTo>
                  <a:lnTo>
                    <a:pt x="130" y="785"/>
                  </a:lnTo>
                  <a:lnTo>
                    <a:pt x="123" y="785"/>
                  </a:lnTo>
                  <a:lnTo>
                    <a:pt x="109" y="785"/>
                  </a:lnTo>
                  <a:lnTo>
                    <a:pt x="95" y="784"/>
                  </a:lnTo>
                  <a:lnTo>
                    <a:pt x="82" y="782"/>
                  </a:lnTo>
                  <a:lnTo>
                    <a:pt x="70" y="778"/>
                  </a:lnTo>
                  <a:lnTo>
                    <a:pt x="64" y="776"/>
                  </a:lnTo>
                  <a:lnTo>
                    <a:pt x="59" y="774"/>
                  </a:lnTo>
                  <a:lnTo>
                    <a:pt x="52" y="771"/>
                  </a:lnTo>
                  <a:lnTo>
                    <a:pt x="47" y="767"/>
                  </a:lnTo>
                  <a:lnTo>
                    <a:pt x="42" y="763"/>
                  </a:lnTo>
                  <a:lnTo>
                    <a:pt x="38" y="758"/>
                  </a:lnTo>
                  <a:lnTo>
                    <a:pt x="33" y="753"/>
                  </a:lnTo>
                  <a:lnTo>
                    <a:pt x="29" y="747"/>
                  </a:lnTo>
                  <a:lnTo>
                    <a:pt x="21" y="734"/>
                  </a:lnTo>
                  <a:lnTo>
                    <a:pt x="14" y="721"/>
                  </a:lnTo>
                  <a:lnTo>
                    <a:pt x="8" y="709"/>
                  </a:lnTo>
                  <a:lnTo>
                    <a:pt x="4" y="698"/>
                  </a:lnTo>
                  <a:lnTo>
                    <a:pt x="1" y="689"/>
                  </a:lnTo>
                  <a:lnTo>
                    <a:pt x="0" y="679"/>
                  </a:lnTo>
                  <a:lnTo>
                    <a:pt x="1" y="672"/>
                  </a:lnTo>
                  <a:lnTo>
                    <a:pt x="4" y="665"/>
                  </a:lnTo>
                  <a:lnTo>
                    <a:pt x="7" y="662"/>
                  </a:lnTo>
                  <a:lnTo>
                    <a:pt x="10" y="658"/>
                  </a:lnTo>
                  <a:lnTo>
                    <a:pt x="15" y="656"/>
                  </a:lnTo>
                  <a:lnTo>
                    <a:pt x="21" y="654"/>
                  </a:lnTo>
                  <a:lnTo>
                    <a:pt x="27" y="653"/>
                  </a:lnTo>
                  <a:lnTo>
                    <a:pt x="35" y="653"/>
                  </a:lnTo>
                  <a:lnTo>
                    <a:pt x="43" y="653"/>
                  </a:lnTo>
                  <a:lnTo>
                    <a:pt x="52" y="655"/>
                  </a:lnTo>
                  <a:lnTo>
                    <a:pt x="73" y="657"/>
                  </a:lnTo>
                  <a:lnTo>
                    <a:pt x="95" y="659"/>
                  </a:lnTo>
                  <a:lnTo>
                    <a:pt x="119" y="661"/>
                  </a:lnTo>
                  <a:lnTo>
                    <a:pt x="145" y="661"/>
                  </a:lnTo>
                  <a:lnTo>
                    <a:pt x="152" y="661"/>
                  </a:lnTo>
                  <a:lnTo>
                    <a:pt x="153" y="656"/>
                  </a:lnTo>
                  <a:lnTo>
                    <a:pt x="164" y="609"/>
                  </a:lnTo>
                  <a:lnTo>
                    <a:pt x="174" y="563"/>
                  </a:lnTo>
                  <a:lnTo>
                    <a:pt x="184" y="518"/>
                  </a:lnTo>
                  <a:lnTo>
                    <a:pt x="196" y="474"/>
                  </a:lnTo>
                  <a:lnTo>
                    <a:pt x="208" y="431"/>
                  </a:lnTo>
                  <a:lnTo>
                    <a:pt x="220" y="391"/>
                  </a:lnTo>
                  <a:lnTo>
                    <a:pt x="233" y="351"/>
                  </a:lnTo>
                  <a:lnTo>
                    <a:pt x="246" y="312"/>
                  </a:lnTo>
                  <a:lnTo>
                    <a:pt x="260" y="275"/>
                  </a:lnTo>
                  <a:lnTo>
                    <a:pt x="273" y="240"/>
                  </a:lnTo>
                  <a:lnTo>
                    <a:pt x="287" y="205"/>
                  </a:lnTo>
                  <a:lnTo>
                    <a:pt x="301" y="172"/>
                  </a:lnTo>
                  <a:lnTo>
                    <a:pt x="317" y="142"/>
                  </a:lnTo>
                  <a:lnTo>
                    <a:pt x="332" y="113"/>
                  </a:lnTo>
                  <a:lnTo>
                    <a:pt x="347" y="85"/>
                  </a:lnTo>
                  <a:lnTo>
                    <a:pt x="363" y="60"/>
                  </a:lnTo>
                  <a:lnTo>
                    <a:pt x="373" y="46"/>
                  </a:lnTo>
                  <a:lnTo>
                    <a:pt x="383" y="34"/>
                  </a:lnTo>
                  <a:lnTo>
                    <a:pt x="395" y="23"/>
                  </a:lnTo>
                  <a:lnTo>
                    <a:pt x="407" y="15"/>
                  </a:lnTo>
                  <a:lnTo>
                    <a:pt x="420" y="9"/>
                  </a:lnTo>
                  <a:lnTo>
                    <a:pt x="434" y="4"/>
                  </a:lnTo>
                  <a:lnTo>
                    <a:pt x="448" y="1"/>
                  </a:lnTo>
                  <a:lnTo>
                    <a:pt x="463" y="0"/>
                  </a:lnTo>
                  <a:lnTo>
                    <a:pt x="475" y="1"/>
                  </a:lnTo>
                  <a:lnTo>
                    <a:pt x="488" y="3"/>
                  </a:lnTo>
                  <a:lnTo>
                    <a:pt x="500" y="5"/>
                  </a:lnTo>
                  <a:lnTo>
                    <a:pt x="514" y="10"/>
                  </a:lnTo>
                  <a:lnTo>
                    <a:pt x="527" y="15"/>
                  </a:lnTo>
                  <a:lnTo>
                    <a:pt x="541" y="21"/>
                  </a:lnTo>
                  <a:lnTo>
                    <a:pt x="554" y="29"/>
                  </a:lnTo>
                  <a:lnTo>
                    <a:pt x="569" y="39"/>
                  </a:lnTo>
                  <a:lnTo>
                    <a:pt x="580" y="47"/>
                  </a:lnTo>
                  <a:lnTo>
                    <a:pt x="589" y="55"/>
                  </a:lnTo>
                  <a:lnTo>
                    <a:pt x="598" y="64"/>
                  </a:lnTo>
                  <a:lnTo>
                    <a:pt x="606" y="74"/>
                  </a:lnTo>
                  <a:lnTo>
                    <a:pt x="612" y="84"/>
                  </a:lnTo>
                  <a:lnTo>
                    <a:pt x="619" y="95"/>
                  </a:lnTo>
                  <a:lnTo>
                    <a:pt x="624" y="105"/>
                  </a:lnTo>
                  <a:lnTo>
                    <a:pt x="627" y="115"/>
                  </a:lnTo>
                  <a:lnTo>
                    <a:pt x="630" y="126"/>
                  </a:lnTo>
                  <a:lnTo>
                    <a:pt x="632" y="136"/>
                  </a:lnTo>
                  <a:lnTo>
                    <a:pt x="633" y="146"/>
                  </a:lnTo>
                  <a:lnTo>
                    <a:pt x="634" y="156"/>
                  </a:lnTo>
                  <a:lnTo>
                    <a:pt x="633" y="165"/>
                  </a:lnTo>
                  <a:lnTo>
                    <a:pt x="632" y="173"/>
                  </a:lnTo>
                  <a:lnTo>
                    <a:pt x="630" y="181"/>
                  </a:lnTo>
                  <a:lnTo>
                    <a:pt x="627" y="188"/>
                  </a:lnTo>
                  <a:lnTo>
                    <a:pt x="624" y="194"/>
                  </a:lnTo>
                  <a:lnTo>
                    <a:pt x="621" y="200"/>
                  </a:lnTo>
                  <a:lnTo>
                    <a:pt x="617" y="204"/>
                  </a:lnTo>
                  <a:lnTo>
                    <a:pt x="613" y="208"/>
                  </a:lnTo>
                  <a:lnTo>
                    <a:pt x="609" y="210"/>
                  </a:lnTo>
                  <a:lnTo>
                    <a:pt x="606" y="213"/>
                  </a:lnTo>
                  <a:lnTo>
                    <a:pt x="602" y="214"/>
                  </a:lnTo>
                  <a:lnTo>
                    <a:pt x="598" y="214"/>
                  </a:lnTo>
                  <a:lnTo>
                    <a:pt x="595" y="214"/>
                  </a:lnTo>
                  <a:lnTo>
                    <a:pt x="592" y="213"/>
                  </a:lnTo>
                  <a:lnTo>
                    <a:pt x="589" y="211"/>
                  </a:lnTo>
                  <a:lnTo>
                    <a:pt x="587" y="209"/>
                  </a:lnTo>
                  <a:lnTo>
                    <a:pt x="582" y="203"/>
                  </a:lnTo>
                  <a:lnTo>
                    <a:pt x="578" y="195"/>
                  </a:lnTo>
                  <a:lnTo>
                    <a:pt x="573" y="182"/>
                  </a:lnTo>
                  <a:lnTo>
                    <a:pt x="567" y="172"/>
                  </a:lnTo>
                  <a:lnTo>
                    <a:pt x="559" y="163"/>
                  </a:lnTo>
                  <a:lnTo>
                    <a:pt x="552" y="155"/>
                  </a:lnTo>
                  <a:lnTo>
                    <a:pt x="544" y="150"/>
                  </a:lnTo>
                  <a:lnTo>
                    <a:pt x="535" y="146"/>
                  </a:lnTo>
                  <a:lnTo>
                    <a:pt x="525" y="144"/>
                  </a:lnTo>
                  <a:lnTo>
                    <a:pt x="515" y="144"/>
                  </a:lnTo>
                  <a:lnTo>
                    <a:pt x="509" y="144"/>
                  </a:lnTo>
                  <a:lnTo>
                    <a:pt x="503" y="145"/>
                  </a:lnTo>
                  <a:lnTo>
                    <a:pt x="499" y="147"/>
                  </a:lnTo>
                  <a:lnTo>
                    <a:pt x="494" y="149"/>
                  </a:lnTo>
                  <a:lnTo>
                    <a:pt x="486" y="154"/>
                  </a:lnTo>
                  <a:lnTo>
                    <a:pt x="478" y="161"/>
                  </a:lnTo>
                  <a:lnTo>
                    <a:pt x="471" y="170"/>
                  </a:lnTo>
                  <a:lnTo>
                    <a:pt x="464" y="180"/>
                  </a:lnTo>
                  <a:lnTo>
                    <a:pt x="457" y="193"/>
                  </a:lnTo>
                  <a:lnTo>
                    <a:pt x="451" y="206"/>
                  </a:lnTo>
                  <a:lnTo>
                    <a:pt x="432" y="252"/>
                  </a:lnTo>
                  <a:lnTo>
                    <a:pt x="414" y="300"/>
                  </a:lnTo>
                  <a:lnTo>
                    <a:pt x="396" y="351"/>
                  </a:lnTo>
                  <a:lnTo>
                    <a:pt x="378" y="405"/>
                  </a:lnTo>
                  <a:lnTo>
                    <a:pt x="362" y="461"/>
                  </a:lnTo>
                  <a:lnTo>
                    <a:pt x="345" y="519"/>
                  </a:lnTo>
                  <a:lnTo>
                    <a:pt x="331" y="579"/>
                  </a:lnTo>
                  <a:lnTo>
                    <a:pt x="316" y="641"/>
                  </a:lnTo>
                  <a:lnTo>
                    <a:pt x="315" y="649"/>
                  </a:lnTo>
                  <a:lnTo>
                    <a:pt x="323" y="648"/>
                  </a:lnTo>
                  <a:lnTo>
                    <a:pt x="354" y="643"/>
                  </a:lnTo>
                  <a:lnTo>
                    <a:pt x="388" y="638"/>
                  </a:lnTo>
                  <a:lnTo>
                    <a:pt x="422" y="633"/>
                  </a:lnTo>
                  <a:lnTo>
                    <a:pt x="455" y="625"/>
                  </a:lnTo>
                  <a:lnTo>
                    <a:pt x="490" y="619"/>
                  </a:lnTo>
                  <a:lnTo>
                    <a:pt x="525" y="611"/>
                  </a:lnTo>
                  <a:lnTo>
                    <a:pt x="559" y="604"/>
                  </a:lnTo>
                  <a:lnTo>
                    <a:pt x="594" y="595"/>
                  </a:lnTo>
                  <a:lnTo>
                    <a:pt x="595" y="595"/>
                  </a:lnTo>
                  <a:lnTo>
                    <a:pt x="596" y="594"/>
                  </a:lnTo>
                  <a:lnTo>
                    <a:pt x="608" y="583"/>
                  </a:lnTo>
                  <a:lnTo>
                    <a:pt x="622" y="571"/>
                  </a:lnTo>
                  <a:lnTo>
                    <a:pt x="636" y="561"/>
                  </a:lnTo>
                  <a:lnTo>
                    <a:pt x="650" y="551"/>
                  </a:lnTo>
                  <a:lnTo>
                    <a:pt x="666" y="542"/>
                  </a:lnTo>
                  <a:lnTo>
                    <a:pt x="681" y="534"/>
                  </a:lnTo>
                  <a:lnTo>
                    <a:pt x="696" y="525"/>
                  </a:lnTo>
                  <a:lnTo>
                    <a:pt x="712" y="518"/>
                  </a:lnTo>
                  <a:lnTo>
                    <a:pt x="730" y="511"/>
                  </a:lnTo>
                  <a:lnTo>
                    <a:pt x="746" y="506"/>
                  </a:lnTo>
                  <a:lnTo>
                    <a:pt x="762" y="501"/>
                  </a:lnTo>
                  <a:lnTo>
                    <a:pt x="780" y="497"/>
                  </a:lnTo>
                  <a:lnTo>
                    <a:pt x="796" y="493"/>
                  </a:lnTo>
                  <a:lnTo>
                    <a:pt x="812" y="491"/>
                  </a:lnTo>
                  <a:lnTo>
                    <a:pt x="829" y="490"/>
                  </a:lnTo>
                  <a:lnTo>
                    <a:pt x="844" y="489"/>
                  </a:lnTo>
                  <a:lnTo>
                    <a:pt x="891" y="544"/>
                  </a:lnTo>
                  <a:lnTo>
                    <a:pt x="840" y="5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>
                <a:solidFill>
                  <a:srgbClr val="ADBECB"/>
                </a:solidFill>
                <a:ea typeface="Arial Unicode MS"/>
              </a:endParaRPr>
            </a:p>
          </p:txBody>
        </p:sp>
        <p:sp>
          <p:nvSpPr>
            <p:cNvPr id="50" name="Freeform 48"/>
            <p:cNvSpPr>
              <a:spLocks/>
            </p:cNvSpPr>
            <p:nvPr userDrawn="1"/>
          </p:nvSpPr>
          <p:spPr bwMode="auto">
            <a:xfrm>
              <a:off x="6540" y="596"/>
              <a:ext cx="34" cy="32"/>
            </a:xfrm>
            <a:custGeom>
              <a:avLst/>
              <a:gdLst>
                <a:gd name="T0" fmla="*/ 255 w 405"/>
                <a:gd name="T1" fmla="*/ 101 h 383"/>
                <a:gd name="T2" fmla="*/ 269 w 405"/>
                <a:gd name="T3" fmla="*/ 105 h 383"/>
                <a:gd name="T4" fmla="*/ 281 w 405"/>
                <a:gd name="T5" fmla="*/ 113 h 383"/>
                <a:gd name="T6" fmla="*/ 289 w 405"/>
                <a:gd name="T7" fmla="*/ 122 h 383"/>
                <a:gd name="T8" fmla="*/ 293 w 405"/>
                <a:gd name="T9" fmla="*/ 132 h 383"/>
                <a:gd name="T10" fmla="*/ 294 w 405"/>
                <a:gd name="T11" fmla="*/ 143 h 383"/>
                <a:gd name="T12" fmla="*/ 290 w 405"/>
                <a:gd name="T13" fmla="*/ 159 h 383"/>
                <a:gd name="T14" fmla="*/ 277 w 405"/>
                <a:gd name="T15" fmla="*/ 177 h 383"/>
                <a:gd name="T16" fmla="*/ 254 w 405"/>
                <a:gd name="T17" fmla="*/ 199 h 383"/>
                <a:gd name="T18" fmla="*/ 221 w 405"/>
                <a:gd name="T19" fmla="*/ 224 h 383"/>
                <a:gd name="T20" fmla="*/ 182 w 405"/>
                <a:gd name="T21" fmla="*/ 249 h 383"/>
                <a:gd name="T22" fmla="*/ 136 w 405"/>
                <a:gd name="T23" fmla="*/ 275 h 383"/>
                <a:gd name="T24" fmla="*/ 99 w 405"/>
                <a:gd name="T25" fmla="*/ 294 h 383"/>
                <a:gd name="T26" fmla="*/ 95 w 405"/>
                <a:gd name="T27" fmla="*/ 383 h 383"/>
                <a:gd name="T28" fmla="*/ 141 w 405"/>
                <a:gd name="T29" fmla="*/ 362 h 383"/>
                <a:gd name="T30" fmla="*/ 223 w 405"/>
                <a:gd name="T31" fmla="*/ 322 h 383"/>
                <a:gd name="T32" fmla="*/ 279 w 405"/>
                <a:gd name="T33" fmla="*/ 289 h 383"/>
                <a:gd name="T34" fmla="*/ 312 w 405"/>
                <a:gd name="T35" fmla="*/ 268 h 383"/>
                <a:gd name="T36" fmla="*/ 341 w 405"/>
                <a:gd name="T37" fmla="*/ 244 h 383"/>
                <a:gd name="T38" fmla="*/ 367 w 405"/>
                <a:gd name="T39" fmla="*/ 221 h 383"/>
                <a:gd name="T40" fmla="*/ 384 w 405"/>
                <a:gd name="T41" fmla="*/ 200 h 383"/>
                <a:gd name="T42" fmla="*/ 394 w 405"/>
                <a:gd name="T43" fmla="*/ 183 h 383"/>
                <a:gd name="T44" fmla="*/ 401 w 405"/>
                <a:gd name="T45" fmla="*/ 167 h 383"/>
                <a:gd name="T46" fmla="*/ 404 w 405"/>
                <a:gd name="T47" fmla="*/ 150 h 383"/>
                <a:gd name="T48" fmla="*/ 405 w 405"/>
                <a:gd name="T49" fmla="*/ 129 h 383"/>
                <a:gd name="T50" fmla="*/ 400 w 405"/>
                <a:gd name="T51" fmla="*/ 103 h 383"/>
                <a:gd name="T52" fmla="*/ 390 w 405"/>
                <a:gd name="T53" fmla="*/ 83 h 383"/>
                <a:gd name="T54" fmla="*/ 378 w 405"/>
                <a:gd name="T55" fmla="*/ 65 h 383"/>
                <a:gd name="T56" fmla="*/ 363 w 405"/>
                <a:gd name="T57" fmla="*/ 48 h 383"/>
                <a:gd name="T58" fmla="*/ 344 w 405"/>
                <a:gd name="T59" fmla="*/ 34 h 383"/>
                <a:gd name="T60" fmla="*/ 324 w 405"/>
                <a:gd name="T61" fmla="*/ 22 h 383"/>
                <a:gd name="T62" fmla="*/ 302 w 405"/>
                <a:gd name="T63" fmla="*/ 12 h 383"/>
                <a:gd name="T64" fmla="*/ 281 w 405"/>
                <a:gd name="T65" fmla="*/ 4 h 383"/>
                <a:gd name="T66" fmla="*/ 259 w 405"/>
                <a:gd name="T67" fmla="*/ 1 h 383"/>
                <a:gd name="T68" fmla="*/ 198 w 405"/>
                <a:gd name="T69" fmla="*/ 59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05" h="383">
                  <a:moveTo>
                    <a:pt x="247" y="101"/>
                  </a:moveTo>
                  <a:lnTo>
                    <a:pt x="255" y="101"/>
                  </a:lnTo>
                  <a:lnTo>
                    <a:pt x="262" y="103"/>
                  </a:lnTo>
                  <a:lnTo>
                    <a:pt x="269" y="105"/>
                  </a:lnTo>
                  <a:lnTo>
                    <a:pt x="275" y="109"/>
                  </a:lnTo>
                  <a:lnTo>
                    <a:pt x="281" y="113"/>
                  </a:lnTo>
                  <a:lnTo>
                    <a:pt x="285" y="117"/>
                  </a:lnTo>
                  <a:lnTo>
                    <a:pt x="289" y="122"/>
                  </a:lnTo>
                  <a:lnTo>
                    <a:pt x="292" y="127"/>
                  </a:lnTo>
                  <a:lnTo>
                    <a:pt x="293" y="132"/>
                  </a:lnTo>
                  <a:lnTo>
                    <a:pt x="294" y="137"/>
                  </a:lnTo>
                  <a:lnTo>
                    <a:pt x="294" y="143"/>
                  </a:lnTo>
                  <a:lnTo>
                    <a:pt x="292" y="150"/>
                  </a:lnTo>
                  <a:lnTo>
                    <a:pt x="290" y="159"/>
                  </a:lnTo>
                  <a:lnTo>
                    <a:pt x="285" y="168"/>
                  </a:lnTo>
                  <a:lnTo>
                    <a:pt x="277" y="177"/>
                  </a:lnTo>
                  <a:lnTo>
                    <a:pt x="268" y="187"/>
                  </a:lnTo>
                  <a:lnTo>
                    <a:pt x="254" y="199"/>
                  </a:lnTo>
                  <a:lnTo>
                    <a:pt x="238" y="212"/>
                  </a:lnTo>
                  <a:lnTo>
                    <a:pt x="221" y="224"/>
                  </a:lnTo>
                  <a:lnTo>
                    <a:pt x="203" y="237"/>
                  </a:lnTo>
                  <a:lnTo>
                    <a:pt x="182" y="249"/>
                  </a:lnTo>
                  <a:lnTo>
                    <a:pt x="160" y="263"/>
                  </a:lnTo>
                  <a:lnTo>
                    <a:pt x="136" y="275"/>
                  </a:lnTo>
                  <a:lnTo>
                    <a:pt x="111" y="288"/>
                  </a:lnTo>
                  <a:lnTo>
                    <a:pt x="99" y="294"/>
                  </a:lnTo>
                  <a:lnTo>
                    <a:pt x="0" y="370"/>
                  </a:lnTo>
                  <a:lnTo>
                    <a:pt x="95" y="383"/>
                  </a:lnTo>
                  <a:lnTo>
                    <a:pt x="99" y="381"/>
                  </a:lnTo>
                  <a:lnTo>
                    <a:pt x="141" y="362"/>
                  </a:lnTo>
                  <a:lnTo>
                    <a:pt x="183" y="342"/>
                  </a:lnTo>
                  <a:lnTo>
                    <a:pt x="223" y="322"/>
                  </a:lnTo>
                  <a:lnTo>
                    <a:pt x="261" y="300"/>
                  </a:lnTo>
                  <a:lnTo>
                    <a:pt x="279" y="289"/>
                  </a:lnTo>
                  <a:lnTo>
                    <a:pt x="295" y="279"/>
                  </a:lnTo>
                  <a:lnTo>
                    <a:pt x="312" y="268"/>
                  </a:lnTo>
                  <a:lnTo>
                    <a:pt x="327" y="257"/>
                  </a:lnTo>
                  <a:lnTo>
                    <a:pt x="341" y="244"/>
                  </a:lnTo>
                  <a:lnTo>
                    <a:pt x="354" y="233"/>
                  </a:lnTo>
                  <a:lnTo>
                    <a:pt x="367" y="221"/>
                  </a:lnTo>
                  <a:lnTo>
                    <a:pt x="377" y="210"/>
                  </a:lnTo>
                  <a:lnTo>
                    <a:pt x="384" y="200"/>
                  </a:lnTo>
                  <a:lnTo>
                    <a:pt x="389" y="192"/>
                  </a:lnTo>
                  <a:lnTo>
                    <a:pt x="394" y="183"/>
                  </a:lnTo>
                  <a:lnTo>
                    <a:pt x="398" y="175"/>
                  </a:lnTo>
                  <a:lnTo>
                    <a:pt x="401" y="167"/>
                  </a:lnTo>
                  <a:lnTo>
                    <a:pt x="403" y="159"/>
                  </a:lnTo>
                  <a:lnTo>
                    <a:pt x="404" y="150"/>
                  </a:lnTo>
                  <a:lnTo>
                    <a:pt x="405" y="143"/>
                  </a:lnTo>
                  <a:lnTo>
                    <a:pt x="405" y="129"/>
                  </a:lnTo>
                  <a:lnTo>
                    <a:pt x="403" y="116"/>
                  </a:lnTo>
                  <a:lnTo>
                    <a:pt x="400" y="103"/>
                  </a:lnTo>
                  <a:lnTo>
                    <a:pt x="395" y="92"/>
                  </a:lnTo>
                  <a:lnTo>
                    <a:pt x="390" y="83"/>
                  </a:lnTo>
                  <a:lnTo>
                    <a:pt x="385" y="74"/>
                  </a:lnTo>
                  <a:lnTo>
                    <a:pt x="378" y="65"/>
                  </a:lnTo>
                  <a:lnTo>
                    <a:pt x="371" y="56"/>
                  </a:lnTo>
                  <a:lnTo>
                    <a:pt x="363" y="48"/>
                  </a:lnTo>
                  <a:lnTo>
                    <a:pt x="353" y="40"/>
                  </a:lnTo>
                  <a:lnTo>
                    <a:pt x="344" y="34"/>
                  </a:lnTo>
                  <a:lnTo>
                    <a:pt x="334" y="27"/>
                  </a:lnTo>
                  <a:lnTo>
                    <a:pt x="324" y="22"/>
                  </a:lnTo>
                  <a:lnTo>
                    <a:pt x="314" y="16"/>
                  </a:lnTo>
                  <a:lnTo>
                    <a:pt x="302" y="12"/>
                  </a:lnTo>
                  <a:lnTo>
                    <a:pt x="292" y="7"/>
                  </a:lnTo>
                  <a:lnTo>
                    <a:pt x="281" y="4"/>
                  </a:lnTo>
                  <a:lnTo>
                    <a:pt x="270" y="2"/>
                  </a:lnTo>
                  <a:lnTo>
                    <a:pt x="259" y="1"/>
                  </a:lnTo>
                  <a:lnTo>
                    <a:pt x="247" y="0"/>
                  </a:lnTo>
                  <a:lnTo>
                    <a:pt x="198" y="59"/>
                  </a:lnTo>
                  <a:lnTo>
                    <a:pt x="247" y="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>
                <a:solidFill>
                  <a:srgbClr val="ADBECB"/>
                </a:solidFill>
                <a:ea typeface="Arial Unicode MS"/>
              </a:endParaRPr>
            </a:p>
          </p:txBody>
        </p:sp>
        <p:sp>
          <p:nvSpPr>
            <p:cNvPr id="51" name="Freeform 49"/>
            <p:cNvSpPr>
              <a:spLocks/>
            </p:cNvSpPr>
            <p:nvPr userDrawn="1"/>
          </p:nvSpPr>
          <p:spPr bwMode="auto">
            <a:xfrm>
              <a:off x="6473" y="596"/>
              <a:ext cx="191" cy="122"/>
            </a:xfrm>
            <a:custGeom>
              <a:avLst/>
              <a:gdLst>
                <a:gd name="T0" fmla="*/ 982 w 2289"/>
                <a:gd name="T1" fmla="*/ 130 h 1460"/>
                <a:gd name="T2" fmla="*/ 920 w 2289"/>
                <a:gd name="T3" fmla="*/ 214 h 1460"/>
                <a:gd name="T4" fmla="*/ 891 w 2289"/>
                <a:gd name="T5" fmla="*/ 387 h 1460"/>
                <a:gd name="T6" fmla="*/ 936 w 2289"/>
                <a:gd name="T7" fmla="*/ 481 h 1460"/>
                <a:gd name="T8" fmla="*/ 1034 w 2289"/>
                <a:gd name="T9" fmla="*/ 514 h 1460"/>
                <a:gd name="T10" fmla="*/ 1200 w 2289"/>
                <a:gd name="T11" fmla="*/ 464 h 1460"/>
                <a:gd name="T12" fmla="*/ 1394 w 2289"/>
                <a:gd name="T13" fmla="*/ 312 h 1460"/>
                <a:gd name="T14" fmla="*/ 1433 w 2289"/>
                <a:gd name="T15" fmla="*/ 157 h 1460"/>
                <a:gd name="T16" fmla="*/ 1486 w 2289"/>
                <a:gd name="T17" fmla="*/ 59 h 1460"/>
                <a:gd name="T18" fmla="*/ 1544 w 2289"/>
                <a:gd name="T19" fmla="*/ 51 h 1460"/>
                <a:gd name="T20" fmla="*/ 1625 w 2289"/>
                <a:gd name="T21" fmla="*/ 91 h 1460"/>
                <a:gd name="T22" fmla="*/ 1634 w 2289"/>
                <a:gd name="T23" fmla="*/ 139 h 1460"/>
                <a:gd name="T24" fmla="*/ 1565 w 2289"/>
                <a:gd name="T25" fmla="*/ 346 h 1460"/>
                <a:gd name="T26" fmla="*/ 1568 w 2289"/>
                <a:gd name="T27" fmla="*/ 436 h 1460"/>
                <a:gd name="T28" fmla="*/ 1616 w 2289"/>
                <a:gd name="T29" fmla="*/ 424 h 1460"/>
                <a:gd name="T30" fmla="*/ 1755 w 2289"/>
                <a:gd name="T31" fmla="*/ 283 h 1460"/>
                <a:gd name="T32" fmla="*/ 1888 w 2289"/>
                <a:gd name="T33" fmla="*/ 183 h 1460"/>
                <a:gd name="T34" fmla="*/ 1988 w 2289"/>
                <a:gd name="T35" fmla="*/ 199 h 1460"/>
                <a:gd name="T36" fmla="*/ 2063 w 2289"/>
                <a:gd name="T37" fmla="*/ 256 h 1460"/>
                <a:gd name="T38" fmla="*/ 2136 w 2289"/>
                <a:gd name="T39" fmla="*/ 408 h 1460"/>
                <a:gd name="T40" fmla="*/ 2229 w 2289"/>
                <a:gd name="T41" fmla="*/ 531 h 1460"/>
                <a:gd name="T42" fmla="*/ 2287 w 2289"/>
                <a:gd name="T43" fmla="*/ 580 h 1460"/>
                <a:gd name="T44" fmla="*/ 2259 w 2289"/>
                <a:gd name="T45" fmla="*/ 612 h 1460"/>
                <a:gd name="T46" fmla="*/ 2126 w 2289"/>
                <a:gd name="T47" fmla="*/ 583 h 1460"/>
                <a:gd name="T48" fmla="*/ 1973 w 2289"/>
                <a:gd name="T49" fmla="*/ 441 h 1460"/>
                <a:gd name="T50" fmla="*/ 1884 w 2289"/>
                <a:gd name="T51" fmla="*/ 335 h 1460"/>
                <a:gd name="T52" fmla="*/ 1759 w 2289"/>
                <a:gd name="T53" fmla="*/ 434 h 1460"/>
                <a:gd name="T54" fmla="*/ 1620 w 2289"/>
                <a:gd name="T55" fmla="*/ 580 h 1460"/>
                <a:gd name="T56" fmla="*/ 1534 w 2289"/>
                <a:gd name="T57" fmla="*/ 588 h 1460"/>
                <a:gd name="T58" fmla="*/ 1425 w 2289"/>
                <a:gd name="T59" fmla="*/ 523 h 1460"/>
                <a:gd name="T60" fmla="*/ 1351 w 2289"/>
                <a:gd name="T61" fmla="*/ 466 h 1460"/>
                <a:gd name="T62" fmla="*/ 1157 w 2289"/>
                <a:gd name="T63" fmla="*/ 584 h 1460"/>
                <a:gd name="T64" fmla="*/ 993 w 2289"/>
                <a:gd name="T65" fmla="*/ 613 h 1460"/>
                <a:gd name="T66" fmla="*/ 823 w 2289"/>
                <a:gd name="T67" fmla="*/ 555 h 1460"/>
                <a:gd name="T68" fmla="*/ 720 w 2289"/>
                <a:gd name="T69" fmla="*/ 457 h 1460"/>
                <a:gd name="T70" fmla="*/ 448 w 2289"/>
                <a:gd name="T71" fmla="*/ 594 h 1460"/>
                <a:gd name="T72" fmla="*/ 392 w 2289"/>
                <a:gd name="T73" fmla="*/ 862 h 1460"/>
                <a:gd name="T74" fmla="*/ 328 w 2289"/>
                <a:gd name="T75" fmla="*/ 1161 h 1460"/>
                <a:gd name="T76" fmla="*/ 215 w 2289"/>
                <a:gd name="T77" fmla="*/ 1376 h 1460"/>
                <a:gd name="T78" fmla="*/ 114 w 2289"/>
                <a:gd name="T79" fmla="*/ 1448 h 1460"/>
                <a:gd name="T80" fmla="*/ 0 w 2289"/>
                <a:gd name="T81" fmla="*/ 1423 h 1460"/>
                <a:gd name="T82" fmla="*/ 95 w 2289"/>
                <a:gd name="T83" fmla="*/ 1349 h 1460"/>
                <a:gd name="T84" fmla="*/ 163 w 2289"/>
                <a:gd name="T85" fmla="*/ 1228 h 1460"/>
                <a:gd name="T86" fmla="*/ 213 w 2289"/>
                <a:gd name="T87" fmla="*/ 1035 h 1460"/>
                <a:gd name="T88" fmla="*/ 240 w 2289"/>
                <a:gd name="T89" fmla="*/ 617 h 1460"/>
                <a:gd name="T90" fmla="*/ 195 w 2289"/>
                <a:gd name="T91" fmla="*/ 511 h 1460"/>
                <a:gd name="T92" fmla="*/ 92 w 2289"/>
                <a:gd name="T93" fmla="*/ 565 h 1460"/>
                <a:gd name="T94" fmla="*/ 143 w 2289"/>
                <a:gd name="T95" fmla="*/ 433 h 1460"/>
                <a:gd name="T96" fmla="*/ 254 w 2289"/>
                <a:gd name="T97" fmla="*/ 332 h 1460"/>
                <a:gd name="T98" fmla="*/ 297 w 2289"/>
                <a:gd name="T99" fmla="*/ 230 h 1460"/>
                <a:gd name="T100" fmla="*/ 267 w 2289"/>
                <a:gd name="T101" fmla="*/ 178 h 1460"/>
                <a:gd name="T102" fmla="*/ 261 w 2289"/>
                <a:gd name="T103" fmla="*/ 74 h 1460"/>
                <a:gd name="T104" fmla="*/ 335 w 2289"/>
                <a:gd name="T105" fmla="*/ 118 h 1460"/>
                <a:gd name="T106" fmla="*/ 398 w 2289"/>
                <a:gd name="T107" fmla="*/ 108 h 1460"/>
                <a:gd name="T108" fmla="*/ 489 w 2289"/>
                <a:gd name="T109" fmla="*/ 137 h 1460"/>
                <a:gd name="T110" fmla="*/ 505 w 2289"/>
                <a:gd name="T111" fmla="*/ 181 h 1460"/>
                <a:gd name="T112" fmla="*/ 456 w 2289"/>
                <a:gd name="T113" fmla="*/ 322 h 1460"/>
                <a:gd name="T114" fmla="*/ 427 w 2289"/>
                <a:gd name="T115" fmla="*/ 510 h 1460"/>
                <a:gd name="T116" fmla="*/ 690 w 2289"/>
                <a:gd name="T117" fmla="*/ 385 h 1460"/>
                <a:gd name="T118" fmla="*/ 720 w 2289"/>
                <a:gd name="T119" fmla="*/ 256 h 1460"/>
                <a:gd name="T120" fmla="*/ 812 w 2289"/>
                <a:gd name="T121" fmla="*/ 126 h 1460"/>
                <a:gd name="T122" fmla="*/ 957 w 2289"/>
                <a:gd name="T123" fmla="*/ 26 h 1460"/>
                <a:gd name="T124" fmla="*/ 1042 w 2289"/>
                <a:gd name="T125" fmla="*/ 101 h 1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89" h="1460">
                  <a:moveTo>
                    <a:pt x="1042" y="101"/>
                  </a:moveTo>
                  <a:lnTo>
                    <a:pt x="1034" y="101"/>
                  </a:lnTo>
                  <a:lnTo>
                    <a:pt x="1027" y="103"/>
                  </a:lnTo>
                  <a:lnTo>
                    <a:pt x="1020" y="105"/>
                  </a:lnTo>
                  <a:lnTo>
                    <a:pt x="1013" y="109"/>
                  </a:lnTo>
                  <a:lnTo>
                    <a:pt x="1003" y="116"/>
                  </a:lnTo>
                  <a:lnTo>
                    <a:pt x="992" y="122"/>
                  </a:lnTo>
                  <a:lnTo>
                    <a:pt x="982" y="130"/>
                  </a:lnTo>
                  <a:lnTo>
                    <a:pt x="973" y="138"/>
                  </a:lnTo>
                  <a:lnTo>
                    <a:pt x="964" y="147"/>
                  </a:lnTo>
                  <a:lnTo>
                    <a:pt x="956" y="158"/>
                  </a:lnTo>
                  <a:lnTo>
                    <a:pt x="948" y="168"/>
                  </a:lnTo>
                  <a:lnTo>
                    <a:pt x="939" y="178"/>
                  </a:lnTo>
                  <a:lnTo>
                    <a:pt x="932" y="189"/>
                  </a:lnTo>
                  <a:lnTo>
                    <a:pt x="926" y="201"/>
                  </a:lnTo>
                  <a:lnTo>
                    <a:pt x="920" y="214"/>
                  </a:lnTo>
                  <a:lnTo>
                    <a:pt x="914" y="226"/>
                  </a:lnTo>
                  <a:lnTo>
                    <a:pt x="909" y="239"/>
                  </a:lnTo>
                  <a:lnTo>
                    <a:pt x="905" y="253"/>
                  </a:lnTo>
                  <a:lnTo>
                    <a:pt x="901" y="268"/>
                  </a:lnTo>
                  <a:lnTo>
                    <a:pt x="898" y="282"/>
                  </a:lnTo>
                  <a:lnTo>
                    <a:pt x="894" y="294"/>
                  </a:lnTo>
                  <a:lnTo>
                    <a:pt x="890" y="383"/>
                  </a:lnTo>
                  <a:lnTo>
                    <a:pt x="891" y="387"/>
                  </a:lnTo>
                  <a:lnTo>
                    <a:pt x="893" y="401"/>
                  </a:lnTo>
                  <a:lnTo>
                    <a:pt x="898" y="416"/>
                  </a:lnTo>
                  <a:lnTo>
                    <a:pt x="902" y="429"/>
                  </a:lnTo>
                  <a:lnTo>
                    <a:pt x="907" y="441"/>
                  </a:lnTo>
                  <a:lnTo>
                    <a:pt x="913" y="453"/>
                  </a:lnTo>
                  <a:lnTo>
                    <a:pt x="920" y="463"/>
                  </a:lnTo>
                  <a:lnTo>
                    <a:pt x="928" y="472"/>
                  </a:lnTo>
                  <a:lnTo>
                    <a:pt x="936" y="481"/>
                  </a:lnTo>
                  <a:lnTo>
                    <a:pt x="947" y="488"/>
                  </a:lnTo>
                  <a:lnTo>
                    <a:pt x="957" y="495"/>
                  </a:lnTo>
                  <a:lnTo>
                    <a:pt x="968" y="500"/>
                  </a:lnTo>
                  <a:lnTo>
                    <a:pt x="979" y="506"/>
                  </a:lnTo>
                  <a:lnTo>
                    <a:pt x="992" y="510"/>
                  </a:lnTo>
                  <a:lnTo>
                    <a:pt x="1006" y="512"/>
                  </a:lnTo>
                  <a:lnTo>
                    <a:pt x="1019" y="514"/>
                  </a:lnTo>
                  <a:lnTo>
                    <a:pt x="1034" y="514"/>
                  </a:lnTo>
                  <a:lnTo>
                    <a:pt x="1054" y="513"/>
                  </a:lnTo>
                  <a:lnTo>
                    <a:pt x="1073" y="511"/>
                  </a:lnTo>
                  <a:lnTo>
                    <a:pt x="1093" y="507"/>
                  </a:lnTo>
                  <a:lnTo>
                    <a:pt x="1114" y="501"/>
                  </a:lnTo>
                  <a:lnTo>
                    <a:pt x="1135" y="494"/>
                  </a:lnTo>
                  <a:lnTo>
                    <a:pt x="1157" y="485"/>
                  </a:lnTo>
                  <a:lnTo>
                    <a:pt x="1178" y="475"/>
                  </a:lnTo>
                  <a:lnTo>
                    <a:pt x="1200" y="464"/>
                  </a:lnTo>
                  <a:lnTo>
                    <a:pt x="1224" y="449"/>
                  </a:lnTo>
                  <a:lnTo>
                    <a:pt x="1246" y="435"/>
                  </a:lnTo>
                  <a:lnTo>
                    <a:pt x="1271" y="418"/>
                  </a:lnTo>
                  <a:lnTo>
                    <a:pt x="1294" y="400"/>
                  </a:lnTo>
                  <a:lnTo>
                    <a:pt x="1319" y="380"/>
                  </a:lnTo>
                  <a:lnTo>
                    <a:pt x="1343" y="359"/>
                  </a:lnTo>
                  <a:lnTo>
                    <a:pt x="1369" y="336"/>
                  </a:lnTo>
                  <a:lnTo>
                    <a:pt x="1394" y="312"/>
                  </a:lnTo>
                  <a:lnTo>
                    <a:pt x="1395" y="311"/>
                  </a:lnTo>
                  <a:lnTo>
                    <a:pt x="1396" y="309"/>
                  </a:lnTo>
                  <a:lnTo>
                    <a:pt x="1401" y="279"/>
                  </a:lnTo>
                  <a:lnTo>
                    <a:pt x="1407" y="252"/>
                  </a:lnTo>
                  <a:lnTo>
                    <a:pt x="1413" y="227"/>
                  </a:lnTo>
                  <a:lnTo>
                    <a:pt x="1419" y="203"/>
                  </a:lnTo>
                  <a:lnTo>
                    <a:pt x="1425" y="180"/>
                  </a:lnTo>
                  <a:lnTo>
                    <a:pt x="1433" y="157"/>
                  </a:lnTo>
                  <a:lnTo>
                    <a:pt x="1441" y="133"/>
                  </a:lnTo>
                  <a:lnTo>
                    <a:pt x="1450" y="110"/>
                  </a:lnTo>
                  <a:lnTo>
                    <a:pt x="1457" y="96"/>
                  </a:lnTo>
                  <a:lnTo>
                    <a:pt x="1463" y="84"/>
                  </a:lnTo>
                  <a:lnTo>
                    <a:pt x="1470" y="74"/>
                  </a:lnTo>
                  <a:lnTo>
                    <a:pt x="1477" y="65"/>
                  </a:lnTo>
                  <a:lnTo>
                    <a:pt x="1482" y="62"/>
                  </a:lnTo>
                  <a:lnTo>
                    <a:pt x="1486" y="59"/>
                  </a:lnTo>
                  <a:lnTo>
                    <a:pt x="1491" y="55"/>
                  </a:lnTo>
                  <a:lnTo>
                    <a:pt x="1496" y="52"/>
                  </a:lnTo>
                  <a:lnTo>
                    <a:pt x="1501" y="51"/>
                  </a:lnTo>
                  <a:lnTo>
                    <a:pt x="1508" y="49"/>
                  </a:lnTo>
                  <a:lnTo>
                    <a:pt x="1515" y="48"/>
                  </a:lnTo>
                  <a:lnTo>
                    <a:pt x="1521" y="48"/>
                  </a:lnTo>
                  <a:lnTo>
                    <a:pt x="1532" y="49"/>
                  </a:lnTo>
                  <a:lnTo>
                    <a:pt x="1544" y="51"/>
                  </a:lnTo>
                  <a:lnTo>
                    <a:pt x="1557" y="54"/>
                  </a:lnTo>
                  <a:lnTo>
                    <a:pt x="1573" y="59"/>
                  </a:lnTo>
                  <a:lnTo>
                    <a:pt x="1584" y="64"/>
                  </a:lnTo>
                  <a:lnTo>
                    <a:pt x="1594" y="68"/>
                  </a:lnTo>
                  <a:lnTo>
                    <a:pt x="1603" y="73"/>
                  </a:lnTo>
                  <a:lnTo>
                    <a:pt x="1612" y="79"/>
                  </a:lnTo>
                  <a:lnTo>
                    <a:pt x="1619" y="85"/>
                  </a:lnTo>
                  <a:lnTo>
                    <a:pt x="1625" y="91"/>
                  </a:lnTo>
                  <a:lnTo>
                    <a:pt x="1629" y="97"/>
                  </a:lnTo>
                  <a:lnTo>
                    <a:pt x="1633" y="104"/>
                  </a:lnTo>
                  <a:lnTo>
                    <a:pt x="1635" y="110"/>
                  </a:lnTo>
                  <a:lnTo>
                    <a:pt x="1636" y="116"/>
                  </a:lnTo>
                  <a:lnTo>
                    <a:pt x="1636" y="121"/>
                  </a:lnTo>
                  <a:lnTo>
                    <a:pt x="1636" y="127"/>
                  </a:lnTo>
                  <a:lnTo>
                    <a:pt x="1636" y="133"/>
                  </a:lnTo>
                  <a:lnTo>
                    <a:pt x="1634" y="139"/>
                  </a:lnTo>
                  <a:lnTo>
                    <a:pt x="1632" y="145"/>
                  </a:lnTo>
                  <a:lnTo>
                    <a:pt x="1630" y="151"/>
                  </a:lnTo>
                  <a:lnTo>
                    <a:pt x="1614" y="187"/>
                  </a:lnTo>
                  <a:lnTo>
                    <a:pt x="1599" y="222"/>
                  </a:lnTo>
                  <a:lnTo>
                    <a:pt x="1588" y="254"/>
                  </a:lnTo>
                  <a:lnTo>
                    <a:pt x="1579" y="286"/>
                  </a:lnTo>
                  <a:lnTo>
                    <a:pt x="1571" y="317"/>
                  </a:lnTo>
                  <a:lnTo>
                    <a:pt x="1565" y="346"/>
                  </a:lnTo>
                  <a:lnTo>
                    <a:pt x="1562" y="376"/>
                  </a:lnTo>
                  <a:lnTo>
                    <a:pt x="1560" y="406"/>
                  </a:lnTo>
                  <a:lnTo>
                    <a:pt x="1560" y="414"/>
                  </a:lnTo>
                  <a:lnTo>
                    <a:pt x="1561" y="422"/>
                  </a:lnTo>
                  <a:lnTo>
                    <a:pt x="1562" y="426"/>
                  </a:lnTo>
                  <a:lnTo>
                    <a:pt x="1563" y="430"/>
                  </a:lnTo>
                  <a:lnTo>
                    <a:pt x="1565" y="433"/>
                  </a:lnTo>
                  <a:lnTo>
                    <a:pt x="1568" y="436"/>
                  </a:lnTo>
                  <a:lnTo>
                    <a:pt x="1572" y="439"/>
                  </a:lnTo>
                  <a:lnTo>
                    <a:pt x="1576" y="441"/>
                  </a:lnTo>
                  <a:lnTo>
                    <a:pt x="1581" y="442"/>
                  </a:lnTo>
                  <a:lnTo>
                    <a:pt x="1587" y="441"/>
                  </a:lnTo>
                  <a:lnTo>
                    <a:pt x="1593" y="439"/>
                  </a:lnTo>
                  <a:lnTo>
                    <a:pt x="1600" y="435"/>
                  </a:lnTo>
                  <a:lnTo>
                    <a:pt x="1607" y="430"/>
                  </a:lnTo>
                  <a:lnTo>
                    <a:pt x="1616" y="424"/>
                  </a:lnTo>
                  <a:lnTo>
                    <a:pt x="1626" y="414"/>
                  </a:lnTo>
                  <a:lnTo>
                    <a:pt x="1639" y="401"/>
                  </a:lnTo>
                  <a:lnTo>
                    <a:pt x="1653" y="386"/>
                  </a:lnTo>
                  <a:lnTo>
                    <a:pt x="1670" y="369"/>
                  </a:lnTo>
                  <a:lnTo>
                    <a:pt x="1690" y="348"/>
                  </a:lnTo>
                  <a:lnTo>
                    <a:pt x="1710" y="327"/>
                  </a:lnTo>
                  <a:lnTo>
                    <a:pt x="1733" y="306"/>
                  </a:lnTo>
                  <a:lnTo>
                    <a:pt x="1755" y="283"/>
                  </a:lnTo>
                  <a:lnTo>
                    <a:pt x="1778" y="262"/>
                  </a:lnTo>
                  <a:lnTo>
                    <a:pt x="1801" y="242"/>
                  </a:lnTo>
                  <a:lnTo>
                    <a:pt x="1824" y="224"/>
                  </a:lnTo>
                  <a:lnTo>
                    <a:pt x="1845" y="208"/>
                  </a:lnTo>
                  <a:lnTo>
                    <a:pt x="1850" y="204"/>
                  </a:lnTo>
                  <a:lnTo>
                    <a:pt x="1865" y="195"/>
                  </a:lnTo>
                  <a:lnTo>
                    <a:pt x="1880" y="187"/>
                  </a:lnTo>
                  <a:lnTo>
                    <a:pt x="1888" y="183"/>
                  </a:lnTo>
                  <a:lnTo>
                    <a:pt x="1897" y="181"/>
                  </a:lnTo>
                  <a:lnTo>
                    <a:pt x="1906" y="179"/>
                  </a:lnTo>
                  <a:lnTo>
                    <a:pt x="1917" y="178"/>
                  </a:lnTo>
                  <a:lnTo>
                    <a:pt x="1927" y="179"/>
                  </a:lnTo>
                  <a:lnTo>
                    <a:pt x="1937" y="181"/>
                  </a:lnTo>
                  <a:lnTo>
                    <a:pt x="1948" y="183"/>
                  </a:lnTo>
                  <a:lnTo>
                    <a:pt x="1959" y="187"/>
                  </a:lnTo>
                  <a:lnTo>
                    <a:pt x="1988" y="199"/>
                  </a:lnTo>
                  <a:lnTo>
                    <a:pt x="2011" y="212"/>
                  </a:lnTo>
                  <a:lnTo>
                    <a:pt x="2022" y="218"/>
                  </a:lnTo>
                  <a:lnTo>
                    <a:pt x="2030" y="224"/>
                  </a:lnTo>
                  <a:lnTo>
                    <a:pt x="2039" y="230"/>
                  </a:lnTo>
                  <a:lnTo>
                    <a:pt x="2046" y="236"/>
                  </a:lnTo>
                  <a:lnTo>
                    <a:pt x="2052" y="242"/>
                  </a:lnTo>
                  <a:lnTo>
                    <a:pt x="2058" y="249"/>
                  </a:lnTo>
                  <a:lnTo>
                    <a:pt x="2063" y="256"/>
                  </a:lnTo>
                  <a:lnTo>
                    <a:pt x="2069" y="263"/>
                  </a:lnTo>
                  <a:lnTo>
                    <a:pt x="2077" y="278"/>
                  </a:lnTo>
                  <a:lnTo>
                    <a:pt x="2084" y="294"/>
                  </a:lnTo>
                  <a:lnTo>
                    <a:pt x="2094" y="320"/>
                  </a:lnTo>
                  <a:lnTo>
                    <a:pt x="2104" y="343"/>
                  </a:lnTo>
                  <a:lnTo>
                    <a:pt x="2115" y="366"/>
                  </a:lnTo>
                  <a:lnTo>
                    <a:pt x="2126" y="387"/>
                  </a:lnTo>
                  <a:lnTo>
                    <a:pt x="2136" y="408"/>
                  </a:lnTo>
                  <a:lnTo>
                    <a:pt x="2147" y="427"/>
                  </a:lnTo>
                  <a:lnTo>
                    <a:pt x="2158" y="444"/>
                  </a:lnTo>
                  <a:lnTo>
                    <a:pt x="2169" y="462"/>
                  </a:lnTo>
                  <a:lnTo>
                    <a:pt x="2181" y="478"/>
                  </a:lnTo>
                  <a:lnTo>
                    <a:pt x="2192" y="492"/>
                  </a:lnTo>
                  <a:lnTo>
                    <a:pt x="2204" y="507"/>
                  </a:lnTo>
                  <a:lnTo>
                    <a:pt x="2216" y="519"/>
                  </a:lnTo>
                  <a:lnTo>
                    <a:pt x="2229" y="531"/>
                  </a:lnTo>
                  <a:lnTo>
                    <a:pt x="2241" y="541"/>
                  </a:lnTo>
                  <a:lnTo>
                    <a:pt x="2253" y="552"/>
                  </a:lnTo>
                  <a:lnTo>
                    <a:pt x="2266" y="560"/>
                  </a:lnTo>
                  <a:lnTo>
                    <a:pt x="2273" y="564"/>
                  </a:lnTo>
                  <a:lnTo>
                    <a:pt x="2278" y="568"/>
                  </a:lnTo>
                  <a:lnTo>
                    <a:pt x="2282" y="572"/>
                  </a:lnTo>
                  <a:lnTo>
                    <a:pt x="2285" y="576"/>
                  </a:lnTo>
                  <a:lnTo>
                    <a:pt x="2287" y="580"/>
                  </a:lnTo>
                  <a:lnTo>
                    <a:pt x="2289" y="584"/>
                  </a:lnTo>
                  <a:lnTo>
                    <a:pt x="2289" y="588"/>
                  </a:lnTo>
                  <a:lnTo>
                    <a:pt x="2289" y="592"/>
                  </a:lnTo>
                  <a:lnTo>
                    <a:pt x="2286" y="597"/>
                  </a:lnTo>
                  <a:lnTo>
                    <a:pt x="2282" y="602"/>
                  </a:lnTo>
                  <a:lnTo>
                    <a:pt x="2276" y="606"/>
                  </a:lnTo>
                  <a:lnTo>
                    <a:pt x="2267" y="609"/>
                  </a:lnTo>
                  <a:lnTo>
                    <a:pt x="2259" y="612"/>
                  </a:lnTo>
                  <a:lnTo>
                    <a:pt x="2249" y="613"/>
                  </a:lnTo>
                  <a:lnTo>
                    <a:pt x="2238" y="614"/>
                  </a:lnTo>
                  <a:lnTo>
                    <a:pt x="2226" y="614"/>
                  </a:lnTo>
                  <a:lnTo>
                    <a:pt x="2205" y="611"/>
                  </a:lnTo>
                  <a:lnTo>
                    <a:pt x="2186" y="607"/>
                  </a:lnTo>
                  <a:lnTo>
                    <a:pt x="2165" y="601"/>
                  </a:lnTo>
                  <a:lnTo>
                    <a:pt x="2145" y="592"/>
                  </a:lnTo>
                  <a:lnTo>
                    <a:pt x="2126" y="583"/>
                  </a:lnTo>
                  <a:lnTo>
                    <a:pt x="2106" y="571"/>
                  </a:lnTo>
                  <a:lnTo>
                    <a:pt x="2086" y="558"/>
                  </a:lnTo>
                  <a:lnTo>
                    <a:pt x="2066" y="543"/>
                  </a:lnTo>
                  <a:lnTo>
                    <a:pt x="2047" y="526"/>
                  </a:lnTo>
                  <a:lnTo>
                    <a:pt x="2029" y="508"/>
                  </a:lnTo>
                  <a:lnTo>
                    <a:pt x="2009" y="487"/>
                  </a:lnTo>
                  <a:lnTo>
                    <a:pt x="1991" y="465"/>
                  </a:lnTo>
                  <a:lnTo>
                    <a:pt x="1973" y="441"/>
                  </a:lnTo>
                  <a:lnTo>
                    <a:pt x="1954" y="416"/>
                  </a:lnTo>
                  <a:lnTo>
                    <a:pt x="1937" y="388"/>
                  </a:lnTo>
                  <a:lnTo>
                    <a:pt x="1920" y="360"/>
                  </a:lnTo>
                  <a:lnTo>
                    <a:pt x="1913" y="351"/>
                  </a:lnTo>
                  <a:lnTo>
                    <a:pt x="1906" y="344"/>
                  </a:lnTo>
                  <a:lnTo>
                    <a:pt x="1899" y="339"/>
                  </a:lnTo>
                  <a:lnTo>
                    <a:pt x="1892" y="336"/>
                  </a:lnTo>
                  <a:lnTo>
                    <a:pt x="1884" y="335"/>
                  </a:lnTo>
                  <a:lnTo>
                    <a:pt x="1875" y="335"/>
                  </a:lnTo>
                  <a:lnTo>
                    <a:pt x="1867" y="338"/>
                  </a:lnTo>
                  <a:lnTo>
                    <a:pt x="1857" y="343"/>
                  </a:lnTo>
                  <a:lnTo>
                    <a:pt x="1838" y="358"/>
                  </a:lnTo>
                  <a:lnTo>
                    <a:pt x="1821" y="372"/>
                  </a:lnTo>
                  <a:lnTo>
                    <a:pt x="1804" y="387"/>
                  </a:lnTo>
                  <a:lnTo>
                    <a:pt x="1789" y="402"/>
                  </a:lnTo>
                  <a:lnTo>
                    <a:pt x="1759" y="434"/>
                  </a:lnTo>
                  <a:lnTo>
                    <a:pt x="1730" y="468"/>
                  </a:lnTo>
                  <a:lnTo>
                    <a:pt x="1712" y="488"/>
                  </a:lnTo>
                  <a:lnTo>
                    <a:pt x="1692" y="511"/>
                  </a:lnTo>
                  <a:lnTo>
                    <a:pt x="1671" y="535"/>
                  </a:lnTo>
                  <a:lnTo>
                    <a:pt x="1647" y="560"/>
                  </a:lnTo>
                  <a:lnTo>
                    <a:pt x="1638" y="568"/>
                  </a:lnTo>
                  <a:lnTo>
                    <a:pt x="1629" y="574"/>
                  </a:lnTo>
                  <a:lnTo>
                    <a:pt x="1620" y="580"/>
                  </a:lnTo>
                  <a:lnTo>
                    <a:pt x="1611" y="585"/>
                  </a:lnTo>
                  <a:lnTo>
                    <a:pt x="1600" y="588"/>
                  </a:lnTo>
                  <a:lnTo>
                    <a:pt x="1590" y="591"/>
                  </a:lnTo>
                  <a:lnTo>
                    <a:pt x="1580" y="592"/>
                  </a:lnTo>
                  <a:lnTo>
                    <a:pt x="1569" y="593"/>
                  </a:lnTo>
                  <a:lnTo>
                    <a:pt x="1557" y="592"/>
                  </a:lnTo>
                  <a:lnTo>
                    <a:pt x="1545" y="590"/>
                  </a:lnTo>
                  <a:lnTo>
                    <a:pt x="1534" y="588"/>
                  </a:lnTo>
                  <a:lnTo>
                    <a:pt x="1522" y="584"/>
                  </a:lnTo>
                  <a:lnTo>
                    <a:pt x="1509" y="579"/>
                  </a:lnTo>
                  <a:lnTo>
                    <a:pt x="1495" y="573"/>
                  </a:lnTo>
                  <a:lnTo>
                    <a:pt x="1482" y="566"/>
                  </a:lnTo>
                  <a:lnTo>
                    <a:pt x="1469" y="558"/>
                  </a:lnTo>
                  <a:lnTo>
                    <a:pt x="1452" y="546"/>
                  </a:lnTo>
                  <a:lnTo>
                    <a:pt x="1438" y="535"/>
                  </a:lnTo>
                  <a:lnTo>
                    <a:pt x="1425" y="523"/>
                  </a:lnTo>
                  <a:lnTo>
                    <a:pt x="1414" y="510"/>
                  </a:lnTo>
                  <a:lnTo>
                    <a:pt x="1404" y="495"/>
                  </a:lnTo>
                  <a:lnTo>
                    <a:pt x="1397" y="480"/>
                  </a:lnTo>
                  <a:lnTo>
                    <a:pt x="1391" y="464"/>
                  </a:lnTo>
                  <a:lnTo>
                    <a:pt x="1387" y="446"/>
                  </a:lnTo>
                  <a:lnTo>
                    <a:pt x="1385" y="437"/>
                  </a:lnTo>
                  <a:lnTo>
                    <a:pt x="1378" y="443"/>
                  </a:lnTo>
                  <a:lnTo>
                    <a:pt x="1351" y="466"/>
                  </a:lnTo>
                  <a:lnTo>
                    <a:pt x="1319" y="491"/>
                  </a:lnTo>
                  <a:lnTo>
                    <a:pt x="1299" y="506"/>
                  </a:lnTo>
                  <a:lnTo>
                    <a:pt x="1279" y="520"/>
                  </a:lnTo>
                  <a:lnTo>
                    <a:pt x="1257" y="534"/>
                  </a:lnTo>
                  <a:lnTo>
                    <a:pt x="1233" y="547"/>
                  </a:lnTo>
                  <a:lnTo>
                    <a:pt x="1209" y="561"/>
                  </a:lnTo>
                  <a:lnTo>
                    <a:pt x="1183" y="573"/>
                  </a:lnTo>
                  <a:lnTo>
                    <a:pt x="1157" y="584"/>
                  </a:lnTo>
                  <a:lnTo>
                    <a:pt x="1130" y="594"/>
                  </a:lnTo>
                  <a:lnTo>
                    <a:pt x="1103" y="603"/>
                  </a:lnTo>
                  <a:lnTo>
                    <a:pt x="1074" y="609"/>
                  </a:lnTo>
                  <a:lnTo>
                    <a:pt x="1060" y="611"/>
                  </a:lnTo>
                  <a:lnTo>
                    <a:pt x="1045" y="613"/>
                  </a:lnTo>
                  <a:lnTo>
                    <a:pt x="1031" y="613"/>
                  </a:lnTo>
                  <a:lnTo>
                    <a:pt x="1017" y="614"/>
                  </a:lnTo>
                  <a:lnTo>
                    <a:pt x="993" y="613"/>
                  </a:lnTo>
                  <a:lnTo>
                    <a:pt x="970" y="610"/>
                  </a:lnTo>
                  <a:lnTo>
                    <a:pt x="948" y="606"/>
                  </a:lnTo>
                  <a:lnTo>
                    <a:pt x="925" y="601"/>
                  </a:lnTo>
                  <a:lnTo>
                    <a:pt x="904" y="593"/>
                  </a:lnTo>
                  <a:lnTo>
                    <a:pt x="882" y="585"/>
                  </a:lnTo>
                  <a:lnTo>
                    <a:pt x="862" y="576"/>
                  </a:lnTo>
                  <a:lnTo>
                    <a:pt x="842" y="566"/>
                  </a:lnTo>
                  <a:lnTo>
                    <a:pt x="823" y="555"/>
                  </a:lnTo>
                  <a:lnTo>
                    <a:pt x="806" y="542"/>
                  </a:lnTo>
                  <a:lnTo>
                    <a:pt x="788" y="530"/>
                  </a:lnTo>
                  <a:lnTo>
                    <a:pt x="773" y="517"/>
                  </a:lnTo>
                  <a:lnTo>
                    <a:pt x="759" y="503"/>
                  </a:lnTo>
                  <a:lnTo>
                    <a:pt x="746" y="489"/>
                  </a:lnTo>
                  <a:lnTo>
                    <a:pt x="733" y="475"/>
                  </a:lnTo>
                  <a:lnTo>
                    <a:pt x="723" y="461"/>
                  </a:lnTo>
                  <a:lnTo>
                    <a:pt x="720" y="457"/>
                  </a:lnTo>
                  <a:lnTo>
                    <a:pt x="716" y="459"/>
                  </a:lnTo>
                  <a:lnTo>
                    <a:pt x="673" y="477"/>
                  </a:lnTo>
                  <a:lnTo>
                    <a:pt x="632" y="496"/>
                  </a:lnTo>
                  <a:lnTo>
                    <a:pt x="593" y="516"/>
                  </a:lnTo>
                  <a:lnTo>
                    <a:pt x="555" y="535"/>
                  </a:lnTo>
                  <a:lnTo>
                    <a:pt x="517" y="556"/>
                  </a:lnTo>
                  <a:lnTo>
                    <a:pt x="481" y="575"/>
                  </a:lnTo>
                  <a:lnTo>
                    <a:pt x="448" y="594"/>
                  </a:lnTo>
                  <a:lnTo>
                    <a:pt x="414" y="615"/>
                  </a:lnTo>
                  <a:lnTo>
                    <a:pt x="412" y="616"/>
                  </a:lnTo>
                  <a:lnTo>
                    <a:pt x="412" y="619"/>
                  </a:lnTo>
                  <a:lnTo>
                    <a:pt x="408" y="683"/>
                  </a:lnTo>
                  <a:lnTo>
                    <a:pt x="404" y="752"/>
                  </a:lnTo>
                  <a:lnTo>
                    <a:pt x="401" y="787"/>
                  </a:lnTo>
                  <a:lnTo>
                    <a:pt x="397" y="824"/>
                  </a:lnTo>
                  <a:lnTo>
                    <a:pt x="392" y="862"/>
                  </a:lnTo>
                  <a:lnTo>
                    <a:pt x="387" y="900"/>
                  </a:lnTo>
                  <a:lnTo>
                    <a:pt x="381" y="937"/>
                  </a:lnTo>
                  <a:lnTo>
                    <a:pt x="374" y="975"/>
                  </a:lnTo>
                  <a:lnTo>
                    <a:pt x="367" y="1013"/>
                  </a:lnTo>
                  <a:lnTo>
                    <a:pt x="359" y="1051"/>
                  </a:lnTo>
                  <a:lnTo>
                    <a:pt x="350" y="1088"/>
                  </a:lnTo>
                  <a:lnTo>
                    <a:pt x="340" y="1125"/>
                  </a:lnTo>
                  <a:lnTo>
                    <a:pt x="328" y="1161"/>
                  </a:lnTo>
                  <a:lnTo>
                    <a:pt x="316" y="1196"/>
                  </a:lnTo>
                  <a:lnTo>
                    <a:pt x="304" y="1227"/>
                  </a:lnTo>
                  <a:lnTo>
                    <a:pt x="291" y="1257"/>
                  </a:lnTo>
                  <a:lnTo>
                    <a:pt x="276" y="1285"/>
                  </a:lnTo>
                  <a:lnTo>
                    <a:pt x="262" y="1311"/>
                  </a:lnTo>
                  <a:lnTo>
                    <a:pt x="247" y="1334"/>
                  </a:lnTo>
                  <a:lnTo>
                    <a:pt x="231" y="1357"/>
                  </a:lnTo>
                  <a:lnTo>
                    <a:pt x="215" y="1376"/>
                  </a:lnTo>
                  <a:lnTo>
                    <a:pt x="199" y="1394"/>
                  </a:lnTo>
                  <a:lnTo>
                    <a:pt x="180" y="1409"/>
                  </a:lnTo>
                  <a:lnTo>
                    <a:pt x="163" y="1423"/>
                  </a:lnTo>
                  <a:lnTo>
                    <a:pt x="153" y="1429"/>
                  </a:lnTo>
                  <a:lnTo>
                    <a:pt x="144" y="1434"/>
                  </a:lnTo>
                  <a:lnTo>
                    <a:pt x="135" y="1439"/>
                  </a:lnTo>
                  <a:lnTo>
                    <a:pt x="124" y="1444"/>
                  </a:lnTo>
                  <a:lnTo>
                    <a:pt x="114" y="1448"/>
                  </a:lnTo>
                  <a:lnTo>
                    <a:pt x="105" y="1451"/>
                  </a:lnTo>
                  <a:lnTo>
                    <a:pt x="95" y="1454"/>
                  </a:lnTo>
                  <a:lnTo>
                    <a:pt x="85" y="1456"/>
                  </a:lnTo>
                  <a:lnTo>
                    <a:pt x="73" y="1458"/>
                  </a:lnTo>
                  <a:lnTo>
                    <a:pt x="63" y="1459"/>
                  </a:lnTo>
                  <a:lnTo>
                    <a:pt x="52" y="1460"/>
                  </a:lnTo>
                  <a:lnTo>
                    <a:pt x="42" y="1460"/>
                  </a:lnTo>
                  <a:lnTo>
                    <a:pt x="0" y="1423"/>
                  </a:lnTo>
                  <a:lnTo>
                    <a:pt x="22" y="1384"/>
                  </a:lnTo>
                  <a:lnTo>
                    <a:pt x="34" y="1383"/>
                  </a:lnTo>
                  <a:lnTo>
                    <a:pt x="44" y="1381"/>
                  </a:lnTo>
                  <a:lnTo>
                    <a:pt x="55" y="1377"/>
                  </a:lnTo>
                  <a:lnTo>
                    <a:pt x="65" y="1372"/>
                  </a:lnTo>
                  <a:lnTo>
                    <a:pt x="75" y="1366"/>
                  </a:lnTo>
                  <a:lnTo>
                    <a:pt x="86" y="1358"/>
                  </a:lnTo>
                  <a:lnTo>
                    <a:pt x="95" y="1349"/>
                  </a:lnTo>
                  <a:lnTo>
                    <a:pt x="104" y="1337"/>
                  </a:lnTo>
                  <a:lnTo>
                    <a:pt x="113" y="1326"/>
                  </a:lnTo>
                  <a:lnTo>
                    <a:pt x="122" y="1313"/>
                  </a:lnTo>
                  <a:lnTo>
                    <a:pt x="132" y="1298"/>
                  </a:lnTo>
                  <a:lnTo>
                    <a:pt x="140" y="1282"/>
                  </a:lnTo>
                  <a:lnTo>
                    <a:pt x="148" y="1265"/>
                  </a:lnTo>
                  <a:lnTo>
                    <a:pt x="156" y="1248"/>
                  </a:lnTo>
                  <a:lnTo>
                    <a:pt x="163" y="1228"/>
                  </a:lnTo>
                  <a:lnTo>
                    <a:pt x="171" y="1208"/>
                  </a:lnTo>
                  <a:lnTo>
                    <a:pt x="177" y="1186"/>
                  </a:lnTo>
                  <a:lnTo>
                    <a:pt x="185" y="1164"/>
                  </a:lnTo>
                  <a:lnTo>
                    <a:pt x="191" y="1140"/>
                  </a:lnTo>
                  <a:lnTo>
                    <a:pt x="197" y="1115"/>
                  </a:lnTo>
                  <a:lnTo>
                    <a:pt x="203" y="1089"/>
                  </a:lnTo>
                  <a:lnTo>
                    <a:pt x="208" y="1063"/>
                  </a:lnTo>
                  <a:lnTo>
                    <a:pt x="213" y="1035"/>
                  </a:lnTo>
                  <a:lnTo>
                    <a:pt x="217" y="1008"/>
                  </a:lnTo>
                  <a:lnTo>
                    <a:pt x="225" y="949"/>
                  </a:lnTo>
                  <a:lnTo>
                    <a:pt x="231" y="885"/>
                  </a:lnTo>
                  <a:lnTo>
                    <a:pt x="237" y="820"/>
                  </a:lnTo>
                  <a:lnTo>
                    <a:pt x="239" y="752"/>
                  </a:lnTo>
                  <a:lnTo>
                    <a:pt x="240" y="738"/>
                  </a:lnTo>
                  <a:lnTo>
                    <a:pt x="240" y="620"/>
                  </a:lnTo>
                  <a:lnTo>
                    <a:pt x="240" y="617"/>
                  </a:lnTo>
                  <a:lnTo>
                    <a:pt x="239" y="585"/>
                  </a:lnTo>
                  <a:lnTo>
                    <a:pt x="238" y="553"/>
                  </a:lnTo>
                  <a:lnTo>
                    <a:pt x="236" y="519"/>
                  </a:lnTo>
                  <a:lnTo>
                    <a:pt x="235" y="485"/>
                  </a:lnTo>
                  <a:lnTo>
                    <a:pt x="234" y="470"/>
                  </a:lnTo>
                  <a:lnTo>
                    <a:pt x="224" y="481"/>
                  </a:lnTo>
                  <a:lnTo>
                    <a:pt x="210" y="496"/>
                  </a:lnTo>
                  <a:lnTo>
                    <a:pt x="195" y="511"/>
                  </a:lnTo>
                  <a:lnTo>
                    <a:pt x="176" y="525"/>
                  </a:lnTo>
                  <a:lnTo>
                    <a:pt x="157" y="538"/>
                  </a:lnTo>
                  <a:lnTo>
                    <a:pt x="147" y="544"/>
                  </a:lnTo>
                  <a:lnTo>
                    <a:pt x="136" y="549"/>
                  </a:lnTo>
                  <a:lnTo>
                    <a:pt x="125" y="555"/>
                  </a:lnTo>
                  <a:lnTo>
                    <a:pt x="114" y="559"/>
                  </a:lnTo>
                  <a:lnTo>
                    <a:pt x="103" y="562"/>
                  </a:lnTo>
                  <a:lnTo>
                    <a:pt x="92" y="565"/>
                  </a:lnTo>
                  <a:lnTo>
                    <a:pt x="80" y="567"/>
                  </a:lnTo>
                  <a:lnTo>
                    <a:pt x="68" y="568"/>
                  </a:lnTo>
                  <a:lnTo>
                    <a:pt x="27" y="514"/>
                  </a:lnTo>
                  <a:lnTo>
                    <a:pt x="86" y="449"/>
                  </a:lnTo>
                  <a:lnTo>
                    <a:pt x="99" y="448"/>
                  </a:lnTo>
                  <a:lnTo>
                    <a:pt x="113" y="445"/>
                  </a:lnTo>
                  <a:lnTo>
                    <a:pt x="128" y="440"/>
                  </a:lnTo>
                  <a:lnTo>
                    <a:pt x="143" y="433"/>
                  </a:lnTo>
                  <a:lnTo>
                    <a:pt x="158" y="425"/>
                  </a:lnTo>
                  <a:lnTo>
                    <a:pt x="172" y="415"/>
                  </a:lnTo>
                  <a:lnTo>
                    <a:pt x="188" y="402"/>
                  </a:lnTo>
                  <a:lnTo>
                    <a:pt x="202" y="390"/>
                  </a:lnTo>
                  <a:lnTo>
                    <a:pt x="216" y="377"/>
                  </a:lnTo>
                  <a:lnTo>
                    <a:pt x="229" y="363"/>
                  </a:lnTo>
                  <a:lnTo>
                    <a:pt x="242" y="347"/>
                  </a:lnTo>
                  <a:lnTo>
                    <a:pt x="254" y="332"/>
                  </a:lnTo>
                  <a:lnTo>
                    <a:pt x="265" y="316"/>
                  </a:lnTo>
                  <a:lnTo>
                    <a:pt x="274" y="300"/>
                  </a:lnTo>
                  <a:lnTo>
                    <a:pt x="284" y="285"/>
                  </a:lnTo>
                  <a:lnTo>
                    <a:pt x="291" y="269"/>
                  </a:lnTo>
                  <a:lnTo>
                    <a:pt x="294" y="260"/>
                  </a:lnTo>
                  <a:lnTo>
                    <a:pt x="296" y="249"/>
                  </a:lnTo>
                  <a:lnTo>
                    <a:pt x="297" y="240"/>
                  </a:lnTo>
                  <a:lnTo>
                    <a:pt x="297" y="230"/>
                  </a:lnTo>
                  <a:lnTo>
                    <a:pt x="296" y="221"/>
                  </a:lnTo>
                  <a:lnTo>
                    <a:pt x="293" y="212"/>
                  </a:lnTo>
                  <a:lnTo>
                    <a:pt x="290" y="202"/>
                  </a:lnTo>
                  <a:lnTo>
                    <a:pt x="285" y="194"/>
                  </a:lnTo>
                  <a:lnTo>
                    <a:pt x="281" y="189"/>
                  </a:lnTo>
                  <a:lnTo>
                    <a:pt x="277" y="185"/>
                  </a:lnTo>
                  <a:lnTo>
                    <a:pt x="272" y="181"/>
                  </a:lnTo>
                  <a:lnTo>
                    <a:pt x="267" y="178"/>
                  </a:lnTo>
                  <a:lnTo>
                    <a:pt x="263" y="175"/>
                  </a:lnTo>
                  <a:lnTo>
                    <a:pt x="257" y="174"/>
                  </a:lnTo>
                  <a:lnTo>
                    <a:pt x="252" y="172"/>
                  </a:lnTo>
                  <a:lnTo>
                    <a:pt x="247" y="172"/>
                  </a:lnTo>
                  <a:lnTo>
                    <a:pt x="193" y="124"/>
                  </a:lnTo>
                  <a:lnTo>
                    <a:pt x="237" y="72"/>
                  </a:lnTo>
                  <a:lnTo>
                    <a:pt x="250" y="73"/>
                  </a:lnTo>
                  <a:lnTo>
                    <a:pt x="261" y="74"/>
                  </a:lnTo>
                  <a:lnTo>
                    <a:pt x="272" y="77"/>
                  </a:lnTo>
                  <a:lnTo>
                    <a:pt x="282" y="80"/>
                  </a:lnTo>
                  <a:lnTo>
                    <a:pt x="292" y="84"/>
                  </a:lnTo>
                  <a:lnTo>
                    <a:pt x="301" y="89"/>
                  </a:lnTo>
                  <a:lnTo>
                    <a:pt x="308" y="94"/>
                  </a:lnTo>
                  <a:lnTo>
                    <a:pt x="315" y="99"/>
                  </a:lnTo>
                  <a:lnTo>
                    <a:pt x="326" y="109"/>
                  </a:lnTo>
                  <a:lnTo>
                    <a:pt x="335" y="118"/>
                  </a:lnTo>
                  <a:lnTo>
                    <a:pt x="340" y="124"/>
                  </a:lnTo>
                  <a:lnTo>
                    <a:pt x="342" y="127"/>
                  </a:lnTo>
                  <a:lnTo>
                    <a:pt x="345" y="132"/>
                  </a:lnTo>
                  <a:lnTo>
                    <a:pt x="350" y="128"/>
                  </a:lnTo>
                  <a:lnTo>
                    <a:pt x="361" y="120"/>
                  </a:lnTo>
                  <a:lnTo>
                    <a:pt x="372" y="114"/>
                  </a:lnTo>
                  <a:lnTo>
                    <a:pt x="386" y="110"/>
                  </a:lnTo>
                  <a:lnTo>
                    <a:pt x="398" y="108"/>
                  </a:lnTo>
                  <a:lnTo>
                    <a:pt x="412" y="106"/>
                  </a:lnTo>
                  <a:lnTo>
                    <a:pt x="425" y="109"/>
                  </a:lnTo>
                  <a:lnTo>
                    <a:pt x="440" y="112"/>
                  </a:lnTo>
                  <a:lnTo>
                    <a:pt x="454" y="118"/>
                  </a:lnTo>
                  <a:lnTo>
                    <a:pt x="464" y="123"/>
                  </a:lnTo>
                  <a:lnTo>
                    <a:pt x="473" y="127"/>
                  </a:lnTo>
                  <a:lnTo>
                    <a:pt x="481" y="132"/>
                  </a:lnTo>
                  <a:lnTo>
                    <a:pt x="489" y="137"/>
                  </a:lnTo>
                  <a:lnTo>
                    <a:pt x="494" y="141"/>
                  </a:lnTo>
                  <a:lnTo>
                    <a:pt x="498" y="146"/>
                  </a:lnTo>
                  <a:lnTo>
                    <a:pt x="502" y="151"/>
                  </a:lnTo>
                  <a:lnTo>
                    <a:pt x="504" y="157"/>
                  </a:lnTo>
                  <a:lnTo>
                    <a:pt x="505" y="162"/>
                  </a:lnTo>
                  <a:lnTo>
                    <a:pt x="506" y="168"/>
                  </a:lnTo>
                  <a:lnTo>
                    <a:pt x="506" y="174"/>
                  </a:lnTo>
                  <a:lnTo>
                    <a:pt x="505" y="181"/>
                  </a:lnTo>
                  <a:lnTo>
                    <a:pt x="504" y="188"/>
                  </a:lnTo>
                  <a:lnTo>
                    <a:pt x="501" y="196"/>
                  </a:lnTo>
                  <a:lnTo>
                    <a:pt x="498" y="206"/>
                  </a:lnTo>
                  <a:lnTo>
                    <a:pt x="494" y="215"/>
                  </a:lnTo>
                  <a:lnTo>
                    <a:pt x="485" y="233"/>
                  </a:lnTo>
                  <a:lnTo>
                    <a:pt x="476" y="258"/>
                  </a:lnTo>
                  <a:lnTo>
                    <a:pt x="466" y="287"/>
                  </a:lnTo>
                  <a:lnTo>
                    <a:pt x="456" y="322"/>
                  </a:lnTo>
                  <a:lnTo>
                    <a:pt x="445" y="362"/>
                  </a:lnTo>
                  <a:lnTo>
                    <a:pt x="435" y="406"/>
                  </a:lnTo>
                  <a:lnTo>
                    <a:pt x="430" y="429"/>
                  </a:lnTo>
                  <a:lnTo>
                    <a:pt x="426" y="454"/>
                  </a:lnTo>
                  <a:lnTo>
                    <a:pt x="422" y="478"/>
                  </a:lnTo>
                  <a:lnTo>
                    <a:pt x="419" y="504"/>
                  </a:lnTo>
                  <a:lnTo>
                    <a:pt x="418" y="515"/>
                  </a:lnTo>
                  <a:lnTo>
                    <a:pt x="427" y="510"/>
                  </a:lnTo>
                  <a:lnTo>
                    <a:pt x="464" y="490"/>
                  </a:lnTo>
                  <a:lnTo>
                    <a:pt x="501" y="472"/>
                  </a:lnTo>
                  <a:lnTo>
                    <a:pt x="536" y="455"/>
                  </a:lnTo>
                  <a:lnTo>
                    <a:pt x="571" y="438"/>
                  </a:lnTo>
                  <a:lnTo>
                    <a:pt x="604" y="423"/>
                  </a:lnTo>
                  <a:lnTo>
                    <a:pt x="635" y="410"/>
                  </a:lnTo>
                  <a:lnTo>
                    <a:pt x="664" y="396"/>
                  </a:lnTo>
                  <a:lnTo>
                    <a:pt x="690" y="385"/>
                  </a:lnTo>
                  <a:lnTo>
                    <a:pt x="694" y="383"/>
                  </a:lnTo>
                  <a:lnTo>
                    <a:pt x="694" y="380"/>
                  </a:lnTo>
                  <a:lnTo>
                    <a:pt x="695" y="358"/>
                  </a:lnTo>
                  <a:lnTo>
                    <a:pt x="697" y="335"/>
                  </a:lnTo>
                  <a:lnTo>
                    <a:pt x="701" y="315"/>
                  </a:lnTo>
                  <a:lnTo>
                    <a:pt x="706" y="294"/>
                  </a:lnTo>
                  <a:lnTo>
                    <a:pt x="712" y="274"/>
                  </a:lnTo>
                  <a:lnTo>
                    <a:pt x="720" y="256"/>
                  </a:lnTo>
                  <a:lnTo>
                    <a:pt x="728" y="236"/>
                  </a:lnTo>
                  <a:lnTo>
                    <a:pt x="737" y="219"/>
                  </a:lnTo>
                  <a:lnTo>
                    <a:pt x="749" y="201"/>
                  </a:lnTo>
                  <a:lnTo>
                    <a:pt x="760" y="185"/>
                  </a:lnTo>
                  <a:lnTo>
                    <a:pt x="772" y="169"/>
                  </a:lnTo>
                  <a:lnTo>
                    <a:pt x="784" y="153"/>
                  </a:lnTo>
                  <a:lnTo>
                    <a:pt x="798" y="139"/>
                  </a:lnTo>
                  <a:lnTo>
                    <a:pt x="812" y="126"/>
                  </a:lnTo>
                  <a:lnTo>
                    <a:pt x="826" y="113"/>
                  </a:lnTo>
                  <a:lnTo>
                    <a:pt x="840" y="99"/>
                  </a:lnTo>
                  <a:lnTo>
                    <a:pt x="855" y="88"/>
                  </a:lnTo>
                  <a:lnTo>
                    <a:pt x="870" y="77"/>
                  </a:lnTo>
                  <a:lnTo>
                    <a:pt x="884" y="67"/>
                  </a:lnTo>
                  <a:lnTo>
                    <a:pt x="900" y="58"/>
                  </a:lnTo>
                  <a:lnTo>
                    <a:pt x="928" y="40"/>
                  </a:lnTo>
                  <a:lnTo>
                    <a:pt x="957" y="26"/>
                  </a:lnTo>
                  <a:lnTo>
                    <a:pt x="982" y="15"/>
                  </a:lnTo>
                  <a:lnTo>
                    <a:pt x="1006" y="7"/>
                  </a:lnTo>
                  <a:lnTo>
                    <a:pt x="1017" y="4"/>
                  </a:lnTo>
                  <a:lnTo>
                    <a:pt x="1026" y="2"/>
                  </a:lnTo>
                  <a:lnTo>
                    <a:pt x="1035" y="1"/>
                  </a:lnTo>
                  <a:lnTo>
                    <a:pt x="1042" y="0"/>
                  </a:lnTo>
                  <a:lnTo>
                    <a:pt x="1091" y="53"/>
                  </a:lnTo>
                  <a:lnTo>
                    <a:pt x="1042" y="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>
                <a:solidFill>
                  <a:srgbClr val="ADBECB"/>
                </a:solidFill>
                <a:ea typeface="Arial Unicode MS"/>
              </a:endParaRPr>
            </a:p>
          </p:txBody>
        </p:sp>
        <p:sp>
          <p:nvSpPr>
            <p:cNvPr id="52" name="Freeform 50"/>
            <p:cNvSpPr>
              <a:spLocks/>
            </p:cNvSpPr>
            <p:nvPr userDrawn="1"/>
          </p:nvSpPr>
          <p:spPr bwMode="auto">
            <a:xfrm>
              <a:off x="7147" y="571"/>
              <a:ext cx="17" cy="15"/>
            </a:xfrm>
            <a:custGeom>
              <a:avLst/>
              <a:gdLst>
                <a:gd name="T0" fmla="*/ 44 w 202"/>
                <a:gd name="T1" fmla="*/ 0 h 178"/>
                <a:gd name="T2" fmla="*/ 32 w 202"/>
                <a:gd name="T3" fmla="*/ 1 h 178"/>
                <a:gd name="T4" fmla="*/ 21 w 202"/>
                <a:gd name="T5" fmla="*/ 3 h 178"/>
                <a:gd name="T6" fmla="*/ 17 w 202"/>
                <a:gd name="T7" fmla="*/ 5 h 178"/>
                <a:gd name="T8" fmla="*/ 13 w 202"/>
                <a:gd name="T9" fmla="*/ 7 h 178"/>
                <a:gd name="T10" fmla="*/ 10 w 202"/>
                <a:gd name="T11" fmla="*/ 9 h 178"/>
                <a:gd name="T12" fmla="*/ 8 w 202"/>
                <a:gd name="T13" fmla="*/ 12 h 178"/>
                <a:gd name="T14" fmla="*/ 4 w 202"/>
                <a:gd name="T15" fmla="*/ 19 h 178"/>
                <a:gd name="T16" fmla="*/ 1 w 202"/>
                <a:gd name="T17" fmla="*/ 25 h 178"/>
                <a:gd name="T18" fmla="*/ 0 w 202"/>
                <a:gd name="T19" fmla="*/ 32 h 178"/>
                <a:gd name="T20" fmla="*/ 1 w 202"/>
                <a:gd name="T21" fmla="*/ 38 h 178"/>
                <a:gd name="T22" fmla="*/ 2 w 202"/>
                <a:gd name="T23" fmla="*/ 45 h 178"/>
                <a:gd name="T24" fmla="*/ 5 w 202"/>
                <a:gd name="T25" fmla="*/ 51 h 178"/>
                <a:gd name="T26" fmla="*/ 7 w 202"/>
                <a:gd name="T27" fmla="*/ 57 h 178"/>
                <a:gd name="T28" fmla="*/ 10 w 202"/>
                <a:gd name="T29" fmla="*/ 63 h 178"/>
                <a:gd name="T30" fmla="*/ 15 w 202"/>
                <a:gd name="T31" fmla="*/ 74 h 178"/>
                <a:gd name="T32" fmla="*/ 22 w 202"/>
                <a:gd name="T33" fmla="*/ 84 h 178"/>
                <a:gd name="T34" fmla="*/ 30 w 202"/>
                <a:gd name="T35" fmla="*/ 95 h 178"/>
                <a:gd name="T36" fmla="*/ 38 w 202"/>
                <a:gd name="T37" fmla="*/ 104 h 178"/>
                <a:gd name="T38" fmla="*/ 48 w 202"/>
                <a:gd name="T39" fmla="*/ 114 h 178"/>
                <a:gd name="T40" fmla="*/ 59 w 202"/>
                <a:gd name="T41" fmla="*/ 124 h 178"/>
                <a:gd name="T42" fmla="*/ 69 w 202"/>
                <a:gd name="T43" fmla="*/ 133 h 178"/>
                <a:gd name="T44" fmla="*/ 80 w 202"/>
                <a:gd name="T45" fmla="*/ 141 h 178"/>
                <a:gd name="T46" fmla="*/ 91 w 202"/>
                <a:gd name="T47" fmla="*/ 149 h 178"/>
                <a:gd name="T48" fmla="*/ 102 w 202"/>
                <a:gd name="T49" fmla="*/ 156 h 178"/>
                <a:gd name="T50" fmla="*/ 114 w 202"/>
                <a:gd name="T51" fmla="*/ 162 h 178"/>
                <a:gd name="T52" fmla="*/ 125 w 202"/>
                <a:gd name="T53" fmla="*/ 168 h 178"/>
                <a:gd name="T54" fmla="*/ 136 w 202"/>
                <a:gd name="T55" fmla="*/ 172 h 178"/>
                <a:gd name="T56" fmla="*/ 146 w 202"/>
                <a:gd name="T57" fmla="*/ 175 h 178"/>
                <a:gd name="T58" fmla="*/ 157 w 202"/>
                <a:gd name="T59" fmla="*/ 177 h 178"/>
                <a:gd name="T60" fmla="*/ 166 w 202"/>
                <a:gd name="T61" fmla="*/ 178 h 178"/>
                <a:gd name="T62" fmla="*/ 171 w 202"/>
                <a:gd name="T63" fmla="*/ 178 h 178"/>
                <a:gd name="T64" fmla="*/ 176 w 202"/>
                <a:gd name="T65" fmla="*/ 177 h 178"/>
                <a:gd name="T66" fmla="*/ 181 w 202"/>
                <a:gd name="T67" fmla="*/ 176 h 178"/>
                <a:gd name="T68" fmla="*/ 185 w 202"/>
                <a:gd name="T69" fmla="*/ 174 h 178"/>
                <a:gd name="T70" fmla="*/ 188 w 202"/>
                <a:gd name="T71" fmla="*/ 172 h 178"/>
                <a:gd name="T72" fmla="*/ 192 w 202"/>
                <a:gd name="T73" fmla="*/ 170 h 178"/>
                <a:gd name="T74" fmla="*/ 195 w 202"/>
                <a:gd name="T75" fmla="*/ 167 h 178"/>
                <a:gd name="T76" fmla="*/ 197 w 202"/>
                <a:gd name="T77" fmla="*/ 163 h 178"/>
                <a:gd name="T78" fmla="*/ 200 w 202"/>
                <a:gd name="T79" fmla="*/ 158 h 178"/>
                <a:gd name="T80" fmla="*/ 201 w 202"/>
                <a:gd name="T81" fmla="*/ 153 h 178"/>
                <a:gd name="T82" fmla="*/ 202 w 202"/>
                <a:gd name="T83" fmla="*/ 147 h 178"/>
                <a:gd name="T84" fmla="*/ 202 w 202"/>
                <a:gd name="T85" fmla="*/ 141 h 178"/>
                <a:gd name="T86" fmla="*/ 202 w 202"/>
                <a:gd name="T87" fmla="*/ 134 h 178"/>
                <a:gd name="T88" fmla="*/ 201 w 202"/>
                <a:gd name="T89" fmla="*/ 126 h 178"/>
                <a:gd name="T90" fmla="*/ 199 w 202"/>
                <a:gd name="T91" fmla="*/ 118 h 178"/>
                <a:gd name="T92" fmla="*/ 196 w 202"/>
                <a:gd name="T93" fmla="*/ 109 h 178"/>
                <a:gd name="T94" fmla="*/ 193 w 202"/>
                <a:gd name="T95" fmla="*/ 100 h 178"/>
                <a:gd name="T96" fmla="*/ 189 w 202"/>
                <a:gd name="T97" fmla="*/ 91 h 178"/>
                <a:gd name="T98" fmla="*/ 185 w 202"/>
                <a:gd name="T99" fmla="*/ 83 h 178"/>
                <a:gd name="T100" fmla="*/ 179 w 202"/>
                <a:gd name="T101" fmla="*/ 75 h 178"/>
                <a:gd name="T102" fmla="*/ 173 w 202"/>
                <a:gd name="T103" fmla="*/ 65 h 178"/>
                <a:gd name="T104" fmla="*/ 167 w 202"/>
                <a:gd name="T105" fmla="*/ 57 h 178"/>
                <a:gd name="T106" fmla="*/ 160 w 202"/>
                <a:gd name="T107" fmla="*/ 50 h 178"/>
                <a:gd name="T108" fmla="*/ 151 w 202"/>
                <a:gd name="T109" fmla="*/ 43 h 178"/>
                <a:gd name="T110" fmla="*/ 138 w 202"/>
                <a:gd name="T111" fmla="*/ 34 h 178"/>
                <a:gd name="T112" fmla="*/ 125 w 202"/>
                <a:gd name="T113" fmla="*/ 25 h 178"/>
                <a:gd name="T114" fmla="*/ 111 w 202"/>
                <a:gd name="T115" fmla="*/ 18 h 178"/>
                <a:gd name="T116" fmla="*/ 97 w 202"/>
                <a:gd name="T117" fmla="*/ 11 h 178"/>
                <a:gd name="T118" fmla="*/ 83 w 202"/>
                <a:gd name="T119" fmla="*/ 6 h 178"/>
                <a:gd name="T120" fmla="*/ 70 w 202"/>
                <a:gd name="T121" fmla="*/ 3 h 178"/>
                <a:gd name="T122" fmla="*/ 57 w 202"/>
                <a:gd name="T123" fmla="*/ 1 h 178"/>
                <a:gd name="T124" fmla="*/ 44 w 202"/>
                <a:gd name="T125" fmla="*/ 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02" h="178">
                  <a:moveTo>
                    <a:pt x="44" y="0"/>
                  </a:moveTo>
                  <a:lnTo>
                    <a:pt x="32" y="1"/>
                  </a:lnTo>
                  <a:lnTo>
                    <a:pt x="21" y="3"/>
                  </a:lnTo>
                  <a:lnTo>
                    <a:pt x="17" y="5"/>
                  </a:lnTo>
                  <a:lnTo>
                    <a:pt x="13" y="7"/>
                  </a:lnTo>
                  <a:lnTo>
                    <a:pt x="10" y="9"/>
                  </a:lnTo>
                  <a:lnTo>
                    <a:pt x="8" y="12"/>
                  </a:lnTo>
                  <a:lnTo>
                    <a:pt x="4" y="19"/>
                  </a:lnTo>
                  <a:lnTo>
                    <a:pt x="1" y="25"/>
                  </a:lnTo>
                  <a:lnTo>
                    <a:pt x="0" y="32"/>
                  </a:lnTo>
                  <a:lnTo>
                    <a:pt x="1" y="38"/>
                  </a:lnTo>
                  <a:lnTo>
                    <a:pt x="2" y="45"/>
                  </a:lnTo>
                  <a:lnTo>
                    <a:pt x="5" y="51"/>
                  </a:lnTo>
                  <a:lnTo>
                    <a:pt x="7" y="57"/>
                  </a:lnTo>
                  <a:lnTo>
                    <a:pt x="10" y="63"/>
                  </a:lnTo>
                  <a:lnTo>
                    <a:pt x="15" y="74"/>
                  </a:lnTo>
                  <a:lnTo>
                    <a:pt x="22" y="84"/>
                  </a:lnTo>
                  <a:lnTo>
                    <a:pt x="30" y="95"/>
                  </a:lnTo>
                  <a:lnTo>
                    <a:pt x="38" y="104"/>
                  </a:lnTo>
                  <a:lnTo>
                    <a:pt x="48" y="114"/>
                  </a:lnTo>
                  <a:lnTo>
                    <a:pt x="59" y="124"/>
                  </a:lnTo>
                  <a:lnTo>
                    <a:pt x="69" y="133"/>
                  </a:lnTo>
                  <a:lnTo>
                    <a:pt x="80" y="141"/>
                  </a:lnTo>
                  <a:lnTo>
                    <a:pt x="91" y="149"/>
                  </a:lnTo>
                  <a:lnTo>
                    <a:pt x="102" y="156"/>
                  </a:lnTo>
                  <a:lnTo>
                    <a:pt x="114" y="162"/>
                  </a:lnTo>
                  <a:lnTo>
                    <a:pt x="125" y="168"/>
                  </a:lnTo>
                  <a:lnTo>
                    <a:pt x="136" y="172"/>
                  </a:lnTo>
                  <a:lnTo>
                    <a:pt x="146" y="175"/>
                  </a:lnTo>
                  <a:lnTo>
                    <a:pt x="157" y="177"/>
                  </a:lnTo>
                  <a:lnTo>
                    <a:pt x="166" y="178"/>
                  </a:lnTo>
                  <a:lnTo>
                    <a:pt x="171" y="178"/>
                  </a:lnTo>
                  <a:lnTo>
                    <a:pt x="176" y="177"/>
                  </a:lnTo>
                  <a:lnTo>
                    <a:pt x="181" y="176"/>
                  </a:lnTo>
                  <a:lnTo>
                    <a:pt x="185" y="174"/>
                  </a:lnTo>
                  <a:lnTo>
                    <a:pt x="188" y="172"/>
                  </a:lnTo>
                  <a:lnTo>
                    <a:pt x="192" y="170"/>
                  </a:lnTo>
                  <a:lnTo>
                    <a:pt x="195" y="167"/>
                  </a:lnTo>
                  <a:lnTo>
                    <a:pt x="197" y="163"/>
                  </a:lnTo>
                  <a:lnTo>
                    <a:pt x="200" y="158"/>
                  </a:lnTo>
                  <a:lnTo>
                    <a:pt x="201" y="153"/>
                  </a:lnTo>
                  <a:lnTo>
                    <a:pt x="202" y="147"/>
                  </a:lnTo>
                  <a:lnTo>
                    <a:pt x="202" y="141"/>
                  </a:lnTo>
                  <a:lnTo>
                    <a:pt x="202" y="134"/>
                  </a:lnTo>
                  <a:lnTo>
                    <a:pt x="201" y="126"/>
                  </a:lnTo>
                  <a:lnTo>
                    <a:pt x="199" y="118"/>
                  </a:lnTo>
                  <a:lnTo>
                    <a:pt x="196" y="109"/>
                  </a:lnTo>
                  <a:lnTo>
                    <a:pt x="193" y="100"/>
                  </a:lnTo>
                  <a:lnTo>
                    <a:pt x="189" y="91"/>
                  </a:lnTo>
                  <a:lnTo>
                    <a:pt x="185" y="83"/>
                  </a:lnTo>
                  <a:lnTo>
                    <a:pt x="179" y="75"/>
                  </a:lnTo>
                  <a:lnTo>
                    <a:pt x="173" y="65"/>
                  </a:lnTo>
                  <a:lnTo>
                    <a:pt x="167" y="57"/>
                  </a:lnTo>
                  <a:lnTo>
                    <a:pt x="160" y="50"/>
                  </a:lnTo>
                  <a:lnTo>
                    <a:pt x="151" y="43"/>
                  </a:lnTo>
                  <a:lnTo>
                    <a:pt x="138" y="34"/>
                  </a:lnTo>
                  <a:lnTo>
                    <a:pt x="125" y="25"/>
                  </a:lnTo>
                  <a:lnTo>
                    <a:pt x="111" y="18"/>
                  </a:lnTo>
                  <a:lnTo>
                    <a:pt x="97" y="11"/>
                  </a:lnTo>
                  <a:lnTo>
                    <a:pt x="83" y="6"/>
                  </a:lnTo>
                  <a:lnTo>
                    <a:pt x="70" y="3"/>
                  </a:lnTo>
                  <a:lnTo>
                    <a:pt x="57" y="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>
                <a:solidFill>
                  <a:srgbClr val="ADBECB"/>
                </a:solidFill>
                <a:ea typeface="Arial Unicode MS"/>
              </a:endParaRPr>
            </a:p>
          </p:txBody>
        </p:sp>
        <p:sp>
          <p:nvSpPr>
            <p:cNvPr id="53" name="Freeform 51"/>
            <p:cNvSpPr>
              <a:spLocks/>
            </p:cNvSpPr>
            <p:nvPr userDrawn="1"/>
          </p:nvSpPr>
          <p:spPr bwMode="auto">
            <a:xfrm>
              <a:off x="6747" y="571"/>
              <a:ext cx="17" cy="13"/>
            </a:xfrm>
            <a:custGeom>
              <a:avLst/>
              <a:gdLst>
                <a:gd name="T0" fmla="*/ 39 w 203"/>
                <a:gd name="T1" fmla="*/ 0 h 161"/>
                <a:gd name="T2" fmla="*/ 31 w 203"/>
                <a:gd name="T3" fmla="*/ 1 h 161"/>
                <a:gd name="T4" fmla="*/ 23 w 203"/>
                <a:gd name="T5" fmla="*/ 3 h 161"/>
                <a:gd name="T6" fmla="*/ 17 w 203"/>
                <a:gd name="T7" fmla="*/ 7 h 161"/>
                <a:gd name="T8" fmla="*/ 11 w 203"/>
                <a:gd name="T9" fmla="*/ 12 h 161"/>
                <a:gd name="T10" fmla="*/ 6 w 203"/>
                <a:gd name="T11" fmla="*/ 18 h 161"/>
                <a:gd name="T12" fmla="*/ 3 w 203"/>
                <a:gd name="T13" fmla="*/ 26 h 161"/>
                <a:gd name="T14" fmla="*/ 1 w 203"/>
                <a:gd name="T15" fmla="*/ 32 h 161"/>
                <a:gd name="T16" fmla="*/ 0 w 203"/>
                <a:gd name="T17" fmla="*/ 39 h 161"/>
                <a:gd name="T18" fmla="*/ 1 w 203"/>
                <a:gd name="T19" fmla="*/ 46 h 161"/>
                <a:gd name="T20" fmla="*/ 2 w 203"/>
                <a:gd name="T21" fmla="*/ 53 h 161"/>
                <a:gd name="T22" fmla="*/ 4 w 203"/>
                <a:gd name="T23" fmla="*/ 60 h 161"/>
                <a:gd name="T24" fmla="*/ 8 w 203"/>
                <a:gd name="T25" fmla="*/ 68 h 161"/>
                <a:gd name="T26" fmla="*/ 13 w 203"/>
                <a:gd name="T27" fmla="*/ 78 h 161"/>
                <a:gd name="T28" fmla="*/ 19 w 203"/>
                <a:gd name="T29" fmla="*/ 86 h 161"/>
                <a:gd name="T30" fmla="*/ 26 w 203"/>
                <a:gd name="T31" fmla="*/ 94 h 161"/>
                <a:gd name="T32" fmla="*/ 34 w 203"/>
                <a:gd name="T33" fmla="*/ 103 h 161"/>
                <a:gd name="T34" fmla="*/ 42 w 203"/>
                <a:gd name="T35" fmla="*/ 111 h 161"/>
                <a:gd name="T36" fmla="*/ 52 w 203"/>
                <a:gd name="T37" fmla="*/ 118 h 161"/>
                <a:gd name="T38" fmla="*/ 62 w 203"/>
                <a:gd name="T39" fmla="*/ 126 h 161"/>
                <a:gd name="T40" fmla="*/ 73 w 203"/>
                <a:gd name="T41" fmla="*/ 133 h 161"/>
                <a:gd name="T42" fmla="*/ 83 w 203"/>
                <a:gd name="T43" fmla="*/ 139 h 161"/>
                <a:gd name="T44" fmla="*/ 94 w 203"/>
                <a:gd name="T45" fmla="*/ 144 h 161"/>
                <a:gd name="T46" fmla="*/ 105 w 203"/>
                <a:gd name="T47" fmla="*/ 149 h 161"/>
                <a:gd name="T48" fmla="*/ 117 w 203"/>
                <a:gd name="T49" fmla="*/ 153 h 161"/>
                <a:gd name="T50" fmla="*/ 128 w 203"/>
                <a:gd name="T51" fmla="*/ 157 h 161"/>
                <a:gd name="T52" fmla="*/ 139 w 203"/>
                <a:gd name="T53" fmla="*/ 159 h 161"/>
                <a:gd name="T54" fmla="*/ 149 w 203"/>
                <a:gd name="T55" fmla="*/ 161 h 161"/>
                <a:gd name="T56" fmla="*/ 159 w 203"/>
                <a:gd name="T57" fmla="*/ 161 h 161"/>
                <a:gd name="T58" fmla="*/ 167 w 203"/>
                <a:gd name="T59" fmla="*/ 161 h 161"/>
                <a:gd name="T60" fmla="*/ 173 w 203"/>
                <a:gd name="T61" fmla="*/ 160 h 161"/>
                <a:gd name="T62" fmla="*/ 179 w 203"/>
                <a:gd name="T63" fmla="*/ 159 h 161"/>
                <a:gd name="T64" fmla="*/ 184 w 203"/>
                <a:gd name="T65" fmla="*/ 157 h 161"/>
                <a:gd name="T66" fmla="*/ 189 w 203"/>
                <a:gd name="T67" fmla="*/ 155 h 161"/>
                <a:gd name="T68" fmla="*/ 193 w 203"/>
                <a:gd name="T69" fmla="*/ 152 h 161"/>
                <a:gd name="T70" fmla="*/ 197 w 203"/>
                <a:gd name="T71" fmla="*/ 149 h 161"/>
                <a:gd name="T72" fmla="*/ 201 w 203"/>
                <a:gd name="T73" fmla="*/ 145 h 161"/>
                <a:gd name="T74" fmla="*/ 202 w 203"/>
                <a:gd name="T75" fmla="*/ 142 h 161"/>
                <a:gd name="T76" fmla="*/ 203 w 203"/>
                <a:gd name="T77" fmla="*/ 139 h 161"/>
                <a:gd name="T78" fmla="*/ 203 w 203"/>
                <a:gd name="T79" fmla="*/ 135 h 161"/>
                <a:gd name="T80" fmla="*/ 203 w 203"/>
                <a:gd name="T81" fmla="*/ 131 h 161"/>
                <a:gd name="T82" fmla="*/ 201 w 203"/>
                <a:gd name="T83" fmla="*/ 124 h 161"/>
                <a:gd name="T84" fmla="*/ 198 w 203"/>
                <a:gd name="T85" fmla="*/ 117 h 161"/>
                <a:gd name="T86" fmla="*/ 193 w 203"/>
                <a:gd name="T87" fmla="*/ 107 h 161"/>
                <a:gd name="T88" fmla="*/ 187 w 203"/>
                <a:gd name="T89" fmla="*/ 98 h 161"/>
                <a:gd name="T90" fmla="*/ 179 w 203"/>
                <a:gd name="T91" fmla="*/ 88 h 161"/>
                <a:gd name="T92" fmla="*/ 171 w 203"/>
                <a:gd name="T93" fmla="*/ 78 h 161"/>
                <a:gd name="T94" fmla="*/ 162 w 203"/>
                <a:gd name="T95" fmla="*/ 68 h 161"/>
                <a:gd name="T96" fmla="*/ 151 w 203"/>
                <a:gd name="T97" fmla="*/ 58 h 161"/>
                <a:gd name="T98" fmla="*/ 140 w 203"/>
                <a:gd name="T99" fmla="*/ 49 h 161"/>
                <a:gd name="T100" fmla="*/ 129 w 203"/>
                <a:gd name="T101" fmla="*/ 40 h 161"/>
                <a:gd name="T102" fmla="*/ 118 w 203"/>
                <a:gd name="T103" fmla="*/ 32 h 161"/>
                <a:gd name="T104" fmla="*/ 105 w 203"/>
                <a:gd name="T105" fmla="*/ 24 h 161"/>
                <a:gd name="T106" fmla="*/ 94 w 203"/>
                <a:gd name="T107" fmla="*/ 17 h 161"/>
                <a:gd name="T108" fmla="*/ 82 w 203"/>
                <a:gd name="T109" fmla="*/ 11 h 161"/>
                <a:gd name="T110" fmla="*/ 71 w 203"/>
                <a:gd name="T111" fmla="*/ 6 h 161"/>
                <a:gd name="T112" fmla="*/ 60 w 203"/>
                <a:gd name="T113" fmla="*/ 3 h 161"/>
                <a:gd name="T114" fmla="*/ 49 w 203"/>
                <a:gd name="T115" fmla="*/ 1 h 161"/>
                <a:gd name="T116" fmla="*/ 39 w 203"/>
                <a:gd name="T117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3" h="161">
                  <a:moveTo>
                    <a:pt x="39" y="0"/>
                  </a:moveTo>
                  <a:lnTo>
                    <a:pt x="31" y="1"/>
                  </a:lnTo>
                  <a:lnTo>
                    <a:pt x="23" y="3"/>
                  </a:lnTo>
                  <a:lnTo>
                    <a:pt x="17" y="7"/>
                  </a:lnTo>
                  <a:lnTo>
                    <a:pt x="11" y="12"/>
                  </a:lnTo>
                  <a:lnTo>
                    <a:pt x="6" y="18"/>
                  </a:lnTo>
                  <a:lnTo>
                    <a:pt x="3" y="26"/>
                  </a:lnTo>
                  <a:lnTo>
                    <a:pt x="1" y="32"/>
                  </a:lnTo>
                  <a:lnTo>
                    <a:pt x="0" y="39"/>
                  </a:lnTo>
                  <a:lnTo>
                    <a:pt x="1" y="46"/>
                  </a:lnTo>
                  <a:lnTo>
                    <a:pt x="2" y="53"/>
                  </a:lnTo>
                  <a:lnTo>
                    <a:pt x="4" y="60"/>
                  </a:lnTo>
                  <a:lnTo>
                    <a:pt x="8" y="68"/>
                  </a:lnTo>
                  <a:lnTo>
                    <a:pt x="13" y="78"/>
                  </a:lnTo>
                  <a:lnTo>
                    <a:pt x="19" y="86"/>
                  </a:lnTo>
                  <a:lnTo>
                    <a:pt x="26" y="94"/>
                  </a:lnTo>
                  <a:lnTo>
                    <a:pt x="34" y="103"/>
                  </a:lnTo>
                  <a:lnTo>
                    <a:pt x="42" y="111"/>
                  </a:lnTo>
                  <a:lnTo>
                    <a:pt x="52" y="118"/>
                  </a:lnTo>
                  <a:lnTo>
                    <a:pt x="62" y="126"/>
                  </a:lnTo>
                  <a:lnTo>
                    <a:pt x="73" y="133"/>
                  </a:lnTo>
                  <a:lnTo>
                    <a:pt x="83" y="139"/>
                  </a:lnTo>
                  <a:lnTo>
                    <a:pt x="94" y="144"/>
                  </a:lnTo>
                  <a:lnTo>
                    <a:pt x="105" y="149"/>
                  </a:lnTo>
                  <a:lnTo>
                    <a:pt x="117" y="153"/>
                  </a:lnTo>
                  <a:lnTo>
                    <a:pt x="128" y="157"/>
                  </a:lnTo>
                  <a:lnTo>
                    <a:pt x="139" y="159"/>
                  </a:lnTo>
                  <a:lnTo>
                    <a:pt x="149" y="161"/>
                  </a:lnTo>
                  <a:lnTo>
                    <a:pt x="159" y="161"/>
                  </a:lnTo>
                  <a:lnTo>
                    <a:pt x="167" y="161"/>
                  </a:lnTo>
                  <a:lnTo>
                    <a:pt x="173" y="160"/>
                  </a:lnTo>
                  <a:lnTo>
                    <a:pt x="179" y="159"/>
                  </a:lnTo>
                  <a:lnTo>
                    <a:pt x="184" y="157"/>
                  </a:lnTo>
                  <a:lnTo>
                    <a:pt x="189" y="155"/>
                  </a:lnTo>
                  <a:lnTo>
                    <a:pt x="193" y="152"/>
                  </a:lnTo>
                  <a:lnTo>
                    <a:pt x="197" y="149"/>
                  </a:lnTo>
                  <a:lnTo>
                    <a:pt x="201" y="145"/>
                  </a:lnTo>
                  <a:lnTo>
                    <a:pt x="202" y="142"/>
                  </a:lnTo>
                  <a:lnTo>
                    <a:pt x="203" y="139"/>
                  </a:lnTo>
                  <a:lnTo>
                    <a:pt x="203" y="135"/>
                  </a:lnTo>
                  <a:lnTo>
                    <a:pt x="203" y="131"/>
                  </a:lnTo>
                  <a:lnTo>
                    <a:pt x="201" y="124"/>
                  </a:lnTo>
                  <a:lnTo>
                    <a:pt x="198" y="117"/>
                  </a:lnTo>
                  <a:lnTo>
                    <a:pt x="193" y="107"/>
                  </a:lnTo>
                  <a:lnTo>
                    <a:pt x="187" y="98"/>
                  </a:lnTo>
                  <a:lnTo>
                    <a:pt x="179" y="88"/>
                  </a:lnTo>
                  <a:lnTo>
                    <a:pt x="171" y="78"/>
                  </a:lnTo>
                  <a:lnTo>
                    <a:pt x="162" y="68"/>
                  </a:lnTo>
                  <a:lnTo>
                    <a:pt x="151" y="58"/>
                  </a:lnTo>
                  <a:lnTo>
                    <a:pt x="140" y="49"/>
                  </a:lnTo>
                  <a:lnTo>
                    <a:pt x="129" y="40"/>
                  </a:lnTo>
                  <a:lnTo>
                    <a:pt x="118" y="32"/>
                  </a:lnTo>
                  <a:lnTo>
                    <a:pt x="105" y="24"/>
                  </a:lnTo>
                  <a:lnTo>
                    <a:pt x="94" y="17"/>
                  </a:lnTo>
                  <a:lnTo>
                    <a:pt x="82" y="11"/>
                  </a:lnTo>
                  <a:lnTo>
                    <a:pt x="71" y="6"/>
                  </a:lnTo>
                  <a:lnTo>
                    <a:pt x="60" y="3"/>
                  </a:lnTo>
                  <a:lnTo>
                    <a:pt x="49" y="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>
                <a:solidFill>
                  <a:srgbClr val="ADBECB"/>
                </a:solidFill>
                <a:ea typeface="Arial Unicode MS"/>
              </a:endParaRPr>
            </a:p>
          </p:txBody>
        </p:sp>
        <p:sp>
          <p:nvSpPr>
            <p:cNvPr id="54" name="Freeform 52"/>
            <p:cNvSpPr>
              <a:spLocks/>
            </p:cNvSpPr>
            <p:nvPr userDrawn="1"/>
          </p:nvSpPr>
          <p:spPr bwMode="auto">
            <a:xfrm>
              <a:off x="6162" y="347"/>
              <a:ext cx="109" cy="148"/>
            </a:xfrm>
            <a:custGeom>
              <a:avLst/>
              <a:gdLst>
                <a:gd name="T0" fmla="*/ 139 w 1310"/>
                <a:gd name="T1" fmla="*/ 1401 h 1770"/>
                <a:gd name="T2" fmla="*/ 306 w 1310"/>
                <a:gd name="T3" fmla="*/ 1438 h 1770"/>
                <a:gd name="T4" fmla="*/ 458 w 1310"/>
                <a:gd name="T5" fmla="*/ 1457 h 1770"/>
                <a:gd name="T6" fmla="*/ 615 w 1310"/>
                <a:gd name="T7" fmla="*/ 1458 h 1770"/>
                <a:gd name="T8" fmla="*/ 741 w 1310"/>
                <a:gd name="T9" fmla="*/ 1434 h 1770"/>
                <a:gd name="T10" fmla="*/ 790 w 1310"/>
                <a:gd name="T11" fmla="*/ 1409 h 1770"/>
                <a:gd name="T12" fmla="*/ 825 w 1310"/>
                <a:gd name="T13" fmla="*/ 1378 h 1770"/>
                <a:gd name="T14" fmla="*/ 844 w 1310"/>
                <a:gd name="T15" fmla="*/ 1337 h 1770"/>
                <a:gd name="T16" fmla="*/ 848 w 1310"/>
                <a:gd name="T17" fmla="*/ 1285 h 1770"/>
                <a:gd name="T18" fmla="*/ 824 w 1310"/>
                <a:gd name="T19" fmla="*/ 1220 h 1770"/>
                <a:gd name="T20" fmla="*/ 749 w 1310"/>
                <a:gd name="T21" fmla="*/ 1161 h 1770"/>
                <a:gd name="T22" fmla="*/ 571 w 1310"/>
                <a:gd name="T23" fmla="*/ 1078 h 1770"/>
                <a:gd name="T24" fmla="*/ 321 w 1310"/>
                <a:gd name="T25" fmla="*/ 964 h 1770"/>
                <a:gd name="T26" fmla="*/ 198 w 1310"/>
                <a:gd name="T27" fmla="*/ 893 h 1770"/>
                <a:gd name="T28" fmla="*/ 116 w 1310"/>
                <a:gd name="T29" fmla="*/ 826 h 1770"/>
                <a:gd name="T30" fmla="*/ 52 w 1310"/>
                <a:gd name="T31" fmla="*/ 736 h 1770"/>
                <a:gd name="T32" fmla="*/ 13 w 1310"/>
                <a:gd name="T33" fmla="*/ 633 h 1770"/>
                <a:gd name="T34" fmla="*/ 0 w 1310"/>
                <a:gd name="T35" fmla="*/ 516 h 1770"/>
                <a:gd name="T36" fmla="*/ 19 w 1310"/>
                <a:gd name="T37" fmla="*/ 370 h 1770"/>
                <a:gd name="T38" fmla="*/ 75 w 1310"/>
                <a:gd name="T39" fmla="*/ 247 h 1770"/>
                <a:gd name="T40" fmla="*/ 169 w 1310"/>
                <a:gd name="T41" fmla="*/ 148 h 1770"/>
                <a:gd name="T42" fmla="*/ 294 w 1310"/>
                <a:gd name="T43" fmla="*/ 73 h 1770"/>
                <a:gd name="T44" fmla="*/ 443 w 1310"/>
                <a:gd name="T45" fmla="*/ 24 h 1770"/>
                <a:gd name="T46" fmla="*/ 614 w 1310"/>
                <a:gd name="T47" fmla="*/ 2 h 1770"/>
                <a:gd name="T48" fmla="*/ 836 w 1310"/>
                <a:gd name="T49" fmla="*/ 8 h 1770"/>
                <a:gd name="T50" fmla="*/ 1177 w 1310"/>
                <a:gd name="T51" fmla="*/ 61 h 1770"/>
                <a:gd name="T52" fmla="*/ 1060 w 1310"/>
                <a:gd name="T53" fmla="*/ 344 h 1770"/>
                <a:gd name="T54" fmla="*/ 921 w 1310"/>
                <a:gd name="T55" fmla="*/ 309 h 1770"/>
                <a:gd name="T56" fmla="*/ 787 w 1310"/>
                <a:gd name="T57" fmla="*/ 292 h 1770"/>
                <a:gd name="T58" fmla="*/ 638 w 1310"/>
                <a:gd name="T59" fmla="*/ 296 h 1770"/>
                <a:gd name="T60" fmla="*/ 521 w 1310"/>
                <a:gd name="T61" fmla="*/ 331 h 1770"/>
                <a:gd name="T62" fmla="*/ 483 w 1310"/>
                <a:gd name="T63" fmla="*/ 359 h 1770"/>
                <a:gd name="T64" fmla="*/ 459 w 1310"/>
                <a:gd name="T65" fmla="*/ 395 h 1770"/>
                <a:gd name="T66" fmla="*/ 450 w 1310"/>
                <a:gd name="T67" fmla="*/ 439 h 1770"/>
                <a:gd name="T68" fmla="*/ 463 w 1310"/>
                <a:gd name="T69" fmla="*/ 502 h 1770"/>
                <a:gd name="T70" fmla="*/ 521 w 1310"/>
                <a:gd name="T71" fmla="*/ 553 h 1770"/>
                <a:gd name="T72" fmla="*/ 674 w 1310"/>
                <a:gd name="T73" fmla="*/ 629 h 1770"/>
                <a:gd name="T74" fmla="*/ 946 w 1310"/>
                <a:gd name="T75" fmla="*/ 756 h 1770"/>
                <a:gd name="T76" fmla="*/ 1080 w 1310"/>
                <a:gd name="T77" fmla="*/ 832 h 1770"/>
                <a:gd name="T78" fmla="*/ 1174 w 1310"/>
                <a:gd name="T79" fmla="*/ 901 h 1770"/>
                <a:gd name="T80" fmla="*/ 1241 w 1310"/>
                <a:gd name="T81" fmla="*/ 979 h 1770"/>
                <a:gd name="T82" fmla="*/ 1287 w 1310"/>
                <a:gd name="T83" fmla="*/ 1074 h 1770"/>
                <a:gd name="T84" fmla="*/ 1308 w 1310"/>
                <a:gd name="T85" fmla="*/ 1182 h 1770"/>
                <a:gd name="T86" fmla="*/ 1301 w 1310"/>
                <a:gd name="T87" fmla="*/ 1328 h 1770"/>
                <a:gd name="T88" fmla="*/ 1276 w 1310"/>
                <a:gd name="T89" fmla="*/ 1418 h 1770"/>
                <a:gd name="T90" fmla="*/ 1242 w 1310"/>
                <a:gd name="T91" fmla="*/ 1486 h 1770"/>
                <a:gd name="T92" fmla="*/ 1196 w 1310"/>
                <a:gd name="T93" fmla="*/ 1547 h 1770"/>
                <a:gd name="T94" fmla="*/ 1098 w 1310"/>
                <a:gd name="T95" fmla="*/ 1633 h 1770"/>
                <a:gd name="T96" fmla="*/ 965 w 1310"/>
                <a:gd name="T97" fmla="*/ 1703 h 1770"/>
                <a:gd name="T98" fmla="*/ 813 w 1310"/>
                <a:gd name="T99" fmla="*/ 1747 h 1770"/>
                <a:gd name="T100" fmla="*/ 639 w 1310"/>
                <a:gd name="T101" fmla="*/ 1768 h 1770"/>
                <a:gd name="T102" fmla="*/ 366 w 1310"/>
                <a:gd name="T103" fmla="*/ 1761 h 1770"/>
                <a:gd name="T104" fmla="*/ 34 w 1310"/>
                <a:gd name="T105" fmla="*/ 1707 h 1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310" h="1770">
                  <a:moveTo>
                    <a:pt x="34" y="1707"/>
                  </a:moveTo>
                  <a:lnTo>
                    <a:pt x="34" y="1371"/>
                  </a:lnTo>
                  <a:lnTo>
                    <a:pt x="70" y="1382"/>
                  </a:lnTo>
                  <a:lnTo>
                    <a:pt x="105" y="1392"/>
                  </a:lnTo>
                  <a:lnTo>
                    <a:pt x="139" y="1401"/>
                  </a:lnTo>
                  <a:lnTo>
                    <a:pt x="174" y="1410"/>
                  </a:lnTo>
                  <a:lnTo>
                    <a:pt x="208" y="1419"/>
                  </a:lnTo>
                  <a:lnTo>
                    <a:pt x="240" y="1426"/>
                  </a:lnTo>
                  <a:lnTo>
                    <a:pt x="273" y="1432"/>
                  </a:lnTo>
                  <a:lnTo>
                    <a:pt x="306" y="1438"/>
                  </a:lnTo>
                  <a:lnTo>
                    <a:pt x="336" y="1444"/>
                  </a:lnTo>
                  <a:lnTo>
                    <a:pt x="368" y="1448"/>
                  </a:lnTo>
                  <a:lnTo>
                    <a:pt x="399" y="1452"/>
                  </a:lnTo>
                  <a:lnTo>
                    <a:pt x="428" y="1455"/>
                  </a:lnTo>
                  <a:lnTo>
                    <a:pt x="458" y="1457"/>
                  </a:lnTo>
                  <a:lnTo>
                    <a:pt x="486" y="1459"/>
                  </a:lnTo>
                  <a:lnTo>
                    <a:pt x="515" y="1460"/>
                  </a:lnTo>
                  <a:lnTo>
                    <a:pt x="543" y="1461"/>
                  </a:lnTo>
                  <a:lnTo>
                    <a:pt x="580" y="1460"/>
                  </a:lnTo>
                  <a:lnTo>
                    <a:pt x="615" y="1458"/>
                  </a:lnTo>
                  <a:lnTo>
                    <a:pt x="646" y="1455"/>
                  </a:lnTo>
                  <a:lnTo>
                    <a:pt x="677" y="1451"/>
                  </a:lnTo>
                  <a:lnTo>
                    <a:pt x="705" y="1445"/>
                  </a:lnTo>
                  <a:lnTo>
                    <a:pt x="729" y="1438"/>
                  </a:lnTo>
                  <a:lnTo>
                    <a:pt x="741" y="1434"/>
                  </a:lnTo>
                  <a:lnTo>
                    <a:pt x="751" y="1430"/>
                  </a:lnTo>
                  <a:lnTo>
                    <a:pt x="763" y="1426"/>
                  </a:lnTo>
                  <a:lnTo>
                    <a:pt x="772" y="1421"/>
                  </a:lnTo>
                  <a:lnTo>
                    <a:pt x="781" y="1416"/>
                  </a:lnTo>
                  <a:lnTo>
                    <a:pt x="790" y="1409"/>
                  </a:lnTo>
                  <a:lnTo>
                    <a:pt x="798" y="1404"/>
                  </a:lnTo>
                  <a:lnTo>
                    <a:pt x="805" y="1398"/>
                  </a:lnTo>
                  <a:lnTo>
                    <a:pt x="813" y="1391"/>
                  </a:lnTo>
                  <a:lnTo>
                    <a:pt x="819" y="1385"/>
                  </a:lnTo>
                  <a:lnTo>
                    <a:pt x="825" y="1378"/>
                  </a:lnTo>
                  <a:lnTo>
                    <a:pt x="829" y="1370"/>
                  </a:lnTo>
                  <a:lnTo>
                    <a:pt x="834" y="1362"/>
                  </a:lnTo>
                  <a:lnTo>
                    <a:pt x="838" y="1354"/>
                  </a:lnTo>
                  <a:lnTo>
                    <a:pt x="841" y="1346"/>
                  </a:lnTo>
                  <a:lnTo>
                    <a:pt x="844" y="1337"/>
                  </a:lnTo>
                  <a:lnTo>
                    <a:pt x="846" y="1329"/>
                  </a:lnTo>
                  <a:lnTo>
                    <a:pt x="847" y="1319"/>
                  </a:lnTo>
                  <a:lnTo>
                    <a:pt x="848" y="1309"/>
                  </a:lnTo>
                  <a:lnTo>
                    <a:pt x="848" y="1299"/>
                  </a:lnTo>
                  <a:lnTo>
                    <a:pt x="848" y="1285"/>
                  </a:lnTo>
                  <a:lnTo>
                    <a:pt x="845" y="1271"/>
                  </a:lnTo>
                  <a:lnTo>
                    <a:pt x="842" y="1257"/>
                  </a:lnTo>
                  <a:lnTo>
                    <a:pt x="837" y="1244"/>
                  </a:lnTo>
                  <a:lnTo>
                    <a:pt x="831" y="1232"/>
                  </a:lnTo>
                  <a:lnTo>
                    <a:pt x="824" y="1220"/>
                  </a:lnTo>
                  <a:lnTo>
                    <a:pt x="815" y="1208"/>
                  </a:lnTo>
                  <a:lnTo>
                    <a:pt x="804" y="1198"/>
                  </a:lnTo>
                  <a:lnTo>
                    <a:pt x="790" y="1187"/>
                  </a:lnTo>
                  <a:lnTo>
                    <a:pt x="773" y="1175"/>
                  </a:lnTo>
                  <a:lnTo>
                    <a:pt x="749" y="1161"/>
                  </a:lnTo>
                  <a:lnTo>
                    <a:pt x="723" y="1146"/>
                  </a:lnTo>
                  <a:lnTo>
                    <a:pt x="691" y="1131"/>
                  </a:lnTo>
                  <a:lnTo>
                    <a:pt x="656" y="1114"/>
                  </a:lnTo>
                  <a:lnTo>
                    <a:pt x="616" y="1096"/>
                  </a:lnTo>
                  <a:lnTo>
                    <a:pt x="571" y="1078"/>
                  </a:lnTo>
                  <a:lnTo>
                    <a:pt x="490" y="1044"/>
                  </a:lnTo>
                  <a:lnTo>
                    <a:pt x="417" y="1011"/>
                  </a:lnTo>
                  <a:lnTo>
                    <a:pt x="383" y="995"/>
                  </a:lnTo>
                  <a:lnTo>
                    <a:pt x="352" y="980"/>
                  </a:lnTo>
                  <a:lnTo>
                    <a:pt x="321" y="964"/>
                  </a:lnTo>
                  <a:lnTo>
                    <a:pt x="292" y="949"/>
                  </a:lnTo>
                  <a:lnTo>
                    <a:pt x="266" y="935"/>
                  </a:lnTo>
                  <a:lnTo>
                    <a:pt x="241" y="921"/>
                  </a:lnTo>
                  <a:lnTo>
                    <a:pt x="219" y="906"/>
                  </a:lnTo>
                  <a:lnTo>
                    <a:pt x="198" y="893"/>
                  </a:lnTo>
                  <a:lnTo>
                    <a:pt x="178" y="880"/>
                  </a:lnTo>
                  <a:lnTo>
                    <a:pt x="161" y="866"/>
                  </a:lnTo>
                  <a:lnTo>
                    <a:pt x="146" y="854"/>
                  </a:lnTo>
                  <a:lnTo>
                    <a:pt x="132" y="842"/>
                  </a:lnTo>
                  <a:lnTo>
                    <a:pt x="116" y="826"/>
                  </a:lnTo>
                  <a:lnTo>
                    <a:pt x="101" y="808"/>
                  </a:lnTo>
                  <a:lnTo>
                    <a:pt x="87" y="791"/>
                  </a:lnTo>
                  <a:lnTo>
                    <a:pt x="74" y="773"/>
                  </a:lnTo>
                  <a:lnTo>
                    <a:pt x="62" y="754"/>
                  </a:lnTo>
                  <a:lnTo>
                    <a:pt x="52" y="736"/>
                  </a:lnTo>
                  <a:lnTo>
                    <a:pt x="42" y="715"/>
                  </a:lnTo>
                  <a:lnTo>
                    <a:pt x="32" y="696"/>
                  </a:lnTo>
                  <a:lnTo>
                    <a:pt x="25" y="676"/>
                  </a:lnTo>
                  <a:lnTo>
                    <a:pt x="18" y="654"/>
                  </a:lnTo>
                  <a:lnTo>
                    <a:pt x="13" y="633"/>
                  </a:lnTo>
                  <a:lnTo>
                    <a:pt x="8" y="610"/>
                  </a:lnTo>
                  <a:lnTo>
                    <a:pt x="5" y="588"/>
                  </a:lnTo>
                  <a:lnTo>
                    <a:pt x="2" y="564"/>
                  </a:lnTo>
                  <a:lnTo>
                    <a:pt x="1" y="541"/>
                  </a:lnTo>
                  <a:lnTo>
                    <a:pt x="0" y="516"/>
                  </a:lnTo>
                  <a:lnTo>
                    <a:pt x="1" y="485"/>
                  </a:lnTo>
                  <a:lnTo>
                    <a:pt x="3" y="455"/>
                  </a:lnTo>
                  <a:lnTo>
                    <a:pt x="7" y="425"/>
                  </a:lnTo>
                  <a:lnTo>
                    <a:pt x="12" y="397"/>
                  </a:lnTo>
                  <a:lnTo>
                    <a:pt x="19" y="370"/>
                  </a:lnTo>
                  <a:lnTo>
                    <a:pt x="27" y="344"/>
                  </a:lnTo>
                  <a:lnTo>
                    <a:pt x="36" y="318"/>
                  </a:lnTo>
                  <a:lnTo>
                    <a:pt x="48" y="294"/>
                  </a:lnTo>
                  <a:lnTo>
                    <a:pt x="61" y="269"/>
                  </a:lnTo>
                  <a:lnTo>
                    <a:pt x="75" y="247"/>
                  </a:lnTo>
                  <a:lnTo>
                    <a:pt x="90" y="225"/>
                  </a:lnTo>
                  <a:lnTo>
                    <a:pt x="108" y="204"/>
                  </a:lnTo>
                  <a:lnTo>
                    <a:pt x="127" y="185"/>
                  </a:lnTo>
                  <a:lnTo>
                    <a:pt x="148" y="165"/>
                  </a:lnTo>
                  <a:lnTo>
                    <a:pt x="169" y="148"/>
                  </a:lnTo>
                  <a:lnTo>
                    <a:pt x="192" y="131"/>
                  </a:lnTo>
                  <a:lnTo>
                    <a:pt x="217" y="115"/>
                  </a:lnTo>
                  <a:lnTo>
                    <a:pt x="241" y="100"/>
                  </a:lnTo>
                  <a:lnTo>
                    <a:pt x="268" y="86"/>
                  </a:lnTo>
                  <a:lnTo>
                    <a:pt x="294" y="73"/>
                  </a:lnTo>
                  <a:lnTo>
                    <a:pt x="323" y="61"/>
                  </a:lnTo>
                  <a:lnTo>
                    <a:pt x="352" y="51"/>
                  </a:lnTo>
                  <a:lnTo>
                    <a:pt x="381" y="41"/>
                  </a:lnTo>
                  <a:lnTo>
                    <a:pt x="412" y="33"/>
                  </a:lnTo>
                  <a:lnTo>
                    <a:pt x="443" y="24"/>
                  </a:lnTo>
                  <a:lnTo>
                    <a:pt x="476" y="18"/>
                  </a:lnTo>
                  <a:lnTo>
                    <a:pt x="509" y="12"/>
                  </a:lnTo>
                  <a:lnTo>
                    <a:pt x="543" y="8"/>
                  </a:lnTo>
                  <a:lnTo>
                    <a:pt x="578" y="4"/>
                  </a:lnTo>
                  <a:lnTo>
                    <a:pt x="614" y="2"/>
                  </a:lnTo>
                  <a:lnTo>
                    <a:pt x="651" y="0"/>
                  </a:lnTo>
                  <a:lnTo>
                    <a:pt x="689" y="0"/>
                  </a:lnTo>
                  <a:lnTo>
                    <a:pt x="733" y="0"/>
                  </a:lnTo>
                  <a:lnTo>
                    <a:pt x="783" y="3"/>
                  </a:lnTo>
                  <a:lnTo>
                    <a:pt x="836" y="8"/>
                  </a:lnTo>
                  <a:lnTo>
                    <a:pt x="895" y="15"/>
                  </a:lnTo>
                  <a:lnTo>
                    <a:pt x="958" y="23"/>
                  </a:lnTo>
                  <a:lnTo>
                    <a:pt x="1027" y="35"/>
                  </a:lnTo>
                  <a:lnTo>
                    <a:pt x="1099" y="47"/>
                  </a:lnTo>
                  <a:lnTo>
                    <a:pt x="1177" y="61"/>
                  </a:lnTo>
                  <a:lnTo>
                    <a:pt x="1177" y="386"/>
                  </a:lnTo>
                  <a:lnTo>
                    <a:pt x="1147" y="374"/>
                  </a:lnTo>
                  <a:lnTo>
                    <a:pt x="1118" y="363"/>
                  </a:lnTo>
                  <a:lnTo>
                    <a:pt x="1089" y="353"/>
                  </a:lnTo>
                  <a:lnTo>
                    <a:pt x="1060" y="344"/>
                  </a:lnTo>
                  <a:lnTo>
                    <a:pt x="1032" y="336"/>
                  </a:lnTo>
                  <a:lnTo>
                    <a:pt x="1003" y="327"/>
                  </a:lnTo>
                  <a:lnTo>
                    <a:pt x="976" y="320"/>
                  </a:lnTo>
                  <a:lnTo>
                    <a:pt x="947" y="314"/>
                  </a:lnTo>
                  <a:lnTo>
                    <a:pt x="921" y="309"/>
                  </a:lnTo>
                  <a:lnTo>
                    <a:pt x="893" y="304"/>
                  </a:lnTo>
                  <a:lnTo>
                    <a:pt x="867" y="300"/>
                  </a:lnTo>
                  <a:lnTo>
                    <a:pt x="839" y="297"/>
                  </a:lnTo>
                  <a:lnTo>
                    <a:pt x="814" y="294"/>
                  </a:lnTo>
                  <a:lnTo>
                    <a:pt x="787" y="292"/>
                  </a:lnTo>
                  <a:lnTo>
                    <a:pt x="762" y="291"/>
                  </a:lnTo>
                  <a:lnTo>
                    <a:pt x="736" y="291"/>
                  </a:lnTo>
                  <a:lnTo>
                    <a:pt x="700" y="292"/>
                  </a:lnTo>
                  <a:lnTo>
                    <a:pt x="669" y="293"/>
                  </a:lnTo>
                  <a:lnTo>
                    <a:pt x="638" y="296"/>
                  </a:lnTo>
                  <a:lnTo>
                    <a:pt x="610" y="301"/>
                  </a:lnTo>
                  <a:lnTo>
                    <a:pt x="584" y="306"/>
                  </a:lnTo>
                  <a:lnTo>
                    <a:pt x="561" y="313"/>
                  </a:lnTo>
                  <a:lnTo>
                    <a:pt x="539" y="321"/>
                  </a:lnTo>
                  <a:lnTo>
                    <a:pt x="521" y="331"/>
                  </a:lnTo>
                  <a:lnTo>
                    <a:pt x="512" y="336"/>
                  </a:lnTo>
                  <a:lnTo>
                    <a:pt x="504" y="341"/>
                  </a:lnTo>
                  <a:lnTo>
                    <a:pt x="496" y="346"/>
                  </a:lnTo>
                  <a:lnTo>
                    <a:pt x="489" y="352"/>
                  </a:lnTo>
                  <a:lnTo>
                    <a:pt x="483" y="359"/>
                  </a:lnTo>
                  <a:lnTo>
                    <a:pt x="477" y="365"/>
                  </a:lnTo>
                  <a:lnTo>
                    <a:pt x="472" y="372"/>
                  </a:lnTo>
                  <a:lnTo>
                    <a:pt x="467" y="380"/>
                  </a:lnTo>
                  <a:lnTo>
                    <a:pt x="463" y="387"/>
                  </a:lnTo>
                  <a:lnTo>
                    <a:pt x="459" y="395"/>
                  </a:lnTo>
                  <a:lnTo>
                    <a:pt x="456" y="403"/>
                  </a:lnTo>
                  <a:lnTo>
                    <a:pt x="454" y="411"/>
                  </a:lnTo>
                  <a:lnTo>
                    <a:pt x="452" y="420"/>
                  </a:lnTo>
                  <a:lnTo>
                    <a:pt x="450" y="430"/>
                  </a:lnTo>
                  <a:lnTo>
                    <a:pt x="450" y="439"/>
                  </a:lnTo>
                  <a:lnTo>
                    <a:pt x="448" y="449"/>
                  </a:lnTo>
                  <a:lnTo>
                    <a:pt x="450" y="463"/>
                  </a:lnTo>
                  <a:lnTo>
                    <a:pt x="453" y="477"/>
                  </a:lnTo>
                  <a:lnTo>
                    <a:pt x="457" y="490"/>
                  </a:lnTo>
                  <a:lnTo>
                    <a:pt x="463" y="502"/>
                  </a:lnTo>
                  <a:lnTo>
                    <a:pt x="471" y="514"/>
                  </a:lnTo>
                  <a:lnTo>
                    <a:pt x="481" y="524"/>
                  </a:lnTo>
                  <a:lnTo>
                    <a:pt x="493" y="536"/>
                  </a:lnTo>
                  <a:lnTo>
                    <a:pt x="507" y="545"/>
                  </a:lnTo>
                  <a:lnTo>
                    <a:pt x="521" y="553"/>
                  </a:lnTo>
                  <a:lnTo>
                    <a:pt x="541" y="564"/>
                  </a:lnTo>
                  <a:lnTo>
                    <a:pt x="567" y="577"/>
                  </a:lnTo>
                  <a:lnTo>
                    <a:pt x="597" y="592"/>
                  </a:lnTo>
                  <a:lnTo>
                    <a:pt x="633" y="609"/>
                  </a:lnTo>
                  <a:lnTo>
                    <a:pt x="674" y="629"/>
                  </a:lnTo>
                  <a:lnTo>
                    <a:pt x="720" y="649"/>
                  </a:lnTo>
                  <a:lnTo>
                    <a:pt x="772" y="672"/>
                  </a:lnTo>
                  <a:lnTo>
                    <a:pt x="846" y="707"/>
                  </a:lnTo>
                  <a:lnTo>
                    <a:pt x="915" y="740"/>
                  </a:lnTo>
                  <a:lnTo>
                    <a:pt x="946" y="756"/>
                  </a:lnTo>
                  <a:lnTo>
                    <a:pt x="976" y="771"/>
                  </a:lnTo>
                  <a:lnTo>
                    <a:pt x="1004" y="787"/>
                  </a:lnTo>
                  <a:lnTo>
                    <a:pt x="1032" y="802"/>
                  </a:lnTo>
                  <a:lnTo>
                    <a:pt x="1056" y="817"/>
                  </a:lnTo>
                  <a:lnTo>
                    <a:pt x="1080" y="832"/>
                  </a:lnTo>
                  <a:lnTo>
                    <a:pt x="1102" y="846"/>
                  </a:lnTo>
                  <a:lnTo>
                    <a:pt x="1123" y="860"/>
                  </a:lnTo>
                  <a:lnTo>
                    <a:pt x="1141" y="875"/>
                  </a:lnTo>
                  <a:lnTo>
                    <a:pt x="1158" y="888"/>
                  </a:lnTo>
                  <a:lnTo>
                    <a:pt x="1174" y="901"/>
                  </a:lnTo>
                  <a:lnTo>
                    <a:pt x="1187" y="913"/>
                  </a:lnTo>
                  <a:lnTo>
                    <a:pt x="1202" y="930"/>
                  </a:lnTo>
                  <a:lnTo>
                    <a:pt x="1216" y="945"/>
                  </a:lnTo>
                  <a:lnTo>
                    <a:pt x="1229" y="962"/>
                  </a:lnTo>
                  <a:lnTo>
                    <a:pt x="1241" y="979"/>
                  </a:lnTo>
                  <a:lnTo>
                    <a:pt x="1252" y="997"/>
                  </a:lnTo>
                  <a:lnTo>
                    <a:pt x="1262" y="1015"/>
                  </a:lnTo>
                  <a:lnTo>
                    <a:pt x="1271" y="1034"/>
                  </a:lnTo>
                  <a:lnTo>
                    <a:pt x="1279" y="1053"/>
                  </a:lnTo>
                  <a:lnTo>
                    <a:pt x="1287" y="1074"/>
                  </a:lnTo>
                  <a:lnTo>
                    <a:pt x="1293" y="1094"/>
                  </a:lnTo>
                  <a:lnTo>
                    <a:pt x="1298" y="1114"/>
                  </a:lnTo>
                  <a:lnTo>
                    <a:pt x="1302" y="1137"/>
                  </a:lnTo>
                  <a:lnTo>
                    <a:pt x="1305" y="1158"/>
                  </a:lnTo>
                  <a:lnTo>
                    <a:pt x="1308" y="1182"/>
                  </a:lnTo>
                  <a:lnTo>
                    <a:pt x="1309" y="1204"/>
                  </a:lnTo>
                  <a:lnTo>
                    <a:pt x="1310" y="1229"/>
                  </a:lnTo>
                  <a:lnTo>
                    <a:pt x="1309" y="1262"/>
                  </a:lnTo>
                  <a:lnTo>
                    <a:pt x="1306" y="1296"/>
                  </a:lnTo>
                  <a:lnTo>
                    <a:pt x="1301" y="1328"/>
                  </a:lnTo>
                  <a:lnTo>
                    <a:pt x="1295" y="1358"/>
                  </a:lnTo>
                  <a:lnTo>
                    <a:pt x="1291" y="1374"/>
                  </a:lnTo>
                  <a:lnTo>
                    <a:pt x="1287" y="1389"/>
                  </a:lnTo>
                  <a:lnTo>
                    <a:pt x="1282" y="1403"/>
                  </a:lnTo>
                  <a:lnTo>
                    <a:pt x="1276" y="1418"/>
                  </a:lnTo>
                  <a:lnTo>
                    <a:pt x="1271" y="1432"/>
                  </a:lnTo>
                  <a:lnTo>
                    <a:pt x="1263" y="1446"/>
                  </a:lnTo>
                  <a:lnTo>
                    <a:pt x="1257" y="1459"/>
                  </a:lnTo>
                  <a:lnTo>
                    <a:pt x="1250" y="1473"/>
                  </a:lnTo>
                  <a:lnTo>
                    <a:pt x="1242" y="1486"/>
                  </a:lnTo>
                  <a:lnTo>
                    <a:pt x="1234" y="1499"/>
                  </a:lnTo>
                  <a:lnTo>
                    <a:pt x="1225" y="1511"/>
                  </a:lnTo>
                  <a:lnTo>
                    <a:pt x="1216" y="1524"/>
                  </a:lnTo>
                  <a:lnTo>
                    <a:pt x="1206" y="1536"/>
                  </a:lnTo>
                  <a:lnTo>
                    <a:pt x="1196" y="1547"/>
                  </a:lnTo>
                  <a:lnTo>
                    <a:pt x="1186" y="1559"/>
                  </a:lnTo>
                  <a:lnTo>
                    <a:pt x="1175" y="1571"/>
                  </a:lnTo>
                  <a:lnTo>
                    <a:pt x="1151" y="1592"/>
                  </a:lnTo>
                  <a:lnTo>
                    <a:pt x="1126" y="1613"/>
                  </a:lnTo>
                  <a:lnTo>
                    <a:pt x="1098" y="1633"/>
                  </a:lnTo>
                  <a:lnTo>
                    <a:pt x="1069" y="1651"/>
                  </a:lnTo>
                  <a:lnTo>
                    <a:pt x="1044" y="1666"/>
                  </a:lnTo>
                  <a:lnTo>
                    <a:pt x="1019" y="1679"/>
                  </a:lnTo>
                  <a:lnTo>
                    <a:pt x="992" y="1691"/>
                  </a:lnTo>
                  <a:lnTo>
                    <a:pt x="965" y="1703"/>
                  </a:lnTo>
                  <a:lnTo>
                    <a:pt x="936" y="1714"/>
                  </a:lnTo>
                  <a:lnTo>
                    <a:pt x="906" y="1724"/>
                  </a:lnTo>
                  <a:lnTo>
                    <a:pt x="876" y="1732"/>
                  </a:lnTo>
                  <a:lnTo>
                    <a:pt x="845" y="1740"/>
                  </a:lnTo>
                  <a:lnTo>
                    <a:pt x="813" y="1747"/>
                  </a:lnTo>
                  <a:lnTo>
                    <a:pt x="780" y="1752"/>
                  </a:lnTo>
                  <a:lnTo>
                    <a:pt x="746" y="1757"/>
                  </a:lnTo>
                  <a:lnTo>
                    <a:pt x="712" y="1762"/>
                  </a:lnTo>
                  <a:lnTo>
                    <a:pt x="676" y="1766"/>
                  </a:lnTo>
                  <a:lnTo>
                    <a:pt x="639" y="1768"/>
                  </a:lnTo>
                  <a:lnTo>
                    <a:pt x="601" y="1769"/>
                  </a:lnTo>
                  <a:lnTo>
                    <a:pt x="563" y="1770"/>
                  </a:lnTo>
                  <a:lnTo>
                    <a:pt x="497" y="1769"/>
                  </a:lnTo>
                  <a:lnTo>
                    <a:pt x="431" y="1766"/>
                  </a:lnTo>
                  <a:lnTo>
                    <a:pt x="366" y="1761"/>
                  </a:lnTo>
                  <a:lnTo>
                    <a:pt x="300" y="1754"/>
                  </a:lnTo>
                  <a:lnTo>
                    <a:pt x="233" y="1745"/>
                  </a:lnTo>
                  <a:lnTo>
                    <a:pt x="167" y="1735"/>
                  </a:lnTo>
                  <a:lnTo>
                    <a:pt x="101" y="1722"/>
                  </a:lnTo>
                  <a:lnTo>
                    <a:pt x="34" y="1707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>
                <a:solidFill>
                  <a:srgbClr val="ADBECB"/>
                </a:solidFill>
                <a:ea typeface="Arial Unicode MS"/>
              </a:endParaRPr>
            </a:p>
          </p:txBody>
        </p:sp>
        <p:sp>
          <p:nvSpPr>
            <p:cNvPr id="55" name="Freeform 53"/>
            <p:cNvSpPr>
              <a:spLocks/>
            </p:cNvSpPr>
            <p:nvPr userDrawn="1"/>
          </p:nvSpPr>
          <p:spPr bwMode="auto">
            <a:xfrm>
              <a:off x="6294" y="350"/>
              <a:ext cx="39" cy="142"/>
            </a:xfrm>
            <a:custGeom>
              <a:avLst/>
              <a:gdLst>
                <a:gd name="T0" fmla="*/ 476 w 476"/>
                <a:gd name="T1" fmla="*/ 0 h 1706"/>
                <a:gd name="T2" fmla="*/ 476 w 476"/>
                <a:gd name="T3" fmla="*/ 1706 h 1706"/>
                <a:gd name="T4" fmla="*/ 0 w 476"/>
                <a:gd name="T5" fmla="*/ 1706 h 1706"/>
                <a:gd name="T6" fmla="*/ 0 w 476"/>
                <a:gd name="T7" fmla="*/ 0 h 1706"/>
                <a:gd name="T8" fmla="*/ 238 w 476"/>
                <a:gd name="T9" fmla="*/ 285 h 1706"/>
                <a:gd name="T10" fmla="*/ 476 w 476"/>
                <a:gd name="T11" fmla="*/ 0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6" h="1706">
                  <a:moveTo>
                    <a:pt x="476" y="0"/>
                  </a:moveTo>
                  <a:lnTo>
                    <a:pt x="476" y="1706"/>
                  </a:lnTo>
                  <a:lnTo>
                    <a:pt x="0" y="1706"/>
                  </a:lnTo>
                  <a:lnTo>
                    <a:pt x="0" y="0"/>
                  </a:lnTo>
                  <a:lnTo>
                    <a:pt x="238" y="285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>
                <a:solidFill>
                  <a:srgbClr val="ADBECB"/>
                </a:solidFill>
                <a:ea typeface="Arial Unicode MS"/>
              </a:endParaRPr>
            </a:p>
          </p:txBody>
        </p:sp>
        <p:sp>
          <p:nvSpPr>
            <p:cNvPr id="56" name="Freeform 54"/>
            <p:cNvSpPr>
              <a:spLocks/>
            </p:cNvSpPr>
            <p:nvPr userDrawn="1"/>
          </p:nvSpPr>
          <p:spPr bwMode="auto">
            <a:xfrm>
              <a:off x="6294" y="350"/>
              <a:ext cx="39" cy="44"/>
            </a:xfrm>
            <a:custGeom>
              <a:avLst/>
              <a:gdLst>
                <a:gd name="T0" fmla="*/ 476 w 476"/>
                <a:gd name="T1" fmla="*/ 0 h 530"/>
                <a:gd name="T2" fmla="*/ 0 w 476"/>
                <a:gd name="T3" fmla="*/ 0 h 530"/>
                <a:gd name="T4" fmla="*/ 238 w 476"/>
                <a:gd name="T5" fmla="*/ 530 h 530"/>
                <a:gd name="T6" fmla="*/ 476 w 476"/>
                <a:gd name="T7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6" h="530">
                  <a:moveTo>
                    <a:pt x="476" y="0"/>
                  </a:moveTo>
                  <a:lnTo>
                    <a:pt x="0" y="0"/>
                  </a:lnTo>
                  <a:lnTo>
                    <a:pt x="238" y="530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>
                <a:solidFill>
                  <a:srgbClr val="ADBECB"/>
                </a:solidFill>
                <a:ea typeface="Arial Unicode MS"/>
              </a:endParaRPr>
            </a:p>
          </p:txBody>
        </p:sp>
        <p:sp>
          <p:nvSpPr>
            <p:cNvPr id="78" name="Freeform 55"/>
            <p:cNvSpPr>
              <a:spLocks/>
            </p:cNvSpPr>
            <p:nvPr userDrawn="1"/>
          </p:nvSpPr>
          <p:spPr bwMode="auto">
            <a:xfrm>
              <a:off x="6370" y="350"/>
              <a:ext cx="103" cy="142"/>
            </a:xfrm>
            <a:custGeom>
              <a:avLst/>
              <a:gdLst>
                <a:gd name="T0" fmla="*/ 0 w 1241"/>
                <a:gd name="T1" fmla="*/ 1706 h 1706"/>
                <a:gd name="T2" fmla="*/ 0 w 1241"/>
                <a:gd name="T3" fmla="*/ 0 h 1706"/>
                <a:gd name="T4" fmla="*/ 1222 w 1241"/>
                <a:gd name="T5" fmla="*/ 0 h 1706"/>
                <a:gd name="T6" fmla="*/ 1222 w 1241"/>
                <a:gd name="T7" fmla="*/ 309 h 1706"/>
                <a:gd name="T8" fmla="*/ 459 w 1241"/>
                <a:gd name="T9" fmla="*/ 309 h 1706"/>
                <a:gd name="T10" fmla="*/ 459 w 1241"/>
                <a:gd name="T11" fmla="*/ 693 h 1706"/>
                <a:gd name="T12" fmla="*/ 1123 w 1241"/>
                <a:gd name="T13" fmla="*/ 693 h 1706"/>
                <a:gd name="T14" fmla="*/ 1123 w 1241"/>
                <a:gd name="T15" fmla="*/ 975 h 1706"/>
                <a:gd name="T16" fmla="*/ 459 w 1241"/>
                <a:gd name="T17" fmla="*/ 975 h 1706"/>
                <a:gd name="T18" fmla="*/ 459 w 1241"/>
                <a:gd name="T19" fmla="*/ 1380 h 1706"/>
                <a:gd name="T20" fmla="*/ 1241 w 1241"/>
                <a:gd name="T21" fmla="*/ 1380 h 1706"/>
                <a:gd name="T22" fmla="*/ 1241 w 1241"/>
                <a:gd name="T23" fmla="*/ 1706 h 1706"/>
                <a:gd name="T24" fmla="*/ 0 w 1241"/>
                <a:gd name="T25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41" h="1706">
                  <a:moveTo>
                    <a:pt x="0" y="1706"/>
                  </a:moveTo>
                  <a:lnTo>
                    <a:pt x="0" y="0"/>
                  </a:lnTo>
                  <a:lnTo>
                    <a:pt x="1222" y="0"/>
                  </a:lnTo>
                  <a:lnTo>
                    <a:pt x="1222" y="309"/>
                  </a:lnTo>
                  <a:lnTo>
                    <a:pt x="459" y="309"/>
                  </a:lnTo>
                  <a:lnTo>
                    <a:pt x="459" y="693"/>
                  </a:lnTo>
                  <a:lnTo>
                    <a:pt x="1123" y="693"/>
                  </a:lnTo>
                  <a:lnTo>
                    <a:pt x="1123" y="975"/>
                  </a:lnTo>
                  <a:lnTo>
                    <a:pt x="459" y="975"/>
                  </a:lnTo>
                  <a:lnTo>
                    <a:pt x="459" y="1380"/>
                  </a:lnTo>
                  <a:lnTo>
                    <a:pt x="1241" y="1380"/>
                  </a:lnTo>
                  <a:lnTo>
                    <a:pt x="1241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>
                <a:solidFill>
                  <a:srgbClr val="ADBECB"/>
                </a:solidFill>
                <a:ea typeface="Arial Unicode MS"/>
              </a:endParaRPr>
            </a:p>
          </p:txBody>
        </p:sp>
        <p:sp>
          <p:nvSpPr>
            <p:cNvPr id="79" name="Freeform 56"/>
            <p:cNvSpPr>
              <a:spLocks/>
            </p:cNvSpPr>
            <p:nvPr userDrawn="1"/>
          </p:nvSpPr>
          <p:spPr bwMode="auto">
            <a:xfrm>
              <a:off x="6499" y="350"/>
              <a:ext cx="173" cy="143"/>
            </a:xfrm>
            <a:custGeom>
              <a:avLst/>
              <a:gdLst>
                <a:gd name="T0" fmla="*/ 0 w 2073"/>
                <a:gd name="T1" fmla="*/ 1706 h 1723"/>
                <a:gd name="T2" fmla="*/ 0 w 2073"/>
                <a:gd name="T3" fmla="*/ 0 h 1723"/>
                <a:gd name="T4" fmla="*/ 617 w 2073"/>
                <a:gd name="T5" fmla="*/ 0 h 1723"/>
                <a:gd name="T6" fmla="*/ 1047 w 2073"/>
                <a:gd name="T7" fmla="*/ 1090 h 1723"/>
                <a:gd name="T8" fmla="*/ 1486 w 2073"/>
                <a:gd name="T9" fmla="*/ 0 h 1723"/>
                <a:gd name="T10" fmla="*/ 2073 w 2073"/>
                <a:gd name="T11" fmla="*/ 0 h 1723"/>
                <a:gd name="T12" fmla="*/ 2073 w 2073"/>
                <a:gd name="T13" fmla="*/ 1706 h 1723"/>
                <a:gd name="T14" fmla="*/ 1621 w 2073"/>
                <a:gd name="T15" fmla="*/ 1706 h 1723"/>
                <a:gd name="T16" fmla="*/ 1621 w 2073"/>
                <a:gd name="T17" fmla="*/ 499 h 1723"/>
                <a:gd name="T18" fmla="*/ 1121 w 2073"/>
                <a:gd name="T19" fmla="*/ 1723 h 1723"/>
                <a:gd name="T20" fmla="*/ 826 w 2073"/>
                <a:gd name="T21" fmla="*/ 1723 h 1723"/>
                <a:gd name="T22" fmla="*/ 336 w 2073"/>
                <a:gd name="T23" fmla="*/ 499 h 1723"/>
                <a:gd name="T24" fmla="*/ 336 w 2073"/>
                <a:gd name="T25" fmla="*/ 1706 h 1723"/>
                <a:gd name="T26" fmla="*/ 0 w 2073"/>
                <a:gd name="T27" fmla="*/ 1706 h 1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73" h="1723">
                  <a:moveTo>
                    <a:pt x="0" y="1706"/>
                  </a:moveTo>
                  <a:lnTo>
                    <a:pt x="0" y="0"/>
                  </a:lnTo>
                  <a:lnTo>
                    <a:pt x="617" y="0"/>
                  </a:lnTo>
                  <a:lnTo>
                    <a:pt x="1047" y="1090"/>
                  </a:lnTo>
                  <a:lnTo>
                    <a:pt x="1486" y="0"/>
                  </a:lnTo>
                  <a:lnTo>
                    <a:pt x="2073" y="0"/>
                  </a:lnTo>
                  <a:lnTo>
                    <a:pt x="2073" y="1706"/>
                  </a:lnTo>
                  <a:lnTo>
                    <a:pt x="1621" y="1706"/>
                  </a:lnTo>
                  <a:lnTo>
                    <a:pt x="1621" y="499"/>
                  </a:lnTo>
                  <a:lnTo>
                    <a:pt x="1121" y="1723"/>
                  </a:lnTo>
                  <a:lnTo>
                    <a:pt x="826" y="1723"/>
                  </a:lnTo>
                  <a:lnTo>
                    <a:pt x="336" y="499"/>
                  </a:lnTo>
                  <a:lnTo>
                    <a:pt x="336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>
                <a:solidFill>
                  <a:srgbClr val="ADBECB"/>
                </a:solidFill>
                <a:ea typeface="Arial Unicode MS"/>
              </a:endParaRPr>
            </a:p>
          </p:txBody>
        </p:sp>
        <p:sp>
          <p:nvSpPr>
            <p:cNvPr id="80" name="Freeform 57"/>
            <p:cNvSpPr>
              <a:spLocks/>
            </p:cNvSpPr>
            <p:nvPr userDrawn="1"/>
          </p:nvSpPr>
          <p:spPr bwMode="auto">
            <a:xfrm>
              <a:off x="6708" y="350"/>
              <a:ext cx="104" cy="142"/>
            </a:xfrm>
            <a:custGeom>
              <a:avLst/>
              <a:gdLst>
                <a:gd name="T0" fmla="*/ 0 w 1242"/>
                <a:gd name="T1" fmla="*/ 1706 h 1706"/>
                <a:gd name="T2" fmla="*/ 0 w 1242"/>
                <a:gd name="T3" fmla="*/ 0 h 1706"/>
                <a:gd name="T4" fmla="*/ 1221 w 1242"/>
                <a:gd name="T5" fmla="*/ 0 h 1706"/>
                <a:gd name="T6" fmla="*/ 1221 w 1242"/>
                <a:gd name="T7" fmla="*/ 309 h 1706"/>
                <a:gd name="T8" fmla="*/ 459 w 1242"/>
                <a:gd name="T9" fmla="*/ 309 h 1706"/>
                <a:gd name="T10" fmla="*/ 459 w 1242"/>
                <a:gd name="T11" fmla="*/ 693 h 1706"/>
                <a:gd name="T12" fmla="*/ 1123 w 1242"/>
                <a:gd name="T13" fmla="*/ 693 h 1706"/>
                <a:gd name="T14" fmla="*/ 1123 w 1242"/>
                <a:gd name="T15" fmla="*/ 975 h 1706"/>
                <a:gd name="T16" fmla="*/ 459 w 1242"/>
                <a:gd name="T17" fmla="*/ 975 h 1706"/>
                <a:gd name="T18" fmla="*/ 459 w 1242"/>
                <a:gd name="T19" fmla="*/ 1380 h 1706"/>
                <a:gd name="T20" fmla="*/ 1242 w 1242"/>
                <a:gd name="T21" fmla="*/ 1380 h 1706"/>
                <a:gd name="T22" fmla="*/ 1242 w 1242"/>
                <a:gd name="T23" fmla="*/ 1706 h 1706"/>
                <a:gd name="T24" fmla="*/ 0 w 1242"/>
                <a:gd name="T25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42" h="1706">
                  <a:moveTo>
                    <a:pt x="0" y="1706"/>
                  </a:moveTo>
                  <a:lnTo>
                    <a:pt x="0" y="0"/>
                  </a:lnTo>
                  <a:lnTo>
                    <a:pt x="1221" y="0"/>
                  </a:lnTo>
                  <a:lnTo>
                    <a:pt x="1221" y="309"/>
                  </a:lnTo>
                  <a:lnTo>
                    <a:pt x="459" y="309"/>
                  </a:lnTo>
                  <a:lnTo>
                    <a:pt x="459" y="693"/>
                  </a:lnTo>
                  <a:lnTo>
                    <a:pt x="1123" y="693"/>
                  </a:lnTo>
                  <a:lnTo>
                    <a:pt x="1123" y="975"/>
                  </a:lnTo>
                  <a:lnTo>
                    <a:pt x="459" y="975"/>
                  </a:lnTo>
                  <a:lnTo>
                    <a:pt x="459" y="1380"/>
                  </a:lnTo>
                  <a:lnTo>
                    <a:pt x="1242" y="1380"/>
                  </a:lnTo>
                  <a:lnTo>
                    <a:pt x="1242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>
                <a:solidFill>
                  <a:srgbClr val="ADBECB"/>
                </a:solidFill>
                <a:ea typeface="Arial Unicode MS"/>
              </a:endParaRPr>
            </a:p>
          </p:txBody>
        </p:sp>
        <p:sp>
          <p:nvSpPr>
            <p:cNvPr id="81" name="Freeform 58"/>
            <p:cNvSpPr>
              <a:spLocks/>
            </p:cNvSpPr>
            <p:nvPr userDrawn="1"/>
          </p:nvSpPr>
          <p:spPr bwMode="auto">
            <a:xfrm>
              <a:off x="6838" y="350"/>
              <a:ext cx="123" cy="142"/>
            </a:xfrm>
            <a:custGeom>
              <a:avLst/>
              <a:gdLst>
                <a:gd name="T0" fmla="*/ 0 w 1473"/>
                <a:gd name="T1" fmla="*/ 1706 h 1706"/>
                <a:gd name="T2" fmla="*/ 0 w 1473"/>
                <a:gd name="T3" fmla="*/ 0 h 1706"/>
                <a:gd name="T4" fmla="*/ 551 w 1473"/>
                <a:gd name="T5" fmla="*/ 0 h 1706"/>
                <a:gd name="T6" fmla="*/ 1137 w 1473"/>
                <a:gd name="T7" fmla="*/ 1142 h 1706"/>
                <a:gd name="T8" fmla="*/ 1137 w 1473"/>
                <a:gd name="T9" fmla="*/ 0 h 1706"/>
                <a:gd name="T10" fmla="*/ 1473 w 1473"/>
                <a:gd name="T11" fmla="*/ 0 h 1706"/>
                <a:gd name="T12" fmla="*/ 1473 w 1473"/>
                <a:gd name="T13" fmla="*/ 1706 h 1706"/>
                <a:gd name="T14" fmla="*/ 936 w 1473"/>
                <a:gd name="T15" fmla="*/ 1706 h 1706"/>
                <a:gd name="T16" fmla="*/ 335 w 1473"/>
                <a:gd name="T17" fmla="*/ 549 h 1706"/>
                <a:gd name="T18" fmla="*/ 335 w 1473"/>
                <a:gd name="T19" fmla="*/ 1706 h 1706"/>
                <a:gd name="T20" fmla="*/ 0 w 1473"/>
                <a:gd name="T21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73" h="1706">
                  <a:moveTo>
                    <a:pt x="0" y="1706"/>
                  </a:moveTo>
                  <a:lnTo>
                    <a:pt x="0" y="0"/>
                  </a:lnTo>
                  <a:lnTo>
                    <a:pt x="551" y="0"/>
                  </a:lnTo>
                  <a:lnTo>
                    <a:pt x="1137" y="1142"/>
                  </a:lnTo>
                  <a:lnTo>
                    <a:pt x="1137" y="0"/>
                  </a:lnTo>
                  <a:lnTo>
                    <a:pt x="1473" y="0"/>
                  </a:lnTo>
                  <a:lnTo>
                    <a:pt x="1473" y="1706"/>
                  </a:lnTo>
                  <a:lnTo>
                    <a:pt x="936" y="1706"/>
                  </a:lnTo>
                  <a:lnTo>
                    <a:pt x="335" y="549"/>
                  </a:lnTo>
                  <a:lnTo>
                    <a:pt x="335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>
                <a:solidFill>
                  <a:srgbClr val="ADBECB"/>
                </a:solidFill>
                <a:ea typeface="Arial Unicode MS"/>
              </a:endParaRPr>
            </a:p>
          </p:txBody>
        </p:sp>
        <p:sp>
          <p:nvSpPr>
            <p:cNvPr id="82" name="Freeform 59"/>
            <p:cNvSpPr>
              <a:spLocks/>
            </p:cNvSpPr>
            <p:nvPr userDrawn="1"/>
          </p:nvSpPr>
          <p:spPr bwMode="auto">
            <a:xfrm>
              <a:off x="6986" y="347"/>
              <a:ext cx="109" cy="148"/>
            </a:xfrm>
            <a:custGeom>
              <a:avLst/>
              <a:gdLst>
                <a:gd name="T0" fmla="*/ 138 w 1309"/>
                <a:gd name="T1" fmla="*/ 1401 h 1770"/>
                <a:gd name="T2" fmla="*/ 303 w 1309"/>
                <a:gd name="T3" fmla="*/ 1438 h 1770"/>
                <a:gd name="T4" fmla="*/ 456 w 1309"/>
                <a:gd name="T5" fmla="*/ 1457 h 1770"/>
                <a:gd name="T6" fmla="*/ 615 w 1309"/>
                <a:gd name="T7" fmla="*/ 1458 h 1770"/>
                <a:gd name="T8" fmla="*/ 740 w 1309"/>
                <a:gd name="T9" fmla="*/ 1434 h 1770"/>
                <a:gd name="T10" fmla="*/ 790 w 1309"/>
                <a:gd name="T11" fmla="*/ 1409 h 1770"/>
                <a:gd name="T12" fmla="*/ 824 w 1309"/>
                <a:gd name="T13" fmla="*/ 1378 h 1770"/>
                <a:gd name="T14" fmla="*/ 843 w 1309"/>
                <a:gd name="T15" fmla="*/ 1337 h 1770"/>
                <a:gd name="T16" fmla="*/ 847 w 1309"/>
                <a:gd name="T17" fmla="*/ 1285 h 1770"/>
                <a:gd name="T18" fmla="*/ 824 w 1309"/>
                <a:gd name="T19" fmla="*/ 1220 h 1770"/>
                <a:gd name="T20" fmla="*/ 750 w 1309"/>
                <a:gd name="T21" fmla="*/ 1161 h 1770"/>
                <a:gd name="T22" fmla="*/ 571 w 1309"/>
                <a:gd name="T23" fmla="*/ 1078 h 1770"/>
                <a:gd name="T24" fmla="*/ 321 w 1309"/>
                <a:gd name="T25" fmla="*/ 965 h 1770"/>
                <a:gd name="T26" fmla="*/ 197 w 1309"/>
                <a:gd name="T27" fmla="*/ 893 h 1770"/>
                <a:gd name="T28" fmla="*/ 116 w 1309"/>
                <a:gd name="T29" fmla="*/ 826 h 1770"/>
                <a:gd name="T30" fmla="*/ 51 w 1309"/>
                <a:gd name="T31" fmla="*/ 736 h 1770"/>
                <a:gd name="T32" fmla="*/ 13 w 1309"/>
                <a:gd name="T33" fmla="*/ 633 h 1770"/>
                <a:gd name="T34" fmla="*/ 0 w 1309"/>
                <a:gd name="T35" fmla="*/ 515 h 1770"/>
                <a:gd name="T36" fmla="*/ 18 w 1309"/>
                <a:gd name="T37" fmla="*/ 369 h 1770"/>
                <a:gd name="T38" fmla="*/ 75 w 1309"/>
                <a:gd name="T39" fmla="*/ 247 h 1770"/>
                <a:gd name="T40" fmla="*/ 169 w 1309"/>
                <a:gd name="T41" fmla="*/ 148 h 1770"/>
                <a:gd name="T42" fmla="*/ 294 w 1309"/>
                <a:gd name="T43" fmla="*/ 73 h 1770"/>
                <a:gd name="T44" fmla="*/ 443 w 1309"/>
                <a:gd name="T45" fmla="*/ 24 h 1770"/>
                <a:gd name="T46" fmla="*/ 614 w 1309"/>
                <a:gd name="T47" fmla="*/ 2 h 1770"/>
                <a:gd name="T48" fmla="*/ 832 w 1309"/>
                <a:gd name="T49" fmla="*/ 7 h 1770"/>
                <a:gd name="T50" fmla="*/ 1134 w 1309"/>
                <a:gd name="T51" fmla="*/ 54 h 1770"/>
                <a:gd name="T52" fmla="*/ 1088 w 1309"/>
                <a:gd name="T53" fmla="*/ 353 h 1770"/>
                <a:gd name="T54" fmla="*/ 947 w 1309"/>
                <a:gd name="T55" fmla="*/ 314 h 1770"/>
                <a:gd name="T56" fmla="*/ 811 w 1309"/>
                <a:gd name="T57" fmla="*/ 294 h 1770"/>
                <a:gd name="T58" fmla="*/ 667 w 1309"/>
                <a:gd name="T59" fmla="*/ 293 h 1770"/>
                <a:gd name="T60" fmla="*/ 539 w 1309"/>
                <a:gd name="T61" fmla="*/ 321 h 1770"/>
                <a:gd name="T62" fmla="*/ 488 w 1309"/>
                <a:gd name="T63" fmla="*/ 352 h 1770"/>
                <a:gd name="T64" fmla="*/ 463 w 1309"/>
                <a:gd name="T65" fmla="*/ 387 h 1770"/>
                <a:gd name="T66" fmla="*/ 449 w 1309"/>
                <a:gd name="T67" fmla="*/ 430 h 1770"/>
                <a:gd name="T68" fmla="*/ 456 w 1309"/>
                <a:gd name="T69" fmla="*/ 490 h 1770"/>
                <a:gd name="T70" fmla="*/ 506 w 1309"/>
                <a:gd name="T71" fmla="*/ 545 h 1770"/>
                <a:gd name="T72" fmla="*/ 632 w 1309"/>
                <a:gd name="T73" fmla="*/ 608 h 1770"/>
                <a:gd name="T74" fmla="*/ 914 w 1309"/>
                <a:gd name="T75" fmla="*/ 740 h 1770"/>
                <a:gd name="T76" fmla="*/ 1101 w 1309"/>
                <a:gd name="T77" fmla="*/ 846 h 1770"/>
                <a:gd name="T78" fmla="*/ 1187 w 1309"/>
                <a:gd name="T79" fmla="*/ 913 h 1770"/>
                <a:gd name="T80" fmla="*/ 1251 w 1309"/>
                <a:gd name="T81" fmla="*/ 997 h 1770"/>
                <a:gd name="T82" fmla="*/ 1292 w 1309"/>
                <a:gd name="T83" fmla="*/ 1094 h 1770"/>
                <a:gd name="T84" fmla="*/ 1309 w 1309"/>
                <a:gd name="T85" fmla="*/ 1204 h 1770"/>
                <a:gd name="T86" fmla="*/ 1295 w 1309"/>
                <a:gd name="T87" fmla="*/ 1358 h 1770"/>
                <a:gd name="T88" fmla="*/ 1270 w 1309"/>
                <a:gd name="T89" fmla="*/ 1432 h 1770"/>
                <a:gd name="T90" fmla="*/ 1234 w 1309"/>
                <a:gd name="T91" fmla="*/ 1499 h 1770"/>
                <a:gd name="T92" fmla="*/ 1186 w 1309"/>
                <a:gd name="T93" fmla="*/ 1559 h 1770"/>
                <a:gd name="T94" fmla="*/ 1069 w 1309"/>
                <a:gd name="T95" fmla="*/ 1651 h 1770"/>
                <a:gd name="T96" fmla="*/ 936 w 1309"/>
                <a:gd name="T97" fmla="*/ 1714 h 1770"/>
                <a:gd name="T98" fmla="*/ 780 w 1309"/>
                <a:gd name="T99" fmla="*/ 1752 h 1770"/>
                <a:gd name="T100" fmla="*/ 601 w 1309"/>
                <a:gd name="T101" fmla="*/ 1769 h 1770"/>
                <a:gd name="T102" fmla="*/ 299 w 1309"/>
                <a:gd name="T103" fmla="*/ 1754 h 1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309" h="1770">
                  <a:moveTo>
                    <a:pt x="34" y="1707"/>
                  </a:moveTo>
                  <a:lnTo>
                    <a:pt x="34" y="1371"/>
                  </a:lnTo>
                  <a:lnTo>
                    <a:pt x="69" y="1382"/>
                  </a:lnTo>
                  <a:lnTo>
                    <a:pt x="105" y="1392"/>
                  </a:lnTo>
                  <a:lnTo>
                    <a:pt x="138" y="1401"/>
                  </a:lnTo>
                  <a:lnTo>
                    <a:pt x="173" y="1410"/>
                  </a:lnTo>
                  <a:lnTo>
                    <a:pt x="206" y="1419"/>
                  </a:lnTo>
                  <a:lnTo>
                    <a:pt x="239" y="1426"/>
                  </a:lnTo>
                  <a:lnTo>
                    <a:pt x="272" y="1432"/>
                  </a:lnTo>
                  <a:lnTo>
                    <a:pt x="303" y="1438"/>
                  </a:lnTo>
                  <a:lnTo>
                    <a:pt x="335" y="1444"/>
                  </a:lnTo>
                  <a:lnTo>
                    <a:pt x="366" y="1448"/>
                  </a:lnTo>
                  <a:lnTo>
                    <a:pt x="396" y="1452"/>
                  </a:lnTo>
                  <a:lnTo>
                    <a:pt x="427" y="1455"/>
                  </a:lnTo>
                  <a:lnTo>
                    <a:pt x="456" y="1457"/>
                  </a:lnTo>
                  <a:lnTo>
                    <a:pt x="486" y="1459"/>
                  </a:lnTo>
                  <a:lnTo>
                    <a:pt x="515" y="1460"/>
                  </a:lnTo>
                  <a:lnTo>
                    <a:pt x="542" y="1461"/>
                  </a:lnTo>
                  <a:lnTo>
                    <a:pt x="580" y="1460"/>
                  </a:lnTo>
                  <a:lnTo>
                    <a:pt x="615" y="1458"/>
                  </a:lnTo>
                  <a:lnTo>
                    <a:pt x="646" y="1455"/>
                  </a:lnTo>
                  <a:lnTo>
                    <a:pt x="676" y="1451"/>
                  </a:lnTo>
                  <a:lnTo>
                    <a:pt x="703" y="1445"/>
                  </a:lnTo>
                  <a:lnTo>
                    <a:pt x="729" y="1438"/>
                  </a:lnTo>
                  <a:lnTo>
                    <a:pt x="740" y="1434"/>
                  </a:lnTo>
                  <a:lnTo>
                    <a:pt x="751" y="1430"/>
                  </a:lnTo>
                  <a:lnTo>
                    <a:pt x="761" y="1426"/>
                  </a:lnTo>
                  <a:lnTo>
                    <a:pt x="772" y="1421"/>
                  </a:lnTo>
                  <a:lnTo>
                    <a:pt x="781" y="1416"/>
                  </a:lnTo>
                  <a:lnTo>
                    <a:pt x="790" y="1409"/>
                  </a:lnTo>
                  <a:lnTo>
                    <a:pt x="798" y="1404"/>
                  </a:lnTo>
                  <a:lnTo>
                    <a:pt x="805" y="1398"/>
                  </a:lnTo>
                  <a:lnTo>
                    <a:pt x="812" y="1391"/>
                  </a:lnTo>
                  <a:lnTo>
                    <a:pt x="819" y="1385"/>
                  </a:lnTo>
                  <a:lnTo>
                    <a:pt x="824" y="1378"/>
                  </a:lnTo>
                  <a:lnTo>
                    <a:pt x="829" y="1370"/>
                  </a:lnTo>
                  <a:lnTo>
                    <a:pt x="834" y="1362"/>
                  </a:lnTo>
                  <a:lnTo>
                    <a:pt x="837" y="1354"/>
                  </a:lnTo>
                  <a:lnTo>
                    <a:pt x="841" y="1346"/>
                  </a:lnTo>
                  <a:lnTo>
                    <a:pt x="843" y="1337"/>
                  </a:lnTo>
                  <a:lnTo>
                    <a:pt x="845" y="1329"/>
                  </a:lnTo>
                  <a:lnTo>
                    <a:pt x="847" y="1319"/>
                  </a:lnTo>
                  <a:lnTo>
                    <a:pt x="848" y="1309"/>
                  </a:lnTo>
                  <a:lnTo>
                    <a:pt x="848" y="1299"/>
                  </a:lnTo>
                  <a:lnTo>
                    <a:pt x="847" y="1285"/>
                  </a:lnTo>
                  <a:lnTo>
                    <a:pt x="845" y="1271"/>
                  </a:lnTo>
                  <a:lnTo>
                    <a:pt x="842" y="1257"/>
                  </a:lnTo>
                  <a:lnTo>
                    <a:pt x="837" y="1244"/>
                  </a:lnTo>
                  <a:lnTo>
                    <a:pt x="831" y="1232"/>
                  </a:lnTo>
                  <a:lnTo>
                    <a:pt x="824" y="1220"/>
                  </a:lnTo>
                  <a:lnTo>
                    <a:pt x="814" y="1208"/>
                  </a:lnTo>
                  <a:lnTo>
                    <a:pt x="805" y="1198"/>
                  </a:lnTo>
                  <a:lnTo>
                    <a:pt x="791" y="1187"/>
                  </a:lnTo>
                  <a:lnTo>
                    <a:pt x="773" y="1175"/>
                  </a:lnTo>
                  <a:lnTo>
                    <a:pt x="750" y="1161"/>
                  </a:lnTo>
                  <a:lnTo>
                    <a:pt x="724" y="1146"/>
                  </a:lnTo>
                  <a:lnTo>
                    <a:pt x="692" y="1131"/>
                  </a:lnTo>
                  <a:lnTo>
                    <a:pt x="655" y="1114"/>
                  </a:lnTo>
                  <a:lnTo>
                    <a:pt x="616" y="1096"/>
                  </a:lnTo>
                  <a:lnTo>
                    <a:pt x="571" y="1078"/>
                  </a:lnTo>
                  <a:lnTo>
                    <a:pt x="490" y="1044"/>
                  </a:lnTo>
                  <a:lnTo>
                    <a:pt x="417" y="1011"/>
                  </a:lnTo>
                  <a:lnTo>
                    <a:pt x="383" y="996"/>
                  </a:lnTo>
                  <a:lnTo>
                    <a:pt x="351" y="980"/>
                  </a:lnTo>
                  <a:lnTo>
                    <a:pt x="321" y="965"/>
                  </a:lnTo>
                  <a:lnTo>
                    <a:pt x="293" y="950"/>
                  </a:lnTo>
                  <a:lnTo>
                    <a:pt x="267" y="936"/>
                  </a:lnTo>
                  <a:lnTo>
                    <a:pt x="241" y="922"/>
                  </a:lnTo>
                  <a:lnTo>
                    <a:pt x="219" y="907"/>
                  </a:lnTo>
                  <a:lnTo>
                    <a:pt x="197" y="893"/>
                  </a:lnTo>
                  <a:lnTo>
                    <a:pt x="178" y="880"/>
                  </a:lnTo>
                  <a:lnTo>
                    <a:pt x="161" y="866"/>
                  </a:lnTo>
                  <a:lnTo>
                    <a:pt x="145" y="854"/>
                  </a:lnTo>
                  <a:lnTo>
                    <a:pt x="131" y="842"/>
                  </a:lnTo>
                  <a:lnTo>
                    <a:pt x="116" y="826"/>
                  </a:lnTo>
                  <a:lnTo>
                    <a:pt x="100" y="808"/>
                  </a:lnTo>
                  <a:lnTo>
                    <a:pt x="86" y="791"/>
                  </a:lnTo>
                  <a:lnTo>
                    <a:pt x="74" y="774"/>
                  </a:lnTo>
                  <a:lnTo>
                    <a:pt x="62" y="755"/>
                  </a:lnTo>
                  <a:lnTo>
                    <a:pt x="51" y="736"/>
                  </a:lnTo>
                  <a:lnTo>
                    <a:pt x="41" y="716"/>
                  </a:lnTo>
                  <a:lnTo>
                    <a:pt x="32" y="696"/>
                  </a:lnTo>
                  <a:lnTo>
                    <a:pt x="25" y="676"/>
                  </a:lnTo>
                  <a:lnTo>
                    <a:pt x="18" y="654"/>
                  </a:lnTo>
                  <a:lnTo>
                    <a:pt x="13" y="633"/>
                  </a:lnTo>
                  <a:lnTo>
                    <a:pt x="8" y="610"/>
                  </a:lnTo>
                  <a:lnTo>
                    <a:pt x="4" y="587"/>
                  </a:lnTo>
                  <a:lnTo>
                    <a:pt x="2" y="563"/>
                  </a:lnTo>
                  <a:lnTo>
                    <a:pt x="0" y="540"/>
                  </a:lnTo>
                  <a:lnTo>
                    <a:pt x="0" y="515"/>
                  </a:lnTo>
                  <a:lnTo>
                    <a:pt x="1" y="484"/>
                  </a:lnTo>
                  <a:lnTo>
                    <a:pt x="3" y="454"/>
                  </a:lnTo>
                  <a:lnTo>
                    <a:pt x="7" y="424"/>
                  </a:lnTo>
                  <a:lnTo>
                    <a:pt x="12" y="397"/>
                  </a:lnTo>
                  <a:lnTo>
                    <a:pt x="18" y="369"/>
                  </a:lnTo>
                  <a:lnTo>
                    <a:pt x="26" y="343"/>
                  </a:lnTo>
                  <a:lnTo>
                    <a:pt x="36" y="317"/>
                  </a:lnTo>
                  <a:lnTo>
                    <a:pt x="47" y="293"/>
                  </a:lnTo>
                  <a:lnTo>
                    <a:pt x="61" y="269"/>
                  </a:lnTo>
                  <a:lnTo>
                    <a:pt x="75" y="247"/>
                  </a:lnTo>
                  <a:lnTo>
                    <a:pt x="90" y="225"/>
                  </a:lnTo>
                  <a:lnTo>
                    <a:pt x="108" y="204"/>
                  </a:lnTo>
                  <a:lnTo>
                    <a:pt x="127" y="185"/>
                  </a:lnTo>
                  <a:lnTo>
                    <a:pt x="146" y="165"/>
                  </a:lnTo>
                  <a:lnTo>
                    <a:pt x="169" y="148"/>
                  </a:lnTo>
                  <a:lnTo>
                    <a:pt x="192" y="131"/>
                  </a:lnTo>
                  <a:lnTo>
                    <a:pt x="217" y="115"/>
                  </a:lnTo>
                  <a:lnTo>
                    <a:pt x="241" y="100"/>
                  </a:lnTo>
                  <a:lnTo>
                    <a:pt x="268" y="86"/>
                  </a:lnTo>
                  <a:lnTo>
                    <a:pt x="294" y="73"/>
                  </a:lnTo>
                  <a:lnTo>
                    <a:pt x="322" y="61"/>
                  </a:lnTo>
                  <a:lnTo>
                    <a:pt x="351" y="51"/>
                  </a:lnTo>
                  <a:lnTo>
                    <a:pt x="381" y="41"/>
                  </a:lnTo>
                  <a:lnTo>
                    <a:pt x="412" y="33"/>
                  </a:lnTo>
                  <a:lnTo>
                    <a:pt x="443" y="24"/>
                  </a:lnTo>
                  <a:lnTo>
                    <a:pt x="475" y="18"/>
                  </a:lnTo>
                  <a:lnTo>
                    <a:pt x="508" y="12"/>
                  </a:lnTo>
                  <a:lnTo>
                    <a:pt x="543" y="8"/>
                  </a:lnTo>
                  <a:lnTo>
                    <a:pt x="578" y="4"/>
                  </a:lnTo>
                  <a:lnTo>
                    <a:pt x="614" y="2"/>
                  </a:lnTo>
                  <a:lnTo>
                    <a:pt x="650" y="0"/>
                  </a:lnTo>
                  <a:lnTo>
                    <a:pt x="688" y="0"/>
                  </a:lnTo>
                  <a:lnTo>
                    <a:pt x="733" y="0"/>
                  </a:lnTo>
                  <a:lnTo>
                    <a:pt x="781" y="3"/>
                  </a:lnTo>
                  <a:lnTo>
                    <a:pt x="832" y="7"/>
                  </a:lnTo>
                  <a:lnTo>
                    <a:pt x="886" y="13"/>
                  </a:lnTo>
                  <a:lnTo>
                    <a:pt x="943" y="20"/>
                  </a:lnTo>
                  <a:lnTo>
                    <a:pt x="1004" y="30"/>
                  </a:lnTo>
                  <a:lnTo>
                    <a:pt x="1067" y="42"/>
                  </a:lnTo>
                  <a:lnTo>
                    <a:pt x="1134" y="54"/>
                  </a:lnTo>
                  <a:lnTo>
                    <a:pt x="1177" y="61"/>
                  </a:lnTo>
                  <a:lnTo>
                    <a:pt x="1177" y="386"/>
                  </a:lnTo>
                  <a:lnTo>
                    <a:pt x="1147" y="374"/>
                  </a:lnTo>
                  <a:lnTo>
                    <a:pt x="1117" y="363"/>
                  </a:lnTo>
                  <a:lnTo>
                    <a:pt x="1088" y="353"/>
                  </a:lnTo>
                  <a:lnTo>
                    <a:pt x="1059" y="344"/>
                  </a:lnTo>
                  <a:lnTo>
                    <a:pt x="1031" y="336"/>
                  </a:lnTo>
                  <a:lnTo>
                    <a:pt x="1003" y="327"/>
                  </a:lnTo>
                  <a:lnTo>
                    <a:pt x="975" y="320"/>
                  </a:lnTo>
                  <a:lnTo>
                    <a:pt x="947" y="314"/>
                  </a:lnTo>
                  <a:lnTo>
                    <a:pt x="920" y="309"/>
                  </a:lnTo>
                  <a:lnTo>
                    <a:pt x="892" y="304"/>
                  </a:lnTo>
                  <a:lnTo>
                    <a:pt x="865" y="300"/>
                  </a:lnTo>
                  <a:lnTo>
                    <a:pt x="838" y="297"/>
                  </a:lnTo>
                  <a:lnTo>
                    <a:pt x="811" y="294"/>
                  </a:lnTo>
                  <a:lnTo>
                    <a:pt x="786" y="292"/>
                  </a:lnTo>
                  <a:lnTo>
                    <a:pt x="759" y="291"/>
                  </a:lnTo>
                  <a:lnTo>
                    <a:pt x="734" y="291"/>
                  </a:lnTo>
                  <a:lnTo>
                    <a:pt x="699" y="292"/>
                  </a:lnTo>
                  <a:lnTo>
                    <a:pt x="667" y="293"/>
                  </a:lnTo>
                  <a:lnTo>
                    <a:pt x="637" y="296"/>
                  </a:lnTo>
                  <a:lnTo>
                    <a:pt x="609" y="301"/>
                  </a:lnTo>
                  <a:lnTo>
                    <a:pt x="583" y="306"/>
                  </a:lnTo>
                  <a:lnTo>
                    <a:pt x="559" y="313"/>
                  </a:lnTo>
                  <a:lnTo>
                    <a:pt x="539" y="321"/>
                  </a:lnTo>
                  <a:lnTo>
                    <a:pt x="520" y="331"/>
                  </a:lnTo>
                  <a:lnTo>
                    <a:pt x="512" y="336"/>
                  </a:lnTo>
                  <a:lnTo>
                    <a:pt x="503" y="341"/>
                  </a:lnTo>
                  <a:lnTo>
                    <a:pt x="495" y="346"/>
                  </a:lnTo>
                  <a:lnTo>
                    <a:pt x="488" y="352"/>
                  </a:lnTo>
                  <a:lnTo>
                    <a:pt x="482" y="359"/>
                  </a:lnTo>
                  <a:lnTo>
                    <a:pt x="476" y="365"/>
                  </a:lnTo>
                  <a:lnTo>
                    <a:pt x="471" y="372"/>
                  </a:lnTo>
                  <a:lnTo>
                    <a:pt x="467" y="380"/>
                  </a:lnTo>
                  <a:lnTo>
                    <a:pt x="463" y="387"/>
                  </a:lnTo>
                  <a:lnTo>
                    <a:pt x="459" y="395"/>
                  </a:lnTo>
                  <a:lnTo>
                    <a:pt x="455" y="403"/>
                  </a:lnTo>
                  <a:lnTo>
                    <a:pt x="453" y="411"/>
                  </a:lnTo>
                  <a:lnTo>
                    <a:pt x="451" y="420"/>
                  </a:lnTo>
                  <a:lnTo>
                    <a:pt x="449" y="430"/>
                  </a:lnTo>
                  <a:lnTo>
                    <a:pt x="448" y="439"/>
                  </a:lnTo>
                  <a:lnTo>
                    <a:pt x="448" y="449"/>
                  </a:lnTo>
                  <a:lnTo>
                    <a:pt x="449" y="463"/>
                  </a:lnTo>
                  <a:lnTo>
                    <a:pt x="452" y="477"/>
                  </a:lnTo>
                  <a:lnTo>
                    <a:pt x="456" y="490"/>
                  </a:lnTo>
                  <a:lnTo>
                    <a:pt x="463" y="502"/>
                  </a:lnTo>
                  <a:lnTo>
                    <a:pt x="471" y="514"/>
                  </a:lnTo>
                  <a:lnTo>
                    <a:pt x="481" y="524"/>
                  </a:lnTo>
                  <a:lnTo>
                    <a:pt x="492" y="536"/>
                  </a:lnTo>
                  <a:lnTo>
                    <a:pt x="506" y="545"/>
                  </a:lnTo>
                  <a:lnTo>
                    <a:pt x="521" y="553"/>
                  </a:lnTo>
                  <a:lnTo>
                    <a:pt x="540" y="564"/>
                  </a:lnTo>
                  <a:lnTo>
                    <a:pt x="565" y="577"/>
                  </a:lnTo>
                  <a:lnTo>
                    <a:pt x="595" y="592"/>
                  </a:lnTo>
                  <a:lnTo>
                    <a:pt x="632" y="608"/>
                  </a:lnTo>
                  <a:lnTo>
                    <a:pt x="673" y="628"/>
                  </a:lnTo>
                  <a:lnTo>
                    <a:pt x="720" y="649"/>
                  </a:lnTo>
                  <a:lnTo>
                    <a:pt x="773" y="672"/>
                  </a:lnTo>
                  <a:lnTo>
                    <a:pt x="846" y="707"/>
                  </a:lnTo>
                  <a:lnTo>
                    <a:pt x="914" y="740"/>
                  </a:lnTo>
                  <a:lnTo>
                    <a:pt x="976" y="771"/>
                  </a:lnTo>
                  <a:lnTo>
                    <a:pt x="1031" y="802"/>
                  </a:lnTo>
                  <a:lnTo>
                    <a:pt x="1056" y="817"/>
                  </a:lnTo>
                  <a:lnTo>
                    <a:pt x="1080" y="832"/>
                  </a:lnTo>
                  <a:lnTo>
                    <a:pt x="1101" y="846"/>
                  </a:lnTo>
                  <a:lnTo>
                    <a:pt x="1122" y="860"/>
                  </a:lnTo>
                  <a:lnTo>
                    <a:pt x="1140" y="875"/>
                  </a:lnTo>
                  <a:lnTo>
                    <a:pt x="1157" y="888"/>
                  </a:lnTo>
                  <a:lnTo>
                    <a:pt x="1173" y="901"/>
                  </a:lnTo>
                  <a:lnTo>
                    <a:pt x="1187" y="913"/>
                  </a:lnTo>
                  <a:lnTo>
                    <a:pt x="1201" y="930"/>
                  </a:lnTo>
                  <a:lnTo>
                    <a:pt x="1215" y="945"/>
                  </a:lnTo>
                  <a:lnTo>
                    <a:pt x="1229" y="962"/>
                  </a:lnTo>
                  <a:lnTo>
                    <a:pt x="1241" y="979"/>
                  </a:lnTo>
                  <a:lnTo>
                    <a:pt x="1251" y="997"/>
                  </a:lnTo>
                  <a:lnTo>
                    <a:pt x="1261" y="1015"/>
                  </a:lnTo>
                  <a:lnTo>
                    <a:pt x="1270" y="1034"/>
                  </a:lnTo>
                  <a:lnTo>
                    <a:pt x="1279" y="1053"/>
                  </a:lnTo>
                  <a:lnTo>
                    <a:pt x="1286" y="1074"/>
                  </a:lnTo>
                  <a:lnTo>
                    <a:pt x="1292" y="1094"/>
                  </a:lnTo>
                  <a:lnTo>
                    <a:pt x="1298" y="1114"/>
                  </a:lnTo>
                  <a:lnTo>
                    <a:pt x="1302" y="1137"/>
                  </a:lnTo>
                  <a:lnTo>
                    <a:pt x="1305" y="1158"/>
                  </a:lnTo>
                  <a:lnTo>
                    <a:pt x="1307" y="1182"/>
                  </a:lnTo>
                  <a:lnTo>
                    <a:pt x="1309" y="1204"/>
                  </a:lnTo>
                  <a:lnTo>
                    <a:pt x="1309" y="1229"/>
                  </a:lnTo>
                  <a:lnTo>
                    <a:pt x="1308" y="1262"/>
                  </a:lnTo>
                  <a:lnTo>
                    <a:pt x="1306" y="1296"/>
                  </a:lnTo>
                  <a:lnTo>
                    <a:pt x="1301" y="1328"/>
                  </a:lnTo>
                  <a:lnTo>
                    <a:pt x="1295" y="1358"/>
                  </a:lnTo>
                  <a:lnTo>
                    <a:pt x="1291" y="1374"/>
                  </a:lnTo>
                  <a:lnTo>
                    <a:pt x="1286" y="1389"/>
                  </a:lnTo>
                  <a:lnTo>
                    <a:pt x="1282" y="1403"/>
                  </a:lnTo>
                  <a:lnTo>
                    <a:pt x="1276" y="1418"/>
                  </a:lnTo>
                  <a:lnTo>
                    <a:pt x="1270" y="1432"/>
                  </a:lnTo>
                  <a:lnTo>
                    <a:pt x="1263" y="1446"/>
                  </a:lnTo>
                  <a:lnTo>
                    <a:pt x="1257" y="1459"/>
                  </a:lnTo>
                  <a:lnTo>
                    <a:pt x="1250" y="1473"/>
                  </a:lnTo>
                  <a:lnTo>
                    <a:pt x="1242" y="1486"/>
                  </a:lnTo>
                  <a:lnTo>
                    <a:pt x="1234" y="1499"/>
                  </a:lnTo>
                  <a:lnTo>
                    <a:pt x="1225" y="1511"/>
                  </a:lnTo>
                  <a:lnTo>
                    <a:pt x="1216" y="1524"/>
                  </a:lnTo>
                  <a:lnTo>
                    <a:pt x="1206" y="1536"/>
                  </a:lnTo>
                  <a:lnTo>
                    <a:pt x="1196" y="1547"/>
                  </a:lnTo>
                  <a:lnTo>
                    <a:pt x="1186" y="1559"/>
                  </a:lnTo>
                  <a:lnTo>
                    <a:pt x="1175" y="1571"/>
                  </a:lnTo>
                  <a:lnTo>
                    <a:pt x="1151" y="1592"/>
                  </a:lnTo>
                  <a:lnTo>
                    <a:pt x="1126" y="1613"/>
                  </a:lnTo>
                  <a:lnTo>
                    <a:pt x="1099" y="1633"/>
                  </a:lnTo>
                  <a:lnTo>
                    <a:pt x="1069" y="1651"/>
                  </a:lnTo>
                  <a:lnTo>
                    <a:pt x="1045" y="1666"/>
                  </a:lnTo>
                  <a:lnTo>
                    <a:pt x="1018" y="1679"/>
                  </a:lnTo>
                  <a:lnTo>
                    <a:pt x="992" y="1691"/>
                  </a:lnTo>
                  <a:lnTo>
                    <a:pt x="964" y="1703"/>
                  </a:lnTo>
                  <a:lnTo>
                    <a:pt x="936" y="1714"/>
                  </a:lnTo>
                  <a:lnTo>
                    <a:pt x="906" y="1724"/>
                  </a:lnTo>
                  <a:lnTo>
                    <a:pt x="876" y="1732"/>
                  </a:lnTo>
                  <a:lnTo>
                    <a:pt x="845" y="1740"/>
                  </a:lnTo>
                  <a:lnTo>
                    <a:pt x="812" y="1747"/>
                  </a:lnTo>
                  <a:lnTo>
                    <a:pt x="780" y="1752"/>
                  </a:lnTo>
                  <a:lnTo>
                    <a:pt x="746" y="1757"/>
                  </a:lnTo>
                  <a:lnTo>
                    <a:pt x="710" y="1762"/>
                  </a:lnTo>
                  <a:lnTo>
                    <a:pt x="675" y="1766"/>
                  </a:lnTo>
                  <a:lnTo>
                    <a:pt x="639" y="1768"/>
                  </a:lnTo>
                  <a:lnTo>
                    <a:pt x="601" y="1769"/>
                  </a:lnTo>
                  <a:lnTo>
                    <a:pt x="563" y="1770"/>
                  </a:lnTo>
                  <a:lnTo>
                    <a:pt x="497" y="1769"/>
                  </a:lnTo>
                  <a:lnTo>
                    <a:pt x="431" y="1766"/>
                  </a:lnTo>
                  <a:lnTo>
                    <a:pt x="365" y="1761"/>
                  </a:lnTo>
                  <a:lnTo>
                    <a:pt x="299" y="1754"/>
                  </a:lnTo>
                  <a:lnTo>
                    <a:pt x="233" y="1745"/>
                  </a:lnTo>
                  <a:lnTo>
                    <a:pt x="167" y="1735"/>
                  </a:lnTo>
                  <a:lnTo>
                    <a:pt x="100" y="1722"/>
                  </a:lnTo>
                  <a:lnTo>
                    <a:pt x="34" y="1707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>
                <a:solidFill>
                  <a:srgbClr val="ADBECB"/>
                </a:solidFill>
                <a:ea typeface="Arial Unicode MS"/>
              </a:endParaRPr>
            </a:p>
          </p:txBody>
        </p:sp>
      </p:grpSp>
      <p:sp>
        <p:nvSpPr>
          <p:cNvPr id="84" name="Rectangle 83">
            <a:extLst>
              <a:ext uri="{FF2B5EF4-FFF2-40B4-BE49-F238E27FC236}">
                <a16:creationId xmlns:a16="http://schemas.microsoft.com/office/drawing/2014/main" id="{00468455-EE37-44A6-8DF6-59D20ACCFB52}"/>
              </a:ext>
            </a:extLst>
          </p:cNvPr>
          <p:cNvSpPr/>
          <p:nvPr userDrawn="1"/>
        </p:nvSpPr>
        <p:spPr bwMode="auto">
          <a:xfrm>
            <a:off x="12693" y="-34316"/>
            <a:ext cx="12179307" cy="6877022"/>
          </a:xfrm>
          <a:prstGeom prst="rect">
            <a:avLst/>
          </a:prstGeom>
          <a:solidFill>
            <a:srgbClr val="000000">
              <a:alpha val="75000"/>
            </a:srgbClr>
          </a:solidFill>
          <a:ln>
            <a:noFill/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marL="0" marR="0" lvl="0" indent="0" algn="ctr" defTabSz="913943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charset="0"/>
              <a:buNone/>
              <a:tabLst/>
              <a:defRPr/>
            </a:pPr>
            <a:endParaRPr kumimoji="0" lang="en-US" sz="199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7559001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DBB32-9387-4656-A333-85CF4D808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0D5F31-5FA1-4E33-8531-A3524F2EBA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4651F-3FDF-423F-9548-569B3242F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4DA6A-1A4D-42BA-B602-5BC7FE009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| © Siemens 2022 | T CED INW-CN | 2022-01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3ED0D-9FDE-4DCE-9238-6144CCD59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32319-5172-4981-8860-5E50BF886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59493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5DF7B-2BCB-4A61-BF44-37BEB5E5B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539FD-D08C-442D-8204-951D926F9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5C14F-DCBB-45A7-9CCB-6F21E7DC2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B4BA2-CB2B-4768-85F8-C2F38CBB7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| © Siemens 2022 | T CED INW-CN | 2022-01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19644-E0BD-4403-B1B1-32B154B18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32319-5172-4981-8860-5E50BF886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18306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B4BDF-9E51-4B1A-ADC7-DDD59AD2B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D6FEA-84EB-4C42-9C05-46C330C01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EA314-C4CD-4962-90A4-1C668766D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8A82F-C7EF-4A36-88D6-2ABD2FD32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| © Siemens 2022 | T CED INW-CN | 2022-01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129D1-CBC6-446A-BA06-D6C2F2370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32319-5172-4981-8860-5E50BF886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34760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A6F09-4A37-4B1C-8B0E-9B3ABB3CD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CE83D-4CC9-4D37-B3FF-9AAAC2C572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7C742-E23B-4FDA-B75F-C09E6C370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43D89A-5F73-4018-BE18-B2CE90158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B93A3D-D85C-44E6-A60B-4E2BDA92C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| © Siemens 2022 | T CED INW-CN | 2022-01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D6FE79-9878-4E8D-B3A3-0F997D124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32319-5172-4981-8860-5E50BF886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1490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BC799-41AF-4222-84E1-9A26EF88D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49BB2E-9ED8-4578-A6F9-B84B34F75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BC564E-6184-4926-AC9D-B87B0D9AB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CA2167-3553-4532-9B2C-723ADFC207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E2F73B-F831-45DD-BF1C-6B99C97493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2869D2-83B1-48CB-AC0E-665AC2C8A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F34D56-79D2-466F-AEBF-25425E315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| © Siemens 2022 | T CED INW-CN | 2022-01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3DCD11-5CEC-4C5F-A05E-7D399C12A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32319-5172-4981-8860-5E50BF886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15810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09F5E-BE9D-47F0-ABAE-1FB42DC2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C1510C-4173-47E9-B805-B1E8ABF0D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678D07-485B-4BF0-B990-6BCF3F68E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| © Siemens 2022 | T CED INW-CN | 2022-01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8E6E5B-279C-4BE3-BC6A-605BECBD3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32319-5172-4981-8860-5E50BF886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15596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92FABA-8360-436A-868E-34D6113F4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C61689-8F1F-4333-B85D-EE46140A7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| © Siemens 2022 | T CED INW-CN | 2022-01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93704-68C4-4FE3-8B25-9D0C2CE3B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32319-5172-4981-8860-5E50BF886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408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F7FD1-5C0D-43F4-AB10-9FCB193C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437AF-508D-4C57-AE1E-805CF972B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599BB-ACF3-4F05-9EDD-0D86EE0603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9B65AE-5439-46E7-8DDC-4F522C2EA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5993B3-FA71-4AE1-8604-578D0DA2C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| © Siemens 2022 | T CED INW-CN | 2022-01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355F38-8D78-4AE5-AF6D-6D9C7DBB2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32319-5172-4981-8860-5E50BF886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13150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BF93F-ECE2-4695-AFAF-BB313B76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32B131-5FA0-4DB3-A441-80D3531C95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8FF9F7-131D-40B2-AA03-059AFF7B1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74CE7-713F-4C82-909F-E5E87217F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069042-C168-44E2-8DDD-1BCA9A728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| © Siemens 2022 | T CED INW-CN | 2022-01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6F9528-1BB0-46CF-9D9D-ACDEB7E99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32319-5172-4981-8860-5E50BF886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7233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67398-2B8A-49CA-829E-241B18FC6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BF87A-B23A-497B-9C74-9577C020BE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A51AC-4F82-46D9-BB0B-C8DB4AF2F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231EF-FAD1-4BEB-8710-30BD54AEB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| © Siemens 2022 | T CED INW-CN | 2022-01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6422C-919A-4426-9DFE-29ACC2910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32319-5172-4981-8860-5E50BF886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6637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96C1DC-C56C-4DC3-A7C9-5D785BA229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2234CF-1C2E-447A-9F34-0BCF4BD510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3CA05-9FDD-4400-AF05-A54482101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D80AD-6EF7-4541-978C-2CD242D35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| © Siemens 2022 | T CED INW-CN | 2022-01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4B2CE-6347-42C9-B875-6E058ABA3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32319-5172-4981-8860-5E50BF886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523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161" y="1414800"/>
            <a:ext cx="7200000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58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  <p:sldLayoutId id="2147483748" r:id="rId19"/>
    <p:sldLayoutId id="2147483749" r:id="rId20"/>
    <p:sldLayoutId id="2147483750" r:id="rId21"/>
    <p:sldLayoutId id="2147483745" r:id="rId22"/>
    <p:sldLayoutId id="2147483746" r:id="rId23"/>
    <p:sldLayoutId id="2147483747" r:id="rId24"/>
    <p:sldLayoutId id="2147483736" r:id="rId25"/>
    <p:sldLayoutId id="2147483737" r:id="rId26"/>
    <p:sldLayoutId id="2147483738" r:id="rId27"/>
    <p:sldLayoutId id="2147483739" r:id="rId28"/>
    <p:sldLayoutId id="2147483740" r:id="rId29"/>
    <p:sldLayoutId id="2147483741" r:id="rId30"/>
    <p:sldLayoutId id="2147483744" r:id="rId31"/>
    <p:sldLayoutId id="2147483708" r:id="rId32"/>
    <p:sldLayoutId id="2147483655" r:id="rId33"/>
    <p:sldLayoutId id="2147483742" r:id="rId34"/>
    <p:sldLayoutId id="2147483677" r:id="rId35"/>
    <p:sldLayoutId id="2147483709" r:id="rId36"/>
    <p:sldLayoutId id="2147483751" r:id="rId37"/>
    <p:sldLayoutId id="2147483691" r:id="rId38"/>
    <p:sldLayoutId id="2147483752" r:id="rId39"/>
    <p:sldLayoutId id="2147483692" r:id="rId40"/>
    <p:sldLayoutId id="2147483650" r:id="rId41"/>
    <p:sldLayoutId id="2147483665" r:id="rId42"/>
    <p:sldLayoutId id="2147483666" r:id="rId43"/>
    <p:sldLayoutId id="2147483697" r:id="rId44"/>
    <p:sldLayoutId id="2147483698" r:id="rId45"/>
    <p:sldLayoutId id="2147483652" r:id="rId46"/>
    <p:sldLayoutId id="2147483680" r:id="rId47"/>
    <p:sldLayoutId id="2147483694" r:id="rId48"/>
    <p:sldLayoutId id="2147483687" r:id="rId49"/>
    <p:sldLayoutId id="2147483681" r:id="rId50"/>
    <p:sldLayoutId id="2147483690" r:id="rId51"/>
    <p:sldLayoutId id="2147483711" r:id="rId52"/>
    <p:sldLayoutId id="2147483682" r:id="rId53"/>
    <p:sldLayoutId id="2147483678" r:id="rId54"/>
    <p:sldLayoutId id="2147483753" r:id="rId55"/>
    <p:sldLayoutId id="2147483754" r:id="rId56"/>
    <p:sldLayoutId id="2147483767" r:id="rId5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3B72B1-919A-43A8-B5FF-BFE8F153A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77EA2-8CB4-4005-8E67-3863BF344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42962-F15F-4947-8610-3A31F18A03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0A318-A1E9-4B2A-9139-3707EF350F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Restricted | © Siemens 2022 | T CED INW-CN | 2022-01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90C41-1D21-4E7C-B47C-E5A2141A17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632319-5172-4981-8860-5E50BF886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591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tags" Target="../tags/tag9.xml"/><Relationship Id="rId7" Type="http://schemas.openxmlformats.org/officeDocument/2006/relationships/image" Target="../media/image31.emf"/><Relationship Id="rId12" Type="http://schemas.openxmlformats.org/officeDocument/2006/relationships/image" Target="../media/image37.png"/><Relationship Id="rId2" Type="http://schemas.openxmlformats.org/officeDocument/2006/relationships/tags" Target="../tags/tag8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36.png"/><Relationship Id="rId5" Type="http://schemas.openxmlformats.org/officeDocument/2006/relationships/notesSlide" Target="../notesSlides/notesSlide1.xml"/><Relationship Id="rId10" Type="http://schemas.openxmlformats.org/officeDocument/2006/relationships/image" Target="../media/image35.png"/><Relationship Id="rId4" Type="http://schemas.openxmlformats.org/officeDocument/2006/relationships/slideLayout" Target="../slideLayouts/slideLayout57.xml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41.png"/><Relationship Id="rId12" Type="http://schemas.openxmlformats.org/officeDocument/2006/relationships/image" Target="../media/image46.jpeg"/><Relationship Id="rId17" Type="http://schemas.openxmlformats.org/officeDocument/2006/relationships/image" Target="../media/image51.png"/><Relationship Id="rId2" Type="http://schemas.openxmlformats.org/officeDocument/2006/relationships/diagramData" Target="../diagrams/data1.xml"/><Relationship Id="rId16" Type="http://schemas.openxmlformats.org/officeDocument/2006/relationships/image" Target="../media/image50.jpeg"/><Relationship Id="rId1" Type="http://schemas.openxmlformats.org/officeDocument/2006/relationships/slideLayout" Target="../slideLayouts/slideLayout48.xml"/><Relationship Id="rId6" Type="http://schemas.microsoft.com/office/2007/relationships/diagramDrawing" Target="../diagrams/drawing1.xml"/><Relationship Id="rId11" Type="http://schemas.openxmlformats.org/officeDocument/2006/relationships/image" Target="../media/image45.png"/><Relationship Id="rId5" Type="http://schemas.openxmlformats.org/officeDocument/2006/relationships/diagramColors" Target="../diagrams/colors1.xml"/><Relationship Id="rId15" Type="http://schemas.openxmlformats.org/officeDocument/2006/relationships/image" Target="../media/image49.jpeg"/><Relationship Id="rId10" Type="http://schemas.openxmlformats.org/officeDocument/2006/relationships/image" Target="../media/image44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43.jpeg"/><Relationship Id="rId14" Type="http://schemas.openxmlformats.org/officeDocument/2006/relationships/image" Target="../media/image4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image" Target="../media/image57.jpeg"/><Relationship Id="rId18" Type="http://schemas.openxmlformats.org/officeDocument/2006/relationships/image" Target="../media/image62.png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image" Target="../media/image56.jpeg"/><Relationship Id="rId17" Type="http://schemas.openxmlformats.org/officeDocument/2006/relationships/image" Target="../media/image61.png"/><Relationship Id="rId2" Type="http://schemas.openxmlformats.org/officeDocument/2006/relationships/tags" Target="../tags/tag11.xml"/><Relationship Id="rId16" Type="http://schemas.openxmlformats.org/officeDocument/2006/relationships/image" Target="../media/image60.jpeg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image" Target="../media/image55.jpeg"/><Relationship Id="rId5" Type="http://schemas.openxmlformats.org/officeDocument/2006/relationships/tags" Target="../tags/tag14.xml"/><Relationship Id="rId15" Type="http://schemas.openxmlformats.org/officeDocument/2006/relationships/image" Target="../media/image59.png"/><Relationship Id="rId10" Type="http://schemas.openxmlformats.org/officeDocument/2006/relationships/image" Target="../media/image54.png"/><Relationship Id="rId19" Type="http://schemas.openxmlformats.org/officeDocument/2006/relationships/image" Target="../media/image63.png"/><Relationship Id="rId4" Type="http://schemas.openxmlformats.org/officeDocument/2006/relationships/tags" Target="../tags/tag13.xml"/><Relationship Id="rId9" Type="http://schemas.openxmlformats.org/officeDocument/2006/relationships/image" Target="../media/image53.jpeg"/><Relationship Id="rId14" Type="http://schemas.openxmlformats.org/officeDocument/2006/relationships/image" Target="../media/image5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48.xml"/><Relationship Id="rId5" Type="http://schemas.openxmlformats.org/officeDocument/2006/relationships/hyperlink" Target="https://innovation.siemens.com/topic/detail/default/2619/participate/3144/suggestion/5660/detail" TargetMode="External"/><Relationship Id="rId4" Type="http://schemas.openxmlformats.org/officeDocument/2006/relationships/hyperlink" Target="https://innovation.siemens.com/openinnovation/quickstarter7/implementationphase/suggestion/5680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68.emf"/><Relationship Id="rId5" Type="http://schemas.openxmlformats.org/officeDocument/2006/relationships/oleObject" Target="../embeddings/oleObject4.bin"/><Relationship Id="rId4" Type="http://schemas.openxmlformats.org/officeDocument/2006/relationships/slideLayout" Target="../slideLayouts/slideLayout5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jpeg"/><Relationship Id="rId13" Type="http://schemas.openxmlformats.org/officeDocument/2006/relationships/image" Target="../media/image80.png"/><Relationship Id="rId18" Type="http://schemas.openxmlformats.org/officeDocument/2006/relationships/image" Target="../media/image84.jpeg"/><Relationship Id="rId3" Type="http://schemas.openxmlformats.org/officeDocument/2006/relationships/image" Target="../media/image70.jpe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17" Type="http://schemas.openxmlformats.org/officeDocument/2006/relationships/image" Target="../media/image83.jpeg"/><Relationship Id="rId2" Type="http://schemas.openxmlformats.org/officeDocument/2006/relationships/image" Target="../media/image69.jpeg"/><Relationship Id="rId16" Type="http://schemas.openxmlformats.org/officeDocument/2006/relationships/hyperlink" Target="http://www.google.de/url?sa=i&amp;rct=j&amp;q=&amp;esrc=s&amp;source=images&amp;cd=&amp;ved=0ahUKEwj_ir2kq-DUAhWLWxoKHW1JAd8QjRwIBw&amp;url=http://w3.siemens.com/mcms/siplus/de/siplus-cms/siplus-cms1200/seiten/default.aspx&amp;psig=AFQjCNEtNxsj27VPc7nt3QpAAFODgQW_1w&amp;ust=1498732361658153" TargetMode="External"/><Relationship Id="rId1" Type="http://schemas.openxmlformats.org/officeDocument/2006/relationships/slideLayout" Target="../slideLayouts/slideLayout48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jpeg"/><Relationship Id="rId15" Type="http://schemas.openxmlformats.org/officeDocument/2006/relationships/image" Target="../media/image82.png"/><Relationship Id="rId10" Type="http://schemas.openxmlformats.org/officeDocument/2006/relationships/image" Target="../media/image77.png"/><Relationship Id="rId4" Type="http://schemas.openxmlformats.org/officeDocument/2006/relationships/image" Target="../media/image71.jpeg"/><Relationship Id="rId9" Type="http://schemas.openxmlformats.org/officeDocument/2006/relationships/image" Target="../media/image76.png"/><Relationship Id="rId14" Type="http://schemas.openxmlformats.org/officeDocument/2006/relationships/image" Target="../media/image8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eg"/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8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emf"/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48.xml"/><Relationship Id="rId6" Type="http://schemas.openxmlformats.org/officeDocument/2006/relationships/image" Target="../media/image92.jpeg"/><Relationship Id="rId5" Type="http://schemas.openxmlformats.org/officeDocument/2006/relationships/image" Target="../media/image91.jpeg"/><Relationship Id="rId4" Type="http://schemas.openxmlformats.org/officeDocument/2006/relationships/image" Target="../media/image9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eg"/><Relationship Id="rId7" Type="http://schemas.openxmlformats.org/officeDocument/2006/relationships/image" Target="../media/image98.jpe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48.xml"/><Relationship Id="rId6" Type="http://schemas.openxmlformats.org/officeDocument/2006/relationships/image" Target="../media/image97.jpe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6.xml"/><Relationship Id="rId2" Type="http://schemas.openxmlformats.org/officeDocument/2006/relationships/tags" Target="../tags/tag19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31.emf"/><Relationship Id="rId4" Type="http://schemas.openxmlformats.org/officeDocument/2006/relationships/oleObject" Target="../embeddings/oleObject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DA865AB3-8AE0-4AB0-94C2-2E517EC14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1414464"/>
            <a:ext cx="11376788" cy="2462213"/>
          </a:xfrm>
        </p:spPr>
        <p:txBody>
          <a:bodyPr/>
          <a:lstStyle/>
          <a:p>
            <a:r>
              <a:rPr lang="en-US" altLang="zh-CN" dirty="0">
                <a:solidFill>
                  <a:schemeClr val="accent2"/>
                </a:solidFill>
              </a:rPr>
              <a:t>D</a:t>
            </a:r>
            <a:r>
              <a:rPr lang="en-US" altLang="zh-CN" dirty="0"/>
              <a:t>evice </a:t>
            </a:r>
            <a:r>
              <a:rPr lang="en-US" altLang="zh-CN" dirty="0">
                <a:solidFill>
                  <a:schemeClr val="accent2"/>
                </a:solidFill>
              </a:rPr>
              <a:t>a</a:t>
            </a:r>
            <a:r>
              <a:rPr lang="en-US" altLang="zh-CN" dirty="0"/>
              <a:t>s </a:t>
            </a:r>
            <a:r>
              <a:rPr lang="en-US" altLang="zh-CN" dirty="0">
                <a:solidFill>
                  <a:schemeClr val="accent2"/>
                </a:solidFill>
              </a:rPr>
              <a:t>a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accent2"/>
                </a:solidFill>
              </a:rPr>
              <a:t>S</a:t>
            </a:r>
            <a:r>
              <a:rPr lang="en-US" altLang="zh-CN" dirty="0"/>
              <a:t>ervice Project Introduction</a:t>
            </a:r>
            <a:endParaRPr lang="en-US" b="0" dirty="0"/>
          </a:p>
        </p:txBody>
      </p:sp>
      <p:sp>
        <p:nvSpPr>
          <p:cNvPr id="17" name="Subtitle">
            <a:extLst>
              <a:ext uri="{FF2B5EF4-FFF2-40B4-BE49-F238E27FC236}">
                <a16:creationId xmlns:a16="http://schemas.microsoft.com/office/drawing/2014/main" id="{9F1C4C08-3D5C-4C0E-914A-F70CA07D06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sz="3200" dirty="0"/>
              <a:t> Jan, 2022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8FDA17C2-CC0D-4A70-A1C4-4DAA44F6477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Restricted | © Siemens 2022 | T CED INW-CN | 2022-01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843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E9DA6476-52BD-48A7-B3EF-19A81E5432C4}"/>
              </a:ext>
            </a:extLst>
          </p:cNvPr>
          <p:cNvGrpSpPr/>
          <p:nvPr/>
        </p:nvGrpSpPr>
        <p:grpSpPr>
          <a:xfrm>
            <a:off x="1675085" y="3060944"/>
            <a:ext cx="2729608" cy="2958995"/>
            <a:chOff x="-336342" y="1608374"/>
            <a:chExt cx="3714402" cy="338885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7A09184-9372-4715-80DC-5165BD1941EC}"/>
                </a:ext>
              </a:extLst>
            </p:cNvPr>
            <p:cNvSpPr/>
            <p:nvPr/>
          </p:nvSpPr>
          <p:spPr bwMode="auto">
            <a:xfrm>
              <a:off x="-336342" y="1608374"/>
              <a:ext cx="3689153" cy="3388853"/>
            </a:xfrm>
            <a:prstGeom prst="rect">
              <a:avLst/>
            </a:prstGeom>
            <a:solidFill>
              <a:srgbClr val="CDD9E1">
                <a:alpha val="60000"/>
              </a:srgbClr>
            </a:solidFill>
            <a:ln>
              <a:noFill/>
            </a:ln>
            <a:effectLst/>
          </p:spPr>
          <p:txBody>
            <a:bodyPr wrap="square" lIns="143701" tIns="71851" rIns="143701" bIns="71851" numCol="1" spcCol="72000" rtlCol="0" anchor="ctr">
              <a:noAutofit/>
            </a:bodyPr>
            <a:lstStyle/>
            <a:p>
              <a:pPr algn="ctr" defTabSz="913327">
                <a:lnSpc>
                  <a:spcPct val="110000"/>
                </a:lnSpc>
                <a:spcBef>
                  <a:spcPct val="0"/>
                </a:spcBef>
              </a:pPr>
              <a:endParaRPr lang="en-US" sz="1732" dirty="0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D06B0E-EB54-4F68-A765-44B5D77A49B8}"/>
                </a:ext>
              </a:extLst>
            </p:cNvPr>
            <p:cNvSpPr txBox="1"/>
            <p:nvPr/>
          </p:nvSpPr>
          <p:spPr>
            <a:xfrm>
              <a:off x="-225140" y="1813151"/>
              <a:ext cx="3603200" cy="2582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defTabSz="911957"/>
              <a:r>
                <a:rPr lang="en-US" sz="1599" b="1" dirty="0">
                  <a:solidFill>
                    <a:schemeClr val="bg1"/>
                  </a:solidFill>
                </a:rPr>
                <a:t>Asset condition monitoring</a:t>
              </a:r>
            </a:p>
            <a:p>
              <a:pPr marL="285131" indent="-169495" defTabSz="911957">
                <a:spcBef>
                  <a:spcPts val="600"/>
                </a:spcBef>
                <a:buClr>
                  <a:srgbClr val="000000">
                    <a:lumMod val="85000"/>
                    <a:lumOff val="15000"/>
                  </a:srgbClr>
                </a:buClr>
                <a:buFont typeface="Arial" panose="020B0604020202020204" pitchFamily="34" charset="0"/>
                <a:buChar char="•"/>
              </a:pPr>
              <a:r>
                <a:rPr lang="en-US" sz="1199" dirty="0">
                  <a:solidFill>
                    <a:schemeClr val="bg1"/>
                  </a:solidFill>
                </a:rPr>
                <a:t>Strong domain know-how integration.</a:t>
              </a:r>
            </a:p>
            <a:p>
              <a:pPr marL="285131" indent="-169495" defTabSz="911957">
                <a:spcBef>
                  <a:spcPts val="600"/>
                </a:spcBef>
                <a:buClr>
                  <a:srgbClr val="000000">
                    <a:lumMod val="85000"/>
                    <a:lumOff val="15000"/>
                  </a:srgbClr>
                </a:buClr>
                <a:buFont typeface="Arial" panose="020B0604020202020204" pitchFamily="34" charset="0"/>
                <a:buChar char="•"/>
              </a:pPr>
              <a:r>
                <a:rPr lang="en-US" sz="1199" dirty="0">
                  <a:solidFill>
                    <a:schemeClr val="bg1"/>
                  </a:solidFill>
                </a:rPr>
                <a:t>Multi detection method with high accuracy.</a:t>
              </a:r>
            </a:p>
            <a:p>
              <a:pPr marL="285131" indent="-169495" defTabSz="911957">
                <a:spcBef>
                  <a:spcPts val="600"/>
                </a:spcBef>
                <a:buClr>
                  <a:srgbClr val="000000">
                    <a:lumMod val="85000"/>
                    <a:lumOff val="15000"/>
                  </a:srgbClr>
                </a:buClr>
                <a:buFont typeface="Arial" panose="020B0604020202020204" pitchFamily="34" charset="0"/>
                <a:buChar char="•"/>
              </a:pPr>
              <a:r>
                <a:rPr lang="en-US" sz="1199" dirty="0">
                  <a:solidFill>
                    <a:schemeClr val="bg1"/>
                  </a:solidFill>
                </a:rPr>
                <a:t>OT&amp;IT combination.</a:t>
              </a:r>
            </a:p>
            <a:p>
              <a:pPr marL="285131" indent="-169495" defTabSz="911957">
                <a:spcBef>
                  <a:spcPts val="600"/>
                </a:spcBef>
                <a:buClr>
                  <a:srgbClr val="000000">
                    <a:lumMod val="85000"/>
                    <a:lumOff val="15000"/>
                  </a:srgbClr>
                </a:buClr>
                <a:buFont typeface="Arial" panose="020B0604020202020204" pitchFamily="34" charset="0"/>
                <a:buChar char="•"/>
              </a:pPr>
              <a:r>
                <a:rPr lang="en-US" sz="1199" dirty="0">
                  <a:solidFill>
                    <a:schemeClr val="bg1"/>
                  </a:solidFill>
                </a:rPr>
                <a:t>Continuously remote condition monitoring.</a:t>
              </a:r>
            </a:p>
            <a:p>
              <a:pPr marL="115636" defTabSz="911957">
                <a:spcBef>
                  <a:spcPts val="600"/>
                </a:spcBef>
                <a:buClr>
                  <a:srgbClr val="000000">
                    <a:lumMod val="85000"/>
                    <a:lumOff val="15000"/>
                  </a:srgbClr>
                </a:buClr>
              </a:pPr>
              <a:endParaRPr lang="en-US" sz="1199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588" y="3373"/>
          <a:ext cx="1586" cy="1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6" name="think-cell Slide" r:id="rId6" imgW="216" imgH="216" progId="TCLayout.ActiveDocument.1">
                  <p:embed/>
                </p:oleObj>
              </mc:Choice>
              <mc:Fallback>
                <p:oleObj name="think-cell Slide" r:id="rId6" imgW="216" imgH="216" progId="TCLayout.ActiveDocument.1">
                  <p:embed/>
                  <p:pic>
                    <p:nvPicPr>
                      <p:cNvPr id="2" name="Objek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3373"/>
                        <a:ext cx="1586" cy="158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0EEE498A-7D54-4E9F-9486-EEE2A4D0CAB1}"/>
              </a:ext>
            </a:extLst>
          </p:cNvPr>
          <p:cNvGrpSpPr/>
          <p:nvPr/>
        </p:nvGrpSpPr>
        <p:grpSpPr>
          <a:xfrm>
            <a:off x="4406681" y="2325481"/>
            <a:ext cx="3015857" cy="3683497"/>
            <a:chOff x="1214477" y="581115"/>
            <a:chExt cx="5808735" cy="568925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84C4E8F-3A81-4511-9CE2-6FB7FE72E9B4}"/>
                </a:ext>
              </a:extLst>
            </p:cNvPr>
            <p:cNvSpPr/>
            <p:nvPr/>
          </p:nvSpPr>
          <p:spPr bwMode="auto">
            <a:xfrm>
              <a:off x="1214477" y="581115"/>
              <a:ext cx="5808735" cy="5689259"/>
            </a:xfrm>
            <a:prstGeom prst="rect">
              <a:avLst/>
            </a:prstGeom>
            <a:solidFill>
              <a:srgbClr val="BECDD7">
                <a:alpha val="80000"/>
              </a:srgbClr>
            </a:solidFill>
            <a:ln>
              <a:noFill/>
            </a:ln>
            <a:effectLst/>
          </p:spPr>
          <p:txBody>
            <a:bodyPr wrap="square" lIns="143701" tIns="71851" rIns="143701" bIns="71851" numCol="1" spcCol="72000" rtlCol="0" anchor="ctr">
              <a:noAutofit/>
            </a:bodyPr>
            <a:lstStyle/>
            <a:p>
              <a:pPr algn="ctr" defTabSz="913327">
                <a:lnSpc>
                  <a:spcPct val="110000"/>
                </a:lnSpc>
                <a:spcBef>
                  <a:spcPct val="0"/>
                </a:spcBef>
              </a:pPr>
              <a:endParaRPr lang="en-US" sz="1732" dirty="0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736CA24-E898-4A59-996D-C4EC5C8B1850}"/>
                </a:ext>
              </a:extLst>
            </p:cNvPr>
            <p:cNvSpPr txBox="1"/>
            <p:nvPr/>
          </p:nvSpPr>
          <p:spPr>
            <a:xfrm>
              <a:off x="1263200" y="781299"/>
              <a:ext cx="5711292" cy="468207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91242" defTabSz="911957">
                <a:spcBef>
                  <a:spcPts val="600"/>
                </a:spcBef>
              </a:pPr>
              <a:r>
                <a:rPr lang="en-US" sz="1599" b="1" dirty="0">
                  <a:solidFill>
                    <a:schemeClr val="bg1"/>
                  </a:solidFill>
                </a:rPr>
                <a:t>Key failure detection</a:t>
              </a:r>
            </a:p>
            <a:p>
              <a:pPr marL="403935" indent="-169495" defTabSz="911957">
                <a:spcBef>
                  <a:spcPts val="600"/>
                </a:spcBef>
                <a:buClr>
                  <a:srgbClr val="000000">
                    <a:lumMod val="85000"/>
                    <a:lumOff val="15000"/>
                  </a:srgbClr>
                </a:buClr>
                <a:buFont typeface="Arial" panose="020B0604020202020204" pitchFamily="34" charset="0"/>
                <a:buChar char="•"/>
              </a:pPr>
              <a:r>
                <a:rPr lang="en-US" sz="1199" dirty="0">
                  <a:solidFill>
                    <a:schemeClr val="bg1"/>
                  </a:solidFill>
                </a:rPr>
                <a:t>Statistic analysis on horizontal and historical views.</a:t>
              </a:r>
            </a:p>
            <a:p>
              <a:pPr marL="403935" indent="-169495" defTabSz="911957">
                <a:spcBef>
                  <a:spcPts val="600"/>
                </a:spcBef>
                <a:buClr>
                  <a:srgbClr val="000000">
                    <a:lumMod val="85000"/>
                    <a:lumOff val="15000"/>
                  </a:srgbClr>
                </a:buClr>
                <a:buFont typeface="Arial" panose="020B0604020202020204" pitchFamily="34" charset="0"/>
                <a:buChar char="•"/>
              </a:pPr>
              <a:r>
                <a:rPr lang="en-US" sz="1199" dirty="0">
                  <a:solidFill>
                    <a:schemeClr val="bg1"/>
                  </a:solidFill>
                </a:rPr>
                <a:t>Abnormal detection of key devices.</a:t>
              </a:r>
            </a:p>
            <a:p>
              <a:pPr marL="403935" indent="-169495" defTabSz="911957">
                <a:spcBef>
                  <a:spcPts val="600"/>
                </a:spcBef>
                <a:buClr>
                  <a:srgbClr val="000000">
                    <a:lumMod val="85000"/>
                    <a:lumOff val="15000"/>
                  </a:srgbClr>
                </a:buClr>
                <a:buFont typeface="Arial" panose="020B0604020202020204" pitchFamily="34" charset="0"/>
                <a:buChar char="•"/>
              </a:pPr>
              <a:r>
                <a:rPr lang="en-US" sz="1199" dirty="0">
                  <a:solidFill>
                    <a:schemeClr val="bg1"/>
                  </a:solidFill>
                </a:rPr>
                <a:t>Fault diagnosis on high incidence failure. Fault diagnosis with edge analysis and machine learning.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D43331C-D8D7-4A0F-A18A-CDE156426967}"/>
              </a:ext>
            </a:extLst>
          </p:cNvPr>
          <p:cNvSpPr txBox="1"/>
          <p:nvPr/>
        </p:nvSpPr>
        <p:spPr>
          <a:xfrm rot="16200000">
            <a:off x="644930" y="2971023"/>
            <a:ext cx="1420275" cy="25895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83985" fontAlgn="base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599" b="1" dirty="0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Value Creation</a:t>
            </a:r>
            <a:br>
              <a:rPr lang="en-US" sz="1599" b="1" dirty="0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endParaRPr lang="en-US" sz="1599" b="1" dirty="0">
              <a:solidFill>
                <a:schemeClr val="bg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3127B0-7A69-4B7F-BD33-ED5187DE2661}"/>
              </a:ext>
            </a:extLst>
          </p:cNvPr>
          <p:cNvSpPr txBox="1"/>
          <p:nvPr/>
        </p:nvSpPr>
        <p:spPr>
          <a:xfrm>
            <a:off x="9007027" y="6150009"/>
            <a:ext cx="2048639" cy="16938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83985">
              <a:lnSpc>
                <a:spcPct val="110000"/>
              </a:lnSpc>
            </a:pPr>
            <a:r>
              <a:rPr lang="en-US" sz="1599" b="1" dirty="0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Digital Transformation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2340E1D-A000-46D4-A50E-882D7875D3D2}"/>
              </a:ext>
            </a:extLst>
          </p:cNvPr>
          <p:cNvGrpSpPr/>
          <p:nvPr/>
        </p:nvGrpSpPr>
        <p:grpSpPr>
          <a:xfrm>
            <a:off x="7432278" y="1685410"/>
            <a:ext cx="3411068" cy="4349541"/>
            <a:chOff x="7528038" y="-257294"/>
            <a:chExt cx="5199123" cy="6498566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DE265CE-F34B-449F-AF03-DDB4B9CAA4B2}"/>
                </a:ext>
              </a:extLst>
            </p:cNvPr>
            <p:cNvSpPr/>
            <p:nvPr/>
          </p:nvSpPr>
          <p:spPr bwMode="auto">
            <a:xfrm>
              <a:off x="7528038" y="-257294"/>
              <a:ext cx="5126320" cy="6498566"/>
            </a:xfrm>
            <a:prstGeom prst="rect">
              <a:avLst/>
            </a:prstGeom>
            <a:solidFill>
              <a:srgbClr val="9BAFBE">
                <a:alpha val="85098"/>
              </a:srgbClr>
            </a:solidFill>
            <a:ln>
              <a:noFill/>
            </a:ln>
            <a:effectLst/>
          </p:spPr>
          <p:txBody>
            <a:bodyPr wrap="square" lIns="143701" tIns="71851" rIns="143701" bIns="71851" numCol="1" spcCol="72000" rtlCol="0" anchor="ctr">
              <a:noAutofit/>
            </a:bodyPr>
            <a:lstStyle/>
            <a:p>
              <a:pPr algn="ctr" defTabSz="913327">
                <a:lnSpc>
                  <a:spcPct val="110000"/>
                </a:lnSpc>
                <a:spcBef>
                  <a:spcPct val="0"/>
                </a:spcBef>
              </a:pPr>
              <a:endParaRPr lang="en-US" sz="1732" dirty="0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5DB3AAF-2A89-486B-B9E3-AE21B579D3B1}"/>
                </a:ext>
              </a:extLst>
            </p:cNvPr>
            <p:cNvSpPr txBox="1"/>
            <p:nvPr/>
          </p:nvSpPr>
          <p:spPr>
            <a:xfrm>
              <a:off x="7543607" y="-113598"/>
              <a:ext cx="5183554" cy="58353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rmAutofit/>
            </a:bodyPr>
            <a:lstStyle/>
            <a:p>
              <a:pPr marL="91242" defTabSz="911957">
                <a:spcBef>
                  <a:spcPts val="600"/>
                </a:spcBef>
              </a:pPr>
              <a:r>
                <a:rPr lang="en-US" sz="1599" b="1" dirty="0">
                  <a:solidFill>
                    <a:schemeClr val="bg1"/>
                  </a:solidFill>
                </a:rPr>
                <a:t>Maintenance assistance</a:t>
              </a:r>
            </a:p>
            <a:p>
              <a:pPr marL="403935" indent="-169495" defTabSz="911957">
                <a:spcBef>
                  <a:spcPts val="600"/>
                </a:spcBef>
                <a:buClr>
                  <a:srgbClr val="000000">
                    <a:lumMod val="85000"/>
                    <a:lumOff val="15000"/>
                  </a:srgbClr>
                </a:buClr>
                <a:buFont typeface="Arial" panose="020B0604020202020204" pitchFamily="34" charset="0"/>
                <a:buChar char="•"/>
              </a:pPr>
              <a:r>
                <a:rPr lang="en-US" sz="1199" dirty="0">
                  <a:solidFill>
                    <a:schemeClr val="bg1"/>
                  </a:solidFill>
                </a:rPr>
                <a:t>Preventive maintenance supporting.</a:t>
              </a:r>
            </a:p>
            <a:p>
              <a:pPr marL="403935" indent="-169495" defTabSz="911957">
                <a:spcBef>
                  <a:spcPts val="600"/>
                </a:spcBef>
                <a:buClr>
                  <a:srgbClr val="000000">
                    <a:lumMod val="85000"/>
                    <a:lumOff val="15000"/>
                  </a:srgbClr>
                </a:buClr>
                <a:buFont typeface="Arial" panose="020B0604020202020204" pitchFamily="34" charset="0"/>
                <a:buChar char="•"/>
              </a:pPr>
              <a:r>
                <a:rPr lang="en-US" sz="1199" dirty="0">
                  <a:solidFill>
                    <a:schemeClr val="bg1"/>
                  </a:solidFill>
                </a:rPr>
                <a:t>Predictive maintenance suggestion.</a:t>
              </a:r>
            </a:p>
            <a:p>
              <a:pPr marL="403935" indent="-169495" defTabSz="911957">
                <a:spcBef>
                  <a:spcPts val="600"/>
                </a:spcBef>
                <a:buClr>
                  <a:srgbClr val="000000">
                    <a:lumMod val="85000"/>
                    <a:lumOff val="15000"/>
                  </a:srgbClr>
                </a:buClr>
                <a:buFont typeface="Arial" panose="020B0604020202020204" pitchFamily="34" charset="0"/>
                <a:buChar char="•"/>
              </a:pPr>
              <a:r>
                <a:rPr lang="en-US" sz="1199" dirty="0">
                  <a:solidFill>
                    <a:schemeClr val="bg1"/>
                  </a:solidFill>
                </a:rPr>
                <a:t>Prescriptive maintenance strategy.</a:t>
              </a:r>
            </a:p>
            <a:p>
              <a:pPr marL="403935" indent="-169495" defTabSz="911957">
                <a:spcBef>
                  <a:spcPts val="600"/>
                </a:spcBef>
                <a:buClr>
                  <a:srgbClr val="000000">
                    <a:lumMod val="85000"/>
                    <a:lumOff val="15000"/>
                  </a:srgbClr>
                </a:buClr>
                <a:buFont typeface="Arial" panose="020B0604020202020204" pitchFamily="34" charset="0"/>
                <a:buChar char="•"/>
              </a:pPr>
              <a:r>
                <a:rPr lang="en-US" sz="1199" dirty="0">
                  <a:solidFill>
                    <a:schemeClr val="bg1"/>
                  </a:solidFill>
                </a:rPr>
                <a:t>Increase maintenance efficiency.</a:t>
              </a:r>
            </a:p>
            <a:p>
              <a:pPr marL="234440" defTabSz="911957">
                <a:spcBef>
                  <a:spcPts val="600"/>
                </a:spcBef>
                <a:buClr>
                  <a:srgbClr val="000000">
                    <a:lumMod val="85000"/>
                    <a:lumOff val="15000"/>
                  </a:srgbClr>
                </a:buClr>
              </a:pPr>
              <a:endParaRPr lang="en-US" sz="1199" dirty="0">
                <a:solidFill>
                  <a:schemeClr val="bg1"/>
                </a:solidFill>
              </a:endParaRPr>
            </a:p>
            <a:p>
              <a:pPr marL="403935" indent="-169495" defTabSz="911957">
                <a:spcBef>
                  <a:spcPts val="600"/>
                </a:spcBef>
                <a:buClr>
                  <a:srgbClr val="000000">
                    <a:lumMod val="85000"/>
                    <a:lumOff val="15000"/>
                  </a:srgbClr>
                </a:buClr>
                <a:buFont typeface="Arial" panose="020B0604020202020204" pitchFamily="34" charset="0"/>
                <a:buChar char="•"/>
              </a:pPr>
              <a:endParaRPr lang="en-US" sz="1199" dirty="0">
                <a:solidFill>
                  <a:schemeClr val="bg1"/>
                </a:solidFill>
              </a:endParaRP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EF6CD01C-6B1A-4EC3-99E0-C8E78EC7DEF0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68388" y="2826297"/>
            <a:ext cx="9795108" cy="336751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F1AE418-FA0B-4C87-AA66-36C9ECFAB5C3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7621" y="2929705"/>
            <a:ext cx="461624" cy="500473"/>
          </a:xfrm>
          <a:prstGeom prst="rect">
            <a:avLst/>
          </a:prstGeom>
          <a:solidFill>
            <a:srgbClr val="32A0A0"/>
          </a:solidFill>
          <a:ln>
            <a:solidFill>
              <a:schemeClr val="accent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6617891-B79D-4238-8C4F-57C109CE3153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91515" y="5064694"/>
            <a:ext cx="534962" cy="535735"/>
          </a:xfrm>
          <a:prstGeom prst="rect">
            <a:avLst/>
          </a:prstGeom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C25B1EA-A6D6-4220-ACE1-69C0F1EE3F98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21499" y="4758771"/>
            <a:ext cx="620405" cy="62040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FC118EA-E8F9-41BA-B0D2-2FD29781D80B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0726" y="4437184"/>
            <a:ext cx="631790" cy="63179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D90FE36-9482-4A97-93D6-C9D1F3E20F11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97801" y="4169703"/>
            <a:ext cx="534961" cy="534961"/>
          </a:xfrm>
          <a:prstGeom prst="rect">
            <a:avLst/>
          </a:prstGeom>
          <a:ln>
            <a:noFill/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39FABD7-73EF-4C14-98E5-137E69A5DCD4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8362" y="3430179"/>
            <a:ext cx="653074" cy="653075"/>
          </a:xfrm>
          <a:prstGeom prst="rect">
            <a:avLst/>
          </a:prstGeom>
        </p:spPr>
      </p:pic>
      <p:sp>
        <p:nvSpPr>
          <p:cNvPr id="33" name="Title 4">
            <a:extLst>
              <a:ext uri="{FF2B5EF4-FFF2-40B4-BE49-F238E27FC236}">
                <a16:creationId xmlns:a16="http://schemas.microsoft.com/office/drawing/2014/main" id="{9B07F88A-7C22-4859-BE67-C12ED5E266D0}"/>
              </a:ext>
            </a:extLst>
          </p:cNvPr>
          <p:cNvSpPr txBox="1">
            <a:spLocks/>
          </p:cNvSpPr>
          <p:nvPr/>
        </p:nvSpPr>
        <p:spPr>
          <a:xfrm>
            <a:off x="626738" y="419168"/>
            <a:ext cx="8203065" cy="852756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646E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r>
              <a:rPr lang="en-US" sz="2199" kern="0" dirty="0">
                <a:solidFill>
                  <a:schemeClr val="bg1"/>
                </a:solidFill>
              </a:rPr>
              <a:t>Solution Function</a:t>
            </a:r>
            <a:endParaRPr lang="en-US" altLang="zh-CN" sz="2199" kern="0" dirty="0">
              <a:solidFill>
                <a:schemeClr val="bg1"/>
              </a:solidFill>
            </a:endParaRPr>
          </a:p>
          <a:p>
            <a:r>
              <a:rPr lang="en-US" altLang="zh-CN" sz="2199" kern="0" dirty="0">
                <a:solidFill>
                  <a:schemeClr val="bg1"/>
                </a:solidFill>
              </a:rPr>
              <a:t>Your maintenance efficiency leverage</a:t>
            </a:r>
            <a:endParaRPr lang="en-US" sz="2199" kern="0" dirty="0">
              <a:solidFill>
                <a:schemeClr val="bg1"/>
              </a:solidFill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521126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A61F13-9188-435F-838E-315751C3261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53878F1-785C-4AB7-BD2E-671A4153B545}"/>
              </a:ext>
            </a:extLst>
          </p:cNvPr>
          <p:cNvSpPr txBox="1">
            <a:spLocks/>
          </p:cNvSpPr>
          <p:nvPr/>
        </p:nvSpPr>
        <p:spPr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Business Partner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B18D82-32B0-4927-A880-958E803C165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1ACAE2B-C40F-479E-BE02-E9DCEB411F3A}"/>
              </a:ext>
            </a:extLst>
          </p:cNvPr>
          <p:cNvGrpSpPr/>
          <p:nvPr/>
        </p:nvGrpSpPr>
        <p:grpSpPr>
          <a:xfrm>
            <a:off x="820274" y="1146411"/>
            <a:ext cx="10551451" cy="4298426"/>
            <a:chOff x="820274" y="1146411"/>
            <a:chExt cx="10551451" cy="429842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B1F4B5E-18FA-4304-9C32-7EDF95A7B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20274" y="1146411"/>
              <a:ext cx="10551451" cy="4298426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EDC4842-536A-4EE5-873D-F291AB7FC885}"/>
                </a:ext>
              </a:extLst>
            </p:cNvPr>
            <p:cNvSpPr txBox="1"/>
            <p:nvPr/>
          </p:nvSpPr>
          <p:spPr>
            <a:xfrm>
              <a:off x="1059160" y="1413444"/>
              <a:ext cx="4719782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200" dirty="0"/>
                <a:t>Derived from Automotive Industry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6567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C347E6-9409-4DF7-B72B-88E762951B6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23A5E15-C286-4E64-9F6D-83247F2C5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9863997" cy="576000"/>
          </a:xfrm>
        </p:spPr>
        <p:txBody>
          <a:bodyPr/>
          <a:lstStyle/>
          <a:p>
            <a:r>
              <a:rPr lang="en-US" dirty="0"/>
              <a:t>Project Path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D0C2DE2F-B785-4474-8D24-2B2FD09B69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285771"/>
              </p:ext>
            </p:extLst>
          </p:nvPr>
        </p:nvGraphicFramePr>
        <p:xfrm>
          <a:off x="432214" y="3766608"/>
          <a:ext cx="10989234" cy="2261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29D0B585-591D-4E90-8CFE-94E8A83FBB8F}"/>
              </a:ext>
            </a:extLst>
          </p:cNvPr>
          <p:cNvSpPr/>
          <p:nvPr/>
        </p:nvSpPr>
        <p:spPr bwMode="auto">
          <a:xfrm>
            <a:off x="901335" y="1492070"/>
            <a:ext cx="2440042" cy="1739663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4BB9B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1</a:t>
            </a:r>
            <a:r>
              <a:rPr lang="en-US" sz="1200" b="1" baseline="300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st</a:t>
            </a:r>
            <a:r>
              <a:rPr lang="en-US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project 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sz="1200" b="1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“</a:t>
            </a:r>
            <a:r>
              <a:rPr lang="en-US" sz="1200" b="1" dirty="0" err="1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Aiways</a:t>
            </a:r>
            <a:r>
              <a:rPr lang="en-US" sz="1200" b="1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” Lifter </a:t>
            </a:r>
            <a:r>
              <a:rPr lang="en-US" sz="1200" b="1" dirty="0" err="1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Mindsphere</a:t>
            </a:r>
            <a:r>
              <a:rPr lang="en-US" sz="1200" b="1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 R&amp;D Project 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Lifter</a:t>
            </a:r>
            <a:r>
              <a:rPr lang="en-US" sz="11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 data acquisition 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Edge computing on vibration analysis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Data transmission to </a:t>
            </a:r>
            <a:r>
              <a:rPr lang="en-US" sz="1100" dirty="0" err="1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MindSphere</a:t>
            </a:r>
            <a:endParaRPr lang="en-US" sz="11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MindAPP</a:t>
            </a:r>
            <a:r>
              <a:rPr lang="en-US" sz="11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 system design</a:t>
            </a:r>
          </a:p>
        </p:txBody>
      </p: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1BBA458D-0CA9-409B-812D-71C7F8770D2C}"/>
              </a:ext>
            </a:extLst>
          </p:cNvPr>
          <p:cNvSpPr/>
          <p:nvPr/>
        </p:nvSpPr>
        <p:spPr bwMode="auto">
          <a:xfrm>
            <a:off x="3803105" y="872408"/>
            <a:ext cx="2544078" cy="2180572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4BB9B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altLang="zh-CN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Follow up project</a:t>
            </a:r>
          </a:p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altLang="zh-CN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Device as a </a:t>
            </a:r>
            <a:r>
              <a:rPr lang="en-US" altLang="zh-CN" sz="1200" b="1" dirty="0" err="1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Sevice</a:t>
            </a:r>
            <a:r>
              <a:rPr lang="en-US" altLang="zh-CN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(</a:t>
            </a:r>
            <a:r>
              <a:rPr lang="en-US" altLang="zh-CN" sz="1200" b="1" dirty="0" err="1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DaaS</a:t>
            </a:r>
            <a:r>
              <a:rPr lang="en-US" altLang="zh-CN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) </a:t>
            </a:r>
            <a:r>
              <a:rPr lang="en-US" sz="1200" b="1" dirty="0" err="1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Mindsphere</a:t>
            </a:r>
            <a:r>
              <a:rPr lang="en-US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R&amp;D Project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Maintanence</a:t>
            </a:r>
            <a:r>
              <a:rPr lang="en-US" sz="11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MindApp</a:t>
            </a:r>
            <a:r>
              <a:rPr lang="en-US" sz="1100" b="1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development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AGV</a:t>
            </a:r>
            <a:r>
              <a:rPr lang="en-US" sz="11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 data acquisition and edge computing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Experience center </a:t>
            </a:r>
            <a:r>
              <a:rPr lang="en-US" sz="11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setup and deployment</a:t>
            </a:r>
          </a:p>
          <a:p>
            <a:pPr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11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1" name="Straight Arrow Connector 8">
            <a:extLst>
              <a:ext uri="{FF2B5EF4-FFF2-40B4-BE49-F238E27FC236}">
                <a16:creationId xmlns:a16="http://schemas.microsoft.com/office/drawing/2014/main" id="{923A1E8A-21BA-466F-B45D-FCA672978906}"/>
              </a:ext>
            </a:extLst>
          </p:cNvPr>
          <p:cNvCxnSpPr>
            <a:endCxn id="9" idx="1"/>
          </p:cNvCxnSpPr>
          <p:nvPr/>
        </p:nvCxnSpPr>
        <p:spPr bwMode="auto">
          <a:xfrm rot="5400000" flipH="1" flipV="1">
            <a:off x="99018" y="2991098"/>
            <a:ext cx="1431512" cy="173121"/>
          </a:xfrm>
          <a:prstGeom prst="bentConnector2">
            <a:avLst/>
          </a:prstGeom>
          <a:ln>
            <a:solidFill>
              <a:srgbClr val="4BB9B9"/>
            </a:solidFill>
            <a:headEnd type="none" w="med" len="med"/>
            <a:tailEnd type="arrow"/>
          </a:ln>
          <a:effec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9">
            <a:extLst>
              <a:ext uri="{FF2B5EF4-FFF2-40B4-BE49-F238E27FC236}">
                <a16:creationId xmlns:a16="http://schemas.microsoft.com/office/drawing/2014/main" id="{239A6BA5-86E9-4D0B-87F2-BD7B44FFD1C3}"/>
              </a:ext>
            </a:extLst>
          </p:cNvPr>
          <p:cNvCxnSpPr>
            <a:cxnSpLocks/>
            <a:endCxn id="10" idx="1"/>
          </p:cNvCxnSpPr>
          <p:nvPr/>
        </p:nvCxnSpPr>
        <p:spPr bwMode="auto">
          <a:xfrm rot="5400000" flipH="1" flipV="1">
            <a:off x="2759150" y="2760962"/>
            <a:ext cx="1842223" cy="245688"/>
          </a:xfrm>
          <a:prstGeom prst="bentConnector2">
            <a:avLst/>
          </a:prstGeom>
          <a:ln>
            <a:solidFill>
              <a:srgbClr val="4BB9B9"/>
            </a:solidFill>
            <a:headEnd type="none" w="med" len="med"/>
            <a:tailEnd type="arrow"/>
          </a:ln>
          <a:effec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9">
            <a:extLst>
              <a:ext uri="{FF2B5EF4-FFF2-40B4-BE49-F238E27FC236}">
                <a16:creationId xmlns:a16="http://schemas.microsoft.com/office/drawing/2014/main" id="{DF4479E2-0DEC-4E78-B4CA-FA98F085FE53}"/>
              </a:ext>
            </a:extLst>
          </p:cNvPr>
          <p:cNvCxnSpPr/>
          <p:nvPr/>
        </p:nvCxnSpPr>
        <p:spPr bwMode="auto">
          <a:xfrm rot="5400000" flipH="1" flipV="1">
            <a:off x="5686189" y="2843936"/>
            <a:ext cx="1738232" cy="160723"/>
          </a:xfrm>
          <a:prstGeom prst="bentConnector2">
            <a:avLst/>
          </a:prstGeom>
          <a:ln>
            <a:solidFill>
              <a:srgbClr val="4BB9B9"/>
            </a:solidFill>
            <a:headEnd type="none" w="med" len="med"/>
            <a:tailEnd type="arrow"/>
          </a:ln>
          <a:effec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Rounded Rectangle 47">
            <a:extLst>
              <a:ext uri="{FF2B5EF4-FFF2-40B4-BE49-F238E27FC236}">
                <a16:creationId xmlns:a16="http://schemas.microsoft.com/office/drawing/2014/main" id="{5DBC655C-733C-404F-BF78-43FB1F17A899}"/>
              </a:ext>
            </a:extLst>
          </p:cNvPr>
          <p:cNvSpPr/>
          <p:nvPr/>
        </p:nvSpPr>
        <p:spPr bwMode="auto">
          <a:xfrm>
            <a:off x="6645192" y="441611"/>
            <a:ext cx="2403503" cy="2103782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4BB9B9"/>
            </a:solidFill>
            <a:miter lim="800000"/>
            <a:headEnd/>
            <a:tailEnd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altLang="zh-CN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Pilot project</a:t>
            </a:r>
          </a:p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altLang="zh-CN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Device as a </a:t>
            </a:r>
            <a:r>
              <a:rPr lang="en-US" altLang="zh-CN" sz="1200" b="1" dirty="0" err="1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Sevice</a:t>
            </a:r>
            <a:r>
              <a:rPr lang="en-US" altLang="zh-CN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(</a:t>
            </a:r>
            <a:r>
              <a:rPr lang="en-US" altLang="zh-CN" sz="1200" b="1" dirty="0" err="1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DaaS</a:t>
            </a:r>
            <a:r>
              <a:rPr lang="en-US" altLang="zh-CN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) on FAW-VW Chengdu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Marriage line</a:t>
            </a:r>
            <a:r>
              <a:rPr lang="en-US" sz="11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(shaft) data acquisition and edge computing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MindSphere</a:t>
            </a:r>
            <a:r>
              <a:rPr lang="en-US" sz="11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11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s</a:t>
            </a:r>
            <a:r>
              <a:rPr lang="en-US" sz="11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olution, </a:t>
            </a:r>
            <a:r>
              <a:rPr lang="en-US" altLang="zh-CN" sz="11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deliver </a:t>
            </a:r>
            <a:r>
              <a:rPr lang="en-US" altLang="zh-CN" sz="1100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MindApp</a:t>
            </a:r>
            <a:endParaRPr lang="en-US" sz="11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Customer factory </a:t>
            </a:r>
            <a:r>
              <a:rPr lang="en-US" sz="11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setup and deployment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6924D0B-B270-428F-86CF-3BA35F5463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07052" y="4118956"/>
            <a:ext cx="1539409" cy="124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fik 1">
            <a:extLst>
              <a:ext uri="{FF2B5EF4-FFF2-40B4-BE49-F238E27FC236}">
                <a16:creationId xmlns:a16="http://schemas.microsoft.com/office/drawing/2014/main" id="{CB30C6DF-16AD-4BDE-B36B-71C64219B1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8380" y="4026005"/>
            <a:ext cx="2311508" cy="110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2" descr="D:\01work\004 PM\SFAE FA-SO\work\commissioning\On-Site Image\SM1281.jpg">
            <a:extLst>
              <a:ext uri="{FF2B5EF4-FFF2-40B4-BE49-F238E27FC236}">
                <a16:creationId xmlns:a16="http://schemas.microsoft.com/office/drawing/2014/main" id="{878D36AE-A8D5-43F2-B5CC-E7750D962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9431" y="5209367"/>
            <a:ext cx="2273472" cy="1136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D0237A9-19D0-4B8A-99B9-9D78CAA05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07052" y="4026005"/>
            <a:ext cx="1539409" cy="124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4">
            <a:extLst>
              <a:ext uri="{FF2B5EF4-FFF2-40B4-BE49-F238E27FC236}">
                <a16:creationId xmlns:a16="http://schemas.microsoft.com/office/drawing/2014/main" id="{1FCF1E4B-4F0C-47B6-AAE4-A22C02515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91019" y="5213936"/>
            <a:ext cx="2435812" cy="1312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6">
            <a:extLst>
              <a:ext uri="{FF2B5EF4-FFF2-40B4-BE49-F238E27FC236}">
                <a16:creationId xmlns:a16="http://schemas.microsoft.com/office/drawing/2014/main" id="{161BC8C7-01D5-43BA-A63A-240869E09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47182" y="5445232"/>
            <a:ext cx="2139272" cy="1008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ounded Rectangle 47">
            <a:extLst>
              <a:ext uri="{FF2B5EF4-FFF2-40B4-BE49-F238E27FC236}">
                <a16:creationId xmlns:a16="http://schemas.microsoft.com/office/drawing/2014/main" id="{62A46070-A8E2-4228-B4F1-DEBDBA68B3FF}"/>
              </a:ext>
            </a:extLst>
          </p:cNvPr>
          <p:cNvSpPr/>
          <p:nvPr/>
        </p:nvSpPr>
        <p:spPr bwMode="auto">
          <a:xfrm>
            <a:off x="9323692" y="432986"/>
            <a:ext cx="2758717" cy="227215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4BB9B9"/>
            </a:solidFill>
            <a:miter lim="800000"/>
            <a:headEnd/>
            <a:tailEnd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altLang="zh-CN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Implementation project</a:t>
            </a:r>
          </a:p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altLang="zh-CN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Device as a </a:t>
            </a:r>
            <a:r>
              <a:rPr lang="en-US" altLang="zh-CN" sz="1200" b="1" dirty="0" err="1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Sevice</a:t>
            </a:r>
            <a:r>
              <a:rPr lang="en-US" altLang="zh-CN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(</a:t>
            </a:r>
            <a:r>
              <a:rPr lang="en-US" altLang="zh-CN" sz="1200" b="1" dirty="0" err="1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DaaS</a:t>
            </a:r>
            <a:r>
              <a:rPr lang="en-US" altLang="zh-CN" sz="12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) on SAIC-VW CP3 Shanghai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sz="1100" b="1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Assembly Line, Marriage Line Chain Conveyor,</a:t>
            </a:r>
            <a:r>
              <a:rPr lang="en-US" altLang="zh-CN" sz="11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Bodyshop Lifter</a:t>
            </a:r>
            <a:r>
              <a:rPr lang="en-US" altLang="zh-CN" sz="1100" b="1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data acquisition and edge computing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sz="11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Multi-sensor solution comparison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sz="11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Local server solution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Customer factory </a:t>
            </a:r>
            <a:r>
              <a:rPr lang="en-US" sz="11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setup and deployment</a:t>
            </a:r>
          </a:p>
        </p:txBody>
      </p:sp>
      <p:cxnSp>
        <p:nvCxnSpPr>
          <p:cNvPr id="22" name="Straight Arrow Connector 19">
            <a:extLst>
              <a:ext uri="{FF2B5EF4-FFF2-40B4-BE49-F238E27FC236}">
                <a16:creationId xmlns:a16="http://schemas.microsoft.com/office/drawing/2014/main" id="{FC8231A3-0E78-422C-965F-674505CB461D}"/>
              </a:ext>
            </a:extLst>
          </p:cNvPr>
          <p:cNvCxnSpPr/>
          <p:nvPr/>
        </p:nvCxnSpPr>
        <p:spPr bwMode="auto">
          <a:xfrm rot="5400000" flipH="1" flipV="1">
            <a:off x="8376996" y="2817130"/>
            <a:ext cx="1738232" cy="160723"/>
          </a:xfrm>
          <a:prstGeom prst="bentConnector2">
            <a:avLst/>
          </a:prstGeom>
          <a:ln>
            <a:solidFill>
              <a:srgbClr val="4BB9B9"/>
            </a:solidFill>
            <a:headEnd type="none" w="med" len="med"/>
            <a:tailEnd type="arrow"/>
          </a:ln>
          <a:effec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639F9095-5E1B-417E-8C9A-4719FDB08904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931"/>
          <a:stretch/>
        </p:blipFill>
        <p:spPr>
          <a:xfrm rot="5400000">
            <a:off x="6865787" y="3650633"/>
            <a:ext cx="1243952" cy="228116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4FF3B74-F9F9-4E44-8E90-9822BB6A5EC8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74989" y="4219614"/>
            <a:ext cx="764503" cy="44660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C768639-8EF6-49C3-814D-B6CBBFC43616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74989" y="4762759"/>
            <a:ext cx="764503" cy="44660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83A607C-299F-4263-A693-AE5AEB781087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48695" y="4152864"/>
            <a:ext cx="1046174" cy="143035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77EA080-D401-4ADB-A03F-202B6F22FF40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94869" y="4152864"/>
            <a:ext cx="1489590" cy="143035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2E768AA-285A-4401-99E7-B626F5B61CBE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41595" y="5533646"/>
            <a:ext cx="1116579" cy="77715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AF0C07C-706E-4351-8885-5BFF0B7A4504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58174" y="5587958"/>
            <a:ext cx="1426285" cy="6240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8D38E8F-A6F1-4119-B80A-A0C3E84943E1}"/>
              </a:ext>
            </a:extLst>
          </p:cNvPr>
          <p:cNvSpPr txBox="1"/>
          <p:nvPr/>
        </p:nvSpPr>
        <p:spPr>
          <a:xfrm>
            <a:off x="749431" y="4118518"/>
            <a:ext cx="8968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Lifter</a:t>
            </a:r>
            <a:endParaRPr 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1CF178-A8CB-4AD0-B62A-B40CA0460B21}"/>
              </a:ext>
            </a:extLst>
          </p:cNvPr>
          <p:cNvSpPr txBox="1"/>
          <p:nvPr/>
        </p:nvSpPr>
        <p:spPr>
          <a:xfrm>
            <a:off x="3440960" y="4132650"/>
            <a:ext cx="8968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AGV</a:t>
            </a:r>
            <a:endParaRPr lang="en-US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96312C-3394-413E-9F80-B4C398093088}"/>
              </a:ext>
            </a:extLst>
          </p:cNvPr>
          <p:cNvSpPr txBox="1"/>
          <p:nvPr/>
        </p:nvSpPr>
        <p:spPr>
          <a:xfrm>
            <a:off x="6645192" y="3911702"/>
            <a:ext cx="18412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FAW-VW factory</a:t>
            </a:r>
            <a:endParaRPr lang="en-US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413534-B0F8-48FC-9487-7DF6DA94649A}"/>
              </a:ext>
            </a:extLst>
          </p:cNvPr>
          <p:cNvSpPr txBox="1"/>
          <p:nvPr/>
        </p:nvSpPr>
        <p:spPr>
          <a:xfrm>
            <a:off x="9444145" y="3899566"/>
            <a:ext cx="18412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SAIC-VW factory</a:t>
            </a:r>
            <a:endParaRPr lang="en-US" sz="1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D66E32-EA5B-4C6A-BD77-396E420A8D6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075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0B64A-64BE-411D-9E76-5A46EF2E6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C3B3F1-AC0F-485C-9B8F-B80C6EDCF5B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6" name="Rechteck 2093">
            <a:extLst>
              <a:ext uri="{FF2B5EF4-FFF2-40B4-BE49-F238E27FC236}">
                <a16:creationId xmlns:a16="http://schemas.microsoft.com/office/drawing/2014/main" id="{ABBA7EAD-7689-4487-B362-83769677D4E6}"/>
              </a:ext>
            </a:extLst>
          </p:cNvPr>
          <p:cNvSpPr>
            <a:spLocks/>
          </p:cNvSpPr>
          <p:nvPr/>
        </p:nvSpPr>
        <p:spPr bwMode="gray">
          <a:xfrm>
            <a:off x="649714" y="4635296"/>
            <a:ext cx="7049229" cy="1538370"/>
          </a:xfrm>
          <a:prstGeom prst="rect">
            <a:avLst/>
          </a:prstGeom>
          <a:noFill/>
          <a:ln w="19050">
            <a:solidFill>
              <a:srgbClr val="4BB9B9"/>
            </a:solidFill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b="1" dirty="0">
                <a:solidFill>
                  <a:srgbClr val="4BB9B9"/>
                </a:solidFill>
                <a:latin typeface="Arial" pitchFamily="34" charset="0"/>
                <a:ea typeface="ＭＳ Ｐゴシック" charset="-128"/>
              </a:rPr>
              <a:t>Field level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F0331FE-CC2A-4206-AD36-AE8F321F3126}"/>
              </a:ext>
            </a:extLst>
          </p:cNvPr>
          <p:cNvSpPr>
            <a:spLocks/>
          </p:cNvSpPr>
          <p:nvPr/>
        </p:nvSpPr>
        <p:spPr bwMode="gray">
          <a:xfrm>
            <a:off x="657857" y="3024131"/>
            <a:ext cx="7049229" cy="1523696"/>
          </a:xfrm>
          <a:prstGeom prst="rect">
            <a:avLst/>
          </a:prstGeom>
          <a:noFill/>
          <a:ln w="19050">
            <a:solidFill>
              <a:srgbClr val="4BB9B9"/>
            </a:solidFill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b="1" dirty="0">
                <a:solidFill>
                  <a:srgbClr val="4BB9B9"/>
                </a:solidFill>
                <a:latin typeface="Arial" pitchFamily="34" charset="0"/>
                <a:ea typeface="ＭＳ Ｐゴシック" charset="-128"/>
              </a:rPr>
              <a:t>Edge level</a:t>
            </a:r>
          </a:p>
        </p:txBody>
      </p:sp>
      <p:grpSp>
        <p:nvGrpSpPr>
          <p:cNvPr id="9" name="Gruppieren 2">
            <a:extLst>
              <a:ext uri="{FF2B5EF4-FFF2-40B4-BE49-F238E27FC236}">
                <a16:creationId xmlns:a16="http://schemas.microsoft.com/office/drawing/2014/main" id="{EC288F90-2984-474F-AA3D-487EF69473D7}"/>
              </a:ext>
            </a:extLst>
          </p:cNvPr>
          <p:cNvGrpSpPr/>
          <p:nvPr/>
        </p:nvGrpSpPr>
        <p:grpSpPr>
          <a:xfrm>
            <a:off x="5245543" y="2841990"/>
            <a:ext cx="194661" cy="247779"/>
            <a:chOff x="9127836" y="2841703"/>
            <a:chExt cx="194762" cy="247908"/>
          </a:xfrm>
        </p:grpSpPr>
        <p:sp>
          <p:nvSpPr>
            <p:cNvPr id="10" name="Freeform 137">
              <a:extLst>
                <a:ext uri="{FF2B5EF4-FFF2-40B4-BE49-F238E27FC236}">
                  <a16:creationId xmlns:a16="http://schemas.microsoft.com/office/drawing/2014/main" id="{CF912D14-8AB2-4823-914D-DDE5DC14C2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27836" y="2947666"/>
              <a:ext cx="194762" cy="141945"/>
            </a:xfrm>
            <a:custGeom>
              <a:avLst/>
              <a:gdLst>
                <a:gd name="T0" fmla="*/ 0 w 590"/>
                <a:gd name="T1" fmla="*/ 0 h 430"/>
                <a:gd name="T2" fmla="*/ 0 w 590"/>
                <a:gd name="T3" fmla="*/ 430 h 430"/>
                <a:gd name="T4" fmla="*/ 590 w 590"/>
                <a:gd name="T5" fmla="*/ 430 h 430"/>
                <a:gd name="T6" fmla="*/ 590 w 590"/>
                <a:gd name="T7" fmla="*/ 0 h 430"/>
                <a:gd name="T8" fmla="*/ 0 w 590"/>
                <a:gd name="T9" fmla="*/ 0 h 430"/>
                <a:gd name="T10" fmla="*/ 375 w 590"/>
                <a:gd name="T11" fmla="*/ 189 h 430"/>
                <a:gd name="T12" fmla="*/ 335 w 590"/>
                <a:gd name="T13" fmla="*/ 189 h 430"/>
                <a:gd name="T14" fmla="*/ 335 w 590"/>
                <a:gd name="T15" fmla="*/ 350 h 430"/>
                <a:gd name="T16" fmla="*/ 255 w 590"/>
                <a:gd name="T17" fmla="*/ 350 h 430"/>
                <a:gd name="T18" fmla="*/ 255 w 590"/>
                <a:gd name="T19" fmla="*/ 189 h 430"/>
                <a:gd name="T20" fmla="*/ 215 w 590"/>
                <a:gd name="T21" fmla="*/ 189 h 430"/>
                <a:gd name="T22" fmla="*/ 215 w 590"/>
                <a:gd name="T23" fmla="*/ 80 h 430"/>
                <a:gd name="T24" fmla="*/ 375 w 590"/>
                <a:gd name="T25" fmla="*/ 80 h 430"/>
                <a:gd name="T26" fmla="*/ 375 w 590"/>
                <a:gd name="T27" fmla="*/ 189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90" h="430">
                  <a:moveTo>
                    <a:pt x="0" y="0"/>
                  </a:moveTo>
                  <a:lnTo>
                    <a:pt x="0" y="430"/>
                  </a:lnTo>
                  <a:lnTo>
                    <a:pt x="590" y="430"/>
                  </a:lnTo>
                  <a:lnTo>
                    <a:pt x="590" y="0"/>
                  </a:lnTo>
                  <a:lnTo>
                    <a:pt x="0" y="0"/>
                  </a:lnTo>
                  <a:close/>
                  <a:moveTo>
                    <a:pt x="375" y="189"/>
                  </a:moveTo>
                  <a:lnTo>
                    <a:pt x="335" y="189"/>
                  </a:lnTo>
                  <a:lnTo>
                    <a:pt x="335" y="350"/>
                  </a:lnTo>
                  <a:lnTo>
                    <a:pt x="255" y="350"/>
                  </a:lnTo>
                  <a:lnTo>
                    <a:pt x="255" y="189"/>
                  </a:lnTo>
                  <a:lnTo>
                    <a:pt x="215" y="189"/>
                  </a:lnTo>
                  <a:lnTo>
                    <a:pt x="215" y="80"/>
                  </a:lnTo>
                  <a:lnTo>
                    <a:pt x="375" y="80"/>
                  </a:lnTo>
                  <a:lnTo>
                    <a:pt x="375" y="189"/>
                  </a:lnTo>
                  <a:close/>
                </a:path>
              </a:pathLst>
            </a:custGeom>
            <a:solidFill>
              <a:srgbClr val="41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/>
            </a:p>
          </p:txBody>
        </p:sp>
        <p:sp>
          <p:nvSpPr>
            <p:cNvPr id="11" name="Freeform 138">
              <a:extLst>
                <a:ext uri="{FF2B5EF4-FFF2-40B4-BE49-F238E27FC236}">
                  <a16:creationId xmlns:a16="http://schemas.microsoft.com/office/drawing/2014/main" id="{81737667-D2C0-4E6B-B9A1-16C35276E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5662" y="2841703"/>
              <a:ext cx="159111" cy="105963"/>
            </a:xfrm>
            <a:custGeom>
              <a:avLst/>
              <a:gdLst>
                <a:gd name="T0" fmla="*/ 204 w 204"/>
                <a:gd name="T1" fmla="*/ 45 h 136"/>
                <a:gd name="T2" fmla="*/ 204 w 204"/>
                <a:gd name="T3" fmla="*/ 136 h 136"/>
                <a:gd name="T4" fmla="*/ 159 w 204"/>
                <a:gd name="T5" fmla="*/ 136 h 136"/>
                <a:gd name="T6" fmla="*/ 159 w 204"/>
                <a:gd name="T7" fmla="*/ 68 h 136"/>
                <a:gd name="T8" fmla="*/ 136 w 204"/>
                <a:gd name="T9" fmla="*/ 45 h 136"/>
                <a:gd name="T10" fmla="*/ 68 w 204"/>
                <a:gd name="T11" fmla="*/ 45 h 136"/>
                <a:gd name="T12" fmla="*/ 45 w 204"/>
                <a:gd name="T13" fmla="*/ 68 h 136"/>
                <a:gd name="T14" fmla="*/ 45 w 204"/>
                <a:gd name="T15" fmla="*/ 136 h 136"/>
                <a:gd name="T16" fmla="*/ 0 w 204"/>
                <a:gd name="T17" fmla="*/ 136 h 136"/>
                <a:gd name="T18" fmla="*/ 0 w 204"/>
                <a:gd name="T19" fmla="*/ 45 h 136"/>
                <a:gd name="T20" fmla="*/ 45 w 204"/>
                <a:gd name="T21" fmla="*/ 0 h 136"/>
                <a:gd name="T22" fmla="*/ 159 w 204"/>
                <a:gd name="T23" fmla="*/ 0 h 136"/>
                <a:gd name="T24" fmla="*/ 204 w 204"/>
                <a:gd name="T25" fmla="*/ 45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4" h="136">
                  <a:moveTo>
                    <a:pt x="204" y="45"/>
                  </a:moveTo>
                  <a:cubicBezTo>
                    <a:pt x="204" y="136"/>
                    <a:pt x="204" y="136"/>
                    <a:pt x="204" y="136"/>
                  </a:cubicBezTo>
                  <a:cubicBezTo>
                    <a:pt x="159" y="136"/>
                    <a:pt x="159" y="136"/>
                    <a:pt x="159" y="136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9" y="56"/>
                    <a:pt x="149" y="45"/>
                    <a:pt x="136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56" y="45"/>
                    <a:pt x="45" y="56"/>
                    <a:pt x="45" y="68"/>
                  </a:cubicBezTo>
                  <a:cubicBezTo>
                    <a:pt x="45" y="136"/>
                    <a:pt x="45" y="136"/>
                    <a:pt x="45" y="136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159" y="0"/>
                    <a:pt x="159" y="0"/>
                    <a:pt x="159" y="0"/>
                  </a:cubicBezTo>
                  <a:cubicBezTo>
                    <a:pt x="184" y="0"/>
                    <a:pt x="204" y="20"/>
                    <a:pt x="204" y="45"/>
                  </a:cubicBezTo>
                  <a:close/>
                </a:path>
              </a:pathLst>
            </a:custGeom>
            <a:solidFill>
              <a:srgbClr val="41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2ECB05F-B073-4E44-87D0-247BEF4E819E}"/>
              </a:ext>
            </a:extLst>
          </p:cNvPr>
          <p:cNvGrpSpPr/>
          <p:nvPr/>
        </p:nvGrpSpPr>
        <p:grpSpPr>
          <a:xfrm>
            <a:off x="2957581" y="1835439"/>
            <a:ext cx="3385454" cy="1023538"/>
            <a:chOff x="4580329" y="1506411"/>
            <a:chExt cx="3095195" cy="1036079"/>
          </a:xfrm>
        </p:grpSpPr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87C456A7-2613-46E6-9D60-3BCB40B229B9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4580329" y="1506411"/>
              <a:ext cx="3095195" cy="1036079"/>
              <a:chOff x="3383912" y="2152001"/>
              <a:chExt cx="4839672" cy="1334765"/>
            </a:xfrm>
          </p:grpSpPr>
          <p:grpSp>
            <p:nvGrpSpPr>
              <p:cNvPr id="15" name="Gruppieren 13">
                <a:extLst>
                  <a:ext uri="{FF2B5EF4-FFF2-40B4-BE49-F238E27FC236}">
                    <a16:creationId xmlns:a16="http://schemas.microsoft.com/office/drawing/2014/main" id="{54ACD477-ADBD-406A-9E9F-1B2335BC85E5}"/>
                  </a:ext>
                </a:extLst>
              </p:cNvPr>
              <p:cNvGrpSpPr/>
              <p:nvPr/>
            </p:nvGrpSpPr>
            <p:grpSpPr bwMode="gray">
              <a:xfrm>
                <a:off x="3383912" y="2152001"/>
                <a:ext cx="4839672" cy="1334765"/>
                <a:chOff x="1001963" y="2401888"/>
                <a:chExt cx="10061576" cy="2774951"/>
              </a:xfrm>
            </p:grpSpPr>
            <p:grpSp>
              <p:nvGrpSpPr>
                <p:cNvPr id="27" name="Gruppieren 25">
                  <a:extLst>
                    <a:ext uri="{FF2B5EF4-FFF2-40B4-BE49-F238E27FC236}">
                      <a16:creationId xmlns:a16="http://schemas.microsoft.com/office/drawing/2014/main" id="{48481DDA-346C-4AB4-8F39-1566E86DD334}"/>
                    </a:ext>
                  </a:extLst>
                </p:cNvPr>
                <p:cNvGrpSpPr/>
                <p:nvPr/>
              </p:nvGrpSpPr>
              <p:grpSpPr bwMode="gray">
                <a:xfrm>
                  <a:off x="1001963" y="2401888"/>
                  <a:ext cx="9505951" cy="2774951"/>
                  <a:chOff x="1001963" y="2401888"/>
                  <a:chExt cx="9505951" cy="2774951"/>
                </a:xfrm>
                <a:solidFill>
                  <a:srgbClr val="BECDD7"/>
                </a:solidFill>
              </p:grpSpPr>
              <p:sp>
                <p:nvSpPr>
                  <p:cNvPr id="148" name="Oval 20">
                    <a:extLst>
                      <a:ext uri="{FF2B5EF4-FFF2-40B4-BE49-F238E27FC236}">
                        <a16:creationId xmlns:a16="http://schemas.microsoft.com/office/drawing/2014/main" id="{07E5A8AB-2624-45C3-9A4D-841B561806B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821489" y="3278188"/>
                    <a:ext cx="103188" cy="10318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49" name="Oval 21">
                    <a:extLst>
                      <a:ext uri="{FF2B5EF4-FFF2-40B4-BE49-F238E27FC236}">
                        <a16:creationId xmlns:a16="http://schemas.microsoft.com/office/drawing/2014/main" id="{1B5227F0-B495-40C1-BE5B-AB5B67E7465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821489" y="3019426"/>
                    <a:ext cx="103188" cy="1000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50" name="Oval 22">
                    <a:extLst>
                      <a:ext uri="{FF2B5EF4-FFF2-40B4-BE49-F238E27FC236}">
                        <a16:creationId xmlns:a16="http://schemas.microsoft.com/office/drawing/2014/main" id="{79E7E6F0-E9F4-42A0-A19D-CBA8ED939E4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821489" y="2765426"/>
                    <a:ext cx="103188" cy="101600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51" name="Oval 23">
                    <a:extLst>
                      <a:ext uri="{FF2B5EF4-FFF2-40B4-BE49-F238E27FC236}">
                        <a16:creationId xmlns:a16="http://schemas.microsoft.com/office/drawing/2014/main" id="{533F14D0-0597-40D0-BF8E-AE2BFCB3628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562726" y="2765426"/>
                    <a:ext cx="103188" cy="101600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52" name="Oval 24">
                    <a:extLst>
                      <a:ext uri="{FF2B5EF4-FFF2-40B4-BE49-F238E27FC236}">
                        <a16:creationId xmlns:a16="http://schemas.microsoft.com/office/drawing/2014/main" id="{6C18BDEA-77BA-4FAE-8251-EA7DDFAB883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562726" y="2419351"/>
                    <a:ext cx="103188" cy="1000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53" name="Oval 25">
                    <a:extLst>
                      <a:ext uri="{FF2B5EF4-FFF2-40B4-BE49-F238E27FC236}">
                        <a16:creationId xmlns:a16="http://schemas.microsoft.com/office/drawing/2014/main" id="{31D2439D-1BAF-4268-91DF-B0FACB6FE16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319839" y="2765426"/>
                    <a:ext cx="100013" cy="101600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54" name="Oval 26">
                    <a:extLst>
                      <a:ext uri="{FF2B5EF4-FFF2-40B4-BE49-F238E27FC236}">
                        <a16:creationId xmlns:a16="http://schemas.microsoft.com/office/drawing/2014/main" id="{6FB81AF5-07AA-40F0-8AEE-09FC62501C5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319839" y="2419351"/>
                    <a:ext cx="100013" cy="1000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55" name="Oval 27">
                    <a:extLst>
                      <a:ext uri="{FF2B5EF4-FFF2-40B4-BE49-F238E27FC236}">
                        <a16:creationId xmlns:a16="http://schemas.microsoft.com/office/drawing/2014/main" id="{BF7BAA7A-C9B2-4640-B235-726C73344E3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3300664" y="2419351"/>
                    <a:ext cx="100013" cy="1000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56" name="Oval 28">
                    <a:extLst>
                      <a:ext uri="{FF2B5EF4-FFF2-40B4-BE49-F238E27FC236}">
                        <a16:creationId xmlns:a16="http://schemas.microsoft.com/office/drawing/2014/main" id="{635EA542-C97B-4AA0-8648-BC59CECBA6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035426" y="2765426"/>
                    <a:ext cx="100013" cy="101600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57" name="Oval 29">
                    <a:extLst>
                      <a:ext uri="{FF2B5EF4-FFF2-40B4-BE49-F238E27FC236}">
                        <a16:creationId xmlns:a16="http://schemas.microsoft.com/office/drawing/2014/main" id="{A3473B92-527C-45F5-8E17-E4AFF53105D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10409489" y="3278188"/>
                    <a:ext cx="98425" cy="10318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58" name="Oval 30">
                    <a:extLst>
                      <a:ext uri="{FF2B5EF4-FFF2-40B4-BE49-F238E27FC236}">
                        <a16:creationId xmlns:a16="http://schemas.microsoft.com/office/drawing/2014/main" id="{5391F4BB-CFA9-44B0-A214-9570C313773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10409489" y="3019426"/>
                    <a:ext cx="98425" cy="1000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59" name="Oval 31">
                    <a:extLst>
                      <a:ext uri="{FF2B5EF4-FFF2-40B4-BE49-F238E27FC236}">
                        <a16:creationId xmlns:a16="http://schemas.microsoft.com/office/drawing/2014/main" id="{E18C5118-39FC-4326-BE9A-A3D38DB9EFA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10165014" y="3019426"/>
                    <a:ext cx="100013" cy="1000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60" name="Oval 32">
                    <a:extLst>
                      <a:ext uri="{FF2B5EF4-FFF2-40B4-BE49-F238E27FC236}">
                        <a16:creationId xmlns:a16="http://schemas.microsoft.com/office/drawing/2014/main" id="{50F472B8-C8A2-4D1F-ADF7-D864FED8522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9644314" y="3278188"/>
                    <a:ext cx="101600" cy="10318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61" name="Oval 33">
                    <a:extLst>
                      <a:ext uri="{FF2B5EF4-FFF2-40B4-BE49-F238E27FC236}">
                        <a16:creationId xmlns:a16="http://schemas.microsoft.com/office/drawing/2014/main" id="{BEE91CFA-18C9-42A4-9BF2-A040F88C345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9907839" y="2765426"/>
                    <a:ext cx="98425" cy="101600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62" name="Oval 34">
                    <a:extLst>
                      <a:ext uri="{FF2B5EF4-FFF2-40B4-BE49-F238E27FC236}">
                        <a16:creationId xmlns:a16="http://schemas.microsoft.com/office/drawing/2014/main" id="{865443A7-C907-43E9-8C31-26D6A57662D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9890376" y="3260726"/>
                    <a:ext cx="133350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63" name="Oval 35">
                    <a:extLst>
                      <a:ext uri="{FF2B5EF4-FFF2-40B4-BE49-F238E27FC236}">
                        <a16:creationId xmlns:a16="http://schemas.microsoft.com/office/drawing/2014/main" id="{EC70C94E-4032-40EE-A3F6-38EAACFFE6B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10147551" y="3519488"/>
                    <a:ext cx="134938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64" name="Oval 36">
                    <a:extLst>
                      <a:ext uri="{FF2B5EF4-FFF2-40B4-BE49-F238E27FC236}">
                        <a16:creationId xmlns:a16="http://schemas.microsoft.com/office/drawing/2014/main" id="{E9D9D179-E351-40D3-B2B8-FADDCD2428A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9644314" y="4552951"/>
                    <a:ext cx="101600" cy="1000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65" name="Oval 37">
                    <a:extLst>
                      <a:ext uri="{FF2B5EF4-FFF2-40B4-BE49-F238E27FC236}">
                        <a16:creationId xmlns:a16="http://schemas.microsoft.com/office/drawing/2014/main" id="{BDD37F33-0328-41D4-AD1C-FA20A745043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9644314" y="4298951"/>
                    <a:ext cx="101600" cy="1000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66" name="Oval 38">
                    <a:extLst>
                      <a:ext uri="{FF2B5EF4-FFF2-40B4-BE49-F238E27FC236}">
                        <a16:creationId xmlns:a16="http://schemas.microsoft.com/office/drawing/2014/main" id="{59FDE6FE-F670-4EA2-B7F6-98AAE369AC5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9907839" y="4043363"/>
                    <a:ext cx="98425" cy="104775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67" name="Oval 39">
                    <a:extLst>
                      <a:ext uri="{FF2B5EF4-FFF2-40B4-BE49-F238E27FC236}">
                        <a16:creationId xmlns:a16="http://schemas.microsoft.com/office/drawing/2014/main" id="{19D5FF25-DB5C-4253-8365-CBE00449824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9907839" y="3789363"/>
                    <a:ext cx="98425" cy="1000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68" name="Oval 40">
                    <a:extLst>
                      <a:ext uri="{FF2B5EF4-FFF2-40B4-BE49-F238E27FC236}">
                        <a16:creationId xmlns:a16="http://schemas.microsoft.com/office/drawing/2014/main" id="{44CB9C78-19E6-4703-B735-5B3D3B5690D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9890376" y="4535488"/>
                    <a:ext cx="133350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69" name="Oval 41">
                    <a:extLst>
                      <a:ext uri="{FF2B5EF4-FFF2-40B4-BE49-F238E27FC236}">
                        <a16:creationId xmlns:a16="http://schemas.microsoft.com/office/drawing/2014/main" id="{C5D30031-E978-4063-AB37-E9403428D12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9890376" y="4281488"/>
                    <a:ext cx="133350" cy="1381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70" name="Oval 42">
                    <a:extLst>
                      <a:ext uri="{FF2B5EF4-FFF2-40B4-BE49-F238E27FC236}">
                        <a16:creationId xmlns:a16="http://schemas.microsoft.com/office/drawing/2014/main" id="{CB2922EF-884B-40EA-AEE1-53015E9DA8D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9380789" y="3519488"/>
                    <a:ext cx="133350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71" name="Oval 43">
                    <a:extLst>
                      <a:ext uri="{FF2B5EF4-FFF2-40B4-BE49-F238E27FC236}">
                        <a16:creationId xmlns:a16="http://schemas.microsoft.com/office/drawing/2014/main" id="{E1C14E6C-D764-4405-9B67-7328EBBC90F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9628439" y="3771901"/>
                    <a:ext cx="134938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72" name="Oval 44">
                    <a:extLst>
                      <a:ext uri="{FF2B5EF4-FFF2-40B4-BE49-F238E27FC236}">
                        <a16:creationId xmlns:a16="http://schemas.microsoft.com/office/drawing/2014/main" id="{7BD7C325-C504-4E4B-9AD9-EA1C461F626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9628439" y="4027488"/>
                    <a:ext cx="134938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73" name="Oval 45">
                    <a:extLst>
                      <a:ext uri="{FF2B5EF4-FFF2-40B4-BE49-F238E27FC236}">
                        <a16:creationId xmlns:a16="http://schemas.microsoft.com/office/drawing/2014/main" id="{96D94E4A-AA36-45AB-A22F-3C53E0B1E59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10147551" y="4281488"/>
                    <a:ext cx="134938" cy="1381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74" name="Oval 46">
                    <a:extLst>
                      <a:ext uri="{FF2B5EF4-FFF2-40B4-BE49-F238E27FC236}">
                        <a16:creationId xmlns:a16="http://schemas.microsoft.com/office/drawing/2014/main" id="{BFCDEB37-9228-4921-8658-CF70612EA7D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9380789" y="4027488"/>
                    <a:ext cx="133350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 dirty="0"/>
                  </a:p>
                </p:txBody>
              </p:sp>
              <p:sp>
                <p:nvSpPr>
                  <p:cNvPr id="175" name="Oval 47">
                    <a:extLst>
                      <a:ext uri="{FF2B5EF4-FFF2-40B4-BE49-F238E27FC236}">
                        <a16:creationId xmlns:a16="http://schemas.microsoft.com/office/drawing/2014/main" id="{628BA598-9EFF-4949-BC32-F2E8B389678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9380789" y="3771901"/>
                    <a:ext cx="133350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76" name="Oval 48">
                    <a:extLst>
                      <a:ext uri="{FF2B5EF4-FFF2-40B4-BE49-F238E27FC236}">
                        <a16:creationId xmlns:a16="http://schemas.microsoft.com/office/drawing/2014/main" id="{60650405-A565-4156-8437-4BE7253B2BE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9141076" y="2765426"/>
                    <a:ext cx="104775" cy="101600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77" name="Oval 49">
                    <a:extLst>
                      <a:ext uri="{FF2B5EF4-FFF2-40B4-BE49-F238E27FC236}">
                        <a16:creationId xmlns:a16="http://schemas.microsoft.com/office/drawing/2014/main" id="{7CC7EE11-8763-4419-B147-0DBC9D24E3C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8388601" y="2765426"/>
                    <a:ext cx="101600" cy="101600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78" name="Oval 50">
                    <a:extLst>
                      <a:ext uri="{FF2B5EF4-FFF2-40B4-BE49-F238E27FC236}">
                        <a16:creationId xmlns:a16="http://schemas.microsoft.com/office/drawing/2014/main" id="{58FCCFFB-4511-462C-AE37-1F5B202E505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7356726" y="2765426"/>
                    <a:ext cx="100013" cy="101600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79" name="Oval 51">
                    <a:extLst>
                      <a:ext uri="{FF2B5EF4-FFF2-40B4-BE49-F238E27FC236}">
                        <a16:creationId xmlns:a16="http://schemas.microsoft.com/office/drawing/2014/main" id="{65F48F6B-ACF1-4DB6-8D0F-2BD46C35A37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7356726" y="2419351"/>
                    <a:ext cx="100013" cy="1000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80" name="Oval 52">
                    <a:extLst>
                      <a:ext uri="{FF2B5EF4-FFF2-40B4-BE49-F238E27FC236}">
                        <a16:creationId xmlns:a16="http://schemas.microsoft.com/office/drawing/2014/main" id="{AC7FBCCC-0E5E-484D-8DEF-7B23EB8086B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7105901" y="2765426"/>
                    <a:ext cx="101600" cy="101600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81" name="Oval 53">
                    <a:extLst>
                      <a:ext uri="{FF2B5EF4-FFF2-40B4-BE49-F238E27FC236}">
                        <a16:creationId xmlns:a16="http://schemas.microsoft.com/office/drawing/2014/main" id="{94E35FCA-2ADE-44EB-8E3B-9E2A54AC9C2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9380789" y="3001963"/>
                    <a:ext cx="133350" cy="136525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82" name="Oval 54">
                    <a:extLst>
                      <a:ext uri="{FF2B5EF4-FFF2-40B4-BE49-F238E27FC236}">
                        <a16:creationId xmlns:a16="http://schemas.microsoft.com/office/drawing/2014/main" id="{8901A83E-5919-4673-A10F-0298B199C1F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9126789" y="3001963"/>
                    <a:ext cx="134938" cy="136525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83" name="Oval 55">
                    <a:extLst>
                      <a:ext uri="{FF2B5EF4-FFF2-40B4-BE49-F238E27FC236}">
                        <a16:creationId xmlns:a16="http://schemas.microsoft.com/office/drawing/2014/main" id="{D4D49EFC-8EEA-45FB-91DE-2207DB98144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8609264" y="2747963"/>
                    <a:ext cx="136525" cy="136525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84" name="Oval 71">
                    <a:extLst>
                      <a:ext uri="{FF2B5EF4-FFF2-40B4-BE49-F238E27FC236}">
                        <a16:creationId xmlns:a16="http://schemas.microsoft.com/office/drawing/2014/main" id="{7E91FD5C-CDF7-4459-A683-97BA39CF176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9141076" y="4043363"/>
                    <a:ext cx="104775" cy="104775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85" name="Oval 72">
                    <a:extLst>
                      <a:ext uri="{FF2B5EF4-FFF2-40B4-BE49-F238E27FC236}">
                        <a16:creationId xmlns:a16="http://schemas.microsoft.com/office/drawing/2014/main" id="{8F62661D-6316-4A55-A7E8-ECE79756637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8893426" y="4043363"/>
                    <a:ext cx="98425" cy="104775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86" name="Oval 73">
                    <a:extLst>
                      <a:ext uri="{FF2B5EF4-FFF2-40B4-BE49-F238E27FC236}">
                        <a16:creationId xmlns:a16="http://schemas.microsoft.com/office/drawing/2014/main" id="{7617128D-51C8-46B8-BD91-A3B8410564D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8626726" y="3535363"/>
                    <a:ext cx="100013" cy="101600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87" name="Oval 74">
                    <a:extLst>
                      <a:ext uri="{FF2B5EF4-FFF2-40B4-BE49-F238E27FC236}">
                        <a16:creationId xmlns:a16="http://schemas.microsoft.com/office/drawing/2014/main" id="{94BFD2AA-1AEA-41B3-B33D-4EC2C144D16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8125076" y="3789363"/>
                    <a:ext cx="101600" cy="1000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88" name="Oval 75">
                    <a:extLst>
                      <a:ext uri="{FF2B5EF4-FFF2-40B4-BE49-F238E27FC236}">
                        <a16:creationId xmlns:a16="http://schemas.microsoft.com/office/drawing/2014/main" id="{01678291-4622-4601-AF84-43B2511114B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7869489" y="3535363"/>
                    <a:ext cx="104775" cy="101600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89" name="Oval 76">
                    <a:extLst>
                      <a:ext uri="{FF2B5EF4-FFF2-40B4-BE49-F238E27FC236}">
                        <a16:creationId xmlns:a16="http://schemas.microsoft.com/office/drawing/2014/main" id="{C3241AF8-61D1-4F1A-9EF2-E8BC89FA4AA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7356726" y="3535363"/>
                    <a:ext cx="100013" cy="101600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90" name="Oval 77">
                    <a:extLst>
                      <a:ext uri="{FF2B5EF4-FFF2-40B4-BE49-F238E27FC236}">
                        <a16:creationId xmlns:a16="http://schemas.microsoft.com/office/drawing/2014/main" id="{0DF0D8DB-9817-4522-9E37-4D9D0E5599F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8872789" y="3519488"/>
                    <a:ext cx="136525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91" name="Oval 78">
                    <a:extLst>
                      <a:ext uri="{FF2B5EF4-FFF2-40B4-BE49-F238E27FC236}">
                        <a16:creationId xmlns:a16="http://schemas.microsoft.com/office/drawing/2014/main" id="{082F4104-D54B-41D0-865F-5154B656A16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9126789" y="3519488"/>
                    <a:ext cx="134938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92" name="Oval 79">
                    <a:extLst>
                      <a:ext uri="{FF2B5EF4-FFF2-40B4-BE49-F238E27FC236}">
                        <a16:creationId xmlns:a16="http://schemas.microsoft.com/office/drawing/2014/main" id="{1DF5495B-84C9-4DBD-8811-0941F628FB8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8872789" y="3771901"/>
                    <a:ext cx="136525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93" name="Oval 80">
                    <a:extLst>
                      <a:ext uri="{FF2B5EF4-FFF2-40B4-BE49-F238E27FC236}">
                        <a16:creationId xmlns:a16="http://schemas.microsoft.com/office/drawing/2014/main" id="{754C7523-FAC6-48F2-966E-C19E1690418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9126789" y="3771901"/>
                    <a:ext cx="134938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94" name="Oval 81">
                    <a:extLst>
                      <a:ext uri="{FF2B5EF4-FFF2-40B4-BE49-F238E27FC236}">
                        <a16:creationId xmlns:a16="http://schemas.microsoft.com/office/drawing/2014/main" id="{C08F1DA9-B5F3-46DF-A3AA-678E2959B53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8609264" y="3771901"/>
                    <a:ext cx="136525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95" name="Oval 82">
                    <a:extLst>
                      <a:ext uri="{FF2B5EF4-FFF2-40B4-BE49-F238E27FC236}">
                        <a16:creationId xmlns:a16="http://schemas.microsoft.com/office/drawing/2014/main" id="{A7CDA574-35AF-4457-9075-96B2D4AA439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8371139" y="4027488"/>
                    <a:ext cx="134938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96" name="Oval 83">
                    <a:extLst>
                      <a:ext uri="{FF2B5EF4-FFF2-40B4-BE49-F238E27FC236}">
                        <a16:creationId xmlns:a16="http://schemas.microsoft.com/office/drawing/2014/main" id="{A86921B3-DF5A-47F8-B340-C005F783D9A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8371139" y="3771901"/>
                    <a:ext cx="134938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97" name="Oval 84">
                    <a:extLst>
                      <a:ext uri="{FF2B5EF4-FFF2-40B4-BE49-F238E27FC236}">
                        <a16:creationId xmlns:a16="http://schemas.microsoft.com/office/drawing/2014/main" id="{90738AA3-98F3-4771-A631-992FF09A6B3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8371139" y="3519488"/>
                    <a:ext cx="134938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98" name="Oval 85">
                    <a:extLst>
                      <a:ext uri="{FF2B5EF4-FFF2-40B4-BE49-F238E27FC236}">
                        <a16:creationId xmlns:a16="http://schemas.microsoft.com/office/drawing/2014/main" id="{1BFCB8DF-0155-4B2A-9E05-0D0D514F288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8110789" y="3519488"/>
                    <a:ext cx="131763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99" name="Oval 86">
                    <a:extLst>
                      <a:ext uri="{FF2B5EF4-FFF2-40B4-BE49-F238E27FC236}">
                        <a16:creationId xmlns:a16="http://schemas.microsoft.com/office/drawing/2014/main" id="{B87153C3-4609-4C0F-9F93-AC3207BF8C9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8110789" y="4027488"/>
                    <a:ext cx="131763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00" name="Oval 87">
                    <a:extLst>
                      <a:ext uri="{FF2B5EF4-FFF2-40B4-BE49-F238E27FC236}">
                        <a16:creationId xmlns:a16="http://schemas.microsoft.com/office/drawing/2014/main" id="{397887E7-511D-4674-AA4C-B1D819E6E7A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7853614" y="3771901"/>
                    <a:ext cx="134938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01" name="Oval 88">
                    <a:extLst>
                      <a:ext uri="{FF2B5EF4-FFF2-40B4-BE49-F238E27FC236}">
                        <a16:creationId xmlns:a16="http://schemas.microsoft.com/office/drawing/2014/main" id="{9DCCCFE0-E722-4EF6-92C4-222038209D8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7598026" y="3519488"/>
                    <a:ext cx="134938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02" name="Oval 89">
                    <a:extLst>
                      <a:ext uri="{FF2B5EF4-FFF2-40B4-BE49-F238E27FC236}">
                        <a16:creationId xmlns:a16="http://schemas.microsoft.com/office/drawing/2014/main" id="{F72C0D00-8A9C-42E6-98FA-D215AFB97C0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7598026" y="3771901"/>
                    <a:ext cx="134938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03" name="Oval 90">
                    <a:extLst>
                      <a:ext uri="{FF2B5EF4-FFF2-40B4-BE49-F238E27FC236}">
                        <a16:creationId xmlns:a16="http://schemas.microsoft.com/office/drawing/2014/main" id="{D163362B-CA4A-4D25-816B-80D1CF44C7C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8125076" y="5059363"/>
                    <a:ext cx="101600" cy="1000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04" name="Oval 91">
                    <a:extLst>
                      <a:ext uri="{FF2B5EF4-FFF2-40B4-BE49-F238E27FC236}">
                        <a16:creationId xmlns:a16="http://schemas.microsoft.com/office/drawing/2014/main" id="{0768CCC3-175C-4F0B-8468-0147160D7A6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9141076" y="4806951"/>
                    <a:ext cx="104775" cy="1000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05" name="Oval 92">
                    <a:extLst>
                      <a:ext uri="{FF2B5EF4-FFF2-40B4-BE49-F238E27FC236}">
                        <a16:creationId xmlns:a16="http://schemas.microsoft.com/office/drawing/2014/main" id="{89C417B4-901C-4CE5-B0BE-B52836C190E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9398251" y="4806951"/>
                    <a:ext cx="98425" cy="1000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06" name="Oval 93">
                    <a:extLst>
                      <a:ext uri="{FF2B5EF4-FFF2-40B4-BE49-F238E27FC236}">
                        <a16:creationId xmlns:a16="http://schemas.microsoft.com/office/drawing/2014/main" id="{8CF283F4-187D-4B3E-AA3D-BE2CBE7FF9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9398251" y="4298951"/>
                    <a:ext cx="98425" cy="1000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07" name="Oval 94">
                    <a:extLst>
                      <a:ext uri="{FF2B5EF4-FFF2-40B4-BE49-F238E27FC236}">
                        <a16:creationId xmlns:a16="http://schemas.microsoft.com/office/drawing/2014/main" id="{A9FD3FA9-73D9-4E19-AC5B-2C9EC57072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8893426" y="4298951"/>
                    <a:ext cx="98425" cy="1000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08" name="Oval 95">
                    <a:extLst>
                      <a:ext uri="{FF2B5EF4-FFF2-40B4-BE49-F238E27FC236}">
                        <a16:creationId xmlns:a16="http://schemas.microsoft.com/office/drawing/2014/main" id="{88DE558D-0C49-4D95-BD91-4C6D9846C97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8626726" y="4298951"/>
                    <a:ext cx="100013" cy="1000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09" name="Oval 96">
                    <a:extLst>
                      <a:ext uri="{FF2B5EF4-FFF2-40B4-BE49-F238E27FC236}">
                        <a16:creationId xmlns:a16="http://schemas.microsoft.com/office/drawing/2014/main" id="{E5C8EF42-6E4A-4768-AD81-37EEEF9908D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8125076" y="4552951"/>
                    <a:ext cx="101600" cy="1000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10" name="Oval 97">
                    <a:extLst>
                      <a:ext uri="{FF2B5EF4-FFF2-40B4-BE49-F238E27FC236}">
                        <a16:creationId xmlns:a16="http://schemas.microsoft.com/office/drawing/2014/main" id="{1199B1B2-4F87-49F4-BB98-5F88B24B65D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7356726" y="4806951"/>
                    <a:ext cx="100013" cy="1000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11" name="Oval 99">
                    <a:extLst>
                      <a:ext uri="{FF2B5EF4-FFF2-40B4-BE49-F238E27FC236}">
                        <a16:creationId xmlns:a16="http://schemas.microsoft.com/office/drawing/2014/main" id="{22ADE7E9-F114-4596-9DEB-F5E8D401F82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8609264" y="4789488"/>
                    <a:ext cx="136525" cy="1381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12" name="Oval 100">
                    <a:extLst>
                      <a:ext uri="{FF2B5EF4-FFF2-40B4-BE49-F238E27FC236}">
                        <a16:creationId xmlns:a16="http://schemas.microsoft.com/office/drawing/2014/main" id="{BAF93A37-426A-4332-8197-3216BE5BA65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8872789" y="4789488"/>
                    <a:ext cx="136525" cy="1381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13" name="Oval 101">
                    <a:extLst>
                      <a:ext uri="{FF2B5EF4-FFF2-40B4-BE49-F238E27FC236}">
                        <a16:creationId xmlns:a16="http://schemas.microsoft.com/office/drawing/2014/main" id="{9382C0C2-EBF3-47F7-9656-11302B6BD00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9380789" y="4535488"/>
                    <a:ext cx="133350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14" name="Oval 102">
                    <a:extLst>
                      <a:ext uri="{FF2B5EF4-FFF2-40B4-BE49-F238E27FC236}">
                        <a16:creationId xmlns:a16="http://schemas.microsoft.com/office/drawing/2014/main" id="{836D8718-08A6-4EF0-A17E-018F5B5128B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8371139" y="4535488"/>
                    <a:ext cx="134938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15" name="Oval 103">
                    <a:extLst>
                      <a:ext uri="{FF2B5EF4-FFF2-40B4-BE49-F238E27FC236}">
                        <a16:creationId xmlns:a16="http://schemas.microsoft.com/office/drawing/2014/main" id="{78FC08E3-9CBD-483E-B61C-318A9B1ED96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7853614" y="5038726"/>
                    <a:ext cx="134938" cy="1381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16" name="Oval 104">
                    <a:extLst>
                      <a:ext uri="{FF2B5EF4-FFF2-40B4-BE49-F238E27FC236}">
                        <a16:creationId xmlns:a16="http://schemas.microsoft.com/office/drawing/2014/main" id="{68C2D328-0E2D-4922-B669-A1F2D975B37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7598026" y="4535488"/>
                    <a:ext cx="134938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17" name="Oval 105">
                    <a:extLst>
                      <a:ext uri="{FF2B5EF4-FFF2-40B4-BE49-F238E27FC236}">
                        <a16:creationId xmlns:a16="http://schemas.microsoft.com/office/drawing/2014/main" id="{D13E4A42-5014-492F-BE80-B295ACC902B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9141076" y="3278188"/>
                    <a:ext cx="104775" cy="10318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18" name="Oval 106">
                    <a:extLst>
                      <a:ext uri="{FF2B5EF4-FFF2-40B4-BE49-F238E27FC236}">
                        <a16:creationId xmlns:a16="http://schemas.microsoft.com/office/drawing/2014/main" id="{DB7C47D9-FCB4-43E1-BC42-3D264BC5EB7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8626726" y="3278188"/>
                    <a:ext cx="100013" cy="10318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19" name="Oval 107">
                    <a:extLst>
                      <a:ext uri="{FF2B5EF4-FFF2-40B4-BE49-F238E27FC236}">
                        <a16:creationId xmlns:a16="http://schemas.microsoft.com/office/drawing/2014/main" id="{8839944A-CDB3-4DFC-BB2C-6509B57E92E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8125076" y="3278188"/>
                    <a:ext cx="101600" cy="10318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20" name="Oval 108">
                    <a:extLst>
                      <a:ext uri="{FF2B5EF4-FFF2-40B4-BE49-F238E27FC236}">
                        <a16:creationId xmlns:a16="http://schemas.microsoft.com/office/drawing/2014/main" id="{FD72E7CD-C29A-4ABD-B825-73D5C7CD77B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7356726" y="3278188"/>
                    <a:ext cx="100013" cy="10318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21" name="Oval 109">
                    <a:extLst>
                      <a:ext uri="{FF2B5EF4-FFF2-40B4-BE49-F238E27FC236}">
                        <a16:creationId xmlns:a16="http://schemas.microsoft.com/office/drawing/2014/main" id="{BA5AC432-543C-4D15-847F-14C970ECBA4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6850314" y="3278188"/>
                    <a:ext cx="98425" cy="10318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22" name="Oval 110">
                    <a:extLst>
                      <a:ext uri="{FF2B5EF4-FFF2-40B4-BE49-F238E27FC236}">
                        <a16:creationId xmlns:a16="http://schemas.microsoft.com/office/drawing/2014/main" id="{19A0F9FA-836C-48CD-AC5E-4619FC0F3D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6850314" y="3019426"/>
                    <a:ext cx="98425" cy="1000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23" name="Oval 111">
                    <a:extLst>
                      <a:ext uri="{FF2B5EF4-FFF2-40B4-BE49-F238E27FC236}">
                        <a16:creationId xmlns:a16="http://schemas.microsoft.com/office/drawing/2014/main" id="{23C4DCE1-D469-4F4C-AC8C-94CF83BE343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8872789" y="3001963"/>
                    <a:ext cx="136525" cy="136525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24" name="Oval 112">
                    <a:extLst>
                      <a:ext uri="{FF2B5EF4-FFF2-40B4-BE49-F238E27FC236}">
                        <a16:creationId xmlns:a16="http://schemas.microsoft.com/office/drawing/2014/main" id="{E0BC68CA-C959-4BAE-A7D7-568DD47DC6F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8872789" y="3260726"/>
                    <a:ext cx="136525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25" name="Oval 113">
                    <a:extLst>
                      <a:ext uri="{FF2B5EF4-FFF2-40B4-BE49-F238E27FC236}">
                        <a16:creationId xmlns:a16="http://schemas.microsoft.com/office/drawing/2014/main" id="{A686BB74-B7C1-4E8E-9DB9-7535B338FB5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8371139" y="3260726"/>
                    <a:ext cx="134938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26" name="Oval 114">
                    <a:extLst>
                      <a:ext uri="{FF2B5EF4-FFF2-40B4-BE49-F238E27FC236}">
                        <a16:creationId xmlns:a16="http://schemas.microsoft.com/office/drawing/2014/main" id="{DED07E1E-775D-467B-9611-C8BE24CB55F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7853614" y="3001963"/>
                    <a:ext cx="134938" cy="136525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27" name="Oval 115">
                    <a:extLst>
                      <a:ext uri="{FF2B5EF4-FFF2-40B4-BE49-F238E27FC236}">
                        <a16:creationId xmlns:a16="http://schemas.microsoft.com/office/drawing/2014/main" id="{4441EC2F-95D1-4953-8198-83F629B3291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7598026" y="3001963"/>
                    <a:ext cx="134938" cy="136525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28" name="Oval 116">
                    <a:extLst>
                      <a:ext uri="{FF2B5EF4-FFF2-40B4-BE49-F238E27FC236}">
                        <a16:creationId xmlns:a16="http://schemas.microsoft.com/office/drawing/2014/main" id="{DEA2BB8C-0D66-4DE8-9ECE-C80C53066B0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7598026" y="3260726"/>
                    <a:ext cx="134938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29" name="Oval 117">
                    <a:extLst>
                      <a:ext uri="{FF2B5EF4-FFF2-40B4-BE49-F238E27FC236}">
                        <a16:creationId xmlns:a16="http://schemas.microsoft.com/office/drawing/2014/main" id="{E67045C3-E0F3-4795-B166-245B71EEE49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7091614" y="3001963"/>
                    <a:ext cx="133350" cy="136525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30" name="Oval 118">
                    <a:extLst>
                      <a:ext uri="{FF2B5EF4-FFF2-40B4-BE49-F238E27FC236}">
                        <a16:creationId xmlns:a16="http://schemas.microsoft.com/office/drawing/2014/main" id="{CC48EE48-0C7F-47BA-A40D-81BFEB5106A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7091614" y="3260726"/>
                    <a:ext cx="133350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31" name="Oval 119">
                    <a:extLst>
                      <a:ext uri="{FF2B5EF4-FFF2-40B4-BE49-F238E27FC236}">
                        <a16:creationId xmlns:a16="http://schemas.microsoft.com/office/drawing/2014/main" id="{9476F680-0E47-4D07-A132-0AF9EEF76EF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5058026" y="3001963"/>
                    <a:ext cx="136525" cy="136525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32" name="Oval 120">
                    <a:extLst>
                      <a:ext uri="{FF2B5EF4-FFF2-40B4-BE49-F238E27FC236}">
                        <a16:creationId xmlns:a16="http://schemas.microsoft.com/office/drawing/2014/main" id="{F6530C1C-358B-4388-8871-84B69EFDD88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5058026" y="3260726"/>
                    <a:ext cx="136525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33" name="Oval 138">
                    <a:extLst>
                      <a:ext uri="{FF2B5EF4-FFF2-40B4-BE49-F238E27FC236}">
                        <a16:creationId xmlns:a16="http://schemas.microsoft.com/office/drawing/2014/main" id="{7AA16C62-D340-4499-893A-4D14B3EE877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6850314" y="4806951"/>
                    <a:ext cx="98425" cy="1000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34" name="Oval 139">
                    <a:extLst>
                      <a:ext uri="{FF2B5EF4-FFF2-40B4-BE49-F238E27FC236}">
                        <a16:creationId xmlns:a16="http://schemas.microsoft.com/office/drawing/2014/main" id="{8BBCA0D5-85EC-4260-BFFB-F7E4BBA276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6599489" y="4552951"/>
                    <a:ext cx="103188" cy="1000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35" name="Oval 140">
                    <a:extLst>
                      <a:ext uri="{FF2B5EF4-FFF2-40B4-BE49-F238E27FC236}">
                        <a16:creationId xmlns:a16="http://schemas.microsoft.com/office/drawing/2014/main" id="{CE7D11CE-0183-402B-87BF-95AB7E1BE2D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6337551" y="4552951"/>
                    <a:ext cx="100013" cy="1000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36" name="Oval 141">
                    <a:extLst>
                      <a:ext uri="{FF2B5EF4-FFF2-40B4-BE49-F238E27FC236}">
                        <a16:creationId xmlns:a16="http://schemas.microsoft.com/office/drawing/2014/main" id="{A994F321-D241-4626-A8B4-5BD3E4E7EDA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5823201" y="4535488"/>
                    <a:ext cx="134938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37" name="Oval 142">
                    <a:extLst>
                      <a:ext uri="{FF2B5EF4-FFF2-40B4-BE49-F238E27FC236}">
                        <a16:creationId xmlns:a16="http://schemas.microsoft.com/office/drawing/2014/main" id="{E78E33FE-3622-485B-AFC9-3E341D71AED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5324726" y="4535488"/>
                    <a:ext cx="133350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38" name="Oval 143">
                    <a:extLst>
                      <a:ext uri="{FF2B5EF4-FFF2-40B4-BE49-F238E27FC236}">
                        <a16:creationId xmlns:a16="http://schemas.microsoft.com/office/drawing/2014/main" id="{D3B41D4C-DC46-4A5E-B9B7-1723EFBEC8F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546851" y="3001963"/>
                    <a:ext cx="133350" cy="136525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39" name="Oval 144">
                    <a:extLst>
                      <a:ext uri="{FF2B5EF4-FFF2-40B4-BE49-F238E27FC236}">
                        <a16:creationId xmlns:a16="http://schemas.microsoft.com/office/drawing/2014/main" id="{CED3A1C8-1727-4819-89AA-BF7FBED07DA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302376" y="3001963"/>
                    <a:ext cx="134938" cy="136525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40" name="Oval 145">
                    <a:extLst>
                      <a:ext uri="{FF2B5EF4-FFF2-40B4-BE49-F238E27FC236}">
                        <a16:creationId xmlns:a16="http://schemas.microsoft.com/office/drawing/2014/main" id="{C619D75E-0D92-4631-9FE4-334545775F6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3808664" y="5059363"/>
                    <a:ext cx="98425" cy="1000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41" name="Oval 146">
                    <a:extLst>
                      <a:ext uri="{FF2B5EF4-FFF2-40B4-BE49-F238E27FC236}">
                        <a16:creationId xmlns:a16="http://schemas.microsoft.com/office/drawing/2014/main" id="{8A8B35E7-3727-430B-A262-BCF668CAC20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3808664" y="4552951"/>
                    <a:ext cx="98425" cy="1000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42" name="Oval 147">
                    <a:extLst>
                      <a:ext uri="{FF2B5EF4-FFF2-40B4-BE49-F238E27FC236}">
                        <a16:creationId xmlns:a16="http://schemas.microsoft.com/office/drawing/2014/main" id="{E67279C9-A2A1-4492-B3C7-03FD0D2C533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804026" y="4535488"/>
                    <a:ext cx="136525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43" name="Oval 148">
                    <a:extLst>
                      <a:ext uri="{FF2B5EF4-FFF2-40B4-BE49-F238E27FC236}">
                        <a16:creationId xmlns:a16="http://schemas.microsoft.com/office/drawing/2014/main" id="{255C5DAB-F562-4DFD-A380-6D3D7A51C3A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302376" y="4535488"/>
                    <a:ext cx="134938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44" name="Oval 149">
                    <a:extLst>
                      <a:ext uri="{FF2B5EF4-FFF2-40B4-BE49-F238E27FC236}">
                        <a16:creationId xmlns:a16="http://schemas.microsoft.com/office/drawing/2014/main" id="{D51C2B8E-355E-4066-814D-CBC19125629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048376" y="4535488"/>
                    <a:ext cx="134938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45" name="Oval 150">
                    <a:extLst>
                      <a:ext uri="{FF2B5EF4-FFF2-40B4-BE49-F238E27FC236}">
                        <a16:creationId xmlns:a16="http://schemas.microsoft.com/office/drawing/2014/main" id="{1515A6C5-5186-439D-B0A4-69716174867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048376" y="4789488"/>
                    <a:ext cx="134938" cy="1381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46" name="Oval 151">
                    <a:extLst>
                      <a:ext uri="{FF2B5EF4-FFF2-40B4-BE49-F238E27FC236}">
                        <a16:creationId xmlns:a16="http://schemas.microsoft.com/office/drawing/2014/main" id="{9EAAA7BA-85B9-4307-93F4-689C3C8F0C9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048376" y="2747963"/>
                    <a:ext cx="134938" cy="136525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47" name="Oval 152">
                    <a:extLst>
                      <a:ext uri="{FF2B5EF4-FFF2-40B4-BE49-F238E27FC236}">
                        <a16:creationId xmlns:a16="http://schemas.microsoft.com/office/drawing/2014/main" id="{974903F8-AC59-4D37-ACAB-016928592EB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048376" y="2401888"/>
                    <a:ext cx="134938" cy="136525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48" name="Oval 153">
                    <a:extLst>
                      <a:ext uri="{FF2B5EF4-FFF2-40B4-BE49-F238E27FC236}">
                        <a16:creationId xmlns:a16="http://schemas.microsoft.com/office/drawing/2014/main" id="{76F11816-8CDB-4CC9-A073-6FDA5222106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3791201" y="2401888"/>
                    <a:ext cx="136525" cy="136525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49" name="Oval 155">
                    <a:extLst>
                      <a:ext uri="{FF2B5EF4-FFF2-40B4-BE49-F238E27FC236}">
                        <a16:creationId xmlns:a16="http://schemas.microsoft.com/office/drawing/2014/main" id="{A714A287-2AB3-4676-8284-99866309A7B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3300664" y="2765426"/>
                    <a:ext cx="100013" cy="101600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50" name="Oval 156">
                    <a:extLst>
                      <a:ext uri="{FF2B5EF4-FFF2-40B4-BE49-F238E27FC236}">
                        <a16:creationId xmlns:a16="http://schemas.microsoft.com/office/drawing/2014/main" id="{0EBD6570-85F3-419F-8F60-373D9A2ECED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3791201" y="2747963"/>
                    <a:ext cx="136525" cy="136525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51" name="Oval 157">
                    <a:extLst>
                      <a:ext uri="{FF2B5EF4-FFF2-40B4-BE49-F238E27FC236}">
                        <a16:creationId xmlns:a16="http://schemas.microsoft.com/office/drawing/2014/main" id="{423FC4C5-B789-4F5D-8E8D-9666A334CF2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3534026" y="2747963"/>
                    <a:ext cx="134938" cy="136525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52" name="Oval 158">
                    <a:extLst>
                      <a:ext uri="{FF2B5EF4-FFF2-40B4-BE49-F238E27FC236}">
                        <a16:creationId xmlns:a16="http://schemas.microsoft.com/office/drawing/2014/main" id="{816C36CD-CFA1-43BD-8EF0-0937BFD58CB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3027614" y="2747963"/>
                    <a:ext cx="133350" cy="136525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53" name="Oval 176">
                    <a:extLst>
                      <a:ext uri="{FF2B5EF4-FFF2-40B4-BE49-F238E27FC236}">
                        <a16:creationId xmlns:a16="http://schemas.microsoft.com/office/drawing/2014/main" id="{BFB212D5-AA9A-4E74-9807-0B44B2A2D73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319839" y="3278188"/>
                    <a:ext cx="100013" cy="10318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54" name="Oval 177">
                    <a:extLst>
                      <a:ext uri="{FF2B5EF4-FFF2-40B4-BE49-F238E27FC236}">
                        <a16:creationId xmlns:a16="http://schemas.microsoft.com/office/drawing/2014/main" id="{726B74C3-E989-451E-8EF9-67991E344CD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3808664" y="3019426"/>
                    <a:ext cx="98425" cy="1000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55" name="Oval 178">
                    <a:extLst>
                      <a:ext uri="{FF2B5EF4-FFF2-40B4-BE49-F238E27FC236}">
                        <a16:creationId xmlns:a16="http://schemas.microsoft.com/office/drawing/2014/main" id="{117C7522-D621-4455-BABE-0E9B18DB6B0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3808664" y="3278188"/>
                    <a:ext cx="98425" cy="10318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56" name="Oval 179">
                    <a:extLst>
                      <a:ext uri="{FF2B5EF4-FFF2-40B4-BE49-F238E27FC236}">
                        <a16:creationId xmlns:a16="http://schemas.microsoft.com/office/drawing/2014/main" id="{85131321-2953-48F2-B59B-005CABFC18E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3549901" y="3278188"/>
                    <a:ext cx="103188" cy="10318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57" name="Oval 180">
                    <a:extLst>
                      <a:ext uri="{FF2B5EF4-FFF2-40B4-BE49-F238E27FC236}">
                        <a16:creationId xmlns:a16="http://schemas.microsoft.com/office/drawing/2014/main" id="{A662752C-BC87-4A2B-B28C-FC7C9601BEB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789489" y="3278188"/>
                    <a:ext cx="101600" cy="10318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58" name="Oval 181">
                    <a:extLst>
                      <a:ext uri="{FF2B5EF4-FFF2-40B4-BE49-F238E27FC236}">
                        <a16:creationId xmlns:a16="http://schemas.microsoft.com/office/drawing/2014/main" id="{69A7A417-9BDC-4B1C-8D0E-BA6FBCF314D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048376" y="3260726"/>
                    <a:ext cx="134938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59" name="Oval 182">
                    <a:extLst>
                      <a:ext uri="{FF2B5EF4-FFF2-40B4-BE49-F238E27FC236}">
                        <a16:creationId xmlns:a16="http://schemas.microsoft.com/office/drawing/2014/main" id="{DD160622-D926-4369-8ABB-0FA99F37F47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048376" y="3001963"/>
                    <a:ext cx="134938" cy="136525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60" name="Oval 183">
                    <a:extLst>
                      <a:ext uri="{FF2B5EF4-FFF2-40B4-BE49-F238E27FC236}">
                        <a16:creationId xmlns:a16="http://schemas.microsoft.com/office/drawing/2014/main" id="{C9D2CB54-8D2D-445F-9F3B-D11B5CB755D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3534026" y="3001963"/>
                    <a:ext cx="134938" cy="136525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61" name="Oval 184">
                    <a:extLst>
                      <a:ext uri="{FF2B5EF4-FFF2-40B4-BE49-F238E27FC236}">
                        <a16:creationId xmlns:a16="http://schemas.microsoft.com/office/drawing/2014/main" id="{033789CB-6A28-470B-8B13-84A25162CC8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3283201" y="3001963"/>
                    <a:ext cx="134938" cy="136525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62" name="Oval 185">
                    <a:extLst>
                      <a:ext uri="{FF2B5EF4-FFF2-40B4-BE49-F238E27FC236}">
                        <a16:creationId xmlns:a16="http://schemas.microsoft.com/office/drawing/2014/main" id="{7B09819A-0401-4E1C-9166-B2ACC13CB60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3027614" y="3001963"/>
                    <a:ext cx="133350" cy="136525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63" name="Oval 186">
                    <a:extLst>
                      <a:ext uri="{FF2B5EF4-FFF2-40B4-BE49-F238E27FC236}">
                        <a16:creationId xmlns:a16="http://schemas.microsoft.com/office/drawing/2014/main" id="{E541B5B3-49FE-40CB-925F-5A568D1B277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773614" y="3001963"/>
                    <a:ext cx="134938" cy="136525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64" name="Oval 187">
                    <a:extLst>
                      <a:ext uri="{FF2B5EF4-FFF2-40B4-BE49-F238E27FC236}">
                        <a16:creationId xmlns:a16="http://schemas.microsoft.com/office/drawing/2014/main" id="{60533C79-32E6-4420-9037-062694D0C3E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773614" y="2747963"/>
                    <a:ext cx="134938" cy="136525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65" name="Oval 188">
                    <a:extLst>
                      <a:ext uri="{FF2B5EF4-FFF2-40B4-BE49-F238E27FC236}">
                        <a16:creationId xmlns:a16="http://schemas.microsoft.com/office/drawing/2014/main" id="{E1B29BEC-4303-4D0A-9881-40CFDACA6DC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530726" y="3260726"/>
                    <a:ext cx="136525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66" name="Oval 189">
                    <a:extLst>
                      <a:ext uri="{FF2B5EF4-FFF2-40B4-BE49-F238E27FC236}">
                        <a16:creationId xmlns:a16="http://schemas.microsoft.com/office/drawing/2014/main" id="{865E8839-58E3-4F31-89C3-D7911A1F507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530726" y="3001963"/>
                    <a:ext cx="136525" cy="136525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67" name="Oval 190">
                    <a:extLst>
                      <a:ext uri="{FF2B5EF4-FFF2-40B4-BE49-F238E27FC236}">
                        <a16:creationId xmlns:a16="http://schemas.microsoft.com/office/drawing/2014/main" id="{03D89788-D915-417A-8495-F9C57C9FA3E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3045076" y="3789363"/>
                    <a:ext cx="100013" cy="1000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68" name="Oval 191">
                    <a:extLst>
                      <a:ext uri="{FF2B5EF4-FFF2-40B4-BE49-F238E27FC236}">
                        <a16:creationId xmlns:a16="http://schemas.microsoft.com/office/drawing/2014/main" id="{8F3F4ADE-E6BF-4A0C-A1CA-906E632D743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302376" y="3519488"/>
                    <a:ext cx="134938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69" name="Oval 192">
                    <a:extLst>
                      <a:ext uri="{FF2B5EF4-FFF2-40B4-BE49-F238E27FC236}">
                        <a16:creationId xmlns:a16="http://schemas.microsoft.com/office/drawing/2014/main" id="{2500612B-7FD3-4D33-AD2E-1135076E0E6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048376" y="3771901"/>
                    <a:ext cx="134938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70" name="Oval 193">
                    <a:extLst>
                      <a:ext uri="{FF2B5EF4-FFF2-40B4-BE49-F238E27FC236}">
                        <a16:creationId xmlns:a16="http://schemas.microsoft.com/office/drawing/2014/main" id="{C7B8CB68-A453-43C1-A3C6-FCE3DE36E6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3791201" y="3771901"/>
                    <a:ext cx="136525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71" name="Oval 194">
                    <a:extLst>
                      <a:ext uri="{FF2B5EF4-FFF2-40B4-BE49-F238E27FC236}">
                        <a16:creationId xmlns:a16="http://schemas.microsoft.com/office/drawing/2014/main" id="{E24942F0-DA1C-43DD-9A96-4D60BEA59FB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3534026" y="3771901"/>
                    <a:ext cx="134938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72" name="Oval 195">
                    <a:extLst>
                      <a:ext uri="{FF2B5EF4-FFF2-40B4-BE49-F238E27FC236}">
                        <a16:creationId xmlns:a16="http://schemas.microsoft.com/office/drawing/2014/main" id="{515FE90D-F86C-4989-846B-3C4DF9C5F08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3283201" y="3519488"/>
                    <a:ext cx="134938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73" name="Oval 196">
                    <a:extLst>
                      <a:ext uri="{FF2B5EF4-FFF2-40B4-BE49-F238E27FC236}">
                        <a16:creationId xmlns:a16="http://schemas.microsoft.com/office/drawing/2014/main" id="{6345810A-9095-4D51-AE56-5C738F8792A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3027614" y="3519488"/>
                    <a:ext cx="133350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74" name="Oval 197">
                    <a:extLst>
                      <a:ext uri="{FF2B5EF4-FFF2-40B4-BE49-F238E27FC236}">
                        <a16:creationId xmlns:a16="http://schemas.microsoft.com/office/drawing/2014/main" id="{F0D21608-9546-4AF6-AAAA-BF696A290BB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3283201" y="3771901"/>
                    <a:ext cx="134938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75" name="Oval 198">
                    <a:extLst>
                      <a:ext uri="{FF2B5EF4-FFF2-40B4-BE49-F238E27FC236}">
                        <a16:creationId xmlns:a16="http://schemas.microsoft.com/office/drawing/2014/main" id="{20809215-8AFA-41BE-95E9-756E4EEEFD7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773614" y="3771901"/>
                    <a:ext cx="134938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76" name="Oval 199">
                    <a:extLst>
                      <a:ext uri="{FF2B5EF4-FFF2-40B4-BE49-F238E27FC236}">
                        <a16:creationId xmlns:a16="http://schemas.microsoft.com/office/drawing/2014/main" id="{9AF8B3FB-EEE0-4C66-A03C-C266FC66B03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530726" y="3771901"/>
                    <a:ext cx="136525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77" name="Oval 200">
                    <a:extLst>
                      <a:ext uri="{FF2B5EF4-FFF2-40B4-BE49-F238E27FC236}">
                        <a16:creationId xmlns:a16="http://schemas.microsoft.com/office/drawing/2014/main" id="{6BD6499F-1321-4FD6-AA95-E0D547964A2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262439" y="3260726"/>
                    <a:ext cx="133350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78" name="Oval 201">
                    <a:extLst>
                      <a:ext uri="{FF2B5EF4-FFF2-40B4-BE49-F238E27FC236}">
                        <a16:creationId xmlns:a16="http://schemas.microsoft.com/office/drawing/2014/main" id="{974CAC63-373E-4FC2-BF58-9504405C3E5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262439" y="3519488"/>
                    <a:ext cx="133350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79" name="Oval 202">
                    <a:extLst>
                      <a:ext uri="{FF2B5EF4-FFF2-40B4-BE49-F238E27FC236}">
                        <a16:creationId xmlns:a16="http://schemas.microsoft.com/office/drawing/2014/main" id="{90430686-0B75-4657-B06E-1AD454788E3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262439" y="3771901"/>
                    <a:ext cx="133350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80" name="Oval 203">
                    <a:extLst>
                      <a:ext uri="{FF2B5EF4-FFF2-40B4-BE49-F238E27FC236}">
                        <a16:creationId xmlns:a16="http://schemas.microsoft.com/office/drawing/2014/main" id="{A15812E2-075F-40FB-AD9F-C91EC85F0CE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530726" y="4281488"/>
                    <a:ext cx="136525" cy="1381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81" name="Oval 204">
                    <a:extLst>
                      <a:ext uri="{FF2B5EF4-FFF2-40B4-BE49-F238E27FC236}">
                        <a16:creationId xmlns:a16="http://schemas.microsoft.com/office/drawing/2014/main" id="{DBA48F6E-0A90-4DF8-B884-45B23707228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1754439" y="4281488"/>
                    <a:ext cx="134938" cy="1381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82" name="Oval 206">
                    <a:extLst>
                      <a:ext uri="{FF2B5EF4-FFF2-40B4-BE49-F238E27FC236}">
                        <a16:creationId xmlns:a16="http://schemas.microsoft.com/office/drawing/2014/main" id="{15D96A0C-BB38-4220-B402-2803049FCF8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1754438" y="4027488"/>
                    <a:ext cx="134938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83" name="Oval 207">
                    <a:extLst>
                      <a:ext uri="{FF2B5EF4-FFF2-40B4-BE49-F238E27FC236}">
                        <a16:creationId xmlns:a16="http://schemas.microsoft.com/office/drawing/2014/main" id="{A665C330-5841-47FB-BE97-D4863EEC751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017963" y="4027488"/>
                    <a:ext cx="131763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84" name="Oval 208">
                    <a:extLst>
                      <a:ext uri="{FF2B5EF4-FFF2-40B4-BE49-F238E27FC236}">
                        <a16:creationId xmlns:a16="http://schemas.microsoft.com/office/drawing/2014/main" id="{C31DB265-9198-4941-B754-E50B0443675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035426" y="5059363"/>
                    <a:ext cx="100013" cy="1000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85" name="Oval 209">
                    <a:extLst>
                      <a:ext uri="{FF2B5EF4-FFF2-40B4-BE49-F238E27FC236}">
                        <a16:creationId xmlns:a16="http://schemas.microsoft.com/office/drawing/2014/main" id="{6089EEF1-9B48-4E7F-A92B-A3CAAC3E562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3808663" y="4043363"/>
                    <a:ext cx="98425" cy="104775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86" name="Oval 210">
                    <a:extLst>
                      <a:ext uri="{FF2B5EF4-FFF2-40B4-BE49-F238E27FC236}">
                        <a16:creationId xmlns:a16="http://schemas.microsoft.com/office/drawing/2014/main" id="{9B059330-482D-4E88-BE2C-3AE5B2762E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548188" y="4552951"/>
                    <a:ext cx="98425" cy="1000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87" name="Oval 211">
                    <a:extLst>
                      <a:ext uri="{FF2B5EF4-FFF2-40B4-BE49-F238E27FC236}">
                        <a16:creationId xmlns:a16="http://schemas.microsoft.com/office/drawing/2014/main" id="{1C57CBFF-279A-4639-97BF-FE23A9FA8C9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276726" y="4806951"/>
                    <a:ext cx="104775" cy="1000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88" name="Oval 212">
                    <a:extLst>
                      <a:ext uri="{FF2B5EF4-FFF2-40B4-BE49-F238E27FC236}">
                        <a16:creationId xmlns:a16="http://schemas.microsoft.com/office/drawing/2014/main" id="{2C883897-7CB5-42DD-96ED-CD7388F49CF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276726" y="4552951"/>
                    <a:ext cx="104775" cy="1000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89" name="Oval 213">
                    <a:extLst>
                      <a:ext uri="{FF2B5EF4-FFF2-40B4-BE49-F238E27FC236}">
                        <a16:creationId xmlns:a16="http://schemas.microsoft.com/office/drawing/2014/main" id="{EBC5856F-EC94-4B47-B6F5-40E42416526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1771901" y="4806951"/>
                    <a:ext cx="100013" cy="1000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90" name="Oval 214">
                    <a:extLst>
                      <a:ext uri="{FF2B5EF4-FFF2-40B4-BE49-F238E27FC236}">
                        <a16:creationId xmlns:a16="http://schemas.microsoft.com/office/drawing/2014/main" id="{ED7B852C-0230-4323-9BAB-4B5B0D7BBD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3534026" y="4281488"/>
                    <a:ext cx="134938" cy="1381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91" name="Oval 215">
                    <a:extLst>
                      <a:ext uri="{FF2B5EF4-FFF2-40B4-BE49-F238E27FC236}">
                        <a16:creationId xmlns:a16="http://schemas.microsoft.com/office/drawing/2014/main" id="{608C1E45-6729-42AB-A5F4-E54CD88FBCD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3534026" y="4535488"/>
                    <a:ext cx="134938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92" name="Oval 216">
                    <a:extLst>
                      <a:ext uri="{FF2B5EF4-FFF2-40B4-BE49-F238E27FC236}">
                        <a16:creationId xmlns:a16="http://schemas.microsoft.com/office/drawing/2014/main" id="{1EE94CB4-674A-430C-B98E-50425C4D18B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3534026" y="4027488"/>
                    <a:ext cx="134938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93" name="Oval 217">
                    <a:extLst>
                      <a:ext uri="{FF2B5EF4-FFF2-40B4-BE49-F238E27FC236}">
                        <a16:creationId xmlns:a16="http://schemas.microsoft.com/office/drawing/2014/main" id="{1CD91CA3-91FB-4C2D-98DF-7D8E0B3B223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3283201" y="4027488"/>
                    <a:ext cx="134938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94" name="Oval 218">
                    <a:extLst>
                      <a:ext uri="{FF2B5EF4-FFF2-40B4-BE49-F238E27FC236}">
                        <a16:creationId xmlns:a16="http://schemas.microsoft.com/office/drawing/2014/main" id="{DCC8DF38-8073-489C-A2D4-08D31EDB598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3283201" y="4535488"/>
                    <a:ext cx="134938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95" name="Oval 219">
                    <a:extLst>
                      <a:ext uri="{FF2B5EF4-FFF2-40B4-BE49-F238E27FC236}">
                        <a16:creationId xmlns:a16="http://schemas.microsoft.com/office/drawing/2014/main" id="{92B36E33-381C-4FC0-B3DD-2A153E7393C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3027613" y="4027488"/>
                    <a:ext cx="133350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96" name="Oval 220">
                    <a:extLst>
                      <a:ext uri="{FF2B5EF4-FFF2-40B4-BE49-F238E27FC236}">
                        <a16:creationId xmlns:a16="http://schemas.microsoft.com/office/drawing/2014/main" id="{B698B819-15BF-4E7A-98D1-BEF288062AE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3027613" y="4535488"/>
                    <a:ext cx="133350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97" name="Oval 221">
                    <a:extLst>
                      <a:ext uri="{FF2B5EF4-FFF2-40B4-BE49-F238E27FC236}">
                        <a16:creationId xmlns:a16="http://schemas.microsoft.com/office/drawing/2014/main" id="{F28326F2-90B6-499A-8D46-4B727733DDD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773613" y="4027488"/>
                    <a:ext cx="134938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98" name="Oval 222">
                    <a:extLst>
                      <a:ext uri="{FF2B5EF4-FFF2-40B4-BE49-F238E27FC236}">
                        <a16:creationId xmlns:a16="http://schemas.microsoft.com/office/drawing/2014/main" id="{F6BDB588-8CB2-4614-A895-3300582BC5C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773613" y="4535488"/>
                    <a:ext cx="134938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299" name="Oval 223">
                    <a:extLst>
                      <a:ext uri="{FF2B5EF4-FFF2-40B4-BE49-F238E27FC236}">
                        <a16:creationId xmlns:a16="http://schemas.microsoft.com/office/drawing/2014/main" id="{A19E9C06-9E9A-4E60-B567-03E54FE4D68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530726" y="5038726"/>
                    <a:ext cx="136525" cy="1381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300" name="Oval 224">
                    <a:extLst>
                      <a:ext uri="{FF2B5EF4-FFF2-40B4-BE49-F238E27FC236}">
                        <a16:creationId xmlns:a16="http://schemas.microsoft.com/office/drawing/2014/main" id="{957DB8E3-5AB8-4A84-891B-B5BFB582C43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017963" y="4789488"/>
                    <a:ext cx="131763" cy="1381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301" name="Oval 246">
                    <a:extLst>
                      <a:ext uri="{FF2B5EF4-FFF2-40B4-BE49-F238E27FC236}">
                        <a16:creationId xmlns:a16="http://schemas.microsoft.com/office/drawing/2014/main" id="{DBDEA389-1245-463D-8966-47081BBF77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035426" y="3535363"/>
                    <a:ext cx="100013" cy="101600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302" name="Oval 247">
                    <a:extLst>
                      <a:ext uri="{FF2B5EF4-FFF2-40B4-BE49-F238E27FC236}">
                        <a16:creationId xmlns:a16="http://schemas.microsoft.com/office/drawing/2014/main" id="{C4A47338-D676-4B46-BAAD-9B91424BA1A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035426" y="3278188"/>
                    <a:ext cx="100013" cy="10318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303" name="Oval 248">
                    <a:extLst>
                      <a:ext uri="{FF2B5EF4-FFF2-40B4-BE49-F238E27FC236}">
                        <a16:creationId xmlns:a16="http://schemas.microsoft.com/office/drawing/2014/main" id="{A8FD5691-3A3E-4C6A-844F-43E0FEC14D8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1513138" y="3019426"/>
                    <a:ext cx="103188" cy="100013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304" name="Oval 249">
                    <a:extLst>
                      <a:ext uri="{FF2B5EF4-FFF2-40B4-BE49-F238E27FC236}">
                        <a16:creationId xmlns:a16="http://schemas.microsoft.com/office/drawing/2014/main" id="{70E7BB16-08E3-43C0-BB58-A86DC2D090E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1257551" y="4043363"/>
                    <a:ext cx="100013" cy="104775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305" name="Oval 250">
                    <a:extLst>
                      <a:ext uri="{FF2B5EF4-FFF2-40B4-BE49-F238E27FC236}">
                        <a16:creationId xmlns:a16="http://schemas.microsoft.com/office/drawing/2014/main" id="{7D60BED1-5FC0-4691-9F1E-057165DA364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1001963" y="3278188"/>
                    <a:ext cx="101600" cy="10318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306" name="Oval 251">
                    <a:extLst>
                      <a:ext uri="{FF2B5EF4-FFF2-40B4-BE49-F238E27FC236}">
                        <a16:creationId xmlns:a16="http://schemas.microsoft.com/office/drawing/2014/main" id="{9BDF1817-2319-497C-8BD0-906C0461776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1754438" y="3001963"/>
                    <a:ext cx="134938" cy="136525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307" name="Oval 252">
                    <a:extLst>
                      <a:ext uri="{FF2B5EF4-FFF2-40B4-BE49-F238E27FC236}">
                        <a16:creationId xmlns:a16="http://schemas.microsoft.com/office/drawing/2014/main" id="{045BE4A5-C7FF-4239-94A6-E16E5DDC3F4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1754438" y="3519488"/>
                    <a:ext cx="134938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308" name="Oval 253">
                    <a:extLst>
                      <a:ext uri="{FF2B5EF4-FFF2-40B4-BE49-F238E27FC236}">
                        <a16:creationId xmlns:a16="http://schemas.microsoft.com/office/drawing/2014/main" id="{E68F596C-1AA1-4EE8-B2E2-476E3A98995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1497263" y="4027488"/>
                    <a:ext cx="133350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309" name="Oval 254">
                    <a:extLst>
                      <a:ext uri="{FF2B5EF4-FFF2-40B4-BE49-F238E27FC236}">
                        <a16:creationId xmlns:a16="http://schemas.microsoft.com/office/drawing/2014/main" id="{E8FE3739-3396-4346-8DAA-C97175BDC38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1497263" y="3771901"/>
                    <a:ext cx="133350" cy="134938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</p:grpSp>
            <p:grpSp>
              <p:nvGrpSpPr>
                <p:cNvPr id="28" name="Gruppieren 26">
                  <a:extLst>
                    <a:ext uri="{FF2B5EF4-FFF2-40B4-BE49-F238E27FC236}">
                      <a16:creationId xmlns:a16="http://schemas.microsoft.com/office/drawing/2014/main" id="{6DE7D273-2A74-4CC1-98A0-A41BC70EB526}"/>
                    </a:ext>
                  </a:extLst>
                </p:cNvPr>
                <p:cNvGrpSpPr/>
                <p:nvPr/>
              </p:nvGrpSpPr>
              <p:grpSpPr bwMode="gray">
                <a:xfrm>
                  <a:off x="1028951" y="2543176"/>
                  <a:ext cx="9971088" cy="2595563"/>
                  <a:chOff x="1028951" y="2543176"/>
                  <a:chExt cx="9971088" cy="2595563"/>
                </a:xfrm>
                <a:solidFill>
                  <a:srgbClr val="50BED7"/>
                </a:solidFill>
              </p:grpSpPr>
              <p:sp>
                <p:nvSpPr>
                  <p:cNvPr id="133" name="Freeform 5">
                    <a:extLst>
                      <a:ext uri="{FF2B5EF4-FFF2-40B4-BE49-F238E27FC236}">
                        <a16:creationId xmlns:a16="http://schemas.microsoft.com/office/drawing/2014/main" id="{47F3F61F-AAEA-447E-A101-77EC49BAA17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2298951" y="4321176"/>
                    <a:ext cx="2609850" cy="812800"/>
                  </a:xfrm>
                  <a:custGeom>
                    <a:avLst/>
                    <a:gdLst>
                      <a:gd name="T0" fmla="*/ 731 w 1050"/>
                      <a:gd name="T1" fmla="*/ 306 h 326"/>
                      <a:gd name="T2" fmla="*/ 638 w 1050"/>
                      <a:gd name="T3" fmla="*/ 209 h 326"/>
                      <a:gd name="T4" fmla="*/ 628 w 1050"/>
                      <a:gd name="T5" fmla="*/ 209 h 326"/>
                      <a:gd name="T6" fmla="*/ 520 w 1050"/>
                      <a:gd name="T7" fmla="*/ 308 h 326"/>
                      <a:gd name="T8" fmla="*/ 421 w 1050"/>
                      <a:gd name="T9" fmla="*/ 211 h 326"/>
                      <a:gd name="T10" fmla="*/ 416 w 1050"/>
                      <a:gd name="T11" fmla="*/ 209 h 326"/>
                      <a:gd name="T12" fmla="*/ 111 w 1050"/>
                      <a:gd name="T13" fmla="*/ 209 h 326"/>
                      <a:gd name="T14" fmla="*/ 106 w 1050"/>
                      <a:gd name="T15" fmla="*/ 211 h 326"/>
                      <a:gd name="T16" fmla="*/ 0 w 1050"/>
                      <a:gd name="T17" fmla="*/ 316 h 326"/>
                      <a:gd name="T18" fmla="*/ 10 w 1050"/>
                      <a:gd name="T19" fmla="*/ 326 h 326"/>
                      <a:gd name="T20" fmla="*/ 113 w 1050"/>
                      <a:gd name="T21" fmla="*/ 222 h 326"/>
                      <a:gd name="T22" fmla="*/ 414 w 1050"/>
                      <a:gd name="T23" fmla="*/ 222 h 326"/>
                      <a:gd name="T24" fmla="*/ 515 w 1050"/>
                      <a:gd name="T25" fmla="*/ 322 h 326"/>
                      <a:gd name="T26" fmla="*/ 524 w 1050"/>
                      <a:gd name="T27" fmla="*/ 322 h 326"/>
                      <a:gd name="T28" fmla="*/ 633 w 1050"/>
                      <a:gd name="T29" fmla="*/ 223 h 326"/>
                      <a:gd name="T30" fmla="*/ 726 w 1050"/>
                      <a:gd name="T31" fmla="*/ 320 h 326"/>
                      <a:gd name="T32" fmla="*/ 731 w 1050"/>
                      <a:gd name="T33" fmla="*/ 322 h 326"/>
                      <a:gd name="T34" fmla="*/ 736 w 1050"/>
                      <a:gd name="T35" fmla="*/ 320 h 326"/>
                      <a:gd name="T36" fmla="*/ 1050 w 1050"/>
                      <a:gd name="T37" fmla="*/ 10 h 326"/>
                      <a:gd name="T38" fmla="*/ 1041 w 1050"/>
                      <a:gd name="T39" fmla="*/ 0 h 326"/>
                      <a:gd name="T40" fmla="*/ 731 w 1050"/>
                      <a:gd name="T41" fmla="*/ 306 h 32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</a:cxnLst>
                    <a:rect l="0" t="0" r="r" b="b"/>
                    <a:pathLst>
                      <a:path w="1050" h="326">
                        <a:moveTo>
                          <a:pt x="731" y="306"/>
                        </a:moveTo>
                        <a:cubicBezTo>
                          <a:pt x="638" y="209"/>
                          <a:pt x="638" y="209"/>
                          <a:pt x="638" y="209"/>
                        </a:cubicBezTo>
                        <a:cubicBezTo>
                          <a:pt x="635" y="207"/>
                          <a:pt x="631" y="207"/>
                          <a:pt x="628" y="209"/>
                        </a:cubicBezTo>
                        <a:cubicBezTo>
                          <a:pt x="520" y="308"/>
                          <a:pt x="520" y="308"/>
                          <a:pt x="520" y="308"/>
                        </a:cubicBezTo>
                        <a:cubicBezTo>
                          <a:pt x="421" y="211"/>
                          <a:pt x="421" y="211"/>
                          <a:pt x="421" y="211"/>
                        </a:cubicBezTo>
                        <a:cubicBezTo>
                          <a:pt x="420" y="210"/>
                          <a:pt x="418" y="209"/>
                          <a:pt x="416" y="209"/>
                        </a:cubicBezTo>
                        <a:cubicBezTo>
                          <a:pt x="111" y="209"/>
                          <a:pt x="111" y="209"/>
                          <a:pt x="111" y="209"/>
                        </a:cubicBezTo>
                        <a:cubicBezTo>
                          <a:pt x="109" y="209"/>
                          <a:pt x="107" y="210"/>
                          <a:pt x="106" y="211"/>
                        </a:cubicBezTo>
                        <a:cubicBezTo>
                          <a:pt x="0" y="316"/>
                          <a:pt x="0" y="316"/>
                          <a:pt x="0" y="316"/>
                        </a:cubicBezTo>
                        <a:cubicBezTo>
                          <a:pt x="10" y="326"/>
                          <a:pt x="10" y="326"/>
                          <a:pt x="10" y="326"/>
                        </a:cubicBezTo>
                        <a:cubicBezTo>
                          <a:pt x="113" y="222"/>
                          <a:pt x="113" y="222"/>
                          <a:pt x="113" y="222"/>
                        </a:cubicBezTo>
                        <a:cubicBezTo>
                          <a:pt x="414" y="222"/>
                          <a:pt x="414" y="222"/>
                          <a:pt x="414" y="222"/>
                        </a:cubicBezTo>
                        <a:cubicBezTo>
                          <a:pt x="515" y="322"/>
                          <a:pt x="515" y="322"/>
                          <a:pt x="515" y="322"/>
                        </a:cubicBezTo>
                        <a:cubicBezTo>
                          <a:pt x="518" y="325"/>
                          <a:pt x="522" y="325"/>
                          <a:pt x="524" y="322"/>
                        </a:cubicBezTo>
                        <a:cubicBezTo>
                          <a:pt x="633" y="223"/>
                          <a:pt x="633" y="223"/>
                          <a:pt x="633" y="223"/>
                        </a:cubicBezTo>
                        <a:cubicBezTo>
                          <a:pt x="726" y="320"/>
                          <a:pt x="726" y="320"/>
                          <a:pt x="726" y="320"/>
                        </a:cubicBezTo>
                        <a:cubicBezTo>
                          <a:pt x="728" y="321"/>
                          <a:pt x="729" y="322"/>
                          <a:pt x="731" y="322"/>
                        </a:cubicBezTo>
                        <a:cubicBezTo>
                          <a:pt x="733" y="322"/>
                          <a:pt x="734" y="321"/>
                          <a:pt x="736" y="320"/>
                        </a:cubicBezTo>
                        <a:cubicBezTo>
                          <a:pt x="1050" y="10"/>
                          <a:pt x="1050" y="10"/>
                          <a:pt x="1050" y="10"/>
                        </a:cubicBezTo>
                        <a:cubicBezTo>
                          <a:pt x="1041" y="0"/>
                          <a:pt x="1041" y="0"/>
                          <a:pt x="1041" y="0"/>
                        </a:cubicBezTo>
                        <a:lnTo>
                          <a:pt x="731" y="306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34" name="Freeform 6">
                    <a:extLst>
                      <a:ext uri="{FF2B5EF4-FFF2-40B4-BE49-F238E27FC236}">
                        <a16:creationId xmlns:a16="http://schemas.microsoft.com/office/drawing/2014/main" id="{7ED5E98E-096D-483C-9FEB-F66510CC557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1028951" y="4090988"/>
                    <a:ext cx="1058863" cy="530225"/>
                  </a:xfrm>
                  <a:custGeom>
                    <a:avLst/>
                    <a:gdLst>
                      <a:gd name="T0" fmla="*/ 223 w 426"/>
                      <a:gd name="T1" fmla="*/ 108 h 213"/>
                      <a:gd name="T2" fmla="*/ 217 w 426"/>
                      <a:gd name="T3" fmla="*/ 102 h 213"/>
                      <a:gd name="T4" fmla="*/ 112 w 426"/>
                      <a:gd name="T5" fmla="*/ 102 h 213"/>
                      <a:gd name="T6" fmla="*/ 9 w 426"/>
                      <a:gd name="T7" fmla="*/ 0 h 213"/>
                      <a:gd name="T8" fmla="*/ 0 w 426"/>
                      <a:gd name="T9" fmla="*/ 9 h 213"/>
                      <a:gd name="T10" fmla="*/ 105 w 426"/>
                      <a:gd name="T11" fmla="*/ 113 h 213"/>
                      <a:gd name="T12" fmla="*/ 110 w 426"/>
                      <a:gd name="T13" fmla="*/ 115 h 213"/>
                      <a:gd name="T14" fmla="*/ 210 w 426"/>
                      <a:gd name="T15" fmla="*/ 115 h 213"/>
                      <a:gd name="T16" fmla="*/ 210 w 426"/>
                      <a:gd name="T17" fmla="*/ 207 h 213"/>
                      <a:gd name="T18" fmla="*/ 217 w 426"/>
                      <a:gd name="T19" fmla="*/ 213 h 213"/>
                      <a:gd name="T20" fmla="*/ 426 w 426"/>
                      <a:gd name="T21" fmla="*/ 213 h 213"/>
                      <a:gd name="T22" fmla="*/ 426 w 426"/>
                      <a:gd name="T23" fmla="*/ 200 h 213"/>
                      <a:gd name="T24" fmla="*/ 223 w 426"/>
                      <a:gd name="T25" fmla="*/ 200 h 213"/>
                      <a:gd name="T26" fmla="*/ 223 w 426"/>
                      <a:gd name="T27" fmla="*/ 108 h 2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426" h="213">
                        <a:moveTo>
                          <a:pt x="223" y="108"/>
                        </a:moveTo>
                        <a:cubicBezTo>
                          <a:pt x="223" y="105"/>
                          <a:pt x="221" y="102"/>
                          <a:pt x="217" y="102"/>
                        </a:cubicBezTo>
                        <a:cubicBezTo>
                          <a:pt x="112" y="102"/>
                          <a:pt x="112" y="102"/>
                          <a:pt x="112" y="102"/>
                        </a:cubicBezTo>
                        <a:cubicBezTo>
                          <a:pt x="9" y="0"/>
                          <a:pt x="9" y="0"/>
                          <a:pt x="9" y="0"/>
                        </a:cubicBezTo>
                        <a:cubicBezTo>
                          <a:pt x="0" y="9"/>
                          <a:pt x="0" y="9"/>
                          <a:pt x="0" y="9"/>
                        </a:cubicBezTo>
                        <a:cubicBezTo>
                          <a:pt x="105" y="113"/>
                          <a:pt x="105" y="113"/>
                          <a:pt x="105" y="113"/>
                        </a:cubicBezTo>
                        <a:cubicBezTo>
                          <a:pt x="106" y="114"/>
                          <a:pt x="108" y="115"/>
                          <a:pt x="110" y="115"/>
                        </a:cubicBezTo>
                        <a:cubicBezTo>
                          <a:pt x="210" y="115"/>
                          <a:pt x="210" y="115"/>
                          <a:pt x="210" y="115"/>
                        </a:cubicBezTo>
                        <a:cubicBezTo>
                          <a:pt x="210" y="207"/>
                          <a:pt x="210" y="207"/>
                          <a:pt x="210" y="207"/>
                        </a:cubicBezTo>
                        <a:cubicBezTo>
                          <a:pt x="210" y="210"/>
                          <a:pt x="213" y="213"/>
                          <a:pt x="217" y="213"/>
                        </a:cubicBezTo>
                        <a:cubicBezTo>
                          <a:pt x="426" y="213"/>
                          <a:pt x="426" y="213"/>
                          <a:pt x="426" y="213"/>
                        </a:cubicBezTo>
                        <a:cubicBezTo>
                          <a:pt x="426" y="200"/>
                          <a:pt x="426" y="200"/>
                          <a:pt x="426" y="200"/>
                        </a:cubicBezTo>
                        <a:cubicBezTo>
                          <a:pt x="223" y="200"/>
                          <a:pt x="223" y="200"/>
                          <a:pt x="223" y="200"/>
                        </a:cubicBezTo>
                        <a:lnTo>
                          <a:pt x="223" y="108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35" name="Freeform 7">
                    <a:extLst>
                      <a:ext uri="{FF2B5EF4-FFF2-40B4-BE49-F238E27FC236}">
                        <a16:creationId xmlns:a16="http://schemas.microsoft.com/office/drawing/2014/main" id="{1C005032-FC9E-4CA5-B15F-42E41AB5681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1041651" y="3313113"/>
                    <a:ext cx="531813" cy="541338"/>
                  </a:xfrm>
                  <a:custGeom>
                    <a:avLst/>
                    <a:gdLst>
                      <a:gd name="T0" fmla="*/ 116 w 214"/>
                      <a:gd name="T1" fmla="*/ 211 h 217"/>
                      <a:gd name="T2" fmla="*/ 116 w 214"/>
                      <a:gd name="T3" fmla="*/ 110 h 217"/>
                      <a:gd name="T4" fmla="*/ 214 w 214"/>
                      <a:gd name="T5" fmla="*/ 9 h 217"/>
                      <a:gd name="T6" fmla="*/ 205 w 214"/>
                      <a:gd name="T7" fmla="*/ 0 h 217"/>
                      <a:gd name="T8" fmla="*/ 105 w 214"/>
                      <a:gd name="T9" fmla="*/ 102 h 217"/>
                      <a:gd name="T10" fmla="*/ 103 w 214"/>
                      <a:gd name="T11" fmla="*/ 107 h 217"/>
                      <a:gd name="T12" fmla="*/ 103 w 214"/>
                      <a:gd name="T13" fmla="*/ 204 h 217"/>
                      <a:gd name="T14" fmla="*/ 0 w 214"/>
                      <a:gd name="T15" fmla="*/ 204 h 217"/>
                      <a:gd name="T16" fmla="*/ 0 w 214"/>
                      <a:gd name="T17" fmla="*/ 217 h 217"/>
                      <a:gd name="T18" fmla="*/ 109 w 214"/>
                      <a:gd name="T19" fmla="*/ 217 h 217"/>
                      <a:gd name="T20" fmla="*/ 116 w 214"/>
                      <a:gd name="T21" fmla="*/ 211 h 2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14" h="217">
                        <a:moveTo>
                          <a:pt x="116" y="211"/>
                        </a:moveTo>
                        <a:cubicBezTo>
                          <a:pt x="116" y="110"/>
                          <a:pt x="116" y="110"/>
                          <a:pt x="116" y="110"/>
                        </a:cubicBezTo>
                        <a:cubicBezTo>
                          <a:pt x="214" y="9"/>
                          <a:pt x="214" y="9"/>
                          <a:pt x="214" y="9"/>
                        </a:cubicBezTo>
                        <a:cubicBezTo>
                          <a:pt x="205" y="0"/>
                          <a:pt x="205" y="0"/>
                          <a:pt x="205" y="0"/>
                        </a:cubicBezTo>
                        <a:cubicBezTo>
                          <a:pt x="105" y="102"/>
                          <a:pt x="105" y="102"/>
                          <a:pt x="105" y="102"/>
                        </a:cubicBezTo>
                        <a:cubicBezTo>
                          <a:pt x="104" y="104"/>
                          <a:pt x="103" y="105"/>
                          <a:pt x="103" y="107"/>
                        </a:cubicBezTo>
                        <a:cubicBezTo>
                          <a:pt x="103" y="204"/>
                          <a:pt x="103" y="204"/>
                          <a:pt x="103" y="204"/>
                        </a:cubicBezTo>
                        <a:cubicBezTo>
                          <a:pt x="0" y="204"/>
                          <a:pt x="0" y="204"/>
                          <a:pt x="0" y="204"/>
                        </a:cubicBezTo>
                        <a:cubicBezTo>
                          <a:pt x="0" y="217"/>
                          <a:pt x="0" y="217"/>
                          <a:pt x="0" y="217"/>
                        </a:cubicBezTo>
                        <a:cubicBezTo>
                          <a:pt x="109" y="217"/>
                          <a:pt x="109" y="217"/>
                          <a:pt x="109" y="217"/>
                        </a:cubicBezTo>
                        <a:cubicBezTo>
                          <a:pt x="113" y="217"/>
                          <a:pt x="116" y="215"/>
                          <a:pt x="116" y="21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36" name="Freeform 8">
                    <a:extLst>
                      <a:ext uri="{FF2B5EF4-FFF2-40B4-BE49-F238E27FC236}">
                        <a16:creationId xmlns:a16="http://schemas.microsoft.com/office/drawing/2014/main" id="{4EA0D480-D2E4-4F58-8433-B0D81255B13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1529014" y="2830513"/>
                    <a:ext cx="1068388" cy="779463"/>
                  </a:xfrm>
                  <a:custGeom>
                    <a:avLst/>
                    <a:gdLst>
                      <a:gd name="T0" fmla="*/ 9 w 430"/>
                      <a:gd name="T1" fmla="*/ 313 h 313"/>
                      <a:gd name="T2" fmla="*/ 229 w 430"/>
                      <a:gd name="T3" fmla="*/ 101 h 313"/>
                      <a:gd name="T4" fmla="*/ 322 w 430"/>
                      <a:gd name="T5" fmla="*/ 101 h 313"/>
                      <a:gd name="T6" fmla="*/ 327 w 430"/>
                      <a:gd name="T7" fmla="*/ 99 h 313"/>
                      <a:gd name="T8" fmla="*/ 430 w 430"/>
                      <a:gd name="T9" fmla="*/ 10 h 313"/>
                      <a:gd name="T10" fmla="*/ 422 w 430"/>
                      <a:gd name="T11" fmla="*/ 0 h 313"/>
                      <a:gd name="T12" fmla="*/ 320 w 430"/>
                      <a:gd name="T13" fmla="*/ 88 h 313"/>
                      <a:gd name="T14" fmla="*/ 226 w 430"/>
                      <a:gd name="T15" fmla="*/ 88 h 313"/>
                      <a:gd name="T16" fmla="*/ 221 w 430"/>
                      <a:gd name="T17" fmla="*/ 89 h 313"/>
                      <a:gd name="T18" fmla="*/ 0 w 430"/>
                      <a:gd name="T19" fmla="*/ 304 h 313"/>
                      <a:gd name="T20" fmla="*/ 9 w 430"/>
                      <a:gd name="T21" fmla="*/ 313 h 3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430" h="313">
                        <a:moveTo>
                          <a:pt x="9" y="313"/>
                        </a:moveTo>
                        <a:cubicBezTo>
                          <a:pt x="229" y="101"/>
                          <a:pt x="229" y="101"/>
                          <a:pt x="229" y="101"/>
                        </a:cubicBezTo>
                        <a:cubicBezTo>
                          <a:pt x="322" y="101"/>
                          <a:pt x="322" y="101"/>
                          <a:pt x="322" y="101"/>
                        </a:cubicBezTo>
                        <a:cubicBezTo>
                          <a:pt x="324" y="101"/>
                          <a:pt x="326" y="100"/>
                          <a:pt x="327" y="99"/>
                        </a:cubicBezTo>
                        <a:cubicBezTo>
                          <a:pt x="430" y="10"/>
                          <a:pt x="430" y="10"/>
                          <a:pt x="430" y="10"/>
                        </a:cubicBezTo>
                        <a:cubicBezTo>
                          <a:pt x="422" y="0"/>
                          <a:pt x="422" y="0"/>
                          <a:pt x="422" y="0"/>
                        </a:cubicBezTo>
                        <a:cubicBezTo>
                          <a:pt x="320" y="88"/>
                          <a:pt x="320" y="88"/>
                          <a:pt x="320" y="88"/>
                        </a:cubicBezTo>
                        <a:cubicBezTo>
                          <a:pt x="226" y="88"/>
                          <a:pt x="226" y="88"/>
                          <a:pt x="226" y="88"/>
                        </a:cubicBezTo>
                        <a:cubicBezTo>
                          <a:pt x="224" y="88"/>
                          <a:pt x="223" y="88"/>
                          <a:pt x="221" y="89"/>
                        </a:cubicBezTo>
                        <a:cubicBezTo>
                          <a:pt x="0" y="304"/>
                          <a:pt x="0" y="304"/>
                          <a:pt x="0" y="304"/>
                        </a:cubicBezTo>
                        <a:lnTo>
                          <a:pt x="9" y="313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37" name="Freeform 9">
                    <a:extLst>
                      <a:ext uri="{FF2B5EF4-FFF2-40B4-BE49-F238E27FC236}">
                        <a16:creationId xmlns:a16="http://schemas.microsoft.com/office/drawing/2014/main" id="{0A568623-D356-4B61-898B-EE5DB1A8603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2595814" y="3317876"/>
                    <a:ext cx="749300" cy="287338"/>
                  </a:xfrm>
                  <a:custGeom>
                    <a:avLst/>
                    <a:gdLst>
                      <a:gd name="T0" fmla="*/ 0 w 302"/>
                      <a:gd name="T1" fmla="*/ 115 h 115"/>
                      <a:gd name="T2" fmla="*/ 104 w 302"/>
                      <a:gd name="T3" fmla="*/ 115 h 115"/>
                      <a:gd name="T4" fmla="*/ 108 w 302"/>
                      <a:gd name="T5" fmla="*/ 113 h 115"/>
                      <a:gd name="T6" fmla="*/ 208 w 302"/>
                      <a:gd name="T7" fmla="*/ 13 h 115"/>
                      <a:gd name="T8" fmla="*/ 302 w 302"/>
                      <a:gd name="T9" fmla="*/ 13 h 115"/>
                      <a:gd name="T10" fmla="*/ 302 w 302"/>
                      <a:gd name="T11" fmla="*/ 0 h 115"/>
                      <a:gd name="T12" fmla="*/ 206 w 302"/>
                      <a:gd name="T13" fmla="*/ 0 h 115"/>
                      <a:gd name="T14" fmla="*/ 201 w 302"/>
                      <a:gd name="T15" fmla="*/ 2 h 115"/>
                      <a:gd name="T16" fmla="*/ 101 w 302"/>
                      <a:gd name="T17" fmla="*/ 102 h 115"/>
                      <a:gd name="T18" fmla="*/ 0 w 302"/>
                      <a:gd name="T19" fmla="*/ 102 h 115"/>
                      <a:gd name="T20" fmla="*/ 0 w 302"/>
                      <a:gd name="T21" fmla="*/ 115 h 1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302" h="115">
                        <a:moveTo>
                          <a:pt x="0" y="115"/>
                        </a:moveTo>
                        <a:cubicBezTo>
                          <a:pt x="104" y="115"/>
                          <a:pt x="104" y="115"/>
                          <a:pt x="104" y="115"/>
                        </a:cubicBezTo>
                        <a:cubicBezTo>
                          <a:pt x="106" y="115"/>
                          <a:pt x="107" y="114"/>
                          <a:pt x="108" y="113"/>
                        </a:cubicBezTo>
                        <a:cubicBezTo>
                          <a:pt x="208" y="13"/>
                          <a:pt x="208" y="13"/>
                          <a:pt x="208" y="13"/>
                        </a:cubicBezTo>
                        <a:cubicBezTo>
                          <a:pt x="302" y="13"/>
                          <a:pt x="302" y="13"/>
                          <a:pt x="302" y="13"/>
                        </a:cubicBezTo>
                        <a:cubicBezTo>
                          <a:pt x="302" y="0"/>
                          <a:pt x="302" y="0"/>
                          <a:pt x="302" y="0"/>
                        </a:cubicBezTo>
                        <a:cubicBezTo>
                          <a:pt x="206" y="0"/>
                          <a:pt x="206" y="0"/>
                          <a:pt x="206" y="0"/>
                        </a:cubicBezTo>
                        <a:cubicBezTo>
                          <a:pt x="204" y="0"/>
                          <a:pt x="202" y="1"/>
                          <a:pt x="201" y="2"/>
                        </a:cubicBezTo>
                        <a:cubicBezTo>
                          <a:pt x="101" y="102"/>
                          <a:pt x="101" y="102"/>
                          <a:pt x="101" y="102"/>
                        </a:cubicBezTo>
                        <a:cubicBezTo>
                          <a:pt x="0" y="102"/>
                          <a:pt x="0" y="102"/>
                          <a:pt x="0" y="102"/>
                        </a:cubicBezTo>
                        <a:lnTo>
                          <a:pt x="0" y="115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38" name="Freeform 10">
                    <a:extLst>
                      <a:ext uri="{FF2B5EF4-FFF2-40B4-BE49-F238E27FC236}">
                        <a16:creationId xmlns:a16="http://schemas.microsoft.com/office/drawing/2014/main" id="{127B483E-32C4-412F-AEDD-7DA41BC97E3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1816351" y="3825876"/>
                    <a:ext cx="1541463" cy="546100"/>
                  </a:xfrm>
                  <a:custGeom>
                    <a:avLst/>
                    <a:gdLst>
                      <a:gd name="T0" fmla="*/ 209 w 620"/>
                      <a:gd name="T1" fmla="*/ 121 h 219"/>
                      <a:gd name="T2" fmla="*/ 312 w 620"/>
                      <a:gd name="T3" fmla="*/ 121 h 219"/>
                      <a:gd name="T4" fmla="*/ 406 w 620"/>
                      <a:gd name="T5" fmla="*/ 217 h 219"/>
                      <a:gd name="T6" fmla="*/ 411 w 620"/>
                      <a:gd name="T7" fmla="*/ 219 h 219"/>
                      <a:gd name="T8" fmla="*/ 620 w 620"/>
                      <a:gd name="T9" fmla="*/ 219 h 219"/>
                      <a:gd name="T10" fmla="*/ 620 w 620"/>
                      <a:gd name="T11" fmla="*/ 206 h 219"/>
                      <a:gd name="T12" fmla="*/ 414 w 620"/>
                      <a:gd name="T13" fmla="*/ 206 h 219"/>
                      <a:gd name="T14" fmla="*/ 319 w 620"/>
                      <a:gd name="T15" fmla="*/ 110 h 219"/>
                      <a:gd name="T16" fmla="*/ 315 w 620"/>
                      <a:gd name="T17" fmla="*/ 108 h 219"/>
                      <a:gd name="T18" fmla="*/ 212 w 620"/>
                      <a:gd name="T19" fmla="*/ 108 h 219"/>
                      <a:gd name="T20" fmla="*/ 120 w 620"/>
                      <a:gd name="T21" fmla="*/ 3 h 219"/>
                      <a:gd name="T22" fmla="*/ 115 w 620"/>
                      <a:gd name="T23" fmla="*/ 0 h 219"/>
                      <a:gd name="T24" fmla="*/ 0 w 620"/>
                      <a:gd name="T25" fmla="*/ 0 h 219"/>
                      <a:gd name="T26" fmla="*/ 0 w 620"/>
                      <a:gd name="T27" fmla="*/ 14 h 219"/>
                      <a:gd name="T28" fmla="*/ 112 w 620"/>
                      <a:gd name="T29" fmla="*/ 14 h 219"/>
                      <a:gd name="T30" fmla="*/ 204 w 620"/>
                      <a:gd name="T31" fmla="*/ 118 h 219"/>
                      <a:gd name="T32" fmla="*/ 209 w 620"/>
                      <a:gd name="T33" fmla="*/ 121 h 2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620" h="219">
                        <a:moveTo>
                          <a:pt x="209" y="121"/>
                        </a:moveTo>
                        <a:cubicBezTo>
                          <a:pt x="312" y="121"/>
                          <a:pt x="312" y="121"/>
                          <a:pt x="312" y="121"/>
                        </a:cubicBezTo>
                        <a:cubicBezTo>
                          <a:pt x="406" y="217"/>
                          <a:pt x="406" y="217"/>
                          <a:pt x="406" y="217"/>
                        </a:cubicBezTo>
                        <a:cubicBezTo>
                          <a:pt x="408" y="218"/>
                          <a:pt x="409" y="219"/>
                          <a:pt x="411" y="219"/>
                        </a:cubicBezTo>
                        <a:cubicBezTo>
                          <a:pt x="620" y="219"/>
                          <a:pt x="620" y="219"/>
                          <a:pt x="620" y="219"/>
                        </a:cubicBezTo>
                        <a:cubicBezTo>
                          <a:pt x="620" y="206"/>
                          <a:pt x="620" y="206"/>
                          <a:pt x="620" y="206"/>
                        </a:cubicBezTo>
                        <a:cubicBezTo>
                          <a:pt x="414" y="206"/>
                          <a:pt x="414" y="206"/>
                          <a:pt x="414" y="206"/>
                        </a:cubicBezTo>
                        <a:cubicBezTo>
                          <a:pt x="319" y="110"/>
                          <a:pt x="319" y="110"/>
                          <a:pt x="319" y="110"/>
                        </a:cubicBezTo>
                        <a:cubicBezTo>
                          <a:pt x="318" y="108"/>
                          <a:pt x="316" y="108"/>
                          <a:pt x="315" y="108"/>
                        </a:cubicBezTo>
                        <a:cubicBezTo>
                          <a:pt x="212" y="108"/>
                          <a:pt x="212" y="108"/>
                          <a:pt x="212" y="108"/>
                        </a:cubicBezTo>
                        <a:cubicBezTo>
                          <a:pt x="120" y="3"/>
                          <a:pt x="120" y="3"/>
                          <a:pt x="120" y="3"/>
                        </a:cubicBezTo>
                        <a:cubicBezTo>
                          <a:pt x="118" y="1"/>
                          <a:pt x="117" y="0"/>
                          <a:pt x="115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14"/>
                          <a:pt x="0" y="14"/>
                          <a:pt x="0" y="14"/>
                        </a:cubicBezTo>
                        <a:cubicBezTo>
                          <a:pt x="112" y="14"/>
                          <a:pt x="112" y="14"/>
                          <a:pt x="112" y="14"/>
                        </a:cubicBezTo>
                        <a:cubicBezTo>
                          <a:pt x="204" y="118"/>
                          <a:pt x="204" y="118"/>
                          <a:pt x="204" y="118"/>
                        </a:cubicBezTo>
                        <a:cubicBezTo>
                          <a:pt x="206" y="120"/>
                          <a:pt x="207" y="121"/>
                          <a:pt x="209" y="12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39" name="Freeform 11">
                    <a:extLst>
                      <a:ext uri="{FF2B5EF4-FFF2-40B4-BE49-F238E27FC236}">
                        <a16:creationId xmlns:a16="http://schemas.microsoft.com/office/drawing/2014/main" id="{ADDE6CCD-C194-4998-84DF-1EB9BB63CDD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7404351" y="2543176"/>
                    <a:ext cx="1800225" cy="546100"/>
                  </a:xfrm>
                  <a:custGeom>
                    <a:avLst/>
                    <a:gdLst>
                      <a:gd name="T0" fmla="*/ 621 w 724"/>
                      <a:gd name="T1" fmla="*/ 108 h 219"/>
                      <a:gd name="T2" fmla="*/ 522 w 724"/>
                      <a:gd name="T3" fmla="*/ 2 h 219"/>
                      <a:gd name="T4" fmla="*/ 517 w 724"/>
                      <a:gd name="T5" fmla="*/ 0 h 219"/>
                      <a:gd name="T6" fmla="*/ 414 w 724"/>
                      <a:gd name="T7" fmla="*/ 0 h 219"/>
                      <a:gd name="T8" fmla="*/ 409 w 724"/>
                      <a:gd name="T9" fmla="*/ 2 h 219"/>
                      <a:gd name="T10" fmla="*/ 316 w 724"/>
                      <a:gd name="T11" fmla="*/ 100 h 219"/>
                      <a:gd name="T12" fmla="*/ 106 w 724"/>
                      <a:gd name="T13" fmla="*/ 100 h 219"/>
                      <a:gd name="T14" fmla="*/ 101 w 724"/>
                      <a:gd name="T15" fmla="*/ 102 h 219"/>
                      <a:gd name="T16" fmla="*/ 0 w 724"/>
                      <a:gd name="T17" fmla="*/ 210 h 219"/>
                      <a:gd name="T18" fmla="*/ 9 w 724"/>
                      <a:gd name="T19" fmla="*/ 219 h 219"/>
                      <a:gd name="T20" fmla="*/ 109 w 724"/>
                      <a:gd name="T21" fmla="*/ 113 h 219"/>
                      <a:gd name="T22" fmla="*/ 319 w 724"/>
                      <a:gd name="T23" fmla="*/ 113 h 219"/>
                      <a:gd name="T24" fmla="*/ 324 w 724"/>
                      <a:gd name="T25" fmla="*/ 111 h 219"/>
                      <a:gd name="T26" fmla="*/ 417 w 724"/>
                      <a:gd name="T27" fmla="*/ 13 h 219"/>
                      <a:gd name="T28" fmla="*/ 515 w 724"/>
                      <a:gd name="T29" fmla="*/ 13 h 219"/>
                      <a:gd name="T30" fmla="*/ 616 w 724"/>
                      <a:gd name="T31" fmla="*/ 122 h 219"/>
                      <a:gd name="T32" fmla="*/ 621 w 724"/>
                      <a:gd name="T33" fmla="*/ 124 h 219"/>
                      <a:gd name="T34" fmla="*/ 621 w 724"/>
                      <a:gd name="T35" fmla="*/ 124 h 219"/>
                      <a:gd name="T36" fmla="*/ 626 w 724"/>
                      <a:gd name="T37" fmla="*/ 122 h 219"/>
                      <a:gd name="T38" fmla="*/ 724 w 724"/>
                      <a:gd name="T39" fmla="*/ 15 h 219"/>
                      <a:gd name="T40" fmla="*/ 715 w 724"/>
                      <a:gd name="T41" fmla="*/ 6 h 219"/>
                      <a:gd name="T42" fmla="*/ 621 w 724"/>
                      <a:gd name="T43" fmla="*/ 108 h 2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</a:cxnLst>
                    <a:rect l="0" t="0" r="r" b="b"/>
                    <a:pathLst>
                      <a:path w="724" h="219">
                        <a:moveTo>
                          <a:pt x="621" y="108"/>
                        </a:moveTo>
                        <a:cubicBezTo>
                          <a:pt x="522" y="2"/>
                          <a:pt x="522" y="2"/>
                          <a:pt x="522" y="2"/>
                        </a:cubicBezTo>
                        <a:cubicBezTo>
                          <a:pt x="521" y="1"/>
                          <a:pt x="519" y="0"/>
                          <a:pt x="517" y="0"/>
                        </a:cubicBezTo>
                        <a:cubicBezTo>
                          <a:pt x="414" y="0"/>
                          <a:pt x="414" y="0"/>
                          <a:pt x="414" y="0"/>
                        </a:cubicBezTo>
                        <a:cubicBezTo>
                          <a:pt x="412" y="0"/>
                          <a:pt x="410" y="1"/>
                          <a:pt x="409" y="2"/>
                        </a:cubicBezTo>
                        <a:cubicBezTo>
                          <a:pt x="316" y="100"/>
                          <a:pt x="316" y="100"/>
                          <a:pt x="316" y="100"/>
                        </a:cubicBezTo>
                        <a:cubicBezTo>
                          <a:pt x="106" y="100"/>
                          <a:pt x="106" y="100"/>
                          <a:pt x="106" y="100"/>
                        </a:cubicBezTo>
                        <a:cubicBezTo>
                          <a:pt x="104" y="100"/>
                          <a:pt x="103" y="101"/>
                          <a:pt x="101" y="102"/>
                        </a:cubicBezTo>
                        <a:cubicBezTo>
                          <a:pt x="0" y="210"/>
                          <a:pt x="0" y="210"/>
                          <a:pt x="0" y="210"/>
                        </a:cubicBezTo>
                        <a:cubicBezTo>
                          <a:pt x="9" y="219"/>
                          <a:pt x="9" y="219"/>
                          <a:pt x="9" y="219"/>
                        </a:cubicBezTo>
                        <a:cubicBezTo>
                          <a:pt x="109" y="113"/>
                          <a:pt x="109" y="113"/>
                          <a:pt x="109" y="113"/>
                        </a:cubicBezTo>
                        <a:cubicBezTo>
                          <a:pt x="319" y="113"/>
                          <a:pt x="319" y="113"/>
                          <a:pt x="319" y="113"/>
                        </a:cubicBezTo>
                        <a:cubicBezTo>
                          <a:pt x="321" y="113"/>
                          <a:pt x="323" y="113"/>
                          <a:pt x="324" y="111"/>
                        </a:cubicBezTo>
                        <a:cubicBezTo>
                          <a:pt x="417" y="13"/>
                          <a:pt x="417" y="13"/>
                          <a:pt x="417" y="13"/>
                        </a:cubicBezTo>
                        <a:cubicBezTo>
                          <a:pt x="515" y="13"/>
                          <a:pt x="515" y="13"/>
                          <a:pt x="515" y="13"/>
                        </a:cubicBezTo>
                        <a:cubicBezTo>
                          <a:pt x="616" y="122"/>
                          <a:pt x="616" y="122"/>
                          <a:pt x="616" y="122"/>
                        </a:cubicBezTo>
                        <a:cubicBezTo>
                          <a:pt x="618" y="124"/>
                          <a:pt x="619" y="124"/>
                          <a:pt x="621" y="124"/>
                        </a:cubicBezTo>
                        <a:cubicBezTo>
                          <a:pt x="621" y="124"/>
                          <a:pt x="621" y="124"/>
                          <a:pt x="621" y="124"/>
                        </a:cubicBezTo>
                        <a:cubicBezTo>
                          <a:pt x="623" y="124"/>
                          <a:pt x="625" y="124"/>
                          <a:pt x="626" y="122"/>
                        </a:cubicBezTo>
                        <a:cubicBezTo>
                          <a:pt x="724" y="15"/>
                          <a:pt x="724" y="15"/>
                          <a:pt x="724" y="15"/>
                        </a:cubicBezTo>
                        <a:cubicBezTo>
                          <a:pt x="715" y="6"/>
                          <a:pt x="715" y="6"/>
                          <a:pt x="715" y="6"/>
                        </a:cubicBezTo>
                        <a:lnTo>
                          <a:pt x="621" y="108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40" name="Freeform 12">
                    <a:extLst>
                      <a:ext uri="{FF2B5EF4-FFF2-40B4-BE49-F238E27FC236}">
                        <a16:creationId xmlns:a16="http://schemas.microsoft.com/office/drawing/2014/main" id="{EF3E5F37-D9B5-43B1-96C6-94BB33D2DA4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7904414" y="3049588"/>
                    <a:ext cx="787400" cy="290513"/>
                  </a:xfrm>
                  <a:custGeom>
                    <a:avLst/>
                    <a:gdLst>
                      <a:gd name="T0" fmla="*/ 114 w 317"/>
                      <a:gd name="T1" fmla="*/ 14 h 117"/>
                      <a:gd name="T2" fmla="*/ 317 w 317"/>
                      <a:gd name="T3" fmla="*/ 14 h 117"/>
                      <a:gd name="T4" fmla="*/ 317 w 317"/>
                      <a:gd name="T5" fmla="*/ 0 h 117"/>
                      <a:gd name="T6" fmla="*/ 112 w 317"/>
                      <a:gd name="T7" fmla="*/ 0 h 117"/>
                      <a:gd name="T8" fmla="*/ 107 w 317"/>
                      <a:gd name="T9" fmla="*/ 2 h 117"/>
                      <a:gd name="T10" fmla="*/ 0 w 317"/>
                      <a:gd name="T11" fmla="*/ 108 h 117"/>
                      <a:gd name="T12" fmla="*/ 9 w 317"/>
                      <a:gd name="T13" fmla="*/ 117 h 117"/>
                      <a:gd name="T14" fmla="*/ 114 w 317"/>
                      <a:gd name="T15" fmla="*/ 14 h 1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317" h="117">
                        <a:moveTo>
                          <a:pt x="114" y="14"/>
                        </a:moveTo>
                        <a:cubicBezTo>
                          <a:pt x="317" y="14"/>
                          <a:pt x="317" y="14"/>
                          <a:pt x="317" y="14"/>
                        </a:cubicBezTo>
                        <a:cubicBezTo>
                          <a:pt x="317" y="0"/>
                          <a:pt x="317" y="0"/>
                          <a:pt x="317" y="0"/>
                        </a:cubicBezTo>
                        <a:cubicBezTo>
                          <a:pt x="112" y="0"/>
                          <a:pt x="112" y="0"/>
                          <a:pt x="112" y="0"/>
                        </a:cubicBezTo>
                        <a:cubicBezTo>
                          <a:pt x="110" y="0"/>
                          <a:pt x="108" y="1"/>
                          <a:pt x="107" y="2"/>
                        </a:cubicBezTo>
                        <a:cubicBezTo>
                          <a:pt x="0" y="108"/>
                          <a:pt x="0" y="108"/>
                          <a:pt x="0" y="108"/>
                        </a:cubicBezTo>
                        <a:cubicBezTo>
                          <a:pt x="9" y="117"/>
                          <a:pt x="9" y="117"/>
                          <a:pt x="9" y="117"/>
                        </a:cubicBezTo>
                        <a:lnTo>
                          <a:pt x="114" y="14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41" name="Freeform 13">
                    <a:extLst>
                      <a:ext uri="{FF2B5EF4-FFF2-40B4-BE49-F238E27FC236}">
                        <a16:creationId xmlns:a16="http://schemas.microsoft.com/office/drawing/2014/main" id="{451ABCA0-99AF-4DE1-9F04-06406A9119B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5115176" y="4327526"/>
                    <a:ext cx="3351213" cy="811213"/>
                  </a:xfrm>
                  <a:custGeom>
                    <a:avLst/>
                    <a:gdLst>
                      <a:gd name="T0" fmla="*/ 1126 w 1348"/>
                      <a:gd name="T1" fmla="*/ 100 h 326"/>
                      <a:gd name="T2" fmla="*/ 1122 w 1348"/>
                      <a:gd name="T3" fmla="*/ 102 h 326"/>
                      <a:gd name="T4" fmla="*/ 1024 w 1348"/>
                      <a:gd name="T5" fmla="*/ 206 h 326"/>
                      <a:gd name="T6" fmla="*/ 927 w 1348"/>
                      <a:gd name="T7" fmla="*/ 110 h 326"/>
                      <a:gd name="T8" fmla="*/ 923 w 1348"/>
                      <a:gd name="T9" fmla="*/ 108 h 326"/>
                      <a:gd name="T10" fmla="*/ 724 w 1348"/>
                      <a:gd name="T11" fmla="*/ 108 h 326"/>
                      <a:gd name="T12" fmla="*/ 624 w 1348"/>
                      <a:gd name="T13" fmla="*/ 3 h 326"/>
                      <a:gd name="T14" fmla="*/ 619 w 1348"/>
                      <a:gd name="T15" fmla="*/ 0 h 326"/>
                      <a:gd name="T16" fmla="*/ 310 w 1348"/>
                      <a:gd name="T17" fmla="*/ 0 h 326"/>
                      <a:gd name="T18" fmla="*/ 305 w 1348"/>
                      <a:gd name="T19" fmla="*/ 3 h 326"/>
                      <a:gd name="T20" fmla="*/ 115 w 1348"/>
                      <a:gd name="T21" fmla="*/ 205 h 326"/>
                      <a:gd name="T22" fmla="*/ 8 w 1348"/>
                      <a:gd name="T23" fmla="*/ 108 h 326"/>
                      <a:gd name="T24" fmla="*/ 0 w 1348"/>
                      <a:gd name="T25" fmla="*/ 117 h 326"/>
                      <a:gd name="T26" fmla="*/ 110 w 1348"/>
                      <a:gd name="T27" fmla="*/ 219 h 326"/>
                      <a:gd name="T28" fmla="*/ 120 w 1348"/>
                      <a:gd name="T29" fmla="*/ 218 h 326"/>
                      <a:gd name="T30" fmla="*/ 312 w 1348"/>
                      <a:gd name="T31" fmla="*/ 14 h 326"/>
                      <a:gd name="T32" fmla="*/ 616 w 1348"/>
                      <a:gd name="T33" fmla="*/ 14 h 326"/>
                      <a:gd name="T34" fmla="*/ 716 w 1348"/>
                      <a:gd name="T35" fmla="*/ 119 h 326"/>
                      <a:gd name="T36" fmla="*/ 721 w 1348"/>
                      <a:gd name="T37" fmla="*/ 121 h 326"/>
                      <a:gd name="T38" fmla="*/ 920 w 1348"/>
                      <a:gd name="T39" fmla="*/ 121 h 326"/>
                      <a:gd name="T40" fmla="*/ 1020 w 1348"/>
                      <a:gd name="T41" fmla="*/ 220 h 326"/>
                      <a:gd name="T42" fmla="*/ 1025 w 1348"/>
                      <a:gd name="T43" fmla="*/ 222 h 326"/>
                      <a:gd name="T44" fmla="*/ 1029 w 1348"/>
                      <a:gd name="T45" fmla="*/ 220 h 326"/>
                      <a:gd name="T46" fmla="*/ 1127 w 1348"/>
                      <a:gd name="T47" fmla="*/ 116 h 326"/>
                      <a:gd name="T48" fmla="*/ 1338 w 1348"/>
                      <a:gd name="T49" fmla="*/ 326 h 326"/>
                      <a:gd name="T50" fmla="*/ 1348 w 1348"/>
                      <a:gd name="T51" fmla="*/ 316 h 326"/>
                      <a:gd name="T52" fmla="*/ 1131 w 1348"/>
                      <a:gd name="T53" fmla="*/ 102 h 326"/>
                      <a:gd name="T54" fmla="*/ 1126 w 1348"/>
                      <a:gd name="T55" fmla="*/ 100 h 32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</a:cxnLst>
                    <a:rect l="0" t="0" r="r" b="b"/>
                    <a:pathLst>
                      <a:path w="1348" h="326">
                        <a:moveTo>
                          <a:pt x="1126" y="100"/>
                        </a:moveTo>
                        <a:cubicBezTo>
                          <a:pt x="1125" y="100"/>
                          <a:pt x="1123" y="101"/>
                          <a:pt x="1122" y="102"/>
                        </a:cubicBezTo>
                        <a:cubicBezTo>
                          <a:pt x="1024" y="206"/>
                          <a:pt x="1024" y="206"/>
                          <a:pt x="1024" y="206"/>
                        </a:cubicBezTo>
                        <a:cubicBezTo>
                          <a:pt x="927" y="110"/>
                          <a:pt x="927" y="110"/>
                          <a:pt x="927" y="110"/>
                        </a:cubicBezTo>
                        <a:cubicBezTo>
                          <a:pt x="926" y="108"/>
                          <a:pt x="924" y="108"/>
                          <a:pt x="923" y="108"/>
                        </a:cubicBezTo>
                        <a:cubicBezTo>
                          <a:pt x="724" y="108"/>
                          <a:pt x="724" y="108"/>
                          <a:pt x="724" y="108"/>
                        </a:cubicBezTo>
                        <a:cubicBezTo>
                          <a:pt x="624" y="3"/>
                          <a:pt x="624" y="3"/>
                          <a:pt x="624" y="3"/>
                        </a:cubicBezTo>
                        <a:cubicBezTo>
                          <a:pt x="622" y="1"/>
                          <a:pt x="621" y="0"/>
                          <a:pt x="619" y="0"/>
                        </a:cubicBezTo>
                        <a:cubicBezTo>
                          <a:pt x="310" y="0"/>
                          <a:pt x="310" y="0"/>
                          <a:pt x="310" y="0"/>
                        </a:cubicBezTo>
                        <a:cubicBezTo>
                          <a:pt x="308" y="0"/>
                          <a:pt x="306" y="1"/>
                          <a:pt x="305" y="3"/>
                        </a:cubicBezTo>
                        <a:cubicBezTo>
                          <a:pt x="115" y="205"/>
                          <a:pt x="115" y="205"/>
                          <a:pt x="115" y="205"/>
                        </a:cubicBezTo>
                        <a:cubicBezTo>
                          <a:pt x="8" y="108"/>
                          <a:pt x="8" y="108"/>
                          <a:pt x="8" y="108"/>
                        </a:cubicBezTo>
                        <a:cubicBezTo>
                          <a:pt x="0" y="117"/>
                          <a:pt x="0" y="117"/>
                          <a:pt x="0" y="117"/>
                        </a:cubicBezTo>
                        <a:cubicBezTo>
                          <a:pt x="110" y="219"/>
                          <a:pt x="110" y="219"/>
                          <a:pt x="110" y="219"/>
                        </a:cubicBezTo>
                        <a:cubicBezTo>
                          <a:pt x="113" y="221"/>
                          <a:pt x="117" y="221"/>
                          <a:pt x="120" y="218"/>
                        </a:cubicBezTo>
                        <a:cubicBezTo>
                          <a:pt x="312" y="14"/>
                          <a:pt x="312" y="14"/>
                          <a:pt x="312" y="14"/>
                        </a:cubicBezTo>
                        <a:cubicBezTo>
                          <a:pt x="616" y="14"/>
                          <a:pt x="616" y="14"/>
                          <a:pt x="616" y="14"/>
                        </a:cubicBezTo>
                        <a:cubicBezTo>
                          <a:pt x="716" y="119"/>
                          <a:pt x="716" y="119"/>
                          <a:pt x="716" y="119"/>
                        </a:cubicBezTo>
                        <a:cubicBezTo>
                          <a:pt x="717" y="120"/>
                          <a:pt x="719" y="121"/>
                          <a:pt x="721" y="121"/>
                        </a:cubicBezTo>
                        <a:cubicBezTo>
                          <a:pt x="920" y="121"/>
                          <a:pt x="920" y="121"/>
                          <a:pt x="920" y="121"/>
                        </a:cubicBezTo>
                        <a:cubicBezTo>
                          <a:pt x="1020" y="220"/>
                          <a:pt x="1020" y="220"/>
                          <a:pt x="1020" y="220"/>
                        </a:cubicBezTo>
                        <a:cubicBezTo>
                          <a:pt x="1021" y="222"/>
                          <a:pt x="1023" y="222"/>
                          <a:pt x="1025" y="222"/>
                        </a:cubicBezTo>
                        <a:cubicBezTo>
                          <a:pt x="1027" y="222"/>
                          <a:pt x="1028" y="222"/>
                          <a:pt x="1029" y="220"/>
                        </a:cubicBezTo>
                        <a:cubicBezTo>
                          <a:pt x="1127" y="116"/>
                          <a:pt x="1127" y="116"/>
                          <a:pt x="1127" y="116"/>
                        </a:cubicBezTo>
                        <a:cubicBezTo>
                          <a:pt x="1338" y="326"/>
                          <a:pt x="1338" y="326"/>
                          <a:pt x="1338" y="326"/>
                        </a:cubicBezTo>
                        <a:cubicBezTo>
                          <a:pt x="1348" y="316"/>
                          <a:pt x="1348" y="316"/>
                          <a:pt x="1348" y="316"/>
                        </a:cubicBezTo>
                        <a:cubicBezTo>
                          <a:pt x="1131" y="102"/>
                          <a:pt x="1131" y="102"/>
                          <a:pt x="1131" y="102"/>
                        </a:cubicBezTo>
                        <a:cubicBezTo>
                          <a:pt x="1130" y="101"/>
                          <a:pt x="1128" y="100"/>
                          <a:pt x="1126" y="1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42" name="Freeform 14">
                    <a:extLst>
                      <a:ext uri="{FF2B5EF4-FFF2-40B4-BE49-F238E27FC236}">
                        <a16:creationId xmlns:a16="http://schemas.microsoft.com/office/drawing/2014/main" id="{4A1EFC16-E40B-4404-B3D3-F5B867C55FE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7917114" y="4327526"/>
                    <a:ext cx="1042988" cy="307975"/>
                  </a:xfrm>
                  <a:custGeom>
                    <a:avLst/>
                    <a:gdLst>
                      <a:gd name="T0" fmla="*/ 218 w 420"/>
                      <a:gd name="T1" fmla="*/ 3 h 124"/>
                      <a:gd name="T2" fmla="*/ 213 w 420"/>
                      <a:gd name="T3" fmla="*/ 0 h 124"/>
                      <a:gd name="T4" fmla="*/ 0 w 420"/>
                      <a:gd name="T5" fmla="*/ 0 h 124"/>
                      <a:gd name="T6" fmla="*/ 0 w 420"/>
                      <a:gd name="T7" fmla="*/ 14 h 124"/>
                      <a:gd name="T8" fmla="*/ 210 w 420"/>
                      <a:gd name="T9" fmla="*/ 14 h 124"/>
                      <a:gd name="T10" fmla="*/ 303 w 420"/>
                      <a:gd name="T11" fmla="*/ 121 h 124"/>
                      <a:gd name="T12" fmla="*/ 308 w 420"/>
                      <a:gd name="T13" fmla="*/ 124 h 124"/>
                      <a:gd name="T14" fmla="*/ 420 w 420"/>
                      <a:gd name="T15" fmla="*/ 124 h 124"/>
                      <a:gd name="T16" fmla="*/ 420 w 420"/>
                      <a:gd name="T17" fmla="*/ 110 h 124"/>
                      <a:gd name="T18" fmla="*/ 311 w 420"/>
                      <a:gd name="T19" fmla="*/ 110 h 124"/>
                      <a:gd name="T20" fmla="*/ 218 w 420"/>
                      <a:gd name="T21" fmla="*/ 3 h 1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420" h="124">
                        <a:moveTo>
                          <a:pt x="218" y="3"/>
                        </a:moveTo>
                        <a:cubicBezTo>
                          <a:pt x="217" y="1"/>
                          <a:pt x="215" y="0"/>
                          <a:pt x="213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14"/>
                          <a:pt x="0" y="14"/>
                          <a:pt x="0" y="14"/>
                        </a:cubicBezTo>
                        <a:cubicBezTo>
                          <a:pt x="210" y="14"/>
                          <a:pt x="210" y="14"/>
                          <a:pt x="210" y="14"/>
                        </a:cubicBezTo>
                        <a:cubicBezTo>
                          <a:pt x="303" y="121"/>
                          <a:pt x="303" y="121"/>
                          <a:pt x="303" y="121"/>
                        </a:cubicBezTo>
                        <a:cubicBezTo>
                          <a:pt x="304" y="123"/>
                          <a:pt x="306" y="124"/>
                          <a:pt x="308" y="124"/>
                        </a:cubicBezTo>
                        <a:cubicBezTo>
                          <a:pt x="420" y="124"/>
                          <a:pt x="420" y="124"/>
                          <a:pt x="420" y="124"/>
                        </a:cubicBezTo>
                        <a:cubicBezTo>
                          <a:pt x="420" y="110"/>
                          <a:pt x="420" y="110"/>
                          <a:pt x="420" y="110"/>
                        </a:cubicBezTo>
                        <a:cubicBezTo>
                          <a:pt x="311" y="110"/>
                          <a:pt x="311" y="110"/>
                          <a:pt x="311" y="110"/>
                        </a:cubicBezTo>
                        <a:lnTo>
                          <a:pt x="218" y="3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43" name="Freeform 15">
                    <a:extLst>
                      <a:ext uri="{FF2B5EF4-FFF2-40B4-BE49-F238E27FC236}">
                        <a16:creationId xmlns:a16="http://schemas.microsoft.com/office/drawing/2014/main" id="{1767549F-F8B9-4ACD-809D-C04E0553D92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9433176" y="2820988"/>
                    <a:ext cx="1560513" cy="781050"/>
                  </a:xfrm>
                  <a:custGeom>
                    <a:avLst/>
                    <a:gdLst>
                      <a:gd name="T0" fmla="*/ 109 w 628"/>
                      <a:gd name="T1" fmla="*/ 112 h 314"/>
                      <a:gd name="T2" fmla="*/ 212 w 628"/>
                      <a:gd name="T3" fmla="*/ 112 h 314"/>
                      <a:gd name="T4" fmla="*/ 412 w 628"/>
                      <a:gd name="T5" fmla="*/ 312 h 314"/>
                      <a:gd name="T6" fmla="*/ 417 w 628"/>
                      <a:gd name="T7" fmla="*/ 314 h 314"/>
                      <a:gd name="T8" fmla="*/ 628 w 628"/>
                      <a:gd name="T9" fmla="*/ 314 h 314"/>
                      <a:gd name="T10" fmla="*/ 628 w 628"/>
                      <a:gd name="T11" fmla="*/ 301 h 314"/>
                      <a:gd name="T12" fmla="*/ 419 w 628"/>
                      <a:gd name="T13" fmla="*/ 301 h 314"/>
                      <a:gd name="T14" fmla="*/ 219 w 628"/>
                      <a:gd name="T15" fmla="*/ 100 h 314"/>
                      <a:gd name="T16" fmla="*/ 214 w 628"/>
                      <a:gd name="T17" fmla="*/ 98 h 314"/>
                      <a:gd name="T18" fmla="*/ 111 w 628"/>
                      <a:gd name="T19" fmla="*/ 98 h 314"/>
                      <a:gd name="T20" fmla="*/ 9 w 628"/>
                      <a:gd name="T21" fmla="*/ 0 h 314"/>
                      <a:gd name="T22" fmla="*/ 0 w 628"/>
                      <a:gd name="T23" fmla="*/ 9 h 314"/>
                      <a:gd name="T24" fmla="*/ 104 w 628"/>
                      <a:gd name="T25" fmla="*/ 110 h 314"/>
                      <a:gd name="T26" fmla="*/ 109 w 628"/>
                      <a:gd name="T27" fmla="*/ 112 h 3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628" h="314">
                        <a:moveTo>
                          <a:pt x="109" y="112"/>
                        </a:moveTo>
                        <a:cubicBezTo>
                          <a:pt x="212" y="112"/>
                          <a:pt x="212" y="112"/>
                          <a:pt x="212" y="112"/>
                        </a:cubicBezTo>
                        <a:cubicBezTo>
                          <a:pt x="412" y="312"/>
                          <a:pt x="412" y="312"/>
                          <a:pt x="412" y="312"/>
                        </a:cubicBezTo>
                        <a:cubicBezTo>
                          <a:pt x="413" y="313"/>
                          <a:pt x="415" y="314"/>
                          <a:pt x="417" y="314"/>
                        </a:cubicBezTo>
                        <a:cubicBezTo>
                          <a:pt x="628" y="314"/>
                          <a:pt x="628" y="314"/>
                          <a:pt x="628" y="314"/>
                        </a:cubicBezTo>
                        <a:cubicBezTo>
                          <a:pt x="628" y="301"/>
                          <a:pt x="628" y="301"/>
                          <a:pt x="628" y="301"/>
                        </a:cubicBezTo>
                        <a:cubicBezTo>
                          <a:pt x="419" y="301"/>
                          <a:pt x="419" y="301"/>
                          <a:pt x="419" y="301"/>
                        </a:cubicBezTo>
                        <a:cubicBezTo>
                          <a:pt x="219" y="100"/>
                          <a:pt x="219" y="100"/>
                          <a:pt x="219" y="100"/>
                        </a:cubicBezTo>
                        <a:cubicBezTo>
                          <a:pt x="218" y="99"/>
                          <a:pt x="216" y="98"/>
                          <a:pt x="214" y="98"/>
                        </a:cubicBezTo>
                        <a:cubicBezTo>
                          <a:pt x="111" y="98"/>
                          <a:pt x="111" y="98"/>
                          <a:pt x="111" y="98"/>
                        </a:cubicBezTo>
                        <a:cubicBezTo>
                          <a:pt x="9" y="0"/>
                          <a:pt x="9" y="0"/>
                          <a:pt x="9" y="0"/>
                        </a:cubicBezTo>
                        <a:cubicBezTo>
                          <a:pt x="0" y="9"/>
                          <a:pt x="0" y="9"/>
                          <a:pt x="0" y="9"/>
                        </a:cubicBezTo>
                        <a:cubicBezTo>
                          <a:pt x="104" y="110"/>
                          <a:pt x="104" y="110"/>
                          <a:pt x="104" y="110"/>
                        </a:cubicBezTo>
                        <a:cubicBezTo>
                          <a:pt x="105" y="111"/>
                          <a:pt x="107" y="112"/>
                          <a:pt x="109" y="11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44" name="Freeform 16">
                    <a:extLst>
                      <a:ext uri="{FF2B5EF4-FFF2-40B4-BE49-F238E27FC236}">
                        <a16:creationId xmlns:a16="http://schemas.microsoft.com/office/drawing/2014/main" id="{A8964976-2EB7-4A09-8248-15CC5F12AF0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9684001" y="4084638"/>
                    <a:ext cx="1316038" cy="790575"/>
                  </a:xfrm>
                  <a:custGeom>
                    <a:avLst/>
                    <a:gdLst>
                      <a:gd name="T0" fmla="*/ 415 w 530"/>
                      <a:gd name="T1" fmla="*/ 0 h 317"/>
                      <a:gd name="T2" fmla="*/ 411 w 530"/>
                      <a:gd name="T3" fmla="*/ 2 h 317"/>
                      <a:gd name="T4" fmla="*/ 109 w 530"/>
                      <a:gd name="T5" fmla="*/ 304 h 317"/>
                      <a:gd name="T6" fmla="*/ 0 w 530"/>
                      <a:gd name="T7" fmla="*/ 304 h 317"/>
                      <a:gd name="T8" fmla="*/ 0 w 530"/>
                      <a:gd name="T9" fmla="*/ 317 h 317"/>
                      <a:gd name="T10" fmla="*/ 111 w 530"/>
                      <a:gd name="T11" fmla="*/ 317 h 317"/>
                      <a:gd name="T12" fmla="*/ 116 w 530"/>
                      <a:gd name="T13" fmla="*/ 315 h 317"/>
                      <a:gd name="T14" fmla="*/ 418 w 530"/>
                      <a:gd name="T15" fmla="*/ 13 h 317"/>
                      <a:gd name="T16" fmla="*/ 530 w 530"/>
                      <a:gd name="T17" fmla="*/ 13 h 317"/>
                      <a:gd name="T18" fmla="*/ 530 w 530"/>
                      <a:gd name="T19" fmla="*/ 0 h 317"/>
                      <a:gd name="T20" fmla="*/ 415 w 530"/>
                      <a:gd name="T21" fmla="*/ 0 h 3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530" h="317">
                        <a:moveTo>
                          <a:pt x="415" y="0"/>
                        </a:moveTo>
                        <a:cubicBezTo>
                          <a:pt x="414" y="0"/>
                          <a:pt x="412" y="1"/>
                          <a:pt x="411" y="2"/>
                        </a:cubicBezTo>
                        <a:cubicBezTo>
                          <a:pt x="109" y="304"/>
                          <a:pt x="109" y="304"/>
                          <a:pt x="109" y="304"/>
                        </a:cubicBezTo>
                        <a:cubicBezTo>
                          <a:pt x="0" y="304"/>
                          <a:pt x="0" y="304"/>
                          <a:pt x="0" y="304"/>
                        </a:cubicBezTo>
                        <a:cubicBezTo>
                          <a:pt x="0" y="317"/>
                          <a:pt x="0" y="317"/>
                          <a:pt x="0" y="317"/>
                        </a:cubicBezTo>
                        <a:cubicBezTo>
                          <a:pt x="111" y="317"/>
                          <a:pt x="111" y="317"/>
                          <a:pt x="111" y="317"/>
                        </a:cubicBezTo>
                        <a:cubicBezTo>
                          <a:pt x="113" y="317"/>
                          <a:pt x="115" y="316"/>
                          <a:pt x="116" y="315"/>
                        </a:cubicBezTo>
                        <a:cubicBezTo>
                          <a:pt x="418" y="13"/>
                          <a:pt x="418" y="13"/>
                          <a:pt x="418" y="13"/>
                        </a:cubicBezTo>
                        <a:cubicBezTo>
                          <a:pt x="530" y="13"/>
                          <a:pt x="530" y="13"/>
                          <a:pt x="530" y="13"/>
                        </a:cubicBezTo>
                        <a:cubicBezTo>
                          <a:pt x="530" y="0"/>
                          <a:pt x="530" y="0"/>
                          <a:pt x="530" y="0"/>
                        </a:cubicBezTo>
                        <a:lnTo>
                          <a:pt x="415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45" name="Freeform 17">
                    <a:extLst>
                      <a:ext uri="{FF2B5EF4-FFF2-40B4-BE49-F238E27FC236}">
                        <a16:creationId xmlns:a16="http://schemas.microsoft.com/office/drawing/2014/main" id="{BBF5995B-F484-4C33-A8A6-D1063E98251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9701464" y="3571876"/>
                    <a:ext cx="773113" cy="296863"/>
                  </a:xfrm>
                  <a:custGeom>
                    <a:avLst/>
                    <a:gdLst>
                      <a:gd name="T0" fmla="*/ 311 w 311"/>
                      <a:gd name="T1" fmla="*/ 106 h 119"/>
                      <a:gd name="T2" fmla="*/ 210 w 311"/>
                      <a:gd name="T3" fmla="*/ 106 h 119"/>
                      <a:gd name="T4" fmla="*/ 106 w 311"/>
                      <a:gd name="T5" fmla="*/ 2 h 119"/>
                      <a:gd name="T6" fmla="*/ 101 w 311"/>
                      <a:gd name="T7" fmla="*/ 0 h 119"/>
                      <a:gd name="T8" fmla="*/ 0 w 311"/>
                      <a:gd name="T9" fmla="*/ 0 h 119"/>
                      <a:gd name="T10" fmla="*/ 0 w 311"/>
                      <a:gd name="T11" fmla="*/ 13 h 119"/>
                      <a:gd name="T12" fmla="*/ 99 w 311"/>
                      <a:gd name="T13" fmla="*/ 13 h 119"/>
                      <a:gd name="T14" fmla="*/ 202 w 311"/>
                      <a:gd name="T15" fmla="*/ 117 h 119"/>
                      <a:gd name="T16" fmla="*/ 207 w 311"/>
                      <a:gd name="T17" fmla="*/ 119 h 119"/>
                      <a:gd name="T18" fmla="*/ 311 w 311"/>
                      <a:gd name="T19" fmla="*/ 119 h 119"/>
                      <a:gd name="T20" fmla="*/ 311 w 311"/>
                      <a:gd name="T21" fmla="*/ 106 h 1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311" h="119">
                        <a:moveTo>
                          <a:pt x="311" y="106"/>
                        </a:moveTo>
                        <a:cubicBezTo>
                          <a:pt x="210" y="106"/>
                          <a:pt x="210" y="106"/>
                          <a:pt x="210" y="106"/>
                        </a:cubicBezTo>
                        <a:cubicBezTo>
                          <a:pt x="106" y="2"/>
                          <a:pt x="106" y="2"/>
                          <a:pt x="106" y="2"/>
                        </a:cubicBezTo>
                        <a:cubicBezTo>
                          <a:pt x="105" y="1"/>
                          <a:pt x="103" y="0"/>
                          <a:pt x="10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13"/>
                          <a:pt x="0" y="13"/>
                          <a:pt x="0" y="13"/>
                        </a:cubicBezTo>
                        <a:cubicBezTo>
                          <a:pt x="99" y="13"/>
                          <a:pt x="99" y="13"/>
                          <a:pt x="99" y="13"/>
                        </a:cubicBezTo>
                        <a:cubicBezTo>
                          <a:pt x="202" y="117"/>
                          <a:pt x="202" y="117"/>
                          <a:pt x="202" y="117"/>
                        </a:cubicBezTo>
                        <a:cubicBezTo>
                          <a:pt x="203" y="118"/>
                          <a:pt x="205" y="119"/>
                          <a:pt x="207" y="119"/>
                        </a:cubicBezTo>
                        <a:cubicBezTo>
                          <a:pt x="311" y="119"/>
                          <a:pt x="311" y="119"/>
                          <a:pt x="311" y="119"/>
                        </a:cubicBezTo>
                        <a:lnTo>
                          <a:pt x="311" y="106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46" name="Freeform 18">
                    <a:extLst>
                      <a:ext uri="{FF2B5EF4-FFF2-40B4-BE49-F238E27FC236}">
                        <a16:creationId xmlns:a16="http://schemas.microsoft.com/office/drawing/2014/main" id="{048AD8EC-F792-4515-9034-CB1F878D33E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10222164" y="3825876"/>
                    <a:ext cx="509588" cy="287338"/>
                  </a:xfrm>
                  <a:custGeom>
                    <a:avLst/>
                    <a:gdLst>
                      <a:gd name="T0" fmla="*/ 101 w 205"/>
                      <a:gd name="T1" fmla="*/ 113 h 115"/>
                      <a:gd name="T2" fmla="*/ 205 w 205"/>
                      <a:gd name="T3" fmla="*/ 10 h 115"/>
                      <a:gd name="T4" fmla="*/ 195 w 205"/>
                      <a:gd name="T5" fmla="*/ 0 h 115"/>
                      <a:gd name="T6" fmla="*/ 94 w 205"/>
                      <a:gd name="T7" fmla="*/ 102 h 115"/>
                      <a:gd name="T8" fmla="*/ 0 w 205"/>
                      <a:gd name="T9" fmla="*/ 102 h 115"/>
                      <a:gd name="T10" fmla="*/ 0 w 205"/>
                      <a:gd name="T11" fmla="*/ 115 h 115"/>
                      <a:gd name="T12" fmla="*/ 96 w 205"/>
                      <a:gd name="T13" fmla="*/ 115 h 115"/>
                      <a:gd name="T14" fmla="*/ 101 w 205"/>
                      <a:gd name="T15" fmla="*/ 113 h 1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205" h="115">
                        <a:moveTo>
                          <a:pt x="101" y="113"/>
                        </a:moveTo>
                        <a:cubicBezTo>
                          <a:pt x="205" y="10"/>
                          <a:pt x="205" y="10"/>
                          <a:pt x="205" y="10"/>
                        </a:cubicBezTo>
                        <a:cubicBezTo>
                          <a:pt x="195" y="0"/>
                          <a:pt x="195" y="0"/>
                          <a:pt x="195" y="0"/>
                        </a:cubicBezTo>
                        <a:cubicBezTo>
                          <a:pt x="94" y="102"/>
                          <a:pt x="94" y="102"/>
                          <a:pt x="94" y="102"/>
                        </a:cubicBezTo>
                        <a:cubicBezTo>
                          <a:pt x="0" y="102"/>
                          <a:pt x="0" y="102"/>
                          <a:pt x="0" y="102"/>
                        </a:cubicBezTo>
                        <a:cubicBezTo>
                          <a:pt x="0" y="115"/>
                          <a:pt x="0" y="115"/>
                          <a:pt x="0" y="115"/>
                        </a:cubicBezTo>
                        <a:cubicBezTo>
                          <a:pt x="96" y="115"/>
                          <a:pt x="96" y="115"/>
                          <a:pt x="96" y="115"/>
                        </a:cubicBezTo>
                        <a:cubicBezTo>
                          <a:pt x="98" y="115"/>
                          <a:pt x="100" y="114"/>
                          <a:pt x="101" y="11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  <p:sp>
                <p:nvSpPr>
                  <p:cNvPr id="147" name="Freeform 19">
                    <a:extLst>
                      <a:ext uri="{FF2B5EF4-FFF2-40B4-BE49-F238E27FC236}">
                        <a16:creationId xmlns:a16="http://schemas.microsoft.com/office/drawing/2014/main" id="{DD279BC8-B86B-4FB9-872F-6A6ADD2BFE7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3595939" y="3570288"/>
                    <a:ext cx="779463" cy="260350"/>
                  </a:xfrm>
                  <a:custGeom>
                    <a:avLst/>
                    <a:gdLst>
                      <a:gd name="T0" fmla="*/ 304 w 313"/>
                      <a:gd name="T1" fmla="*/ 105 h 105"/>
                      <a:gd name="T2" fmla="*/ 313 w 313"/>
                      <a:gd name="T3" fmla="*/ 96 h 105"/>
                      <a:gd name="T4" fmla="*/ 218 w 313"/>
                      <a:gd name="T5" fmla="*/ 2 h 105"/>
                      <a:gd name="T6" fmla="*/ 214 w 313"/>
                      <a:gd name="T7" fmla="*/ 0 h 105"/>
                      <a:gd name="T8" fmla="*/ 0 w 313"/>
                      <a:gd name="T9" fmla="*/ 0 h 105"/>
                      <a:gd name="T10" fmla="*/ 0 w 313"/>
                      <a:gd name="T11" fmla="*/ 13 h 105"/>
                      <a:gd name="T12" fmla="*/ 211 w 313"/>
                      <a:gd name="T13" fmla="*/ 13 h 105"/>
                      <a:gd name="T14" fmla="*/ 304 w 313"/>
                      <a:gd name="T15" fmla="*/ 105 h 1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313" h="105">
                        <a:moveTo>
                          <a:pt x="304" y="105"/>
                        </a:moveTo>
                        <a:cubicBezTo>
                          <a:pt x="313" y="96"/>
                          <a:pt x="313" y="96"/>
                          <a:pt x="313" y="96"/>
                        </a:cubicBezTo>
                        <a:cubicBezTo>
                          <a:pt x="218" y="2"/>
                          <a:pt x="218" y="2"/>
                          <a:pt x="218" y="2"/>
                        </a:cubicBezTo>
                        <a:cubicBezTo>
                          <a:pt x="217" y="0"/>
                          <a:pt x="215" y="0"/>
                          <a:pt x="21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13"/>
                          <a:pt x="0" y="13"/>
                          <a:pt x="0" y="13"/>
                        </a:cubicBezTo>
                        <a:cubicBezTo>
                          <a:pt x="211" y="13"/>
                          <a:pt x="211" y="13"/>
                          <a:pt x="211" y="13"/>
                        </a:cubicBezTo>
                        <a:lnTo>
                          <a:pt x="304" y="105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392" tIns="45696" rIns="91392" bIns="45696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1799"/>
                  </a:p>
                </p:txBody>
              </p:sp>
            </p:grpSp>
            <p:grpSp>
              <p:nvGrpSpPr>
                <p:cNvPr id="29" name="Gruppieren 27">
                  <a:extLst>
                    <a:ext uri="{FF2B5EF4-FFF2-40B4-BE49-F238E27FC236}">
                      <a16:creationId xmlns:a16="http://schemas.microsoft.com/office/drawing/2014/main" id="{635CFC54-8DD4-4C52-B4CD-CCE5A6D2BE96}"/>
                    </a:ext>
                  </a:extLst>
                </p:cNvPr>
                <p:cNvGrpSpPr/>
                <p:nvPr/>
              </p:nvGrpSpPr>
              <p:grpSpPr bwMode="gray">
                <a:xfrm>
                  <a:off x="1001963" y="2490788"/>
                  <a:ext cx="10061576" cy="2686051"/>
                  <a:chOff x="1001963" y="2490788"/>
                  <a:chExt cx="10061576" cy="2686051"/>
                </a:xfrm>
                <a:solidFill>
                  <a:srgbClr val="0F8287"/>
                </a:solidFill>
              </p:grpSpPr>
              <p:grpSp>
                <p:nvGrpSpPr>
                  <p:cNvPr id="30" name="Gruppieren 28">
                    <a:extLst>
                      <a:ext uri="{FF2B5EF4-FFF2-40B4-BE49-F238E27FC236}">
                        <a16:creationId xmlns:a16="http://schemas.microsoft.com/office/drawing/2014/main" id="{6F646BBE-984F-4BAA-B0D0-1925A3ABC42C}"/>
                      </a:ext>
                    </a:extLst>
                  </p:cNvPr>
                  <p:cNvGrpSpPr/>
                  <p:nvPr/>
                </p:nvGrpSpPr>
                <p:grpSpPr bwMode="gray">
                  <a:xfrm>
                    <a:off x="7356726" y="2490788"/>
                    <a:ext cx="1904999" cy="628651"/>
                    <a:chOff x="7356726" y="2490788"/>
                    <a:chExt cx="1904999" cy="628651"/>
                  </a:xfrm>
                  <a:grpFill/>
                </p:grpSpPr>
                <p:sp>
                  <p:nvSpPr>
                    <p:cNvPr id="125" name="Oval 56">
                      <a:extLst>
                        <a:ext uri="{FF2B5EF4-FFF2-40B4-BE49-F238E27FC236}">
                          <a16:creationId xmlns:a16="http://schemas.microsoft.com/office/drawing/2014/main" id="{42C867F8-0A16-4279-AA70-171A47C0387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8125076" y="2765426"/>
                      <a:ext cx="101600" cy="101600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126" name="Oval 57">
                      <a:extLst>
                        <a:ext uri="{FF2B5EF4-FFF2-40B4-BE49-F238E27FC236}">
                          <a16:creationId xmlns:a16="http://schemas.microsoft.com/office/drawing/2014/main" id="{4FC5EF90-E31C-4994-A9E7-F412339CDEC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7869489" y="2765426"/>
                      <a:ext cx="104775" cy="101600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127" name="Oval 61">
                      <a:extLst>
                        <a:ext uri="{FF2B5EF4-FFF2-40B4-BE49-F238E27FC236}">
                          <a16:creationId xmlns:a16="http://schemas.microsoft.com/office/drawing/2014/main" id="{782D09A1-8BB5-41D1-8EFA-8F11895A003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7356726" y="3019426"/>
                      <a:ext cx="100013" cy="1000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128" name="Oval 62">
                      <a:extLst>
                        <a:ext uri="{FF2B5EF4-FFF2-40B4-BE49-F238E27FC236}">
                          <a16:creationId xmlns:a16="http://schemas.microsoft.com/office/drawing/2014/main" id="{DDDB3A4A-BA12-4B60-BFEE-152B64AEF05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7615489" y="2765426"/>
                      <a:ext cx="101600" cy="101600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129" name="Oval 66">
                      <a:extLst>
                        <a:ext uri="{FF2B5EF4-FFF2-40B4-BE49-F238E27FC236}">
                          <a16:creationId xmlns:a16="http://schemas.microsoft.com/office/drawing/2014/main" id="{82987557-EC97-48E5-A588-710E6CD8A68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9126788" y="2490789"/>
                      <a:ext cx="134937" cy="138112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130" name="Oval 67">
                      <a:extLst>
                        <a:ext uri="{FF2B5EF4-FFF2-40B4-BE49-F238E27FC236}">
                          <a16:creationId xmlns:a16="http://schemas.microsoft.com/office/drawing/2014/main" id="{A5A51448-6F87-41B4-A1DC-53B6622173C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8893426" y="2765426"/>
                      <a:ext cx="98425" cy="101600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131" name="Oval 68">
                      <a:extLst>
                        <a:ext uri="{FF2B5EF4-FFF2-40B4-BE49-F238E27FC236}">
                          <a16:creationId xmlns:a16="http://schemas.microsoft.com/office/drawing/2014/main" id="{8AC25EBA-6115-40D5-9948-6B8A4C0BDBF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8609264" y="2490788"/>
                      <a:ext cx="136525" cy="1381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132" name="Oval 69">
                      <a:extLst>
                        <a:ext uri="{FF2B5EF4-FFF2-40B4-BE49-F238E27FC236}">
                          <a16:creationId xmlns:a16="http://schemas.microsoft.com/office/drawing/2014/main" id="{392B15A2-56C2-4156-8524-C3658CD4D04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8371139" y="2490788"/>
                      <a:ext cx="134938" cy="1381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</p:grpSp>
              <p:grpSp>
                <p:nvGrpSpPr>
                  <p:cNvPr id="31" name="Gruppieren 29">
                    <a:extLst>
                      <a:ext uri="{FF2B5EF4-FFF2-40B4-BE49-F238E27FC236}">
                        <a16:creationId xmlns:a16="http://schemas.microsoft.com/office/drawing/2014/main" id="{1268826A-AD63-4927-8588-60D0FBEBF3E0}"/>
                      </a:ext>
                    </a:extLst>
                  </p:cNvPr>
                  <p:cNvGrpSpPr/>
                  <p:nvPr/>
                </p:nvGrpSpPr>
                <p:grpSpPr bwMode="gray">
                  <a:xfrm>
                    <a:off x="7853614" y="3019426"/>
                    <a:ext cx="873125" cy="376238"/>
                    <a:chOff x="7853614" y="3019426"/>
                    <a:chExt cx="873125" cy="376238"/>
                  </a:xfrm>
                  <a:grpFill/>
                </p:grpSpPr>
                <p:sp>
                  <p:nvSpPr>
                    <p:cNvPr id="121" name="Oval 58">
                      <a:extLst>
                        <a:ext uri="{FF2B5EF4-FFF2-40B4-BE49-F238E27FC236}">
                          <a16:creationId xmlns:a16="http://schemas.microsoft.com/office/drawing/2014/main" id="{E34540A5-4355-485B-98E3-7F0CAB8058C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8125076" y="3019426"/>
                      <a:ext cx="101600" cy="1000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122" name="Oval 59">
                      <a:extLst>
                        <a:ext uri="{FF2B5EF4-FFF2-40B4-BE49-F238E27FC236}">
                          <a16:creationId xmlns:a16="http://schemas.microsoft.com/office/drawing/2014/main" id="{E7986BDC-A467-4213-9F5A-4A4A50C50B9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8388601" y="3019426"/>
                      <a:ext cx="101600" cy="1000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123" name="Oval 60">
                      <a:extLst>
                        <a:ext uri="{FF2B5EF4-FFF2-40B4-BE49-F238E27FC236}">
                          <a16:creationId xmlns:a16="http://schemas.microsoft.com/office/drawing/2014/main" id="{A2D807AD-41CC-4AB2-B950-CD27C40C5AD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8626726" y="3019426"/>
                      <a:ext cx="100013" cy="1000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124" name="Oval 70">
                      <a:extLst>
                        <a:ext uri="{FF2B5EF4-FFF2-40B4-BE49-F238E27FC236}">
                          <a16:creationId xmlns:a16="http://schemas.microsoft.com/office/drawing/2014/main" id="{DB503A5F-8C93-45B7-9112-F56C45AC642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7853614" y="3260726"/>
                      <a:ext cx="134938" cy="134938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</p:grpSp>
              <p:grpSp>
                <p:nvGrpSpPr>
                  <p:cNvPr id="32" name="Gruppieren 30">
                    <a:extLst>
                      <a:ext uri="{FF2B5EF4-FFF2-40B4-BE49-F238E27FC236}">
                        <a16:creationId xmlns:a16="http://schemas.microsoft.com/office/drawing/2014/main" id="{FD2D44C8-5E6D-400A-9985-4405D5FB931E}"/>
                      </a:ext>
                    </a:extLst>
                  </p:cNvPr>
                  <p:cNvGrpSpPr/>
                  <p:nvPr/>
                </p:nvGrpSpPr>
                <p:grpSpPr bwMode="gray">
                  <a:xfrm>
                    <a:off x="5058026" y="4281488"/>
                    <a:ext cx="3448051" cy="895351"/>
                    <a:chOff x="5058026" y="4281488"/>
                    <a:chExt cx="3448051" cy="895351"/>
                  </a:xfrm>
                  <a:grpFill/>
                </p:grpSpPr>
                <p:sp>
                  <p:nvSpPr>
                    <p:cNvPr id="107" name="Oval 121">
                      <a:extLst>
                        <a:ext uri="{FF2B5EF4-FFF2-40B4-BE49-F238E27FC236}">
                          <a16:creationId xmlns:a16="http://schemas.microsoft.com/office/drawing/2014/main" id="{BBB644A1-8D15-454B-B0EE-9341B405948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8125076" y="4806951"/>
                      <a:ext cx="101600" cy="1000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108" name="Oval 123">
                      <a:extLst>
                        <a:ext uri="{FF2B5EF4-FFF2-40B4-BE49-F238E27FC236}">
                          <a16:creationId xmlns:a16="http://schemas.microsoft.com/office/drawing/2014/main" id="{683D176F-CF35-480F-96C3-C0E28D4C219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7356726" y="4552951"/>
                      <a:ext cx="100013" cy="1000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109" name="Oval 124">
                      <a:extLst>
                        <a:ext uri="{FF2B5EF4-FFF2-40B4-BE49-F238E27FC236}">
                          <a16:creationId xmlns:a16="http://schemas.microsoft.com/office/drawing/2014/main" id="{5A25EC64-3D30-45BB-A271-A102D08793E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7105901" y="4552951"/>
                      <a:ext cx="101600" cy="1000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110" name="Oval 125">
                      <a:extLst>
                        <a:ext uri="{FF2B5EF4-FFF2-40B4-BE49-F238E27FC236}">
                          <a16:creationId xmlns:a16="http://schemas.microsoft.com/office/drawing/2014/main" id="{AB2815DC-AF89-4CEA-BC34-E33F179B1E6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6850314" y="4552951"/>
                      <a:ext cx="98425" cy="1000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111" name="Oval 126">
                      <a:extLst>
                        <a:ext uri="{FF2B5EF4-FFF2-40B4-BE49-F238E27FC236}">
                          <a16:creationId xmlns:a16="http://schemas.microsoft.com/office/drawing/2014/main" id="{E449ACA5-EE44-40DD-99D5-6982907B398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5840664" y="4298951"/>
                      <a:ext cx="101600" cy="1000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112" name="Oval 127">
                      <a:extLst>
                        <a:ext uri="{FF2B5EF4-FFF2-40B4-BE49-F238E27FC236}">
                          <a16:creationId xmlns:a16="http://schemas.microsoft.com/office/drawing/2014/main" id="{3A90DAD9-4B65-4E0C-B3F3-8D948602DF0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5581901" y="4552951"/>
                      <a:ext cx="100013" cy="1000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113" name="Oval 128">
                      <a:extLst>
                        <a:ext uri="{FF2B5EF4-FFF2-40B4-BE49-F238E27FC236}">
                          <a16:creationId xmlns:a16="http://schemas.microsoft.com/office/drawing/2014/main" id="{6C6F8436-1119-42D0-9064-6CA32D80C20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5342189" y="4806951"/>
                      <a:ext cx="101600" cy="1000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114" name="Oval 129">
                      <a:extLst>
                        <a:ext uri="{FF2B5EF4-FFF2-40B4-BE49-F238E27FC236}">
                          <a16:creationId xmlns:a16="http://schemas.microsoft.com/office/drawing/2014/main" id="{17259F5A-AB9A-4A88-B090-852A079BFE3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8371139" y="5038726"/>
                      <a:ext cx="134938" cy="1381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115" name="Oval 132">
                      <a:extLst>
                        <a:ext uri="{FF2B5EF4-FFF2-40B4-BE49-F238E27FC236}">
                          <a16:creationId xmlns:a16="http://schemas.microsoft.com/office/drawing/2014/main" id="{AC3C40B5-81F1-450A-8AA0-55D05AB0C63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7598026" y="4789488"/>
                      <a:ext cx="134938" cy="1381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116" name="Oval 133">
                      <a:extLst>
                        <a:ext uri="{FF2B5EF4-FFF2-40B4-BE49-F238E27FC236}">
                          <a16:creationId xmlns:a16="http://schemas.microsoft.com/office/drawing/2014/main" id="{81A7396E-97F8-4FB5-BB98-2A0A7799CF2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7853614" y="4535488"/>
                      <a:ext cx="134938" cy="134938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117" name="Oval 134">
                      <a:extLst>
                        <a:ext uri="{FF2B5EF4-FFF2-40B4-BE49-F238E27FC236}">
                          <a16:creationId xmlns:a16="http://schemas.microsoft.com/office/drawing/2014/main" id="{913D6433-B1E0-49B3-98FC-C93AFC42B8C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6331201" y="4281488"/>
                      <a:ext cx="133350" cy="1381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118" name="Oval 135">
                      <a:extLst>
                        <a:ext uri="{FF2B5EF4-FFF2-40B4-BE49-F238E27FC236}">
                          <a16:creationId xmlns:a16="http://schemas.microsoft.com/office/drawing/2014/main" id="{880620D2-8672-4006-A787-9E8D52EC69C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6583614" y="4281488"/>
                      <a:ext cx="134938" cy="1381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119" name="Oval 136">
                      <a:extLst>
                        <a:ext uri="{FF2B5EF4-FFF2-40B4-BE49-F238E27FC236}">
                          <a16:creationId xmlns:a16="http://schemas.microsoft.com/office/drawing/2014/main" id="{39B00AE6-24AB-4D32-9F02-B21F89F4DA3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6077201" y="4281488"/>
                      <a:ext cx="136525" cy="1381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120" name="Oval 137">
                      <a:extLst>
                        <a:ext uri="{FF2B5EF4-FFF2-40B4-BE49-F238E27FC236}">
                          <a16:creationId xmlns:a16="http://schemas.microsoft.com/office/drawing/2014/main" id="{7417C99F-DA13-436F-A273-451821EFA2C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5058026" y="4535488"/>
                      <a:ext cx="136525" cy="134938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</p:grpSp>
              <p:grpSp>
                <p:nvGrpSpPr>
                  <p:cNvPr id="33" name="Gruppieren 31">
                    <a:extLst>
                      <a:ext uri="{FF2B5EF4-FFF2-40B4-BE49-F238E27FC236}">
                        <a16:creationId xmlns:a16="http://schemas.microsoft.com/office/drawing/2014/main" id="{00DFFEEA-7C7E-4556-B500-14D3DD4AA2E4}"/>
                      </a:ext>
                    </a:extLst>
                  </p:cNvPr>
                  <p:cNvGrpSpPr/>
                  <p:nvPr/>
                </p:nvGrpSpPr>
                <p:grpSpPr bwMode="gray">
                  <a:xfrm>
                    <a:off x="3549901" y="3535363"/>
                    <a:ext cx="869951" cy="354013"/>
                    <a:chOff x="3549901" y="3535363"/>
                    <a:chExt cx="869951" cy="354013"/>
                  </a:xfrm>
                  <a:grpFill/>
                </p:grpSpPr>
                <p:sp>
                  <p:nvSpPr>
                    <p:cNvPr id="103" name="Oval 160">
                      <a:extLst>
                        <a:ext uri="{FF2B5EF4-FFF2-40B4-BE49-F238E27FC236}">
                          <a16:creationId xmlns:a16="http://schemas.microsoft.com/office/drawing/2014/main" id="{0C6B9721-C120-4EFA-B499-D216ECA3191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4319839" y="3789363"/>
                      <a:ext cx="100013" cy="1000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104" name="Oval 161">
                      <a:extLst>
                        <a:ext uri="{FF2B5EF4-FFF2-40B4-BE49-F238E27FC236}">
                          <a16:creationId xmlns:a16="http://schemas.microsoft.com/office/drawing/2014/main" id="{761409CB-5821-4E47-AC38-AA431857E69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4065839" y="3535363"/>
                      <a:ext cx="100013" cy="101600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105" name="Oval 162">
                      <a:extLst>
                        <a:ext uri="{FF2B5EF4-FFF2-40B4-BE49-F238E27FC236}">
                          <a16:creationId xmlns:a16="http://schemas.microsoft.com/office/drawing/2014/main" id="{DE9B7129-C38E-41E3-BBCB-D820B0ABCB7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3808664" y="3535363"/>
                      <a:ext cx="98425" cy="101600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106" name="Oval 164">
                      <a:extLst>
                        <a:ext uri="{FF2B5EF4-FFF2-40B4-BE49-F238E27FC236}">
                          <a16:creationId xmlns:a16="http://schemas.microsoft.com/office/drawing/2014/main" id="{B9C46FA3-851A-4934-B0E1-D56A1C5B92B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3549901" y="3535363"/>
                      <a:ext cx="103188" cy="101600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</p:grpSp>
              <p:grpSp>
                <p:nvGrpSpPr>
                  <p:cNvPr id="34" name="Gruppieren 32">
                    <a:extLst>
                      <a:ext uri="{FF2B5EF4-FFF2-40B4-BE49-F238E27FC236}">
                        <a16:creationId xmlns:a16="http://schemas.microsoft.com/office/drawing/2014/main" id="{1DB2461C-6B6D-47D0-98AE-C6DDAC6EF25F}"/>
                      </a:ext>
                    </a:extLst>
                  </p:cNvPr>
                  <p:cNvGrpSpPr/>
                  <p:nvPr/>
                </p:nvGrpSpPr>
                <p:grpSpPr bwMode="gray">
                  <a:xfrm>
                    <a:off x="2276726" y="4281488"/>
                    <a:ext cx="2663825" cy="895351"/>
                    <a:chOff x="2276726" y="4281488"/>
                    <a:chExt cx="2663825" cy="895351"/>
                  </a:xfrm>
                  <a:grpFill/>
                </p:grpSpPr>
                <p:sp>
                  <p:nvSpPr>
                    <p:cNvPr id="94" name="Oval 159">
                      <a:extLst>
                        <a:ext uri="{FF2B5EF4-FFF2-40B4-BE49-F238E27FC236}">
                          <a16:creationId xmlns:a16="http://schemas.microsoft.com/office/drawing/2014/main" id="{A8E92B1B-2658-485A-B04B-FC94994FD09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3549901" y="5059363"/>
                      <a:ext cx="103188" cy="1000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95" name="Oval 163">
                      <a:extLst>
                        <a:ext uri="{FF2B5EF4-FFF2-40B4-BE49-F238E27FC236}">
                          <a16:creationId xmlns:a16="http://schemas.microsoft.com/office/drawing/2014/main" id="{4A14DED1-241B-4FA8-BECA-67786DB207C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3808664" y="4806951"/>
                      <a:ext cx="98425" cy="1000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96" name="Oval 165">
                      <a:extLst>
                        <a:ext uri="{FF2B5EF4-FFF2-40B4-BE49-F238E27FC236}">
                          <a16:creationId xmlns:a16="http://schemas.microsoft.com/office/drawing/2014/main" id="{2066F717-F3B5-4285-BCC8-D6418D6D270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3300664" y="4806951"/>
                      <a:ext cx="100013" cy="1000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97" name="Oval 167">
                      <a:extLst>
                        <a:ext uri="{FF2B5EF4-FFF2-40B4-BE49-F238E27FC236}">
                          <a16:creationId xmlns:a16="http://schemas.microsoft.com/office/drawing/2014/main" id="{E2C14144-C54C-45F5-86C7-2FC22B51FE1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4804026" y="4281488"/>
                      <a:ext cx="136525" cy="1381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98" name="Oval 168">
                      <a:extLst>
                        <a:ext uri="{FF2B5EF4-FFF2-40B4-BE49-F238E27FC236}">
                          <a16:creationId xmlns:a16="http://schemas.microsoft.com/office/drawing/2014/main" id="{4B7887D0-949F-4F9E-978C-FCE14FAE6F6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4048376" y="5038726"/>
                      <a:ext cx="134938" cy="1381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99" name="Oval 171">
                      <a:extLst>
                        <a:ext uri="{FF2B5EF4-FFF2-40B4-BE49-F238E27FC236}">
                          <a16:creationId xmlns:a16="http://schemas.microsoft.com/office/drawing/2014/main" id="{E4D66B0A-21CD-4AF7-9C48-5971615DB7A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3027614" y="4789488"/>
                      <a:ext cx="133350" cy="1381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100" name="Oval 174">
                      <a:extLst>
                        <a:ext uri="{FF2B5EF4-FFF2-40B4-BE49-F238E27FC236}">
                          <a16:creationId xmlns:a16="http://schemas.microsoft.com/office/drawing/2014/main" id="{FFEC6F3A-D359-4C34-83FF-D35715A3BE4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2773614" y="4789488"/>
                      <a:ext cx="134938" cy="1381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101" name="Oval 175">
                      <a:extLst>
                        <a:ext uri="{FF2B5EF4-FFF2-40B4-BE49-F238E27FC236}">
                          <a16:creationId xmlns:a16="http://schemas.microsoft.com/office/drawing/2014/main" id="{6A08D1FC-6EA4-4424-856A-F6E1B284FA1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2530726" y="4789488"/>
                      <a:ext cx="136525" cy="1381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102" name="Oval 225">
                      <a:extLst>
                        <a:ext uri="{FF2B5EF4-FFF2-40B4-BE49-F238E27FC236}">
                          <a16:creationId xmlns:a16="http://schemas.microsoft.com/office/drawing/2014/main" id="{80A82197-BC6A-4BBF-9C52-14D9EB46763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2276726" y="5059363"/>
                      <a:ext cx="104775" cy="1000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</p:grpSp>
              <p:grpSp>
                <p:nvGrpSpPr>
                  <p:cNvPr id="35" name="Gruppieren 33">
                    <a:extLst>
                      <a:ext uri="{FF2B5EF4-FFF2-40B4-BE49-F238E27FC236}">
                        <a16:creationId xmlns:a16="http://schemas.microsoft.com/office/drawing/2014/main" id="{90D23C51-06B3-4AA2-9103-C28F747AF000}"/>
                      </a:ext>
                    </a:extLst>
                  </p:cNvPr>
                  <p:cNvGrpSpPr/>
                  <p:nvPr/>
                </p:nvGrpSpPr>
                <p:grpSpPr bwMode="gray">
                  <a:xfrm>
                    <a:off x="2548188" y="3260726"/>
                    <a:ext cx="869951" cy="393700"/>
                    <a:chOff x="2548188" y="3260726"/>
                    <a:chExt cx="869951" cy="393700"/>
                  </a:xfrm>
                  <a:grpFill/>
                </p:grpSpPr>
                <p:sp>
                  <p:nvSpPr>
                    <p:cNvPr id="90" name="Oval 154">
                      <a:extLst>
                        <a:ext uri="{FF2B5EF4-FFF2-40B4-BE49-F238E27FC236}">
                          <a16:creationId xmlns:a16="http://schemas.microsoft.com/office/drawing/2014/main" id="{EFC18AD6-E245-43B2-B82F-6141E947F4F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3283201" y="3260726"/>
                      <a:ext cx="134938" cy="134938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91" name="Oval 166">
                      <a:extLst>
                        <a:ext uri="{FF2B5EF4-FFF2-40B4-BE49-F238E27FC236}">
                          <a16:creationId xmlns:a16="http://schemas.microsoft.com/office/drawing/2014/main" id="{0EC6F786-32B8-4140-8703-EC18CAA2A7B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3045076" y="3278188"/>
                      <a:ext cx="100013" cy="103188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92" name="Oval 172">
                      <a:extLst>
                        <a:ext uri="{FF2B5EF4-FFF2-40B4-BE49-F238E27FC236}">
                          <a16:creationId xmlns:a16="http://schemas.microsoft.com/office/drawing/2014/main" id="{A058A2A6-22C3-493D-9B17-94E58A4C6BD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2773614" y="3519488"/>
                      <a:ext cx="134938" cy="134938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93" name="Oval 227">
                      <a:extLst>
                        <a:ext uri="{FF2B5EF4-FFF2-40B4-BE49-F238E27FC236}">
                          <a16:creationId xmlns:a16="http://schemas.microsoft.com/office/drawing/2014/main" id="{6ED69C42-B17C-4898-B561-B1D3FAEC7E7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2548188" y="3535363"/>
                      <a:ext cx="98425" cy="101600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</p:grpSp>
              <p:grpSp>
                <p:nvGrpSpPr>
                  <p:cNvPr id="36" name="Gruppieren 34">
                    <a:extLst>
                      <a:ext uri="{FF2B5EF4-FFF2-40B4-BE49-F238E27FC236}">
                        <a16:creationId xmlns:a16="http://schemas.microsoft.com/office/drawing/2014/main" id="{234E664A-6F04-4A5E-9DE5-16B2B78271F5}"/>
                      </a:ext>
                    </a:extLst>
                  </p:cNvPr>
                  <p:cNvGrpSpPr/>
                  <p:nvPr/>
                </p:nvGrpSpPr>
                <p:grpSpPr bwMode="gray">
                  <a:xfrm>
                    <a:off x="1001963" y="3278188"/>
                    <a:ext cx="614363" cy="611188"/>
                    <a:chOff x="1001963" y="3278188"/>
                    <a:chExt cx="614363" cy="611188"/>
                  </a:xfrm>
                  <a:grpFill/>
                </p:grpSpPr>
                <p:sp>
                  <p:nvSpPr>
                    <p:cNvPr id="86" name="Oval 233">
                      <a:extLst>
                        <a:ext uri="{FF2B5EF4-FFF2-40B4-BE49-F238E27FC236}">
                          <a16:creationId xmlns:a16="http://schemas.microsoft.com/office/drawing/2014/main" id="{2ADEFB51-6965-4AE5-8965-FD7DB5E1921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1513138" y="3278188"/>
                      <a:ext cx="103188" cy="103188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87" name="Oval 234">
                      <a:extLst>
                        <a:ext uri="{FF2B5EF4-FFF2-40B4-BE49-F238E27FC236}">
                          <a16:creationId xmlns:a16="http://schemas.microsoft.com/office/drawing/2014/main" id="{B140C089-0E42-4856-B699-186BC8CF488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1257551" y="3535363"/>
                      <a:ext cx="100013" cy="101600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88" name="Oval 235">
                      <a:extLst>
                        <a:ext uri="{FF2B5EF4-FFF2-40B4-BE49-F238E27FC236}">
                          <a16:creationId xmlns:a16="http://schemas.microsoft.com/office/drawing/2014/main" id="{539B08BA-3E87-4E69-8641-ABED0EADDB9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1257551" y="3789363"/>
                      <a:ext cx="100013" cy="1000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89" name="Oval 237">
                      <a:extLst>
                        <a:ext uri="{FF2B5EF4-FFF2-40B4-BE49-F238E27FC236}">
                          <a16:creationId xmlns:a16="http://schemas.microsoft.com/office/drawing/2014/main" id="{1FC22585-45A5-4E49-8937-402B2353A9A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1001963" y="3789363"/>
                      <a:ext cx="101600" cy="1000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</p:grpSp>
              <p:grpSp>
                <p:nvGrpSpPr>
                  <p:cNvPr id="37" name="Gruppieren 35">
                    <a:extLst>
                      <a:ext uri="{FF2B5EF4-FFF2-40B4-BE49-F238E27FC236}">
                        <a16:creationId xmlns:a16="http://schemas.microsoft.com/office/drawing/2014/main" id="{5C62E257-2365-4B86-87CA-2E1FCB8FC4C7}"/>
                      </a:ext>
                    </a:extLst>
                  </p:cNvPr>
                  <p:cNvGrpSpPr/>
                  <p:nvPr/>
                </p:nvGrpSpPr>
                <p:grpSpPr bwMode="gray">
                  <a:xfrm>
                    <a:off x="1771901" y="3789363"/>
                    <a:ext cx="1646238" cy="630238"/>
                    <a:chOff x="1771901" y="3789363"/>
                    <a:chExt cx="1646238" cy="630238"/>
                  </a:xfrm>
                  <a:grpFill/>
                </p:grpSpPr>
                <p:sp>
                  <p:nvSpPr>
                    <p:cNvPr id="79" name="Oval 169">
                      <a:extLst>
                        <a:ext uri="{FF2B5EF4-FFF2-40B4-BE49-F238E27FC236}">
                          <a16:creationId xmlns:a16="http://schemas.microsoft.com/office/drawing/2014/main" id="{ADA48354-0863-44A1-B1BE-3A7D788059D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3283201" y="4281488"/>
                      <a:ext cx="134938" cy="1381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80" name="Oval 170">
                      <a:extLst>
                        <a:ext uri="{FF2B5EF4-FFF2-40B4-BE49-F238E27FC236}">
                          <a16:creationId xmlns:a16="http://schemas.microsoft.com/office/drawing/2014/main" id="{A051842A-959E-465D-B724-24B1DB99627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3027614" y="4281488"/>
                      <a:ext cx="133350" cy="1381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81" name="Oval 173">
                      <a:extLst>
                        <a:ext uri="{FF2B5EF4-FFF2-40B4-BE49-F238E27FC236}">
                          <a16:creationId xmlns:a16="http://schemas.microsoft.com/office/drawing/2014/main" id="{9FF8FD63-49DD-4B80-B817-A67C2B6F16B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2773614" y="4281488"/>
                      <a:ext cx="134938" cy="1381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82" name="Oval 228">
                      <a:extLst>
                        <a:ext uri="{FF2B5EF4-FFF2-40B4-BE49-F238E27FC236}">
                          <a16:creationId xmlns:a16="http://schemas.microsoft.com/office/drawing/2014/main" id="{F7923E96-A0A0-4197-BD2E-D742351011A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2035426" y="3789363"/>
                      <a:ext cx="100013" cy="1000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83" name="Oval 229">
                      <a:extLst>
                        <a:ext uri="{FF2B5EF4-FFF2-40B4-BE49-F238E27FC236}">
                          <a16:creationId xmlns:a16="http://schemas.microsoft.com/office/drawing/2014/main" id="{0C8BABC0-8E48-41E7-BAF6-BDF7390C9B3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1771901" y="3789363"/>
                      <a:ext cx="100013" cy="1000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84" name="Oval 239">
                      <a:extLst>
                        <a:ext uri="{FF2B5EF4-FFF2-40B4-BE49-F238E27FC236}">
                          <a16:creationId xmlns:a16="http://schemas.microsoft.com/office/drawing/2014/main" id="{51F5F680-75D9-4A32-8921-47419F00BF2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2530726" y="4027488"/>
                      <a:ext cx="136525" cy="134938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85" name="Oval 241">
                      <a:extLst>
                        <a:ext uri="{FF2B5EF4-FFF2-40B4-BE49-F238E27FC236}">
                          <a16:creationId xmlns:a16="http://schemas.microsoft.com/office/drawing/2014/main" id="{25076B63-4E1D-465F-A240-B90D80BF274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2262438" y="4027488"/>
                      <a:ext cx="133350" cy="134938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</p:grpSp>
              <p:grpSp>
                <p:nvGrpSpPr>
                  <p:cNvPr id="38" name="Gruppieren 36">
                    <a:extLst>
                      <a:ext uri="{FF2B5EF4-FFF2-40B4-BE49-F238E27FC236}">
                        <a16:creationId xmlns:a16="http://schemas.microsoft.com/office/drawing/2014/main" id="{4C972BB0-4D7B-4A65-B2BE-D0734AD975FE}"/>
                      </a:ext>
                    </a:extLst>
                  </p:cNvPr>
                  <p:cNvGrpSpPr/>
                  <p:nvPr/>
                </p:nvGrpSpPr>
                <p:grpSpPr bwMode="gray">
                  <a:xfrm>
                    <a:off x="1497263" y="2765426"/>
                    <a:ext cx="1149350" cy="889000"/>
                    <a:chOff x="1497263" y="2765426"/>
                    <a:chExt cx="1149350" cy="889000"/>
                  </a:xfrm>
                  <a:grpFill/>
                </p:grpSpPr>
                <p:sp>
                  <p:nvSpPr>
                    <p:cNvPr id="74" name="Oval 226">
                      <a:extLst>
                        <a:ext uri="{FF2B5EF4-FFF2-40B4-BE49-F238E27FC236}">
                          <a16:creationId xmlns:a16="http://schemas.microsoft.com/office/drawing/2014/main" id="{625D2ACE-D19D-4E6B-921D-A3C71BBE7CD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2548188" y="2765426"/>
                      <a:ext cx="98425" cy="101600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75" name="Oval 230">
                      <a:extLst>
                        <a:ext uri="{FF2B5EF4-FFF2-40B4-BE49-F238E27FC236}">
                          <a16:creationId xmlns:a16="http://schemas.microsoft.com/office/drawing/2014/main" id="{E4F370F2-BAE5-4A03-9C71-17E1779FCFC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1771901" y="3278188"/>
                      <a:ext cx="100013" cy="103188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76" name="Oval 240">
                      <a:extLst>
                        <a:ext uri="{FF2B5EF4-FFF2-40B4-BE49-F238E27FC236}">
                          <a16:creationId xmlns:a16="http://schemas.microsoft.com/office/drawing/2014/main" id="{AEBB8A25-3172-4D54-9543-99FCA55B75E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2262438" y="3001963"/>
                      <a:ext cx="133350" cy="136525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77" name="Oval 242">
                      <a:extLst>
                        <a:ext uri="{FF2B5EF4-FFF2-40B4-BE49-F238E27FC236}">
                          <a16:creationId xmlns:a16="http://schemas.microsoft.com/office/drawing/2014/main" id="{DD805A62-DF14-4DD5-A877-831215FBBAA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2017963" y="3001963"/>
                      <a:ext cx="131763" cy="136525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78" name="Oval 244">
                      <a:extLst>
                        <a:ext uri="{FF2B5EF4-FFF2-40B4-BE49-F238E27FC236}">
                          <a16:creationId xmlns:a16="http://schemas.microsoft.com/office/drawing/2014/main" id="{1FBFDE6C-B485-4386-9D83-A15A2D9D7F7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1497263" y="3519488"/>
                      <a:ext cx="133350" cy="134938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</p:grpSp>
              <p:grpSp>
                <p:nvGrpSpPr>
                  <p:cNvPr id="39" name="Gruppieren 37">
                    <a:extLst>
                      <a:ext uri="{FF2B5EF4-FFF2-40B4-BE49-F238E27FC236}">
                        <a16:creationId xmlns:a16="http://schemas.microsoft.com/office/drawing/2014/main" id="{0DD65BE3-15AE-46C6-AA91-17B89FCD3C34}"/>
                      </a:ext>
                    </a:extLst>
                  </p:cNvPr>
                  <p:cNvGrpSpPr/>
                  <p:nvPr/>
                </p:nvGrpSpPr>
                <p:grpSpPr bwMode="gray">
                  <a:xfrm>
                    <a:off x="1001963" y="4043363"/>
                    <a:ext cx="1147763" cy="627063"/>
                    <a:chOff x="1001963" y="4043363"/>
                    <a:chExt cx="1147763" cy="627063"/>
                  </a:xfrm>
                  <a:grpFill/>
                </p:grpSpPr>
                <p:sp>
                  <p:nvSpPr>
                    <p:cNvPr id="68" name="Oval 231">
                      <a:extLst>
                        <a:ext uri="{FF2B5EF4-FFF2-40B4-BE49-F238E27FC236}">
                          <a16:creationId xmlns:a16="http://schemas.microsoft.com/office/drawing/2014/main" id="{A3A3455E-6AA2-4800-9816-B3D9346A306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1771901" y="4552951"/>
                      <a:ext cx="100013" cy="1000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69" name="Oval 232">
                      <a:extLst>
                        <a:ext uri="{FF2B5EF4-FFF2-40B4-BE49-F238E27FC236}">
                          <a16:creationId xmlns:a16="http://schemas.microsoft.com/office/drawing/2014/main" id="{0C2B95EE-5782-4879-873F-EE43985570D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1513138" y="4552951"/>
                      <a:ext cx="103188" cy="1000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70" name="Oval 236">
                      <a:extLst>
                        <a:ext uri="{FF2B5EF4-FFF2-40B4-BE49-F238E27FC236}">
                          <a16:creationId xmlns:a16="http://schemas.microsoft.com/office/drawing/2014/main" id="{4854CFCA-DC96-4365-81B9-C59C9A9284A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1257551" y="4298951"/>
                      <a:ext cx="100013" cy="1000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71" name="Oval 238">
                      <a:extLst>
                        <a:ext uri="{FF2B5EF4-FFF2-40B4-BE49-F238E27FC236}">
                          <a16:creationId xmlns:a16="http://schemas.microsoft.com/office/drawing/2014/main" id="{7EBA2BF2-1440-4357-94F9-B5C5CA29C23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1001963" y="4043363"/>
                      <a:ext cx="101600" cy="104775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72" name="Oval 243">
                      <a:extLst>
                        <a:ext uri="{FF2B5EF4-FFF2-40B4-BE49-F238E27FC236}">
                          <a16:creationId xmlns:a16="http://schemas.microsoft.com/office/drawing/2014/main" id="{154ACAA0-ED76-4446-8414-69A36C489CA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2017963" y="4535488"/>
                      <a:ext cx="131763" cy="134938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73" name="Oval 245">
                      <a:extLst>
                        <a:ext uri="{FF2B5EF4-FFF2-40B4-BE49-F238E27FC236}">
                          <a16:creationId xmlns:a16="http://schemas.microsoft.com/office/drawing/2014/main" id="{D42516D8-DA7D-4240-98B0-6C88000C9E3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1497263" y="4281488"/>
                      <a:ext cx="133350" cy="1381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</p:grpSp>
              <p:grpSp>
                <p:nvGrpSpPr>
                  <p:cNvPr id="40" name="Gruppieren 38">
                    <a:extLst>
                      <a:ext uri="{FF2B5EF4-FFF2-40B4-BE49-F238E27FC236}">
                        <a16:creationId xmlns:a16="http://schemas.microsoft.com/office/drawing/2014/main" id="{20714533-FEE0-4BE2-920B-47131CCBE643}"/>
                      </a:ext>
                    </a:extLst>
                  </p:cNvPr>
                  <p:cNvGrpSpPr/>
                  <p:nvPr/>
                </p:nvGrpSpPr>
                <p:grpSpPr bwMode="gray">
                  <a:xfrm>
                    <a:off x="7869489" y="4281488"/>
                    <a:ext cx="1122362" cy="388938"/>
                    <a:chOff x="7869489" y="4281488"/>
                    <a:chExt cx="1122362" cy="388938"/>
                  </a:xfrm>
                  <a:grpFill/>
                </p:grpSpPr>
                <p:sp>
                  <p:nvSpPr>
                    <p:cNvPr id="63" name="Oval 98">
                      <a:extLst>
                        <a:ext uri="{FF2B5EF4-FFF2-40B4-BE49-F238E27FC236}">
                          <a16:creationId xmlns:a16="http://schemas.microsoft.com/office/drawing/2014/main" id="{26081219-BE58-4EEA-BD54-C9B57DA7BA5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8609264" y="4535488"/>
                      <a:ext cx="136525" cy="134938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64" name="Oval 122">
                      <a:extLst>
                        <a:ext uri="{FF2B5EF4-FFF2-40B4-BE49-F238E27FC236}">
                          <a16:creationId xmlns:a16="http://schemas.microsoft.com/office/drawing/2014/main" id="{38481382-9B52-4E6B-9C01-A0271F22ED8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7869489" y="4298951"/>
                      <a:ext cx="104775" cy="1000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65" name="Oval 130">
                      <a:extLst>
                        <a:ext uri="{FF2B5EF4-FFF2-40B4-BE49-F238E27FC236}">
                          <a16:creationId xmlns:a16="http://schemas.microsoft.com/office/drawing/2014/main" id="{00AB27B1-6F5F-44D4-B953-5148DBC4145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8371139" y="4281488"/>
                      <a:ext cx="134938" cy="1381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66" name="Oval 131">
                      <a:extLst>
                        <a:ext uri="{FF2B5EF4-FFF2-40B4-BE49-F238E27FC236}">
                          <a16:creationId xmlns:a16="http://schemas.microsoft.com/office/drawing/2014/main" id="{1BC53683-D697-45F1-BC41-BF981FA0BA3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8110789" y="4281488"/>
                      <a:ext cx="131763" cy="1381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67" name="Oval 256">
                      <a:extLst>
                        <a:ext uri="{FF2B5EF4-FFF2-40B4-BE49-F238E27FC236}">
                          <a16:creationId xmlns:a16="http://schemas.microsoft.com/office/drawing/2014/main" id="{B18274E6-9494-4E88-90BB-74EF0B10634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8893426" y="4552951"/>
                      <a:ext cx="98425" cy="1000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</p:grpSp>
              <p:grpSp>
                <p:nvGrpSpPr>
                  <p:cNvPr id="41" name="Gruppieren 39">
                    <a:extLst>
                      <a:ext uri="{FF2B5EF4-FFF2-40B4-BE49-F238E27FC236}">
                        <a16:creationId xmlns:a16="http://schemas.microsoft.com/office/drawing/2014/main" id="{857AAF19-CFE4-4257-BC9D-0D9145FA0053}"/>
                      </a:ext>
                    </a:extLst>
                  </p:cNvPr>
                  <p:cNvGrpSpPr/>
                  <p:nvPr/>
                </p:nvGrpSpPr>
                <p:grpSpPr bwMode="gray">
                  <a:xfrm>
                    <a:off x="9628438" y="3519488"/>
                    <a:ext cx="896938" cy="387351"/>
                    <a:chOff x="9628438" y="3519488"/>
                    <a:chExt cx="896938" cy="387351"/>
                  </a:xfrm>
                  <a:grpFill/>
                </p:grpSpPr>
                <p:sp>
                  <p:nvSpPr>
                    <p:cNvPr id="59" name="Oval 263">
                      <a:extLst>
                        <a:ext uri="{FF2B5EF4-FFF2-40B4-BE49-F238E27FC236}">
                          <a16:creationId xmlns:a16="http://schemas.microsoft.com/office/drawing/2014/main" id="{C464F2B2-2BA8-4CFC-9D19-B9846C44ED1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9890376" y="3519488"/>
                      <a:ext cx="133350" cy="134938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60" name="Oval 264">
                      <a:extLst>
                        <a:ext uri="{FF2B5EF4-FFF2-40B4-BE49-F238E27FC236}">
                          <a16:creationId xmlns:a16="http://schemas.microsoft.com/office/drawing/2014/main" id="{C63BF6C0-AAB4-4957-ACE5-A6F81AD414B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9628438" y="3519488"/>
                      <a:ext cx="134938" cy="134938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61" name="Oval 265">
                      <a:extLst>
                        <a:ext uri="{FF2B5EF4-FFF2-40B4-BE49-F238E27FC236}">
                          <a16:creationId xmlns:a16="http://schemas.microsoft.com/office/drawing/2014/main" id="{01F8F10E-6EE9-418F-B5F3-AE1CF8E97E3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10147551" y="3771901"/>
                      <a:ext cx="134938" cy="134938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62" name="Oval 266">
                      <a:extLst>
                        <a:ext uri="{FF2B5EF4-FFF2-40B4-BE49-F238E27FC236}">
                          <a16:creationId xmlns:a16="http://schemas.microsoft.com/office/drawing/2014/main" id="{79626A45-D9F9-4815-B61B-56F0BB4F5DF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10392026" y="3771901"/>
                      <a:ext cx="133350" cy="134938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</p:grpSp>
              <p:grpSp>
                <p:nvGrpSpPr>
                  <p:cNvPr id="42" name="Gruppieren 40">
                    <a:extLst>
                      <a:ext uri="{FF2B5EF4-FFF2-40B4-BE49-F238E27FC236}">
                        <a16:creationId xmlns:a16="http://schemas.microsoft.com/office/drawing/2014/main" id="{2C316692-1AB7-4AED-B178-55EF0A982466}"/>
                      </a:ext>
                    </a:extLst>
                  </p:cNvPr>
                  <p:cNvGrpSpPr/>
                  <p:nvPr/>
                </p:nvGrpSpPr>
                <p:grpSpPr bwMode="gray">
                  <a:xfrm>
                    <a:off x="10165013" y="3771901"/>
                    <a:ext cx="619125" cy="376237"/>
                    <a:chOff x="10165013" y="3771901"/>
                    <a:chExt cx="619125" cy="376237"/>
                  </a:xfrm>
                  <a:grpFill/>
                </p:grpSpPr>
                <p:sp>
                  <p:nvSpPr>
                    <p:cNvPr id="56" name="Oval 258">
                      <a:extLst>
                        <a:ext uri="{FF2B5EF4-FFF2-40B4-BE49-F238E27FC236}">
                          <a16:creationId xmlns:a16="http://schemas.microsoft.com/office/drawing/2014/main" id="{FE7C097E-0195-424B-BD30-09221E35C5D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10409488" y="4043363"/>
                      <a:ext cx="98425" cy="104775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57" name="Oval 259">
                      <a:extLst>
                        <a:ext uri="{FF2B5EF4-FFF2-40B4-BE49-F238E27FC236}">
                          <a16:creationId xmlns:a16="http://schemas.microsoft.com/office/drawing/2014/main" id="{1724E808-DCD0-4F6D-B82A-1981FAFAEF4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10165013" y="4043363"/>
                      <a:ext cx="100013" cy="104775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58" name="Oval 267">
                      <a:extLst>
                        <a:ext uri="{FF2B5EF4-FFF2-40B4-BE49-F238E27FC236}">
                          <a16:creationId xmlns:a16="http://schemas.microsoft.com/office/drawing/2014/main" id="{9CEC2D5E-45FB-4B5B-886D-6B5650EBF7D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10647613" y="3771901"/>
                      <a:ext cx="136525" cy="134938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</p:grpSp>
              <p:grpSp>
                <p:nvGrpSpPr>
                  <p:cNvPr id="43" name="Gruppieren 41">
                    <a:extLst>
                      <a:ext uri="{FF2B5EF4-FFF2-40B4-BE49-F238E27FC236}">
                        <a16:creationId xmlns:a16="http://schemas.microsoft.com/office/drawing/2014/main" id="{092B8B71-EEEA-4512-BC9B-F2885636EBAC}"/>
                      </a:ext>
                    </a:extLst>
                  </p:cNvPr>
                  <p:cNvGrpSpPr/>
                  <p:nvPr/>
                </p:nvGrpSpPr>
                <p:grpSpPr bwMode="gray">
                  <a:xfrm>
                    <a:off x="9644313" y="4043363"/>
                    <a:ext cx="1419226" cy="884238"/>
                    <a:chOff x="9644313" y="4043363"/>
                    <a:chExt cx="1419226" cy="884238"/>
                  </a:xfrm>
                  <a:grpFill/>
                </p:grpSpPr>
                <p:sp>
                  <p:nvSpPr>
                    <p:cNvPr id="51" name="Oval 255">
                      <a:extLst>
                        <a:ext uri="{FF2B5EF4-FFF2-40B4-BE49-F238E27FC236}">
                          <a16:creationId xmlns:a16="http://schemas.microsoft.com/office/drawing/2014/main" id="{21BC2A0C-26FE-4600-89ED-22B5FD4B975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9644313" y="4806951"/>
                      <a:ext cx="101600" cy="1000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52" name="Oval 257">
                      <a:extLst>
                        <a:ext uri="{FF2B5EF4-FFF2-40B4-BE49-F238E27FC236}">
                          <a16:creationId xmlns:a16="http://schemas.microsoft.com/office/drawing/2014/main" id="{470AC932-096F-4044-B153-7CF0DDF998B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10409488" y="4298951"/>
                      <a:ext cx="98425" cy="1000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53" name="Oval 262">
                      <a:extLst>
                        <a:ext uri="{FF2B5EF4-FFF2-40B4-BE49-F238E27FC236}">
                          <a16:creationId xmlns:a16="http://schemas.microsoft.com/office/drawing/2014/main" id="{8A2C271E-1471-4A54-9510-EEF69391FB8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9890376" y="4789488"/>
                      <a:ext cx="133350" cy="138113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54" name="Oval 268">
                      <a:extLst>
                        <a:ext uri="{FF2B5EF4-FFF2-40B4-BE49-F238E27FC236}">
                          <a16:creationId xmlns:a16="http://schemas.microsoft.com/office/drawing/2014/main" id="{13403E94-E717-49EE-AAF1-BAD427ABE12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10668251" y="4043363"/>
                      <a:ext cx="98425" cy="104775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55" name="Oval 269">
                      <a:extLst>
                        <a:ext uri="{FF2B5EF4-FFF2-40B4-BE49-F238E27FC236}">
                          <a16:creationId xmlns:a16="http://schemas.microsoft.com/office/drawing/2014/main" id="{0DE8CEF8-2A01-4DB5-9BE0-7E0F3F507CC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10963526" y="4043363"/>
                      <a:ext cx="100013" cy="104775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</p:grpSp>
              <p:grpSp>
                <p:nvGrpSpPr>
                  <p:cNvPr id="44" name="Gruppieren 42">
                    <a:extLst>
                      <a:ext uri="{FF2B5EF4-FFF2-40B4-BE49-F238E27FC236}">
                        <a16:creationId xmlns:a16="http://schemas.microsoft.com/office/drawing/2014/main" id="{CA6F4C67-DBF5-4174-8EE2-2C186C44649D}"/>
                      </a:ext>
                    </a:extLst>
                  </p:cNvPr>
                  <p:cNvGrpSpPr/>
                  <p:nvPr/>
                </p:nvGrpSpPr>
                <p:grpSpPr bwMode="gray">
                  <a:xfrm>
                    <a:off x="9398251" y="2765426"/>
                    <a:ext cx="1665288" cy="871537"/>
                    <a:chOff x="9398251" y="2765426"/>
                    <a:chExt cx="1665288" cy="871537"/>
                  </a:xfrm>
                  <a:grpFill/>
                </p:grpSpPr>
                <p:sp>
                  <p:nvSpPr>
                    <p:cNvPr id="45" name="Oval 63">
                      <a:extLst>
                        <a:ext uri="{FF2B5EF4-FFF2-40B4-BE49-F238E27FC236}">
                          <a16:creationId xmlns:a16="http://schemas.microsoft.com/office/drawing/2014/main" id="{F21E4066-4FF5-4BAD-9E71-03C53DCAE6B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9890376" y="3001963"/>
                      <a:ext cx="133350" cy="136525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46" name="Oval 64">
                      <a:extLst>
                        <a:ext uri="{FF2B5EF4-FFF2-40B4-BE49-F238E27FC236}">
                          <a16:creationId xmlns:a16="http://schemas.microsoft.com/office/drawing/2014/main" id="{DE224C49-3BE8-4EEE-A7A8-3222D98802C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9628439" y="3001963"/>
                      <a:ext cx="134938" cy="136525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47" name="Oval 65">
                      <a:extLst>
                        <a:ext uri="{FF2B5EF4-FFF2-40B4-BE49-F238E27FC236}">
                          <a16:creationId xmlns:a16="http://schemas.microsoft.com/office/drawing/2014/main" id="{672349F3-934B-43D6-8855-4DDE8CD56DD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9398251" y="2765426"/>
                      <a:ext cx="98425" cy="101600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48" name="Oval 260">
                      <a:extLst>
                        <a:ext uri="{FF2B5EF4-FFF2-40B4-BE49-F238E27FC236}">
                          <a16:creationId xmlns:a16="http://schemas.microsoft.com/office/drawing/2014/main" id="{BC30CF55-9C41-4F06-BDF0-BE142962DDC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10409488" y="3535363"/>
                      <a:ext cx="98425" cy="101600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49" name="Oval 261">
                      <a:extLst>
                        <a:ext uri="{FF2B5EF4-FFF2-40B4-BE49-F238E27FC236}">
                          <a16:creationId xmlns:a16="http://schemas.microsoft.com/office/drawing/2014/main" id="{7FF828AD-3625-4E77-AC51-8E553EB130C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10165013" y="3278188"/>
                      <a:ext cx="100013" cy="103188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  <p:sp>
                  <p:nvSpPr>
                    <p:cNvPr id="50" name="Oval 270">
                      <a:extLst>
                        <a:ext uri="{FF2B5EF4-FFF2-40B4-BE49-F238E27FC236}">
                          <a16:creationId xmlns:a16="http://schemas.microsoft.com/office/drawing/2014/main" id="{AC941803-5D20-4424-A0BA-91003578B53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gray">
                    <a:xfrm>
                      <a:off x="10963526" y="3535363"/>
                      <a:ext cx="100013" cy="101600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392" tIns="45696" rIns="91392" bIns="45696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 sz="1799"/>
                    </a:p>
                  </p:txBody>
                </p:sp>
              </p:grpSp>
            </p:grpSp>
          </p:grpSp>
          <p:grpSp>
            <p:nvGrpSpPr>
              <p:cNvPr id="16" name="Group 7">
                <a:extLst>
                  <a:ext uri="{FF2B5EF4-FFF2-40B4-BE49-F238E27FC236}">
                    <a16:creationId xmlns:a16="http://schemas.microsoft.com/office/drawing/2014/main" id="{CB35A443-607D-4BA5-B6BD-2B7B8C6E1D19}"/>
                  </a:ext>
                </a:extLst>
              </p:cNvPr>
              <p:cNvGrpSpPr>
                <a:grpSpLocks noChangeAspect="1"/>
              </p:cNvGrpSpPr>
              <p:nvPr/>
            </p:nvGrpSpPr>
            <p:grpSpPr bwMode="gray">
              <a:xfrm>
                <a:off x="5140908" y="2757469"/>
                <a:ext cx="1323742" cy="233613"/>
                <a:chOff x="-1" y="1482"/>
                <a:chExt cx="6335" cy="1118"/>
              </a:xfrm>
              <a:gradFill>
                <a:gsLst>
                  <a:gs pos="83000">
                    <a:srgbClr val="0099B0"/>
                  </a:gs>
                  <a:gs pos="50000">
                    <a:srgbClr val="009999"/>
                  </a:gs>
                  <a:gs pos="0">
                    <a:srgbClr val="50BEBE"/>
                  </a:gs>
                  <a:gs pos="100000">
                    <a:srgbClr val="0099CB"/>
                  </a:gs>
                </a:gsLst>
                <a:lin ang="0" scaled="0"/>
              </a:gradFill>
            </p:grpSpPr>
            <p:sp>
              <p:nvSpPr>
                <p:cNvPr id="17" name="Freeform 8">
                  <a:extLst>
                    <a:ext uri="{FF2B5EF4-FFF2-40B4-BE49-F238E27FC236}">
                      <a16:creationId xmlns:a16="http://schemas.microsoft.com/office/drawing/2014/main" id="{C22CD613-2787-406A-A59C-500219C3E721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-1" y="1553"/>
                  <a:ext cx="899" cy="799"/>
                </a:xfrm>
                <a:custGeom>
                  <a:avLst/>
                  <a:gdLst>
                    <a:gd name="T0" fmla="*/ 0 w 608"/>
                    <a:gd name="T1" fmla="*/ 538 h 538"/>
                    <a:gd name="T2" fmla="*/ 0 w 608"/>
                    <a:gd name="T3" fmla="*/ 0 h 538"/>
                    <a:gd name="T4" fmla="*/ 180 w 608"/>
                    <a:gd name="T5" fmla="*/ 0 h 538"/>
                    <a:gd name="T6" fmla="*/ 273 w 608"/>
                    <a:gd name="T7" fmla="*/ 291 h 538"/>
                    <a:gd name="T8" fmla="*/ 304 w 608"/>
                    <a:gd name="T9" fmla="*/ 400 h 538"/>
                    <a:gd name="T10" fmla="*/ 336 w 608"/>
                    <a:gd name="T11" fmla="*/ 291 h 538"/>
                    <a:gd name="T12" fmla="*/ 430 w 608"/>
                    <a:gd name="T13" fmla="*/ 0 h 538"/>
                    <a:gd name="T14" fmla="*/ 608 w 608"/>
                    <a:gd name="T15" fmla="*/ 0 h 538"/>
                    <a:gd name="T16" fmla="*/ 608 w 608"/>
                    <a:gd name="T17" fmla="*/ 538 h 538"/>
                    <a:gd name="T18" fmla="*/ 491 w 608"/>
                    <a:gd name="T19" fmla="*/ 538 h 538"/>
                    <a:gd name="T20" fmla="*/ 491 w 608"/>
                    <a:gd name="T21" fmla="*/ 103 h 538"/>
                    <a:gd name="T22" fmla="*/ 462 w 608"/>
                    <a:gd name="T23" fmla="*/ 205 h 538"/>
                    <a:gd name="T24" fmla="*/ 354 w 608"/>
                    <a:gd name="T25" fmla="*/ 538 h 538"/>
                    <a:gd name="T26" fmla="*/ 250 w 608"/>
                    <a:gd name="T27" fmla="*/ 538 h 538"/>
                    <a:gd name="T28" fmla="*/ 145 w 608"/>
                    <a:gd name="T29" fmla="*/ 214 h 538"/>
                    <a:gd name="T30" fmla="*/ 112 w 608"/>
                    <a:gd name="T31" fmla="*/ 103 h 538"/>
                    <a:gd name="T32" fmla="*/ 112 w 608"/>
                    <a:gd name="T33" fmla="*/ 538 h 538"/>
                    <a:gd name="T34" fmla="*/ 0 w 608"/>
                    <a:gd name="T35" fmla="*/ 538 h 5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608" h="538">
                      <a:moveTo>
                        <a:pt x="0" y="538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80" y="0"/>
                        <a:pt x="180" y="0"/>
                        <a:pt x="180" y="0"/>
                      </a:cubicBezTo>
                      <a:cubicBezTo>
                        <a:pt x="273" y="291"/>
                        <a:pt x="273" y="291"/>
                        <a:pt x="273" y="291"/>
                      </a:cubicBezTo>
                      <a:cubicBezTo>
                        <a:pt x="283" y="322"/>
                        <a:pt x="293" y="359"/>
                        <a:pt x="304" y="400"/>
                      </a:cubicBezTo>
                      <a:cubicBezTo>
                        <a:pt x="315" y="358"/>
                        <a:pt x="326" y="322"/>
                        <a:pt x="336" y="291"/>
                      </a:cubicBezTo>
                      <a:cubicBezTo>
                        <a:pt x="430" y="0"/>
                        <a:pt x="430" y="0"/>
                        <a:pt x="430" y="0"/>
                      </a:cubicBezTo>
                      <a:cubicBezTo>
                        <a:pt x="608" y="0"/>
                        <a:pt x="608" y="0"/>
                        <a:pt x="608" y="0"/>
                      </a:cubicBezTo>
                      <a:cubicBezTo>
                        <a:pt x="608" y="538"/>
                        <a:pt x="608" y="538"/>
                        <a:pt x="608" y="538"/>
                      </a:cubicBezTo>
                      <a:cubicBezTo>
                        <a:pt x="491" y="538"/>
                        <a:pt x="491" y="538"/>
                        <a:pt x="491" y="538"/>
                      </a:cubicBezTo>
                      <a:cubicBezTo>
                        <a:pt x="491" y="103"/>
                        <a:pt x="491" y="103"/>
                        <a:pt x="491" y="103"/>
                      </a:cubicBezTo>
                      <a:cubicBezTo>
                        <a:pt x="483" y="136"/>
                        <a:pt x="473" y="170"/>
                        <a:pt x="462" y="205"/>
                      </a:cubicBezTo>
                      <a:cubicBezTo>
                        <a:pt x="354" y="538"/>
                        <a:pt x="354" y="538"/>
                        <a:pt x="354" y="538"/>
                      </a:cubicBezTo>
                      <a:cubicBezTo>
                        <a:pt x="250" y="538"/>
                        <a:pt x="250" y="538"/>
                        <a:pt x="250" y="538"/>
                      </a:cubicBezTo>
                      <a:cubicBezTo>
                        <a:pt x="145" y="214"/>
                        <a:pt x="145" y="214"/>
                        <a:pt x="145" y="214"/>
                      </a:cubicBezTo>
                      <a:cubicBezTo>
                        <a:pt x="134" y="182"/>
                        <a:pt x="124" y="145"/>
                        <a:pt x="112" y="103"/>
                      </a:cubicBezTo>
                      <a:cubicBezTo>
                        <a:pt x="112" y="538"/>
                        <a:pt x="112" y="538"/>
                        <a:pt x="112" y="538"/>
                      </a:cubicBezTo>
                      <a:lnTo>
                        <a:pt x="0" y="53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799"/>
                </a:p>
              </p:txBody>
            </p:sp>
            <p:sp>
              <p:nvSpPr>
                <p:cNvPr id="18" name="Freeform 9">
                  <a:extLst>
                    <a:ext uri="{FF2B5EF4-FFF2-40B4-BE49-F238E27FC236}">
                      <a16:creationId xmlns:a16="http://schemas.microsoft.com/office/drawing/2014/main" id="{086EA8C9-2E2A-4E4B-B63A-63D6BB6AAFA2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1018" y="1482"/>
                  <a:ext cx="203" cy="870"/>
                </a:xfrm>
                <a:custGeom>
                  <a:avLst/>
                  <a:gdLst>
                    <a:gd name="T0" fmla="*/ 70 w 137"/>
                    <a:gd name="T1" fmla="*/ 0 h 586"/>
                    <a:gd name="T2" fmla="*/ 119 w 137"/>
                    <a:gd name="T3" fmla="*/ 21 h 586"/>
                    <a:gd name="T4" fmla="*/ 137 w 137"/>
                    <a:gd name="T5" fmla="*/ 69 h 586"/>
                    <a:gd name="T6" fmla="*/ 119 w 137"/>
                    <a:gd name="T7" fmla="*/ 116 h 586"/>
                    <a:gd name="T8" fmla="*/ 69 w 137"/>
                    <a:gd name="T9" fmla="*/ 137 h 586"/>
                    <a:gd name="T10" fmla="*/ 18 w 137"/>
                    <a:gd name="T11" fmla="*/ 116 h 586"/>
                    <a:gd name="T12" fmla="*/ 0 w 137"/>
                    <a:gd name="T13" fmla="*/ 69 h 586"/>
                    <a:gd name="T14" fmla="*/ 18 w 137"/>
                    <a:gd name="T15" fmla="*/ 21 h 586"/>
                    <a:gd name="T16" fmla="*/ 70 w 137"/>
                    <a:gd name="T17" fmla="*/ 0 h 586"/>
                    <a:gd name="T18" fmla="*/ 10 w 137"/>
                    <a:gd name="T19" fmla="*/ 586 h 586"/>
                    <a:gd name="T20" fmla="*/ 10 w 137"/>
                    <a:gd name="T21" fmla="*/ 188 h 586"/>
                    <a:gd name="T22" fmla="*/ 127 w 137"/>
                    <a:gd name="T23" fmla="*/ 188 h 586"/>
                    <a:gd name="T24" fmla="*/ 127 w 137"/>
                    <a:gd name="T25" fmla="*/ 586 h 586"/>
                    <a:gd name="T26" fmla="*/ 10 w 137"/>
                    <a:gd name="T27" fmla="*/ 586 h 5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37" h="586">
                      <a:moveTo>
                        <a:pt x="70" y="0"/>
                      </a:moveTo>
                      <a:cubicBezTo>
                        <a:pt x="89" y="0"/>
                        <a:pt x="106" y="7"/>
                        <a:pt x="119" y="21"/>
                      </a:cubicBezTo>
                      <a:cubicBezTo>
                        <a:pt x="131" y="34"/>
                        <a:pt x="137" y="50"/>
                        <a:pt x="137" y="69"/>
                      </a:cubicBezTo>
                      <a:cubicBezTo>
                        <a:pt x="137" y="87"/>
                        <a:pt x="131" y="103"/>
                        <a:pt x="119" y="116"/>
                      </a:cubicBezTo>
                      <a:cubicBezTo>
                        <a:pt x="106" y="130"/>
                        <a:pt x="89" y="137"/>
                        <a:pt x="69" y="137"/>
                      </a:cubicBezTo>
                      <a:cubicBezTo>
                        <a:pt x="48" y="137"/>
                        <a:pt x="31" y="130"/>
                        <a:pt x="18" y="116"/>
                      </a:cubicBezTo>
                      <a:cubicBezTo>
                        <a:pt x="6" y="103"/>
                        <a:pt x="0" y="87"/>
                        <a:pt x="0" y="69"/>
                      </a:cubicBezTo>
                      <a:cubicBezTo>
                        <a:pt x="0" y="49"/>
                        <a:pt x="6" y="33"/>
                        <a:pt x="18" y="21"/>
                      </a:cubicBezTo>
                      <a:cubicBezTo>
                        <a:pt x="32" y="7"/>
                        <a:pt x="49" y="0"/>
                        <a:pt x="70" y="0"/>
                      </a:cubicBezTo>
                      <a:close/>
                      <a:moveTo>
                        <a:pt x="10" y="586"/>
                      </a:moveTo>
                      <a:cubicBezTo>
                        <a:pt x="10" y="188"/>
                        <a:pt x="10" y="188"/>
                        <a:pt x="10" y="188"/>
                      </a:cubicBezTo>
                      <a:cubicBezTo>
                        <a:pt x="127" y="188"/>
                        <a:pt x="127" y="188"/>
                        <a:pt x="127" y="188"/>
                      </a:cubicBezTo>
                      <a:cubicBezTo>
                        <a:pt x="127" y="586"/>
                        <a:pt x="127" y="586"/>
                        <a:pt x="127" y="586"/>
                      </a:cubicBezTo>
                      <a:lnTo>
                        <a:pt x="10" y="58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799"/>
                </a:p>
              </p:txBody>
            </p:sp>
            <p:sp>
              <p:nvSpPr>
                <p:cNvPr id="19" name="Freeform 10">
                  <a:extLst>
                    <a:ext uri="{FF2B5EF4-FFF2-40B4-BE49-F238E27FC236}">
                      <a16:creationId xmlns:a16="http://schemas.microsoft.com/office/drawing/2014/main" id="{476673EA-7E20-4D42-8614-DABAB323D2C2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338" y="1746"/>
                  <a:ext cx="565" cy="606"/>
                </a:xfrm>
                <a:custGeom>
                  <a:avLst/>
                  <a:gdLst>
                    <a:gd name="T0" fmla="*/ 4 w 382"/>
                    <a:gd name="T1" fmla="*/ 408 h 408"/>
                    <a:gd name="T2" fmla="*/ 4 w 382"/>
                    <a:gd name="T3" fmla="*/ 158 h 408"/>
                    <a:gd name="T4" fmla="*/ 0 w 382"/>
                    <a:gd name="T5" fmla="*/ 10 h 408"/>
                    <a:gd name="T6" fmla="*/ 108 w 382"/>
                    <a:gd name="T7" fmla="*/ 10 h 408"/>
                    <a:gd name="T8" fmla="*/ 112 w 382"/>
                    <a:gd name="T9" fmla="*/ 65 h 408"/>
                    <a:gd name="T10" fmla="*/ 153 w 382"/>
                    <a:gd name="T11" fmla="*/ 29 h 408"/>
                    <a:gd name="T12" fmla="*/ 251 w 382"/>
                    <a:gd name="T13" fmla="*/ 0 h 408"/>
                    <a:gd name="T14" fmla="*/ 363 w 382"/>
                    <a:gd name="T15" fmla="*/ 57 h 408"/>
                    <a:gd name="T16" fmla="*/ 382 w 382"/>
                    <a:gd name="T17" fmla="*/ 162 h 408"/>
                    <a:gd name="T18" fmla="*/ 382 w 382"/>
                    <a:gd name="T19" fmla="*/ 408 h 408"/>
                    <a:gd name="T20" fmla="*/ 264 w 382"/>
                    <a:gd name="T21" fmla="*/ 408 h 408"/>
                    <a:gd name="T22" fmla="*/ 264 w 382"/>
                    <a:gd name="T23" fmla="*/ 171 h 408"/>
                    <a:gd name="T24" fmla="*/ 257 w 382"/>
                    <a:gd name="T25" fmla="*/ 116 h 408"/>
                    <a:gd name="T26" fmla="*/ 209 w 382"/>
                    <a:gd name="T27" fmla="*/ 87 h 408"/>
                    <a:gd name="T28" fmla="*/ 121 w 382"/>
                    <a:gd name="T29" fmla="*/ 150 h 408"/>
                    <a:gd name="T30" fmla="*/ 121 w 382"/>
                    <a:gd name="T31" fmla="*/ 408 h 408"/>
                    <a:gd name="T32" fmla="*/ 4 w 382"/>
                    <a:gd name="T33" fmla="*/ 408 h 4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82" h="408">
                      <a:moveTo>
                        <a:pt x="4" y="408"/>
                      </a:moveTo>
                      <a:cubicBezTo>
                        <a:pt x="4" y="158"/>
                        <a:pt x="4" y="158"/>
                        <a:pt x="4" y="158"/>
                      </a:cubicBezTo>
                      <a:cubicBezTo>
                        <a:pt x="4" y="119"/>
                        <a:pt x="3" y="70"/>
                        <a:pt x="0" y="10"/>
                      </a:cubicBezTo>
                      <a:cubicBezTo>
                        <a:pt x="108" y="10"/>
                        <a:pt x="108" y="10"/>
                        <a:pt x="108" y="10"/>
                      </a:cubicBezTo>
                      <a:cubicBezTo>
                        <a:pt x="112" y="65"/>
                        <a:pt x="112" y="65"/>
                        <a:pt x="112" y="65"/>
                      </a:cubicBezTo>
                      <a:cubicBezTo>
                        <a:pt x="128" y="48"/>
                        <a:pt x="142" y="36"/>
                        <a:pt x="153" y="29"/>
                      </a:cubicBezTo>
                      <a:cubicBezTo>
                        <a:pt x="181" y="10"/>
                        <a:pt x="213" y="0"/>
                        <a:pt x="251" y="0"/>
                      </a:cubicBezTo>
                      <a:cubicBezTo>
                        <a:pt x="304" y="0"/>
                        <a:pt x="342" y="19"/>
                        <a:pt x="363" y="57"/>
                      </a:cubicBezTo>
                      <a:cubicBezTo>
                        <a:pt x="376" y="78"/>
                        <a:pt x="382" y="113"/>
                        <a:pt x="382" y="162"/>
                      </a:cubicBezTo>
                      <a:cubicBezTo>
                        <a:pt x="382" y="408"/>
                        <a:pt x="382" y="408"/>
                        <a:pt x="382" y="408"/>
                      </a:cubicBezTo>
                      <a:cubicBezTo>
                        <a:pt x="264" y="408"/>
                        <a:pt x="264" y="408"/>
                        <a:pt x="264" y="408"/>
                      </a:cubicBezTo>
                      <a:cubicBezTo>
                        <a:pt x="264" y="171"/>
                        <a:pt x="264" y="171"/>
                        <a:pt x="264" y="171"/>
                      </a:cubicBezTo>
                      <a:cubicBezTo>
                        <a:pt x="264" y="144"/>
                        <a:pt x="262" y="126"/>
                        <a:pt x="257" y="116"/>
                      </a:cubicBezTo>
                      <a:cubicBezTo>
                        <a:pt x="248" y="97"/>
                        <a:pt x="232" y="87"/>
                        <a:pt x="209" y="87"/>
                      </a:cubicBezTo>
                      <a:cubicBezTo>
                        <a:pt x="178" y="87"/>
                        <a:pt x="149" y="108"/>
                        <a:pt x="121" y="150"/>
                      </a:cubicBezTo>
                      <a:cubicBezTo>
                        <a:pt x="121" y="408"/>
                        <a:pt x="121" y="408"/>
                        <a:pt x="121" y="408"/>
                      </a:cubicBezTo>
                      <a:lnTo>
                        <a:pt x="4" y="40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799"/>
                </a:p>
              </p:txBody>
            </p:sp>
            <p:sp>
              <p:nvSpPr>
                <p:cNvPr id="20" name="Freeform 11">
                  <a:extLst>
                    <a:ext uri="{FF2B5EF4-FFF2-40B4-BE49-F238E27FC236}">
                      <a16:creationId xmlns:a16="http://schemas.microsoft.com/office/drawing/2014/main" id="{19FF8056-14C2-4CBE-B06E-1B4FC936028F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1991" y="1509"/>
                  <a:ext cx="593" cy="858"/>
                </a:xfrm>
                <a:custGeom>
                  <a:avLst/>
                  <a:gdLst>
                    <a:gd name="T0" fmla="*/ 280 w 401"/>
                    <a:gd name="T1" fmla="*/ 0 h 578"/>
                    <a:gd name="T2" fmla="*/ 397 w 401"/>
                    <a:gd name="T3" fmla="*/ 0 h 578"/>
                    <a:gd name="T4" fmla="*/ 397 w 401"/>
                    <a:gd name="T5" fmla="*/ 432 h 578"/>
                    <a:gd name="T6" fmla="*/ 401 w 401"/>
                    <a:gd name="T7" fmla="*/ 568 h 578"/>
                    <a:gd name="T8" fmla="*/ 287 w 401"/>
                    <a:gd name="T9" fmla="*/ 568 h 578"/>
                    <a:gd name="T10" fmla="*/ 283 w 401"/>
                    <a:gd name="T11" fmla="*/ 514 h 578"/>
                    <a:gd name="T12" fmla="*/ 161 w 401"/>
                    <a:gd name="T13" fmla="*/ 578 h 578"/>
                    <a:gd name="T14" fmla="*/ 38 w 401"/>
                    <a:gd name="T15" fmla="*/ 514 h 578"/>
                    <a:gd name="T16" fmla="*/ 0 w 401"/>
                    <a:gd name="T17" fmla="*/ 371 h 578"/>
                    <a:gd name="T18" fmla="*/ 46 w 401"/>
                    <a:gd name="T19" fmla="*/ 213 h 578"/>
                    <a:gd name="T20" fmla="*/ 164 w 401"/>
                    <a:gd name="T21" fmla="*/ 160 h 578"/>
                    <a:gd name="T22" fmla="*/ 280 w 401"/>
                    <a:gd name="T23" fmla="*/ 217 h 578"/>
                    <a:gd name="T24" fmla="*/ 280 w 401"/>
                    <a:gd name="T25" fmla="*/ 0 h 578"/>
                    <a:gd name="T26" fmla="*/ 280 w 401"/>
                    <a:gd name="T27" fmla="*/ 307 h 578"/>
                    <a:gd name="T28" fmla="*/ 199 w 401"/>
                    <a:gd name="T29" fmla="*/ 247 h 578"/>
                    <a:gd name="T30" fmla="*/ 141 w 401"/>
                    <a:gd name="T31" fmla="*/ 282 h 578"/>
                    <a:gd name="T32" fmla="*/ 122 w 401"/>
                    <a:gd name="T33" fmla="*/ 367 h 578"/>
                    <a:gd name="T34" fmla="*/ 141 w 401"/>
                    <a:gd name="T35" fmla="*/ 455 h 578"/>
                    <a:gd name="T36" fmla="*/ 194 w 401"/>
                    <a:gd name="T37" fmla="*/ 491 h 578"/>
                    <a:gd name="T38" fmla="*/ 280 w 401"/>
                    <a:gd name="T39" fmla="*/ 427 h 578"/>
                    <a:gd name="T40" fmla="*/ 280 w 401"/>
                    <a:gd name="T41" fmla="*/ 307 h 5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401" h="578">
                      <a:moveTo>
                        <a:pt x="280" y="0"/>
                      </a:moveTo>
                      <a:cubicBezTo>
                        <a:pt x="397" y="0"/>
                        <a:pt x="397" y="0"/>
                        <a:pt x="397" y="0"/>
                      </a:cubicBezTo>
                      <a:cubicBezTo>
                        <a:pt x="397" y="432"/>
                        <a:pt x="397" y="432"/>
                        <a:pt x="397" y="432"/>
                      </a:cubicBezTo>
                      <a:cubicBezTo>
                        <a:pt x="397" y="496"/>
                        <a:pt x="398" y="541"/>
                        <a:pt x="401" y="568"/>
                      </a:cubicBezTo>
                      <a:cubicBezTo>
                        <a:pt x="287" y="568"/>
                        <a:pt x="287" y="568"/>
                        <a:pt x="287" y="568"/>
                      </a:cubicBezTo>
                      <a:cubicBezTo>
                        <a:pt x="283" y="514"/>
                        <a:pt x="283" y="514"/>
                        <a:pt x="283" y="514"/>
                      </a:cubicBezTo>
                      <a:cubicBezTo>
                        <a:pt x="255" y="557"/>
                        <a:pt x="214" y="578"/>
                        <a:pt x="161" y="578"/>
                      </a:cubicBezTo>
                      <a:cubicBezTo>
                        <a:pt x="107" y="578"/>
                        <a:pt x="66" y="557"/>
                        <a:pt x="38" y="514"/>
                      </a:cubicBezTo>
                      <a:cubicBezTo>
                        <a:pt x="13" y="478"/>
                        <a:pt x="0" y="430"/>
                        <a:pt x="0" y="371"/>
                      </a:cubicBezTo>
                      <a:cubicBezTo>
                        <a:pt x="0" y="305"/>
                        <a:pt x="16" y="252"/>
                        <a:pt x="46" y="213"/>
                      </a:cubicBezTo>
                      <a:cubicBezTo>
                        <a:pt x="74" y="178"/>
                        <a:pt x="113" y="160"/>
                        <a:pt x="164" y="160"/>
                      </a:cubicBezTo>
                      <a:cubicBezTo>
                        <a:pt x="210" y="160"/>
                        <a:pt x="248" y="179"/>
                        <a:pt x="280" y="217"/>
                      </a:cubicBezTo>
                      <a:lnTo>
                        <a:pt x="280" y="0"/>
                      </a:lnTo>
                      <a:close/>
                      <a:moveTo>
                        <a:pt x="280" y="307"/>
                      </a:moveTo>
                      <a:cubicBezTo>
                        <a:pt x="254" y="267"/>
                        <a:pt x="227" y="247"/>
                        <a:pt x="199" y="247"/>
                      </a:cubicBezTo>
                      <a:cubicBezTo>
                        <a:pt x="173" y="247"/>
                        <a:pt x="154" y="259"/>
                        <a:pt x="141" y="282"/>
                      </a:cubicBezTo>
                      <a:cubicBezTo>
                        <a:pt x="128" y="305"/>
                        <a:pt x="122" y="333"/>
                        <a:pt x="122" y="367"/>
                      </a:cubicBezTo>
                      <a:cubicBezTo>
                        <a:pt x="122" y="401"/>
                        <a:pt x="128" y="431"/>
                        <a:pt x="141" y="455"/>
                      </a:cubicBezTo>
                      <a:cubicBezTo>
                        <a:pt x="153" y="479"/>
                        <a:pt x="171" y="491"/>
                        <a:pt x="194" y="491"/>
                      </a:cubicBezTo>
                      <a:cubicBezTo>
                        <a:pt x="227" y="491"/>
                        <a:pt x="255" y="469"/>
                        <a:pt x="280" y="427"/>
                      </a:cubicBezTo>
                      <a:lnTo>
                        <a:pt x="280" y="3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799"/>
                </a:p>
              </p:txBody>
            </p:sp>
            <p:sp>
              <p:nvSpPr>
                <p:cNvPr id="21" name="Freeform 12">
                  <a:extLst>
                    <a:ext uri="{FF2B5EF4-FFF2-40B4-BE49-F238E27FC236}">
                      <a16:creationId xmlns:a16="http://schemas.microsoft.com/office/drawing/2014/main" id="{D2A6F20E-9A3B-454B-B032-1329840B0277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674" y="1540"/>
                  <a:ext cx="561" cy="827"/>
                </a:xfrm>
                <a:custGeom>
                  <a:avLst/>
                  <a:gdLst>
                    <a:gd name="T0" fmla="*/ 0 w 379"/>
                    <a:gd name="T1" fmla="*/ 526 h 557"/>
                    <a:gd name="T2" fmla="*/ 17 w 379"/>
                    <a:gd name="T3" fmla="*/ 423 h 557"/>
                    <a:gd name="T4" fmla="*/ 174 w 379"/>
                    <a:gd name="T5" fmla="*/ 462 h 557"/>
                    <a:gd name="T6" fmla="*/ 235 w 379"/>
                    <a:gd name="T7" fmla="*/ 441 h 557"/>
                    <a:gd name="T8" fmla="*/ 252 w 379"/>
                    <a:gd name="T9" fmla="*/ 398 h 557"/>
                    <a:gd name="T10" fmla="*/ 235 w 379"/>
                    <a:gd name="T11" fmla="*/ 361 h 557"/>
                    <a:gd name="T12" fmla="*/ 153 w 379"/>
                    <a:gd name="T13" fmla="*/ 322 h 557"/>
                    <a:gd name="T14" fmla="*/ 75 w 379"/>
                    <a:gd name="T15" fmla="*/ 287 h 557"/>
                    <a:gd name="T16" fmla="*/ 15 w 379"/>
                    <a:gd name="T17" fmla="*/ 231 h 557"/>
                    <a:gd name="T18" fmla="*/ 0 w 379"/>
                    <a:gd name="T19" fmla="*/ 167 h 557"/>
                    <a:gd name="T20" fmla="*/ 31 w 379"/>
                    <a:gd name="T21" fmla="*/ 67 h 557"/>
                    <a:gd name="T22" fmla="*/ 189 w 379"/>
                    <a:gd name="T23" fmla="*/ 0 h 557"/>
                    <a:gd name="T24" fmla="*/ 360 w 379"/>
                    <a:gd name="T25" fmla="*/ 29 h 557"/>
                    <a:gd name="T26" fmla="*/ 336 w 379"/>
                    <a:gd name="T27" fmla="*/ 128 h 557"/>
                    <a:gd name="T28" fmla="*/ 280 w 379"/>
                    <a:gd name="T29" fmla="*/ 108 h 557"/>
                    <a:gd name="T30" fmla="*/ 196 w 379"/>
                    <a:gd name="T31" fmla="*/ 95 h 557"/>
                    <a:gd name="T32" fmla="*/ 144 w 379"/>
                    <a:gd name="T33" fmla="*/ 110 h 557"/>
                    <a:gd name="T34" fmla="*/ 126 w 379"/>
                    <a:gd name="T35" fmla="*/ 151 h 557"/>
                    <a:gd name="T36" fmla="*/ 146 w 379"/>
                    <a:gd name="T37" fmla="*/ 188 h 557"/>
                    <a:gd name="T38" fmla="*/ 217 w 379"/>
                    <a:gd name="T39" fmla="*/ 222 h 557"/>
                    <a:gd name="T40" fmla="*/ 301 w 379"/>
                    <a:gd name="T41" fmla="*/ 259 h 557"/>
                    <a:gd name="T42" fmla="*/ 367 w 379"/>
                    <a:gd name="T43" fmla="*/ 322 h 557"/>
                    <a:gd name="T44" fmla="*/ 379 w 379"/>
                    <a:gd name="T45" fmla="*/ 388 h 557"/>
                    <a:gd name="T46" fmla="*/ 321 w 379"/>
                    <a:gd name="T47" fmla="*/ 519 h 557"/>
                    <a:gd name="T48" fmla="*/ 180 w 379"/>
                    <a:gd name="T49" fmla="*/ 557 h 557"/>
                    <a:gd name="T50" fmla="*/ 0 w 379"/>
                    <a:gd name="T51" fmla="*/ 526 h 5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79" h="557">
                      <a:moveTo>
                        <a:pt x="0" y="526"/>
                      </a:moveTo>
                      <a:cubicBezTo>
                        <a:pt x="17" y="423"/>
                        <a:pt x="17" y="423"/>
                        <a:pt x="17" y="423"/>
                      </a:cubicBezTo>
                      <a:cubicBezTo>
                        <a:pt x="79" y="449"/>
                        <a:pt x="131" y="462"/>
                        <a:pt x="174" y="462"/>
                      </a:cubicBezTo>
                      <a:cubicBezTo>
                        <a:pt x="201" y="462"/>
                        <a:pt x="222" y="455"/>
                        <a:pt x="235" y="441"/>
                      </a:cubicBezTo>
                      <a:cubicBezTo>
                        <a:pt x="246" y="429"/>
                        <a:pt x="252" y="415"/>
                        <a:pt x="252" y="398"/>
                      </a:cubicBezTo>
                      <a:cubicBezTo>
                        <a:pt x="252" y="382"/>
                        <a:pt x="246" y="370"/>
                        <a:pt x="235" y="361"/>
                      </a:cubicBezTo>
                      <a:cubicBezTo>
                        <a:pt x="223" y="352"/>
                        <a:pt x="196" y="339"/>
                        <a:pt x="153" y="322"/>
                      </a:cubicBezTo>
                      <a:cubicBezTo>
                        <a:pt x="114" y="305"/>
                        <a:pt x="88" y="294"/>
                        <a:pt x="75" y="287"/>
                      </a:cubicBezTo>
                      <a:cubicBezTo>
                        <a:pt x="46" y="271"/>
                        <a:pt x="26" y="253"/>
                        <a:pt x="15" y="231"/>
                      </a:cubicBezTo>
                      <a:cubicBezTo>
                        <a:pt x="5" y="213"/>
                        <a:pt x="0" y="192"/>
                        <a:pt x="0" y="167"/>
                      </a:cubicBezTo>
                      <a:cubicBezTo>
                        <a:pt x="0" y="129"/>
                        <a:pt x="11" y="96"/>
                        <a:pt x="31" y="67"/>
                      </a:cubicBezTo>
                      <a:cubicBezTo>
                        <a:pt x="63" y="22"/>
                        <a:pt x="116" y="0"/>
                        <a:pt x="189" y="0"/>
                      </a:cubicBezTo>
                      <a:cubicBezTo>
                        <a:pt x="241" y="0"/>
                        <a:pt x="299" y="9"/>
                        <a:pt x="360" y="29"/>
                      </a:cubicBezTo>
                      <a:cubicBezTo>
                        <a:pt x="336" y="128"/>
                        <a:pt x="336" y="128"/>
                        <a:pt x="336" y="128"/>
                      </a:cubicBezTo>
                      <a:cubicBezTo>
                        <a:pt x="310" y="118"/>
                        <a:pt x="291" y="111"/>
                        <a:pt x="280" y="108"/>
                      </a:cubicBezTo>
                      <a:cubicBezTo>
                        <a:pt x="250" y="99"/>
                        <a:pt x="222" y="95"/>
                        <a:pt x="196" y="95"/>
                      </a:cubicBezTo>
                      <a:cubicBezTo>
                        <a:pt x="174" y="95"/>
                        <a:pt x="156" y="100"/>
                        <a:pt x="144" y="110"/>
                      </a:cubicBezTo>
                      <a:cubicBezTo>
                        <a:pt x="132" y="121"/>
                        <a:pt x="126" y="134"/>
                        <a:pt x="126" y="151"/>
                      </a:cubicBezTo>
                      <a:cubicBezTo>
                        <a:pt x="126" y="167"/>
                        <a:pt x="133" y="179"/>
                        <a:pt x="146" y="188"/>
                      </a:cubicBezTo>
                      <a:cubicBezTo>
                        <a:pt x="157" y="196"/>
                        <a:pt x="180" y="207"/>
                        <a:pt x="217" y="222"/>
                      </a:cubicBezTo>
                      <a:cubicBezTo>
                        <a:pt x="262" y="241"/>
                        <a:pt x="290" y="253"/>
                        <a:pt x="301" y="259"/>
                      </a:cubicBezTo>
                      <a:cubicBezTo>
                        <a:pt x="334" y="276"/>
                        <a:pt x="355" y="297"/>
                        <a:pt x="367" y="322"/>
                      </a:cubicBezTo>
                      <a:cubicBezTo>
                        <a:pt x="375" y="340"/>
                        <a:pt x="379" y="363"/>
                        <a:pt x="379" y="388"/>
                      </a:cubicBezTo>
                      <a:cubicBezTo>
                        <a:pt x="379" y="446"/>
                        <a:pt x="360" y="490"/>
                        <a:pt x="321" y="519"/>
                      </a:cubicBezTo>
                      <a:cubicBezTo>
                        <a:pt x="287" y="544"/>
                        <a:pt x="240" y="557"/>
                        <a:pt x="180" y="557"/>
                      </a:cubicBezTo>
                      <a:cubicBezTo>
                        <a:pt x="116" y="557"/>
                        <a:pt x="56" y="547"/>
                        <a:pt x="0" y="5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799"/>
                </a:p>
              </p:txBody>
            </p:sp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FBBDED96-9860-44CC-85FA-4B89F77CD39E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3323" y="1746"/>
                  <a:ext cx="592" cy="854"/>
                </a:xfrm>
                <a:custGeom>
                  <a:avLst/>
                  <a:gdLst>
                    <a:gd name="T0" fmla="*/ 3 w 400"/>
                    <a:gd name="T1" fmla="*/ 575 h 575"/>
                    <a:gd name="T2" fmla="*/ 3 w 400"/>
                    <a:gd name="T3" fmla="*/ 169 h 575"/>
                    <a:gd name="T4" fmla="*/ 0 w 400"/>
                    <a:gd name="T5" fmla="*/ 10 h 575"/>
                    <a:gd name="T6" fmla="*/ 113 w 400"/>
                    <a:gd name="T7" fmla="*/ 10 h 575"/>
                    <a:gd name="T8" fmla="*/ 117 w 400"/>
                    <a:gd name="T9" fmla="*/ 61 h 575"/>
                    <a:gd name="T10" fmla="*/ 153 w 400"/>
                    <a:gd name="T11" fmla="*/ 26 h 575"/>
                    <a:gd name="T12" fmla="*/ 237 w 400"/>
                    <a:gd name="T13" fmla="*/ 0 h 575"/>
                    <a:gd name="T14" fmla="*/ 361 w 400"/>
                    <a:gd name="T15" fmla="*/ 63 h 575"/>
                    <a:gd name="T16" fmla="*/ 400 w 400"/>
                    <a:gd name="T17" fmla="*/ 211 h 575"/>
                    <a:gd name="T18" fmla="*/ 355 w 400"/>
                    <a:gd name="T19" fmla="*/ 365 h 575"/>
                    <a:gd name="T20" fmla="*/ 239 w 400"/>
                    <a:gd name="T21" fmla="*/ 418 h 575"/>
                    <a:gd name="T22" fmla="*/ 121 w 400"/>
                    <a:gd name="T23" fmla="*/ 360 h 575"/>
                    <a:gd name="T24" fmla="*/ 121 w 400"/>
                    <a:gd name="T25" fmla="*/ 575 h 575"/>
                    <a:gd name="T26" fmla="*/ 3 w 400"/>
                    <a:gd name="T27" fmla="*/ 575 h 575"/>
                    <a:gd name="T28" fmla="*/ 121 w 400"/>
                    <a:gd name="T29" fmla="*/ 267 h 575"/>
                    <a:gd name="T30" fmla="*/ 206 w 400"/>
                    <a:gd name="T31" fmla="*/ 331 h 575"/>
                    <a:gd name="T32" fmla="*/ 260 w 400"/>
                    <a:gd name="T33" fmla="*/ 295 h 575"/>
                    <a:gd name="T34" fmla="*/ 279 w 400"/>
                    <a:gd name="T35" fmla="*/ 207 h 575"/>
                    <a:gd name="T36" fmla="*/ 259 w 400"/>
                    <a:gd name="T37" fmla="*/ 122 h 575"/>
                    <a:gd name="T38" fmla="*/ 202 w 400"/>
                    <a:gd name="T39" fmla="*/ 87 h 575"/>
                    <a:gd name="T40" fmla="*/ 121 w 400"/>
                    <a:gd name="T41" fmla="*/ 147 h 575"/>
                    <a:gd name="T42" fmla="*/ 121 w 400"/>
                    <a:gd name="T43" fmla="*/ 267 h 5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400" h="575">
                      <a:moveTo>
                        <a:pt x="3" y="575"/>
                      </a:moveTo>
                      <a:cubicBezTo>
                        <a:pt x="3" y="169"/>
                        <a:pt x="3" y="169"/>
                        <a:pt x="3" y="169"/>
                      </a:cubicBezTo>
                      <a:cubicBezTo>
                        <a:pt x="3" y="93"/>
                        <a:pt x="2" y="40"/>
                        <a:pt x="0" y="10"/>
                      </a:cubicBezTo>
                      <a:cubicBezTo>
                        <a:pt x="113" y="10"/>
                        <a:pt x="113" y="10"/>
                        <a:pt x="113" y="10"/>
                      </a:cubicBezTo>
                      <a:cubicBezTo>
                        <a:pt x="117" y="61"/>
                        <a:pt x="117" y="61"/>
                        <a:pt x="117" y="61"/>
                      </a:cubicBezTo>
                      <a:cubicBezTo>
                        <a:pt x="130" y="45"/>
                        <a:pt x="142" y="33"/>
                        <a:pt x="153" y="26"/>
                      </a:cubicBezTo>
                      <a:cubicBezTo>
                        <a:pt x="177" y="9"/>
                        <a:pt x="204" y="0"/>
                        <a:pt x="237" y="0"/>
                      </a:cubicBezTo>
                      <a:cubicBezTo>
                        <a:pt x="291" y="0"/>
                        <a:pt x="333" y="21"/>
                        <a:pt x="361" y="63"/>
                      </a:cubicBezTo>
                      <a:cubicBezTo>
                        <a:pt x="387" y="102"/>
                        <a:pt x="400" y="151"/>
                        <a:pt x="400" y="211"/>
                      </a:cubicBezTo>
                      <a:cubicBezTo>
                        <a:pt x="400" y="276"/>
                        <a:pt x="385" y="327"/>
                        <a:pt x="355" y="365"/>
                      </a:cubicBezTo>
                      <a:cubicBezTo>
                        <a:pt x="327" y="400"/>
                        <a:pt x="288" y="418"/>
                        <a:pt x="239" y="418"/>
                      </a:cubicBezTo>
                      <a:cubicBezTo>
                        <a:pt x="188" y="418"/>
                        <a:pt x="148" y="399"/>
                        <a:pt x="121" y="360"/>
                      </a:cubicBezTo>
                      <a:cubicBezTo>
                        <a:pt x="121" y="575"/>
                        <a:pt x="121" y="575"/>
                        <a:pt x="121" y="575"/>
                      </a:cubicBezTo>
                      <a:lnTo>
                        <a:pt x="3" y="575"/>
                      </a:lnTo>
                      <a:close/>
                      <a:moveTo>
                        <a:pt x="121" y="267"/>
                      </a:moveTo>
                      <a:cubicBezTo>
                        <a:pt x="145" y="309"/>
                        <a:pt x="173" y="331"/>
                        <a:pt x="206" y="331"/>
                      </a:cubicBezTo>
                      <a:cubicBezTo>
                        <a:pt x="229" y="331"/>
                        <a:pt x="247" y="319"/>
                        <a:pt x="260" y="295"/>
                      </a:cubicBezTo>
                      <a:cubicBezTo>
                        <a:pt x="272" y="271"/>
                        <a:pt x="279" y="241"/>
                        <a:pt x="279" y="207"/>
                      </a:cubicBezTo>
                      <a:cubicBezTo>
                        <a:pt x="279" y="173"/>
                        <a:pt x="272" y="145"/>
                        <a:pt x="259" y="122"/>
                      </a:cubicBezTo>
                      <a:cubicBezTo>
                        <a:pt x="246" y="99"/>
                        <a:pt x="227" y="87"/>
                        <a:pt x="202" y="87"/>
                      </a:cubicBezTo>
                      <a:cubicBezTo>
                        <a:pt x="173" y="87"/>
                        <a:pt x="146" y="107"/>
                        <a:pt x="121" y="147"/>
                      </a:cubicBezTo>
                      <a:lnTo>
                        <a:pt x="121" y="26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799"/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7658DE6A-3BBF-4EBC-80EB-7DFFCD1DB710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4009" y="1509"/>
                  <a:ext cx="560" cy="843"/>
                </a:xfrm>
                <a:custGeom>
                  <a:avLst/>
                  <a:gdLst>
                    <a:gd name="T0" fmla="*/ 0 w 378"/>
                    <a:gd name="T1" fmla="*/ 568 h 568"/>
                    <a:gd name="T2" fmla="*/ 0 w 378"/>
                    <a:gd name="T3" fmla="*/ 0 h 568"/>
                    <a:gd name="T4" fmla="*/ 118 w 378"/>
                    <a:gd name="T5" fmla="*/ 0 h 568"/>
                    <a:gd name="T6" fmla="*/ 118 w 378"/>
                    <a:gd name="T7" fmla="*/ 216 h 568"/>
                    <a:gd name="T8" fmla="*/ 247 w 378"/>
                    <a:gd name="T9" fmla="*/ 160 h 568"/>
                    <a:gd name="T10" fmla="*/ 360 w 378"/>
                    <a:gd name="T11" fmla="*/ 217 h 568"/>
                    <a:gd name="T12" fmla="*/ 378 w 378"/>
                    <a:gd name="T13" fmla="*/ 322 h 568"/>
                    <a:gd name="T14" fmla="*/ 378 w 378"/>
                    <a:gd name="T15" fmla="*/ 568 h 568"/>
                    <a:gd name="T16" fmla="*/ 261 w 378"/>
                    <a:gd name="T17" fmla="*/ 568 h 568"/>
                    <a:gd name="T18" fmla="*/ 261 w 378"/>
                    <a:gd name="T19" fmla="*/ 331 h 568"/>
                    <a:gd name="T20" fmla="*/ 254 w 378"/>
                    <a:gd name="T21" fmla="*/ 276 h 568"/>
                    <a:gd name="T22" fmla="*/ 206 w 378"/>
                    <a:gd name="T23" fmla="*/ 247 h 568"/>
                    <a:gd name="T24" fmla="*/ 118 w 378"/>
                    <a:gd name="T25" fmla="*/ 310 h 568"/>
                    <a:gd name="T26" fmla="*/ 118 w 378"/>
                    <a:gd name="T27" fmla="*/ 568 h 568"/>
                    <a:gd name="T28" fmla="*/ 0 w 378"/>
                    <a:gd name="T29" fmla="*/ 568 h 5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378" h="568">
                      <a:moveTo>
                        <a:pt x="0" y="568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8" y="0"/>
                        <a:pt x="118" y="0"/>
                        <a:pt x="118" y="0"/>
                      </a:cubicBezTo>
                      <a:cubicBezTo>
                        <a:pt x="118" y="216"/>
                        <a:pt x="118" y="216"/>
                        <a:pt x="118" y="216"/>
                      </a:cubicBezTo>
                      <a:cubicBezTo>
                        <a:pt x="154" y="179"/>
                        <a:pt x="197" y="160"/>
                        <a:pt x="247" y="160"/>
                      </a:cubicBezTo>
                      <a:cubicBezTo>
                        <a:pt x="301" y="160"/>
                        <a:pt x="338" y="179"/>
                        <a:pt x="360" y="217"/>
                      </a:cubicBezTo>
                      <a:cubicBezTo>
                        <a:pt x="372" y="238"/>
                        <a:pt x="378" y="273"/>
                        <a:pt x="378" y="322"/>
                      </a:cubicBezTo>
                      <a:cubicBezTo>
                        <a:pt x="378" y="568"/>
                        <a:pt x="378" y="568"/>
                        <a:pt x="378" y="568"/>
                      </a:cubicBezTo>
                      <a:cubicBezTo>
                        <a:pt x="261" y="568"/>
                        <a:pt x="261" y="568"/>
                        <a:pt x="261" y="568"/>
                      </a:cubicBezTo>
                      <a:cubicBezTo>
                        <a:pt x="261" y="331"/>
                        <a:pt x="261" y="331"/>
                        <a:pt x="261" y="331"/>
                      </a:cubicBezTo>
                      <a:cubicBezTo>
                        <a:pt x="261" y="305"/>
                        <a:pt x="258" y="286"/>
                        <a:pt x="254" y="276"/>
                      </a:cubicBezTo>
                      <a:cubicBezTo>
                        <a:pt x="245" y="257"/>
                        <a:pt x="229" y="247"/>
                        <a:pt x="206" y="247"/>
                      </a:cubicBezTo>
                      <a:cubicBezTo>
                        <a:pt x="175" y="247"/>
                        <a:pt x="146" y="268"/>
                        <a:pt x="118" y="310"/>
                      </a:cubicBezTo>
                      <a:cubicBezTo>
                        <a:pt x="118" y="568"/>
                        <a:pt x="118" y="568"/>
                        <a:pt x="118" y="568"/>
                      </a:cubicBezTo>
                      <a:lnTo>
                        <a:pt x="0" y="56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799"/>
                </a:p>
              </p:txBody>
            </p:sp>
            <p:sp>
              <p:nvSpPr>
                <p:cNvPr id="24" name="Freeform 15">
                  <a:extLst>
                    <a:ext uri="{FF2B5EF4-FFF2-40B4-BE49-F238E27FC236}">
                      <a16:creationId xmlns:a16="http://schemas.microsoft.com/office/drawing/2014/main" id="{46C9F4B5-864C-4FD6-B1D7-3734BA5BA11D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4658" y="1746"/>
                  <a:ext cx="599" cy="621"/>
                </a:xfrm>
                <a:custGeom>
                  <a:avLst/>
                  <a:gdLst>
                    <a:gd name="T0" fmla="*/ 124 w 405"/>
                    <a:gd name="T1" fmla="*/ 248 h 418"/>
                    <a:gd name="T2" fmla="*/ 228 w 405"/>
                    <a:gd name="T3" fmla="*/ 334 h 418"/>
                    <a:gd name="T4" fmla="*/ 354 w 405"/>
                    <a:gd name="T5" fmla="*/ 295 h 418"/>
                    <a:gd name="T6" fmla="*/ 394 w 405"/>
                    <a:gd name="T7" fmla="*/ 378 h 418"/>
                    <a:gd name="T8" fmla="*/ 226 w 405"/>
                    <a:gd name="T9" fmla="*/ 418 h 418"/>
                    <a:gd name="T10" fmla="*/ 53 w 405"/>
                    <a:gd name="T11" fmla="*/ 361 h 418"/>
                    <a:gd name="T12" fmla="*/ 0 w 405"/>
                    <a:gd name="T13" fmla="*/ 211 h 418"/>
                    <a:gd name="T14" fmla="*/ 52 w 405"/>
                    <a:gd name="T15" fmla="*/ 59 h 418"/>
                    <a:gd name="T16" fmla="*/ 206 w 405"/>
                    <a:gd name="T17" fmla="*/ 0 h 418"/>
                    <a:gd name="T18" fmla="*/ 350 w 405"/>
                    <a:gd name="T19" fmla="*/ 48 h 418"/>
                    <a:gd name="T20" fmla="*/ 402 w 405"/>
                    <a:gd name="T21" fmla="*/ 173 h 418"/>
                    <a:gd name="T22" fmla="*/ 405 w 405"/>
                    <a:gd name="T23" fmla="*/ 248 h 418"/>
                    <a:gd name="T24" fmla="*/ 124 w 405"/>
                    <a:gd name="T25" fmla="*/ 248 h 418"/>
                    <a:gd name="T26" fmla="*/ 287 w 405"/>
                    <a:gd name="T27" fmla="*/ 171 h 418"/>
                    <a:gd name="T28" fmla="*/ 274 w 405"/>
                    <a:gd name="T29" fmla="*/ 120 h 418"/>
                    <a:gd name="T30" fmla="*/ 207 w 405"/>
                    <a:gd name="T31" fmla="*/ 83 h 418"/>
                    <a:gd name="T32" fmla="*/ 138 w 405"/>
                    <a:gd name="T33" fmla="*/ 120 h 418"/>
                    <a:gd name="T34" fmla="*/ 123 w 405"/>
                    <a:gd name="T35" fmla="*/ 171 h 418"/>
                    <a:gd name="T36" fmla="*/ 287 w 405"/>
                    <a:gd name="T37" fmla="*/ 171 h 4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05" h="418">
                      <a:moveTo>
                        <a:pt x="124" y="248"/>
                      </a:moveTo>
                      <a:cubicBezTo>
                        <a:pt x="128" y="305"/>
                        <a:pt x="163" y="334"/>
                        <a:pt x="228" y="334"/>
                      </a:cubicBezTo>
                      <a:cubicBezTo>
                        <a:pt x="270" y="334"/>
                        <a:pt x="312" y="321"/>
                        <a:pt x="354" y="295"/>
                      </a:cubicBezTo>
                      <a:cubicBezTo>
                        <a:pt x="394" y="378"/>
                        <a:pt x="394" y="378"/>
                        <a:pt x="394" y="378"/>
                      </a:cubicBezTo>
                      <a:cubicBezTo>
                        <a:pt x="344" y="405"/>
                        <a:pt x="288" y="418"/>
                        <a:pt x="226" y="418"/>
                      </a:cubicBezTo>
                      <a:cubicBezTo>
                        <a:pt x="149" y="418"/>
                        <a:pt x="91" y="399"/>
                        <a:pt x="53" y="361"/>
                      </a:cubicBezTo>
                      <a:cubicBezTo>
                        <a:pt x="18" y="326"/>
                        <a:pt x="0" y="276"/>
                        <a:pt x="0" y="211"/>
                      </a:cubicBezTo>
                      <a:cubicBezTo>
                        <a:pt x="0" y="149"/>
                        <a:pt x="18" y="98"/>
                        <a:pt x="52" y="59"/>
                      </a:cubicBezTo>
                      <a:cubicBezTo>
                        <a:pt x="87" y="20"/>
                        <a:pt x="139" y="0"/>
                        <a:pt x="206" y="0"/>
                      </a:cubicBezTo>
                      <a:cubicBezTo>
                        <a:pt x="268" y="0"/>
                        <a:pt x="316" y="16"/>
                        <a:pt x="350" y="48"/>
                      </a:cubicBezTo>
                      <a:cubicBezTo>
                        <a:pt x="380" y="77"/>
                        <a:pt x="397" y="119"/>
                        <a:pt x="402" y="173"/>
                      </a:cubicBezTo>
                      <a:cubicBezTo>
                        <a:pt x="404" y="191"/>
                        <a:pt x="405" y="216"/>
                        <a:pt x="405" y="248"/>
                      </a:cubicBezTo>
                      <a:lnTo>
                        <a:pt x="124" y="248"/>
                      </a:lnTo>
                      <a:close/>
                      <a:moveTo>
                        <a:pt x="287" y="171"/>
                      </a:moveTo>
                      <a:cubicBezTo>
                        <a:pt x="286" y="151"/>
                        <a:pt x="282" y="134"/>
                        <a:pt x="274" y="120"/>
                      </a:cubicBezTo>
                      <a:cubicBezTo>
                        <a:pt x="261" y="95"/>
                        <a:pt x="239" y="83"/>
                        <a:pt x="207" y="83"/>
                      </a:cubicBezTo>
                      <a:cubicBezTo>
                        <a:pt x="176" y="83"/>
                        <a:pt x="153" y="95"/>
                        <a:pt x="138" y="120"/>
                      </a:cubicBezTo>
                      <a:cubicBezTo>
                        <a:pt x="130" y="134"/>
                        <a:pt x="125" y="151"/>
                        <a:pt x="123" y="171"/>
                      </a:cubicBezTo>
                      <a:lnTo>
                        <a:pt x="287" y="17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799"/>
                </a:p>
              </p:txBody>
            </p:sp>
            <p:sp>
              <p:nvSpPr>
                <p:cNvPr id="25" name="Freeform 16">
                  <a:extLst>
                    <a:ext uri="{FF2B5EF4-FFF2-40B4-BE49-F238E27FC236}">
                      <a16:creationId xmlns:a16="http://schemas.microsoft.com/office/drawing/2014/main" id="{07CCCC17-0179-4969-9FA5-B5E29881C333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5344" y="1754"/>
                  <a:ext cx="378" cy="598"/>
                </a:xfrm>
                <a:custGeom>
                  <a:avLst/>
                  <a:gdLst>
                    <a:gd name="T0" fmla="*/ 4 w 255"/>
                    <a:gd name="T1" fmla="*/ 403 h 403"/>
                    <a:gd name="T2" fmla="*/ 4 w 255"/>
                    <a:gd name="T3" fmla="*/ 139 h 403"/>
                    <a:gd name="T4" fmla="*/ 0 w 255"/>
                    <a:gd name="T5" fmla="*/ 5 h 403"/>
                    <a:gd name="T6" fmla="*/ 111 w 255"/>
                    <a:gd name="T7" fmla="*/ 5 h 403"/>
                    <a:gd name="T8" fmla="*/ 115 w 255"/>
                    <a:gd name="T9" fmla="*/ 81 h 403"/>
                    <a:gd name="T10" fmla="*/ 216 w 255"/>
                    <a:gd name="T11" fmla="*/ 0 h 403"/>
                    <a:gd name="T12" fmla="*/ 255 w 255"/>
                    <a:gd name="T13" fmla="*/ 6 h 403"/>
                    <a:gd name="T14" fmla="*/ 250 w 255"/>
                    <a:gd name="T15" fmla="*/ 107 h 403"/>
                    <a:gd name="T16" fmla="*/ 211 w 255"/>
                    <a:gd name="T17" fmla="*/ 102 h 403"/>
                    <a:gd name="T18" fmla="*/ 142 w 255"/>
                    <a:gd name="T19" fmla="*/ 137 h 403"/>
                    <a:gd name="T20" fmla="*/ 121 w 255"/>
                    <a:gd name="T21" fmla="*/ 188 h 403"/>
                    <a:gd name="T22" fmla="*/ 121 w 255"/>
                    <a:gd name="T23" fmla="*/ 403 h 403"/>
                    <a:gd name="T24" fmla="*/ 4 w 255"/>
                    <a:gd name="T25" fmla="*/ 403 h 4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55" h="403">
                      <a:moveTo>
                        <a:pt x="4" y="403"/>
                      </a:moveTo>
                      <a:cubicBezTo>
                        <a:pt x="4" y="139"/>
                        <a:pt x="4" y="139"/>
                        <a:pt x="4" y="139"/>
                      </a:cubicBezTo>
                      <a:cubicBezTo>
                        <a:pt x="4" y="106"/>
                        <a:pt x="3" y="61"/>
                        <a:pt x="0" y="5"/>
                      </a:cubicBezTo>
                      <a:cubicBezTo>
                        <a:pt x="111" y="5"/>
                        <a:pt x="111" y="5"/>
                        <a:pt x="111" y="5"/>
                      </a:cubicBezTo>
                      <a:cubicBezTo>
                        <a:pt x="115" y="81"/>
                        <a:pt x="115" y="81"/>
                        <a:pt x="115" y="81"/>
                      </a:cubicBezTo>
                      <a:cubicBezTo>
                        <a:pt x="135" y="27"/>
                        <a:pt x="168" y="0"/>
                        <a:pt x="216" y="0"/>
                      </a:cubicBezTo>
                      <a:cubicBezTo>
                        <a:pt x="228" y="0"/>
                        <a:pt x="242" y="2"/>
                        <a:pt x="255" y="6"/>
                      </a:cubicBezTo>
                      <a:cubicBezTo>
                        <a:pt x="250" y="107"/>
                        <a:pt x="250" y="107"/>
                        <a:pt x="250" y="107"/>
                      </a:cubicBezTo>
                      <a:cubicBezTo>
                        <a:pt x="234" y="104"/>
                        <a:pt x="221" y="102"/>
                        <a:pt x="211" y="102"/>
                      </a:cubicBezTo>
                      <a:cubicBezTo>
                        <a:pt x="183" y="102"/>
                        <a:pt x="160" y="114"/>
                        <a:pt x="142" y="137"/>
                      </a:cubicBezTo>
                      <a:cubicBezTo>
                        <a:pt x="133" y="149"/>
                        <a:pt x="125" y="166"/>
                        <a:pt x="121" y="188"/>
                      </a:cubicBezTo>
                      <a:cubicBezTo>
                        <a:pt x="121" y="403"/>
                        <a:pt x="121" y="403"/>
                        <a:pt x="121" y="403"/>
                      </a:cubicBezTo>
                      <a:lnTo>
                        <a:pt x="4" y="40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799"/>
                </a:p>
              </p:txBody>
            </p:sp>
            <p:sp>
              <p:nvSpPr>
                <p:cNvPr id="26" name="Freeform 17">
                  <a:extLst>
                    <a:ext uri="{FF2B5EF4-FFF2-40B4-BE49-F238E27FC236}">
                      <a16:creationId xmlns:a16="http://schemas.microsoft.com/office/drawing/2014/main" id="{5024035C-6F18-4065-9564-C79774AC672E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5737" y="1746"/>
                  <a:ext cx="597" cy="621"/>
                </a:xfrm>
                <a:custGeom>
                  <a:avLst/>
                  <a:gdLst>
                    <a:gd name="T0" fmla="*/ 123 w 404"/>
                    <a:gd name="T1" fmla="*/ 248 h 418"/>
                    <a:gd name="T2" fmla="*/ 227 w 404"/>
                    <a:gd name="T3" fmla="*/ 334 h 418"/>
                    <a:gd name="T4" fmla="*/ 353 w 404"/>
                    <a:gd name="T5" fmla="*/ 295 h 418"/>
                    <a:gd name="T6" fmla="*/ 394 w 404"/>
                    <a:gd name="T7" fmla="*/ 378 h 418"/>
                    <a:gd name="T8" fmla="*/ 225 w 404"/>
                    <a:gd name="T9" fmla="*/ 418 h 418"/>
                    <a:gd name="T10" fmla="*/ 52 w 404"/>
                    <a:gd name="T11" fmla="*/ 361 h 418"/>
                    <a:gd name="T12" fmla="*/ 0 w 404"/>
                    <a:gd name="T13" fmla="*/ 211 h 418"/>
                    <a:gd name="T14" fmla="*/ 52 w 404"/>
                    <a:gd name="T15" fmla="*/ 59 h 418"/>
                    <a:gd name="T16" fmla="*/ 205 w 404"/>
                    <a:gd name="T17" fmla="*/ 0 h 418"/>
                    <a:gd name="T18" fmla="*/ 349 w 404"/>
                    <a:gd name="T19" fmla="*/ 48 h 418"/>
                    <a:gd name="T20" fmla="*/ 402 w 404"/>
                    <a:gd name="T21" fmla="*/ 173 h 418"/>
                    <a:gd name="T22" fmla="*/ 404 w 404"/>
                    <a:gd name="T23" fmla="*/ 248 h 418"/>
                    <a:gd name="T24" fmla="*/ 123 w 404"/>
                    <a:gd name="T25" fmla="*/ 248 h 418"/>
                    <a:gd name="T26" fmla="*/ 286 w 404"/>
                    <a:gd name="T27" fmla="*/ 171 h 418"/>
                    <a:gd name="T28" fmla="*/ 274 w 404"/>
                    <a:gd name="T29" fmla="*/ 120 h 418"/>
                    <a:gd name="T30" fmla="*/ 206 w 404"/>
                    <a:gd name="T31" fmla="*/ 83 h 418"/>
                    <a:gd name="T32" fmla="*/ 138 w 404"/>
                    <a:gd name="T33" fmla="*/ 120 h 418"/>
                    <a:gd name="T34" fmla="*/ 123 w 404"/>
                    <a:gd name="T35" fmla="*/ 171 h 418"/>
                    <a:gd name="T36" fmla="*/ 286 w 404"/>
                    <a:gd name="T37" fmla="*/ 171 h 4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04" h="418">
                      <a:moveTo>
                        <a:pt x="123" y="248"/>
                      </a:moveTo>
                      <a:cubicBezTo>
                        <a:pt x="128" y="305"/>
                        <a:pt x="162" y="334"/>
                        <a:pt x="227" y="334"/>
                      </a:cubicBezTo>
                      <a:cubicBezTo>
                        <a:pt x="269" y="334"/>
                        <a:pt x="311" y="321"/>
                        <a:pt x="353" y="295"/>
                      </a:cubicBezTo>
                      <a:cubicBezTo>
                        <a:pt x="394" y="378"/>
                        <a:pt x="394" y="378"/>
                        <a:pt x="394" y="378"/>
                      </a:cubicBezTo>
                      <a:cubicBezTo>
                        <a:pt x="343" y="405"/>
                        <a:pt x="287" y="418"/>
                        <a:pt x="225" y="418"/>
                      </a:cubicBezTo>
                      <a:cubicBezTo>
                        <a:pt x="148" y="418"/>
                        <a:pt x="91" y="399"/>
                        <a:pt x="52" y="361"/>
                      </a:cubicBezTo>
                      <a:cubicBezTo>
                        <a:pt x="17" y="326"/>
                        <a:pt x="0" y="276"/>
                        <a:pt x="0" y="211"/>
                      </a:cubicBezTo>
                      <a:cubicBezTo>
                        <a:pt x="0" y="149"/>
                        <a:pt x="17" y="98"/>
                        <a:pt x="52" y="59"/>
                      </a:cubicBezTo>
                      <a:cubicBezTo>
                        <a:pt x="87" y="20"/>
                        <a:pt x="138" y="0"/>
                        <a:pt x="205" y="0"/>
                      </a:cubicBezTo>
                      <a:cubicBezTo>
                        <a:pt x="268" y="0"/>
                        <a:pt x="316" y="16"/>
                        <a:pt x="349" y="48"/>
                      </a:cubicBezTo>
                      <a:cubicBezTo>
                        <a:pt x="379" y="77"/>
                        <a:pt x="397" y="119"/>
                        <a:pt x="402" y="173"/>
                      </a:cubicBezTo>
                      <a:cubicBezTo>
                        <a:pt x="403" y="191"/>
                        <a:pt x="404" y="216"/>
                        <a:pt x="404" y="248"/>
                      </a:cubicBezTo>
                      <a:lnTo>
                        <a:pt x="123" y="248"/>
                      </a:lnTo>
                      <a:close/>
                      <a:moveTo>
                        <a:pt x="286" y="171"/>
                      </a:moveTo>
                      <a:cubicBezTo>
                        <a:pt x="285" y="151"/>
                        <a:pt x="281" y="134"/>
                        <a:pt x="274" y="120"/>
                      </a:cubicBezTo>
                      <a:cubicBezTo>
                        <a:pt x="260" y="95"/>
                        <a:pt x="238" y="83"/>
                        <a:pt x="206" y="83"/>
                      </a:cubicBezTo>
                      <a:cubicBezTo>
                        <a:pt x="175" y="83"/>
                        <a:pt x="152" y="95"/>
                        <a:pt x="138" y="120"/>
                      </a:cubicBezTo>
                      <a:cubicBezTo>
                        <a:pt x="129" y="134"/>
                        <a:pt x="124" y="151"/>
                        <a:pt x="123" y="171"/>
                      </a:cubicBezTo>
                      <a:lnTo>
                        <a:pt x="286" y="17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799"/>
                </a:p>
              </p:txBody>
            </p:sp>
          </p:grpSp>
        </p:grpSp>
        <p:sp>
          <p:nvSpPr>
            <p:cNvPr id="14" name="Rechteck 416">
              <a:extLst>
                <a:ext uri="{FF2B5EF4-FFF2-40B4-BE49-F238E27FC236}">
                  <a16:creationId xmlns:a16="http://schemas.microsoft.com/office/drawing/2014/main" id="{89BDD6B1-CF9D-46D7-9120-21173553ECA8}"/>
                </a:ext>
              </a:extLst>
            </p:cNvPr>
            <p:cNvSpPr>
              <a:spLocks/>
            </p:cNvSpPr>
            <p:nvPr/>
          </p:nvSpPr>
          <p:spPr bwMode="gray">
            <a:xfrm>
              <a:off x="5665455" y="1699347"/>
              <a:ext cx="920386" cy="307777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pPr>
                <a:buClr>
                  <a:srgbClr val="879BAA"/>
                </a:buClr>
              </a:pPr>
              <a:r>
                <a:rPr lang="en-US" sz="999" b="1" dirty="0" err="1"/>
                <a:t>IIoT</a:t>
              </a:r>
              <a:r>
                <a:rPr lang="en-US" sz="999" b="1" dirty="0"/>
                <a:t> Platform</a:t>
              </a:r>
            </a:p>
          </p:txBody>
        </p: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B1EFE33A-EF0A-4BCD-93B4-C3E4C27E06F5}"/>
              </a:ext>
            </a:extLst>
          </p:cNvPr>
          <p:cNvGrpSpPr/>
          <p:nvPr/>
        </p:nvGrpSpPr>
        <p:grpSpPr>
          <a:xfrm>
            <a:off x="2765303" y="3239264"/>
            <a:ext cx="2577095" cy="1214469"/>
            <a:chOff x="5145446" y="4819378"/>
            <a:chExt cx="2578437" cy="1284696"/>
          </a:xfrm>
        </p:grpSpPr>
        <p:sp>
          <p:nvSpPr>
            <p:cNvPr id="311" name="Rechteck 44">
              <a:extLst>
                <a:ext uri="{FF2B5EF4-FFF2-40B4-BE49-F238E27FC236}">
                  <a16:creationId xmlns:a16="http://schemas.microsoft.com/office/drawing/2014/main" id="{21CD16A9-3CE9-4F34-9A8C-F67EFDBCF6B7}"/>
                </a:ext>
              </a:extLst>
            </p:cNvPr>
            <p:cNvSpPr>
              <a:spLocks/>
            </p:cNvSpPr>
            <p:nvPr/>
          </p:nvSpPr>
          <p:spPr bwMode="gray">
            <a:xfrm>
              <a:off x="5151373" y="4961379"/>
              <a:ext cx="2572510" cy="1142695"/>
            </a:xfrm>
            <a:prstGeom prst="rect">
              <a:avLst/>
            </a:prstGeom>
            <a:noFill/>
            <a:ln w="19050">
              <a:solidFill>
                <a:schemeClr val="accent1">
                  <a:lumMod val="60000"/>
                  <a:lumOff val="40000"/>
                </a:schemeClr>
              </a:solidFill>
            </a:ln>
            <a:effectLst/>
          </p:spPr>
          <p:txBody>
  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de-de" sz="1799" dirty="0" err="1"/>
            </a:p>
          </p:txBody>
        </p:sp>
        <p:sp>
          <p:nvSpPr>
            <p:cNvPr id="312" name="Rechteck 103">
              <a:extLst>
                <a:ext uri="{FF2B5EF4-FFF2-40B4-BE49-F238E27FC236}">
                  <a16:creationId xmlns:a16="http://schemas.microsoft.com/office/drawing/2014/main" id="{EEF20AB8-3B88-42DE-8DC9-6AF697E6BA26}"/>
                </a:ext>
              </a:extLst>
            </p:cNvPr>
            <p:cNvSpPr/>
            <p:nvPr/>
          </p:nvSpPr>
          <p:spPr bwMode="auto">
            <a:xfrm>
              <a:off x="5145446" y="4819378"/>
              <a:ext cx="2568440" cy="173335"/>
            </a:xfrm>
            <a:prstGeom prst="rect">
              <a:avLst/>
            </a:prstGeom>
            <a:solidFill>
              <a:srgbClr val="4BB9B9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 rtl="0"/>
              <a:r>
                <a:rPr lang="de-DE" sz="900" b="1" dirty="0">
                  <a:solidFill>
                    <a:schemeClr val="bg1"/>
                  </a:solidFill>
                </a:rPr>
                <a:t>Edge computing</a:t>
              </a:r>
              <a:endParaRPr lang="de-de" sz="900" b="1" dirty="0">
                <a:solidFill>
                  <a:schemeClr val="bg1"/>
                </a:solidFill>
              </a:endParaRPr>
            </a:p>
          </p:txBody>
        </p:sp>
        <p:pic>
          <p:nvPicPr>
            <p:cNvPr id="313" name="Picture 312">
              <a:extLst>
                <a:ext uri="{FF2B5EF4-FFF2-40B4-BE49-F238E27FC236}">
                  <a16:creationId xmlns:a16="http://schemas.microsoft.com/office/drawing/2014/main" id="{E925B1A8-32E5-474A-8F39-4E6D4F3B76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318235" y="5126465"/>
              <a:ext cx="2111648" cy="806135"/>
            </a:xfrm>
            <a:prstGeom prst="rect">
              <a:avLst/>
            </a:prstGeom>
          </p:spPr>
        </p:pic>
      </p:grpSp>
      <p:sp>
        <p:nvSpPr>
          <p:cNvPr id="314" name="Rechteck 4">
            <a:extLst>
              <a:ext uri="{FF2B5EF4-FFF2-40B4-BE49-F238E27FC236}">
                <a16:creationId xmlns:a16="http://schemas.microsoft.com/office/drawing/2014/main" id="{D3853CF8-884D-42D2-9B80-B56B82B87E88}"/>
              </a:ext>
            </a:extLst>
          </p:cNvPr>
          <p:cNvSpPr/>
          <p:nvPr/>
        </p:nvSpPr>
        <p:spPr bwMode="auto">
          <a:xfrm>
            <a:off x="2315135" y="4878095"/>
            <a:ext cx="2406383" cy="1201036"/>
          </a:xfrm>
          <a:prstGeom prst="rect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799" dirty="0"/>
          </a:p>
        </p:txBody>
      </p:sp>
      <p:sp>
        <p:nvSpPr>
          <p:cNvPr id="315" name="Rechteck 103">
            <a:extLst>
              <a:ext uri="{FF2B5EF4-FFF2-40B4-BE49-F238E27FC236}">
                <a16:creationId xmlns:a16="http://schemas.microsoft.com/office/drawing/2014/main" id="{7AC25636-7B50-4D69-A87A-73406AA6A886}"/>
              </a:ext>
            </a:extLst>
          </p:cNvPr>
          <p:cNvSpPr/>
          <p:nvPr/>
        </p:nvSpPr>
        <p:spPr bwMode="auto">
          <a:xfrm>
            <a:off x="2283851" y="4836196"/>
            <a:ext cx="2458587" cy="152178"/>
          </a:xfrm>
          <a:prstGeom prst="rect">
            <a:avLst/>
          </a:prstGeom>
          <a:solidFill>
            <a:srgbClr val="4BB9B9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rtl="0"/>
            <a:r>
              <a:rPr lang="de-DE" sz="900" b="1" dirty="0">
                <a:solidFill>
                  <a:schemeClr val="bg1"/>
                </a:solidFill>
              </a:rPr>
              <a:t>Core Assets</a:t>
            </a:r>
            <a:endParaRPr lang="de-de" sz="900" b="1" dirty="0">
              <a:solidFill>
                <a:schemeClr val="bg1"/>
              </a:solidFill>
            </a:endParaRPr>
          </a:p>
        </p:txBody>
      </p:sp>
      <p:pic>
        <p:nvPicPr>
          <p:cNvPr id="316" name="Picture 315">
            <a:extLst>
              <a:ext uri="{FF2B5EF4-FFF2-40B4-BE49-F238E27FC236}">
                <a16:creationId xmlns:a16="http://schemas.microsoft.com/office/drawing/2014/main" id="{69A8843A-69C1-458A-9B36-FE6A39344415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8592" y="5143535"/>
            <a:ext cx="602673" cy="630514"/>
          </a:xfrm>
          <a:prstGeom prst="rect">
            <a:avLst/>
          </a:prstGeom>
        </p:spPr>
      </p:pic>
      <p:pic>
        <p:nvPicPr>
          <p:cNvPr id="317" name="Picture 316">
            <a:extLst>
              <a:ext uri="{FF2B5EF4-FFF2-40B4-BE49-F238E27FC236}">
                <a16:creationId xmlns:a16="http://schemas.microsoft.com/office/drawing/2014/main" id="{2C277913-E450-4C0A-A7FE-663156F7BFF1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49075" y="5113983"/>
            <a:ext cx="630032" cy="731899"/>
          </a:xfrm>
          <a:prstGeom prst="rect">
            <a:avLst/>
          </a:prstGeom>
        </p:spPr>
      </p:pic>
      <p:pic>
        <p:nvPicPr>
          <p:cNvPr id="318" name="Picture 317">
            <a:extLst>
              <a:ext uri="{FF2B5EF4-FFF2-40B4-BE49-F238E27FC236}">
                <a16:creationId xmlns:a16="http://schemas.microsoft.com/office/drawing/2014/main" id="{D3D3F66D-12DF-4CAF-BFFC-8B9DC2E30DE4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01687" y="5271500"/>
            <a:ext cx="756270" cy="557548"/>
          </a:xfrm>
          <a:prstGeom prst="rect">
            <a:avLst/>
          </a:prstGeom>
        </p:spPr>
      </p:pic>
      <p:pic>
        <p:nvPicPr>
          <p:cNvPr id="319" name="Picture 318">
            <a:extLst>
              <a:ext uri="{FF2B5EF4-FFF2-40B4-BE49-F238E27FC236}">
                <a16:creationId xmlns:a16="http://schemas.microsoft.com/office/drawing/2014/main" id="{25C87AA6-2276-41EB-B06B-DED3F6A85D07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67871" y="5100690"/>
            <a:ext cx="652446" cy="733937"/>
          </a:xfrm>
          <a:prstGeom prst="rect">
            <a:avLst/>
          </a:prstGeom>
        </p:spPr>
      </p:pic>
      <p:grpSp>
        <p:nvGrpSpPr>
          <p:cNvPr id="320" name="Group 319">
            <a:extLst>
              <a:ext uri="{FF2B5EF4-FFF2-40B4-BE49-F238E27FC236}">
                <a16:creationId xmlns:a16="http://schemas.microsoft.com/office/drawing/2014/main" id="{A094329D-D32D-4C37-92AB-198CFEC659A7}"/>
              </a:ext>
            </a:extLst>
          </p:cNvPr>
          <p:cNvGrpSpPr/>
          <p:nvPr/>
        </p:nvGrpSpPr>
        <p:grpSpPr>
          <a:xfrm>
            <a:off x="4867963" y="4836196"/>
            <a:ext cx="2467712" cy="1288711"/>
            <a:chOff x="4959510" y="4811887"/>
            <a:chExt cx="2468997" cy="1289382"/>
          </a:xfrm>
        </p:grpSpPr>
        <p:pic>
          <p:nvPicPr>
            <p:cNvPr id="321" name="Picture 320">
              <a:extLst>
                <a:ext uri="{FF2B5EF4-FFF2-40B4-BE49-F238E27FC236}">
                  <a16:creationId xmlns:a16="http://schemas.microsoft.com/office/drawing/2014/main" id="{C482EBCD-7694-4A19-8EA2-50942A444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 flipV="1">
              <a:off x="5497487" y="5009944"/>
              <a:ext cx="1142696" cy="673785"/>
            </a:xfrm>
            <a:prstGeom prst="rect">
              <a:avLst/>
            </a:prstGeom>
          </p:spPr>
        </p:pic>
        <p:grpSp>
          <p:nvGrpSpPr>
            <p:cNvPr id="322" name="Group 321">
              <a:extLst>
                <a:ext uri="{FF2B5EF4-FFF2-40B4-BE49-F238E27FC236}">
                  <a16:creationId xmlns:a16="http://schemas.microsoft.com/office/drawing/2014/main" id="{0A66B329-05FF-4B32-A7D6-080C056FBE0E}"/>
                </a:ext>
              </a:extLst>
            </p:cNvPr>
            <p:cNvGrpSpPr/>
            <p:nvPr/>
          </p:nvGrpSpPr>
          <p:grpSpPr>
            <a:xfrm rot="5400000">
              <a:off x="4672914" y="5314881"/>
              <a:ext cx="1034358" cy="461165"/>
              <a:chOff x="6228815" y="6310811"/>
              <a:chExt cx="1397762" cy="642209"/>
            </a:xfrm>
          </p:grpSpPr>
          <p:sp>
            <p:nvSpPr>
              <p:cNvPr id="326" name="Line 267">
                <a:extLst>
                  <a:ext uri="{FF2B5EF4-FFF2-40B4-BE49-F238E27FC236}">
                    <a16:creationId xmlns:a16="http://schemas.microsoft.com/office/drawing/2014/main" id="{A217337B-A199-4CE7-84A9-6F97EA12FAB4}"/>
                  </a:ext>
                </a:extLst>
              </p:cNvPr>
              <p:cNvSpPr>
                <a:spLocks noChangeShapeType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7307152" y="6425147"/>
                <a:ext cx="0" cy="86222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35981" tIns="0" rIns="35981" bIns="0"/>
              <a:lstStyle/>
              <a:p>
                <a:endParaRPr lang="de-DE" sz="1799"/>
              </a:p>
            </p:txBody>
          </p:sp>
          <p:sp>
            <p:nvSpPr>
              <p:cNvPr id="327" name="Text Box 38">
                <a:extLst>
                  <a:ext uri="{FF2B5EF4-FFF2-40B4-BE49-F238E27FC236}">
                    <a16:creationId xmlns:a16="http://schemas.microsoft.com/office/drawing/2014/main" id="{071B1B5B-55F3-4C13-BFC8-5FFC8BEB307E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6338437" y="6310812"/>
                <a:ext cx="264195" cy="3855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buClr>
                    <a:schemeClr val="accent1"/>
                  </a:buClr>
                </a:pPr>
                <a:r>
                  <a:rPr lang="de-DE" sz="1799" b="1" dirty="0">
                    <a:solidFill>
                      <a:srgbClr val="AFB4BE"/>
                    </a:solidFill>
                  </a:rPr>
                  <a:t>…</a:t>
                </a:r>
              </a:p>
            </p:txBody>
          </p:sp>
          <p:sp>
            <p:nvSpPr>
              <p:cNvPr id="328" name="Line 39">
                <a:extLst>
                  <a:ext uri="{FF2B5EF4-FFF2-40B4-BE49-F238E27FC236}">
                    <a16:creationId xmlns:a16="http://schemas.microsoft.com/office/drawing/2014/main" id="{0E98F043-896D-4CF1-979F-2E3EAD32692E}"/>
                  </a:ext>
                </a:extLst>
              </p:cNvPr>
              <p:cNvSpPr>
                <a:spLocks noChangeShapeType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6290672" y="6419494"/>
                <a:ext cx="0" cy="86222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35981" tIns="0" rIns="35981" bIns="0"/>
              <a:lstStyle/>
              <a:p>
                <a:endParaRPr lang="de-DE" sz="1799"/>
              </a:p>
            </p:txBody>
          </p:sp>
          <p:sp>
            <p:nvSpPr>
              <p:cNvPr id="329" name="Text Box 232">
                <a:extLst>
                  <a:ext uri="{FF2B5EF4-FFF2-40B4-BE49-F238E27FC236}">
                    <a16:creationId xmlns:a16="http://schemas.microsoft.com/office/drawing/2014/main" id="{E3B33559-4C71-40D4-9049-9A9A91D74438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7023553" y="6310812"/>
                <a:ext cx="264196" cy="3855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buClr>
                    <a:schemeClr val="accent1"/>
                  </a:buClr>
                </a:pPr>
                <a:r>
                  <a:rPr lang="de-DE" sz="1799" b="1" dirty="0">
                    <a:solidFill>
                      <a:srgbClr val="AFB4BE"/>
                    </a:solidFill>
                  </a:rPr>
                  <a:t>…</a:t>
                </a:r>
              </a:p>
            </p:txBody>
          </p:sp>
          <p:sp>
            <p:nvSpPr>
              <p:cNvPr id="330" name="Line 233">
                <a:extLst>
                  <a:ext uri="{FF2B5EF4-FFF2-40B4-BE49-F238E27FC236}">
                    <a16:creationId xmlns:a16="http://schemas.microsoft.com/office/drawing/2014/main" id="{1C2DF69E-862A-4F60-A80A-53DBD00325AB}"/>
                  </a:ext>
                </a:extLst>
              </p:cNvPr>
              <p:cNvSpPr>
                <a:spLocks noChangeShapeType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6975789" y="6425147"/>
                <a:ext cx="0" cy="86222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35981" tIns="0" rIns="35981" bIns="0"/>
              <a:lstStyle/>
              <a:p>
                <a:endParaRPr lang="de-DE" sz="1799"/>
              </a:p>
            </p:txBody>
          </p:sp>
          <p:sp>
            <p:nvSpPr>
              <p:cNvPr id="331" name="Text Box 245">
                <a:extLst>
                  <a:ext uri="{FF2B5EF4-FFF2-40B4-BE49-F238E27FC236}">
                    <a16:creationId xmlns:a16="http://schemas.microsoft.com/office/drawing/2014/main" id="{B67558F8-7B9D-44F2-9726-391DDDD7F34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 flipV="1">
                <a:off x="6737111" y="6567277"/>
                <a:ext cx="241137" cy="3857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>
                    <a:schemeClr val="accent1"/>
                  </a:buClr>
                </a:pPr>
                <a:r>
                  <a:rPr lang="de-DE" sz="1799" b="1" dirty="0">
                    <a:solidFill>
                      <a:srgbClr val="AFB4BE"/>
                    </a:solidFill>
                  </a:rPr>
                  <a:t>…</a:t>
                </a:r>
              </a:p>
            </p:txBody>
          </p:sp>
          <p:sp>
            <p:nvSpPr>
              <p:cNvPr id="332" name="Text Box 246">
                <a:extLst>
                  <a:ext uri="{FF2B5EF4-FFF2-40B4-BE49-F238E27FC236}">
                    <a16:creationId xmlns:a16="http://schemas.microsoft.com/office/drawing/2014/main" id="{5900E878-AAFA-4D02-98BE-2530B2C01698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7362382" y="6310811"/>
                <a:ext cx="264195" cy="3855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buClr>
                    <a:schemeClr val="accent1"/>
                  </a:buClr>
                </a:pPr>
                <a:r>
                  <a:rPr lang="de-DE" sz="1799" b="1">
                    <a:solidFill>
                      <a:srgbClr val="AFB4BE"/>
                    </a:solidFill>
                  </a:rPr>
                  <a:t>…</a:t>
                </a:r>
              </a:p>
            </p:txBody>
          </p:sp>
          <p:pic>
            <p:nvPicPr>
              <p:cNvPr id="333" name="Grafik 123">
                <a:extLst>
                  <a:ext uri="{FF2B5EF4-FFF2-40B4-BE49-F238E27FC236}">
                    <a16:creationId xmlns:a16="http://schemas.microsoft.com/office/drawing/2014/main" id="{54815050-B32B-4AC5-A35A-91B63B2B92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6228815" y="6467552"/>
                <a:ext cx="117744" cy="250790"/>
              </a:xfrm>
              <a:prstGeom prst="rect">
                <a:avLst/>
              </a:prstGeom>
            </p:spPr>
          </p:pic>
          <p:pic>
            <p:nvPicPr>
              <p:cNvPr id="334" name="Grafik 124">
                <a:extLst>
                  <a:ext uri="{FF2B5EF4-FFF2-40B4-BE49-F238E27FC236}">
                    <a16:creationId xmlns:a16="http://schemas.microsoft.com/office/drawing/2014/main" id="{F86B8752-716B-418E-B2D2-359F262D635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6551965" y="6447748"/>
                <a:ext cx="117744" cy="250790"/>
              </a:xfrm>
              <a:prstGeom prst="rect">
                <a:avLst/>
              </a:prstGeom>
            </p:spPr>
          </p:pic>
          <p:pic>
            <p:nvPicPr>
              <p:cNvPr id="335" name="Grafik 125">
                <a:extLst>
                  <a:ext uri="{FF2B5EF4-FFF2-40B4-BE49-F238E27FC236}">
                    <a16:creationId xmlns:a16="http://schemas.microsoft.com/office/drawing/2014/main" id="{22130911-0360-4FC9-89E0-105135BBD8C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6916917" y="6467552"/>
                <a:ext cx="117744" cy="250790"/>
              </a:xfrm>
              <a:prstGeom prst="rect">
                <a:avLst/>
              </a:prstGeom>
            </p:spPr>
          </p:pic>
          <p:pic>
            <p:nvPicPr>
              <p:cNvPr id="336" name="Grafik 126">
                <a:extLst>
                  <a:ext uri="{FF2B5EF4-FFF2-40B4-BE49-F238E27FC236}">
                    <a16:creationId xmlns:a16="http://schemas.microsoft.com/office/drawing/2014/main" id="{17372CCA-A425-4BD7-953D-6E617D44072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7248280" y="6467552"/>
                <a:ext cx="117744" cy="250790"/>
              </a:xfrm>
              <a:prstGeom prst="rect">
                <a:avLst/>
              </a:prstGeom>
            </p:spPr>
          </p:pic>
        </p:grpSp>
        <p:sp>
          <p:nvSpPr>
            <p:cNvPr id="323" name="Rechteck 4">
              <a:extLst>
                <a:ext uri="{FF2B5EF4-FFF2-40B4-BE49-F238E27FC236}">
                  <a16:creationId xmlns:a16="http://schemas.microsoft.com/office/drawing/2014/main" id="{5B28E88A-DEFA-40BA-AF44-954C56B8B807}"/>
                </a:ext>
              </a:extLst>
            </p:cNvPr>
            <p:cNvSpPr/>
            <p:nvPr/>
          </p:nvSpPr>
          <p:spPr bwMode="auto">
            <a:xfrm>
              <a:off x="4991479" y="4860979"/>
              <a:ext cx="2407637" cy="1240290"/>
            </a:xfrm>
            <a:prstGeom prst="rect">
              <a:avLst/>
            </a:prstGeom>
            <a:noFill/>
            <a:ln w="19050">
              <a:solidFill>
                <a:schemeClr val="accent1">
                  <a:lumMod val="60000"/>
                  <a:lumOff val="40000"/>
                </a:schemeClr>
              </a:solidFill>
            </a:ln>
            <a:effectLst/>
          </p:spPr>
          <p:txBody>
  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799" dirty="0"/>
            </a:p>
          </p:txBody>
        </p:sp>
        <p:sp>
          <p:nvSpPr>
            <p:cNvPr id="324" name="Rechteck 103">
              <a:extLst>
                <a:ext uri="{FF2B5EF4-FFF2-40B4-BE49-F238E27FC236}">
                  <a16:creationId xmlns:a16="http://schemas.microsoft.com/office/drawing/2014/main" id="{82C90AB5-10A0-4829-B076-77E9627DA16D}"/>
                </a:ext>
              </a:extLst>
            </p:cNvPr>
            <p:cNvSpPr/>
            <p:nvPr/>
          </p:nvSpPr>
          <p:spPr bwMode="auto">
            <a:xfrm>
              <a:off x="4968639" y="4811887"/>
              <a:ext cx="2459868" cy="152257"/>
            </a:xfrm>
            <a:prstGeom prst="rect">
              <a:avLst/>
            </a:prstGeom>
            <a:solidFill>
              <a:srgbClr val="4BB9B9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 rtl="0"/>
              <a:r>
                <a:rPr lang="de-DE" sz="900" b="1" dirty="0">
                  <a:solidFill>
                    <a:schemeClr val="bg1"/>
                  </a:solidFill>
                </a:rPr>
                <a:t>Connectivity</a:t>
              </a:r>
              <a:endParaRPr lang="de-de" sz="900" b="1" dirty="0">
                <a:solidFill>
                  <a:schemeClr val="bg1"/>
                </a:solidFill>
              </a:endParaRPr>
            </a:p>
          </p:txBody>
        </p:sp>
        <p:pic>
          <p:nvPicPr>
            <p:cNvPr id="325" name="Picture 324">
              <a:extLst>
                <a:ext uri="{FF2B5EF4-FFF2-40B4-BE49-F238E27FC236}">
                  <a16:creationId xmlns:a16="http://schemas.microsoft.com/office/drawing/2014/main" id="{6AE1681A-50BB-48BE-84C3-0EC664C9B2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946747" y="5524408"/>
              <a:ext cx="1422270" cy="553786"/>
            </a:xfrm>
            <a:prstGeom prst="rect">
              <a:avLst/>
            </a:prstGeom>
          </p:spPr>
        </p:pic>
      </p:grp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22A26173-C91B-4DC6-B956-EAE36500E609}"/>
              </a:ext>
            </a:extLst>
          </p:cNvPr>
          <p:cNvGrpSpPr/>
          <p:nvPr/>
        </p:nvGrpSpPr>
        <p:grpSpPr>
          <a:xfrm>
            <a:off x="1939598" y="1337268"/>
            <a:ext cx="2157684" cy="1316768"/>
            <a:chOff x="625309" y="1602820"/>
            <a:chExt cx="2158808" cy="1317454"/>
          </a:xfrm>
        </p:grpSpPr>
        <p:grpSp>
          <p:nvGrpSpPr>
            <p:cNvPr id="338" name="Group 337">
              <a:extLst>
                <a:ext uri="{FF2B5EF4-FFF2-40B4-BE49-F238E27FC236}">
                  <a16:creationId xmlns:a16="http://schemas.microsoft.com/office/drawing/2014/main" id="{964D684E-4464-4663-B2C0-B541D434FC1B}"/>
                </a:ext>
              </a:extLst>
            </p:cNvPr>
            <p:cNvGrpSpPr/>
            <p:nvPr/>
          </p:nvGrpSpPr>
          <p:grpSpPr>
            <a:xfrm>
              <a:off x="625309" y="1602820"/>
              <a:ext cx="2158808" cy="1283877"/>
              <a:chOff x="625309" y="1602820"/>
              <a:chExt cx="2158808" cy="1283877"/>
            </a:xfrm>
          </p:grpSpPr>
          <p:pic>
            <p:nvPicPr>
              <p:cNvPr id="340" name="Picture 339">
                <a:extLst>
                  <a:ext uri="{FF2B5EF4-FFF2-40B4-BE49-F238E27FC236}">
                    <a16:creationId xmlns:a16="http://schemas.microsoft.com/office/drawing/2014/main" id="{02F9916A-E3D7-4FA2-80CB-346D85EFB4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287035" y="2201912"/>
                <a:ext cx="1497082" cy="684785"/>
              </a:xfrm>
              <a:prstGeom prst="rect">
                <a:avLst/>
              </a:prstGeom>
            </p:spPr>
          </p:pic>
          <p:sp>
            <p:nvSpPr>
              <p:cNvPr id="341" name="Rechteck 416">
                <a:extLst>
                  <a:ext uri="{FF2B5EF4-FFF2-40B4-BE49-F238E27FC236}">
                    <a16:creationId xmlns:a16="http://schemas.microsoft.com/office/drawing/2014/main" id="{2F1DC55A-4498-47B8-A007-7333C77534D1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625309" y="1602820"/>
                <a:ext cx="2149468" cy="163065"/>
              </a:xfrm>
              <a:prstGeom prst="rect">
                <a:avLst/>
              </a:prstGeom>
              <a:solidFill>
                <a:srgbClr val="4BB9B9"/>
              </a:solidFill>
              <a:ln>
                <a:noFill/>
              </a:ln>
              <a:effectLst/>
            </p:spPr>
            <p:txBody>
              <a:bodyPr wrap="square" lIns="107944" tIns="53972" rIns="107944" bIns="53972" numCol="1" spcCol="72000" rtlCol="0" anchor="ctr">
                <a:noAutofit/>
              </a:bodyPr>
              <a:lstStyle/>
              <a:p>
                <a:pPr algn="ctr">
                  <a:lnSpc>
                    <a:spcPct val="110000"/>
                  </a:lnSpc>
                  <a:spcBef>
                    <a:spcPct val="0"/>
                  </a:spcBef>
                  <a:buFont typeface="Wingdings" charset="0"/>
                  <a:buNone/>
                </a:pPr>
                <a:r>
                  <a:rPr lang="en-US" sz="800" b="1" dirty="0">
                    <a:solidFill>
                      <a:schemeClr val="bg1"/>
                    </a:solidFill>
                    <a:latin typeface="Arial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Maintenance APP</a:t>
                </a:r>
              </a:p>
            </p:txBody>
          </p:sp>
          <p:pic>
            <p:nvPicPr>
              <p:cNvPr id="342" name="Picture 341">
                <a:extLst>
                  <a:ext uri="{FF2B5EF4-FFF2-40B4-BE49-F238E27FC236}">
                    <a16:creationId xmlns:a16="http://schemas.microsoft.com/office/drawing/2014/main" id="{A67C172F-1234-48FE-AA34-9E81541902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70966" y="1763058"/>
                <a:ext cx="1497082" cy="693269"/>
              </a:xfrm>
              <a:prstGeom prst="rect">
                <a:avLst/>
              </a:prstGeom>
            </p:spPr>
          </p:pic>
        </p:grpSp>
        <p:sp>
          <p:nvSpPr>
            <p:cNvPr id="339" name="Rechteck 44">
              <a:extLst>
                <a:ext uri="{FF2B5EF4-FFF2-40B4-BE49-F238E27FC236}">
                  <a16:creationId xmlns:a16="http://schemas.microsoft.com/office/drawing/2014/main" id="{6F79BA84-3C23-4312-B43E-910F99A84700}"/>
                </a:ext>
              </a:extLst>
            </p:cNvPr>
            <p:cNvSpPr>
              <a:spLocks/>
            </p:cNvSpPr>
            <p:nvPr/>
          </p:nvSpPr>
          <p:spPr bwMode="gray">
            <a:xfrm>
              <a:off x="637442" y="1766743"/>
              <a:ext cx="2114521" cy="1153531"/>
            </a:xfrm>
            <a:prstGeom prst="rect">
              <a:avLst/>
            </a:prstGeom>
            <a:noFill/>
            <a:ln w="19050">
              <a:solidFill>
                <a:schemeClr val="accent1">
                  <a:lumMod val="60000"/>
                  <a:lumOff val="40000"/>
                </a:schemeClr>
              </a:solidFill>
            </a:ln>
            <a:effectLst/>
          </p:spPr>
          <p:txBody>
  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de-de" sz="1799" dirty="0" err="1"/>
            </a:p>
          </p:txBody>
        </p:sp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549E3DF0-448D-455E-AA3D-2EDDA7CB9CC7}"/>
              </a:ext>
            </a:extLst>
          </p:cNvPr>
          <p:cNvGrpSpPr/>
          <p:nvPr/>
        </p:nvGrpSpPr>
        <p:grpSpPr>
          <a:xfrm>
            <a:off x="5601257" y="3338313"/>
            <a:ext cx="1624911" cy="1016229"/>
            <a:chOff x="2678795" y="3320988"/>
            <a:chExt cx="1625757" cy="1016758"/>
          </a:xfrm>
        </p:grpSpPr>
        <p:sp>
          <p:nvSpPr>
            <p:cNvPr id="344" name="Rechteck 44">
              <a:extLst>
                <a:ext uri="{FF2B5EF4-FFF2-40B4-BE49-F238E27FC236}">
                  <a16:creationId xmlns:a16="http://schemas.microsoft.com/office/drawing/2014/main" id="{79AD9E8B-24F3-4A0E-8E18-D21A0F4F8F7E}"/>
                </a:ext>
              </a:extLst>
            </p:cNvPr>
            <p:cNvSpPr>
              <a:spLocks/>
            </p:cNvSpPr>
            <p:nvPr/>
          </p:nvSpPr>
          <p:spPr bwMode="gray">
            <a:xfrm>
              <a:off x="2710317" y="3525528"/>
              <a:ext cx="1594235" cy="812218"/>
            </a:xfrm>
            <a:prstGeom prst="rect">
              <a:avLst/>
            </a:prstGeom>
            <a:noFill/>
            <a:ln w="19050">
              <a:solidFill>
                <a:schemeClr val="accent1">
                  <a:lumMod val="60000"/>
                  <a:lumOff val="40000"/>
                </a:schemeClr>
              </a:solidFill>
            </a:ln>
            <a:effectLst/>
          </p:spPr>
          <p:txBody>
  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de-de" sz="1799" dirty="0" err="1"/>
            </a:p>
          </p:txBody>
        </p:sp>
        <p:sp>
          <p:nvSpPr>
            <p:cNvPr id="345" name="Rechteck 103">
              <a:extLst>
                <a:ext uri="{FF2B5EF4-FFF2-40B4-BE49-F238E27FC236}">
                  <a16:creationId xmlns:a16="http://schemas.microsoft.com/office/drawing/2014/main" id="{8ABEA919-F6C2-4CE0-A253-8AB0C3281CF2}"/>
                </a:ext>
              </a:extLst>
            </p:cNvPr>
            <p:cNvSpPr/>
            <p:nvPr/>
          </p:nvSpPr>
          <p:spPr bwMode="auto">
            <a:xfrm>
              <a:off x="2678795" y="3320988"/>
              <a:ext cx="1624077" cy="184879"/>
            </a:xfrm>
            <a:prstGeom prst="rect">
              <a:avLst/>
            </a:prstGeom>
            <a:solidFill>
              <a:srgbClr val="4BB9B9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 rtl="0"/>
              <a:r>
                <a:rPr lang="de-DE" sz="900" b="1" dirty="0">
                  <a:solidFill>
                    <a:schemeClr val="bg1"/>
                  </a:solidFill>
                </a:rPr>
                <a:t>IT Systems</a:t>
              </a:r>
              <a:endParaRPr lang="de-de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346" name="Freeform 6">
              <a:extLst>
                <a:ext uri="{FF2B5EF4-FFF2-40B4-BE49-F238E27FC236}">
                  <a16:creationId xmlns:a16="http://schemas.microsoft.com/office/drawing/2014/main" id="{AC2FCF66-9818-42BD-9979-C112C4DFCD96}"/>
                </a:ext>
              </a:extLst>
            </p:cNvPr>
            <p:cNvSpPr>
              <a:spLocks noChangeAspect="1" noEditPoints="1"/>
            </p:cNvSpPr>
            <p:nvPr/>
          </p:nvSpPr>
          <p:spPr bwMode="gray">
            <a:xfrm>
              <a:off x="2790029" y="3748397"/>
              <a:ext cx="717180" cy="487685"/>
            </a:xfrm>
            <a:custGeom>
              <a:avLst/>
              <a:gdLst>
                <a:gd name="T0" fmla="*/ 4441 w 4441"/>
                <a:gd name="T1" fmla="*/ 2930 h 3213"/>
                <a:gd name="T2" fmla="*/ 4441 w 4441"/>
                <a:gd name="T3" fmla="*/ 3024 h 3213"/>
                <a:gd name="T4" fmla="*/ 4252 w 4441"/>
                <a:gd name="T5" fmla="*/ 3213 h 3213"/>
                <a:gd name="T6" fmla="*/ 189 w 4441"/>
                <a:gd name="T7" fmla="*/ 3213 h 3213"/>
                <a:gd name="T8" fmla="*/ 0 w 4441"/>
                <a:gd name="T9" fmla="*/ 3024 h 3213"/>
                <a:gd name="T10" fmla="*/ 0 w 4441"/>
                <a:gd name="T11" fmla="*/ 2930 h 3213"/>
                <a:gd name="T12" fmla="*/ 473 w 4441"/>
                <a:gd name="T13" fmla="*/ 2457 h 3213"/>
                <a:gd name="T14" fmla="*/ 3969 w 4441"/>
                <a:gd name="T15" fmla="*/ 2457 h 3213"/>
                <a:gd name="T16" fmla="*/ 4441 w 4441"/>
                <a:gd name="T17" fmla="*/ 2930 h 3213"/>
                <a:gd name="T18" fmla="*/ 473 w 4441"/>
                <a:gd name="T19" fmla="*/ 2174 h 3213"/>
                <a:gd name="T20" fmla="*/ 473 w 4441"/>
                <a:gd name="T21" fmla="*/ 95 h 3213"/>
                <a:gd name="T22" fmla="*/ 567 w 4441"/>
                <a:gd name="T23" fmla="*/ 0 h 3213"/>
                <a:gd name="T24" fmla="*/ 3874 w 4441"/>
                <a:gd name="T25" fmla="*/ 0 h 3213"/>
                <a:gd name="T26" fmla="*/ 3969 w 4441"/>
                <a:gd name="T27" fmla="*/ 95 h 3213"/>
                <a:gd name="T28" fmla="*/ 3969 w 4441"/>
                <a:gd name="T29" fmla="*/ 2174 h 3213"/>
                <a:gd name="T30" fmla="*/ 3874 w 4441"/>
                <a:gd name="T31" fmla="*/ 2268 h 3213"/>
                <a:gd name="T32" fmla="*/ 567 w 4441"/>
                <a:gd name="T33" fmla="*/ 2268 h 3213"/>
                <a:gd name="T34" fmla="*/ 473 w 4441"/>
                <a:gd name="T35" fmla="*/ 2174 h 3213"/>
                <a:gd name="T36" fmla="*/ 662 w 4441"/>
                <a:gd name="T37" fmla="*/ 2079 h 3213"/>
                <a:gd name="T38" fmla="*/ 3780 w 4441"/>
                <a:gd name="T39" fmla="*/ 2079 h 3213"/>
                <a:gd name="T40" fmla="*/ 3780 w 4441"/>
                <a:gd name="T41" fmla="*/ 189 h 3213"/>
                <a:gd name="T42" fmla="*/ 662 w 4441"/>
                <a:gd name="T43" fmla="*/ 189 h 3213"/>
                <a:gd name="T44" fmla="*/ 662 w 4441"/>
                <a:gd name="T45" fmla="*/ 2079 h 3213"/>
                <a:gd name="T46" fmla="*/ 851 w 4441"/>
                <a:gd name="T47" fmla="*/ 1890 h 3213"/>
                <a:gd name="T48" fmla="*/ 3591 w 4441"/>
                <a:gd name="T49" fmla="*/ 1890 h 3213"/>
                <a:gd name="T50" fmla="*/ 3591 w 4441"/>
                <a:gd name="T51" fmla="*/ 378 h 3213"/>
                <a:gd name="T52" fmla="*/ 851 w 4441"/>
                <a:gd name="T53" fmla="*/ 378 h 3213"/>
                <a:gd name="T54" fmla="*/ 851 w 4441"/>
                <a:gd name="T55" fmla="*/ 1890 h 3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441" h="3213">
                  <a:moveTo>
                    <a:pt x="4441" y="2930"/>
                  </a:moveTo>
                  <a:lnTo>
                    <a:pt x="4441" y="3024"/>
                  </a:lnTo>
                  <a:cubicBezTo>
                    <a:pt x="4441" y="3128"/>
                    <a:pt x="4357" y="3213"/>
                    <a:pt x="4252" y="3213"/>
                  </a:cubicBezTo>
                  <a:lnTo>
                    <a:pt x="189" y="3213"/>
                  </a:lnTo>
                  <a:cubicBezTo>
                    <a:pt x="85" y="3213"/>
                    <a:pt x="0" y="3128"/>
                    <a:pt x="0" y="3024"/>
                  </a:cubicBezTo>
                  <a:lnTo>
                    <a:pt x="0" y="2930"/>
                  </a:lnTo>
                  <a:lnTo>
                    <a:pt x="473" y="2457"/>
                  </a:lnTo>
                  <a:lnTo>
                    <a:pt x="3969" y="2457"/>
                  </a:lnTo>
                  <a:lnTo>
                    <a:pt x="4441" y="2930"/>
                  </a:lnTo>
                  <a:close/>
                  <a:moveTo>
                    <a:pt x="473" y="2174"/>
                  </a:moveTo>
                  <a:lnTo>
                    <a:pt x="473" y="95"/>
                  </a:lnTo>
                  <a:cubicBezTo>
                    <a:pt x="473" y="43"/>
                    <a:pt x="515" y="0"/>
                    <a:pt x="567" y="0"/>
                  </a:cubicBezTo>
                  <a:lnTo>
                    <a:pt x="3874" y="0"/>
                  </a:lnTo>
                  <a:cubicBezTo>
                    <a:pt x="3927" y="0"/>
                    <a:pt x="3969" y="43"/>
                    <a:pt x="3969" y="95"/>
                  </a:cubicBezTo>
                  <a:lnTo>
                    <a:pt x="3969" y="2174"/>
                  </a:lnTo>
                  <a:cubicBezTo>
                    <a:pt x="3969" y="2226"/>
                    <a:pt x="3927" y="2268"/>
                    <a:pt x="3874" y="2268"/>
                  </a:cubicBezTo>
                  <a:lnTo>
                    <a:pt x="567" y="2268"/>
                  </a:lnTo>
                  <a:cubicBezTo>
                    <a:pt x="515" y="2268"/>
                    <a:pt x="473" y="2226"/>
                    <a:pt x="473" y="2174"/>
                  </a:cubicBezTo>
                  <a:close/>
                  <a:moveTo>
                    <a:pt x="662" y="2079"/>
                  </a:moveTo>
                  <a:lnTo>
                    <a:pt x="3780" y="2079"/>
                  </a:lnTo>
                  <a:lnTo>
                    <a:pt x="3780" y="189"/>
                  </a:lnTo>
                  <a:lnTo>
                    <a:pt x="662" y="189"/>
                  </a:lnTo>
                  <a:lnTo>
                    <a:pt x="662" y="2079"/>
                  </a:lnTo>
                  <a:close/>
                  <a:moveTo>
                    <a:pt x="851" y="1890"/>
                  </a:moveTo>
                  <a:lnTo>
                    <a:pt x="3591" y="1890"/>
                  </a:lnTo>
                  <a:lnTo>
                    <a:pt x="3591" y="378"/>
                  </a:lnTo>
                  <a:lnTo>
                    <a:pt x="851" y="378"/>
                  </a:lnTo>
                  <a:lnTo>
                    <a:pt x="851" y="1890"/>
                  </a:lnTo>
                </a:path>
              </a:pathLst>
            </a:custGeom>
            <a:solidFill>
              <a:srgbClr val="4BB9B9"/>
            </a:solidFill>
            <a:ln>
              <a:noFill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pic>
          <p:nvPicPr>
            <p:cNvPr id="347" name="Picture 4">
              <a:extLst>
                <a:ext uri="{FF2B5EF4-FFF2-40B4-BE49-F238E27FC236}">
                  <a16:creationId xmlns:a16="http://schemas.microsoft.com/office/drawing/2014/main" id="{7A6EF81D-A37F-4E9F-A9D7-1E63107112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7347" y="3721732"/>
              <a:ext cx="646428" cy="5074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348" name="Rechteck 103">
            <a:extLst>
              <a:ext uri="{FF2B5EF4-FFF2-40B4-BE49-F238E27FC236}">
                <a16:creationId xmlns:a16="http://schemas.microsoft.com/office/drawing/2014/main" id="{B226F57B-A1B2-41B9-90F8-4EE9062CAF05}"/>
              </a:ext>
            </a:extLst>
          </p:cNvPr>
          <p:cNvSpPr/>
          <p:nvPr/>
        </p:nvSpPr>
        <p:spPr bwMode="auto">
          <a:xfrm rot="16200000">
            <a:off x="-2086921" y="3472877"/>
            <a:ext cx="4836397" cy="565180"/>
          </a:xfrm>
          <a:prstGeom prst="rect">
            <a:avLst/>
          </a:prstGeom>
          <a:solidFill>
            <a:srgbClr val="4BB9B9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altLang="zh-CN" sz="1199" b="1" dirty="0">
              <a:solidFill>
                <a:schemeClr val="bg1"/>
              </a:solidFill>
            </a:endParaRPr>
          </a:p>
          <a:p>
            <a:pPr algn="ctr" rtl="0"/>
            <a:r>
              <a:rPr lang="de-DE" sz="1199" b="1" dirty="0">
                <a:solidFill>
                  <a:schemeClr val="bg1"/>
                </a:solidFill>
              </a:rPr>
              <a:t>Domain know-how essential on all 3 layers </a:t>
            </a:r>
            <a:endParaRPr lang="de-de" sz="1199" b="1" dirty="0">
              <a:solidFill>
                <a:schemeClr val="bg1"/>
              </a:solidFill>
            </a:endParaRPr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20304669-778F-4D8D-A419-E63FC78465DD}"/>
              </a:ext>
            </a:extLst>
          </p:cNvPr>
          <p:cNvSpPr/>
          <p:nvPr/>
        </p:nvSpPr>
        <p:spPr>
          <a:xfrm>
            <a:off x="8057851" y="1257716"/>
            <a:ext cx="4085462" cy="47059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F</a:t>
            </a:r>
            <a:r>
              <a:rPr lang="en-US" altLang="zh-CN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ield</a:t>
            </a:r>
            <a:r>
              <a:rPr 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-Edge-Cloud</a:t>
            </a:r>
            <a:endParaRPr lang="en-US" sz="1199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indent="-171364">
              <a:buFont typeface="Wingdings" panose="05000000000000000000" pitchFamily="2" charset="2"/>
              <a:buChar char="q"/>
            </a:pPr>
            <a:r>
              <a:rPr lang="en-US" sz="1199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Maintenance APP</a:t>
            </a:r>
          </a:p>
          <a:p>
            <a:pPr marL="0" lvl="1" indent="-171364">
              <a:buFont typeface="Wingdings" panose="05000000000000000000" pitchFamily="2" charset="2"/>
              <a:buChar char="§"/>
            </a:pPr>
            <a:r>
              <a:rPr lang="en-US" sz="1199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Continuously remote condition monitoring. </a:t>
            </a:r>
          </a:p>
          <a:p>
            <a:pPr marL="0" lvl="1" indent="-171364">
              <a:buFont typeface="Wingdings" panose="05000000000000000000" pitchFamily="2" charset="2"/>
              <a:buChar char="§"/>
            </a:pPr>
            <a:r>
              <a:rPr lang="en-US" sz="1199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Maintenance notification, abnormal event, and m</a:t>
            </a:r>
            <a:r>
              <a:rPr lang="en-US" altLang="zh-CN" sz="1199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aintenance feedback acquired from filed engineers. </a:t>
            </a:r>
          </a:p>
          <a:p>
            <a:pPr marL="0" lvl="1" indent="-171364">
              <a:buFont typeface="Wingdings" panose="05000000000000000000" pitchFamily="2" charset="2"/>
              <a:buChar char="§"/>
            </a:pPr>
            <a:r>
              <a:rPr lang="en-US" altLang="zh-CN" sz="1199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History comparison and </a:t>
            </a:r>
            <a:r>
              <a:rPr lang="en-US" sz="1199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regular report generation. </a:t>
            </a:r>
            <a:endParaRPr lang="en-US" altLang="zh-CN" sz="1199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indent="-171364">
              <a:buFont typeface="Wingdings" panose="05000000000000000000" pitchFamily="2" charset="2"/>
              <a:buChar char="q"/>
            </a:pPr>
            <a:endParaRPr lang="en-US" sz="1199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indent="-171364">
              <a:buFont typeface="Wingdings" panose="05000000000000000000" pitchFamily="2" charset="2"/>
              <a:buChar char="q"/>
            </a:pPr>
            <a:r>
              <a:rPr lang="en-US" sz="1199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</a:t>
            </a:r>
            <a:r>
              <a:rPr lang="en-US" altLang="zh-CN" sz="1199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loud Platform </a:t>
            </a:r>
          </a:p>
          <a:p>
            <a:pPr indent="-171364">
              <a:buFont typeface="Wingdings" panose="05000000000000000000" pitchFamily="2" charset="2"/>
              <a:buChar char="§"/>
            </a:pPr>
            <a:r>
              <a:rPr lang="en-US" altLang="zh-CN" sz="1199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Real time analysis, big data and knowledge graph storage.</a:t>
            </a:r>
          </a:p>
          <a:p>
            <a:pPr indent="-171364">
              <a:buFont typeface="Wingdings" panose="05000000000000000000" pitchFamily="2" charset="2"/>
              <a:buChar char="§"/>
            </a:pPr>
            <a:r>
              <a:rPr lang="en-US" altLang="zh-CN" sz="1199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Knowledge graph based device and system modeling.</a:t>
            </a:r>
          </a:p>
          <a:p>
            <a:pPr indent="-171364">
              <a:buFont typeface="Wingdings" panose="05000000000000000000" pitchFamily="2" charset="2"/>
              <a:buChar char="§"/>
            </a:pPr>
            <a:r>
              <a:rPr lang="en-US" altLang="zh-CN" sz="1199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Close-loop solution and process flow optimization for maintenance.</a:t>
            </a:r>
          </a:p>
          <a:p>
            <a:endParaRPr lang="en-US" altLang="zh-CN" sz="1199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indent="-171364">
              <a:buFont typeface="Wingdings" panose="05000000000000000000" pitchFamily="2" charset="2"/>
              <a:buChar char="q"/>
            </a:pPr>
            <a:r>
              <a:rPr lang="en-US" sz="1199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Edge computing</a:t>
            </a:r>
          </a:p>
          <a:p>
            <a:pPr indent="-171364">
              <a:buFont typeface="Wingdings" panose="05000000000000000000" pitchFamily="2" charset="2"/>
              <a:buChar char="§"/>
            </a:pPr>
            <a:r>
              <a:rPr lang="en-US" sz="1199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Combine OT and IT systems.</a:t>
            </a:r>
          </a:p>
          <a:p>
            <a:pPr indent="-171364">
              <a:buFont typeface="Wingdings" panose="05000000000000000000" pitchFamily="2" charset="2"/>
              <a:buChar char="§"/>
            </a:pPr>
            <a:r>
              <a:rPr lang="en-US" sz="1199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Industrial edge data preprocessing, feature extraction and machine learning algorithm integration.</a:t>
            </a:r>
          </a:p>
          <a:p>
            <a:pPr indent="-171364">
              <a:buFont typeface="Wingdings" panose="05000000000000000000" pitchFamily="2" charset="2"/>
              <a:buChar char="§"/>
            </a:pPr>
            <a:r>
              <a:rPr lang="en-US" sz="1199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Statistic calculation and pattern identification</a:t>
            </a:r>
          </a:p>
          <a:p>
            <a:endParaRPr lang="en-US" sz="1199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indent="-171364">
              <a:buFont typeface="Wingdings" panose="05000000000000000000" pitchFamily="2" charset="2"/>
              <a:buChar char="q"/>
            </a:pPr>
            <a:r>
              <a:rPr lang="en-US" sz="1199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Connectivity</a:t>
            </a:r>
          </a:p>
          <a:p>
            <a:pPr indent="-171364">
              <a:buFont typeface="Wingdings" panose="05000000000000000000" pitchFamily="2" charset="2"/>
              <a:buChar char="§"/>
            </a:pPr>
            <a:r>
              <a:rPr lang="en-US" sz="1199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Data collection from control and field systems.</a:t>
            </a:r>
          </a:p>
          <a:p>
            <a:pPr indent="-171364">
              <a:buFont typeface="Wingdings" panose="05000000000000000000" pitchFamily="2" charset="2"/>
              <a:buChar char="§"/>
            </a:pPr>
            <a:r>
              <a:rPr lang="en-US" sz="1199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OT and IT data fusion.</a:t>
            </a:r>
          </a:p>
          <a:p>
            <a:pPr indent="-171364">
              <a:buFont typeface="Wingdings" panose="05000000000000000000" pitchFamily="2" charset="2"/>
              <a:buChar char="§"/>
            </a:pPr>
            <a:r>
              <a:rPr lang="en-US" sz="1199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Siemens industrial sensors and gateway integrated to detect mechanism component</a:t>
            </a:r>
            <a:r>
              <a:rPr lang="en-US" sz="1199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.</a:t>
            </a:r>
          </a:p>
        </p:txBody>
      </p:sp>
      <p:sp>
        <p:nvSpPr>
          <p:cNvPr id="350" name="Arrow: Up 349">
            <a:extLst>
              <a:ext uri="{FF2B5EF4-FFF2-40B4-BE49-F238E27FC236}">
                <a16:creationId xmlns:a16="http://schemas.microsoft.com/office/drawing/2014/main" id="{9E6C0959-27DE-4C41-A704-67802F1AC1BB}"/>
              </a:ext>
            </a:extLst>
          </p:cNvPr>
          <p:cNvSpPr/>
          <p:nvPr/>
        </p:nvSpPr>
        <p:spPr bwMode="auto">
          <a:xfrm>
            <a:off x="4792762" y="4400066"/>
            <a:ext cx="285462" cy="340627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41AAAA"/>
          </a:solidFill>
          <a:ln>
            <a:noFill/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1799" dirty="0">
              <a:latin typeface="宋体" panose="02010600030101010101" pitchFamily="2" charset="-122"/>
              <a:ea typeface="宋体" panose="02010600030101010101" pitchFamily="2" charset="-122"/>
              <a:cs typeface="Arial Unicode MS" panose="020B0604020202020204" pitchFamily="34" charset="-128"/>
            </a:endParaRPr>
          </a:p>
        </p:txBody>
      </p:sp>
      <p:sp>
        <p:nvSpPr>
          <p:cNvPr id="351" name="Arrow: Up 350">
            <a:extLst>
              <a:ext uri="{FF2B5EF4-FFF2-40B4-BE49-F238E27FC236}">
                <a16:creationId xmlns:a16="http://schemas.microsoft.com/office/drawing/2014/main" id="{1A805569-DB93-4C2B-BD64-1C194FC07471}"/>
              </a:ext>
            </a:extLst>
          </p:cNvPr>
          <p:cNvSpPr/>
          <p:nvPr/>
        </p:nvSpPr>
        <p:spPr bwMode="auto">
          <a:xfrm>
            <a:off x="4858360" y="2845833"/>
            <a:ext cx="285462" cy="340627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41AAAA"/>
          </a:solidFill>
          <a:ln>
            <a:noFill/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1799" dirty="0">
              <a:latin typeface="宋体" panose="02010600030101010101" pitchFamily="2" charset="-122"/>
              <a:ea typeface="宋体" panose="02010600030101010101" pitchFamily="2" charset="-122"/>
              <a:cs typeface="Arial Unicode MS" panose="020B0604020202020204" pitchFamily="34" charset="-128"/>
            </a:endParaRPr>
          </a:p>
        </p:txBody>
      </p:sp>
      <p:sp>
        <p:nvSpPr>
          <p:cNvPr id="352" name="Arrow: Left-Right 351">
            <a:extLst>
              <a:ext uri="{FF2B5EF4-FFF2-40B4-BE49-F238E27FC236}">
                <a16:creationId xmlns:a16="http://schemas.microsoft.com/office/drawing/2014/main" id="{C4C2D237-16FC-4E99-AC4E-8BD2D15954FC}"/>
              </a:ext>
            </a:extLst>
          </p:cNvPr>
          <p:cNvSpPr/>
          <p:nvPr/>
        </p:nvSpPr>
        <p:spPr>
          <a:xfrm>
            <a:off x="4637321" y="5353186"/>
            <a:ext cx="360285" cy="162959"/>
          </a:xfrm>
          <a:prstGeom prst="left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353" name="Arrow: Left-Right 352">
            <a:extLst>
              <a:ext uri="{FF2B5EF4-FFF2-40B4-BE49-F238E27FC236}">
                <a16:creationId xmlns:a16="http://schemas.microsoft.com/office/drawing/2014/main" id="{2DD89AF1-CBB3-4802-9730-50A4C1B745E5}"/>
              </a:ext>
            </a:extLst>
          </p:cNvPr>
          <p:cNvSpPr/>
          <p:nvPr/>
        </p:nvSpPr>
        <p:spPr>
          <a:xfrm>
            <a:off x="5312313" y="3826018"/>
            <a:ext cx="360285" cy="162959"/>
          </a:xfrm>
          <a:prstGeom prst="left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cxnSp>
        <p:nvCxnSpPr>
          <p:cNvPr id="354" name="Connector: Elbow 353">
            <a:extLst>
              <a:ext uri="{FF2B5EF4-FFF2-40B4-BE49-F238E27FC236}">
                <a16:creationId xmlns:a16="http://schemas.microsoft.com/office/drawing/2014/main" id="{AB6812DA-E4E7-4CCD-8D7A-B90D0F2F06A1}"/>
              </a:ext>
            </a:extLst>
          </p:cNvPr>
          <p:cNvCxnSpPr>
            <a:stCxn id="342" idx="1"/>
            <a:endCxn id="316" idx="1"/>
          </p:cNvCxnSpPr>
          <p:nvPr/>
        </p:nvCxnSpPr>
        <p:spPr>
          <a:xfrm rot="10800000" flipV="1">
            <a:off x="1828592" y="1843876"/>
            <a:ext cx="156640" cy="3614915"/>
          </a:xfrm>
          <a:prstGeom prst="bentConnector3">
            <a:avLst>
              <a:gd name="adj1" fmla="val 245940"/>
            </a:avLst>
          </a:prstGeom>
          <a:ln w="222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5" name="Rechteck 6">
            <a:extLst>
              <a:ext uri="{FF2B5EF4-FFF2-40B4-BE49-F238E27FC236}">
                <a16:creationId xmlns:a16="http://schemas.microsoft.com/office/drawing/2014/main" id="{D70EE2E1-27E2-44DE-A508-D37FE0D8A3CE}"/>
              </a:ext>
            </a:extLst>
          </p:cNvPr>
          <p:cNvSpPr>
            <a:spLocks/>
          </p:cNvSpPr>
          <p:nvPr/>
        </p:nvSpPr>
        <p:spPr bwMode="gray">
          <a:xfrm>
            <a:off x="657858" y="1328890"/>
            <a:ext cx="7041086" cy="1614111"/>
          </a:xfrm>
          <a:prstGeom prst="rect">
            <a:avLst/>
          </a:prstGeom>
          <a:noFill/>
          <a:ln w="19050">
            <a:solidFill>
              <a:srgbClr val="4BB9B9"/>
            </a:solidFill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zh-CN" sz="1200" b="1" dirty="0">
                <a:solidFill>
                  <a:srgbClr val="4BB9B9"/>
                </a:solidFill>
              </a:rPr>
              <a:t>Server Level</a:t>
            </a:r>
            <a:endParaRPr lang="en-US" sz="1200" b="1" dirty="0">
              <a:solidFill>
                <a:srgbClr val="4BB9B9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B4AB27-F89C-40A0-B975-F9B3F28878E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36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F1D48-A482-419D-8EAB-A15C3D701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Maintenance service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5ED92B-4312-4AFB-BD5B-F43C204A6AA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43099-6E11-4D59-ACF8-1A5398821DA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E6200E26-7AC6-4D77-B535-883FF0FC7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88000" y="1127399"/>
            <a:ext cx="9216000" cy="5110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7916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F1D48-A482-419D-8EAB-A15C3D701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EdgeTool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5ED92B-4312-4AFB-BD5B-F43C204A6AA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43099-6E11-4D59-ACF8-1A5398821DA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643E5C-5282-44A0-8260-F76514AF784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9636" y="1122816"/>
            <a:ext cx="10852727" cy="511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298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3125DC0-3FAE-49BD-B63C-E2BBBC348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>
                <a:latin typeface="Arial" pitchFamily="34" charset="0"/>
              </a:rPr>
              <a:t>Continuously development of technology in </a:t>
            </a:r>
            <a:r>
              <a:rPr lang="en-US" altLang="zh-CN" sz="2400" dirty="0" err="1">
                <a:latin typeface="Arial" pitchFamily="34" charset="0"/>
              </a:rPr>
              <a:t>DaaS</a:t>
            </a:r>
            <a:br>
              <a:rPr lang="en-US" sz="2400" dirty="0"/>
            </a:br>
            <a:endParaRPr lang="en-US" sz="2400" b="0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1EC5EB31-5546-40F1-8C62-4AC419A94D0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Restricted | © Siemens 2020 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2B778B1A-DB47-46A0-9461-F5D78287D9D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8</a:t>
            </a:fld>
            <a:endParaRPr lang="en-US" dirty="0"/>
          </a:p>
        </p:txBody>
      </p:sp>
      <p:cxnSp>
        <p:nvCxnSpPr>
          <p:cNvPr id="387" name="Gerade Verbindung mit Pfeil 6">
            <a:extLst>
              <a:ext uri="{FF2B5EF4-FFF2-40B4-BE49-F238E27FC236}">
                <a16:creationId xmlns:a16="http://schemas.microsoft.com/office/drawing/2014/main" id="{7E842382-5794-43AE-90F1-75CA332728A1}"/>
              </a:ext>
            </a:extLst>
          </p:cNvPr>
          <p:cNvCxnSpPr/>
          <p:nvPr/>
        </p:nvCxnSpPr>
        <p:spPr bwMode="auto">
          <a:xfrm>
            <a:off x="928025" y="3457801"/>
            <a:ext cx="10489108" cy="0"/>
          </a:xfrm>
          <a:prstGeom prst="straightConnector1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8" name="Ellipse 7">
            <a:extLst>
              <a:ext uri="{FF2B5EF4-FFF2-40B4-BE49-F238E27FC236}">
                <a16:creationId xmlns:a16="http://schemas.microsoft.com/office/drawing/2014/main" id="{089B120D-47A0-4B48-962E-2AA004193B56}"/>
              </a:ext>
            </a:extLst>
          </p:cNvPr>
          <p:cNvSpPr/>
          <p:nvPr/>
        </p:nvSpPr>
        <p:spPr bwMode="auto">
          <a:xfrm>
            <a:off x="1384133" y="3324451"/>
            <a:ext cx="266700" cy="266700"/>
          </a:xfrm>
          <a:prstGeom prst="ellipse">
            <a:avLst/>
          </a:prstGeom>
          <a:solidFill>
            <a:srgbClr val="32A0A0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de-DE" sz="1800" b="0" i="0" u="none" baseline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389" name="Gerader Verbinder 9">
            <a:extLst>
              <a:ext uri="{FF2B5EF4-FFF2-40B4-BE49-F238E27FC236}">
                <a16:creationId xmlns:a16="http://schemas.microsoft.com/office/drawing/2014/main" id="{1EA56E71-E73D-48BC-8677-6765007DBBBC}"/>
              </a:ext>
            </a:extLst>
          </p:cNvPr>
          <p:cNvCxnSpPr/>
          <p:nvPr/>
        </p:nvCxnSpPr>
        <p:spPr bwMode="auto">
          <a:xfrm>
            <a:off x="1507651" y="3572101"/>
            <a:ext cx="0" cy="1108194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0" name="Rechteck 10">
            <a:extLst>
              <a:ext uri="{FF2B5EF4-FFF2-40B4-BE49-F238E27FC236}">
                <a16:creationId xmlns:a16="http://schemas.microsoft.com/office/drawing/2014/main" id="{F8B344CF-5BBB-4414-B853-560B3A78F995}"/>
              </a:ext>
            </a:extLst>
          </p:cNvPr>
          <p:cNvSpPr>
            <a:spLocks/>
          </p:cNvSpPr>
          <p:nvPr/>
        </p:nvSpPr>
        <p:spPr bwMode="gray">
          <a:xfrm>
            <a:off x="666814" y="4702007"/>
            <a:ext cx="2470701" cy="11028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 err="1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HighSpeed</a:t>
            </a: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Lifter 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data acquisition 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Edge computing on </a:t>
            </a: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vibration analysis (X-tools)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Data transmission to </a:t>
            </a:r>
            <a:r>
              <a:rPr lang="en-US" sz="1100" dirty="0" err="1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MindSphere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(</a:t>
            </a:r>
            <a:r>
              <a:rPr lang="en-US" sz="1100" b="1" dirty="0" err="1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MindConnect</a:t>
            </a: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Nano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)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MindAPP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system design</a:t>
            </a:r>
          </a:p>
        </p:txBody>
      </p:sp>
      <p:sp>
        <p:nvSpPr>
          <p:cNvPr id="391" name="Ellipse 11">
            <a:extLst>
              <a:ext uri="{FF2B5EF4-FFF2-40B4-BE49-F238E27FC236}">
                <a16:creationId xmlns:a16="http://schemas.microsoft.com/office/drawing/2014/main" id="{C208105A-B1C8-4F94-9D03-F368911C77E2}"/>
              </a:ext>
            </a:extLst>
          </p:cNvPr>
          <p:cNvSpPr/>
          <p:nvPr/>
        </p:nvSpPr>
        <p:spPr bwMode="auto">
          <a:xfrm>
            <a:off x="3218183" y="3331739"/>
            <a:ext cx="266700" cy="266700"/>
          </a:xfrm>
          <a:prstGeom prst="ellipse">
            <a:avLst/>
          </a:prstGeom>
          <a:solidFill>
            <a:srgbClr val="32A0A0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de-DE" sz="1800" b="0" i="0" u="none" baseline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392" name="Gerader Verbinder 12">
            <a:extLst>
              <a:ext uri="{FF2B5EF4-FFF2-40B4-BE49-F238E27FC236}">
                <a16:creationId xmlns:a16="http://schemas.microsoft.com/office/drawing/2014/main" id="{2FA5E006-D131-47E9-8244-FB1788012746}"/>
              </a:ext>
            </a:extLst>
          </p:cNvPr>
          <p:cNvCxnSpPr/>
          <p:nvPr/>
        </p:nvCxnSpPr>
        <p:spPr bwMode="auto">
          <a:xfrm>
            <a:off x="3347248" y="2552441"/>
            <a:ext cx="0" cy="797924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3" name="Gerader Verbinder 28">
            <a:extLst>
              <a:ext uri="{FF2B5EF4-FFF2-40B4-BE49-F238E27FC236}">
                <a16:creationId xmlns:a16="http://schemas.microsoft.com/office/drawing/2014/main" id="{2ADC17FD-2C0A-4592-B8E1-1234FA3B316C}"/>
              </a:ext>
            </a:extLst>
          </p:cNvPr>
          <p:cNvCxnSpPr/>
          <p:nvPr/>
        </p:nvCxnSpPr>
        <p:spPr bwMode="auto">
          <a:xfrm flipH="1">
            <a:off x="5322519" y="3541335"/>
            <a:ext cx="1" cy="920730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Gerader Verbinder 53">
            <a:extLst>
              <a:ext uri="{FF2B5EF4-FFF2-40B4-BE49-F238E27FC236}">
                <a16:creationId xmlns:a16="http://schemas.microsoft.com/office/drawing/2014/main" id="{5F655BB8-B5F9-4A23-A62C-15B41D1D8117}"/>
              </a:ext>
            </a:extLst>
          </p:cNvPr>
          <p:cNvCxnSpPr/>
          <p:nvPr/>
        </p:nvCxnSpPr>
        <p:spPr bwMode="auto">
          <a:xfrm>
            <a:off x="8628950" y="3536175"/>
            <a:ext cx="0" cy="711143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5" name="Rechteck 58">
            <a:extLst>
              <a:ext uri="{FF2B5EF4-FFF2-40B4-BE49-F238E27FC236}">
                <a16:creationId xmlns:a16="http://schemas.microsoft.com/office/drawing/2014/main" id="{EA157086-48FB-468E-8CF2-F7DBDED96544}"/>
              </a:ext>
            </a:extLst>
          </p:cNvPr>
          <p:cNvSpPr>
            <a:spLocks/>
          </p:cNvSpPr>
          <p:nvPr/>
        </p:nvSpPr>
        <p:spPr bwMode="gray">
          <a:xfrm>
            <a:off x="1010264" y="3133396"/>
            <a:ext cx="1014437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altLang="zh-CN" sz="1100" dirty="0">
                <a:solidFill>
                  <a:schemeClr val="tx1"/>
                </a:solidFill>
              </a:rPr>
              <a:t>Aug</a:t>
            </a:r>
            <a:r>
              <a:rPr lang="en-US" sz="1100" dirty="0">
                <a:solidFill>
                  <a:schemeClr val="tx1"/>
                </a:solidFill>
              </a:rPr>
              <a:t>, 2018</a:t>
            </a:r>
          </a:p>
        </p:txBody>
      </p:sp>
      <p:sp>
        <p:nvSpPr>
          <p:cNvPr id="396" name="Rechteck 59">
            <a:extLst>
              <a:ext uri="{FF2B5EF4-FFF2-40B4-BE49-F238E27FC236}">
                <a16:creationId xmlns:a16="http://schemas.microsoft.com/office/drawing/2014/main" id="{18111440-8C26-4775-AC2A-51A05AC9ADC0}"/>
              </a:ext>
            </a:extLst>
          </p:cNvPr>
          <p:cNvSpPr>
            <a:spLocks/>
          </p:cNvSpPr>
          <p:nvPr/>
        </p:nvSpPr>
        <p:spPr bwMode="gray">
          <a:xfrm>
            <a:off x="2842876" y="3671657"/>
            <a:ext cx="118489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sz="1200" dirty="0">
                <a:solidFill>
                  <a:schemeClr val="tx1"/>
                </a:solidFill>
              </a:rPr>
              <a:t>June, 2019</a:t>
            </a:r>
          </a:p>
        </p:txBody>
      </p:sp>
      <p:sp>
        <p:nvSpPr>
          <p:cNvPr id="397" name="Rechteck 65">
            <a:extLst>
              <a:ext uri="{FF2B5EF4-FFF2-40B4-BE49-F238E27FC236}">
                <a16:creationId xmlns:a16="http://schemas.microsoft.com/office/drawing/2014/main" id="{E6B1F1BB-401E-436E-ADDB-BE8AB92C1B85}"/>
              </a:ext>
            </a:extLst>
          </p:cNvPr>
          <p:cNvSpPr>
            <a:spLocks/>
          </p:cNvSpPr>
          <p:nvPr/>
        </p:nvSpPr>
        <p:spPr bwMode="gray">
          <a:xfrm>
            <a:off x="7898329" y="3109211"/>
            <a:ext cx="1400975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sz="1200" dirty="0">
                <a:solidFill>
                  <a:schemeClr val="tx1"/>
                </a:solidFill>
              </a:rPr>
              <a:t>July, 2020</a:t>
            </a:r>
          </a:p>
        </p:txBody>
      </p:sp>
      <p:sp>
        <p:nvSpPr>
          <p:cNvPr id="398" name="Rechteck 66">
            <a:extLst>
              <a:ext uri="{FF2B5EF4-FFF2-40B4-BE49-F238E27FC236}">
                <a16:creationId xmlns:a16="http://schemas.microsoft.com/office/drawing/2014/main" id="{93C213C9-3847-4D7C-9A72-0DFE3360E082}"/>
              </a:ext>
            </a:extLst>
          </p:cNvPr>
          <p:cNvSpPr>
            <a:spLocks/>
          </p:cNvSpPr>
          <p:nvPr/>
        </p:nvSpPr>
        <p:spPr bwMode="gray">
          <a:xfrm>
            <a:off x="9801980" y="3642350"/>
            <a:ext cx="139875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sz="1200" dirty="0"/>
              <a:t>Dec, 2021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399" name="Gerader Verbinder 241">
            <a:extLst>
              <a:ext uri="{FF2B5EF4-FFF2-40B4-BE49-F238E27FC236}">
                <a16:creationId xmlns:a16="http://schemas.microsoft.com/office/drawing/2014/main" id="{BDDF27BA-C8BA-4D50-AC84-850B9939BBFA}"/>
              </a:ext>
            </a:extLst>
          </p:cNvPr>
          <p:cNvCxnSpPr>
            <a:cxnSpLocks/>
          </p:cNvCxnSpPr>
          <p:nvPr/>
        </p:nvCxnSpPr>
        <p:spPr bwMode="auto">
          <a:xfrm flipV="1">
            <a:off x="10503900" y="2707973"/>
            <a:ext cx="7939" cy="642392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0" name="Pfeil: Fünfeck 4">
            <a:extLst>
              <a:ext uri="{FF2B5EF4-FFF2-40B4-BE49-F238E27FC236}">
                <a16:creationId xmlns:a16="http://schemas.microsoft.com/office/drawing/2014/main" id="{7E0F6054-B628-47C8-8801-BEF295DBAE4D}"/>
              </a:ext>
            </a:extLst>
          </p:cNvPr>
          <p:cNvSpPr/>
          <p:nvPr/>
        </p:nvSpPr>
        <p:spPr bwMode="auto">
          <a:xfrm>
            <a:off x="839939" y="6000265"/>
            <a:ext cx="10577194" cy="335270"/>
          </a:xfrm>
          <a:prstGeom prst="homePlate">
            <a:avLst/>
          </a:prstGeom>
          <a:gradFill flip="none" rotWithShape="1">
            <a:gsLst>
              <a:gs pos="56000">
                <a:srgbClr val="32A0A0"/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sz="1600" dirty="0">
                <a:solidFill>
                  <a:schemeClr val="bg1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                                                                                                         Continuous </a:t>
            </a:r>
            <a:r>
              <a:rPr lang="en-US" altLang="zh-CN" sz="1600" dirty="0">
                <a:solidFill>
                  <a:schemeClr val="bg1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technology</a:t>
            </a:r>
            <a:r>
              <a:rPr lang="en-US" sz="1600" dirty="0">
                <a:solidFill>
                  <a:schemeClr val="bg1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 up</a:t>
            </a:r>
            <a:r>
              <a:rPr lang="en-US" altLang="zh-CN" sz="1600" dirty="0">
                <a:solidFill>
                  <a:schemeClr val="bg1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grade   </a:t>
            </a:r>
            <a:r>
              <a:rPr lang="en-US" sz="1600" dirty="0">
                <a:solidFill>
                  <a:schemeClr val="bg1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</a:p>
        </p:txBody>
      </p:sp>
      <p:sp>
        <p:nvSpPr>
          <p:cNvPr id="401" name="Rechteck 10">
            <a:extLst>
              <a:ext uri="{FF2B5EF4-FFF2-40B4-BE49-F238E27FC236}">
                <a16:creationId xmlns:a16="http://schemas.microsoft.com/office/drawing/2014/main" id="{382BB224-5FDC-4B50-BF9F-BA8D9A4DD39B}"/>
              </a:ext>
            </a:extLst>
          </p:cNvPr>
          <p:cNvSpPr>
            <a:spLocks/>
          </p:cNvSpPr>
          <p:nvPr/>
        </p:nvSpPr>
        <p:spPr bwMode="gray">
          <a:xfrm>
            <a:off x="2338943" y="1039390"/>
            <a:ext cx="2724878" cy="16614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Multi-type AGV 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data acquisition and edge computing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Multi-protocol data 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acquisition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Edge </a:t>
            </a: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computing by self-develop module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, embedded into </a:t>
            </a: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IoT2040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Data transfer to </a:t>
            </a:r>
            <a:r>
              <a:rPr lang="en-US" sz="1100" dirty="0" err="1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MindSphere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by </a:t>
            </a: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OEDK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Basic framework 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and maintenance </a:t>
            </a:r>
            <a:r>
              <a:rPr lang="en-US" sz="1100" dirty="0" err="1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MindApp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Development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02" name="Rechteck 59">
            <a:extLst>
              <a:ext uri="{FF2B5EF4-FFF2-40B4-BE49-F238E27FC236}">
                <a16:creationId xmlns:a16="http://schemas.microsoft.com/office/drawing/2014/main" id="{A45D4D8E-F6F3-424B-9F45-0929EBBB867C}"/>
              </a:ext>
            </a:extLst>
          </p:cNvPr>
          <p:cNvSpPr>
            <a:spLocks/>
          </p:cNvSpPr>
          <p:nvPr/>
        </p:nvSpPr>
        <p:spPr bwMode="gray">
          <a:xfrm>
            <a:off x="4778010" y="3112376"/>
            <a:ext cx="118489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sz="1200" dirty="0">
                <a:solidFill>
                  <a:schemeClr val="tx1"/>
                </a:solidFill>
              </a:rPr>
              <a:t>Dec, 2019</a:t>
            </a:r>
          </a:p>
        </p:txBody>
      </p:sp>
      <p:sp>
        <p:nvSpPr>
          <p:cNvPr id="403" name="Ellipse 27">
            <a:extLst>
              <a:ext uri="{FF2B5EF4-FFF2-40B4-BE49-F238E27FC236}">
                <a16:creationId xmlns:a16="http://schemas.microsoft.com/office/drawing/2014/main" id="{043D3727-C615-48C5-80BD-7ACA7DF29046}"/>
              </a:ext>
            </a:extLst>
          </p:cNvPr>
          <p:cNvSpPr/>
          <p:nvPr/>
        </p:nvSpPr>
        <p:spPr bwMode="auto">
          <a:xfrm>
            <a:off x="5185203" y="3307007"/>
            <a:ext cx="266700" cy="266700"/>
          </a:xfrm>
          <a:prstGeom prst="ellipse">
            <a:avLst/>
          </a:prstGeom>
          <a:solidFill>
            <a:srgbClr val="32A0A0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de-DE" sz="1800" b="0" i="0" u="none" baseline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04" name="Rechteck 10">
            <a:extLst>
              <a:ext uri="{FF2B5EF4-FFF2-40B4-BE49-F238E27FC236}">
                <a16:creationId xmlns:a16="http://schemas.microsoft.com/office/drawing/2014/main" id="{C3A8FD9D-8196-4F7C-9627-19159027E353}"/>
              </a:ext>
            </a:extLst>
          </p:cNvPr>
          <p:cNvSpPr>
            <a:spLocks/>
          </p:cNvSpPr>
          <p:nvPr/>
        </p:nvSpPr>
        <p:spPr bwMode="gray">
          <a:xfrm>
            <a:off x="4244643" y="4553501"/>
            <a:ext cx="2195510" cy="1475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Maintenance </a:t>
            </a: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knowledge graph (</a:t>
            </a:r>
            <a:r>
              <a:rPr lang="en-US" sz="1100" b="1" dirty="0" err="1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blazegraph</a:t>
            </a: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) 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in </a:t>
            </a:r>
            <a:r>
              <a:rPr lang="en-US" sz="1100" dirty="0" err="1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MindSphere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Local version solution 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design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Experience center 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setup and deployment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endParaRPr lang="en-US" sz="1100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endParaRPr lang="en-US" sz="1100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05" name="Rechteck 59">
            <a:extLst>
              <a:ext uri="{FF2B5EF4-FFF2-40B4-BE49-F238E27FC236}">
                <a16:creationId xmlns:a16="http://schemas.microsoft.com/office/drawing/2014/main" id="{536F889F-A825-4BD0-9267-6650709BF885}"/>
              </a:ext>
            </a:extLst>
          </p:cNvPr>
          <p:cNvSpPr>
            <a:spLocks/>
          </p:cNvSpPr>
          <p:nvPr/>
        </p:nvSpPr>
        <p:spPr bwMode="gray">
          <a:xfrm>
            <a:off x="6452990" y="3700105"/>
            <a:ext cx="118489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sz="1200" dirty="0">
                <a:solidFill>
                  <a:schemeClr val="tx1"/>
                </a:solidFill>
              </a:rPr>
              <a:t>March, 2020</a:t>
            </a:r>
          </a:p>
        </p:txBody>
      </p:sp>
      <p:cxnSp>
        <p:nvCxnSpPr>
          <p:cNvPr id="406" name="Gerader Verbinder 28">
            <a:extLst>
              <a:ext uri="{FF2B5EF4-FFF2-40B4-BE49-F238E27FC236}">
                <a16:creationId xmlns:a16="http://schemas.microsoft.com/office/drawing/2014/main" id="{ADEE83D8-AB9B-4613-9896-FAF41E1FFF56}"/>
              </a:ext>
            </a:extLst>
          </p:cNvPr>
          <p:cNvCxnSpPr/>
          <p:nvPr/>
        </p:nvCxnSpPr>
        <p:spPr bwMode="auto">
          <a:xfrm>
            <a:off x="7037495" y="2940624"/>
            <a:ext cx="0" cy="396026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7" name="Ellipse 29">
            <a:extLst>
              <a:ext uri="{FF2B5EF4-FFF2-40B4-BE49-F238E27FC236}">
                <a16:creationId xmlns:a16="http://schemas.microsoft.com/office/drawing/2014/main" id="{246DD6E1-8DEC-44B8-A6C0-A8AF44C5A5B3}"/>
              </a:ext>
            </a:extLst>
          </p:cNvPr>
          <p:cNvSpPr/>
          <p:nvPr/>
        </p:nvSpPr>
        <p:spPr bwMode="auto">
          <a:xfrm>
            <a:off x="6912085" y="3305401"/>
            <a:ext cx="266700" cy="266700"/>
          </a:xfrm>
          <a:prstGeom prst="ellipse">
            <a:avLst/>
          </a:prstGeom>
          <a:solidFill>
            <a:srgbClr val="32A0A0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de-DE" sz="1800" b="0" i="0" u="none" baseline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08" name="Rechteck 10">
            <a:extLst>
              <a:ext uri="{FF2B5EF4-FFF2-40B4-BE49-F238E27FC236}">
                <a16:creationId xmlns:a16="http://schemas.microsoft.com/office/drawing/2014/main" id="{488D56B0-A1C6-4BD9-9466-B688DB5B1401}"/>
              </a:ext>
            </a:extLst>
          </p:cNvPr>
          <p:cNvSpPr>
            <a:spLocks/>
          </p:cNvSpPr>
          <p:nvPr/>
        </p:nvSpPr>
        <p:spPr bwMode="gray">
          <a:xfrm>
            <a:off x="6053741" y="1029671"/>
            <a:ext cx="2575209" cy="18476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Chain Conveyor 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of assembly line data acquisition and edge computing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Local version </a:t>
            </a: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big data storage (</a:t>
            </a:r>
            <a:r>
              <a:rPr lang="en-US" sz="1100" b="1" dirty="0" err="1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TimeScale</a:t>
            </a: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DB)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Combined analysis 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in frequency domain and time domain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Edge analysis configuration tool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design (</a:t>
            </a: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Electron/Innovation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)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 err="1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Wechat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Mini-program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(communication with </a:t>
            </a:r>
            <a:r>
              <a:rPr lang="en-US" sz="1100" dirty="0" err="1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MindSphere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)</a:t>
            </a:r>
          </a:p>
        </p:txBody>
      </p:sp>
      <p:sp>
        <p:nvSpPr>
          <p:cNvPr id="409" name="Ellipse 52">
            <a:extLst>
              <a:ext uri="{FF2B5EF4-FFF2-40B4-BE49-F238E27FC236}">
                <a16:creationId xmlns:a16="http://schemas.microsoft.com/office/drawing/2014/main" id="{F704A20D-DF7A-4775-843C-B240FCB5D2D5}"/>
              </a:ext>
            </a:extLst>
          </p:cNvPr>
          <p:cNvSpPr/>
          <p:nvPr/>
        </p:nvSpPr>
        <p:spPr bwMode="auto">
          <a:xfrm>
            <a:off x="8495600" y="3336650"/>
            <a:ext cx="266700" cy="266700"/>
          </a:xfrm>
          <a:prstGeom prst="ellipse">
            <a:avLst/>
          </a:prstGeom>
          <a:solidFill>
            <a:srgbClr val="32A0A0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de-DE" sz="1800" b="0" i="0" u="none" baseline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10" name="Rechteck 10">
            <a:extLst>
              <a:ext uri="{FF2B5EF4-FFF2-40B4-BE49-F238E27FC236}">
                <a16:creationId xmlns:a16="http://schemas.microsoft.com/office/drawing/2014/main" id="{67907DB6-FE2F-48D1-A9FF-986CC246FCA0}"/>
              </a:ext>
            </a:extLst>
          </p:cNvPr>
          <p:cNvSpPr>
            <a:spLocks/>
          </p:cNvSpPr>
          <p:nvPr/>
        </p:nvSpPr>
        <p:spPr bwMode="gray">
          <a:xfrm>
            <a:off x="7828924" y="4307974"/>
            <a:ext cx="2575209" cy="11028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End of </a:t>
            </a:r>
            <a:r>
              <a:rPr lang="en-US" altLang="zh-CN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line </a:t>
            </a:r>
            <a:r>
              <a:rPr lang="en-US" altLang="zh-CN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device solution Insight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Add </a:t>
            </a: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label for data sample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Data export function tool for on-site engineer 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Integrated with end-customer IT system</a:t>
            </a:r>
            <a:endParaRPr lang="en-US" sz="1100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12" name="Rechteck 10">
            <a:extLst>
              <a:ext uri="{FF2B5EF4-FFF2-40B4-BE49-F238E27FC236}">
                <a16:creationId xmlns:a16="http://schemas.microsoft.com/office/drawing/2014/main" id="{1B7F5021-0378-4CB4-9116-E1CEE6CB8926}"/>
              </a:ext>
            </a:extLst>
          </p:cNvPr>
          <p:cNvSpPr>
            <a:spLocks/>
          </p:cNvSpPr>
          <p:nvPr/>
        </p:nvSpPr>
        <p:spPr bwMode="gray">
          <a:xfrm>
            <a:off x="9217815" y="1029671"/>
            <a:ext cx="2567085" cy="1475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Reconstructed 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frontend and backend coding, database</a:t>
            </a:r>
            <a:r>
              <a:rPr lang="en-US" sz="11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,</a:t>
            </a:r>
            <a:r>
              <a:rPr lang="zh-CN" altLang="en-US" sz="11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11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etc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.</a:t>
            </a: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Root cause analysis</a:t>
            </a:r>
            <a:r>
              <a:rPr 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of production bottlenec</a:t>
            </a:r>
            <a:r>
              <a:rPr lang="en-US" altLang="zh-CN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k,</a:t>
            </a:r>
            <a:r>
              <a:rPr lang="zh-CN" alt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combined</a:t>
            </a:r>
            <a:r>
              <a:rPr lang="zh-CN" alt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with</a:t>
            </a:r>
            <a:r>
              <a:rPr lang="zh-CN" alt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maintenance</a:t>
            </a:r>
            <a:r>
              <a:rPr lang="zh-CN" alt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alarm</a:t>
            </a:r>
            <a:r>
              <a:rPr lang="zh-CN" alt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and</a:t>
            </a:r>
            <a:r>
              <a:rPr lang="zh-CN" alt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1100" b="1" dirty="0" err="1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SiPlant</a:t>
            </a:r>
            <a:r>
              <a:rPr lang="zh-CN" altLang="en-US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operation</a:t>
            </a:r>
            <a:r>
              <a:rPr lang="zh-CN" alt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system</a:t>
            </a:r>
            <a:r>
              <a:rPr lang="zh-CN" altLang="en-US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data.</a:t>
            </a:r>
            <a:endParaRPr lang="en-US" sz="1100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71450" indent="-171450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OPC of </a:t>
            </a:r>
            <a:r>
              <a:rPr lang="en-US" altLang="zh-CN" sz="11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Industry Edge </a:t>
            </a:r>
            <a:r>
              <a:rPr lang="en-US" altLang="zh-CN" sz="1100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solution integration.</a:t>
            </a:r>
          </a:p>
        </p:txBody>
      </p:sp>
      <p:sp>
        <p:nvSpPr>
          <p:cNvPr id="31" name="Ellipse 52">
            <a:extLst>
              <a:ext uri="{FF2B5EF4-FFF2-40B4-BE49-F238E27FC236}">
                <a16:creationId xmlns:a16="http://schemas.microsoft.com/office/drawing/2014/main" id="{6B7C225A-24BB-4BC0-B11F-02CD0D1A6608}"/>
              </a:ext>
            </a:extLst>
          </p:cNvPr>
          <p:cNvSpPr/>
          <p:nvPr/>
        </p:nvSpPr>
        <p:spPr bwMode="auto">
          <a:xfrm>
            <a:off x="10378489" y="3323913"/>
            <a:ext cx="266700" cy="266700"/>
          </a:xfrm>
          <a:prstGeom prst="ellipse">
            <a:avLst/>
          </a:prstGeom>
          <a:solidFill>
            <a:srgbClr val="32A0A0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de-DE" sz="1800" b="0" i="0" u="none" baseline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29582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C6539-9FF1-4C09-8C0F-D9C938E94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7E1B56-B7E0-4650-B91A-AB21663A295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2022 | T CED INW-CN | 2022-01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33D6A2-3FAF-4A69-94B9-3FD404EED13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9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F85ADD6-73ED-4525-9CD1-5E2FA67DA38D}"/>
              </a:ext>
            </a:extLst>
          </p:cNvPr>
          <p:cNvCxnSpPr>
            <a:cxnSpLocks/>
          </p:cNvCxnSpPr>
          <p:nvPr/>
        </p:nvCxnSpPr>
        <p:spPr>
          <a:xfrm>
            <a:off x="5735431" y="1152829"/>
            <a:ext cx="2599" cy="5256000"/>
          </a:xfrm>
          <a:prstGeom prst="line">
            <a:avLst/>
          </a:prstGeom>
          <a:ln w="9525">
            <a:solidFill>
              <a:schemeClr val="accent1"/>
            </a:solidFill>
            <a:prstDash val="lg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F462419-70E0-4081-92B7-F2069F396BDD}"/>
              </a:ext>
            </a:extLst>
          </p:cNvPr>
          <p:cNvSpPr txBox="1"/>
          <p:nvPr/>
        </p:nvSpPr>
        <p:spPr>
          <a:xfrm>
            <a:off x="433829" y="1143762"/>
            <a:ext cx="331999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Projects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338B093-647B-494F-AC22-600395B18F1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1892" y="1884753"/>
            <a:ext cx="2244673" cy="1845671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651248C-7610-4A2D-9BE8-D36F9C54459E}"/>
              </a:ext>
            </a:extLst>
          </p:cNvPr>
          <p:cNvSpPr txBox="1"/>
          <p:nvPr/>
        </p:nvSpPr>
        <p:spPr>
          <a:xfrm>
            <a:off x="735161" y="1509724"/>
            <a:ext cx="396621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FAW-VW: R</a:t>
            </a:r>
            <a:r>
              <a:rPr lang="en-US" altLang="zh-CN" sz="1600" dirty="0"/>
              <a:t>ubber Coating Wheel</a:t>
            </a:r>
            <a:endParaRPr 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2462F9-F833-46F4-B677-B8D63E0CE096}"/>
              </a:ext>
            </a:extLst>
          </p:cNvPr>
          <p:cNvSpPr txBox="1"/>
          <p:nvPr/>
        </p:nvSpPr>
        <p:spPr>
          <a:xfrm>
            <a:off x="735161" y="3900836"/>
            <a:ext cx="396621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SMVS: Vacuum Oven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457EA6D-2310-407F-B2DF-43051F0134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9294" y="4320963"/>
            <a:ext cx="2214590" cy="1595239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881BB7B-1896-4BB8-AFA6-54395FE95BC0}"/>
              </a:ext>
            </a:extLst>
          </p:cNvPr>
          <p:cNvSpPr txBox="1"/>
          <p:nvPr/>
        </p:nvSpPr>
        <p:spPr>
          <a:xfrm>
            <a:off x="6034344" y="1152829"/>
            <a:ext cx="5723827" cy="44319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Technology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 governance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Quick-starter project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Aims to do real-time data governance and management before data storage to ensure data quality based on semantic technology.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Wireless smart sensing kit for quick validation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5"/>
              </a:rPr>
              <a:t>Quick-starter project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Aims to enhance field data acquisition and fast algorithm validation for prototyping based on </a:t>
            </a:r>
            <a:r>
              <a:rPr lang="en-US" dirty="0" err="1"/>
              <a:t>TinyML</a:t>
            </a:r>
            <a:r>
              <a:rPr lang="en-US" dirty="0"/>
              <a:t> technology.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Indirect maintenance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Aims to realize alert and maintenance based on indirect sensing like current data instead of installing additional sensors or devices.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PoC already done with business partner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D82346-7E04-4F63-B432-393FAA2F5B0D}"/>
              </a:ext>
            </a:extLst>
          </p:cNvPr>
          <p:cNvSpPr txBox="1"/>
          <p:nvPr/>
        </p:nvSpPr>
        <p:spPr>
          <a:xfrm>
            <a:off x="4277059" y="6182035"/>
            <a:ext cx="247665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100" dirty="0"/>
              <a:t>* </a:t>
            </a:r>
            <a:r>
              <a:rPr lang="en-US" altLang="zh-CN" sz="1100" dirty="0"/>
              <a:t>In 1</a:t>
            </a:r>
            <a:r>
              <a:rPr lang="en-US" altLang="zh-CN" sz="1100" baseline="30000" dirty="0"/>
              <a:t>st</a:t>
            </a:r>
            <a:r>
              <a:rPr lang="en-US" altLang="zh-CN" sz="1100" dirty="0"/>
              <a:t> half of 2022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426541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">
            <a:extLst>
              <a:ext uri="{FF2B5EF4-FFF2-40B4-BE49-F238E27FC236}">
                <a16:creationId xmlns:a16="http://schemas.microsoft.com/office/drawing/2014/main" id="{EF7BA6B8-2D49-49EE-AA38-401584ACB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1414463"/>
            <a:ext cx="9288000" cy="702013"/>
          </a:xfrm>
        </p:spPr>
        <p:txBody>
          <a:bodyPr/>
          <a:lstStyle/>
          <a:p>
            <a:r>
              <a:rPr lang="en-US" dirty="0"/>
              <a:t>Contact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A8C0B1B3-7902-4A0F-A274-1F5878B819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453" y="2325278"/>
            <a:ext cx="2846056" cy="3118259"/>
          </a:xfrm>
        </p:spPr>
        <p:txBody>
          <a:bodyPr/>
          <a:lstStyle/>
          <a:p>
            <a:r>
              <a:rPr lang="en-US" dirty="0"/>
              <a:t>Published by Siemens </a:t>
            </a:r>
          </a:p>
          <a:p>
            <a:r>
              <a:rPr lang="en-US" dirty="0"/>
              <a:t>T </a:t>
            </a:r>
            <a:r>
              <a:rPr lang="en-US" altLang="zh-CN" dirty="0"/>
              <a:t>RDA</a:t>
            </a:r>
            <a:r>
              <a:rPr lang="en-US" dirty="0"/>
              <a:t> I</a:t>
            </a:r>
            <a:r>
              <a:rPr lang="en-US" altLang="zh-CN" dirty="0"/>
              <a:t>oT INW-CN</a:t>
            </a:r>
            <a:endParaRPr lang="en-US" dirty="0"/>
          </a:p>
          <a:p>
            <a:pPr lvl="1"/>
            <a:r>
              <a:rPr lang="en-US" altLang="zh-CN" dirty="0"/>
              <a:t>YU He</a:t>
            </a:r>
            <a:br>
              <a:rPr lang="en-US" dirty="0"/>
            </a:br>
            <a:r>
              <a:rPr lang="en-US" dirty="0">
                <a:latin typeface="+mn-lt"/>
              </a:rPr>
              <a:t>200, </a:t>
            </a:r>
            <a:r>
              <a:rPr lang="en-US" dirty="0" err="1">
                <a:latin typeface="+mn-lt"/>
              </a:rPr>
              <a:t>Linghu</a:t>
            </a:r>
            <a:r>
              <a:rPr lang="en-US" dirty="0">
                <a:latin typeface="+mn-lt"/>
              </a:rPr>
              <a:t> Avenue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214135, Wuxi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China</a:t>
            </a:r>
          </a:p>
          <a:p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Mobile: +86 18921506861</a:t>
            </a:r>
          </a:p>
          <a:p>
            <a:r>
              <a:rPr lang="en-US" dirty="0">
                <a:latin typeface="+mn-lt"/>
              </a:rPr>
              <a:t>E-mail: </a:t>
            </a:r>
            <a:r>
              <a:rPr lang="en-US" altLang="zh-CN" dirty="0"/>
              <a:t>yu-he</a:t>
            </a:r>
            <a:r>
              <a:rPr lang="en-US" dirty="0"/>
              <a:t>@siemens.com</a:t>
            </a:r>
            <a:endParaRPr lang="en-US" dirty="0">
              <a:latin typeface="+mn-lt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7D86EBFB-CE6A-4758-896A-AAD8E1D08CC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0400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B08AD6D7-021A-4FBF-8BE0-0BA6E3BC9C3F}"/>
              </a:ext>
            </a:extLst>
          </p:cNvPr>
          <p:cNvSpPr txBox="1">
            <a:spLocks/>
          </p:cNvSpPr>
          <p:nvPr/>
        </p:nvSpPr>
        <p:spPr>
          <a:xfrm>
            <a:off x="3845689" y="2325278"/>
            <a:ext cx="4300784" cy="3118259"/>
          </a:xfrm>
          <a:prstGeom prst="rect">
            <a:avLst/>
          </a:prstGeom>
        </p:spPr>
        <p:txBody>
          <a:bodyPr vert="horz" lIns="0" tIns="34920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/>
              <a:t>T </a:t>
            </a:r>
            <a:r>
              <a:rPr lang="en-US" altLang="zh-CN" dirty="0"/>
              <a:t>RDA</a:t>
            </a:r>
            <a:r>
              <a:rPr lang="en-US" dirty="0"/>
              <a:t> I</a:t>
            </a:r>
            <a:r>
              <a:rPr lang="en-US" altLang="zh-CN" dirty="0"/>
              <a:t>oT INW-CN</a:t>
            </a:r>
            <a:endParaRPr lang="en-US" dirty="0"/>
          </a:p>
          <a:p>
            <a:pPr lvl="1"/>
            <a:r>
              <a:rPr lang="en-US" altLang="zh-CN" dirty="0"/>
              <a:t>YANG Shao Peng</a:t>
            </a:r>
            <a:br>
              <a:rPr lang="en-US" dirty="0"/>
            </a:br>
            <a:r>
              <a:rPr lang="en-US" dirty="0"/>
              <a:t>200, </a:t>
            </a:r>
            <a:r>
              <a:rPr lang="en-US" dirty="0" err="1"/>
              <a:t>Linghu</a:t>
            </a:r>
            <a:r>
              <a:rPr lang="en-US" dirty="0"/>
              <a:t> Avenue</a:t>
            </a:r>
            <a:br>
              <a:rPr lang="en-US" dirty="0"/>
            </a:br>
            <a:r>
              <a:rPr lang="en-US" dirty="0"/>
              <a:t>214135, Wuxi</a:t>
            </a:r>
            <a:br>
              <a:rPr lang="en-US" dirty="0"/>
            </a:br>
            <a:r>
              <a:rPr lang="en-US" dirty="0"/>
              <a:t>China</a:t>
            </a:r>
          </a:p>
          <a:p>
            <a:endParaRPr lang="en-US" dirty="0"/>
          </a:p>
          <a:p>
            <a:r>
              <a:rPr lang="en-US" dirty="0"/>
              <a:t>Mobile: +86 18262273079</a:t>
            </a:r>
          </a:p>
          <a:p>
            <a:r>
              <a:rPr lang="en-US" dirty="0"/>
              <a:t>E-mail: shaopeng.yang@siemens.com</a:t>
            </a:r>
          </a:p>
        </p:txBody>
      </p:sp>
    </p:spTree>
    <p:extLst>
      <p:ext uri="{BB962C8B-B14F-4D97-AF65-F5344CB8AC3E}">
        <p14:creationId xmlns:p14="http://schemas.microsoft.com/office/powerpoint/2010/main" val="3044083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7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7" name="think-cell Slide" r:id="rId5" imgW="353" imgH="353" progId="TCLayout.ActiveDocument.1">
                  <p:embed/>
                </p:oleObj>
              </mc:Choice>
              <mc:Fallback>
                <p:oleObj name="think-cell Slide" r:id="rId5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7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>
            <p:custDataLst>
              <p:tags r:id="rId3"/>
            </p:custDataLst>
          </p:nvPr>
        </p:nvSpPr>
        <p:spPr bwMode="auto">
          <a:xfrm>
            <a:off x="0" y="1785"/>
            <a:ext cx="158667" cy="15866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spcBef>
                <a:spcPct val="0"/>
              </a:spcBef>
              <a:buFont typeface="Wingdings" charset="0"/>
              <a:buNone/>
            </a:pPr>
            <a:endParaRPr lang="en-US" sz="4398" b="1" dirty="0">
              <a:latin typeface="Arial"/>
              <a:ea typeface="Microsoft YaHei"/>
              <a:cs typeface="Arial"/>
              <a:sym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6736" y="4703185"/>
            <a:ext cx="7302172" cy="1527271"/>
          </a:xfrm>
        </p:spPr>
        <p:txBody>
          <a:bodyPr/>
          <a:lstStyle/>
          <a:p>
            <a:r>
              <a:rPr lang="en-US" altLang="zh-CN" dirty="0"/>
              <a:t>Use Case</a:t>
            </a:r>
            <a:br>
              <a:rPr lang="en-US" altLang="zh-CN" dirty="0"/>
            </a:br>
            <a:r>
              <a:rPr lang="en-US" altLang="zh-CN" dirty="0" err="1"/>
              <a:t>DaaS</a:t>
            </a:r>
            <a:r>
              <a:rPr lang="en-US" altLang="zh-CN" dirty="0"/>
              <a:t>-SAIC VW Project</a:t>
            </a:r>
          </a:p>
        </p:txBody>
      </p:sp>
    </p:spTree>
    <p:extLst>
      <p:ext uri="{BB962C8B-B14F-4D97-AF65-F5344CB8AC3E}">
        <p14:creationId xmlns:p14="http://schemas.microsoft.com/office/powerpoint/2010/main" val="34202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A39F7-27AC-44FF-BC00-C79CB546D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 dirty="0">
                <a:latin typeface="Arial" pitchFamily="34" charset="0"/>
              </a:rPr>
              <a:t>Solution Overview in SAIC VW CP3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2634BF-161A-4060-ACC0-EF4264D6417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6" name="Rechteck 2093">
            <a:extLst>
              <a:ext uri="{FF2B5EF4-FFF2-40B4-BE49-F238E27FC236}">
                <a16:creationId xmlns:a16="http://schemas.microsoft.com/office/drawing/2014/main" id="{DC356033-B546-46E6-BE46-BE3A9FF6AB60}"/>
              </a:ext>
            </a:extLst>
          </p:cNvPr>
          <p:cNvSpPr>
            <a:spLocks/>
          </p:cNvSpPr>
          <p:nvPr/>
        </p:nvSpPr>
        <p:spPr bwMode="gray">
          <a:xfrm>
            <a:off x="550528" y="4543994"/>
            <a:ext cx="11088687" cy="1818252"/>
          </a:xfrm>
          <a:prstGeom prst="rect">
            <a:avLst/>
          </a:prstGeom>
          <a:noFill/>
          <a:ln w="19050">
            <a:solidFill>
              <a:srgbClr val="4BB9B9"/>
            </a:solidFill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l" rtl="0"/>
            <a:r>
              <a:rPr lang="en-US" altLang="zh-CN" sz="1200" b="1" i="0" u="none" baseline="0" dirty="0">
                <a:solidFill>
                  <a:srgbClr val="4BB9B9"/>
                </a:solidFill>
              </a:rPr>
              <a:t>Field Level</a:t>
            </a:r>
            <a:endParaRPr lang="en-US" sz="1200" b="1" dirty="0">
              <a:solidFill>
                <a:srgbClr val="4BB9B9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8A19A01-E22F-48D0-817A-58C463640BC0}"/>
              </a:ext>
            </a:extLst>
          </p:cNvPr>
          <p:cNvSpPr>
            <a:spLocks/>
          </p:cNvSpPr>
          <p:nvPr/>
        </p:nvSpPr>
        <p:spPr bwMode="gray">
          <a:xfrm>
            <a:off x="555258" y="1249936"/>
            <a:ext cx="11088687" cy="1614111"/>
          </a:xfrm>
          <a:prstGeom prst="rect">
            <a:avLst/>
          </a:prstGeom>
          <a:noFill/>
          <a:ln w="19050">
            <a:solidFill>
              <a:srgbClr val="4BB9B9"/>
            </a:solidFill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zh-CN" sz="1200" b="1" dirty="0">
                <a:solidFill>
                  <a:srgbClr val="4BB9B9"/>
                </a:solidFill>
              </a:rPr>
              <a:t>Server Level</a:t>
            </a:r>
            <a:endParaRPr lang="en-US" sz="1200" b="1" dirty="0">
              <a:solidFill>
                <a:srgbClr val="4BB9B9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FE36728-1927-4A53-B543-B64397E423E0}"/>
              </a:ext>
            </a:extLst>
          </p:cNvPr>
          <p:cNvSpPr>
            <a:spLocks/>
          </p:cNvSpPr>
          <p:nvPr/>
        </p:nvSpPr>
        <p:spPr bwMode="gray">
          <a:xfrm>
            <a:off x="555258" y="2933088"/>
            <a:ext cx="11088687" cy="1524490"/>
          </a:xfrm>
          <a:prstGeom prst="rect">
            <a:avLst/>
          </a:prstGeom>
          <a:noFill/>
          <a:ln w="19050">
            <a:solidFill>
              <a:srgbClr val="4BB9B9"/>
            </a:solidFill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l" rtl="0"/>
            <a:r>
              <a:rPr lang="en-US" altLang="zh-CN" sz="1200" b="1" i="0" u="none" baseline="0" dirty="0">
                <a:solidFill>
                  <a:srgbClr val="4BB9B9"/>
                </a:solidFill>
              </a:rPr>
              <a:t>Edge Level</a:t>
            </a:r>
            <a:endParaRPr lang="en-US" sz="1200" b="1" dirty="0">
              <a:solidFill>
                <a:srgbClr val="4BB9B9"/>
              </a:solidFill>
            </a:endParaRPr>
          </a:p>
        </p:txBody>
      </p:sp>
      <p:grpSp>
        <p:nvGrpSpPr>
          <p:cNvPr id="9" name="Gruppieren 2">
            <a:extLst>
              <a:ext uri="{FF2B5EF4-FFF2-40B4-BE49-F238E27FC236}">
                <a16:creationId xmlns:a16="http://schemas.microsoft.com/office/drawing/2014/main" id="{1711533F-9875-4A25-82E0-867CC430BBAA}"/>
              </a:ext>
            </a:extLst>
          </p:cNvPr>
          <p:cNvGrpSpPr/>
          <p:nvPr/>
        </p:nvGrpSpPr>
        <p:grpSpPr>
          <a:xfrm>
            <a:off x="5680030" y="2786745"/>
            <a:ext cx="194762" cy="247908"/>
            <a:chOff x="9127836" y="2841703"/>
            <a:chExt cx="194762" cy="247908"/>
          </a:xfrm>
        </p:grpSpPr>
        <p:sp>
          <p:nvSpPr>
            <p:cNvPr id="10" name="Freeform 137">
              <a:extLst>
                <a:ext uri="{FF2B5EF4-FFF2-40B4-BE49-F238E27FC236}">
                  <a16:creationId xmlns:a16="http://schemas.microsoft.com/office/drawing/2014/main" id="{52841BA1-13D9-49B2-AE3D-6FDDD609F8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27836" y="2947666"/>
              <a:ext cx="194762" cy="141945"/>
            </a:xfrm>
            <a:custGeom>
              <a:avLst/>
              <a:gdLst>
                <a:gd name="T0" fmla="*/ 0 w 590"/>
                <a:gd name="T1" fmla="*/ 0 h 430"/>
                <a:gd name="T2" fmla="*/ 0 w 590"/>
                <a:gd name="T3" fmla="*/ 430 h 430"/>
                <a:gd name="T4" fmla="*/ 590 w 590"/>
                <a:gd name="T5" fmla="*/ 430 h 430"/>
                <a:gd name="T6" fmla="*/ 590 w 590"/>
                <a:gd name="T7" fmla="*/ 0 h 430"/>
                <a:gd name="T8" fmla="*/ 0 w 590"/>
                <a:gd name="T9" fmla="*/ 0 h 430"/>
                <a:gd name="T10" fmla="*/ 375 w 590"/>
                <a:gd name="T11" fmla="*/ 189 h 430"/>
                <a:gd name="T12" fmla="*/ 335 w 590"/>
                <a:gd name="T13" fmla="*/ 189 h 430"/>
                <a:gd name="T14" fmla="*/ 335 w 590"/>
                <a:gd name="T15" fmla="*/ 350 h 430"/>
                <a:gd name="T16" fmla="*/ 255 w 590"/>
                <a:gd name="T17" fmla="*/ 350 h 430"/>
                <a:gd name="T18" fmla="*/ 255 w 590"/>
                <a:gd name="T19" fmla="*/ 189 h 430"/>
                <a:gd name="T20" fmla="*/ 215 w 590"/>
                <a:gd name="T21" fmla="*/ 189 h 430"/>
                <a:gd name="T22" fmla="*/ 215 w 590"/>
                <a:gd name="T23" fmla="*/ 80 h 430"/>
                <a:gd name="T24" fmla="*/ 375 w 590"/>
                <a:gd name="T25" fmla="*/ 80 h 430"/>
                <a:gd name="T26" fmla="*/ 375 w 590"/>
                <a:gd name="T27" fmla="*/ 189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90" h="430">
                  <a:moveTo>
                    <a:pt x="0" y="0"/>
                  </a:moveTo>
                  <a:lnTo>
                    <a:pt x="0" y="430"/>
                  </a:lnTo>
                  <a:lnTo>
                    <a:pt x="590" y="430"/>
                  </a:lnTo>
                  <a:lnTo>
                    <a:pt x="590" y="0"/>
                  </a:lnTo>
                  <a:lnTo>
                    <a:pt x="0" y="0"/>
                  </a:lnTo>
                  <a:close/>
                  <a:moveTo>
                    <a:pt x="375" y="189"/>
                  </a:moveTo>
                  <a:lnTo>
                    <a:pt x="335" y="189"/>
                  </a:lnTo>
                  <a:lnTo>
                    <a:pt x="335" y="350"/>
                  </a:lnTo>
                  <a:lnTo>
                    <a:pt x="255" y="350"/>
                  </a:lnTo>
                  <a:lnTo>
                    <a:pt x="255" y="189"/>
                  </a:lnTo>
                  <a:lnTo>
                    <a:pt x="215" y="189"/>
                  </a:lnTo>
                  <a:lnTo>
                    <a:pt x="215" y="80"/>
                  </a:lnTo>
                  <a:lnTo>
                    <a:pt x="375" y="80"/>
                  </a:lnTo>
                  <a:lnTo>
                    <a:pt x="375" y="189"/>
                  </a:lnTo>
                  <a:close/>
                </a:path>
              </a:pathLst>
            </a:custGeom>
            <a:solidFill>
              <a:srgbClr val="41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Freeform 138">
              <a:extLst>
                <a:ext uri="{FF2B5EF4-FFF2-40B4-BE49-F238E27FC236}">
                  <a16:creationId xmlns:a16="http://schemas.microsoft.com/office/drawing/2014/main" id="{8293AED2-5F57-4E01-9145-5CC7EE5DC257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5662" y="2841703"/>
              <a:ext cx="159111" cy="105963"/>
            </a:xfrm>
            <a:custGeom>
              <a:avLst/>
              <a:gdLst>
                <a:gd name="T0" fmla="*/ 204 w 204"/>
                <a:gd name="T1" fmla="*/ 45 h 136"/>
                <a:gd name="T2" fmla="*/ 204 w 204"/>
                <a:gd name="T3" fmla="*/ 136 h 136"/>
                <a:gd name="T4" fmla="*/ 159 w 204"/>
                <a:gd name="T5" fmla="*/ 136 h 136"/>
                <a:gd name="T6" fmla="*/ 159 w 204"/>
                <a:gd name="T7" fmla="*/ 68 h 136"/>
                <a:gd name="T8" fmla="*/ 136 w 204"/>
                <a:gd name="T9" fmla="*/ 45 h 136"/>
                <a:gd name="T10" fmla="*/ 68 w 204"/>
                <a:gd name="T11" fmla="*/ 45 h 136"/>
                <a:gd name="T12" fmla="*/ 45 w 204"/>
                <a:gd name="T13" fmla="*/ 68 h 136"/>
                <a:gd name="T14" fmla="*/ 45 w 204"/>
                <a:gd name="T15" fmla="*/ 136 h 136"/>
                <a:gd name="T16" fmla="*/ 0 w 204"/>
                <a:gd name="T17" fmla="*/ 136 h 136"/>
                <a:gd name="T18" fmla="*/ 0 w 204"/>
                <a:gd name="T19" fmla="*/ 45 h 136"/>
                <a:gd name="T20" fmla="*/ 45 w 204"/>
                <a:gd name="T21" fmla="*/ 0 h 136"/>
                <a:gd name="T22" fmla="*/ 159 w 204"/>
                <a:gd name="T23" fmla="*/ 0 h 136"/>
                <a:gd name="T24" fmla="*/ 204 w 204"/>
                <a:gd name="T25" fmla="*/ 45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4" h="136">
                  <a:moveTo>
                    <a:pt x="204" y="45"/>
                  </a:moveTo>
                  <a:cubicBezTo>
                    <a:pt x="204" y="136"/>
                    <a:pt x="204" y="136"/>
                    <a:pt x="204" y="136"/>
                  </a:cubicBezTo>
                  <a:cubicBezTo>
                    <a:pt x="159" y="136"/>
                    <a:pt x="159" y="136"/>
                    <a:pt x="159" y="136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9" y="56"/>
                    <a:pt x="149" y="45"/>
                    <a:pt x="136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56" y="45"/>
                    <a:pt x="45" y="56"/>
                    <a:pt x="45" y="68"/>
                  </a:cubicBezTo>
                  <a:cubicBezTo>
                    <a:pt x="45" y="136"/>
                    <a:pt x="45" y="136"/>
                    <a:pt x="45" y="136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159" y="0"/>
                    <a:pt x="159" y="0"/>
                    <a:pt x="159" y="0"/>
                  </a:cubicBezTo>
                  <a:cubicBezTo>
                    <a:pt x="184" y="0"/>
                    <a:pt x="204" y="20"/>
                    <a:pt x="204" y="45"/>
                  </a:cubicBezTo>
                  <a:close/>
                </a:path>
              </a:pathLst>
            </a:custGeom>
            <a:solidFill>
              <a:srgbClr val="41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A761FF02-E5FD-46F4-96A9-45595DE23DC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10837" y="5161679"/>
            <a:ext cx="1348096" cy="750972"/>
          </a:xfrm>
          <a:prstGeom prst="rect">
            <a:avLst/>
          </a:prstGeom>
          <a:ln>
            <a:solidFill>
              <a:srgbClr val="4BB9B9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29FA1E6-BC14-411F-8BD6-EFF4C99C648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19930" y="5154921"/>
            <a:ext cx="1348096" cy="764488"/>
          </a:xfrm>
          <a:prstGeom prst="rect">
            <a:avLst/>
          </a:prstGeom>
          <a:ln>
            <a:solidFill>
              <a:srgbClr val="4BB9B9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76A0F34-04CD-4C3B-A1A1-511FC99CF2D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3909" y="5137845"/>
            <a:ext cx="1348096" cy="750972"/>
          </a:xfrm>
          <a:prstGeom prst="rect">
            <a:avLst/>
          </a:prstGeom>
          <a:ln>
            <a:solidFill>
              <a:srgbClr val="4BB9B9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A8FEC78-8257-47A4-BB6D-36914722283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03739" y="5137845"/>
            <a:ext cx="1348096" cy="750972"/>
          </a:xfrm>
          <a:prstGeom prst="rect">
            <a:avLst/>
          </a:prstGeom>
          <a:ln>
            <a:solidFill>
              <a:srgbClr val="4BB9B9"/>
            </a:solidFill>
          </a:ln>
        </p:spPr>
      </p:pic>
      <p:sp>
        <p:nvSpPr>
          <p:cNvPr id="16" name="Textfeld 899">
            <a:extLst>
              <a:ext uri="{FF2B5EF4-FFF2-40B4-BE49-F238E27FC236}">
                <a16:creationId xmlns:a16="http://schemas.microsoft.com/office/drawing/2014/main" id="{E0AB6850-F61A-4AFF-8974-A3C6CC9955E3}"/>
              </a:ext>
            </a:extLst>
          </p:cNvPr>
          <p:cNvSpPr txBox="1">
            <a:spLocks/>
          </p:cNvSpPr>
          <p:nvPr/>
        </p:nvSpPr>
        <p:spPr bwMode="gray">
          <a:xfrm>
            <a:off x="1418525" y="5983636"/>
            <a:ext cx="1605351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 rtl="0">
              <a:spcBef>
                <a:spcPts val="0"/>
              </a:spcBef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Chain Conveyor</a:t>
            </a:r>
          </a:p>
          <a:p>
            <a:pPr algn="ctr" rtl="0">
              <a:spcBef>
                <a:spcPts val="0"/>
              </a:spcBef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PA01-PA14</a:t>
            </a:r>
          </a:p>
        </p:txBody>
      </p:sp>
      <p:sp>
        <p:nvSpPr>
          <p:cNvPr id="17" name="Textfeld 899">
            <a:extLst>
              <a:ext uri="{FF2B5EF4-FFF2-40B4-BE49-F238E27FC236}">
                <a16:creationId xmlns:a16="http://schemas.microsoft.com/office/drawing/2014/main" id="{95163CC6-4445-4FAA-8005-327BC83776C9}"/>
              </a:ext>
            </a:extLst>
          </p:cNvPr>
          <p:cNvSpPr txBox="1">
            <a:spLocks/>
          </p:cNvSpPr>
          <p:nvPr/>
        </p:nvSpPr>
        <p:spPr bwMode="gray">
          <a:xfrm>
            <a:off x="2909604" y="5959592"/>
            <a:ext cx="1605351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 rtl="0">
              <a:spcBef>
                <a:spcPts val="0"/>
              </a:spcBef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Cross Conveyor</a:t>
            </a:r>
          </a:p>
          <a:p>
            <a:pPr algn="ctr" rtl="0">
              <a:spcBef>
                <a:spcPts val="0"/>
              </a:spcBef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4010\4030</a:t>
            </a:r>
          </a:p>
        </p:txBody>
      </p:sp>
      <p:sp>
        <p:nvSpPr>
          <p:cNvPr id="18" name="Textfeld 899">
            <a:extLst>
              <a:ext uri="{FF2B5EF4-FFF2-40B4-BE49-F238E27FC236}">
                <a16:creationId xmlns:a16="http://schemas.microsoft.com/office/drawing/2014/main" id="{3FC0CF94-18A6-4292-90B6-15A9A91F3A8C}"/>
              </a:ext>
            </a:extLst>
          </p:cNvPr>
          <p:cNvSpPr txBox="1">
            <a:spLocks/>
          </p:cNvSpPr>
          <p:nvPr/>
        </p:nvSpPr>
        <p:spPr bwMode="gray">
          <a:xfrm>
            <a:off x="6798144" y="5958103"/>
            <a:ext cx="1605351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 rtl="0">
              <a:spcBef>
                <a:spcPts val="0"/>
              </a:spcBef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Chain Conveyor</a:t>
            </a:r>
          </a:p>
          <a:p>
            <a:pPr algn="ctr" rtl="0">
              <a:spcBef>
                <a:spcPts val="0"/>
              </a:spcBef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PA15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B7A1B13-144E-4322-8FB4-E18F3392146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9479" y="5147696"/>
            <a:ext cx="1314784" cy="750972"/>
          </a:xfrm>
          <a:prstGeom prst="rect">
            <a:avLst/>
          </a:prstGeom>
          <a:ln>
            <a:solidFill>
              <a:srgbClr val="4BB9B9"/>
            </a:solidFill>
          </a:ln>
        </p:spPr>
      </p:pic>
      <p:sp>
        <p:nvSpPr>
          <p:cNvPr id="20" name="Textfeld 899">
            <a:extLst>
              <a:ext uri="{FF2B5EF4-FFF2-40B4-BE49-F238E27FC236}">
                <a16:creationId xmlns:a16="http://schemas.microsoft.com/office/drawing/2014/main" id="{60A8FA83-49F0-470D-AAE1-A537DB6828F4}"/>
              </a:ext>
            </a:extLst>
          </p:cNvPr>
          <p:cNvSpPr txBox="1">
            <a:spLocks/>
          </p:cNvSpPr>
          <p:nvPr/>
        </p:nvSpPr>
        <p:spPr bwMode="gray">
          <a:xfrm>
            <a:off x="4493824" y="5966350"/>
            <a:ext cx="1605351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 rtl="0">
              <a:spcBef>
                <a:spcPts val="0"/>
              </a:spcBef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Chain Conveyor</a:t>
            </a:r>
          </a:p>
          <a:p>
            <a:pPr algn="ctr" rtl="0">
              <a:spcBef>
                <a:spcPts val="0"/>
              </a:spcBef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OP10-OP70</a:t>
            </a:r>
          </a:p>
        </p:txBody>
      </p:sp>
      <p:sp>
        <p:nvSpPr>
          <p:cNvPr id="21" name="Textfeld 899">
            <a:extLst>
              <a:ext uri="{FF2B5EF4-FFF2-40B4-BE49-F238E27FC236}">
                <a16:creationId xmlns:a16="http://schemas.microsoft.com/office/drawing/2014/main" id="{D49705F7-D08A-4817-9A65-25F5A7FD6E74}"/>
              </a:ext>
            </a:extLst>
          </p:cNvPr>
          <p:cNvSpPr txBox="1">
            <a:spLocks/>
          </p:cNvSpPr>
          <p:nvPr/>
        </p:nvSpPr>
        <p:spPr bwMode="gray">
          <a:xfrm>
            <a:off x="9324899" y="5959592"/>
            <a:ext cx="1605351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 rtl="0">
              <a:spcBef>
                <a:spcPts val="0"/>
              </a:spcBef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Chain Conveyor</a:t>
            </a:r>
          </a:p>
          <a:p>
            <a:pPr algn="ctr" rtl="0">
              <a:spcBef>
                <a:spcPts val="0"/>
              </a:spcBef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PA16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E611DCC-F20C-4577-A418-4383192E7B2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3435197" y="4496293"/>
            <a:ext cx="497332" cy="663613"/>
          </a:xfrm>
          <a:prstGeom prst="rect">
            <a:avLst/>
          </a:prstGeom>
        </p:spPr>
      </p:pic>
      <p:sp>
        <p:nvSpPr>
          <p:cNvPr id="23" name="Textfeld 899">
            <a:extLst>
              <a:ext uri="{FF2B5EF4-FFF2-40B4-BE49-F238E27FC236}">
                <a16:creationId xmlns:a16="http://schemas.microsoft.com/office/drawing/2014/main" id="{8E20B4D0-89D3-4D0D-80B3-D4A35E0328CA}"/>
              </a:ext>
            </a:extLst>
          </p:cNvPr>
          <p:cNvSpPr txBox="1">
            <a:spLocks/>
          </p:cNvSpPr>
          <p:nvPr/>
        </p:nvSpPr>
        <p:spPr bwMode="gray">
          <a:xfrm>
            <a:off x="1610837" y="4703170"/>
            <a:ext cx="1605351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 rtl="0">
              <a:spcBef>
                <a:spcPts val="0"/>
              </a:spcBef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Bosch XDk110</a:t>
            </a:r>
          </a:p>
          <a:p>
            <a:pPr algn="ctr" rtl="0">
              <a:spcBef>
                <a:spcPts val="0"/>
              </a:spcBef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Hybrid Sensor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CBA8F4F-6950-491E-BB13-B495489E01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68862" y="4662261"/>
            <a:ext cx="274721" cy="331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Textfeld 899">
            <a:extLst>
              <a:ext uri="{FF2B5EF4-FFF2-40B4-BE49-F238E27FC236}">
                <a16:creationId xmlns:a16="http://schemas.microsoft.com/office/drawing/2014/main" id="{3FA1BB2C-2675-4942-89DD-2E72856E3E35}"/>
              </a:ext>
            </a:extLst>
          </p:cNvPr>
          <p:cNvSpPr txBox="1">
            <a:spLocks/>
          </p:cNvSpPr>
          <p:nvPr/>
        </p:nvSpPr>
        <p:spPr bwMode="gray">
          <a:xfrm>
            <a:off x="6619261" y="4681979"/>
            <a:ext cx="1348096" cy="29076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 rtl="0">
              <a:spcBef>
                <a:spcPts val="0"/>
              </a:spcBef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IFM</a:t>
            </a:r>
          </a:p>
          <a:p>
            <a:pPr algn="ctr" rtl="0">
              <a:spcBef>
                <a:spcPts val="0"/>
              </a:spcBef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Vibration Sensor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FCF26D-DFB5-4DBC-ADC3-B2F218200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33587" y="4701356"/>
            <a:ext cx="274721" cy="331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" name="Textfeld 899">
            <a:extLst>
              <a:ext uri="{FF2B5EF4-FFF2-40B4-BE49-F238E27FC236}">
                <a16:creationId xmlns:a16="http://schemas.microsoft.com/office/drawing/2014/main" id="{17D47305-33EB-4570-BDE9-BD94AAB29423}"/>
              </a:ext>
            </a:extLst>
          </p:cNvPr>
          <p:cNvSpPr txBox="1">
            <a:spLocks/>
          </p:cNvSpPr>
          <p:nvPr/>
        </p:nvSpPr>
        <p:spPr bwMode="gray">
          <a:xfrm>
            <a:off x="9239417" y="4716775"/>
            <a:ext cx="1348096" cy="29076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 rtl="0">
              <a:spcBef>
                <a:spcPts val="0"/>
              </a:spcBef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PCB</a:t>
            </a:r>
          </a:p>
          <a:p>
            <a:pPr algn="ctr" rtl="0">
              <a:spcBef>
                <a:spcPts val="0"/>
              </a:spcBef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Vibration Sensor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9775B75-E2AC-4860-B022-A5BD9D1B34A8}"/>
              </a:ext>
            </a:extLst>
          </p:cNvPr>
          <p:cNvCxnSpPr/>
          <p:nvPr/>
        </p:nvCxnSpPr>
        <p:spPr bwMode="auto">
          <a:xfrm flipV="1">
            <a:off x="7612693" y="4182522"/>
            <a:ext cx="0" cy="644840"/>
          </a:xfrm>
          <a:prstGeom prst="line">
            <a:avLst/>
          </a:prstGeom>
          <a:solidFill>
            <a:schemeClr val="tx2"/>
          </a:solidFill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CBB07B4-823C-43A8-973A-A50B63156741}"/>
              </a:ext>
            </a:extLst>
          </p:cNvPr>
          <p:cNvCxnSpPr/>
          <p:nvPr/>
        </p:nvCxnSpPr>
        <p:spPr bwMode="auto">
          <a:xfrm flipV="1">
            <a:off x="10328140" y="4221574"/>
            <a:ext cx="0" cy="644840"/>
          </a:xfrm>
          <a:prstGeom prst="line">
            <a:avLst/>
          </a:prstGeom>
          <a:solidFill>
            <a:schemeClr val="tx2"/>
          </a:solidFill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CD2D169C-0AE3-4A2F-BB9D-A49D21BC6A46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3232" y="3904000"/>
            <a:ext cx="925737" cy="52293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CE62A4B-E5CE-4F7E-9A37-77513A2AC03B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73874" y="3536453"/>
            <a:ext cx="417554" cy="54711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ED204F1-0109-4F49-B653-9CBCD8A8AAB5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18539" y="3019706"/>
            <a:ext cx="597492" cy="707183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57D9D5C-C136-4A23-BE78-641166D8DE24}"/>
              </a:ext>
            </a:extLst>
          </p:cNvPr>
          <p:cNvCxnSpPr/>
          <p:nvPr/>
        </p:nvCxnSpPr>
        <p:spPr bwMode="auto">
          <a:xfrm flipV="1">
            <a:off x="3646101" y="4282915"/>
            <a:ext cx="0" cy="497333"/>
          </a:xfrm>
          <a:prstGeom prst="line">
            <a:avLst/>
          </a:prstGeom>
          <a:solidFill>
            <a:schemeClr val="tx2"/>
          </a:solidFill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Textfeld 899">
            <a:extLst>
              <a:ext uri="{FF2B5EF4-FFF2-40B4-BE49-F238E27FC236}">
                <a16:creationId xmlns:a16="http://schemas.microsoft.com/office/drawing/2014/main" id="{60EBCC72-DFDD-480B-B6BC-82A87154ABFB}"/>
              </a:ext>
            </a:extLst>
          </p:cNvPr>
          <p:cNvSpPr txBox="1">
            <a:spLocks/>
          </p:cNvSpPr>
          <p:nvPr/>
        </p:nvSpPr>
        <p:spPr bwMode="gray">
          <a:xfrm>
            <a:off x="1868092" y="4051548"/>
            <a:ext cx="1348096" cy="29076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 rtl="0">
              <a:spcBef>
                <a:spcPts val="0"/>
              </a:spcBef>
            </a:pPr>
            <a:r>
              <a:rPr lang="en-US" altLang="zh-CN" sz="10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Bosch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Gateway</a:t>
            </a:r>
          </a:p>
          <a:p>
            <a:pPr algn="ctr" rtl="0">
              <a:spcBef>
                <a:spcPts val="0"/>
              </a:spcBef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Sampling </a:t>
            </a:r>
            <a:r>
              <a:rPr lang="en-US" altLang="zh-CN" sz="10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Cycle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:1s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5EA4DCB-F894-4E05-B2BA-01DB4A2F2613}"/>
              </a:ext>
            </a:extLst>
          </p:cNvPr>
          <p:cNvCxnSpPr/>
          <p:nvPr/>
        </p:nvCxnSpPr>
        <p:spPr bwMode="auto">
          <a:xfrm flipV="1">
            <a:off x="3617285" y="3588539"/>
            <a:ext cx="0" cy="465633"/>
          </a:xfrm>
          <a:prstGeom prst="line">
            <a:avLst/>
          </a:prstGeom>
          <a:solidFill>
            <a:schemeClr val="tx2"/>
          </a:solidFill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Textfeld 899">
            <a:extLst>
              <a:ext uri="{FF2B5EF4-FFF2-40B4-BE49-F238E27FC236}">
                <a16:creationId xmlns:a16="http://schemas.microsoft.com/office/drawing/2014/main" id="{CC0E268C-C8E8-4818-9F9F-9ADB5BCF1339}"/>
              </a:ext>
            </a:extLst>
          </p:cNvPr>
          <p:cNvSpPr txBox="1">
            <a:spLocks/>
          </p:cNvSpPr>
          <p:nvPr/>
        </p:nvSpPr>
        <p:spPr bwMode="gray">
          <a:xfrm>
            <a:off x="2167629" y="3437297"/>
            <a:ext cx="950362" cy="2776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 rtl="0">
              <a:spcBef>
                <a:spcPts val="0"/>
              </a:spcBef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Route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7D9C125-8CDB-4460-BCD6-5F483EC68244}"/>
              </a:ext>
            </a:extLst>
          </p:cNvPr>
          <p:cNvCxnSpPr/>
          <p:nvPr/>
        </p:nvCxnSpPr>
        <p:spPr bwMode="auto">
          <a:xfrm flipV="1">
            <a:off x="3617285" y="2786745"/>
            <a:ext cx="0" cy="617763"/>
          </a:xfrm>
          <a:prstGeom prst="line">
            <a:avLst/>
          </a:prstGeom>
          <a:solidFill>
            <a:schemeClr val="tx2"/>
          </a:solidFill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3A3C366-E90B-4D26-938C-083363B7AA15}"/>
              </a:ext>
            </a:extLst>
          </p:cNvPr>
          <p:cNvCxnSpPr/>
          <p:nvPr/>
        </p:nvCxnSpPr>
        <p:spPr bwMode="auto">
          <a:xfrm flipV="1">
            <a:off x="7563914" y="2786745"/>
            <a:ext cx="0" cy="667590"/>
          </a:xfrm>
          <a:prstGeom prst="line">
            <a:avLst/>
          </a:prstGeom>
          <a:solidFill>
            <a:schemeClr val="tx2"/>
          </a:solidFill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7CC2672-B5FD-4264-9FA8-90D6D3BBE68D}"/>
              </a:ext>
            </a:extLst>
          </p:cNvPr>
          <p:cNvCxnSpPr/>
          <p:nvPr/>
        </p:nvCxnSpPr>
        <p:spPr bwMode="auto">
          <a:xfrm flipV="1">
            <a:off x="9981868" y="2786745"/>
            <a:ext cx="0" cy="649159"/>
          </a:xfrm>
          <a:prstGeom prst="line">
            <a:avLst/>
          </a:prstGeom>
          <a:solidFill>
            <a:schemeClr val="tx2"/>
          </a:solidFill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" name="Textfeld 899">
            <a:extLst>
              <a:ext uri="{FF2B5EF4-FFF2-40B4-BE49-F238E27FC236}">
                <a16:creationId xmlns:a16="http://schemas.microsoft.com/office/drawing/2014/main" id="{B725365E-3EAA-4C2F-8753-E4AA3959CAFC}"/>
              </a:ext>
            </a:extLst>
          </p:cNvPr>
          <p:cNvSpPr txBox="1">
            <a:spLocks/>
          </p:cNvSpPr>
          <p:nvPr/>
        </p:nvSpPr>
        <p:spPr bwMode="gray">
          <a:xfrm>
            <a:off x="5666458" y="3861507"/>
            <a:ext cx="1607914" cy="38815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 rtl="0">
              <a:spcBef>
                <a:spcPts val="0"/>
              </a:spcBef>
            </a:pPr>
            <a:r>
              <a:rPr lang="en-US" altLang="zh-CN" sz="10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IFM </a:t>
            </a:r>
          </a:p>
          <a:p>
            <a:pPr algn="r" rtl="0">
              <a:spcBef>
                <a:spcPts val="0"/>
              </a:spcBef>
            </a:pPr>
            <a:r>
              <a:rPr lang="en-US" altLang="zh-CN" sz="10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Data Acquisition</a:t>
            </a:r>
          </a:p>
          <a:p>
            <a:pPr algn="r" rtl="0">
              <a:spcBef>
                <a:spcPts val="0"/>
              </a:spcBef>
            </a:pPr>
            <a:r>
              <a:rPr lang="en-US" altLang="zh-CN" sz="10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Sampling Cycle:1s</a:t>
            </a:r>
            <a:endParaRPr lang="en-US" sz="1000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1" name="Textfeld 899">
            <a:extLst>
              <a:ext uri="{FF2B5EF4-FFF2-40B4-BE49-F238E27FC236}">
                <a16:creationId xmlns:a16="http://schemas.microsoft.com/office/drawing/2014/main" id="{09BF83FD-886B-4E08-AFFA-4931A82F7D9D}"/>
              </a:ext>
            </a:extLst>
          </p:cNvPr>
          <p:cNvSpPr txBox="1">
            <a:spLocks/>
          </p:cNvSpPr>
          <p:nvPr/>
        </p:nvSpPr>
        <p:spPr bwMode="gray">
          <a:xfrm>
            <a:off x="7957375" y="3907878"/>
            <a:ext cx="1584631" cy="3070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 rtl="0">
              <a:spcBef>
                <a:spcPts val="0"/>
              </a:spcBef>
            </a:pPr>
            <a:r>
              <a:rPr lang="en-US" altLang="zh-CN" sz="10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Siemens</a:t>
            </a:r>
          </a:p>
          <a:p>
            <a:pPr algn="r" rtl="0">
              <a:spcBef>
                <a:spcPts val="0"/>
              </a:spcBef>
            </a:pPr>
            <a:r>
              <a:rPr lang="en-US" altLang="zh-CN" sz="10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Data Acquisition</a:t>
            </a:r>
          </a:p>
          <a:p>
            <a:pPr algn="r" rtl="0">
              <a:spcBef>
                <a:spcPts val="0"/>
              </a:spcBef>
            </a:pPr>
            <a:r>
              <a:rPr lang="en-US" altLang="zh-CN" sz="10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Sampling Cycle:0.05ms</a:t>
            </a:r>
            <a:endParaRPr lang="en-US" sz="1000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2" name="Textfeld 899">
            <a:extLst>
              <a:ext uri="{FF2B5EF4-FFF2-40B4-BE49-F238E27FC236}">
                <a16:creationId xmlns:a16="http://schemas.microsoft.com/office/drawing/2014/main" id="{1DC23FB9-E9A2-4DA5-B34D-AE2A9B48CACA}"/>
              </a:ext>
            </a:extLst>
          </p:cNvPr>
          <p:cNvSpPr txBox="1">
            <a:spLocks/>
          </p:cNvSpPr>
          <p:nvPr/>
        </p:nvSpPr>
        <p:spPr bwMode="gray">
          <a:xfrm>
            <a:off x="8892192" y="3708712"/>
            <a:ext cx="1348096" cy="29076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 rtl="0">
              <a:spcBef>
                <a:spcPts val="0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+</a:t>
            </a:r>
            <a:endParaRPr lang="en-US" sz="1600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3" name="Textfeld 899">
            <a:extLst>
              <a:ext uri="{FF2B5EF4-FFF2-40B4-BE49-F238E27FC236}">
                <a16:creationId xmlns:a16="http://schemas.microsoft.com/office/drawing/2014/main" id="{38102ADA-B859-4170-951D-E37A9E0BE5BE}"/>
              </a:ext>
            </a:extLst>
          </p:cNvPr>
          <p:cNvSpPr txBox="1">
            <a:spLocks/>
          </p:cNvSpPr>
          <p:nvPr/>
        </p:nvSpPr>
        <p:spPr bwMode="gray">
          <a:xfrm>
            <a:off x="2216481" y="2989125"/>
            <a:ext cx="1348096" cy="29076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 rtl="0">
              <a:spcBef>
                <a:spcPts val="0"/>
              </a:spcBef>
            </a:pPr>
            <a:r>
              <a:rPr lang="en-US" altLang="zh-CN" sz="1100" b="1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MQTT</a:t>
            </a:r>
            <a:endParaRPr lang="en-US" sz="1100" b="1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" name="Textfeld 899">
            <a:extLst>
              <a:ext uri="{FF2B5EF4-FFF2-40B4-BE49-F238E27FC236}">
                <a16:creationId xmlns:a16="http://schemas.microsoft.com/office/drawing/2014/main" id="{DE24C97B-939D-4D3D-B725-7BEB684A2933}"/>
              </a:ext>
            </a:extLst>
          </p:cNvPr>
          <p:cNvSpPr txBox="1">
            <a:spLocks/>
          </p:cNvSpPr>
          <p:nvPr/>
        </p:nvSpPr>
        <p:spPr bwMode="gray">
          <a:xfrm>
            <a:off x="6104867" y="2991181"/>
            <a:ext cx="1348096" cy="29076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 rtl="0">
              <a:spcBef>
                <a:spcPts val="0"/>
              </a:spcBef>
            </a:pPr>
            <a:r>
              <a:rPr lang="en-US" altLang="zh-CN" sz="1100" b="1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Modbus</a:t>
            </a:r>
            <a:endParaRPr lang="en-US" sz="1100" b="1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5" name="Textfeld 899">
            <a:extLst>
              <a:ext uri="{FF2B5EF4-FFF2-40B4-BE49-F238E27FC236}">
                <a16:creationId xmlns:a16="http://schemas.microsoft.com/office/drawing/2014/main" id="{6C042FB2-D39A-43F7-9BAA-7C2F36F3EE86}"/>
              </a:ext>
            </a:extLst>
          </p:cNvPr>
          <p:cNvSpPr txBox="1">
            <a:spLocks/>
          </p:cNvSpPr>
          <p:nvPr/>
        </p:nvSpPr>
        <p:spPr bwMode="gray">
          <a:xfrm>
            <a:off x="8485862" y="2982922"/>
            <a:ext cx="1348096" cy="29076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 rtl="0">
              <a:spcBef>
                <a:spcPts val="0"/>
              </a:spcBef>
            </a:pPr>
            <a:r>
              <a:rPr lang="en-US" altLang="zh-CN" sz="1100" b="1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TCP</a:t>
            </a:r>
            <a:endParaRPr lang="en-US" sz="1100" b="1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grpSp>
        <p:nvGrpSpPr>
          <p:cNvPr id="46" name="SAGD, Siemens, server, computer, electronic, energy, strom, elektronisch, Elektronik, raum, room, client">
            <a:extLst>
              <a:ext uri="{FF2B5EF4-FFF2-40B4-BE49-F238E27FC236}">
                <a16:creationId xmlns:a16="http://schemas.microsoft.com/office/drawing/2014/main" id="{54552E13-9F9F-4A36-A7A2-1E7406B3ECCE}"/>
              </a:ext>
            </a:extLst>
          </p:cNvPr>
          <p:cNvGrpSpPr>
            <a:grpSpLocks/>
          </p:cNvGrpSpPr>
          <p:nvPr/>
        </p:nvGrpSpPr>
        <p:grpSpPr bwMode="gray">
          <a:xfrm>
            <a:off x="5163034" y="1401278"/>
            <a:ext cx="1426580" cy="1095688"/>
            <a:chOff x="1974850" y="4394203"/>
            <a:chExt cx="877887" cy="622297"/>
          </a:xfrm>
          <a:solidFill>
            <a:srgbClr val="4BB9B9"/>
          </a:solidFill>
        </p:grpSpPr>
        <p:sp>
          <p:nvSpPr>
            <p:cNvPr id="47" name="Rectangle 78">
              <a:extLst>
                <a:ext uri="{FF2B5EF4-FFF2-40B4-BE49-F238E27FC236}">
                  <a16:creationId xmlns:a16="http://schemas.microsoft.com/office/drawing/2014/main" id="{D1AEC3BE-2CC4-4D9B-89F0-0A543D14ECD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00275" y="4975225"/>
              <a:ext cx="428625" cy="412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Rectangle 79">
              <a:extLst>
                <a:ext uri="{FF2B5EF4-FFF2-40B4-BE49-F238E27FC236}">
                  <a16:creationId xmlns:a16="http://schemas.microsoft.com/office/drawing/2014/main" id="{3D05A963-85F9-406B-8230-4709D096395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49537" y="4872037"/>
              <a:ext cx="203200" cy="4286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80">
              <a:extLst>
                <a:ext uri="{FF2B5EF4-FFF2-40B4-BE49-F238E27FC236}">
                  <a16:creationId xmlns:a16="http://schemas.microsoft.com/office/drawing/2014/main" id="{C912B230-E20C-41EB-B9FC-B196277991BD}"/>
                </a:ext>
              </a:extLst>
            </p:cNvPr>
            <p:cNvSpPr>
              <a:spLocks/>
            </p:cNvSpPr>
            <p:nvPr/>
          </p:nvSpPr>
          <p:spPr bwMode="gray">
            <a:xfrm>
              <a:off x="2649537" y="4495800"/>
              <a:ext cx="203200" cy="347662"/>
            </a:xfrm>
            <a:custGeom>
              <a:avLst/>
              <a:gdLst>
                <a:gd name="T0" fmla="*/ 128 w 128"/>
                <a:gd name="T1" fmla="*/ 193 h 219"/>
                <a:gd name="T2" fmla="*/ 128 w 128"/>
                <a:gd name="T3" fmla="*/ 0 h 219"/>
                <a:gd name="T4" fmla="*/ 102 w 128"/>
                <a:gd name="T5" fmla="*/ 0 h 219"/>
                <a:gd name="T6" fmla="*/ 102 w 128"/>
                <a:gd name="T7" fmla="*/ 0 h 219"/>
                <a:gd name="T8" fmla="*/ 0 w 128"/>
                <a:gd name="T9" fmla="*/ 0 h 219"/>
                <a:gd name="T10" fmla="*/ 0 w 128"/>
                <a:gd name="T11" fmla="*/ 25 h 219"/>
                <a:gd name="T12" fmla="*/ 102 w 128"/>
                <a:gd name="T13" fmla="*/ 25 h 219"/>
                <a:gd name="T14" fmla="*/ 102 w 128"/>
                <a:gd name="T15" fmla="*/ 64 h 219"/>
                <a:gd name="T16" fmla="*/ 0 w 128"/>
                <a:gd name="T17" fmla="*/ 64 h 219"/>
                <a:gd name="T18" fmla="*/ 0 w 128"/>
                <a:gd name="T19" fmla="*/ 90 h 219"/>
                <a:gd name="T20" fmla="*/ 102 w 128"/>
                <a:gd name="T21" fmla="*/ 90 h 219"/>
                <a:gd name="T22" fmla="*/ 102 w 128"/>
                <a:gd name="T23" fmla="*/ 129 h 219"/>
                <a:gd name="T24" fmla="*/ 0 w 128"/>
                <a:gd name="T25" fmla="*/ 129 h 219"/>
                <a:gd name="T26" fmla="*/ 0 w 128"/>
                <a:gd name="T27" fmla="*/ 154 h 219"/>
                <a:gd name="T28" fmla="*/ 102 w 128"/>
                <a:gd name="T29" fmla="*/ 154 h 219"/>
                <a:gd name="T30" fmla="*/ 102 w 128"/>
                <a:gd name="T31" fmla="*/ 193 h 219"/>
                <a:gd name="T32" fmla="*/ 0 w 128"/>
                <a:gd name="T33" fmla="*/ 193 h 219"/>
                <a:gd name="T34" fmla="*/ 0 w 128"/>
                <a:gd name="T35" fmla="*/ 219 h 219"/>
                <a:gd name="T36" fmla="*/ 128 w 128"/>
                <a:gd name="T37" fmla="*/ 219 h 219"/>
                <a:gd name="T38" fmla="*/ 128 w 128"/>
                <a:gd name="T39" fmla="*/ 193 h 219"/>
                <a:gd name="T40" fmla="*/ 128 w 128"/>
                <a:gd name="T41" fmla="*/ 193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8" h="219">
                  <a:moveTo>
                    <a:pt x="128" y="193"/>
                  </a:moveTo>
                  <a:lnTo>
                    <a:pt x="128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25"/>
                  </a:lnTo>
                  <a:lnTo>
                    <a:pt x="102" y="25"/>
                  </a:lnTo>
                  <a:lnTo>
                    <a:pt x="102" y="64"/>
                  </a:lnTo>
                  <a:lnTo>
                    <a:pt x="0" y="64"/>
                  </a:lnTo>
                  <a:lnTo>
                    <a:pt x="0" y="90"/>
                  </a:lnTo>
                  <a:lnTo>
                    <a:pt x="102" y="90"/>
                  </a:lnTo>
                  <a:lnTo>
                    <a:pt x="102" y="129"/>
                  </a:lnTo>
                  <a:lnTo>
                    <a:pt x="0" y="129"/>
                  </a:lnTo>
                  <a:lnTo>
                    <a:pt x="0" y="154"/>
                  </a:lnTo>
                  <a:lnTo>
                    <a:pt x="102" y="154"/>
                  </a:lnTo>
                  <a:lnTo>
                    <a:pt x="102" y="193"/>
                  </a:lnTo>
                  <a:lnTo>
                    <a:pt x="0" y="193"/>
                  </a:lnTo>
                  <a:lnTo>
                    <a:pt x="0" y="219"/>
                  </a:lnTo>
                  <a:lnTo>
                    <a:pt x="128" y="219"/>
                  </a:lnTo>
                  <a:lnTo>
                    <a:pt x="128" y="193"/>
                  </a:lnTo>
                  <a:lnTo>
                    <a:pt x="128" y="1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81">
              <a:extLst>
                <a:ext uri="{FF2B5EF4-FFF2-40B4-BE49-F238E27FC236}">
                  <a16:creationId xmlns:a16="http://schemas.microsoft.com/office/drawing/2014/main" id="{90B71595-0F0A-4857-BB30-4A915AB68696}"/>
                </a:ext>
              </a:extLst>
            </p:cNvPr>
            <p:cNvSpPr>
              <a:spLocks/>
            </p:cNvSpPr>
            <p:nvPr/>
          </p:nvSpPr>
          <p:spPr bwMode="gray">
            <a:xfrm>
              <a:off x="1974850" y="4495800"/>
              <a:ext cx="204787" cy="347662"/>
            </a:xfrm>
            <a:custGeom>
              <a:avLst/>
              <a:gdLst>
                <a:gd name="T0" fmla="*/ 26 w 129"/>
                <a:gd name="T1" fmla="*/ 0 h 219"/>
                <a:gd name="T2" fmla="*/ 0 w 129"/>
                <a:gd name="T3" fmla="*/ 0 h 219"/>
                <a:gd name="T4" fmla="*/ 0 w 129"/>
                <a:gd name="T5" fmla="*/ 193 h 219"/>
                <a:gd name="T6" fmla="*/ 0 w 129"/>
                <a:gd name="T7" fmla="*/ 193 h 219"/>
                <a:gd name="T8" fmla="*/ 0 w 129"/>
                <a:gd name="T9" fmla="*/ 219 h 219"/>
                <a:gd name="T10" fmla="*/ 129 w 129"/>
                <a:gd name="T11" fmla="*/ 219 h 219"/>
                <a:gd name="T12" fmla="*/ 129 w 129"/>
                <a:gd name="T13" fmla="*/ 193 h 219"/>
                <a:gd name="T14" fmla="*/ 26 w 129"/>
                <a:gd name="T15" fmla="*/ 193 h 219"/>
                <a:gd name="T16" fmla="*/ 26 w 129"/>
                <a:gd name="T17" fmla="*/ 154 h 219"/>
                <a:gd name="T18" fmla="*/ 129 w 129"/>
                <a:gd name="T19" fmla="*/ 154 h 219"/>
                <a:gd name="T20" fmla="*/ 129 w 129"/>
                <a:gd name="T21" fmla="*/ 129 h 219"/>
                <a:gd name="T22" fmla="*/ 26 w 129"/>
                <a:gd name="T23" fmla="*/ 129 h 219"/>
                <a:gd name="T24" fmla="*/ 26 w 129"/>
                <a:gd name="T25" fmla="*/ 90 h 219"/>
                <a:gd name="T26" fmla="*/ 129 w 129"/>
                <a:gd name="T27" fmla="*/ 90 h 219"/>
                <a:gd name="T28" fmla="*/ 129 w 129"/>
                <a:gd name="T29" fmla="*/ 64 h 219"/>
                <a:gd name="T30" fmla="*/ 26 w 129"/>
                <a:gd name="T31" fmla="*/ 64 h 219"/>
                <a:gd name="T32" fmla="*/ 26 w 129"/>
                <a:gd name="T33" fmla="*/ 25 h 219"/>
                <a:gd name="T34" fmla="*/ 129 w 129"/>
                <a:gd name="T35" fmla="*/ 25 h 219"/>
                <a:gd name="T36" fmla="*/ 129 w 129"/>
                <a:gd name="T37" fmla="*/ 0 h 219"/>
                <a:gd name="T38" fmla="*/ 26 w 129"/>
                <a:gd name="T39" fmla="*/ 0 h 219"/>
                <a:gd name="T40" fmla="*/ 26 w 129"/>
                <a:gd name="T4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9" h="219">
                  <a:moveTo>
                    <a:pt x="26" y="0"/>
                  </a:moveTo>
                  <a:lnTo>
                    <a:pt x="0" y="0"/>
                  </a:lnTo>
                  <a:lnTo>
                    <a:pt x="0" y="193"/>
                  </a:lnTo>
                  <a:lnTo>
                    <a:pt x="0" y="193"/>
                  </a:lnTo>
                  <a:lnTo>
                    <a:pt x="0" y="219"/>
                  </a:lnTo>
                  <a:lnTo>
                    <a:pt x="129" y="219"/>
                  </a:lnTo>
                  <a:lnTo>
                    <a:pt x="129" y="193"/>
                  </a:lnTo>
                  <a:lnTo>
                    <a:pt x="26" y="193"/>
                  </a:lnTo>
                  <a:lnTo>
                    <a:pt x="26" y="154"/>
                  </a:lnTo>
                  <a:lnTo>
                    <a:pt x="129" y="154"/>
                  </a:lnTo>
                  <a:lnTo>
                    <a:pt x="129" y="129"/>
                  </a:lnTo>
                  <a:lnTo>
                    <a:pt x="26" y="129"/>
                  </a:lnTo>
                  <a:lnTo>
                    <a:pt x="26" y="90"/>
                  </a:lnTo>
                  <a:lnTo>
                    <a:pt x="129" y="90"/>
                  </a:lnTo>
                  <a:lnTo>
                    <a:pt x="129" y="64"/>
                  </a:lnTo>
                  <a:lnTo>
                    <a:pt x="26" y="64"/>
                  </a:lnTo>
                  <a:lnTo>
                    <a:pt x="26" y="25"/>
                  </a:lnTo>
                  <a:lnTo>
                    <a:pt x="129" y="25"/>
                  </a:lnTo>
                  <a:lnTo>
                    <a:pt x="129" y="0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82">
              <a:extLst>
                <a:ext uri="{FF2B5EF4-FFF2-40B4-BE49-F238E27FC236}">
                  <a16:creationId xmlns:a16="http://schemas.microsoft.com/office/drawing/2014/main" id="{26B0C172-E923-4413-BA4C-2BBA1B69EC5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974850" y="4872037"/>
              <a:ext cx="204787" cy="4286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83">
              <a:extLst>
                <a:ext uri="{FF2B5EF4-FFF2-40B4-BE49-F238E27FC236}">
                  <a16:creationId xmlns:a16="http://schemas.microsoft.com/office/drawing/2014/main" id="{7058A9FF-0B74-4A84-99CD-3FECAC923F7C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2200275" y="4394203"/>
              <a:ext cx="428625" cy="550862"/>
            </a:xfrm>
            <a:custGeom>
              <a:avLst/>
              <a:gdLst>
                <a:gd name="T0" fmla="*/ 0 w 476"/>
                <a:gd name="T1" fmla="*/ 0 h 612"/>
                <a:gd name="T2" fmla="*/ 0 w 476"/>
                <a:gd name="T3" fmla="*/ 612 h 612"/>
                <a:gd name="T4" fmla="*/ 476 w 476"/>
                <a:gd name="T5" fmla="*/ 612 h 612"/>
                <a:gd name="T6" fmla="*/ 476 w 476"/>
                <a:gd name="T7" fmla="*/ 0 h 612"/>
                <a:gd name="T8" fmla="*/ 0 w 476"/>
                <a:gd name="T9" fmla="*/ 0 h 612"/>
                <a:gd name="T10" fmla="*/ 408 w 476"/>
                <a:gd name="T11" fmla="*/ 113 h 612"/>
                <a:gd name="T12" fmla="*/ 408 w 476"/>
                <a:gd name="T13" fmla="*/ 113 h 612"/>
                <a:gd name="T14" fmla="*/ 408 w 476"/>
                <a:gd name="T15" fmla="*/ 113 h 612"/>
                <a:gd name="T16" fmla="*/ 340 w 476"/>
                <a:gd name="T17" fmla="*/ 113 h 612"/>
                <a:gd name="T18" fmla="*/ 340 w 476"/>
                <a:gd name="T19" fmla="*/ 113 h 612"/>
                <a:gd name="T20" fmla="*/ 340 w 476"/>
                <a:gd name="T21" fmla="*/ 113 h 612"/>
                <a:gd name="T22" fmla="*/ 79 w 476"/>
                <a:gd name="T23" fmla="*/ 45 h 612"/>
                <a:gd name="T24" fmla="*/ 113 w 476"/>
                <a:gd name="T25" fmla="*/ 79 h 612"/>
                <a:gd name="T26" fmla="*/ 79 w 476"/>
                <a:gd name="T27" fmla="*/ 113 h 612"/>
                <a:gd name="T28" fmla="*/ 45 w 476"/>
                <a:gd name="T29" fmla="*/ 79 h 612"/>
                <a:gd name="T30" fmla="*/ 79 w 476"/>
                <a:gd name="T31" fmla="*/ 45 h 612"/>
                <a:gd name="T32" fmla="*/ 68 w 476"/>
                <a:gd name="T33" fmla="*/ 113 h 612"/>
                <a:gd name="T34" fmla="*/ 68 w 476"/>
                <a:gd name="T35" fmla="*/ 113 h 612"/>
                <a:gd name="T36" fmla="*/ 68 w 476"/>
                <a:gd name="T37" fmla="*/ 113 h 612"/>
                <a:gd name="T38" fmla="*/ 45 w 476"/>
                <a:gd name="T39" fmla="*/ 90 h 612"/>
                <a:gd name="T40" fmla="*/ 45 w 476"/>
                <a:gd name="T41" fmla="*/ 90 h 612"/>
                <a:gd name="T42" fmla="*/ 45 w 476"/>
                <a:gd name="T43" fmla="*/ 90 h 612"/>
                <a:gd name="T44" fmla="*/ 45 w 476"/>
                <a:gd name="T45" fmla="*/ 90 h 612"/>
                <a:gd name="T46" fmla="*/ 431 w 476"/>
                <a:gd name="T47" fmla="*/ 453 h 612"/>
                <a:gd name="T48" fmla="*/ 45 w 476"/>
                <a:gd name="T49" fmla="*/ 453 h 612"/>
                <a:gd name="T50" fmla="*/ 45 w 476"/>
                <a:gd name="T51" fmla="*/ 385 h 612"/>
                <a:gd name="T52" fmla="*/ 431 w 476"/>
                <a:gd name="T53" fmla="*/ 385 h 612"/>
                <a:gd name="T54" fmla="*/ 431 w 476"/>
                <a:gd name="T55" fmla="*/ 453 h 612"/>
                <a:gd name="T56" fmla="*/ 431 w 476"/>
                <a:gd name="T57" fmla="*/ 340 h 612"/>
                <a:gd name="T58" fmla="*/ 45 w 476"/>
                <a:gd name="T59" fmla="*/ 340 h 612"/>
                <a:gd name="T60" fmla="*/ 45 w 476"/>
                <a:gd name="T61" fmla="*/ 272 h 612"/>
                <a:gd name="T62" fmla="*/ 431 w 476"/>
                <a:gd name="T63" fmla="*/ 272 h 612"/>
                <a:gd name="T64" fmla="*/ 431 w 476"/>
                <a:gd name="T65" fmla="*/ 340 h 612"/>
                <a:gd name="T66" fmla="*/ 431 w 476"/>
                <a:gd name="T67" fmla="*/ 226 h 612"/>
                <a:gd name="T68" fmla="*/ 45 w 476"/>
                <a:gd name="T69" fmla="*/ 226 h 612"/>
                <a:gd name="T70" fmla="*/ 45 w 476"/>
                <a:gd name="T71" fmla="*/ 158 h 612"/>
                <a:gd name="T72" fmla="*/ 431 w 476"/>
                <a:gd name="T73" fmla="*/ 158 h 612"/>
                <a:gd name="T74" fmla="*/ 431 w 476"/>
                <a:gd name="T75" fmla="*/ 226 h 612"/>
                <a:gd name="T76" fmla="*/ 431 w 476"/>
                <a:gd name="T77" fmla="*/ 90 h 612"/>
                <a:gd name="T78" fmla="*/ 431 w 476"/>
                <a:gd name="T79" fmla="*/ 90 h 612"/>
                <a:gd name="T80" fmla="*/ 431 w 476"/>
                <a:gd name="T81" fmla="*/ 90 h 612"/>
                <a:gd name="T82" fmla="*/ 431 w 476"/>
                <a:gd name="T83" fmla="*/ 90 h 6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76" h="612">
                  <a:moveTo>
                    <a:pt x="0" y="0"/>
                  </a:moveTo>
                  <a:cubicBezTo>
                    <a:pt x="0" y="612"/>
                    <a:pt x="0" y="612"/>
                    <a:pt x="0" y="612"/>
                  </a:cubicBezTo>
                  <a:cubicBezTo>
                    <a:pt x="476" y="612"/>
                    <a:pt x="476" y="612"/>
                    <a:pt x="476" y="612"/>
                  </a:cubicBezTo>
                  <a:cubicBezTo>
                    <a:pt x="476" y="0"/>
                    <a:pt x="476" y="0"/>
                    <a:pt x="476" y="0"/>
                  </a:cubicBezTo>
                  <a:lnTo>
                    <a:pt x="0" y="0"/>
                  </a:lnTo>
                  <a:close/>
                  <a:moveTo>
                    <a:pt x="408" y="113"/>
                  </a:moveTo>
                  <a:cubicBezTo>
                    <a:pt x="408" y="113"/>
                    <a:pt x="408" y="113"/>
                    <a:pt x="408" y="113"/>
                  </a:cubicBezTo>
                  <a:cubicBezTo>
                    <a:pt x="408" y="113"/>
                    <a:pt x="408" y="113"/>
                    <a:pt x="408" y="113"/>
                  </a:cubicBezTo>
                  <a:close/>
                  <a:moveTo>
                    <a:pt x="340" y="113"/>
                  </a:moveTo>
                  <a:cubicBezTo>
                    <a:pt x="340" y="113"/>
                    <a:pt x="340" y="113"/>
                    <a:pt x="340" y="113"/>
                  </a:cubicBezTo>
                  <a:cubicBezTo>
                    <a:pt x="340" y="113"/>
                    <a:pt x="340" y="113"/>
                    <a:pt x="340" y="113"/>
                  </a:cubicBezTo>
                  <a:close/>
                  <a:moveTo>
                    <a:pt x="79" y="45"/>
                  </a:moveTo>
                  <a:cubicBezTo>
                    <a:pt x="98" y="45"/>
                    <a:pt x="113" y="60"/>
                    <a:pt x="113" y="79"/>
                  </a:cubicBezTo>
                  <a:cubicBezTo>
                    <a:pt x="113" y="98"/>
                    <a:pt x="98" y="113"/>
                    <a:pt x="79" y="113"/>
                  </a:cubicBezTo>
                  <a:cubicBezTo>
                    <a:pt x="61" y="113"/>
                    <a:pt x="45" y="98"/>
                    <a:pt x="45" y="79"/>
                  </a:cubicBezTo>
                  <a:cubicBezTo>
                    <a:pt x="45" y="60"/>
                    <a:pt x="61" y="45"/>
                    <a:pt x="79" y="45"/>
                  </a:cubicBezTo>
                  <a:close/>
                  <a:moveTo>
                    <a:pt x="68" y="113"/>
                  </a:moveTo>
                  <a:cubicBezTo>
                    <a:pt x="68" y="113"/>
                    <a:pt x="68" y="113"/>
                    <a:pt x="68" y="113"/>
                  </a:cubicBezTo>
                  <a:cubicBezTo>
                    <a:pt x="68" y="113"/>
                    <a:pt x="68" y="113"/>
                    <a:pt x="68" y="113"/>
                  </a:cubicBezTo>
                  <a:close/>
                  <a:moveTo>
                    <a:pt x="45" y="90"/>
                  </a:moveTo>
                  <a:cubicBezTo>
                    <a:pt x="45" y="90"/>
                    <a:pt x="45" y="90"/>
                    <a:pt x="45" y="90"/>
                  </a:cubicBezTo>
                  <a:cubicBezTo>
                    <a:pt x="45" y="90"/>
                    <a:pt x="45" y="90"/>
                    <a:pt x="45" y="90"/>
                  </a:cubicBezTo>
                  <a:cubicBezTo>
                    <a:pt x="45" y="90"/>
                    <a:pt x="45" y="90"/>
                    <a:pt x="45" y="90"/>
                  </a:cubicBezTo>
                  <a:close/>
                  <a:moveTo>
                    <a:pt x="431" y="453"/>
                  </a:moveTo>
                  <a:cubicBezTo>
                    <a:pt x="45" y="453"/>
                    <a:pt x="45" y="453"/>
                    <a:pt x="45" y="453"/>
                  </a:cubicBezTo>
                  <a:cubicBezTo>
                    <a:pt x="45" y="385"/>
                    <a:pt x="45" y="385"/>
                    <a:pt x="45" y="385"/>
                  </a:cubicBezTo>
                  <a:cubicBezTo>
                    <a:pt x="431" y="385"/>
                    <a:pt x="431" y="385"/>
                    <a:pt x="431" y="385"/>
                  </a:cubicBezTo>
                  <a:lnTo>
                    <a:pt x="431" y="453"/>
                  </a:lnTo>
                  <a:close/>
                  <a:moveTo>
                    <a:pt x="431" y="340"/>
                  </a:moveTo>
                  <a:cubicBezTo>
                    <a:pt x="45" y="340"/>
                    <a:pt x="45" y="340"/>
                    <a:pt x="45" y="340"/>
                  </a:cubicBezTo>
                  <a:cubicBezTo>
                    <a:pt x="45" y="272"/>
                    <a:pt x="45" y="272"/>
                    <a:pt x="45" y="272"/>
                  </a:cubicBezTo>
                  <a:cubicBezTo>
                    <a:pt x="431" y="272"/>
                    <a:pt x="431" y="272"/>
                    <a:pt x="431" y="272"/>
                  </a:cubicBezTo>
                  <a:lnTo>
                    <a:pt x="431" y="340"/>
                  </a:lnTo>
                  <a:close/>
                  <a:moveTo>
                    <a:pt x="431" y="226"/>
                  </a:moveTo>
                  <a:cubicBezTo>
                    <a:pt x="45" y="226"/>
                    <a:pt x="45" y="226"/>
                    <a:pt x="45" y="226"/>
                  </a:cubicBezTo>
                  <a:cubicBezTo>
                    <a:pt x="45" y="158"/>
                    <a:pt x="45" y="158"/>
                    <a:pt x="45" y="158"/>
                  </a:cubicBezTo>
                  <a:cubicBezTo>
                    <a:pt x="431" y="158"/>
                    <a:pt x="431" y="158"/>
                    <a:pt x="431" y="158"/>
                  </a:cubicBezTo>
                  <a:lnTo>
                    <a:pt x="431" y="226"/>
                  </a:lnTo>
                  <a:close/>
                  <a:moveTo>
                    <a:pt x="431" y="90"/>
                  </a:moveTo>
                  <a:cubicBezTo>
                    <a:pt x="431" y="90"/>
                    <a:pt x="431" y="90"/>
                    <a:pt x="431" y="90"/>
                  </a:cubicBezTo>
                  <a:cubicBezTo>
                    <a:pt x="431" y="90"/>
                    <a:pt x="431" y="90"/>
                    <a:pt x="431" y="90"/>
                  </a:cubicBezTo>
                  <a:cubicBezTo>
                    <a:pt x="431" y="90"/>
                    <a:pt x="431" y="90"/>
                    <a:pt x="431" y="9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53" name="Textfeld 899">
            <a:extLst>
              <a:ext uri="{FF2B5EF4-FFF2-40B4-BE49-F238E27FC236}">
                <a16:creationId xmlns:a16="http://schemas.microsoft.com/office/drawing/2014/main" id="{ABA1E66B-BFC3-4717-AD1E-6E3B90AC034C}"/>
              </a:ext>
            </a:extLst>
          </p:cNvPr>
          <p:cNvSpPr txBox="1">
            <a:spLocks/>
          </p:cNvSpPr>
          <p:nvPr/>
        </p:nvSpPr>
        <p:spPr bwMode="gray">
          <a:xfrm>
            <a:off x="5216837" y="2572786"/>
            <a:ext cx="1348096" cy="29076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 rtl="0">
              <a:spcBef>
                <a:spcPts val="0"/>
              </a:spcBef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Server + DB Storage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2026365-DE3C-422E-93E9-79CB8DB3F86E}"/>
              </a:ext>
            </a:extLst>
          </p:cNvPr>
          <p:cNvGrpSpPr/>
          <p:nvPr/>
        </p:nvGrpSpPr>
        <p:grpSpPr>
          <a:xfrm>
            <a:off x="2138625" y="1370858"/>
            <a:ext cx="2935360" cy="1307246"/>
            <a:chOff x="2138625" y="1381063"/>
            <a:chExt cx="2935360" cy="1307246"/>
          </a:xfrm>
        </p:grpSpPr>
        <p:sp>
          <p:nvSpPr>
            <p:cNvPr id="55" name="Rechteck 416">
              <a:extLst>
                <a:ext uri="{FF2B5EF4-FFF2-40B4-BE49-F238E27FC236}">
                  <a16:creationId xmlns:a16="http://schemas.microsoft.com/office/drawing/2014/main" id="{7461D310-EBFB-49B5-931F-8C2B6E5AF330}"/>
                </a:ext>
              </a:extLst>
            </p:cNvPr>
            <p:cNvSpPr>
              <a:spLocks/>
            </p:cNvSpPr>
            <p:nvPr/>
          </p:nvSpPr>
          <p:spPr bwMode="gray">
            <a:xfrm>
              <a:off x="2138625" y="1381063"/>
              <a:ext cx="1983149" cy="163065"/>
            </a:xfrm>
            <a:prstGeom prst="rect">
              <a:avLst/>
            </a:prstGeom>
            <a:solidFill>
              <a:srgbClr val="4BB9B9"/>
            </a:solidFill>
            <a:ln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en-US" altLang="zh-CN" sz="800" b="1" dirty="0">
                  <a:solidFill>
                    <a:schemeClr val="bg1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Data Processing &amp; Analysis </a:t>
              </a:r>
              <a:endParaRPr lang="en-US" sz="800" b="1" dirty="0">
                <a:solidFill>
                  <a:schemeClr val="bg1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56" name="Rechteck 44">
              <a:extLst>
                <a:ext uri="{FF2B5EF4-FFF2-40B4-BE49-F238E27FC236}">
                  <a16:creationId xmlns:a16="http://schemas.microsoft.com/office/drawing/2014/main" id="{9773F4BD-265D-460C-8606-875ECA1539EA}"/>
                </a:ext>
              </a:extLst>
            </p:cNvPr>
            <p:cNvSpPr>
              <a:spLocks/>
            </p:cNvSpPr>
            <p:nvPr/>
          </p:nvSpPr>
          <p:spPr bwMode="gray">
            <a:xfrm>
              <a:off x="2155928" y="1534778"/>
              <a:ext cx="1950906" cy="1153531"/>
            </a:xfrm>
            <a:prstGeom prst="rect">
              <a:avLst/>
            </a:prstGeom>
            <a:noFill/>
            <a:ln w="19050">
              <a:solidFill>
                <a:srgbClr val="4BB9B9"/>
              </a:solidFill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 rtl="0"/>
              <a:endParaRPr lang="de-de" dirty="0" err="1">
                <a:solidFill>
                  <a:schemeClr val="tx1"/>
                </a:solidFill>
              </a:endParaRPr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FE89FC93-70A5-4847-B766-36A1498F4F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265279" y="1568172"/>
              <a:ext cx="1632106" cy="470966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C2A1DA1E-CC16-4BC3-B359-BA38F5C3E1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17521" y="2155234"/>
              <a:ext cx="812678" cy="423506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/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44846AFB-4861-4F50-8F60-8C2040C3B935}"/>
                </a:ext>
              </a:extLst>
            </p:cNvPr>
            <p:cNvGrpSpPr/>
            <p:nvPr/>
          </p:nvGrpSpPr>
          <p:grpSpPr>
            <a:xfrm>
              <a:off x="3265152" y="2093262"/>
              <a:ext cx="783495" cy="556494"/>
              <a:chOff x="1886917" y="1404119"/>
              <a:chExt cx="2704282" cy="1882940"/>
            </a:xfrm>
          </p:grpSpPr>
          <p:pic>
            <p:nvPicPr>
              <p:cNvPr id="62" name="Picture 2">
                <a:extLst>
                  <a:ext uri="{FF2B5EF4-FFF2-40B4-BE49-F238E27FC236}">
                    <a16:creationId xmlns:a16="http://schemas.microsoft.com/office/drawing/2014/main" id="{663CB365-D38E-41B8-BDF5-F033AD1B6A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86917" y="1404119"/>
                <a:ext cx="2704282" cy="18829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4AED93CB-484E-40B6-8967-E06E321DC7C4}"/>
                  </a:ext>
                </a:extLst>
              </p:cNvPr>
              <p:cNvCxnSpPr/>
              <p:nvPr/>
            </p:nvCxnSpPr>
            <p:spPr bwMode="auto">
              <a:xfrm flipV="1">
                <a:off x="2264661" y="1556792"/>
                <a:ext cx="1530258" cy="788798"/>
              </a:xfrm>
              <a:prstGeom prst="line">
                <a:avLst/>
              </a:prstGeom>
              <a:solidFill>
                <a:schemeClr val="tx2"/>
              </a:solidFill>
              <a:ln w="12700" cap="flat" cmpd="sng" algn="ctr">
                <a:solidFill>
                  <a:srgbClr val="FF0000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37B9FA58-DE37-4DE2-8C5F-60EC18291C93}"/>
                  </a:ext>
                </a:extLst>
              </p:cNvPr>
              <p:cNvCxnSpPr/>
              <p:nvPr/>
            </p:nvCxnSpPr>
            <p:spPr bwMode="auto">
              <a:xfrm flipV="1">
                <a:off x="2571038" y="1951191"/>
                <a:ext cx="1799945" cy="941199"/>
              </a:xfrm>
              <a:prstGeom prst="line">
                <a:avLst/>
              </a:prstGeom>
              <a:solidFill>
                <a:schemeClr val="tx2"/>
              </a:solidFill>
              <a:ln w="12700" cap="flat" cmpd="sng" algn="ctr">
                <a:solidFill>
                  <a:srgbClr val="FF0000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8AEE1443-C86A-49E2-83BA-7589316EB431}"/>
                  </a:ext>
                </a:extLst>
              </p:cNvPr>
              <p:cNvSpPr/>
              <p:nvPr/>
            </p:nvSpPr>
            <p:spPr bwMode="auto">
              <a:xfrm>
                <a:off x="4226967" y="2488703"/>
                <a:ext cx="72008" cy="7620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 eaLnBrk="1" fontAlgn="base" hangingPunct="1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charset="0"/>
                  <a:buNone/>
                </a:pPr>
                <a:endParaRPr lang="en-US" sz="1800" b="0" i="0" u="none" baseline="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  <p:pic>
            <p:nvPicPr>
              <p:cNvPr id="66" name="Picture 9" descr="C:\Users\z003m4my\Downloads\警报 (2).png">
                <a:extLst>
                  <a:ext uri="{FF2B5EF4-FFF2-40B4-BE49-F238E27FC236}">
                    <a16:creationId xmlns:a16="http://schemas.microsoft.com/office/drawing/2014/main" id="{54D5E04B-DF22-42A4-9741-43F95B44C2C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03261" y="2380042"/>
                <a:ext cx="274382" cy="2743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8393687E-85C7-49BB-8411-C6167A9C37EB}"/>
                </a:ext>
              </a:extLst>
            </p:cNvPr>
            <p:cNvCxnSpPr/>
            <p:nvPr/>
          </p:nvCxnSpPr>
          <p:spPr bwMode="auto">
            <a:xfrm flipH="1" flipV="1">
              <a:off x="4121776" y="1411485"/>
              <a:ext cx="952209" cy="546090"/>
            </a:xfrm>
            <a:prstGeom prst="line">
              <a:avLst/>
            </a:prstGeom>
            <a:solidFill>
              <a:schemeClr val="tx2"/>
            </a:solidFill>
            <a:ln w="9525" cap="flat" cmpd="sng" algn="ctr">
              <a:solidFill>
                <a:srgbClr val="4BB9B9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srgbClr val="41AAAA">
                  <a:alpha val="40000"/>
                </a:srgbClr>
              </a:outerShdw>
            </a:effectLst>
          </p:spPr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0334538-D32F-4A51-898F-4893A93F3109}"/>
                </a:ext>
              </a:extLst>
            </p:cNvPr>
            <p:cNvCxnSpPr/>
            <p:nvPr/>
          </p:nvCxnSpPr>
          <p:spPr bwMode="auto">
            <a:xfrm flipH="1">
              <a:off x="4121774" y="1943374"/>
              <a:ext cx="952211" cy="731117"/>
            </a:xfrm>
            <a:prstGeom prst="line">
              <a:avLst/>
            </a:prstGeom>
            <a:solidFill>
              <a:schemeClr val="tx2"/>
            </a:solidFill>
            <a:ln w="9525" cap="flat" cmpd="sng" algn="ctr">
              <a:solidFill>
                <a:srgbClr val="4BB9B9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srgbClr val="41AAAA">
                  <a:alpha val="40000"/>
                </a:srgbClr>
              </a:outerShdw>
            </a:effectLst>
          </p:spPr>
        </p:cxn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E74FBAE-0214-4255-933A-BE1693E0E386}"/>
              </a:ext>
            </a:extLst>
          </p:cNvPr>
          <p:cNvGrpSpPr/>
          <p:nvPr/>
        </p:nvGrpSpPr>
        <p:grpSpPr>
          <a:xfrm>
            <a:off x="6697309" y="1368374"/>
            <a:ext cx="3074376" cy="1307246"/>
            <a:chOff x="6697309" y="1378579"/>
            <a:chExt cx="3074376" cy="1307246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0B655B8B-8269-4604-AC31-9AE55A3773D7}"/>
                </a:ext>
              </a:extLst>
            </p:cNvPr>
            <p:cNvGrpSpPr/>
            <p:nvPr/>
          </p:nvGrpSpPr>
          <p:grpSpPr>
            <a:xfrm>
              <a:off x="7788536" y="1378579"/>
              <a:ext cx="1983149" cy="1283876"/>
              <a:chOff x="616129" y="1602821"/>
              <a:chExt cx="2149468" cy="1283876"/>
            </a:xfrm>
          </p:grpSpPr>
          <p:pic>
            <p:nvPicPr>
              <p:cNvPr id="72" name="Picture 71">
                <a:extLst>
                  <a:ext uri="{FF2B5EF4-FFF2-40B4-BE49-F238E27FC236}">
                    <a16:creationId xmlns:a16="http://schemas.microsoft.com/office/drawing/2014/main" id="{AB475A2A-A1A5-4545-92F1-94DB5D8692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287036" y="2201912"/>
                <a:ext cx="1436957" cy="684785"/>
              </a:xfrm>
              <a:prstGeom prst="rect">
                <a:avLst/>
              </a:prstGeom>
            </p:spPr>
          </p:pic>
          <p:sp>
            <p:nvSpPr>
              <p:cNvPr id="73" name="Rechteck 416">
                <a:extLst>
                  <a:ext uri="{FF2B5EF4-FFF2-40B4-BE49-F238E27FC236}">
                    <a16:creationId xmlns:a16="http://schemas.microsoft.com/office/drawing/2014/main" id="{24F6FB4C-B381-4569-8591-4A7230ECAE9E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616129" y="1602821"/>
                <a:ext cx="2149468" cy="163065"/>
              </a:xfrm>
              <a:prstGeom prst="rect">
                <a:avLst/>
              </a:prstGeom>
              <a:solidFill>
                <a:srgbClr val="4BB9B9"/>
              </a:solidFill>
              <a:ln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>
                <a:defPPr>
                  <a:defRPr lang="de-DE"/>
                </a:defPPr>
                <a:lvl1pPr algn="l" rtl="0" fontAlgn="base">
                  <a:spcBef>
                    <a:spcPct val="50000"/>
                  </a:spcBef>
                  <a:spcAft>
                    <a:spcPct val="0"/>
                  </a:spcAft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1pPr>
                <a:lvl2pPr marL="457200" algn="l" rtl="0" fontAlgn="base">
                  <a:spcBef>
                    <a:spcPct val="50000"/>
                  </a:spcBef>
                  <a:spcAft>
                    <a:spcPct val="0"/>
                  </a:spcAft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2pPr>
                <a:lvl3pPr marL="914400" algn="l" rtl="0" fontAlgn="base">
                  <a:spcBef>
                    <a:spcPct val="50000"/>
                  </a:spcBef>
                  <a:spcAft>
                    <a:spcPct val="0"/>
                  </a:spcAft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3pPr>
                <a:lvl4pPr marL="1371600" algn="l" rtl="0" fontAlgn="base">
                  <a:spcBef>
                    <a:spcPct val="50000"/>
                  </a:spcBef>
                  <a:spcAft>
                    <a:spcPct val="0"/>
                  </a:spcAft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4pPr>
                <a:lvl5pPr marL="1828800" algn="l" rtl="0" fontAlgn="base">
                  <a:spcBef>
                    <a:spcPct val="50000"/>
                  </a:spcBef>
                  <a:spcAft>
                    <a:spcPct val="0"/>
                  </a:spcAft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9pPr>
              </a:lstStyle>
              <a:p>
                <a:pPr algn="ctr">
                  <a:lnSpc>
                    <a:spcPct val="110000"/>
                  </a:lnSpc>
                  <a:spcBef>
                    <a:spcPct val="0"/>
                  </a:spcBef>
                  <a:buFont typeface="Wingdings" charset="0"/>
                  <a:buNone/>
                </a:pPr>
                <a:r>
                  <a:rPr lang="en-US" altLang="zh-CN" sz="800" b="1" dirty="0">
                    <a:solidFill>
                      <a:schemeClr val="bg1"/>
                    </a:solidFill>
                    <a:latin typeface="Arial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Maintenance Service</a:t>
                </a:r>
                <a:endParaRPr lang="en-US" sz="800" b="1" dirty="0">
                  <a:solidFill>
                    <a:schemeClr val="bg1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  <p:pic>
            <p:nvPicPr>
              <p:cNvPr id="74" name="Picture 73">
                <a:extLst>
                  <a:ext uri="{FF2B5EF4-FFF2-40B4-BE49-F238E27FC236}">
                    <a16:creationId xmlns:a16="http://schemas.microsoft.com/office/drawing/2014/main" id="{5C8DBB6A-9C21-4F63-B8F3-742D60A2C0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70966" y="1763058"/>
                <a:ext cx="1497082" cy="693269"/>
              </a:xfrm>
              <a:prstGeom prst="rect">
                <a:avLst/>
              </a:prstGeom>
            </p:spPr>
          </p:pic>
        </p:grpSp>
        <p:sp>
          <p:nvSpPr>
            <p:cNvPr id="69" name="Rechteck 44">
              <a:extLst>
                <a:ext uri="{FF2B5EF4-FFF2-40B4-BE49-F238E27FC236}">
                  <a16:creationId xmlns:a16="http://schemas.microsoft.com/office/drawing/2014/main" id="{210D04BE-F7F9-4527-82FB-0D5ED979EC19}"/>
                </a:ext>
              </a:extLst>
            </p:cNvPr>
            <p:cNvSpPr>
              <a:spLocks/>
            </p:cNvSpPr>
            <p:nvPr/>
          </p:nvSpPr>
          <p:spPr bwMode="gray">
            <a:xfrm>
              <a:off x="7805839" y="1532294"/>
              <a:ext cx="1950906" cy="1153531"/>
            </a:xfrm>
            <a:prstGeom prst="rect">
              <a:avLst/>
            </a:prstGeom>
            <a:noFill/>
            <a:ln w="19050">
              <a:solidFill>
                <a:srgbClr val="4BB9B9"/>
              </a:solidFill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 rtl="0"/>
              <a:endParaRPr lang="de-de" dirty="0" err="1">
                <a:solidFill>
                  <a:schemeClr val="tx1"/>
                </a:solidFill>
              </a:endParaRP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E0EE71F7-E438-4F30-BF59-986CD2CDDC8E}"/>
                </a:ext>
              </a:extLst>
            </p:cNvPr>
            <p:cNvCxnSpPr/>
            <p:nvPr/>
          </p:nvCxnSpPr>
          <p:spPr bwMode="auto">
            <a:xfrm flipH="1">
              <a:off x="6697309" y="1407450"/>
              <a:ext cx="1071553" cy="557551"/>
            </a:xfrm>
            <a:prstGeom prst="line">
              <a:avLst/>
            </a:prstGeom>
            <a:solidFill>
              <a:schemeClr val="tx2"/>
            </a:solidFill>
            <a:ln w="9525" cap="flat" cmpd="sng" algn="ctr">
              <a:solidFill>
                <a:srgbClr val="4BB9B9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srgbClr val="41AAAA">
                  <a:alpha val="40000"/>
                </a:srgbClr>
              </a:outerShdw>
            </a:effectLst>
          </p:spPr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36936E2-794E-4F18-87E2-A2EAC0518959}"/>
                </a:ext>
              </a:extLst>
            </p:cNvPr>
            <p:cNvCxnSpPr/>
            <p:nvPr/>
          </p:nvCxnSpPr>
          <p:spPr bwMode="auto">
            <a:xfrm flipH="1" flipV="1">
              <a:off x="6726134" y="1977671"/>
              <a:ext cx="1042728" cy="673445"/>
            </a:xfrm>
            <a:prstGeom prst="line">
              <a:avLst/>
            </a:prstGeom>
            <a:solidFill>
              <a:schemeClr val="tx2"/>
            </a:solidFill>
            <a:ln w="9525" cap="flat" cmpd="sng" algn="ctr">
              <a:solidFill>
                <a:srgbClr val="4BB9B9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srgbClr val="41AAAA">
                  <a:alpha val="40000"/>
                </a:srgbClr>
              </a:outerShdw>
            </a:effectLst>
          </p:spPr>
        </p:cxnSp>
      </p:grpSp>
      <p:sp>
        <p:nvSpPr>
          <p:cNvPr id="75" name="Textfeld 899">
            <a:extLst>
              <a:ext uri="{FF2B5EF4-FFF2-40B4-BE49-F238E27FC236}">
                <a16:creationId xmlns:a16="http://schemas.microsoft.com/office/drawing/2014/main" id="{93D2DD0A-00AE-45F8-998B-696D93569B54}"/>
              </a:ext>
            </a:extLst>
          </p:cNvPr>
          <p:cNvSpPr txBox="1">
            <a:spLocks/>
          </p:cNvSpPr>
          <p:nvPr/>
        </p:nvSpPr>
        <p:spPr bwMode="gray">
          <a:xfrm>
            <a:off x="1545311" y="1535646"/>
            <a:ext cx="950362" cy="2776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 rtl="0">
              <a:spcBef>
                <a:spcPts val="0"/>
              </a:spcBef>
            </a:pPr>
            <a:r>
              <a:rPr lang="en-US" sz="1000" dirty="0">
                <a:solidFill>
                  <a:schemeClr val="bg1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1*</a:t>
            </a:r>
          </a:p>
        </p:txBody>
      </p:sp>
      <p:pic>
        <p:nvPicPr>
          <p:cNvPr id="76" name="Picture 75" descr="Bildergebnis für CMS1281">
            <a:hlinkClick r:id="rId16"/>
            <a:extLst>
              <a:ext uri="{FF2B5EF4-FFF2-40B4-BE49-F238E27FC236}">
                <a16:creationId xmlns:a16="http://schemas.microsoft.com/office/drawing/2014/main" id="{4C81CCD7-9F93-4862-8F20-A94DB7C06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3908" y="3571957"/>
            <a:ext cx="485762" cy="593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Picture 76" descr="Bildergebnis für CMS1281">
            <a:hlinkClick r:id="rId16"/>
            <a:extLst>
              <a:ext uri="{FF2B5EF4-FFF2-40B4-BE49-F238E27FC236}">
                <a16:creationId xmlns:a16="http://schemas.microsoft.com/office/drawing/2014/main" id="{849C65E6-F144-4666-8D9E-BC11268AC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59302" y="3556182"/>
            <a:ext cx="485762" cy="593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8" name="Textfeld 899">
            <a:extLst>
              <a:ext uri="{FF2B5EF4-FFF2-40B4-BE49-F238E27FC236}">
                <a16:creationId xmlns:a16="http://schemas.microsoft.com/office/drawing/2014/main" id="{6C3B04A7-571A-4704-B908-430F9093DDE8}"/>
              </a:ext>
            </a:extLst>
          </p:cNvPr>
          <p:cNvSpPr txBox="1">
            <a:spLocks/>
          </p:cNvSpPr>
          <p:nvPr/>
        </p:nvSpPr>
        <p:spPr bwMode="gray">
          <a:xfrm>
            <a:off x="9182271" y="4112549"/>
            <a:ext cx="1348096" cy="29076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 rtl="0">
              <a:spcBef>
                <a:spcPts val="0"/>
              </a:spcBef>
            </a:pPr>
            <a:r>
              <a:rPr lang="en-US" altLang="zh-CN" sz="10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 CMS2000</a:t>
            </a:r>
            <a:endParaRPr lang="en-US" sz="1000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79" name="Picture 2" descr="604B31 - Platinum Stock Products;Triaxial ring-style, industrial, ceramic shear ICP® accel, 100 mV/g, 0.5 to 5k Hz, side exit, 4-pin conn., triaxial single point ISO 17025 accredited calibration">
            <a:extLst>
              <a:ext uri="{FF2B5EF4-FFF2-40B4-BE49-F238E27FC236}">
                <a16:creationId xmlns:a16="http://schemas.microsoft.com/office/drawing/2014/main" id="{25222217-27C4-4181-BEB1-675AC6BDF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5245412">
            <a:off x="10708654" y="4770242"/>
            <a:ext cx="519408" cy="252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B08E87-4541-4C4E-ABC5-3B943E401A5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853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A39F7-27AC-44FF-BC00-C79CB546D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 dirty="0">
                <a:latin typeface="Arial" pitchFamily="34" charset="0"/>
              </a:rPr>
              <a:t>On-Site Sensor Installation in Assembly Line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2634BF-161A-4060-ACC0-EF4264D6417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731949-8B2A-403B-98AC-3232DD9D2EE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2777" y="1778826"/>
            <a:ext cx="3024336" cy="1722716"/>
          </a:xfrm>
          <a:prstGeom prst="rect">
            <a:avLst/>
          </a:prstGeom>
          <a:ln w="19050">
            <a:solidFill>
              <a:srgbClr val="4BB9B9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E42996-F7FC-441E-8C27-7889C4D774A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9002" y="1778826"/>
            <a:ext cx="3096344" cy="1722716"/>
          </a:xfrm>
          <a:prstGeom prst="rect">
            <a:avLst/>
          </a:prstGeom>
          <a:ln w="19050">
            <a:solidFill>
              <a:srgbClr val="4BB9B9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452148-0B38-4EF6-A49C-DF0F3C0AAF1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09229" y="1778826"/>
            <a:ext cx="3096344" cy="1722716"/>
          </a:xfrm>
          <a:prstGeom prst="rect">
            <a:avLst/>
          </a:prstGeom>
          <a:ln w="19050">
            <a:solidFill>
              <a:srgbClr val="4BB9B9"/>
            </a:solidFill>
          </a:ln>
        </p:spPr>
      </p:pic>
      <p:sp>
        <p:nvSpPr>
          <p:cNvPr id="9" name="Rechteck 2169">
            <a:extLst>
              <a:ext uri="{FF2B5EF4-FFF2-40B4-BE49-F238E27FC236}">
                <a16:creationId xmlns:a16="http://schemas.microsoft.com/office/drawing/2014/main" id="{7DF1A3B1-7DD7-4D9C-97C6-19EFCB56FEDD}"/>
              </a:ext>
            </a:extLst>
          </p:cNvPr>
          <p:cNvSpPr>
            <a:spLocks/>
          </p:cNvSpPr>
          <p:nvPr/>
        </p:nvSpPr>
        <p:spPr bwMode="gray">
          <a:xfrm>
            <a:off x="1250831" y="4191310"/>
            <a:ext cx="1967944" cy="10379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altLang="zh-CN" sz="14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Bosch XDK110</a:t>
            </a:r>
          </a:p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altLang="zh-CN" sz="14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Hybrid Sensor</a:t>
            </a:r>
          </a:p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zh-CN" altLang="en-US" sz="14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14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Monitoring Device</a:t>
            </a:r>
            <a:r>
              <a:rPr lang="zh-CN" altLang="en-US" sz="14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en-US" sz="1400" dirty="0">
              <a:solidFill>
                <a:schemeClr val="tx1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Rechteck 2169">
            <a:extLst>
              <a:ext uri="{FF2B5EF4-FFF2-40B4-BE49-F238E27FC236}">
                <a16:creationId xmlns:a16="http://schemas.microsoft.com/office/drawing/2014/main" id="{43BEB2D6-819E-41BE-A990-525186655226}"/>
              </a:ext>
            </a:extLst>
          </p:cNvPr>
          <p:cNvSpPr>
            <a:spLocks/>
          </p:cNvSpPr>
          <p:nvPr/>
        </p:nvSpPr>
        <p:spPr bwMode="gray">
          <a:xfrm>
            <a:off x="4755725" y="4092628"/>
            <a:ext cx="2686899" cy="6972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sz="1400" dirty="0">
                <a:solidFill>
                  <a:schemeClr val="tx1"/>
                </a:solidFill>
              </a:rPr>
              <a:t>   </a:t>
            </a:r>
            <a:r>
              <a:rPr lang="en-US" sz="1400" dirty="0">
                <a:solidFill>
                  <a:schemeClr val="tx1"/>
                </a:solidFill>
                <a:cs typeface="Arial" panose="020B0604020202020204" pitchFamily="34" charset="0"/>
              </a:rPr>
              <a:t>IFM VSA</a:t>
            </a:r>
            <a:r>
              <a:rPr lang="en-US" altLang="zh-CN" sz="1400" dirty="0">
                <a:solidFill>
                  <a:schemeClr val="tx1"/>
                </a:solidFill>
                <a:cs typeface="Arial" panose="020B0604020202020204" pitchFamily="34" charset="0"/>
              </a:rPr>
              <a:t>001</a:t>
            </a:r>
          </a:p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altLang="zh-CN" sz="14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Single-Axis Vibration Sensor     </a:t>
            </a:r>
            <a:r>
              <a:rPr lang="zh-CN" altLang="en-US" sz="14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14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Monitoring Chain and Motor</a:t>
            </a:r>
            <a:r>
              <a:rPr lang="zh-CN" altLang="en-US" sz="14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en-US" sz="1400" dirty="0">
              <a:solidFill>
                <a:schemeClr val="tx1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buClr>
                <a:srgbClr val="879BAA"/>
              </a:buClr>
            </a:pPr>
            <a:endParaRPr 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hteck 2169">
            <a:extLst>
              <a:ext uri="{FF2B5EF4-FFF2-40B4-BE49-F238E27FC236}">
                <a16:creationId xmlns:a16="http://schemas.microsoft.com/office/drawing/2014/main" id="{4A67D9E2-4A15-4DE0-9994-683A251DDF75}"/>
              </a:ext>
            </a:extLst>
          </p:cNvPr>
          <p:cNvSpPr>
            <a:spLocks/>
          </p:cNvSpPr>
          <p:nvPr/>
        </p:nvSpPr>
        <p:spPr bwMode="gray">
          <a:xfrm>
            <a:off x="8403952" y="4064496"/>
            <a:ext cx="3167525" cy="90758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altLang="zh-CN" sz="1400" dirty="0">
                <a:solidFill>
                  <a:schemeClr val="tx1"/>
                </a:solidFill>
                <a:cs typeface="Arial" panose="020B0604020202020204" pitchFamily="34" charset="0"/>
              </a:rPr>
              <a:t>PCB </a:t>
            </a:r>
          </a:p>
          <a:p>
            <a:pPr>
              <a:spcBef>
                <a:spcPts val="0"/>
              </a:spcBef>
              <a:buClr>
                <a:srgbClr val="879BAA"/>
              </a:buClr>
            </a:pPr>
            <a:r>
              <a:rPr lang="en-US" altLang="zh-CN" sz="1400" dirty="0">
                <a:solidFill>
                  <a:schemeClr val="tx1"/>
                </a:solidFill>
                <a:cs typeface="Arial" panose="020B0604020202020204" pitchFamily="34" charset="0"/>
              </a:rPr>
              <a:t>604B31</a:t>
            </a:r>
            <a:r>
              <a:rPr lang="zh-CN" altLang="en-US" sz="14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  </a:t>
            </a:r>
            <a:r>
              <a:rPr lang="en-US" altLang="zh-CN" sz="14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Three-Axis Vibration Sensor</a:t>
            </a:r>
          </a:p>
          <a:p>
            <a:pPr>
              <a:spcBef>
                <a:spcPts val="0"/>
              </a:spcBef>
              <a:buClr>
                <a:srgbClr val="879BAA"/>
              </a:buClr>
            </a:pPr>
            <a:r>
              <a:rPr lang="en-US" altLang="zh-CN" sz="1400" dirty="0">
                <a:solidFill>
                  <a:schemeClr val="tx1"/>
                </a:solidFill>
                <a:cs typeface="Arial" panose="020B0604020202020204" pitchFamily="34" charset="0"/>
              </a:rPr>
              <a:t>627A01  Single-Axis Vibration Sensor</a:t>
            </a:r>
          </a:p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zh-CN" altLang="en-US" sz="14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14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Monitoring Chain and Motor</a:t>
            </a:r>
            <a:r>
              <a:rPr lang="zh-CN" altLang="en-US" sz="14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en-US" sz="1400" dirty="0">
              <a:solidFill>
                <a:schemeClr val="tx1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buClr>
                <a:srgbClr val="879BAA"/>
              </a:buClr>
            </a:pPr>
            <a:endParaRPr 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5ADE03A-C20A-4A2C-A47E-8421BAAC6E4B}"/>
              </a:ext>
            </a:extLst>
          </p:cNvPr>
          <p:cNvCxnSpPr/>
          <p:nvPr/>
        </p:nvCxnSpPr>
        <p:spPr bwMode="auto">
          <a:xfrm>
            <a:off x="2786715" y="2708900"/>
            <a:ext cx="0" cy="432060"/>
          </a:xfrm>
          <a:prstGeom prst="straightConnector1">
            <a:avLst/>
          </a:prstGeom>
          <a:solidFill>
            <a:schemeClr val="tx2"/>
          </a:solidFill>
          <a:ln w="28575" cap="flat" cmpd="sng" algn="ctr">
            <a:solidFill>
              <a:srgbClr val="FFFFFF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A96B89F-A938-4439-A10B-90AB1B519CE4}"/>
              </a:ext>
            </a:extLst>
          </p:cNvPr>
          <p:cNvCxnSpPr/>
          <p:nvPr/>
        </p:nvCxnSpPr>
        <p:spPr bwMode="auto">
          <a:xfrm>
            <a:off x="2786715" y="2708900"/>
            <a:ext cx="432060" cy="0"/>
          </a:xfrm>
          <a:prstGeom prst="straightConnector1">
            <a:avLst/>
          </a:prstGeom>
          <a:solidFill>
            <a:schemeClr val="tx2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Textfeld 899">
            <a:extLst>
              <a:ext uri="{FF2B5EF4-FFF2-40B4-BE49-F238E27FC236}">
                <a16:creationId xmlns:a16="http://schemas.microsoft.com/office/drawing/2014/main" id="{DB250ABA-A2E7-4AA9-8AA0-B63B9BC46205}"/>
              </a:ext>
            </a:extLst>
          </p:cNvPr>
          <p:cNvSpPr txBox="1">
            <a:spLocks/>
          </p:cNvSpPr>
          <p:nvPr/>
        </p:nvSpPr>
        <p:spPr bwMode="gray">
          <a:xfrm>
            <a:off x="2714704" y="3140961"/>
            <a:ext cx="144021" cy="1440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 rtl="0">
              <a:spcBef>
                <a:spcPts val="0"/>
              </a:spcBef>
            </a:pPr>
            <a:r>
              <a:rPr lang="en-US" altLang="zh-CN" sz="1000" dirty="0">
                <a:solidFill>
                  <a:schemeClr val="bg1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X</a:t>
            </a:r>
            <a:endParaRPr lang="en-US" sz="1000" dirty="0">
              <a:solidFill>
                <a:schemeClr val="bg1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5" name="Textfeld 899">
            <a:extLst>
              <a:ext uri="{FF2B5EF4-FFF2-40B4-BE49-F238E27FC236}">
                <a16:creationId xmlns:a16="http://schemas.microsoft.com/office/drawing/2014/main" id="{CD2EE673-0C22-4032-BE9D-A8EAB7FA7CF7}"/>
              </a:ext>
            </a:extLst>
          </p:cNvPr>
          <p:cNvSpPr txBox="1">
            <a:spLocks/>
          </p:cNvSpPr>
          <p:nvPr/>
        </p:nvSpPr>
        <p:spPr bwMode="gray">
          <a:xfrm>
            <a:off x="3218775" y="2640184"/>
            <a:ext cx="144021" cy="1440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 rtl="0">
              <a:spcBef>
                <a:spcPts val="0"/>
              </a:spcBef>
            </a:pPr>
            <a:r>
              <a:rPr lang="en-US" altLang="zh-CN" sz="1000" dirty="0">
                <a:solidFill>
                  <a:schemeClr val="bg1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Y</a:t>
            </a:r>
            <a:endParaRPr lang="en-US" sz="1000" dirty="0">
              <a:solidFill>
                <a:schemeClr val="bg1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46FE040-2541-45CA-A9B5-4CEA8E0B5E48}"/>
              </a:ext>
            </a:extLst>
          </p:cNvPr>
          <p:cNvCxnSpPr/>
          <p:nvPr/>
        </p:nvCxnSpPr>
        <p:spPr bwMode="auto">
          <a:xfrm flipV="1">
            <a:off x="2786714" y="2487934"/>
            <a:ext cx="211841" cy="220966"/>
          </a:xfrm>
          <a:prstGeom prst="straightConnector1">
            <a:avLst/>
          </a:prstGeom>
          <a:solidFill>
            <a:schemeClr val="tx2"/>
          </a:solidFill>
          <a:ln w="9525" cap="flat" cmpd="sng" algn="ctr">
            <a:solidFill>
              <a:srgbClr val="FFFFFF"/>
            </a:solidFill>
            <a:prstDash val="sys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feld 899">
            <a:extLst>
              <a:ext uri="{FF2B5EF4-FFF2-40B4-BE49-F238E27FC236}">
                <a16:creationId xmlns:a16="http://schemas.microsoft.com/office/drawing/2014/main" id="{F48DFC95-C882-40DE-81FC-8AAE497BFE63}"/>
              </a:ext>
            </a:extLst>
          </p:cNvPr>
          <p:cNvSpPr txBox="1">
            <a:spLocks/>
          </p:cNvSpPr>
          <p:nvPr/>
        </p:nvSpPr>
        <p:spPr bwMode="gray">
          <a:xfrm>
            <a:off x="3036654" y="2382387"/>
            <a:ext cx="144021" cy="1440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 rtl="0">
              <a:spcBef>
                <a:spcPts val="0"/>
              </a:spcBef>
            </a:pPr>
            <a:r>
              <a:rPr lang="en-US" altLang="zh-CN" sz="1000" dirty="0">
                <a:solidFill>
                  <a:schemeClr val="bg1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Z</a:t>
            </a:r>
            <a:endParaRPr lang="en-US" sz="1000" dirty="0">
              <a:solidFill>
                <a:schemeClr val="bg1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64DC605-F8C2-489B-A9CB-25AC0998D261}"/>
              </a:ext>
            </a:extLst>
          </p:cNvPr>
          <p:cNvCxnSpPr/>
          <p:nvPr/>
        </p:nvCxnSpPr>
        <p:spPr bwMode="auto">
          <a:xfrm>
            <a:off x="5998315" y="1988800"/>
            <a:ext cx="604930" cy="75304"/>
          </a:xfrm>
          <a:prstGeom prst="straightConnector1">
            <a:avLst/>
          </a:prstGeom>
          <a:solidFill>
            <a:schemeClr val="tx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89B08F4-DD5E-4DE7-9095-DBCAAB7C9DED}"/>
              </a:ext>
            </a:extLst>
          </p:cNvPr>
          <p:cNvSpPr/>
          <p:nvPr/>
        </p:nvSpPr>
        <p:spPr bwMode="auto">
          <a:xfrm>
            <a:off x="5396245" y="2907557"/>
            <a:ext cx="72010" cy="72010"/>
          </a:xfrm>
          <a:prstGeom prst="ellipse">
            <a:avLst/>
          </a:prstGeom>
          <a:solidFill>
            <a:srgbClr val="4BB9B9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0" name="Textfeld 899">
            <a:extLst>
              <a:ext uri="{FF2B5EF4-FFF2-40B4-BE49-F238E27FC236}">
                <a16:creationId xmlns:a16="http://schemas.microsoft.com/office/drawing/2014/main" id="{A996FF69-675A-4FFD-87F9-B1D5A28FCFF7}"/>
              </a:ext>
            </a:extLst>
          </p:cNvPr>
          <p:cNvSpPr txBox="1">
            <a:spLocks/>
          </p:cNvSpPr>
          <p:nvPr/>
        </p:nvSpPr>
        <p:spPr bwMode="gray">
          <a:xfrm>
            <a:off x="6099175" y="3067587"/>
            <a:ext cx="674048" cy="29076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 rtl="0">
              <a:spcBef>
                <a:spcPts val="0"/>
              </a:spcBef>
            </a:pPr>
            <a:r>
              <a:rPr lang="en-US" altLang="zh-CN" sz="1000" b="1" dirty="0">
                <a:solidFill>
                  <a:schemeClr val="bg1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for Chain</a:t>
            </a:r>
            <a:endParaRPr lang="en-US" sz="1000" b="1" dirty="0">
              <a:solidFill>
                <a:schemeClr val="bg1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1" name="Textfeld 899">
            <a:extLst>
              <a:ext uri="{FF2B5EF4-FFF2-40B4-BE49-F238E27FC236}">
                <a16:creationId xmlns:a16="http://schemas.microsoft.com/office/drawing/2014/main" id="{E5BFFFCC-471D-4C41-B51F-EE8647FE421A}"/>
              </a:ext>
            </a:extLst>
          </p:cNvPr>
          <p:cNvSpPr txBox="1">
            <a:spLocks/>
          </p:cNvSpPr>
          <p:nvPr/>
        </p:nvSpPr>
        <p:spPr bwMode="gray">
          <a:xfrm>
            <a:off x="4931404" y="2990903"/>
            <a:ext cx="674048" cy="29076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 rtl="0">
              <a:spcBef>
                <a:spcPts val="0"/>
              </a:spcBef>
            </a:pPr>
            <a:r>
              <a:rPr lang="en-US" altLang="zh-CN" sz="1000" b="1" dirty="0">
                <a:solidFill>
                  <a:schemeClr val="bg1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for Motor</a:t>
            </a:r>
            <a:endParaRPr lang="en-US" sz="1000" b="1" dirty="0">
              <a:solidFill>
                <a:schemeClr val="bg1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46C3DE1-C854-413F-8C3D-E045BB35EF8E}"/>
              </a:ext>
            </a:extLst>
          </p:cNvPr>
          <p:cNvSpPr/>
          <p:nvPr/>
        </p:nvSpPr>
        <p:spPr bwMode="auto">
          <a:xfrm>
            <a:off x="8996708" y="2757409"/>
            <a:ext cx="72010" cy="72010"/>
          </a:xfrm>
          <a:prstGeom prst="ellipse">
            <a:avLst/>
          </a:prstGeom>
          <a:solidFill>
            <a:srgbClr val="4BB9B9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3" name="Textfeld 899">
            <a:extLst>
              <a:ext uri="{FF2B5EF4-FFF2-40B4-BE49-F238E27FC236}">
                <a16:creationId xmlns:a16="http://schemas.microsoft.com/office/drawing/2014/main" id="{962072E3-92FC-4CC7-A7C8-C12DC43AEDAE}"/>
              </a:ext>
            </a:extLst>
          </p:cNvPr>
          <p:cNvSpPr txBox="1">
            <a:spLocks/>
          </p:cNvSpPr>
          <p:nvPr/>
        </p:nvSpPr>
        <p:spPr bwMode="gray">
          <a:xfrm>
            <a:off x="8531867" y="2840755"/>
            <a:ext cx="674048" cy="29076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 rtl="0">
              <a:spcBef>
                <a:spcPts val="0"/>
              </a:spcBef>
            </a:pPr>
            <a:r>
              <a:rPr lang="en-US" altLang="zh-CN" sz="1000" b="1" dirty="0">
                <a:solidFill>
                  <a:schemeClr val="bg1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for Motor</a:t>
            </a:r>
            <a:endParaRPr lang="en-US" sz="1000" b="1" dirty="0">
              <a:solidFill>
                <a:schemeClr val="bg1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6599986-A5C4-4D25-BF20-19700004524F}"/>
              </a:ext>
            </a:extLst>
          </p:cNvPr>
          <p:cNvCxnSpPr/>
          <p:nvPr/>
        </p:nvCxnSpPr>
        <p:spPr bwMode="auto">
          <a:xfrm flipH="1">
            <a:off x="9843695" y="2757409"/>
            <a:ext cx="288040" cy="26795"/>
          </a:xfrm>
          <a:prstGeom prst="straightConnector1">
            <a:avLst/>
          </a:prstGeom>
          <a:solidFill>
            <a:schemeClr val="tx2"/>
          </a:solidFill>
          <a:ln w="28575" cap="flat" cmpd="sng" algn="ctr">
            <a:solidFill>
              <a:srgbClr val="FFFFFF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Textfeld 899">
            <a:extLst>
              <a:ext uri="{FF2B5EF4-FFF2-40B4-BE49-F238E27FC236}">
                <a16:creationId xmlns:a16="http://schemas.microsoft.com/office/drawing/2014/main" id="{3B4DD802-3B61-454D-82B5-A0619E872BE4}"/>
              </a:ext>
            </a:extLst>
          </p:cNvPr>
          <p:cNvSpPr txBox="1">
            <a:spLocks/>
          </p:cNvSpPr>
          <p:nvPr/>
        </p:nvSpPr>
        <p:spPr bwMode="gray">
          <a:xfrm>
            <a:off x="9813380" y="2842118"/>
            <a:ext cx="144021" cy="1440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 rtl="0">
              <a:spcBef>
                <a:spcPts val="0"/>
              </a:spcBef>
            </a:pPr>
            <a:r>
              <a:rPr lang="en-US" altLang="zh-CN" sz="1000" dirty="0">
                <a:solidFill>
                  <a:schemeClr val="bg1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Y</a:t>
            </a:r>
            <a:endParaRPr lang="en-US" sz="1000" dirty="0">
              <a:solidFill>
                <a:schemeClr val="bg1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1247216-CA6B-4CE8-8619-DFDF382BBDC2}"/>
              </a:ext>
            </a:extLst>
          </p:cNvPr>
          <p:cNvCxnSpPr/>
          <p:nvPr/>
        </p:nvCxnSpPr>
        <p:spPr bwMode="auto">
          <a:xfrm>
            <a:off x="10131735" y="2758211"/>
            <a:ext cx="144020" cy="242546"/>
          </a:xfrm>
          <a:prstGeom prst="straightConnector1">
            <a:avLst/>
          </a:prstGeom>
          <a:solidFill>
            <a:schemeClr val="tx2"/>
          </a:solidFill>
          <a:ln w="9525" cap="flat" cmpd="sng" algn="ctr">
            <a:solidFill>
              <a:srgbClr val="FFFFFF"/>
            </a:solidFill>
            <a:prstDash val="sys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AE5C6F5-E064-4AAF-8552-08D0A6D57B27}"/>
              </a:ext>
            </a:extLst>
          </p:cNvPr>
          <p:cNvCxnSpPr/>
          <p:nvPr/>
        </p:nvCxnSpPr>
        <p:spPr bwMode="auto">
          <a:xfrm flipV="1">
            <a:off x="10131735" y="2446510"/>
            <a:ext cx="0" cy="303814"/>
          </a:xfrm>
          <a:prstGeom prst="straightConnector1">
            <a:avLst/>
          </a:prstGeom>
          <a:solidFill>
            <a:schemeClr val="tx2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Textfeld 899">
            <a:extLst>
              <a:ext uri="{FF2B5EF4-FFF2-40B4-BE49-F238E27FC236}">
                <a16:creationId xmlns:a16="http://schemas.microsoft.com/office/drawing/2014/main" id="{79F054D2-C090-496D-8CE7-89B3C07B80D6}"/>
              </a:ext>
            </a:extLst>
          </p:cNvPr>
          <p:cNvSpPr txBox="1">
            <a:spLocks/>
          </p:cNvSpPr>
          <p:nvPr/>
        </p:nvSpPr>
        <p:spPr bwMode="gray">
          <a:xfrm>
            <a:off x="10059724" y="2945131"/>
            <a:ext cx="144021" cy="1440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 rtl="0">
              <a:spcBef>
                <a:spcPts val="0"/>
              </a:spcBef>
            </a:pPr>
            <a:r>
              <a:rPr lang="en-US" altLang="zh-CN" sz="1000" dirty="0">
                <a:solidFill>
                  <a:schemeClr val="bg1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Z</a:t>
            </a:r>
            <a:endParaRPr lang="en-US" sz="1000" dirty="0">
              <a:solidFill>
                <a:schemeClr val="bg1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9" name="Textfeld 899">
            <a:extLst>
              <a:ext uri="{FF2B5EF4-FFF2-40B4-BE49-F238E27FC236}">
                <a16:creationId xmlns:a16="http://schemas.microsoft.com/office/drawing/2014/main" id="{BBD4FFCF-7399-427C-95B0-1A8980A685FA}"/>
              </a:ext>
            </a:extLst>
          </p:cNvPr>
          <p:cNvSpPr txBox="1">
            <a:spLocks/>
          </p:cNvSpPr>
          <p:nvPr/>
        </p:nvSpPr>
        <p:spPr bwMode="gray">
          <a:xfrm>
            <a:off x="10183929" y="2382387"/>
            <a:ext cx="144021" cy="1440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 rtl="0">
              <a:spcBef>
                <a:spcPts val="0"/>
              </a:spcBef>
            </a:pPr>
            <a:r>
              <a:rPr lang="en-US" altLang="zh-CN" sz="1000" dirty="0">
                <a:solidFill>
                  <a:schemeClr val="bg1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X</a:t>
            </a:r>
            <a:endParaRPr lang="en-US" sz="1000" dirty="0">
              <a:solidFill>
                <a:schemeClr val="bg1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0" name="Textfeld 899">
            <a:extLst>
              <a:ext uri="{FF2B5EF4-FFF2-40B4-BE49-F238E27FC236}">
                <a16:creationId xmlns:a16="http://schemas.microsoft.com/office/drawing/2014/main" id="{83A2D5C7-F097-42B9-9DED-733D6F15D45C}"/>
              </a:ext>
            </a:extLst>
          </p:cNvPr>
          <p:cNvSpPr txBox="1">
            <a:spLocks/>
          </p:cNvSpPr>
          <p:nvPr/>
        </p:nvSpPr>
        <p:spPr bwMode="gray">
          <a:xfrm>
            <a:off x="9405494" y="2383552"/>
            <a:ext cx="674048" cy="29076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 rtl="0">
              <a:spcBef>
                <a:spcPts val="0"/>
              </a:spcBef>
            </a:pPr>
            <a:r>
              <a:rPr lang="en-US" altLang="zh-CN" sz="1000" b="1" dirty="0">
                <a:solidFill>
                  <a:schemeClr val="bg1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for Chain</a:t>
            </a:r>
            <a:endParaRPr lang="en-US" sz="1000" b="1" dirty="0">
              <a:solidFill>
                <a:schemeClr val="bg1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584BEA4-1336-4BDF-B078-2F7620D70BE2}"/>
              </a:ext>
            </a:extLst>
          </p:cNvPr>
          <p:cNvCxnSpPr/>
          <p:nvPr/>
        </p:nvCxnSpPr>
        <p:spPr bwMode="auto">
          <a:xfrm flipV="1">
            <a:off x="9526804" y="2063560"/>
            <a:ext cx="604930" cy="49302"/>
          </a:xfrm>
          <a:prstGeom prst="straightConnector1">
            <a:avLst/>
          </a:prstGeom>
          <a:solidFill>
            <a:schemeClr val="tx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66E8DD-EF4A-4EC2-B254-3C775BD4160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698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A39F7-27AC-44FF-BC00-C79CB546D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 dirty="0">
                <a:latin typeface="Arial" pitchFamily="34" charset="0"/>
              </a:rPr>
              <a:t>Successful Case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2634BF-161A-4060-ACC0-EF4264D6417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AD9A5F50-9DD7-4D36-87E5-7A48967ED6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0703797"/>
              </p:ext>
            </p:extLst>
          </p:nvPr>
        </p:nvGraphicFramePr>
        <p:xfrm>
          <a:off x="423005" y="1173057"/>
          <a:ext cx="3022724" cy="155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9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3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881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GB" sz="1400" b="0" u="none" strike="noStrike" dirty="0">
                          <a:solidFill>
                            <a:srgbClr val="005F87"/>
                          </a:solidFill>
                          <a:effectLst/>
                        </a:rPr>
                        <a:t>SAIC-VW, </a:t>
                      </a:r>
                      <a:r>
                        <a:rPr lang="en-GB" sz="1400" b="0" u="none" strike="noStrike" kern="1200" dirty="0">
                          <a:solidFill>
                            <a:srgbClr val="005F87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Audi Line</a:t>
                      </a:r>
                      <a:endParaRPr lang="en-US" sz="1400" b="0" u="none" strike="noStrike" kern="1200" dirty="0">
                        <a:solidFill>
                          <a:srgbClr val="005F87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marR="108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005F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5F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6E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rgbClr val="0F8287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000" marR="10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0F82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82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D9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721">
                <a:tc>
                  <a:txBody>
                    <a:bodyPr/>
                    <a:lstStyle/>
                    <a:p>
                      <a:pPr algn="l"/>
                      <a:r>
                        <a:rPr lang="en-US" sz="1200" b="0" spc="-10" dirty="0">
                          <a:solidFill>
                            <a:schemeClr val="tx1"/>
                          </a:solidFill>
                        </a:rPr>
                        <a:t>Plant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08000" marR="108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005F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spc="-10" dirty="0">
                          <a:solidFill>
                            <a:schemeClr val="tx1"/>
                          </a:solidFill>
                        </a:rPr>
                        <a:t>SAIC VW CP3</a:t>
                      </a:r>
                    </a:p>
                  </a:txBody>
                  <a:tcPr marL="108000" marR="10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005F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Device</a:t>
                      </a:r>
                    </a:p>
                  </a:txBody>
                  <a:tcPr marL="108000" marR="108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spc="-10" dirty="0">
                          <a:solidFill>
                            <a:schemeClr val="tx1"/>
                          </a:solidFill>
                        </a:rPr>
                        <a:t>Chain Conveyor </a:t>
                      </a:r>
                      <a:endParaRPr lang="de-DE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marR="10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200" b="0" spc="-10" dirty="0" err="1">
                          <a:solidFill>
                            <a:schemeClr val="tx1"/>
                          </a:solidFill>
                        </a:rPr>
                        <a:t>CarType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08000" marR="108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kern="1200" spc="-1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Audi/Tiguan/</a:t>
                      </a:r>
                      <a:r>
                        <a:rPr lang="en-US" sz="1200" b="0" kern="1200" spc="-1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Phaeton</a:t>
                      </a:r>
                    </a:p>
                  </a:txBody>
                  <a:tcPr marL="108000" marR="10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514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spc="-10" dirty="0">
                          <a:solidFill>
                            <a:schemeClr val="tx1"/>
                          </a:solidFill>
                        </a:rPr>
                        <a:t>Cycle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08000" marR="108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32 JPH</a:t>
                      </a:r>
                    </a:p>
                  </a:txBody>
                  <a:tcPr marL="108000" marR="10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Solution</a:t>
                      </a:r>
                    </a:p>
                  </a:txBody>
                  <a:tcPr marL="108000" marR="108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5F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Local Server Solution</a:t>
                      </a:r>
                      <a:endParaRPr lang="de-DE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08000" marR="10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5F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171519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BE0CC93F-C45E-4C46-8F22-0976AE6F304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3004" y="2964026"/>
            <a:ext cx="3022724" cy="2126005"/>
          </a:xfrm>
          <a:prstGeom prst="rect">
            <a:avLst/>
          </a:prstGeom>
        </p:spPr>
      </p:pic>
      <p:sp>
        <p:nvSpPr>
          <p:cNvPr id="8" name="cdtText Box 4 Id114692">
            <a:extLst>
              <a:ext uri="{FF2B5EF4-FFF2-40B4-BE49-F238E27FC236}">
                <a16:creationId xmlns:a16="http://schemas.microsoft.com/office/drawing/2014/main" id="{99141A67-3C22-46CF-B809-2D27C7E289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004" y="5307968"/>
            <a:ext cx="3022725" cy="712871"/>
          </a:xfrm>
          <a:prstGeom prst="rect">
            <a:avLst/>
          </a:prstGeom>
          <a:gradFill>
            <a:gsLst>
              <a:gs pos="83000">
                <a:srgbClr val="0099B0">
                  <a:alpha val="85000"/>
                </a:srgbClr>
              </a:gs>
              <a:gs pos="50000">
                <a:srgbClr val="009999">
                  <a:alpha val="85000"/>
                </a:srgbClr>
              </a:gs>
              <a:gs pos="0">
                <a:srgbClr val="50BEBE">
                  <a:alpha val="85000"/>
                </a:srgbClr>
              </a:gs>
              <a:gs pos="100000">
                <a:srgbClr val="0099CB">
                  <a:alpha val="85000"/>
                </a:srgbClr>
              </a:gs>
            </a:gsLst>
            <a:lin ang="0" scaled="0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square" lIns="144000" tIns="0" rIns="0" bIns="0" anchor="ctr" anchorCtr="0">
            <a:noAutofit/>
          </a:bodyPr>
          <a:lstStyle/>
          <a:p>
            <a:pPr algn="ctr" defTabSz="914675" fontAlgn="auto" hangingPunct="0">
              <a:spcAft>
                <a:spcPts val="0"/>
              </a:spcAft>
            </a:pPr>
            <a:endParaRPr lang="en-US" altLang="zh-CN" sz="14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3BB15D-B465-48AE-B0EF-E0B0BB5E128F}"/>
              </a:ext>
            </a:extLst>
          </p:cNvPr>
          <p:cNvSpPr txBox="1"/>
          <p:nvPr/>
        </p:nvSpPr>
        <p:spPr>
          <a:xfrm>
            <a:off x="557885" y="5525903"/>
            <a:ext cx="298241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Chain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wear-out Failure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A9AF7F-E935-428B-8F2B-39FC88F9D2E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5136" t="56659" r="-31" b="-821"/>
          <a:stretch/>
        </p:blipFill>
        <p:spPr>
          <a:xfrm>
            <a:off x="3943588" y="1470767"/>
            <a:ext cx="8144332" cy="509286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47E194D-6BCA-49ED-9A9C-2BAD648DBDD0}"/>
              </a:ext>
            </a:extLst>
          </p:cNvPr>
          <p:cNvSpPr/>
          <p:nvPr/>
        </p:nvSpPr>
        <p:spPr bwMode="auto">
          <a:xfrm>
            <a:off x="3594569" y="1123045"/>
            <a:ext cx="8304206" cy="4971670"/>
          </a:xfrm>
          <a:prstGeom prst="rect">
            <a:avLst/>
          </a:prstGeom>
          <a:solidFill>
            <a:schemeClr val="bg1">
              <a:alpha val="57000"/>
            </a:schemeClr>
          </a:solidFill>
          <a:ln>
            <a:solidFill>
              <a:srgbClr val="32A0A0"/>
            </a:solidFill>
          </a:ln>
          <a:effectLst>
            <a:outerShdw blurRad="50800" dist="50800" dir="5400000" algn="ctr" rotWithShape="0">
              <a:schemeClr val="bg1"/>
            </a:outerShdw>
          </a:effectLst>
        </p:spPr>
        <p:txBody>
          <a:bodyPr rtlCol="0" anchor="ctr"/>
          <a:lstStyle/>
          <a:p>
            <a:pPr algn="ctr"/>
            <a:endParaRPr lang="en-US" sz="1200" b="1" dirty="0" err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hteck 2169">
            <a:extLst>
              <a:ext uri="{FF2B5EF4-FFF2-40B4-BE49-F238E27FC236}">
                <a16:creationId xmlns:a16="http://schemas.microsoft.com/office/drawing/2014/main" id="{FBEFBB3A-21E0-4D9A-95B5-B763CC1DB03C}"/>
              </a:ext>
            </a:extLst>
          </p:cNvPr>
          <p:cNvSpPr>
            <a:spLocks/>
          </p:cNvSpPr>
          <p:nvPr/>
        </p:nvSpPr>
        <p:spPr bwMode="gray">
          <a:xfrm>
            <a:off x="3943588" y="1246825"/>
            <a:ext cx="2378575" cy="52479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buClr>
                <a:srgbClr val="879BAA"/>
              </a:buClr>
            </a:pP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 Characteristics</a:t>
            </a:r>
            <a:endParaRPr 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AE13EA1-1580-4D20-BDD7-F3B41B9D0C2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34886" y="1556579"/>
            <a:ext cx="2747143" cy="21224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7A1169A-7711-475C-A688-FF2E382FAB9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2164" y="1581157"/>
            <a:ext cx="2665289" cy="20277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A7400A2-26D2-42E2-9617-DE6B13E2344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65152" y="1542723"/>
            <a:ext cx="2660821" cy="2083887"/>
          </a:xfrm>
          <a:prstGeom prst="rect">
            <a:avLst/>
          </a:prstGeom>
        </p:spPr>
      </p:pic>
      <p:sp>
        <p:nvSpPr>
          <p:cNvPr id="16" name="Rechteck 2169">
            <a:extLst>
              <a:ext uri="{FF2B5EF4-FFF2-40B4-BE49-F238E27FC236}">
                <a16:creationId xmlns:a16="http://schemas.microsoft.com/office/drawing/2014/main" id="{D221675B-00E5-49F1-AE9E-81748818D975}"/>
              </a:ext>
            </a:extLst>
          </p:cNvPr>
          <p:cNvSpPr>
            <a:spLocks/>
          </p:cNvSpPr>
          <p:nvPr/>
        </p:nvSpPr>
        <p:spPr bwMode="gray">
          <a:xfrm>
            <a:off x="3943588" y="3728304"/>
            <a:ext cx="2344953" cy="168741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buClr>
                <a:srgbClr val="879BAA"/>
              </a:buClr>
            </a:pP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Fault Station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PA08</a:t>
            </a:r>
          </a:p>
          <a:p>
            <a:pPr>
              <a:spcBef>
                <a:spcPts val="0"/>
              </a:spcBef>
              <a:buClr>
                <a:srgbClr val="879BAA"/>
              </a:buClr>
            </a:pP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Characteristics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monitoring data value is continuously abnormally high energy, higher than the algorithm threshold.</a:t>
            </a:r>
          </a:p>
          <a:p>
            <a:pPr>
              <a:spcBef>
                <a:spcPts val="0"/>
              </a:spcBef>
              <a:buClr>
                <a:srgbClr val="879BAA"/>
              </a:buClr>
            </a:pP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Feedback from engineer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The chain nylon strip is worn and needs to be replaced when stopping production. It is estimated that the repair time is at least 4 hours.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BAD6D5B-195B-40B4-8F8F-54726B26B4FB}"/>
              </a:ext>
            </a:extLst>
          </p:cNvPr>
          <p:cNvSpPr/>
          <p:nvPr/>
        </p:nvSpPr>
        <p:spPr bwMode="auto">
          <a:xfrm>
            <a:off x="3739041" y="1763900"/>
            <a:ext cx="286549" cy="215037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/>
        </p:spPr>
        <p:txBody>
          <a:bodyPr rtlCol="0" anchor="ctr"/>
          <a:lstStyle/>
          <a:p>
            <a:pPr algn="ctr"/>
            <a:endParaRPr lang="en-US" sz="1200" b="1" dirty="0" err="1">
              <a:solidFill>
                <a:schemeClr val="tx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AB203B0-AB38-421E-8AEE-415DB23FC292}"/>
              </a:ext>
            </a:extLst>
          </p:cNvPr>
          <p:cNvSpPr/>
          <p:nvPr/>
        </p:nvSpPr>
        <p:spPr bwMode="auto">
          <a:xfrm>
            <a:off x="6425968" y="1878058"/>
            <a:ext cx="286549" cy="215037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/>
        </p:spPr>
        <p:txBody>
          <a:bodyPr rtlCol="0" anchor="ctr"/>
          <a:lstStyle/>
          <a:p>
            <a:pPr algn="ctr"/>
            <a:endParaRPr lang="en-US" sz="1200" b="1" dirty="0" err="1">
              <a:solidFill>
                <a:schemeClr val="tx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F15C2BA-FFFC-4399-977E-EF74AE6098AC}"/>
              </a:ext>
            </a:extLst>
          </p:cNvPr>
          <p:cNvSpPr/>
          <p:nvPr/>
        </p:nvSpPr>
        <p:spPr bwMode="auto">
          <a:xfrm>
            <a:off x="9071028" y="2740629"/>
            <a:ext cx="286549" cy="215037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/>
        </p:spPr>
        <p:txBody>
          <a:bodyPr rtlCol="0" anchor="ctr"/>
          <a:lstStyle/>
          <a:p>
            <a:pPr algn="ctr"/>
            <a:endParaRPr lang="en-US" sz="1200" b="1" dirty="0" err="1">
              <a:solidFill>
                <a:schemeClr val="tx1"/>
              </a:solidFill>
            </a:endParaRPr>
          </a:p>
        </p:txBody>
      </p:sp>
      <p:sp>
        <p:nvSpPr>
          <p:cNvPr id="20" name="Rechteck 2169">
            <a:extLst>
              <a:ext uri="{FF2B5EF4-FFF2-40B4-BE49-F238E27FC236}">
                <a16:creationId xmlns:a16="http://schemas.microsoft.com/office/drawing/2014/main" id="{0FEBB323-52DA-40E8-BDDA-55115255875D}"/>
              </a:ext>
            </a:extLst>
          </p:cNvPr>
          <p:cNvSpPr>
            <a:spLocks/>
          </p:cNvSpPr>
          <p:nvPr/>
        </p:nvSpPr>
        <p:spPr bwMode="gray">
          <a:xfrm>
            <a:off x="6619546" y="3728304"/>
            <a:ext cx="2451482" cy="168741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buClr>
                <a:srgbClr val="879BAA"/>
              </a:buClr>
            </a:pP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Impact Station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PA09</a:t>
            </a:r>
          </a:p>
          <a:p>
            <a:pPr>
              <a:spcBef>
                <a:spcPts val="0"/>
              </a:spcBef>
              <a:buClr>
                <a:srgbClr val="879BAA"/>
              </a:buClr>
            </a:pP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Characteristics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The monitoring data value has burst abnormal energy, which is higher than the algorithm threshold</a:t>
            </a:r>
          </a:p>
          <a:p>
            <a:pPr>
              <a:spcBef>
                <a:spcPts val="0"/>
              </a:spcBef>
              <a:buClr>
                <a:srgbClr val="879BAA"/>
              </a:buClr>
            </a:pP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Feedback from engineer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production line has been reformed for many times, and there is misalignment between stations; or the abnormal vibration of pa08 affects pa09Continue to pay attention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hteck 2169">
            <a:extLst>
              <a:ext uri="{FF2B5EF4-FFF2-40B4-BE49-F238E27FC236}">
                <a16:creationId xmlns:a16="http://schemas.microsoft.com/office/drawing/2014/main" id="{4EDB8372-4F80-47C4-A26D-CF3192CC8999}"/>
              </a:ext>
            </a:extLst>
          </p:cNvPr>
          <p:cNvSpPr>
            <a:spLocks/>
          </p:cNvSpPr>
          <p:nvPr/>
        </p:nvSpPr>
        <p:spPr bwMode="gray">
          <a:xfrm>
            <a:off x="9342590" y="3728304"/>
            <a:ext cx="2176134" cy="168741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buClr>
                <a:srgbClr val="879BAA"/>
              </a:buClr>
            </a:pP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Normal Station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PA10</a:t>
            </a:r>
          </a:p>
          <a:p>
            <a:pPr>
              <a:spcBef>
                <a:spcPts val="0"/>
              </a:spcBef>
              <a:buClr>
                <a:srgbClr val="879BAA"/>
              </a:buClr>
            </a:pP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Characteristics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 value is normal, low and stable vibration energy.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echteck 2169">
            <a:extLst>
              <a:ext uri="{FF2B5EF4-FFF2-40B4-BE49-F238E27FC236}">
                <a16:creationId xmlns:a16="http://schemas.microsoft.com/office/drawing/2014/main" id="{BDF536C1-33D9-42C1-9144-05FE42E47316}"/>
              </a:ext>
            </a:extLst>
          </p:cNvPr>
          <p:cNvSpPr>
            <a:spLocks/>
          </p:cNvSpPr>
          <p:nvPr/>
        </p:nvSpPr>
        <p:spPr bwMode="gray">
          <a:xfrm>
            <a:off x="2263641" y="6142223"/>
            <a:ext cx="4448876" cy="52479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buClr>
                <a:srgbClr val="879BAA"/>
              </a:buClr>
            </a:pPr>
            <a:r>
              <a:rPr lang="en-US" altLang="zh-CN" sz="1000" u="sng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 Source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vibration sensor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unit: mm/s2 (g=m/s2)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0"/>
              </a:spcBef>
              <a:buClr>
                <a:srgbClr val="879BAA"/>
              </a:buClr>
            </a:pPr>
            <a:r>
              <a:rPr lang="en-US" altLang="zh-CN" sz="1000" u="sng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 Segment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2020-08-27 10:00:00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~2020-08-28 12:00:00</a:t>
            </a:r>
            <a:endParaRPr lang="en-US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echteck 2169">
            <a:extLst>
              <a:ext uri="{FF2B5EF4-FFF2-40B4-BE49-F238E27FC236}">
                <a16:creationId xmlns:a16="http://schemas.microsoft.com/office/drawing/2014/main" id="{BA5FCA28-A852-42F9-8EDB-889CBE9F6699}"/>
              </a:ext>
            </a:extLst>
          </p:cNvPr>
          <p:cNvSpPr>
            <a:spLocks/>
          </p:cNvSpPr>
          <p:nvPr/>
        </p:nvSpPr>
        <p:spPr bwMode="gray">
          <a:xfrm>
            <a:off x="6282786" y="6141134"/>
            <a:ext cx="4433113" cy="52479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buClr>
                <a:srgbClr val="879BAA"/>
              </a:buClr>
            </a:pPr>
            <a:r>
              <a:rPr lang="en-US" altLang="zh-CN" sz="1000" u="sng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Remarks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 the early stage of project implementation, there was no single station historical data, so the comparison of adjacent stations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482565-7FDD-4BBB-8E42-DBE36381CDD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513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B48B05-C0AB-48FE-AE35-338D589E83E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2022 | T CED INW-CN | 2022-01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1CE7CC-A94A-484C-AF54-DC15EF72E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9863997" cy="576000"/>
          </a:xfrm>
        </p:spPr>
        <p:txBody>
          <a:bodyPr/>
          <a:lstStyle/>
          <a:p>
            <a:r>
              <a:rPr lang="en-US" altLang="zh-CN" sz="2000" dirty="0"/>
              <a:t>Solution Portfolios of </a:t>
            </a:r>
            <a:r>
              <a:rPr lang="en-US" altLang="zh-CN" sz="2000" dirty="0" err="1"/>
              <a:t>DaaS</a:t>
            </a:r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E9D3C904-CA26-4EF6-8852-37510B3FB8DF}"/>
              </a:ext>
            </a:extLst>
          </p:cNvPr>
          <p:cNvSpPr txBox="1">
            <a:spLocks/>
          </p:cNvSpPr>
          <p:nvPr/>
        </p:nvSpPr>
        <p:spPr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defPPr>
              <a:defRPr lang="en-US"/>
            </a:defPPr>
            <a:lvl1pPr marL="0" algn="l" defTabSz="914400" rtl="0" eaLnBrk="1" latinLnBrk="0" hangingPunct="1">
              <a:lnSpc>
                <a:spcPct val="100000"/>
              </a:lnSpc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15</a:t>
            </a:fld>
            <a:endParaRPr lang="en-US" dirty="0"/>
          </a:p>
        </p:txBody>
      </p:sp>
      <p:grpSp>
        <p:nvGrpSpPr>
          <p:cNvPr id="8" name="Gruppieren 969">
            <a:extLst>
              <a:ext uri="{FF2B5EF4-FFF2-40B4-BE49-F238E27FC236}">
                <a16:creationId xmlns:a16="http://schemas.microsoft.com/office/drawing/2014/main" id="{0DD219B4-BB50-402B-BD3F-BD0F211A8DEF}"/>
              </a:ext>
            </a:extLst>
          </p:cNvPr>
          <p:cNvGrpSpPr/>
          <p:nvPr/>
        </p:nvGrpSpPr>
        <p:grpSpPr bwMode="gray">
          <a:xfrm>
            <a:off x="1978620" y="3357881"/>
            <a:ext cx="2510878" cy="716037"/>
            <a:chOff x="6932060" y="1450853"/>
            <a:chExt cx="4007796" cy="1142654"/>
          </a:xfrm>
        </p:grpSpPr>
        <p:sp>
          <p:nvSpPr>
            <p:cNvPr id="9" name="Textfeld 970">
              <a:extLst>
                <a:ext uri="{FF2B5EF4-FFF2-40B4-BE49-F238E27FC236}">
                  <a16:creationId xmlns:a16="http://schemas.microsoft.com/office/drawing/2014/main" id="{A72DA234-5674-44A3-8380-A981B1D0585A}"/>
                </a:ext>
              </a:extLst>
            </p:cNvPr>
            <p:cNvSpPr txBox="1"/>
            <p:nvPr/>
          </p:nvSpPr>
          <p:spPr bwMode="gray">
            <a:xfrm>
              <a:off x="8270430" y="1955119"/>
              <a:ext cx="1376567" cy="2701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r>
                <a:rPr lang="en-US" sz="1100" b="1" dirty="0">
                  <a:solidFill>
                    <a:srgbClr val="00646E"/>
                  </a:solidFill>
                  <a:latin typeface="Arial"/>
                </a:rPr>
                <a:t>Cloud/server</a:t>
              </a:r>
            </a:p>
          </p:txBody>
        </p:sp>
        <p:grpSp>
          <p:nvGrpSpPr>
            <p:cNvPr id="10" name="Gruppieren 971">
              <a:extLst>
                <a:ext uri="{FF2B5EF4-FFF2-40B4-BE49-F238E27FC236}">
                  <a16:creationId xmlns:a16="http://schemas.microsoft.com/office/drawing/2014/main" id="{78C9FE01-5028-4DC1-958D-04B5C15AA54C}"/>
                </a:ext>
              </a:extLst>
            </p:cNvPr>
            <p:cNvGrpSpPr/>
            <p:nvPr/>
          </p:nvGrpSpPr>
          <p:grpSpPr bwMode="gray">
            <a:xfrm>
              <a:off x="6940454" y="1509988"/>
              <a:ext cx="3981028" cy="1070062"/>
              <a:chOff x="5427516" y="2972295"/>
              <a:chExt cx="6230431" cy="1603267"/>
            </a:xfrm>
          </p:grpSpPr>
          <p:sp>
            <p:nvSpPr>
              <p:cNvPr id="262" name="Freihandform 1662">
                <a:extLst>
                  <a:ext uri="{FF2B5EF4-FFF2-40B4-BE49-F238E27FC236}">
                    <a16:creationId xmlns:a16="http://schemas.microsoft.com/office/drawing/2014/main" id="{651CA982-3926-4C48-968A-0416879824C0}"/>
                  </a:ext>
                </a:extLst>
              </p:cNvPr>
              <p:cNvSpPr/>
              <p:nvPr/>
            </p:nvSpPr>
            <p:spPr bwMode="gray">
              <a:xfrm>
                <a:off x="6224226" y="4079768"/>
                <a:ext cx="1617707" cy="492263"/>
              </a:xfrm>
              <a:custGeom>
                <a:avLst/>
                <a:gdLst>
                  <a:gd name="connsiteX0" fmla="*/ 0 w 1362075"/>
                  <a:gd name="connsiteY0" fmla="*/ 414338 h 414338"/>
                  <a:gd name="connsiteX1" fmla="*/ 138113 w 1362075"/>
                  <a:gd name="connsiteY1" fmla="*/ 276225 h 414338"/>
                  <a:gd name="connsiteX2" fmla="*/ 538163 w 1362075"/>
                  <a:gd name="connsiteY2" fmla="*/ 276225 h 414338"/>
                  <a:gd name="connsiteX3" fmla="*/ 666751 w 1362075"/>
                  <a:gd name="connsiteY3" fmla="*/ 404813 h 414338"/>
                  <a:gd name="connsiteX4" fmla="*/ 790576 w 1362075"/>
                  <a:gd name="connsiteY4" fmla="*/ 280988 h 414338"/>
                  <a:gd name="connsiteX5" fmla="*/ 914401 w 1362075"/>
                  <a:gd name="connsiteY5" fmla="*/ 404813 h 414338"/>
                  <a:gd name="connsiteX6" fmla="*/ 1362075 w 1362075"/>
                  <a:gd name="connsiteY6" fmla="*/ 0 h 414338"/>
                  <a:gd name="connsiteX0" fmla="*/ 0 w 1362075"/>
                  <a:gd name="connsiteY0" fmla="*/ 414338 h 414338"/>
                  <a:gd name="connsiteX1" fmla="*/ 138113 w 1362075"/>
                  <a:gd name="connsiteY1" fmla="*/ 276225 h 414338"/>
                  <a:gd name="connsiteX2" fmla="*/ 538163 w 1362075"/>
                  <a:gd name="connsiteY2" fmla="*/ 276225 h 414338"/>
                  <a:gd name="connsiteX3" fmla="*/ 666751 w 1362075"/>
                  <a:gd name="connsiteY3" fmla="*/ 404813 h 414338"/>
                  <a:gd name="connsiteX4" fmla="*/ 790576 w 1362075"/>
                  <a:gd name="connsiteY4" fmla="*/ 280988 h 414338"/>
                  <a:gd name="connsiteX5" fmla="*/ 914401 w 1362075"/>
                  <a:gd name="connsiteY5" fmla="*/ 404813 h 414338"/>
                  <a:gd name="connsiteX6" fmla="*/ 950119 w 1362075"/>
                  <a:gd name="connsiteY6" fmla="*/ 407194 h 414338"/>
                  <a:gd name="connsiteX7" fmla="*/ 1362075 w 1362075"/>
                  <a:gd name="connsiteY7" fmla="*/ 0 h 414338"/>
                  <a:gd name="connsiteX0" fmla="*/ 0 w 1362075"/>
                  <a:gd name="connsiteY0" fmla="*/ 414338 h 414338"/>
                  <a:gd name="connsiteX1" fmla="*/ 138113 w 1362075"/>
                  <a:gd name="connsiteY1" fmla="*/ 276225 h 414338"/>
                  <a:gd name="connsiteX2" fmla="*/ 538163 w 1362075"/>
                  <a:gd name="connsiteY2" fmla="*/ 276225 h 414338"/>
                  <a:gd name="connsiteX3" fmla="*/ 666751 w 1362075"/>
                  <a:gd name="connsiteY3" fmla="*/ 404813 h 414338"/>
                  <a:gd name="connsiteX4" fmla="*/ 821532 w 1362075"/>
                  <a:gd name="connsiteY4" fmla="*/ 273844 h 414338"/>
                  <a:gd name="connsiteX5" fmla="*/ 914401 w 1362075"/>
                  <a:gd name="connsiteY5" fmla="*/ 404813 h 414338"/>
                  <a:gd name="connsiteX6" fmla="*/ 950119 w 1362075"/>
                  <a:gd name="connsiteY6" fmla="*/ 407194 h 414338"/>
                  <a:gd name="connsiteX7" fmla="*/ 1362075 w 1362075"/>
                  <a:gd name="connsiteY7" fmla="*/ 0 h 414338"/>
                  <a:gd name="connsiteX0" fmla="*/ 0 w 1362075"/>
                  <a:gd name="connsiteY0" fmla="*/ 414338 h 414338"/>
                  <a:gd name="connsiteX1" fmla="*/ 138113 w 1362075"/>
                  <a:gd name="connsiteY1" fmla="*/ 276225 h 414338"/>
                  <a:gd name="connsiteX2" fmla="*/ 538163 w 1362075"/>
                  <a:gd name="connsiteY2" fmla="*/ 276225 h 414338"/>
                  <a:gd name="connsiteX3" fmla="*/ 666751 w 1362075"/>
                  <a:gd name="connsiteY3" fmla="*/ 404813 h 414338"/>
                  <a:gd name="connsiteX4" fmla="*/ 821532 w 1362075"/>
                  <a:gd name="connsiteY4" fmla="*/ 273844 h 414338"/>
                  <a:gd name="connsiteX5" fmla="*/ 950119 w 1362075"/>
                  <a:gd name="connsiteY5" fmla="*/ 407194 h 414338"/>
                  <a:gd name="connsiteX6" fmla="*/ 1362075 w 1362075"/>
                  <a:gd name="connsiteY6" fmla="*/ 0 h 414338"/>
                  <a:gd name="connsiteX0" fmla="*/ 0 w 1362075"/>
                  <a:gd name="connsiteY0" fmla="*/ 414338 h 414338"/>
                  <a:gd name="connsiteX1" fmla="*/ 138113 w 1362075"/>
                  <a:gd name="connsiteY1" fmla="*/ 276225 h 414338"/>
                  <a:gd name="connsiteX2" fmla="*/ 538163 w 1362075"/>
                  <a:gd name="connsiteY2" fmla="*/ 276225 h 414338"/>
                  <a:gd name="connsiteX3" fmla="*/ 673895 w 1362075"/>
                  <a:gd name="connsiteY3" fmla="*/ 409575 h 414338"/>
                  <a:gd name="connsiteX4" fmla="*/ 821532 w 1362075"/>
                  <a:gd name="connsiteY4" fmla="*/ 273844 h 414338"/>
                  <a:gd name="connsiteX5" fmla="*/ 950119 w 1362075"/>
                  <a:gd name="connsiteY5" fmla="*/ 407194 h 414338"/>
                  <a:gd name="connsiteX6" fmla="*/ 1362075 w 1362075"/>
                  <a:gd name="connsiteY6" fmla="*/ 0 h 414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62075" h="414338">
                    <a:moveTo>
                      <a:pt x="0" y="414338"/>
                    </a:moveTo>
                    <a:lnTo>
                      <a:pt x="138113" y="276225"/>
                    </a:lnTo>
                    <a:lnTo>
                      <a:pt x="538163" y="276225"/>
                    </a:lnTo>
                    <a:lnTo>
                      <a:pt x="673895" y="409575"/>
                    </a:lnTo>
                    <a:lnTo>
                      <a:pt x="821532" y="273844"/>
                    </a:lnTo>
                    <a:lnTo>
                      <a:pt x="950119" y="407194"/>
                    </a:lnTo>
                    <a:lnTo>
                      <a:pt x="1362075" y="0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63" name="Freihandform 1663">
                <a:extLst>
                  <a:ext uri="{FF2B5EF4-FFF2-40B4-BE49-F238E27FC236}">
                    <a16:creationId xmlns:a16="http://schemas.microsoft.com/office/drawing/2014/main" id="{5FA8DE0D-5507-4EE1-8E7B-51FC81559D46}"/>
                  </a:ext>
                </a:extLst>
              </p:cNvPr>
              <p:cNvSpPr/>
              <p:nvPr/>
            </p:nvSpPr>
            <p:spPr bwMode="gray">
              <a:xfrm>
                <a:off x="5427516" y="3934888"/>
                <a:ext cx="656133" cy="314030"/>
              </a:xfrm>
              <a:custGeom>
                <a:avLst/>
                <a:gdLst>
                  <a:gd name="connsiteX0" fmla="*/ 0 w 552450"/>
                  <a:gd name="connsiteY0" fmla="*/ 0 h 264319"/>
                  <a:gd name="connsiteX1" fmla="*/ 138113 w 552450"/>
                  <a:gd name="connsiteY1" fmla="*/ 135732 h 264319"/>
                  <a:gd name="connsiteX2" fmla="*/ 278607 w 552450"/>
                  <a:gd name="connsiteY2" fmla="*/ 135732 h 264319"/>
                  <a:gd name="connsiteX3" fmla="*/ 278607 w 552450"/>
                  <a:gd name="connsiteY3" fmla="*/ 264319 h 264319"/>
                  <a:gd name="connsiteX4" fmla="*/ 552450 w 552450"/>
                  <a:gd name="connsiteY4" fmla="*/ 264319 h 2643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2450" h="264319">
                    <a:moveTo>
                      <a:pt x="0" y="0"/>
                    </a:moveTo>
                    <a:lnTo>
                      <a:pt x="138113" y="135732"/>
                    </a:lnTo>
                    <a:lnTo>
                      <a:pt x="278607" y="135732"/>
                    </a:lnTo>
                    <a:lnTo>
                      <a:pt x="278607" y="264319"/>
                    </a:lnTo>
                    <a:lnTo>
                      <a:pt x="552450" y="264319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64" name="Freihandform 1664">
                <a:extLst>
                  <a:ext uri="{FF2B5EF4-FFF2-40B4-BE49-F238E27FC236}">
                    <a16:creationId xmlns:a16="http://schemas.microsoft.com/office/drawing/2014/main" id="{1999DC5B-FDF1-4E3E-B7D1-9ED8659AEC45}"/>
                  </a:ext>
                </a:extLst>
              </p:cNvPr>
              <p:cNvSpPr/>
              <p:nvPr/>
            </p:nvSpPr>
            <p:spPr bwMode="gray">
              <a:xfrm>
                <a:off x="5428938" y="3450412"/>
                <a:ext cx="325239" cy="319687"/>
              </a:xfrm>
              <a:custGeom>
                <a:avLst/>
                <a:gdLst>
                  <a:gd name="connsiteX0" fmla="*/ 0 w 273844"/>
                  <a:gd name="connsiteY0" fmla="*/ 269081 h 269081"/>
                  <a:gd name="connsiteX1" fmla="*/ 142875 w 273844"/>
                  <a:gd name="connsiteY1" fmla="*/ 269081 h 269081"/>
                  <a:gd name="connsiteX2" fmla="*/ 142875 w 273844"/>
                  <a:gd name="connsiteY2" fmla="*/ 133350 h 269081"/>
                  <a:gd name="connsiteX3" fmla="*/ 273844 w 273844"/>
                  <a:gd name="connsiteY3" fmla="*/ 0 h 2690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3844" h="269081">
                    <a:moveTo>
                      <a:pt x="0" y="269081"/>
                    </a:moveTo>
                    <a:lnTo>
                      <a:pt x="142875" y="269081"/>
                    </a:lnTo>
                    <a:lnTo>
                      <a:pt x="142875" y="133350"/>
                    </a:lnTo>
                    <a:lnTo>
                      <a:pt x="273844" y="0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65" name="Freihandform 1665">
                <a:extLst>
                  <a:ext uri="{FF2B5EF4-FFF2-40B4-BE49-F238E27FC236}">
                    <a16:creationId xmlns:a16="http://schemas.microsoft.com/office/drawing/2014/main" id="{BF8E3A47-6B30-4D32-9622-CF2A02AB09E7}"/>
                  </a:ext>
                </a:extLst>
              </p:cNvPr>
              <p:cNvSpPr/>
              <p:nvPr/>
            </p:nvSpPr>
            <p:spPr bwMode="gray">
              <a:xfrm>
                <a:off x="5739781" y="3148273"/>
                <a:ext cx="656133" cy="472459"/>
              </a:xfrm>
              <a:custGeom>
                <a:avLst/>
                <a:gdLst>
                  <a:gd name="connsiteX0" fmla="*/ 0 w 552450"/>
                  <a:gd name="connsiteY0" fmla="*/ 397669 h 397669"/>
                  <a:gd name="connsiteX1" fmla="*/ 290512 w 552450"/>
                  <a:gd name="connsiteY1" fmla="*/ 116681 h 397669"/>
                  <a:gd name="connsiteX2" fmla="*/ 416718 w 552450"/>
                  <a:gd name="connsiteY2" fmla="*/ 116681 h 397669"/>
                  <a:gd name="connsiteX3" fmla="*/ 552450 w 552450"/>
                  <a:gd name="connsiteY3" fmla="*/ 0 h 397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2450" h="397669">
                    <a:moveTo>
                      <a:pt x="0" y="397669"/>
                    </a:moveTo>
                    <a:lnTo>
                      <a:pt x="290512" y="116681"/>
                    </a:lnTo>
                    <a:lnTo>
                      <a:pt x="416718" y="116681"/>
                    </a:lnTo>
                    <a:lnTo>
                      <a:pt x="552450" y="0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66" name="Freihandform 1666">
                <a:extLst>
                  <a:ext uri="{FF2B5EF4-FFF2-40B4-BE49-F238E27FC236}">
                    <a16:creationId xmlns:a16="http://schemas.microsoft.com/office/drawing/2014/main" id="{1E38EE88-9A78-44B2-9283-74B3D8DAD379}"/>
                  </a:ext>
                </a:extLst>
              </p:cNvPr>
              <p:cNvSpPr/>
              <p:nvPr/>
            </p:nvSpPr>
            <p:spPr bwMode="gray">
              <a:xfrm>
                <a:off x="6400401" y="3456069"/>
                <a:ext cx="469475" cy="158429"/>
              </a:xfrm>
              <a:custGeom>
                <a:avLst/>
                <a:gdLst>
                  <a:gd name="connsiteX0" fmla="*/ 0 w 395288"/>
                  <a:gd name="connsiteY0" fmla="*/ 133350 h 133350"/>
                  <a:gd name="connsiteX1" fmla="*/ 135732 w 395288"/>
                  <a:gd name="connsiteY1" fmla="*/ 133350 h 133350"/>
                  <a:gd name="connsiteX2" fmla="*/ 269082 w 395288"/>
                  <a:gd name="connsiteY2" fmla="*/ 0 h 133350"/>
                  <a:gd name="connsiteX3" fmla="*/ 395288 w 395288"/>
                  <a:gd name="connsiteY3" fmla="*/ 0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5288" h="133350">
                    <a:moveTo>
                      <a:pt x="0" y="133350"/>
                    </a:moveTo>
                    <a:lnTo>
                      <a:pt x="135732" y="133350"/>
                    </a:lnTo>
                    <a:lnTo>
                      <a:pt x="269082" y="0"/>
                    </a:lnTo>
                    <a:lnTo>
                      <a:pt x="395288" y="0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67" name="Freihandform 1667">
                <a:extLst>
                  <a:ext uri="{FF2B5EF4-FFF2-40B4-BE49-F238E27FC236}">
                    <a16:creationId xmlns:a16="http://schemas.microsoft.com/office/drawing/2014/main" id="{87AE3FC4-3336-4ADD-ABA8-D1A6DD0C002B}"/>
                  </a:ext>
                </a:extLst>
              </p:cNvPr>
              <p:cNvSpPr/>
              <p:nvPr/>
            </p:nvSpPr>
            <p:spPr bwMode="gray">
              <a:xfrm>
                <a:off x="5913959" y="3772927"/>
                <a:ext cx="964403" cy="319689"/>
              </a:xfrm>
              <a:custGeom>
                <a:avLst/>
                <a:gdLst>
                  <a:gd name="connsiteX0" fmla="*/ 0 w 812007"/>
                  <a:gd name="connsiteY0" fmla="*/ 0 h 269082"/>
                  <a:gd name="connsiteX1" fmla="*/ 150019 w 812007"/>
                  <a:gd name="connsiteY1" fmla="*/ 0 h 269082"/>
                  <a:gd name="connsiteX2" fmla="*/ 273844 w 812007"/>
                  <a:gd name="connsiteY2" fmla="*/ 140494 h 269082"/>
                  <a:gd name="connsiteX3" fmla="*/ 411957 w 812007"/>
                  <a:gd name="connsiteY3" fmla="*/ 140494 h 269082"/>
                  <a:gd name="connsiteX4" fmla="*/ 538163 w 812007"/>
                  <a:gd name="connsiteY4" fmla="*/ 269082 h 269082"/>
                  <a:gd name="connsiteX5" fmla="*/ 812007 w 812007"/>
                  <a:gd name="connsiteY5" fmla="*/ 269082 h 269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12007" h="269082">
                    <a:moveTo>
                      <a:pt x="0" y="0"/>
                    </a:moveTo>
                    <a:lnTo>
                      <a:pt x="150019" y="0"/>
                    </a:lnTo>
                    <a:lnTo>
                      <a:pt x="273844" y="140494"/>
                    </a:lnTo>
                    <a:lnTo>
                      <a:pt x="411957" y="140494"/>
                    </a:lnTo>
                    <a:lnTo>
                      <a:pt x="538163" y="269082"/>
                    </a:lnTo>
                    <a:lnTo>
                      <a:pt x="812007" y="269082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68" name="Freihandform 1668">
                <a:extLst>
                  <a:ext uri="{FF2B5EF4-FFF2-40B4-BE49-F238E27FC236}">
                    <a16:creationId xmlns:a16="http://schemas.microsoft.com/office/drawing/2014/main" id="{AE3FF372-EE84-4354-9690-5925257527E6}"/>
                  </a:ext>
                </a:extLst>
              </p:cNvPr>
              <p:cNvSpPr/>
              <p:nvPr/>
            </p:nvSpPr>
            <p:spPr bwMode="gray">
              <a:xfrm>
                <a:off x="9415219" y="2972295"/>
                <a:ext cx="1111465" cy="322516"/>
              </a:xfrm>
              <a:custGeom>
                <a:avLst/>
                <a:gdLst>
                  <a:gd name="connsiteX0" fmla="*/ 0 w 935831"/>
                  <a:gd name="connsiteY0" fmla="*/ 271462 h 271462"/>
                  <a:gd name="connsiteX1" fmla="*/ 133350 w 935831"/>
                  <a:gd name="connsiteY1" fmla="*/ 130968 h 271462"/>
                  <a:gd name="connsiteX2" fmla="*/ 411956 w 935831"/>
                  <a:gd name="connsiteY2" fmla="*/ 130968 h 271462"/>
                  <a:gd name="connsiteX3" fmla="*/ 535781 w 935831"/>
                  <a:gd name="connsiteY3" fmla="*/ 0 h 271462"/>
                  <a:gd name="connsiteX4" fmla="*/ 671512 w 935831"/>
                  <a:gd name="connsiteY4" fmla="*/ 0 h 271462"/>
                  <a:gd name="connsiteX5" fmla="*/ 807244 w 935831"/>
                  <a:gd name="connsiteY5" fmla="*/ 145256 h 271462"/>
                  <a:gd name="connsiteX6" fmla="*/ 935831 w 935831"/>
                  <a:gd name="connsiteY6" fmla="*/ 4762 h 27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35831" h="271462">
                    <a:moveTo>
                      <a:pt x="0" y="271462"/>
                    </a:moveTo>
                    <a:lnTo>
                      <a:pt x="133350" y="130968"/>
                    </a:lnTo>
                    <a:lnTo>
                      <a:pt x="411956" y="130968"/>
                    </a:lnTo>
                    <a:lnTo>
                      <a:pt x="535781" y="0"/>
                    </a:lnTo>
                    <a:lnTo>
                      <a:pt x="671512" y="0"/>
                    </a:lnTo>
                    <a:lnTo>
                      <a:pt x="807244" y="145256"/>
                    </a:lnTo>
                    <a:lnTo>
                      <a:pt x="935831" y="4762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69" name="Freihandform 1669">
                <a:extLst>
                  <a:ext uri="{FF2B5EF4-FFF2-40B4-BE49-F238E27FC236}">
                    <a16:creationId xmlns:a16="http://schemas.microsoft.com/office/drawing/2014/main" id="{2C06AA3E-23F7-4A44-8ABE-9ACE13712831}"/>
                  </a:ext>
                </a:extLst>
              </p:cNvPr>
              <p:cNvSpPr/>
              <p:nvPr/>
            </p:nvSpPr>
            <p:spPr bwMode="gray">
              <a:xfrm>
                <a:off x="9727484" y="3288324"/>
                <a:ext cx="486443" cy="164087"/>
              </a:xfrm>
              <a:custGeom>
                <a:avLst/>
                <a:gdLst>
                  <a:gd name="connsiteX0" fmla="*/ 0 w 409575"/>
                  <a:gd name="connsiteY0" fmla="*/ 138112 h 138112"/>
                  <a:gd name="connsiteX1" fmla="*/ 140494 w 409575"/>
                  <a:gd name="connsiteY1" fmla="*/ 0 h 138112"/>
                  <a:gd name="connsiteX2" fmla="*/ 409575 w 409575"/>
                  <a:gd name="connsiteY2" fmla="*/ 0 h 13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9575" h="138112">
                    <a:moveTo>
                      <a:pt x="0" y="138112"/>
                    </a:moveTo>
                    <a:lnTo>
                      <a:pt x="140494" y="0"/>
                    </a:lnTo>
                    <a:lnTo>
                      <a:pt x="409575" y="0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70" name="Freihandform 1670">
                <a:extLst>
                  <a:ext uri="{FF2B5EF4-FFF2-40B4-BE49-F238E27FC236}">
                    <a16:creationId xmlns:a16="http://schemas.microsoft.com/office/drawing/2014/main" id="{9B34EAA9-EC4A-42C4-ABB3-9B57E9F3E089}"/>
                  </a:ext>
                </a:extLst>
              </p:cNvPr>
              <p:cNvSpPr/>
              <p:nvPr/>
            </p:nvSpPr>
            <p:spPr bwMode="gray">
              <a:xfrm>
                <a:off x="7982409" y="4086128"/>
                <a:ext cx="2081524" cy="489434"/>
              </a:xfrm>
              <a:custGeom>
                <a:avLst/>
                <a:gdLst>
                  <a:gd name="connsiteX0" fmla="*/ 0 w 1752600"/>
                  <a:gd name="connsiteY0" fmla="*/ 138113 h 411957"/>
                  <a:gd name="connsiteX1" fmla="*/ 145256 w 1752600"/>
                  <a:gd name="connsiteY1" fmla="*/ 271463 h 411957"/>
                  <a:gd name="connsiteX2" fmla="*/ 400050 w 1752600"/>
                  <a:gd name="connsiteY2" fmla="*/ 0 h 411957"/>
                  <a:gd name="connsiteX3" fmla="*/ 804862 w 1752600"/>
                  <a:gd name="connsiteY3" fmla="*/ 0 h 411957"/>
                  <a:gd name="connsiteX4" fmla="*/ 938212 w 1752600"/>
                  <a:gd name="connsiteY4" fmla="*/ 140494 h 411957"/>
                  <a:gd name="connsiteX5" fmla="*/ 1202531 w 1752600"/>
                  <a:gd name="connsiteY5" fmla="*/ 140494 h 411957"/>
                  <a:gd name="connsiteX6" fmla="*/ 1335881 w 1752600"/>
                  <a:gd name="connsiteY6" fmla="*/ 273844 h 411957"/>
                  <a:gd name="connsiteX7" fmla="*/ 1469231 w 1752600"/>
                  <a:gd name="connsiteY7" fmla="*/ 130969 h 411957"/>
                  <a:gd name="connsiteX8" fmla="*/ 1752600 w 1752600"/>
                  <a:gd name="connsiteY8" fmla="*/ 411957 h 411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52600" h="411957">
                    <a:moveTo>
                      <a:pt x="0" y="138113"/>
                    </a:moveTo>
                    <a:lnTo>
                      <a:pt x="145256" y="271463"/>
                    </a:lnTo>
                    <a:lnTo>
                      <a:pt x="400050" y="0"/>
                    </a:lnTo>
                    <a:lnTo>
                      <a:pt x="804862" y="0"/>
                    </a:lnTo>
                    <a:lnTo>
                      <a:pt x="938212" y="140494"/>
                    </a:lnTo>
                    <a:lnTo>
                      <a:pt x="1202531" y="140494"/>
                    </a:lnTo>
                    <a:lnTo>
                      <a:pt x="1335881" y="273844"/>
                    </a:lnTo>
                    <a:lnTo>
                      <a:pt x="1469231" y="130969"/>
                    </a:lnTo>
                    <a:lnTo>
                      <a:pt x="1752600" y="411957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71" name="Freihandform 1671">
                <a:extLst>
                  <a:ext uri="{FF2B5EF4-FFF2-40B4-BE49-F238E27FC236}">
                    <a16:creationId xmlns:a16="http://schemas.microsoft.com/office/drawing/2014/main" id="{F8B2E6A0-6C62-4A89-B455-E45B2AF59998}"/>
                  </a:ext>
                </a:extLst>
              </p:cNvPr>
              <p:cNvSpPr/>
              <p:nvPr/>
            </p:nvSpPr>
            <p:spPr bwMode="gray">
              <a:xfrm>
                <a:off x="9729145" y="4086957"/>
                <a:ext cx="653303" cy="169745"/>
              </a:xfrm>
              <a:custGeom>
                <a:avLst/>
                <a:gdLst>
                  <a:gd name="connsiteX0" fmla="*/ 0 w 550068"/>
                  <a:gd name="connsiteY0" fmla="*/ 0 h 142875"/>
                  <a:gd name="connsiteX1" fmla="*/ 278606 w 550068"/>
                  <a:gd name="connsiteY1" fmla="*/ 0 h 142875"/>
                  <a:gd name="connsiteX2" fmla="*/ 402431 w 550068"/>
                  <a:gd name="connsiteY2" fmla="*/ 142875 h 142875"/>
                  <a:gd name="connsiteX3" fmla="*/ 550068 w 550068"/>
                  <a:gd name="connsiteY3" fmla="*/ 142875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0068" h="142875">
                    <a:moveTo>
                      <a:pt x="0" y="0"/>
                    </a:moveTo>
                    <a:lnTo>
                      <a:pt x="278606" y="0"/>
                    </a:lnTo>
                    <a:lnTo>
                      <a:pt x="402431" y="142875"/>
                    </a:lnTo>
                    <a:lnTo>
                      <a:pt x="550068" y="142875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72" name="Freihandform 1672">
                <a:extLst>
                  <a:ext uri="{FF2B5EF4-FFF2-40B4-BE49-F238E27FC236}">
                    <a16:creationId xmlns:a16="http://schemas.microsoft.com/office/drawing/2014/main" id="{C89FD269-146A-44F0-9275-859116363BE7}"/>
                  </a:ext>
                </a:extLst>
              </p:cNvPr>
              <p:cNvSpPr/>
              <p:nvPr/>
            </p:nvSpPr>
            <p:spPr bwMode="gray">
              <a:xfrm>
                <a:off x="10685061" y="3142041"/>
                <a:ext cx="967231" cy="469629"/>
              </a:xfrm>
              <a:custGeom>
                <a:avLst/>
                <a:gdLst>
                  <a:gd name="connsiteX0" fmla="*/ 0 w 814388"/>
                  <a:gd name="connsiteY0" fmla="*/ 0 h 395287"/>
                  <a:gd name="connsiteX1" fmla="*/ 135731 w 814388"/>
                  <a:gd name="connsiteY1" fmla="*/ 130968 h 395287"/>
                  <a:gd name="connsiteX2" fmla="*/ 273844 w 814388"/>
                  <a:gd name="connsiteY2" fmla="*/ 130968 h 395287"/>
                  <a:gd name="connsiteX3" fmla="*/ 538163 w 814388"/>
                  <a:gd name="connsiteY3" fmla="*/ 395287 h 395287"/>
                  <a:gd name="connsiteX4" fmla="*/ 814388 w 814388"/>
                  <a:gd name="connsiteY4" fmla="*/ 395287 h 395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4388" h="395287">
                    <a:moveTo>
                      <a:pt x="0" y="0"/>
                    </a:moveTo>
                    <a:lnTo>
                      <a:pt x="135731" y="130968"/>
                    </a:lnTo>
                    <a:lnTo>
                      <a:pt x="273844" y="130968"/>
                    </a:lnTo>
                    <a:lnTo>
                      <a:pt x="538163" y="395287"/>
                    </a:lnTo>
                    <a:lnTo>
                      <a:pt x="814388" y="395287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73" name="Freihandform 1673">
                <a:extLst>
                  <a:ext uri="{FF2B5EF4-FFF2-40B4-BE49-F238E27FC236}">
                    <a16:creationId xmlns:a16="http://schemas.microsoft.com/office/drawing/2014/main" id="{6B2DB23E-5978-4136-848F-B1C6B2012763}"/>
                  </a:ext>
                </a:extLst>
              </p:cNvPr>
              <p:cNvSpPr/>
              <p:nvPr/>
            </p:nvSpPr>
            <p:spPr bwMode="gray">
              <a:xfrm>
                <a:off x="10834953" y="3934187"/>
                <a:ext cx="822994" cy="472458"/>
              </a:xfrm>
              <a:custGeom>
                <a:avLst/>
                <a:gdLst>
                  <a:gd name="connsiteX0" fmla="*/ 0 w 692944"/>
                  <a:gd name="connsiteY0" fmla="*/ 397668 h 397668"/>
                  <a:gd name="connsiteX1" fmla="*/ 145257 w 692944"/>
                  <a:gd name="connsiteY1" fmla="*/ 397668 h 397668"/>
                  <a:gd name="connsiteX2" fmla="*/ 542925 w 692944"/>
                  <a:gd name="connsiteY2" fmla="*/ 0 h 397668"/>
                  <a:gd name="connsiteX3" fmla="*/ 692944 w 692944"/>
                  <a:gd name="connsiteY3" fmla="*/ 0 h 397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92944" h="397668">
                    <a:moveTo>
                      <a:pt x="0" y="397668"/>
                    </a:moveTo>
                    <a:lnTo>
                      <a:pt x="145257" y="397668"/>
                    </a:lnTo>
                    <a:lnTo>
                      <a:pt x="542925" y="0"/>
                    </a:lnTo>
                    <a:lnTo>
                      <a:pt x="692944" y="0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74" name="Freihandform 1674">
                <a:extLst>
                  <a:ext uri="{FF2B5EF4-FFF2-40B4-BE49-F238E27FC236}">
                    <a16:creationId xmlns:a16="http://schemas.microsoft.com/office/drawing/2014/main" id="{FE1DF108-0B39-4734-B91A-C0A50324AC57}"/>
                  </a:ext>
                </a:extLst>
              </p:cNvPr>
              <p:cNvSpPr/>
              <p:nvPr/>
            </p:nvSpPr>
            <p:spPr bwMode="gray">
              <a:xfrm>
                <a:off x="10843438" y="3614498"/>
                <a:ext cx="483615" cy="164088"/>
              </a:xfrm>
              <a:custGeom>
                <a:avLst/>
                <a:gdLst>
                  <a:gd name="connsiteX0" fmla="*/ 0 w 407194"/>
                  <a:gd name="connsiteY0" fmla="*/ 0 h 138113"/>
                  <a:gd name="connsiteX1" fmla="*/ 133350 w 407194"/>
                  <a:gd name="connsiteY1" fmla="*/ 0 h 138113"/>
                  <a:gd name="connsiteX2" fmla="*/ 271463 w 407194"/>
                  <a:gd name="connsiteY2" fmla="*/ 138113 h 138113"/>
                  <a:gd name="connsiteX3" fmla="*/ 407194 w 407194"/>
                  <a:gd name="connsiteY3" fmla="*/ 138113 h 1381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7194" h="138113">
                    <a:moveTo>
                      <a:pt x="0" y="0"/>
                    </a:moveTo>
                    <a:lnTo>
                      <a:pt x="133350" y="0"/>
                    </a:lnTo>
                    <a:lnTo>
                      <a:pt x="271463" y="138113"/>
                    </a:lnTo>
                    <a:lnTo>
                      <a:pt x="407194" y="138113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75" name="Freihandform 1675">
                <a:extLst>
                  <a:ext uri="{FF2B5EF4-FFF2-40B4-BE49-F238E27FC236}">
                    <a16:creationId xmlns:a16="http://schemas.microsoft.com/office/drawing/2014/main" id="{6BA6087A-D9D7-4E9F-B466-25E90F7760F8}"/>
                  </a:ext>
                </a:extLst>
              </p:cNvPr>
              <p:cNvSpPr/>
              <p:nvPr/>
            </p:nvSpPr>
            <p:spPr bwMode="gray">
              <a:xfrm>
                <a:off x="11171504" y="3770097"/>
                <a:ext cx="311098" cy="161259"/>
              </a:xfrm>
              <a:custGeom>
                <a:avLst/>
                <a:gdLst>
                  <a:gd name="connsiteX0" fmla="*/ 0 w 261938"/>
                  <a:gd name="connsiteY0" fmla="*/ 135732 h 135732"/>
                  <a:gd name="connsiteX1" fmla="*/ 126206 w 261938"/>
                  <a:gd name="connsiteY1" fmla="*/ 135732 h 135732"/>
                  <a:gd name="connsiteX2" fmla="*/ 261938 w 261938"/>
                  <a:gd name="connsiteY2" fmla="*/ 0 h 135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1938" h="135732">
                    <a:moveTo>
                      <a:pt x="0" y="135732"/>
                    </a:moveTo>
                    <a:lnTo>
                      <a:pt x="126206" y="135732"/>
                    </a:lnTo>
                    <a:lnTo>
                      <a:pt x="261938" y="0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76" name="Freihandform 1676">
                <a:extLst>
                  <a:ext uri="{FF2B5EF4-FFF2-40B4-BE49-F238E27FC236}">
                    <a16:creationId xmlns:a16="http://schemas.microsoft.com/office/drawing/2014/main" id="{C10F1F9D-73E6-4505-9675-E8BCCA3D3E23}"/>
                  </a:ext>
                </a:extLst>
              </p:cNvPr>
              <p:cNvSpPr/>
              <p:nvPr/>
            </p:nvSpPr>
            <p:spPr bwMode="gray">
              <a:xfrm>
                <a:off x="7027311" y="3611670"/>
                <a:ext cx="478901" cy="147113"/>
              </a:xfrm>
              <a:custGeom>
                <a:avLst/>
                <a:gdLst>
                  <a:gd name="connsiteX0" fmla="*/ 0 w 403225"/>
                  <a:gd name="connsiteY0" fmla="*/ 0 h 123825"/>
                  <a:gd name="connsiteX1" fmla="*/ 279400 w 403225"/>
                  <a:gd name="connsiteY1" fmla="*/ 0 h 123825"/>
                  <a:gd name="connsiteX2" fmla="*/ 403225 w 403225"/>
                  <a:gd name="connsiteY2" fmla="*/ 123825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225" h="123825">
                    <a:moveTo>
                      <a:pt x="0" y="0"/>
                    </a:moveTo>
                    <a:lnTo>
                      <a:pt x="279400" y="0"/>
                    </a:lnTo>
                    <a:lnTo>
                      <a:pt x="403225" y="123825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1000" b="1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1" name="Ellipse 972">
              <a:extLst>
                <a:ext uri="{FF2B5EF4-FFF2-40B4-BE49-F238E27FC236}">
                  <a16:creationId xmlns:a16="http://schemas.microsoft.com/office/drawing/2014/main" id="{E9D76400-D386-425A-BA5B-FDD5CB8D763C}"/>
                </a:ext>
              </a:extLst>
            </p:cNvPr>
            <p:cNvSpPr/>
            <p:nvPr/>
          </p:nvSpPr>
          <p:spPr bwMode="gray">
            <a:xfrm flipV="1">
              <a:off x="8053160" y="255782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" name="Ellipse 973">
              <a:extLst>
                <a:ext uri="{FF2B5EF4-FFF2-40B4-BE49-F238E27FC236}">
                  <a16:creationId xmlns:a16="http://schemas.microsoft.com/office/drawing/2014/main" id="{0BD4F74D-1C71-4F7C-B04A-E180F634C656}"/>
                </a:ext>
              </a:extLst>
            </p:cNvPr>
            <p:cNvSpPr/>
            <p:nvPr/>
          </p:nvSpPr>
          <p:spPr bwMode="gray">
            <a:xfrm flipV="1">
              <a:off x="7950749" y="255782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" name="Ellipse 974">
              <a:extLst>
                <a:ext uri="{FF2B5EF4-FFF2-40B4-BE49-F238E27FC236}">
                  <a16:creationId xmlns:a16="http://schemas.microsoft.com/office/drawing/2014/main" id="{A11A65CB-1DD7-456C-A203-385D617C3322}"/>
                </a:ext>
              </a:extLst>
            </p:cNvPr>
            <p:cNvSpPr/>
            <p:nvPr/>
          </p:nvSpPr>
          <p:spPr bwMode="gray">
            <a:xfrm flipV="1">
              <a:off x="7441978" y="255782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4" name="Ellipse 975">
              <a:extLst>
                <a:ext uri="{FF2B5EF4-FFF2-40B4-BE49-F238E27FC236}">
                  <a16:creationId xmlns:a16="http://schemas.microsoft.com/office/drawing/2014/main" id="{CC730F00-A78C-4200-9984-B1EED6ED9B22}"/>
                </a:ext>
              </a:extLst>
            </p:cNvPr>
            <p:cNvSpPr/>
            <p:nvPr/>
          </p:nvSpPr>
          <p:spPr bwMode="gray">
            <a:xfrm flipV="1">
              <a:off x="7344594" y="255782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5" name="Ellipse 976">
              <a:extLst>
                <a:ext uri="{FF2B5EF4-FFF2-40B4-BE49-F238E27FC236}">
                  <a16:creationId xmlns:a16="http://schemas.microsoft.com/office/drawing/2014/main" id="{B20DB600-C90E-42AE-A0D5-4ED28928B0D2}"/>
                </a:ext>
              </a:extLst>
            </p:cNvPr>
            <p:cNvSpPr/>
            <p:nvPr/>
          </p:nvSpPr>
          <p:spPr bwMode="gray">
            <a:xfrm flipV="1">
              <a:off x="9778750" y="255782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6" name="Ellipse 977">
              <a:extLst>
                <a:ext uri="{FF2B5EF4-FFF2-40B4-BE49-F238E27FC236}">
                  <a16:creationId xmlns:a16="http://schemas.microsoft.com/office/drawing/2014/main" id="{587F35D9-859A-426D-B1AD-6B4E958EBAD0}"/>
                </a:ext>
              </a:extLst>
            </p:cNvPr>
            <p:cNvSpPr/>
            <p:nvPr/>
          </p:nvSpPr>
          <p:spPr bwMode="gray">
            <a:xfrm flipV="1">
              <a:off x="10185459" y="245324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7" name="Ellipse 978">
              <a:extLst>
                <a:ext uri="{FF2B5EF4-FFF2-40B4-BE49-F238E27FC236}">
                  <a16:creationId xmlns:a16="http://schemas.microsoft.com/office/drawing/2014/main" id="{047C29EE-5794-4794-9637-B6DC2D3A4AFE}"/>
                </a:ext>
              </a:extLst>
            </p:cNvPr>
            <p:cNvSpPr/>
            <p:nvPr/>
          </p:nvSpPr>
          <p:spPr bwMode="gray">
            <a:xfrm flipV="1">
              <a:off x="10185459" y="2135502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8" name="Ellipse 979">
              <a:extLst>
                <a:ext uri="{FF2B5EF4-FFF2-40B4-BE49-F238E27FC236}">
                  <a16:creationId xmlns:a16="http://schemas.microsoft.com/office/drawing/2014/main" id="{6B0F4CAC-6F86-4443-B885-97C063F3FE83}"/>
                </a:ext>
              </a:extLst>
            </p:cNvPr>
            <p:cNvSpPr/>
            <p:nvPr/>
          </p:nvSpPr>
          <p:spPr bwMode="gray">
            <a:xfrm flipV="1">
              <a:off x="10185459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9" name="Ellipse 980">
              <a:extLst>
                <a:ext uri="{FF2B5EF4-FFF2-40B4-BE49-F238E27FC236}">
                  <a16:creationId xmlns:a16="http://schemas.microsoft.com/office/drawing/2014/main" id="{C61BC5C7-D6B0-4523-B13A-A1F5A8C0E658}"/>
                </a:ext>
              </a:extLst>
            </p:cNvPr>
            <p:cNvSpPr/>
            <p:nvPr/>
          </p:nvSpPr>
          <p:spPr bwMode="gray">
            <a:xfrm flipV="1">
              <a:off x="10185459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0" name="Ellipse 981">
              <a:extLst>
                <a:ext uri="{FF2B5EF4-FFF2-40B4-BE49-F238E27FC236}">
                  <a16:creationId xmlns:a16="http://schemas.microsoft.com/office/drawing/2014/main" id="{27AAC97D-064E-433F-8604-77F925D1BC77}"/>
                </a:ext>
              </a:extLst>
            </p:cNvPr>
            <p:cNvSpPr/>
            <p:nvPr/>
          </p:nvSpPr>
          <p:spPr bwMode="gray">
            <a:xfrm flipV="1">
              <a:off x="10286625" y="245324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1" name="Ellipse 982">
              <a:extLst>
                <a:ext uri="{FF2B5EF4-FFF2-40B4-BE49-F238E27FC236}">
                  <a16:creationId xmlns:a16="http://schemas.microsoft.com/office/drawing/2014/main" id="{08BFE3EF-7169-4B28-83F5-0F4469A85CA2}"/>
                </a:ext>
              </a:extLst>
            </p:cNvPr>
            <p:cNvSpPr/>
            <p:nvPr/>
          </p:nvSpPr>
          <p:spPr bwMode="gray">
            <a:xfrm flipV="1">
              <a:off x="10385977" y="245324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2" name="Ellipse 983">
              <a:extLst>
                <a:ext uri="{FF2B5EF4-FFF2-40B4-BE49-F238E27FC236}">
                  <a16:creationId xmlns:a16="http://schemas.microsoft.com/office/drawing/2014/main" id="{D697DA9C-9898-4018-8481-5C725C9B637E}"/>
                </a:ext>
              </a:extLst>
            </p:cNvPr>
            <p:cNvSpPr/>
            <p:nvPr/>
          </p:nvSpPr>
          <p:spPr bwMode="gray">
            <a:xfrm flipV="1">
              <a:off x="10286625" y="224145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3" name="Ellipse 984">
              <a:extLst>
                <a:ext uri="{FF2B5EF4-FFF2-40B4-BE49-F238E27FC236}">
                  <a16:creationId xmlns:a16="http://schemas.microsoft.com/office/drawing/2014/main" id="{56D4FFED-4BD7-4442-B0A0-0F74900CE076}"/>
                </a:ext>
              </a:extLst>
            </p:cNvPr>
            <p:cNvSpPr/>
            <p:nvPr/>
          </p:nvSpPr>
          <p:spPr bwMode="gray">
            <a:xfrm flipV="1">
              <a:off x="10385977" y="2347090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4" name="Ellipse 985">
              <a:extLst>
                <a:ext uri="{FF2B5EF4-FFF2-40B4-BE49-F238E27FC236}">
                  <a16:creationId xmlns:a16="http://schemas.microsoft.com/office/drawing/2014/main" id="{F2474FA2-01C3-4142-A46A-0BD63FCAFED0}"/>
                </a:ext>
              </a:extLst>
            </p:cNvPr>
            <p:cNvSpPr/>
            <p:nvPr/>
          </p:nvSpPr>
          <p:spPr bwMode="gray">
            <a:xfrm flipV="1">
              <a:off x="10385977" y="224145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5" name="Ellipse 986">
              <a:extLst>
                <a:ext uri="{FF2B5EF4-FFF2-40B4-BE49-F238E27FC236}">
                  <a16:creationId xmlns:a16="http://schemas.microsoft.com/office/drawing/2014/main" id="{B8CCDA7D-7C11-4C3A-A28E-BBEA72EDA626}"/>
                </a:ext>
              </a:extLst>
            </p:cNvPr>
            <p:cNvSpPr/>
            <p:nvPr/>
          </p:nvSpPr>
          <p:spPr bwMode="gray">
            <a:xfrm flipV="1">
              <a:off x="10084935" y="2347090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6" name="Ellipse 987">
              <a:extLst>
                <a:ext uri="{FF2B5EF4-FFF2-40B4-BE49-F238E27FC236}">
                  <a16:creationId xmlns:a16="http://schemas.microsoft.com/office/drawing/2014/main" id="{789F1795-B762-4C1F-B663-AA94C35113AE}"/>
                </a:ext>
              </a:extLst>
            </p:cNvPr>
            <p:cNvSpPr/>
            <p:nvPr/>
          </p:nvSpPr>
          <p:spPr bwMode="gray">
            <a:xfrm flipV="1">
              <a:off x="10084935" y="224145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7" name="Ellipse 988">
              <a:extLst>
                <a:ext uri="{FF2B5EF4-FFF2-40B4-BE49-F238E27FC236}">
                  <a16:creationId xmlns:a16="http://schemas.microsoft.com/office/drawing/2014/main" id="{E82DF025-CF91-4222-8C12-29721574668D}"/>
                </a:ext>
              </a:extLst>
            </p:cNvPr>
            <p:cNvSpPr/>
            <p:nvPr/>
          </p:nvSpPr>
          <p:spPr bwMode="gray">
            <a:xfrm flipV="1">
              <a:off x="10084935" y="2135502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8" name="Ellipse 989">
              <a:extLst>
                <a:ext uri="{FF2B5EF4-FFF2-40B4-BE49-F238E27FC236}">
                  <a16:creationId xmlns:a16="http://schemas.microsoft.com/office/drawing/2014/main" id="{57BE50B3-267E-4D1D-8D7C-9F0918B35E0A}"/>
                </a:ext>
              </a:extLst>
            </p:cNvPr>
            <p:cNvSpPr/>
            <p:nvPr/>
          </p:nvSpPr>
          <p:spPr bwMode="gray">
            <a:xfrm flipV="1">
              <a:off x="10691133" y="224145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9" name="Ellipse 990">
              <a:extLst>
                <a:ext uri="{FF2B5EF4-FFF2-40B4-BE49-F238E27FC236}">
                  <a16:creationId xmlns:a16="http://schemas.microsoft.com/office/drawing/2014/main" id="{9338E838-0DAF-4768-A627-2647433E8552}"/>
                </a:ext>
              </a:extLst>
            </p:cNvPr>
            <p:cNvSpPr/>
            <p:nvPr/>
          </p:nvSpPr>
          <p:spPr bwMode="gray">
            <a:xfrm flipV="1">
              <a:off x="10691133" y="2135502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30" name="Ellipse 991">
              <a:extLst>
                <a:ext uri="{FF2B5EF4-FFF2-40B4-BE49-F238E27FC236}">
                  <a16:creationId xmlns:a16="http://schemas.microsoft.com/office/drawing/2014/main" id="{F2DD866E-FD31-4AF2-84D1-5C3F59D7AC79}"/>
                </a:ext>
              </a:extLst>
            </p:cNvPr>
            <p:cNvSpPr/>
            <p:nvPr/>
          </p:nvSpPr>
          <p:spPr bwMode="gray">
            <a:xfrm flipV="1">
              <a:off x="10593948" y="2135502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31" name="Ellipse 992">
              <a:extLst>
                <a:ext uri="{FF2B5EF4-FFF2-40B4-BE49-F238E27FC236}">
                  <a16:creationId xmlns:a16="http://schemas.microsoft.com/office/drawing/2014/main" id="{7242C940-B266-4CE0-A2C1-EA85F9AA9B39}"/>
                </a:ext>
              </a:extLst>
            </p:cNvPr>
            <p:cNvSpPr/>
            <p:nvPr/>
          </p:nvSpPr>
          <p:spPr bwMode="gray">
            <a:xfrm flipV="1">
              <a:off x="10691133" y="192322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32" name="Ellipse 993">
              <a:extLst>
                <a:ext uri="{FF2B5EF4-FFF2-40B4-BE49-F238E27FC236}">
                  <a16:creationId xmlns:a16="http://schemas.microsoft.com/office/drawing/2014/main" id="{CDC24DCB-D70A-4EE1-9E09-C26C7C9CF2AF}"/>
                </a:ext>
              </a:extLst>
            </p:cNvPr>
            <p:cNvSpPr/>
            <p:nvPr/>
          </p:nvSpPr>
          <p:spPr bwMode="gray">
            <a:xfrm flipV="1">
              <a:off x="10691133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33" name="Ellipse 994">
              <a:extLst>
                <a:ext uri="{FF2B5EF4-FFF2-40B4-BE49-F238E27FC236}">
                  <a16:creationId xmlns:a16="http://schemas.microsoft.com/office/drawing/2014/main" id="{8C9559E7-180B-4D80-876A-CE0ADDCC70C3}"/>
                </a:ext>
              </a:extLst>
            </p:cNvPr>
            <p:cNvSpPr/>
            <p:nvPr/>
          </p:nvSpPr>
          <p:spPr bwMode="gray">
            <a:xfrm flipV="1">
              <a:off x="10691133" y="170790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34" name="Ellipse 995">
              <a:extLst>
                <a:ext uri="{FF2B5EF4-FFF2-40B4-BE49-F238E27FC236}">
                  <a16:creationId xmlns:a16="http://schemas.microsoft.com/office/drawing/2014/main" id="{789E7C80-463E-4BCE-A9D0-AE8FD0658EC7}"/>
                </a:ext>
              </a:extLst>
            </p:cNvPr>
            <p:cNvSpPr/>
            <p:nvPr/>
          </p:nvSpPr>
          <p:spPr bwMode="gray">
            <a:xfrm flipV="1">
              <a:off x="9883804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35" name="Ellipse 996">
              <a:extLst>
                <a:ext uri="{FF2B5EF4-FFF2-40B4-BE49-F238E27FC236}">
                  <a16:creationId xmlns:a16="http://schemas.microsoft.com/office/drawing/2014/main" id="{630E8518-C9FB-46BC-A6E6-B5A650A2FE59}"/>
                </a:ext>
              </a:extLst>
            </p:cNvPr>
            <p:cNvSpPr/>
            <p:nvPr/>
          </p:nvSpPr>
          <p:spPr bwMode="gray">
            <a:xfrm flipV="1">
              <a:off x="9778750" y="160243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36" name="Ellipse 997">
              <a:extLst>
                <a:ext uri="{FF2B5EF4-FFF2-40B4-BE49-F238E27FC236}">
                  <a16:creationId xmlns:a16="http://schemas.microsoft.com/office/drawing/2014/main" id="{BA541FE0-49F8-4DDC-9ECF-8066C5C84CF5}"/>
                </a:ext>
              </a:extLst>
            </p:cNvPr>
            <p:cNvSpPr/>
            <p:nvPr/>
          </p:nvSpPr>
          <p:spPr bwMode="gray">
            <a:xfrm flipV="1">
              <a:off x="9676998" y="160243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37" name="Ellipse 998">
              <a:extLst>
                <a:ext uri="{FF2B5EF4-FFF2-40B4-BE49-F238E27FC236}">
                  <a16:creationId xmlns:a16="http://schemas.microsoft.com/office/drawing/2014/main" id="{38CB13ED-5027-4AB6-B65F-F74B09502ADC}"/>
                </a:ext>
              </a:extLst>
            </p:cNvPr>
            <p:cNvSpPr/>
            <p:nvPr/>
          </p:nvSpPr>
          <p:spPr bwMode="gray">
            <a:xfrm flipV="1">
              <a:off x="10593948" y="170790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38" name="Ellipse 999">
              <a:extLst>
                <a:ext uri="{FF2B5EF4-FFF2-40B4-BE49-F238E27FC236}">
                  <a16:creationId xmlns:a16="http://schemas.microsoft.com/office/drawing/2014/main" id="{83B6C3B6-A9E7-4F96-8FB2-408261BDD943}"/>
                </a:ext>
              </a:extLst>
            </p:cNvPr>
            <p:cNvSpPr/>
            <p:nvPr/>
          </p:nvSpPr>
          <p:spPr bwMode="gray">
            <a:xfrm flipV="1">
              <a:off x="10593948" y="1816026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39" name="Ellipse 1000">
              <a:extLst>
                <a:ext uri="{FF2B5EF4-FFF2-40B4-BE49-F238E27FC236}">
                  <a16:creationId xmlns:a16="http://schemas.microsoft.com/office/drawing/2014/main" id="{640C66A0-C36F-4C80-B54E-04667CD26E6F}"/>
                </a:ext>
              </a:extLst>
            </p:cNvPr>
            <p:cNvSpPr/>
            <p:nvPr/>
          </p:nvSpPr>
          <p:spPr bwMode="gray">
            <a:xfrm flipV="1">
              <a:off x="10385977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0" name="Ellipse 1001">
              <a:extLst>
                <a:ext uri="{FF2B5EF4-FFF2-40B4-BE49-F238E27FC236}">
                  <a16:creationId xmlns:a16="http://schemas.microsoft.com/office/drawing/2014/main" id="{D36F0622-2651-43A4-BF09-050F841B0B45}"/>
                </a:ext>
              </a:extLst>
            </p:cNvPr>
            <p:cNvSpPr/>
            <p:nvPr/>
          </p:nvSpPr>
          <p:spPr bwMode="gray">
            <a:xfrm flipV="1">
              <a:off x="10490310" y="2135502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1" name="Ellipse 1002">
              <a:extLst>
                <a:ext uri="{FF2B5EF4-FFF2-40B4-BE49-F238E27FC236}">
                  <a16:creationId xmlns:a16="http://schemas.microsoft.com/office/drawing/2014/main" id="{DA350363-6BCA-4955-AB17-184AD23A4173}"/>
                </a:ext>
              </a:extLst>
            </p:cNvPr>
            <p:cNvSpPr/>
            <p:nvPr/>
          </p:nvSpPr>
          <p:spPr bwMode="gray">
            <a:xfrm flipV="1">
              <a:off x="10490310" y="202859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2" name="Ellipse 1003">
              <a:extLst>
                <a:ext uri="{FF2B5EF4-FFF2-40B4-BE49-F238E27FC236}">
                  <a16:creationId xmlns:a16="http://schemas.microsoft.com/office/drawing/2014/main" id="{E41D7462-6664-4425-990F-9EA5B7E65295}"/>
                </a:ext>
              </a:extLst>
            </p:cNvPr>
            <p:cNvSpPr/>
            <p:nvPr/>
          </p:nvSpPr>
          <p:spPr bwMode="gray">
            <a:xfrm flipV="1">
              <a:off x="10490310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3" name="Ellipse 1004">
              <a:extLst>
                <a:ext uri="{FF2B5EF4-FFF2-40B4-BE49-F238E27FC236}">
                  <a16:creationId xmlns:a16="http://schemas.microsoft.com/office/drawing/2014/main" id="{D5F37A29-D18C-4904-B31F-2650605CF670}"/>
                </a:ext>
              </a:extLst>
            </p:cNvPr>
            <p:cNvSpPr/>
            <p:nvPr/>
          </p:nvSpPr>
          <p:spPr bwMode="gray">
            <a:xfrm flipV="1">
              <a:off x="9778750" y="170790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4" name="Ellipse 1005">
              <a:extLst>
                <a:ext uri="{FF2B5EF4-FFF2-40B4-BE49-F238E27FC236}">
                  <a16:creationId xmlns:a16="http://schemas.microsoft.com/office/drawing/2014/main" id="{A484D274-B047-4A4A-9912-1F7A4B47DEF9}"/>
                </a:ext>
              </a:extLst>
            </p:cNvPr>
            <p:cNvSpPr/>
            <p:nvPr/>
          </p:nvSpPr>
          <p:spPr bwMode="gray">
            <a:xfrm flipV="1">
              <a:off x="9883804" y="170790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5" name="Ellipse 1006">
              <a:extLst>
                <a:ext uri="{FF2B5EF4-FFF2-40B4-BE49-F238E27FC236}">
                  <a16:creationId xmlns:a16="http://schemas.microsoft.com/office/drawing/2014/main" id="{500961EB-66F5-4D05-A735-B4E730544A46}"/>
                </a:ext>
              </a:extLst>
            </p:cNvPr>
            <p:cNvSpPr/>
            <p:nvPr/>
          </p:nvSpPr>
          <p:spPr bwMode="gray">
            <a:xfrm flipV="1">
              <a:off x="9979215" y="170790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Ellipse 1007">
              <a:extLst>
                <a:ext uri="{FF2B5EF4-FFF2-40B4-BE49-F238E27FC236}">
                  <a16:creationId xmlns:a16="http://schemas.microsoft.com/office/drawing/2014/main" id="{A124F5D3-0E29-45B8-B4BA-DA29916FCF1F}"/>
                </a:ext>
              </a:extLst>
            </p:cNvPr>
            <p:cNvSpPr/>
            <p:nvPr/>
          </p:nvSpPr>
          <p:spPr bwMode="gray">
            <a:xfrm flipV="1">
              <a:off x="9979215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Ellipse 1008">
              <a:extLst>
                <a:ext uri="{FF2B5EF4-FFF2-40B4-BE49-F238E27FC236}">
                  <a16:creationId xmlns:a16="http://schemas.microsoft.com/office/drawing/2014/main" id="{BC48A237-4AF4-4B2E-AFAD-958386197359}"/>
                </a:ext>
              </a:extLst>
            </p:cNvPr>
            <p:cNvSpPr/>
            <p:nvPr/>
          </p:nvSpPr>
          <p:spPr bwMode="gray">
            <a:xfrm flipV="1">
              <a:off x="9979215" y="192322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8" name="Ellipse 1009">
              <a:extLst>
                <a:ext uri="{FF2B5EF4-FFF2-40B4-BE49-F238E27FC236}">
                  <a16:creationId xmlns:a16="http://schemas.microsoft.com/office/drawing/2014/main" id="{C8703EE2-683F-4700-86AB-C19395177FFC}"/>
                </a:ext>
              </a:extLst>
            </p:cNvPr>
            <p:cNvSpPr/>
            <p:nvPr/>
          </p:nvSpPr>
          <p:spPr bwMode="gray">
            <a:xfrm flipV="1">
              <a:off x="9979215" y="224145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Ellipse 1010">
              <a:extLst>
                <a:ext uri="{FF2B5EF4-FFF2-40B4-BE49-F238E27FC236}">
                  <a16:creationId xmlns:a16="http://schemas.microsoft.com/office/drawing/2014/main" id="{8982B09A-9E21-4EB2-822B-685AC28E12A3}"/>
                </a:ext>
              </a:extLst>
            </p:cNvPr>
            <p:cNvSpPr/>
            <p:nvPr/>
          </p:nvSpPr>
          <p:spPr bwMode="gray">
            <a:xfrm flipV="1">
              <a:off x="9778750" y="245324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0" name="Ellipse 1011">
              <a:extLst>
                <a:ext uri="{FF2B5EF4-FFF2-40B4-BE49-F238E27FC236}">
                  <a16:creationId xmlns:a16="http://schemas.microsoft.com/office/drawing/2014/main" id="{8DF0BEAE-40B9-47BF-BF6D-DB458D4666F4}"/>
                </a:ext>
              </a:extLst>
            </p:cNvPr>
            <p:cNvSpPr/>
            <p:nvPr/>
          </p:nvSpPr>
          <p:spPr bwMode="gray">
            <a:xfrm flipV="1">
              <a:off x="9778750" y="2347090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1" name="Ellipse 1012">
              <a:extLst>
                <a:ext uri="{FF2B5EF4-FFF2-40B4-BE49-F238E27FC236}">
                  <a16:creationId xmlns:a16="http://schemas.microsoft.com/office/drawing/2014/main" id="{AA2DE792-2622-4CA6-8434-378C3677EA43}"/>
                </a:ext>
              </a:extLst>
            </p:cNvPr>
            <p:cNvSpPr/>
            <p:nvPr/>
          </p:nvSpPr>
          <p:spPr bwMode="gray">
            <a:xfrm flipV="1">
              <a:off x="9778750" y="202859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Ellipse 1013">
              <a:extLst>
                <a:ext uri="{FF2B5EF4-FFF2-40B4-BE49-F238E27FC236}">
                  <a16:creationId xmlns:a16="http://schemas.microsoft.com/office/drawing/2014/main" id="{B37F5C70-8A8A-46C7-8770-FE7D179533D6}"/>
                </a:ext>
              </a:extLst>
            </p:cNvPr>
            <p:cNvSpPr/>
            <p:nvPr/>
          </p:nvSpPr>
          <p:spPr bwMode="gray">
            <a:xfrm flipV="1">
              <a:off x="9778750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3" name="Ellipse 1014">
              <a:extLst>
                <a:ext uri="{FF2B5EF4-FFF2-40B4-BE49-F238E27FC236}">
                  <a16:creationId xmlns:a16="http://schemas.microsoft.com/office/drawing/2014/main" id="{EDBDE8DF-88B5-4F45-BF45-F0548E151C06}"/>
                </a:ext>
              </a:extLst>
            </p:cNvPr>
            <p:cNvSpPr/>
            <p:nvPr/>
          </p:nvSpPr>
          <p:spPr bwMode="gray">
            <a:xfrm flipV="1">
              <a:off x="9676998" y="224145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Ellipse 1015">
              <a:extLst>
                <a:ext uri="{FF2B5EF4-FFF2-40B4-BE49-F238E27FC236}">
                  <a16:creationId xmlns:a16="http://schemas.microsoft.com/office/drawing/2014/main" id="{157C20F8-CD56-4BC5-9410-EC8A5AE88A29}"/>
                </a:ext>
              </a:extLst>
            </p:cNvPr>
            <p:cNvSpPr/>
            <p:nvPr/>
          </p:nvSpPr>
          <p:spPr bwMode="gray">
            <a:xfrm flipV="1">
              <a:off x="9676998" y="192322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5" name="Ellipse 1016">
              <a:extLst>
                <a:ext uri="{FF2B5EF4-FFF2-40B4-BE49-F238E27FC236}">
                  <a16:creationId xmlns:a16="http://schemas.microsoft.com/office/drawing/2014/main" id="{6CAB5A3E-FEF8-4F75-B57E-9F3E137FB09F}"/>
                </a:ext>
              </a:extLst>
            </p:cNvPr>
            <p:cNvSpPr/>
            <p:nvPr/>
          </p:nvSpPr>
          <p:spPr bwMode="gray">
            <a:xfrm flipV="1">
              <a:off x="9471345" y="245324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Ellipse 1017">
              <a:extLst>
                <a:ext uri="{FF2B5EF4-FFF2-40B4-BE49-F238E27FC236}">
                  <a16:creationId xmlns:a16="http://schemas.microsoft.com/office/drawing/2014/main" id="{ABF3703C-6A69-4484-AC3C-9ABBD3EDC512}"/>
                </a:ext>
              </a:extLst>
            </p:cNvPr>
            <p:cNvSpPr/>
            <p:nvPr/>
          </p:nvSpPr>
          <p:spPr bwMode="gray">
            <a:xfrm flipV="1">
              <a:off x="9471345" y="2347090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Ellipse 1018">
              <a:extLst>
                <a:ext uri="{FF2B5EF4-FFF2-40B4-BE49-F238E27FC236}">
                  <a16:creationId xmlns:a16="http://schemas.microsoft.com/office/drawing/2014/main" id="{4F428A3F-E877-4DC2-A370-8EF98E9041D4}"/>
                </a:ext>
              </a:extLst>
            </p:cNvPr>
            <p:cNvSpPr/>
            <p:nvPr/>
          </p:nvSpPr>
          <p:spPr bwMode="gray">
            <a:xfrm flipV="1">
              <a:off x="9471345" y="192322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Ellipse 1019">
              <a:extLst>
                <a:ext uri="{FF2B5EF4-FFF2-40B4-BE49-F238E27FC236}">
                  <a16:creationId xmlns:a16="http://schemas.microsoft.com/office/drawing/2014/main" id="{ED6A2D38-D958-4DD7-99B9-AEA867FFA181}"/>
                </a:ext>
              </a:extLst>
            </p:cNvPr>
            <p:cNvSpPr/>
            <p:nvPr/>
          </p:nvSpPr>
          <p:spPr bwMode="gray">
            <a:xfrm flipV="1">
              <a:off x="9471345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9" name="Ellipse 1020">
              <a:extLst>
                <a:ext uri="{FF2B5EF4-FFF2-40B4-BE49-F238E27FC236}">
                  <a16:creationId xmlns:a16="http://schemas.microsoft.com/office/drawing/2014/main" id="{FABAA8A2-8B0E-41A0-8FD9-FC614A08F8EF}"/>
                </a:ext>
              </a:extLst>
            </p:cNvPr>
            <p:cNvSpPr/>
            <p:nvPr/>
          </p:nvSpPr>
          <p:spPr bwMode="gray">
            <a:xfrm flipV="1">
              <a:off x="9471345" y="170790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0" name="Ellipse 1021">
              <a:extLst>
                <a:ext uri="{FF2B5EF4-FFF2-40B4-BE49-F238E27FC236}">
                  <a16:creationId xmlns:a16="http://schemas.microsoft.com/office/drawing/2014/main" id="{B13C0504-7F61-401E-B6A1-6524FB420EC7}"/>
                </a:ext>
              </a:extLst>
            </p:cNvPr>
            <p:cNvSpPr/>
            <p:nvPr/>
          </p:nvSpPr>
          <p:spPr bwMode="gray">
            <a:xfrm flipV="1">
              <a:off x="9471345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1" name="Ellipse 1022">
              <a:extLst>
                <a:ext uri="{FF2B5EF4-FFF2-40B4-BE49-F238E27FC236}">
                  <a16:creationId xmlns:a16="http://schemas.microsoft.com/office/drawing/2014/main" id="{80F1A2D1-36A3-4400-8109-FB71953DE2C9}"/>
                </a:ext>
              </a:extLst>
            </p:cNvPr>
            <p:cNvSpPr/>
            <p:nvPr/>
          </p:nvSpPr>
          <p:spPr bwMode="gray">
            <a:xfrm flipV="1">
              <a:off x="9574906" y="160243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Ellipse 1023">
              <a:extLst>
                <a:ext uri="{FF2B5EF4-FFF2-40B4-BE49-F238E27FC236}">
                  <a16:creationId xmlns:a16="http://schemas.microsoft.com/office/drawing/2014/main" id="{3A6DC258-B404-4D36-A70F-BBA7A9DD7EFE}"/>
                </a:ext>
              </a:extLst>
            </p:cNvPr>
            <p:cNvSpPr/>
            <p:nvPr/>
          </p:nvSpPr>
          <p:spPr bwMode="gray">
            <a:xfrm flipV="1">
              <a:off x="9471345" y="145798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3" name="Ellipse 1024">
              <a:extLst>
                <a:ext uri="{FF2B5EF4-FFF2-40B4-BE49-F238E27FC236}">
                  <a16:creationId xmlns:a16="http://schemas.microsoft.com/office/drawing/2014/main" id="{B05A5547-74BF-4175-B18B-3E3F0AB38E20}"/>
                </a:ext>
              </a:extLst>
            </p:cNvPr>
            <p:cNvSpPr/>
            <p:nvPr/>
          </p:nvSpPr>
          <p:spPr bwMode="gray">
            <a:xfrm flipV="1">
              <a:off x="9371954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Ellipse 1025">
              <a:extLst>
                <a:ext uri="{FF2B5EF4-FFF2-40B4-BE49-F238E27FC236}">
                  <a16:creationId xmlns:a16="http://schemas.microsoft.com/office/drawing/2014/main" id="{AAFDE0E3-275D-48B7-96D0-7AF49E756C75}"/>
                </a:ext>
              </a:extLst>
            </p:cNvPr>
            <p:cNvSpPr/>
            <p:nvPr/>
          </p:nvSpPr>
          <p:spPr bwMode="gray">
            <a:xfrm flipV="1">
              <a:off x="9371954" y="2347090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5" name="Ellipse 1026">
              <a:extLst>
                <a:ext uri="{FF2B5EF4-FFF2-40B4-BE49-F238E27FC236}">
                  <a16:creationId xmlns:a16="http://schemas.microsoft.com/office/drawing/2014/main" id="{2BB5F621-048C-47DE-8998-47A57DED4122}"/>
                </a:ext>
              </a:extLst>
            </p:cNvPr>
            <p:cNvSpPr/>
            <p:nvPr/>
          </p:nvSpPr>
          <p:spPr bwMode="gray">
            <a:xfrm flipV="1">
              <a:off x="9268950" y="245324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6" name="Ellipse 1027">
              <a:extLst>
                <a:ext uri="{FF2B5EF4-FFF2-40B4-BE49-F238E27FC236}">
                  <a16:creationId xmlns:a16="http://schemas.microsoft.com/office/drawing/2014/main" id="{D0D50F58-593E-4EC7-8274-AA74396ACEE7}"/>
                </a:ext>
              </a:extLst>
            </p:cNvPr>
            <p:cNvSpPr/>
            <p:nvPr/>
          </p:nvSpPr>
          <p:spPr bwMode="gray">
            <a:xfrm flipV="1">
              <a:off x="9268950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7" name="Ellipse 1028">
              <a:extLst>
                <a:ext uri="{FF2B5EF4-FFF2-40B4-BE49-F238E27FC236}">
                  <a16:creationId xmlns:a16="http://schemas.microsoft.com/office/drawing/2014/main" id="{CEC3F807-0F4C-4C39-967F-BC75577FB580}"/>
                </a:ext>
              </a:extLst>
            </p:cNvPr>
            <p:cNvSpPr/>
            <p:nvPr/>
          </p:nvSpPr>
          <p:spPr bwMode="gray">
            <a:xfrm flipV="1">
              <a:off x="9268950" y="170790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8" name="Ellipse 1029">
              <a:extLst>
                <a:ext uri="{FF2B5EF4-FFF2-40B4-BE49-F238E27FC236}">
                  <a16:creationId xmlns:a16="http://schemas.microsoft.com/office/drawing/2014/main" id="{1AC65668-5369-4072-ABA9-104E1A436049}"/>
                </a:ext>
              </a:extLst>
            </p:cNvPr>
            <p:cNvSpPr/>
            <p:nvPr/>
          </p:nvSpPr>
          <p:spPr bwMode="gray">
            <a:xfrm flipV="1">
              <a:off x="9268950" y="2347090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9" name="Ellipse 1030">
              <a:extLst>
                <a:ext uri="{FF2B5EF4-FFF2-40B4-BE49-F238E27FC236}">
                  <a16:creationId xmlns:a16="http://schemas.microsoft.com/office/drawing/2014/main" id="{3DBA5AA5-A33D-435B-8722-5231C9A77CC4}"/>
                </a:ext>
              </a:extLst>
            </p:cNvPr>
            <p:cNvSpPr/>
            <p:nvPr/>
          </p:nvSpPr>
          <p:spPr bwMode="gray">
            <a:xfrm flipV="1">
              <a:off x="9169531" y="2347090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0" name="Ellipse 1031">
              <a:extLst>
                <a:ext uri="{FF2B5EF4-FFF2-40B4-BE49-F238E27FC236}">
                  <a16:creationId xmlns:a16="http://schemas.microsoft.com/office/drawing/2014/main" id="{911B0676-C9ED-4154-9439-3602F9ADC987}"/>
                </a:ext>
              </a:extLst>
            </p:cNvPr>
            <p:cNvSpPr/>
            <p:nvPr/>
          </p:nvSpPr>
          <p:spPr bwMode="gray">
            <a:xfrm flipV="1">
              <a:off x="9063923" y="2347090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1" name="Ellipse 1032">
              <a:extLst>
                <a:ext uri="{FF2B5EF4-FFF2-40B4-BE49-F238E27FC236}">
                  <a16:creationId xmlns:a16="http://schemas.microsoft.com/office/drawing/2014/main" id="{52938745-76EF-43A2-89CA-22B5F8DBE518}"/>
                </a:ext>
              </a:extLst>
            </p:cNvPr>
            <p:cNvSpPr/>
            <p:nvPr/>
          </p:nvSpPr>
          <p:spPr bwMode="gray">
            <a:xfrm flipV="1">
              <a:off x="8865794" y="224145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Ellipse 1033">
              <a:extLst>
                <a:ext uri="{FF2B5EF4-FFF2-40B4-BE49-F238E27FC236}">
                  <a16:creationId xmlns:a16="http://schemas.microsoft.com/office/drawing/2014/main" id="{974E1889-1F6D-4CF3-B8BF-C8F7E16E5B7C}"/>
                </a:ext>
              </a:extLst>
            </p:cNvPr>
            <p:cNvSpPr/>
            <p:nvPr/>
          </p:nvSpPr>
          <p:spPr bwMode="gray">
            <a:xfrm flipV="1">
              <a:off x="8762410" y="2347090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Ellipse 1034">
              <a:extLst>
                <a:ext uri="{FF2B5EF4-FFF2-40B4-BE49-F238E27FC236}">
                  <a16:creationId xmlns:a16="http://schemas.microsoft.com/office/drawing/2014/main" id="{78B6BE20-5939-4DBD-8F3B-309679BBCA96}"/>
                </a:ext>
              </a:extLst>
            </p:cNvPr>
            <p:cNvSpPr/>
            <p:nvPr/>
          </p:nvSpPr>
          <p:spPr bwMode="gray">
            <a:xfrm flipV="1">
              <a:off x="8666236" y="245324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Ellipse 1035">
              <a:extLst>
                <a:ext uri="{FF2B5EF4-FFF2-40B4-BE49-F238E27FC236}">
                  <a16:creationId xmlns:a16="http://schemas.microsoft.com/office/drawing/2014/main" id="{7B9B6569-A063-4A96-9D17-B873CFE34F93}"/>
                </a:ext>
              </a:extLst>
            </p:cNvPr>
            <p:cNvSpPr/>
            <p:nvPr/>
          </p:nvSpPr>
          <p:spPr bwMode="gray">
            <a:xfrm flipV="1">
              <a:off x="8458819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Ellipse 1036">
              <a:extLst>
                <a:ext uri="{FF2B5EF4-FFF2-40B4-BE49-F238E27FC236}">
                  <a16:creationId xmlns:a16="http://schemas.microsoft.com/office/drawing/2014/main" id="{E355A073-17EE-4D96-A2D2-AEDC19398FD8}"/>
                </a:ext>
              </a:extLst>
            </p:cNvPr>
            <p:cNvSpPr/>
            <p:nvPr/>
          </p:nvSpPr>
          <p:spPr bwMode="gray">
            <a:xfrm flipV="1">
              <a:off x="8458819" y="170790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Ellipse 1037">
              <a:extLst>
                <a:ext uri="{FF2B5EF4-FFF2-40B4-BE49-F238E27FC236}">
                  <a16:creationId xmlns:a16="http://schemas.microsoft.com/office/drawing/2014/main" id="{B0B8C165-BAF5-4471-B3CE-9B10E2504F7F}"/>
                </a:ext>
              </a:extLst>
            </p:cNvPr>
            <p:cNvSpPr/>
            <p:nvPr/>
          </p:nvSpPr>
          <p:spPr bwMode="gray">
            <a:xfrm flipV="1">
              <a:off x="8458819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Ellipse 1038">
              <a:extLst>
                <a:ext uri="{FF2B5EF4-FFF2-40B4-BE49-F238E27FC236}">
                  <a16:creationId xmlns:a16="http://schemas.microsoft.com/office/drawing/2014/main" id="{070C1BFE-A278-4BBC-A9B7-4F2BB498A3E4}"/>
                </a:ext>
              </a:extLst>
            </p:cNvPr>
            <p:cNvSpPr/>
            <p:nvPr/>
          </p:nvSpPr>
          <p:spPr bwMode="gray">
            <a:xfrm flipV="1">
              <a:off x="8355188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8" name="Ellipse 1039">
              <a:extLst>
                <a:ext uri="{FF2B5EF4-FFF2-40B4-BE49-F238E27FC236}">
                  <a16:creationId xmlns:a16="http://schemas.microsoft.com/office/drawing/2014/main" id="{A8D7744B-2FA7-4552-8565-9474621046F3}"/>
                </a:ext>
              </a:extLst>
            </p:cNvPr>
            <p:cNvSpPr/>
            <p:nvPr/>
          </p:nvSpPr>
          <p:spPr bwMode="gray">
            <a:xfrm flipV="1">
              <a:off x="8355188" y="145798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9" name="Ellipse 1040">
              <a:extLst>
                <a:ext uri="{FF2B5EF4-FFF2-40B4-BE49-F238E27FC236}">
                  <a16:creationId xmlns:a16="http://schemas.microsoft.com/office/drawing/2014/main" id="{A9CBF075-EE4C-49B3-A347-44365584B7BA}"/>
                </a:ext>
              </a:extLst>
            </p:cNvPr>
            <p:cNvSpPr/>
            <p:nvPr/>
          </p:nvSpPr>
          <p:spPr bwMode="gray">
            <a:xfrm flipV="1">
              <a:off x="8257598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80" name="Ellipse 1041">
              <a:extLst>
                <a:ext uri="{FF2B5EF4-FFF2-40B4-BE49-F238E27FC236}">
                  <a16:creationId xmlns:a16="http://schemas.microsoft.com/office/drawing/2014/main" id="{8A3EB557-CE2E-406B-AA9B-21A3F207091E}"/>
                </a:ext>
              </a:extLst>
            </p:cNvPr>
            <p:cNvSpPr/>
            <p:nvPr/>
          </p:nvSpPr>
          <p:spPr bwMode="gray">
            <a:xfrm flipV="1">
              <a:off x="8257598" y="145798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81" name="Ellipse 1042">
              <a:extLst>
                <a:ext uri="{FF2B5EF4-FFF2-40B4-BE49-F238E27FC236}">
                  <a16:creationId xmlns:a16="http://schemas.microsoft.com/office/drawing/2014/main" id="{39F14E44-BAF9-48FC-8E06-6FF71D2CB138}"/>
                </a:ext>
              </a:extLst>
            </p:cNvPr>
            <p:cNvSpPr/>
            <p:nvPr/>
          </p:nvSpPr>
          <p:spPr bwMode="gray">
            <a:xfrm flipV="1">
              <a:off x="8257598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82" name="Ellipse 1043">
              <a:extLst>
                <a:ext uri="{FF2B5EF4-FFF2-40B4-BE49-F238E27FC236}">
                  <a16:creationId xmlns:a16="http://schemas.microsoft.com/office/drawing/2014/main" id="{E6D4900C-850A-4679-99C2-2F5E2FEFC075}"/>
                </a:ext>
              </a:extLst>
            </p:cNvPr>
            <p:cNvSpPr/>
            <p:nvPr/>
          </p:nvSpPr>
          <p:spPr bwMode="gray">
            <a:xfrm flipV="1">
              <a:off x="8257598" y="202859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83" name="Ellipse 1044">
              <a:extLst>
                <a:ext uri="{FF2B5EF4-FFF2-40B4-BE49-F238E27FC236}">
                  <a16:creationId xmlns:a16="http://schemas.microsoft.com/office/drawing/2014/main" id="{58CFE934-593C-4670-9B69-053596A99CBC}"/>
                </a:ext>
              </a:extLst>
            </p:cNvPr>
            <p:cNvSpPr/>
            <p:nvPr/>
          </p:nvSpPr>
          <p:spPr bwMode="gray">
            <a:xfrm flipV="1">
              <a:off x="8156400" y="192322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84" name="Ellipse 1045">
              <a:extLst>
                <a:ext uri="{FF2B5EF4-FFF2-40B4-BE49-F238E27FC236}">
                  <a16:creationId xmlns:a16="http://schemas.microsoft.com/office/drawing/2014/main" id="{5613AA54-45DA-4D42-87B0-9FD92F0C9F33}"/>
                </a:ext>
              </a:extLst>
            </p:cNvPr>
            <p:cNvSpPr/>
            <p:nvPr/>
          </p:nvSpPr>
          <p:spPr bwMode="gray">
            <a:xfrm flipV="1">
              <a:off x="8053160" y="192322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85" name="Ellipse 1046">
              <a:extLst>
                <a:ext uri="{FF2B5EF4-FFF2-40B4-BE49-F238E27FC236}">
                  <a16:creationId xmlns:a16="http://schemas.microsoft.com/office/drawing/2014/main" id="{43D88DF4-04E2-4AF3-9A29-79442A5C7984}"/>
                </a:ext>
              </a:extLst>
            </p:cNvPr>
            <p:cNvSpPr/>
            <p:nvPr/>
          </p:nvSpPr>
          <p:spPr bwMode="gray">
            <a:xfrm flipV="1">
              <a:off x="8053160" y="170790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86" name="Ellipse 1047">
              <a:extLst>
                <a:ext uri="{FF2B5EF4-FFF2-40B4-BE49-F238E27FC236}">
                  <a16:creationId xmlns:a16="http://schemas.microsoft.com/office/drawing/2014/main" id="{DEFAA494-6ACD-4B32-9102-743C095E7F71}"/>
                </a:ext>
              </a:extLst>
            </p:cNvPr>
            <p:cNvSpPr/>
            <p:nvPr/>
          </p:nvSpPr>
          <p:spPr bwMode="gray">
            <a:xfrm flipV="1">
              <a:off x="8053160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87" name="Ellipse 1048">
              <a:extLst>
                <a:ext uri="{FF2B5EF4-FFF2-40B4-BE49-F238E27FC236}">
                  <a16:creationId xmlns:a16="http://schemas.microsoft.com/office/drawing/2014/main" id="{1E09E1BA-3468-4AF2-969A-0597A6796A37}"/>
                </a:ext>
              </a:extLst>
            </p:cNvPr>
            <p:cNvSpPr/>
            <p:nvPr/>
          </p:nvSpPr>
          <p:spPr bwMode="gray">
            <a:xfrm flipV="1">
              <a:off x="8053160" y="2135502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88" name="Ellipse 1049">
              <a:extLst>
                <a:ext uri="{FF2B5EF4-FFF2-40B4-BE49-F238E27FC236}">
                  <a16:creationId xmlns:a16="http://schemas.microsoft.com/office/drawing/2014/main" id="{E40533EE-7EF0-48E6-B6D8-C5B6AC0449F4}"/>
                </a:ext>
              </a:extLst>
            </p:cNvPr>
            <p:cNvSpPr/>
            <p:nvPr/>
          </p:nvSpPr>
          <p:spPr bwMode="gray">
            <a:xfrm flipV="1">
              <a:off x="8053160" y="2347090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89" name="Ellipse 1050">
              <a:extLst>
                <a:ext uri="{FF2B5EF4-FFF2-40B4-BE49-F238E27FC236}">
                  <a16:creationId xmlns:a16="http://schemas.microsoft.com/office/drawing/2014/main" id="{99041569-C218-42E6-B8C2-62F23A9F2FDB}"/>
                </a:ext>
              </a:extLst>
            </p:cNvPr>
            <p:cNvSpPr/>
            <p:nvPr/>
          </p:nvSpPr>
          <p:spPr bwMode="gray">
            <a:xfrm flipV="1">
              <a:off x="8053160" y="245324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90" name="Ellipse 1051">
              <a:extLst>
                <a:ext uri="{FF2B5EF4-FFF2-40B4-BE49-F238E27FC236}">
                  <a16:creationId xmlns:a16="http://schemas.microsoft.com/office/drawing/2014/main" id="{FE158451-2E57-4867-A2C3-E43C327DCCA7}"/>
                </a:ext>
              </a:extLst>
            </p:cNvPr>
            <p:cNvSpPr/>
            <p:nvPr/>
          </p:nvSpPr>
          <p:spPr bwMode="gray">
            <a:xfrm flipV="1">
              <a:off x="7950749" y="192322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91" name="Ellipse 1052">
              <a:extLst>
                <a:ext uri="{FF2B5EF4-FFF2-40B4-BE49-F238E27FC236}">
                  <a16:creationId xmlns:a16="http://schemas.microsoft.com/office/drawing/2014/main" id="{B65F8F37-0E5A-4709-9B8B-FE0A5B07E33C}"/>
                </a:ext>
              </a:extLst>
            </p:cNvPr>
            <p:cNvSpPr/>
            <p:nvPr/>
          </p:nvSpPr>
          <p:spPr bwMode="gray">
            <a:xfrm flipV="1">
              <a:off x="7950749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92" name="Ellipse 1053">
              <a:extLst>
                <a:ext uri="{FF2B5EF4-FFF2-40B4-BE49-F238E27FC236}">
                  <a16:creationId xmlns:a16="http://schemas.microsoft.com/office/drawing/2014/main" id="{02996215-63F2-4FF3-A20C-80F60320CFB0}"/>
                </a:ext>
              </a:extLst>
            </p:cNvPr>
            <p:cNvSpPr/>
            <p:nvPr/>
          </p:nvSpPr>
          <p:spPr bwMode="gray">
            <a:xfrm flipV="1">
              <a:off x="7850594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93" name="Ellipse 1054">
              <a:extLst>
                <a:ext uri="{FF2B5EF4-FFF2-40B4-BE49-F238E27FC236}">
                  <a16:creationId xmlns:a16="http://schemas.microsoft.com/office/drawing/2014/main" id="{7B47CD66-C579-459B-8007-FB83EE8BB675}"/>
                </a:ext>
              </a:extLst>
            </p:cNvPr>
            <p:cNvSpPr/>
            <p:nvPr/>
          </p:nvSpPr>
          <p:spPr bwMode="gray">
            <a:xfrm flipV="1">
              <a:off x="7850594" y="145798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94" name="Ellipse 1055">
              <a:extLst>
                <a:ext uri="{FF2B5EF4-FFF2-40B4-BE49-F238E27FC236}">
                  <a16:creationId xmlns:a16="http://schemas.microsoft.com/office/drawing/2014/main" id="{BBBEA6C3-BECC-498A-9DF8-C4FBFA58E13D}"/>
                </a:ext>
              </a:extLst>
            </p:cNvPr>
            <p:cNvSpPr/>
            <p:nvPr/>
          </p:nvSpPr>
          <p:spPr bwMode="gray">
            <a:xfrm flipV="1">
              <a:off x="7850594" y="245324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95" name="Ellipse 1056">
              <a:extLst>
                <a:ext uri="{FF2B5EF4-FFF2-40B4-BE49-F238E27FC236}">
                  <a16:creationId xmlns:a16="http://schemas.microsoft.com/office/drawing/2014/main" id="{E28B062A-1F27-484B-A38A-A215AB7C6B44}"/>
                </a:ext>
              </a:extLst>
            </p:cNvPr>
            <p:cNvSpPr/>
            <p:nvPr/>
          </p:nvSpPr>
          <p:spPr bwMode="gray">
            <a:xfrm flipV="1">
              <a:off x="7646801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96" name="Ellipse 1057">
              <a:extLst>
                <a:ext uri="{FF2B5EF4-FFF2-40B4-BE49-F238E27FC236}">
                  <a16:creationId xmlns:a16="http://schemas.microsoft.com/office/drawing/2014/main" id="{E40EC381-B103-4584-BDBE-393D5BCA4F33}"/>
                </a:ext>
              </a:extLst>
            </p:cNvPr>
            <p:cNvSpPr/>
            <p:nvPr/>
          </p:nvSpPr>
          <p:spPr bwMode="gray">
            <a:xfrm flipV="1">
              <a:off x="7748160" y="1816026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97" name="Ellipse 1058">
              <a:extLst>
                <a:ext uri="{FF2B5EF4-FFF2-40B4-BE49-F238E27FC236}">
                  <a16:creationId xmlns:a16="http://schemas.microsoft.com/office/drawing/2014/main" id="{6C0579DF-6319-491E-975E-54634B0931CE}"/>
                </a:ext>
              </a:extLst>
            </p:cNvPr>
            <p:cNvSpPr/>
            <p:nvPr/>
          </p:nvSpPr>
          <p:spPr bwMode="gray">
            <a:xfrm flipV="1">
              <a:off x="7748160" y="202859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98" name="Ellipse 1059">
              <a:extLst>
                <a:ext uri="{FF2B5EF4-FFF2-40B4-BE49-F238E27FC236}">
                  <a16:creationId xmlns:a16="http://schemas.microsoft.com/office/drawing/2014/main" id="{706A516D-9C45-4565-9BE2-8FDFE655672B}"/>
                </a:ext>
              </a:extLst>
            </p:cNvPr>
            <p:cNvSpPr/>
            <p:nvPr/>
          </p:nvSpPr>
          <p:spPr bwMode="gray">
            <a:xfrm flipV="1">
              <a:off x="7549603" y="160243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99" name="Ellipse 1060">
              <a:extLst>
                <a:ext uri="{FF2B5EF4-FFF2-40B4-BE49-F238E27FC236}">
                  <a16:creationId xmlns:a16="http://schemas.microsoft.com/office/drawing/2014/main" id="{A8DA11EB-2656-43B2-AB33-D443E5E59750}"/>
                </a:ext>
              </a:extLst>
            </p:cNvPr>
            <p:cNvSpPr/>
            <p:nvPr/>
          </p:nvSpPr>
          <p:spPr bwMode="gray">
            <a:xfrm flipV="1">
              <a:off x="7549603" y="192322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00" name="Ellipse 1061">
              <a:extLst>
                <a:ext uri="{FF2B5EF4-FFF2-40B4-BE49-F238E27FC236}">
                  <a16:creationId xmlns:a16="http://schemas.microsoft.com/office/drawing/2014/main" id="{AEA3AA3F-DF54-48A9-8866-94EC5BF9C0BB}"/>
                </a:ext>
              </a:extLst>
            </p:cNvPr>
            <p:cNvSpPr/>
            <p:nvPr/>
          </p:nvSpPr>
          <p:spPr bwMode="gray">
            <a:xfrm flipV="1">
              <a:off x="7549603" y="2347090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01" name="Ellipse 1062">
              <a:extLst>
                <a:ext uri="{FF2B5EF4-FFF2-40B4-BE49-F238E27FC236}">
                  <a16:creationId xmlns:a16="http://schemas.microsoft.com/office/drawing/2014/main" id="{93DBC5DB-E36E-48DB-B0DC-D66F46223A83}"/>
                </a:ext>
              </a:extLst>
            </p:cNvPr>
            <p:cNvSpPr/>
            <p:nvPr/>
          </p:nvSpPr>
          <p:spPr bwMode="gray">
            <a:xfrm flipV="1">
              <a:off x="7441978" y="245324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02" name="Ellipse 1063">
              <a:extLst>
                <a:ext uri="{FF2B5EF4-FFF2-40B4-BE49-F238E27FC236}">
                  <a16:creationId xmlns:a16="http://schemas.microsoft.com/office/drawing/2014/main" id="{F0B950FA-96BC-47A1-8F52-7434323427CF}"/>
                </a:ext>
              </a:extLst>
            </p:cNvPr>
            <p:cNvSpPr/>
            <p:nvPr/>
          </p:nvSpPr>
          <p:spPr bwMode="gray">
            <a:xfrm flipV="1">
              <a:off x="7441978" y="2347090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03" name="Ellipse 1064">
              <a:extLst>
                <a:ext uri="{FF2B5EF4-FFF2-40B4-BE49-F238E27FC236}">
                  <a16:creationId xmlns:a16="http://schemas.microsoft.com/office/drawing/2014/main" id="{DD711798-3E19-4402-B080-3E8651E03D2E}"/>
                </a:ext>
              </a:extLst>
            </p:cNvPr>
            <p:cNvSpPr/>
            <p:nvPr/>
          </p:nvSpPr>
          <p:spPr bwMode="gray">
            <a:xfrm flipV="1">
              <a:off x="7344594" y="202859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04" name="Ellipse 1065">
              <a:extLst>
                <a:ext uri="{FF2B5EF4-FFF2-40B4-BE49-F238E27FC236}">
                  <a16:creationId xmlns:a16="http://schemas.microsoft.com/office/drawing/2014/main" id="{3875E437-9C2B-418F-8E1E-AC98A4399F8B}"/>
                </a:ext>
              </a:extLst>
            </p:cNvPr>
            <p:cNvSpPr/>
            <p:nvPr/>
          </p:nvSpPr>
          <p:spPr bwMode="gray">
            <a:xfrm flipV="1">
              <a:off x="7344594" y="192322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05" name="Ellipse 1066">
              <a:extLst>
                <a:ext uri="{FF2B5EF4-FFF2-40B4-BE49-F238E27FC236}">
                  <a16:creationId xmlns:a16="http://schemas.microsoft.com/office/drawing/2014/main" id="{DA346D83-DB9F-4E3F-BFF2-7804AE4B11CD}"/>
                </a:ext>
              </a:extLst>
            </p:cNvPr>
            <p:cNvSpPr/>
            <p:nvPr/>
          </p:nvSpPr>
          <p:spPr bwMode="gray">
            <a:xfrm flipV="1">
              <a:off x="7344594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06" name="Ellipse 1067">
              <a:extLst>
                <a:ext uri="{FF2B5EF4-FFF2-40B4-BE49-F238E27FC236}">
                  <a16:creationId xmlns:a16="http://schemas.microsoft.com/office/drawing/2014/main" id="{8A5880D8-EBE2-4E62-B888-DB9505E98773}"/>
                </a:ext>
              </a:extLst>
            </p:cNvPr>
            <p:cNvSpPr/>
            <p:nvPr/>
          </p:nvSpPr>
          <p:spPr bwMode="gray">
            <a:xfrm flipV="1">
              <a:off x="7344594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07" name="Ellipse 1068">
              <a:extLst>
                <a:ext uri="{FF2B5EF4-FFF2-40B4-BE49-F238E27FC236}">
                  <a16:creationId xmlns:a16="http://schemas.microsoft.com/office/drawing/2014/main" id="{82306093-C58A-4F9D-9C24-799A75E0D80D}"/>
                </a:ext>
              </a:extLst>
            </p:cNvPr>
            <p:cNvSpPr/>
            <p:nvPr/>
          </p:nvSpPr>
          <p:spPr bwMode="gray">
            <a:xfrm flipV="1">
              <a:off x="7239583" y="245324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08" name="Ellipse 1069">
              <a:extLst>
                <a:ext uri="{FF2B5EF4-FFF2-40B4-BE49-F238E27FC236}">
                  <a16:creationId xmlns:a16="http://schemas.microsoft.com/office/drawing/2014/main" id="{27BDE143-34E2-408B-A7AD-FEB96B8BBB28}"/>
                </a:ext>
              </a:extLst>
            </p:cNvPr>
            <p:cNvSpPr/>
            <p:nvPr/>
          </p:nvSpPr>
          <p:spPr bwMode="gray">
            <a:xfrm flipV="1">
              <a:off x="7239583" y="202859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09" name="Ellipse 1070">
              <a:extLst>
                <a:ext uri="{FF2B5EF4-FFF2-40B4-BE49-F238E27FC236}">
                  <a16:creationId xmlns:a16="http://schemas.microsoft.com/office/drawing/2014/main" id="{25C2BD28-A042-48C3-BBDC-C5DB971FE5C6}"/>
                </a:ext>
              </a:extLst>
            </p:cNvPr>
            <p:cNvSpPr/>
            <p:nvPr/>
          </p:nvSpPr>
          <p:spPr bwMode="gray">
            <a:xfrm flipV="1">
              <a:off x="7239583" y="1816026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0" name="Ellipse 1071">
              <a:extLst>
                <a:ext uri="{FF2B5EF4-FFF2-40B4-BE49-F238E27FC236}">
                  <a16:creationId xmlns:a16="http://schemas.microsoft.com/office/drawing/2014/main" id="{87F792F1-742C-432F-B6D1-552ABECFCC88}"/>
                </a:ext>
              </a:extLst>
            </p:cNvPr>
            <p:cNvSpPr/>
            <p:nvPr/>
          </p:nvSpPr>
          <p:spPr bwMode="gray">
            <a:xfrm flipV="1">
              <a:off x="7239583" y="2347090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1" name="Ellipse 1072">
              <a:extLst>
                <a:ext uri="{FF2B5EF4-FFF2-40B4-BE49-F238E27FC236}">
                  <a16:creationId xmlns:a16="http://schemas.microsoft.com/office/drawing/2014/main" id="{92D67CDA-05F6-43B5-9597-5006E8E66394}"/>
                </a:ext>
              </a:extLst>
            </p:cNvPr>
            <p:cNvSpPr/>
            <p:nvPr/>
          </p:nvSpPr>
          <p:spPr bwMode="gray">
            <a:xfrm flipV="1">
              <a:off x="7136579" y="2347090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112" name="Ellipse 1073">
              <a:extLst>
                <a:ext uri="{FF2B5EF4-FFF2-40B4-BE49-F238E27FC236}">
                  <a16:creationId xmlns:a16="http://schemas.microsoft.com/office/drawing/2014/main" id="{0F6F5404-845F-4493-B5C6-D57AA861D8E1}"/>
                </a:ext>
              </a:extLst>
            </p:cNvPr>
            <p:cNvSpPr/>
            <p:nvPr/>
          </p:nvSpPr>
          <p:spPr bwMode="gray">
            <a:xfrm flipV="1">
              <a:off x="7136579" y="1816026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113" name="Ellipse 1074">
              <a:extLst>
                <a:ext uri="{FF2B5EF4-FFF2-40B4-BE49-F238E27FC236}">
                  <a16:creationId xmlns:a16="http://schemas.microsoft.com/office/drawing/2014/main" id="{BF552E90-43F7-480A-BBBC-24421D82FF3A}"/>
                </a:ext>
              </a:extLst>
            </p:cNvPr>
            <p:cNvSpPr/>
            <p:nvPr/>
          </p:nvSpPr>
          <p:spPr bwMode="gray">
            <a:xfrm flipV="1">
              <a:off x="7136579" y="170790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114" name="Ellipse 1075">
              <a:extLst>
                <a:ext uri="{FF2B5EF4-FFF2-40B4-BE49-F238E27FC236}">
                  <a16:creationId xmlns:a16="http://schemas.microsoft.com/office/drawing/2014/main" id="{A4FD66E6-C36B-4C88-B9D3-0DA50B4BF92D}"/>
                </a:ext>
              </a:extLst>
            </p:cNvPr>
            <p:cNvSpPr/>
            <p:nvPr/>
          </p:nvSpPr>
          <p:spPr bwMode="gray">
            <a:xfrm flipV="1">
              <a:off x="7033574" y="192322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115" name="Ellipse 1076">
              <a:extLst>
                <a:ext uri="{FF2B5EF4-FFF2-40B4-BE49-F238E27FC236}">
                  <a16:creationId xmlns:a16="http://schemas.microsoft.com/office/drawing/2014/main" id="{A2B55F60-37B4-4D47-B771-3FE3DE8F9F65}"/>
                </a:ext>
              </a:extLst>
            </p:cNvPr>
            <p:cNvSpPr/>
            <p:nvPr/>
          </p:nvSpPr>
          <p:spPr bwMode="gray">
            <a:xfrm flipV="1">
              <a:off x="7033574" y="202859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116" name="Ellipse 1077">
              <a:extLst>
                <a:ext uri="{FF2B5EF4-FFF2-40B4-BE49-F238E27FC236}">
                  <a16:creationId xmlns:a16="http://schemas.microsoft.com/office/drawing/2014/main" id="{6BE9B5F8-58B3-4201-86B6-3E8D2D662C33}"/>
                </a:ext>
              </a:extLst>
            </p:cNvPr>
            <p:cNvSpPr/>
            <p:nvPr/>
          </p:nvSpPr>
          <p:spPr bwMode="gray">
            <a:xfrm flipV="1">
              <a:off x="7033574" y="2135502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117" name="Ellipse 1078">
              <a:extLst>
                <a:ext uri="{FF2B5EF4-FFF2-40B4-BE49-F238E27FC236}">
                  <a16:creationId xmlns:a16="http://schemas.microsoft.com/office/drawing/2014/main" id="{49FC2736-CB18-4E8E-B0C9-054292617552}"/>
                </a:ext>
              </a:extLst>
            </p:cNvPr>
            <p:cNvSpPr/>
            <p:nvPr/>
          </p:nvSpPr>
          <p:spPr bwMode="gray">
            <a:xfrm flipV="1">
              <a:off x="7033574" y="224145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118" name="Ellipse 1079">
              <a:extLst>
                <a:ext uri="{FF2B5EF4-FFF2-40B4-BE49-F238E27FC236}">
                  <a16:creationId xmlns:a16="http://schemas.microsoft.com/office/drawing/2014/main" id="{B64C070C-6F38-4E9D-9EDF-540B28430122}"/>
                </a:ext>
              </a:extLst>
            </p:cNvPr>
            <p:cNvSpPr/>
            <p:nvPr/>
          </p:nvSpPr>
          <p:spPr bwMode="gray">
            <a:xfrm flipV="1">
              <a:off x="6932060" y="202859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119" name="Ellipse 1080">
              <a:extLst>
                <a:ext uri="{FF2B5EF4-FFF2-40B4-BE49-F238E27FC236}">
                  <a16:creationId xmlns:a16="http://schemas.microsoft.com/office/drawing/2014/main" id="{19E820C3-8268-43CA-9061-495CD36C1F4F}"/>
                </a:ext>
              </a:extLst>
            </p:cNvPr>
            <p:cNvSpPr/>
            <p:nvPr/>
          </p:nvSpPr>
          <p:spPr bwMode="gray">
            <a:xfrm flipV="1">
              <a:off x="6932060" y="2135502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120" name="Ellipse 1081">
              <a:extLst>
                <a:ext uri="{FF2B5EF4-FFF2-40B4-BE49-F238E27FC236}">
                  <a16:creationId xmlns:a16="http://schemas.microsoft.com/office/drawing/2014/main" id="{0B972E13-834A-405D-A1F7-65C40091C75C}"/>
                </a:ext>
              </a:extLst>
            </p:cNvPr>
            <p:cNvSpPr/>
            <p:nvPr/>
          </p:nvSpPr>
          <p:spPr bwMode="gray">
            <a:xfrm flipV="1">
              <a:off x="6932060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121" name="Ellipse 1082">
              <a:extLst>
                <a:ext uri="{FF2B5EF4-FFF2-40B4-BE49-F238E27FC236}">
                  <a16:creationId xmlns:a16="http://schemas.microsoft.com/office/drawing/2014/main" id="{34291A70-3E4F-4737-8C42-A71737928CE8}"/>
                </a:ext>
              </a:extLst>
            </p:cNvPr>
            <p:cNvSpPr/>
            <p:nvPr/>
          </p:nvSpPr>
          <p:spPr bwMode="gray">
            <a:xfrm flipV="1">
              <a:off x="10483480" y="244610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2" name="Ellipse 1083">
              <a:extLst>
                <a:ext uri="{FF2B5EF4-FFF2-40B4-BE49-F238E27FC236}">
                  <a16:creationId xmlns:a16="http://schemas.microsoft.com/office/drawing/2014/main" id="{3B0F9BBA-C82F-46BE-B723-B210007C811D}"/>
                </a:ext>
              </a:extLst>
            </p:cNvPr>
            <p:cNvSpPr/>
            <p:nvPr/>
          </p:nvSpPr>
          <p:spPr bwMode="gray">
            <a:xfrm flipV="1">
              <a:off x="10483480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3" name="Ellipse 1084">
              <a:extLst>
                <a:ext uri="{FF2B5EF4-FFF2-40B4-BE49-F238E27FC236}">
                  <a16:creationId xmlns:a16="http://schemas.microsoft.com/office/drawing/2014/main" id="{07A22DB9-B630-4F9E-B486-DF2F09D5D93F}"/>
                </a:ext>
              </a:extLst>
            </p:cNvPr>
            <p:cNvSpPr/>
            <p:nvPr/>
          </p:nvSpPr>
          <p:spPr bwMode="gray">
            <a:xfrm flipV="1">
              <a:off x="10483480" y="223432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4" name="Ellipse 1085">
              <a:extLst>
                <a:ext uri="{FF2B5EF4-FFF2-40B4-BE49-F238E27FC236}">
                  <a16:creationId xmlns:a16="http://schemas.microsoft.com/office/drawing/2014/main" id="{F9802038-C4C2-4ED0-9A1B-8FF2F38ABC1A}"/>
                </a:ext>
              </a:extLst>
            </p:cNvPr>
            <p:cNvSpPr/>
            <p:nvPr/>
          </p:nvSpPr>
          <p:spPr bwMode="gray">
            <a:xfrm flipV="1">
              <a:off x="10483480" y="191608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5" name="Ellipse 1086">
              <a:extLst>
                <a:ext uri="{FF2B5EF4-FFF2-40B4-BE49-F238E27FC236}">
                  <a16:creationId xmlns:a16="http://schemas.microsoft.com/office/drawing/2014/main" id="{47FA6873-C67A-4EB7-904B-52492756A251}"/>
                </a:ext>
              </a:extLst>
            </p:cNvPr>
            <p:cNvSpPr/>
            <p:nvPr/>
          </p:nvSpPr>
          <p:spPr bwMode="gray">
            <a:xfrm flipV="1">
              <a:off x="10483480" y="1808890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6" name="Ellipse 1087">
              <a:extLst>
                <a:ext uri="{FF2B5EF4-FFF2-40B4-BE49-F238E27FC236}">
                  <a16:creationId xmlns:a16="http://schemas.microsoft.com/office/drawing/2014/main" id="{DE45DE4B-1B65-4729-ABBA-C44450F64EB1}"/>
                </a:ext>
              </a:extLst>
            </p:cNvPr>
            <p:cNvSpPr/>
            <p:nvPr/>
          </p:nvSpPr>
          <p:spPr bwMode="gray">
            <a:xfrm flipV="1">
              <a:off x="10483480" y="170077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7" name="Ellipse 1088">
              <a:extLst>
                <a:ext uri="{FF2B5EF4-FFF2-40B4-BE49-F238E27FC236}">
                  <a16:creationId xmlns:a16="http://schemas.microsoft.com/office/drawing/2014/main" id="{22C51FB0-4B7D-47CC-91D3-2D457D619D79}"/>
                </a:ext>
              </a:extLst>
            </p:cNvPr>
            <p:cNvSpPr/>
            <p:nvPr/>
          </p:nvSpPr>
          <p:spPr bwMode="gray">
            <a:xfrm flipV="1">
              <a:off x="10379147" y="170077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8" name="Ellipse 1089">
              <a:extLst>
                <a:ext uri="{FF2B5EF4-FFF2-40B4-BE49-F238E27FC236}">
                  <a16:creationId xmlns:a16="http://schemas.microsoft.com/office/drawing/2014/main" id="{8ADB20C6-444D-4D11-851D-BF1DF2CE3A36}"/>
                </a:ext>
              </a:extLst>
            </p:cNvPr>
            <p:cNvSpPr/>
            <p:nvPr/>
          </p:nvSpPr>
          <p:spPr bwMode="gray">
            <a:xfrm flipV="1">
              <a:off x="10279795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9" name="Ellipse 1090">
              <a:extLst>
                <a:ext uri="{FF2B5EF4-FFF2-40B4-BE49-F238E27FC236}">
                  <a16:creationId xmlns:a16="http://schemas.microsoft.com/office/drawing/2014/main" id="{813CAF7C-68AE-4BA5-8B9C-A3E7DF2131F1}"/>
                </a:ext>
              </a:extLst>
            </p:cNvPr>
            <p:cNvSpPr/>
            <p:nvPr/>
          </p:nvSpPr>
          <p:spPr bwMode="gray">
            <a:xfrm flipV="1">
              <a:off x="10178629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0" name="Ellipse 1091">
              <a:extLst>
                <a:ext uri="{FF2B5EF4-FFF2-40B4-BE49-F238E27FC236}">
                  <a16:creationId xmlns:a16="http://schemas.microsoft.com/office/drawing/2014/main" id="{6B8638A7-78CC-4BF5-B182-FB58F330163E}"/>
                </a:ext>
              </a:extLst>
            </p:cNvPr>
            <p:cNvSpPr/>
            <p:nvPr/>
          </p:nvSpPr>
          <p:spPr bwMode="gray">
            <a:xfrm flipV="1">
              <a:off x="10286625" y="160243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1" name="Ellipse 1092">
              <a:extLst>
                <a:ext uri="{FF2B5EF4-FFF2-40B4-BE49-F238E27FC236}">
                  <a16:creationId xmlns:a16="http://schemas.microsoft.com/office/drawing/2014/main" id="{D2A89232-5ACE-486D-ABF8-B15A1881DDCB}"/>
                </a:ext>
              </a:extLst>
            </p:cNvPr>
            <p:cNvSpPr/>
            <p:nvPr/>
          </p:nvSpPr>
          <p:spPr bwMode="gray">
            <a:xfrm flipV="1">
              <a:off x="10078105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2" name="Ellipse 1093">
              <a:extLst>
                <a:ext uri="{FF2B5EF4-FFF2-40B4-BE49-F238E27FC236}">
                  <a16:creationId xmlns:a16="http://schemas.microsoft.com/office/drawing/2014/main" id="{5BC9B8E8-F67D-42B4-ACE3-9EDB432FE115}"/>
                </a:ext>
              </a:extLst>
            </p:cNvPr>
            <p:cNvSpPr/>
            <p:nvPr/>
          </p:nvSpPr>
          <p:spPr bwMode="gray">
            <a:xfrm flipV="1">
              <a:off x="10078105" y="1808890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3" name="Ellipse 1094">
              <a:extLst>
                <a:ext uri="{FF2B5EF4-FFF2-40B4-BE49-F238E27FC236}">
                  <a16:creationId xmlns:a16="http://schemas.microsoft.com/office/drawing/2014/main" id="{898FA51B-3BBA-4EF5-9F63-CB033F28C87A}"/>
                </a:ext>
              </a:extLst>
            </p:cNvPr>
            <p:cNvSpPr/>
            <p:nvPr/>
          </p:nvSpPr>
          <p:spPr bwMode="gray">
            <a:xfrm flipV="1">
              <a:off x="10078105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4" name="Ellipse 1095">
              <a:extLst>
                <a:ext uri="{FF2B5EF4-FFF2-40B4-BE49-F238E27FC236}">
                  <a16:creationId xmlns:a16="http://schemas.microsoft.com/office/drawing/2014/main" id="{25D3A4C8-58D4-4DC7-A98B-15897950CBDD}"/>
                </a:ext>
              </a:extLst>
            </p:cNvPr>
            <p:cNvSpPr/>
            <p:nvPr/>
          </p:nvSpPr>
          <p:spPr bwMode="gray">
            <a:xfrm flipV="1">
              <a:off x="10178629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5" name="Ellipse 1096">
              <a:extLst>
                <a:ext uri="{FF2B5EF4-FFF2-40B4-BE49-F238E27FC236}">
                  <a16:creationId xmlns:a16="http://schemas.microsoft.com/office/drawing/2014/main" id="{7EC991D2-94EE-46CF-8F2A-B88EFEC523A0}"/>
                </a:ext>
              </a:extLst>
            </p:cNvPr>
            <p:cNvSpPr/>
            <p:nvPr/>
          </p:nvSpPr>
          <p:spPr bwMode="gray">
            <a:xfrm flipV="1">
              <a:off x="10279795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6" name="Ellipse 1097">
              <a:extLst>
                <a:ext uri="{FF2B5EF4-FFF2-40B4-BE49-F238E27FC236}">
                  <a16:creationId xmlns:a16="http://schemas.microsoft.com/office/drawing/2014/main" id="{1A9F640D-67E0-4CD7-898E-2C31C5D1105C}"/>
                </a:ext>
              </a:extLst>
            </p:cNvPr>
            <p:cNvSpPr/>
            <p:nvPr/>
          </p:nvSpPr>
          <p:spPr bwMode="gray">
            <a:xfrm flipV="1">
              <a:off x="10379147" y="191608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7" name="Ellipse 1098">
              <a:extLst>
                <a:ext uri="{FF2B5EF4-FFF2-40B4-BE49-F238E27FC236}">
                  <a16:creationId xmlns:a16="http://schemas.microsoft.com/office/drawing/2014/main" id="{63A36AF4-8558-41FE-BD0D-8AFC7AE1F623}"/>
                </a:ext>
              </a:extLst>
            </p:cNvPr>
            <p:cNvSpPr/>
            <p:nvPr/>
          </p:nvSpPr>
          <p:spPr bwMode="gray">
            <a:xfrm flipV="1">
              <a:off x="10379147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8" name="Ellipse 1099">
              <a:extLst>
                <a:ext uri="{FF2B5EF4-FFF2-40B4-BE49-F238E27FC236}">
                  <a16:creationId xmlns:a16="http://schemas.microsoft.com/office/drawing/2014/main" id="{AFD546A1-219C-462A-8217-59C309781D94}"/>
                </a:ext>
              </a:extLst>
            </p:cNvPr>
            <p:cNvSpPr/>
            <p:nvPr/>
          </p:nvSpPr>
          <p:spPr bwMode="gray">
            <a:xfrm flipV="1">
              <a:off x="10379147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39" name="Ellipse 1100">
              <a:extLst>
                <a:ext uri="{FF2B5EF4-FFF2-40B4-BE49-F238E27FC236}">
                  <a16:creationId xmlns:a16="http://schemas.microsoft.com/office/drawing/2014/main" id="{81693DB7-C458-4716-A3F7-AE5E313DE2D5}"/>
                </a:ext>
              </a:extLst>
            </p:cNvPr>
            <p:cNvSpPr/>
            <p:nvPr/>
          </p:nvSpPr>
          <p:spPr bwMode="gray">
            <a:xfrm flipV="1">
              <a:off x="10587118" y="202146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40" name="Ellipse 1101">
              <a:extLst>
                <a:ext uri="{FF2B5EF4-FFF2-40B4-BE49-F238E27FC236}">
                  <a16:creationId xmlns:a16="http://schemas.microsoft.com/office/drawing/2014/main" id="{C87629C6-C971-4CFE-83A4-3C96D295DCC6}"/>
                </a:ext>
              </a:extLst>
            </p:cNvPr>
            <p:cNvSpPr/>
            <p:nvPr/>
          </p:nvSpPr>
          <p:spPr bwMode="gray">
            <a:xfrm flipV="1">
              <a:off x="10587118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41" name="Ellipse 1102">
              <a:extLst>
                <a:ext uri="{FF2B5EF4-FFF2-40B4-BE49-F238E27FC236}">
                  <a16:creationId xmlns:a16="http://schemas.microsoft.com/office/drawing/2014/main" id="{AEE153D3-DA7E-420B-8A5E-BBC4F8115151}"/>
                </a:ext>
              </a:extLst>
            </p:cNvPr>
            <p:cNvSpPr/>
            <p:nvPr/>
          </p:nvSpPr>
          <p:spPr bwMode="gray">
            <a:xfrm flipV="1">
              <a:off x="10684303" y="202146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42" name="Ellipse 1103">
              <a:extLst>
                <a:ext uri="{FF2B5EF4-FFF2-40B4-BE49-F238E27FC236}">
                  <a16:creationId xmlns:a16="http://schemas.microsoft.com/office/drawing/2014/main" id="{A67C1948-DB16-4027-9154-BBE9F10230D6}"/>
                </a:ext>
              </a:extLst>
            </p:cNvPr>
            <p:cNvSpPr/>
            <p:nvPr/>
          </p:nvSpPr>
          <p:spPr bwMode="gray">
            <a:xfrm flipV="1">
              <a:off x="10787307" y="202146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43" name="Ellipse 1104">
              <a:extLst>
                <a:ext uri="{FF2B5EF4-FFF2-40B4-BE49-F238E27FC236}">
                  <a16:creationId xmlns:a16="http://schemas.microsoft.com/office/drawing/2014/main" id="{8AE29876-D711-4820-8A09-227275614343}"/>
                </a:ext>
              </a:extLst>
            </p:cNvPr>
            <p:cNvSpPr/>
            <p:nvPr/>
          </p:nvSpPr>
          <p:spPr bwMode="gray">
            <a:xfrm flipV="1">
              <a:off x="10794137" y="2135502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44" name="Ellipse 1105">
              <a:extLst>
                <a:ext uri="{FF2B5EF4-FFF2-40B4-BE49-F238E27FC236}">
                  <a16:creationId xmlns:a16="http://schemas.microsoft.com/office/drawing/2014/main" id="{7C30841B-6E47-482D-A5C3-A7D7652D5261}"/>
                </a:ext>
              </a:extLst>
            </p:cNvPr>
            <p:cNvSpPr/>
            <p:nvPr/>
          </p:nvSpPr>
          <p:spPr bwMode="gray">
            <a:xfrm flipV="1">
              <a:off x="10587118" y="223432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45" name="Ellipse 1106">
              <a:extLst>
                <a:ext uri="{FF2B5EF4-FFF2-40B4-BE49-F238E27FC236}">
                  <a16:creationId xmlns:a16="http://schemas.microsoft.com/office/drawing/2014/main" id="{4A00BDBC-35C7-4B49-B888-CD8958B12A6A}"/>
                </a:ext>
              </a:extLst>
            </p:cNvPr>
            <p:cNvSpPr/>
            <p:nvPr/>
          </p:nvSpPr>
          <p:spPr bwMode="gray">
            <a:xfrm flipV="1">
              <a:off x="10279795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46" name="Ellipse 1107">
              <a:extLst>
                <a:ext uri="{FF2B5EF4-FFF2-40B4-BE49-F238E27FC236}">
                  <a16:creationId xmlns:a16="http://schemas.microsoft.com/office/drawing/2014/main" id="{AF4AC6B6-2957-4D7F-A599-A32AE5D2A72B}"/>
                </a:ext>
              </a:extLst>
            </p:cNvPr>
            <p:cNvSpPr/>
            <p:nvPr/>
          </p:nvSpPr>
          <p:spPr bwMode="gray">
            <a:xfrm flipV="1">
              <a:off x="10279795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47" name="Ellipse 1108">
              <a:extLst>
                <a:ext uri="{FF2B5EF4-FFF2-40B4-BE49-F238E27FC236}">
                  <a16:creationId xmlns:a16="http://schemas.microsoft.com/office/drawing/2014/main" id="{A569AF2D-18FE-47CF-BEC2-9992A7D44FCC}"/>
                </a:ext>
              </a:extLst>
            </p:cNvPr>
            <p:cNvSpPr/>
            <p:nvPr/>
          </p:nvSpPr>
          <p:spPr bwMode="gray">
            <a:xfrm flipV="1">
              <a:off x="10078105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48" name="Ellipse 1109">
              <a:extLst>
                <a:ext uri="{FF2B5EF4-FFF2-40B4-BE49-F238E27FC236}">
                  <a16:creationId xmlns:a16="http://schemas.microsoft.com/office/drawing/2014/main" id="{625B863F-50CB-43FB-BA44-6C98F1ECAE71}"/>
                </a:ext>
              </a:extLst>
            </p:cNvPr>
            <p:cNvSpPr/>
            <p:nvPr/>
          </p:nvSpPr>
          <p:spPr bwMode="gray">
            <a:xfrm flipV="1">
              <a:off x="10178629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49" name="Ellipse 1110">
              <a:extLst>
                <a:ext uri="{FF2B5EF4-FFF2-40B4-BE49-F238E27FC236}">
                  <a16:creationId xmlns:a16="http://schemas.microsoft.com/office/drawing/2014/main" id="{741D745B-9326-4796-ACE0-0A1A8DDE05C3}"/>
                </a:ext>
              </a:extLst>
            </p:cNvPr>
            <p:cNvSpPr/>
            <p:nvPr/>
          </p:nvSpPr>
          <p:spPr bwMode="gray">
            <a:xfrm flipV="1">
              <a:off x="10178629" y="1488599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50" name="Ellipse 1111">
              <a:extLst>
                <a:ext uri="{FF2B5EF4-FFF2-40B4-BE49-F238E27FC236}">
                  <a16:creationId xmlns:a16="http://schemas.microsoft.com/office/drawing/2014/main" id="{0F90D618-F506-40E4-83E4-24E3070EF090}"/>
                </a:ext>
              </a:extLst>
            </p:cNvPr>
            <p:cNvSpPr/>
            <p:nvPr/>
          </p:nvSpPr>
          <p:spPr bwMode="gray">
            <a:xfrm flipV="1">
              <a:off x="10084935" y="160243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51" name="Ellipse 1112">
              <a:extLst>
                <a:ext uri="{FF2B5EF4-FFF2-40B4-BE49-F238E27FC236}">
                  <a16:creationId xmlns:a16="http://schemas.microsoft.com/office/drawing/2014/main" id="{2D429B88-E5F4-47A7-BBF2-3F23E5EA77F6}"/>
                </a:ext>
              </a:extLst>
            </p:cNvPr>
            <p:cNvSpPr/>
            <p:nvPr/>
          </p:nvSpPr>
          <p:spPr bwMode="gray">
            <a:xfrm flipV="1">
              <a:off x="9972385" y="1488599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52" name="Ellipse 1113">
              <a:extLst>
                <a:ext uri="{FF2B5EF4-FFF2-40B4-BE49-F238E27FC236}">
                  <a16:creationId xmlns:a16="http://schemas.microsoft.com/office/drawing/2014/main" id="{2685557F-BBB6-46FF-BE26-B7BB4E793817}"/>
                </a:ext>
              </a:extLst>
            </p:cNvPr>
            <p:cNvSpPr/>
            <p:nvPr/>
          </p:nvSpPr>
          <p:spPr bwMode="gray">
            <a:xfrm flipV="1">
              <a:off x="9972385" y="159530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53" name="Ellipse 1114">
              <a:extLst>
                <a:ext uri="{FF2B5EF4-FFF2-40B4-BE49-F238E27FC236}">
                  <a16:creationId xmlns:a16="http://schemas.microsoft.com/office/drawing/2014/main" id="{C4B59D64-E192-44F5-8576-581CBEF2B4AA}"/>
                </a:ext>
              </a:extLst>
            </p:cNvPr>
            <p:cNvSpPr/>
            <p:nvPr/>
          </p:nvSpPr>
          <p:spPr bwMode="gray">
            <a:xfrm flipV="1">
              <a:off x="9972385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54" name="Ellipse 1115">
              <a:extLst>
                <a:ext uri="{FF2B5EF4-FFF2-40B4-BE49-F238E27FC236}">
                  <a16:creationId xmlns:a16="http://schemas.microsoft.com/office/drawing/2014/main" id="{A15B8C4B-6742-4D2F-81FA-F7942907BE08}"/>
                </a:ext>
              </a:extLst>
            </p:cNvPr>
            <p:cNvSpPr/>
            <p:nvPr/>
          </p:nvSpPr>
          <p:spPr bwMode="gray">
            <a:xfrm flipV="1">
              <a:off x="9972385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55" name="Ellipse 1116">
              <a:extLst>
                <a:ext uri="{FF2B5EF4-FFF2-40B4-BE49-F238E27FC236}">
                  <a16:creationId xmlns:a16="http://schemas.microsoft.com/office/drawing/2014/main" id="{1D9DCE5A-FD8D-4727-BB98-B84553809EE0}"/>
                </a:ext>
              </a:extLst>
            </p:cNvPr>
            <p:cNvSpPr/>
            <p:nvPr/>
          </p:nvSpPr>
          <p:spPr bwMode="gray">
            <a:xfrm flipV="1">
              <a:off x="9972385" y="244610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56" name="Ellipse 1117">
              <a:extLst>
                <a:ext uri="{FF2B5EF4-FFF2-40B4-BE49-F238E27FC236}">
                  <a16:creationId xmlns:a16="http://schemas.microsoft.com/office/drawing/2014/main" id="{DD807E71-55FD-4A01-A397-FBB85C651F14}"/>
                </a:ext>
              </a:extLst>
            </p:cNvPr>
            <p:cNvSpPr/>
            <p:nvPr/>
          </p:nvSpPr>
          <p:spPr bwMode="gray">
            <a:xfrm flipV="1">
              <a:off x="10078105" y="244610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57" name="Ellipse 1118">
              <a:extLst>
                <a:ext uri="{FF2B5EF4-FFF2-40B4-BE49-F238E27FC236}">
                  <a16:creationId xmlns:a16="http://schemas.microsoft.com/office/drawing/2014/main" id="{74BDFDFC-03CA-4C95-834C-9FE3D2B50A4F}"/>
                </a:ext>
              </a:extLst>
            </p:cNvPr>
            <p:cNvSpPr/>
            <p:nvPr/>
          </p:nvSpPr>
          <p:spPr bwMode="gray">
            <a:xfrm flipV="1">
              <a:off x="10279795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58" name="Ellipse 1119">
              <a:extLst>
                <a:ext uri="{FF2B5EF4-FFF2-40B4-BE49-F238E27FC236}">
                  <a16:creationId xmlns:a16="http://schemas.microsoft.com/office/drawing/2014/main" id="{06DA1526-2FA4-4731-B854-770B1C0B4BB9}"/>
                </a:ext>
              </a:extLst>
            </p:cNvPr>
            <p:cNvSpPr/>
            <p:nvPr/>
          </p:nvSpPr>
          <p:spPr bwMode="gray">
            <a:xfrm flipV="1">
              <a:off x="9876974" y="255068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59" name="Ellipse 1120">
              <a:extLst>
                <a:ext uri="{FF2B5EF4-FFF2-40B4-BE49-F238E27FC236}">
                  <a16:creationId xmlns:a16="http://schemas.microsoft.com/office/drawing/2014/main" id="{0BD73E76-7681-4E2F-ACDC-004AAA4B0D66}"/>
                </a:ext>
              </a:extLst>
            </p:cNvPr>
            <p:cNvSpPr/>
            <p:nvPr/>
          </p:nvSpPr>
          <p:spPr bwMode="gray">
            <a:xfrm flipV="1">
              <a:off x="9876974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60" name="Ellipse 1121">
              <a:extLst>
                <a:ext uri="{FF2B5EF4-FFF2-40B4-BE49-F238E27FC236}">
                  <a16:creationId xmlns:a16="http://schemas.microsoft.com/office/drawing/2014/main" id="{2A5D6722-9F25-448B-A218-8F233B4870EC}"/>
                </a:ext>
              </a:extLst>
            </p:cNvPr>
            <p:cNvSpPr/>
            <p:nvPr/>
          </p:nvSpPr>
          <p:spPr bwMode="gray">
            <a:xfrm flipV="1">
              <a:off x="9876974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61" name="Ellipse 1122">
              <a:extLst>
                <a:ext uri="{FF2B5EF4-FFF2-40B4-BE49-F238E27FC236}">
                  <a16:creationId xmlns:a16="http://schemas.microsoft.com/office/drawing/2014/main" id="{08F6FEFC-1A2F-45F9-95F0-53D249995E55}"/>
                </a:ext>
              </a:extLst>
            </p:cNvPr>
            <p:cNvSpPr/>
            <p:nvPr/>
          </p:nvSpPr>
          <p:spPr bwMode="gray">
            <a:xfrm flipV="1">
              <a:off x="9876974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62" name="Ellipse 1123">
              <a:extLst>
                <a:ext uri="{FF2B5EF4-FFF2-40B4-BE49-F238E27FC236}">
                  <a16:creationId xmlns:a16="http://schemas.microsoft.com/office/drawing/2014/main" id="{21A46180-97F7-4878-A7F5-9DC5AE884AB3}"/>
                </a:ext>
              </a:extLst>
            </p:cNvPr>
            <p:cNvSpPr/>
            <p:nvPr/>
          </p:nvSpPr>
          <p:spPr bwMode="gray">
            <a:xfrm flipV="1">
              <a:off x="9876974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63" name="Ellipse 1124">
              <a:extLst>
                <a:ext uri="{FF2B5EF4-FFF2-40B4-BE49-F238E27FC236}">
                  <a16:creationId xmlns:a16="http://schemas.microsoft.com/office/drawing/2014/main" id="{41B11F20-3FFB-4766-BC67-32CCE3673DED}"/>
                </a:ext>
              </a:extLst>
            </p:cNvPr>
            <p:cNvSpPr/>
            <p:nvPr/>
          </p:nvSpPr>
          <p:spPr bwMode="gray">
            <a:xfrm flipV="1">
              <a:off x="9876974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64" name="Ellipse 1125">
              <a:extLst>
                <a:ext uri="{FF2B5EF4-FFF2-40B4-BE49-F238E27FC236}">
                  <a16:creationId xmlns:a16="http://schemas.microsoft.com/office/drawing/2014/main" id="{C326E150-FEF3-4B46-82E5-1002F99E65BC}"/>
                </a:ext>
              </a:extLst>
            </p:cNvPr>
            <p:cNvSpPr/>
            <p:nvPr/>
          </p:nvSpPr>
          <p:spPr bwMode="gray">
            <a:xfrm flipV="1">
              <a:off x="9876974" y="1808890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65" name="Ellipse 1126">
              <a:extLst>
                <a:ext uri="{FF2B5EF4-FFF2-40B4-BE49-F238E27FC236}">
                  <a16:creationId xmlns:a16="http://schemas.microsoft.com/office/drawing/2014/main" id="{77816BCE-4DF1-4E3B-BA26-372BBC6F4D36}"/>
                </a:ext>
              </a:extLst>
            </p:cNvPr>
            <p:cNvSpPr/>
            <p:nvPr/>
          </p:nvSpPr>
          <p:spPr bwMode="gray">
            <a:xfrm flipV="1">
              <a:off x="9876974" y="1488599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66" name="Ellipse 1127">
              <a:extLst>
                <a:ext uri="{FF2B5EF4-FFF2-40B4-BE49-F238E27FC236}">
                  <a16:creationId xmlns:a16="http://schemas.microsoft.com/office/drawing/2014/main" id="{DC85FB51-776A-459A-A23B-A7715756D101}"/>
                </a:ext>
              </a:extLst>
            </p:cNvPr>
            <p:cNvSpPr/>
            <p:nvPr/>
          </p:nvSpPr>
          <p:spPr bwMode="gray">
            <a:xfrm flipV="1">
              <a:off x="9771920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67" name="Ellipse 1128">
              <a:extLst>
                <a:ext uri="{FF2B5EF4-FFF2-40B4-BE49-F238E27FC236}">
                  <a16:creationId xmlns:a16="http://schemas.microsoft.com/office/drawing/2014/main" id="{8EB2365E-A2DC-48B6-B43E-D9CE1F0F82CF}"/>
                </a:ext>
              </a:extLst>
            </p:cNvPr>
            <p:cNvSpPr/>
            <p:nvPr/>
          </p:nvSpPr>
          <p:spPr bwMode="gray">
            <a:xfrm flipV="1">
              <a:off x="9771920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68" name="Ellipse 1129">
              <a:extLst>
                <a:ext uri="{FF2B5EF4-FFF2-40B4-BE49-F238E27FC236}">
                  <a16:creationId xmlns:a16="http://schemas.microsoft.com/office/drawing/2014/main" id="{6A8E5A84-28E9-47BA-B031-4F616ECE598B}"/>
                </a:ext>
              </a:extLst>
            </p:cNvPr>
            <p:cNvSpPr/>
            <p:nvPr/>
          </p:nvSpPr>
          <p:spPr bwMode="gray">
            <a:xfrm flipV="1">
              <a:off x="9771920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69" name="Ellipse 1130">
              <a:extLst>
                <a:ext uri="{FF2B5EF4-FFF2-40B4-BE49-F238E27FC236}">
                  <a16:creationId xmlns:a16="http://schemas.microsoft.com/office/drawing/2014/main" id="{07FDBF45-2ED0-4D2A-98BB-F526C104883B}"/>
                </a:ext>
              </a:extLst>
            </p:cNvPr>
            <p:cNvSpPr/>
            <p:nvPr/>
          </p:nvSpPr>
          <p:spPr bwMode="gray">
            <a:xfrm flipV="1">
              <a:off x="9670168" y="25506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70" name="Ellipse 1131">
              <a:extLst>
                <a:ext uri="{FF2B5EF4-FFF2-40B4-BE49-F238E27FC236}">
                  <a16:creationId xmlns:a16="http://schemas.microsoft.com/office/drawing/2014/main" id="{994E9C6E-7D94-4ACB-B36C-2B3420A22075}"/>
                </a:ext>
              </a:extLst>
            </p:cNvPr>
            <p:cNvSpPr/>
            <p:nvPr/>
          </p:nvSpPr>
          <p:spPr bwMode="gray">
            <a:xfrm flipV="1">
              <a:off x="9568076" y="244610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71" name="Ellipse 1132">
              <a:extLst>
                <a:ext uri="{FF2B5EF4-FFF2-40B4-BE49-F238E27FC236}">
                  <a16:creationId xmlns:a16="http://schemas.microsoft.com/office/drawing/2014/main" id="{0D284797-F6A1-4C7A-88D2-EBBE03EC206C}"/>
                </a:ext>
              </a:extLst>
            </p:cNvPr>
            <p:cNvSpPr/>
            <p:nvPr/>
          </p:nvSpPr>
          <p:spPr bwMode="gray">
            <a:xfrm flipV="1">
              <a:off x="9670168" y="2339954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72" name="Ellipse 1133">
              <a:extLst>
                <a:ext uri="{FF2B5EF4-FFF2-40B4-BE49-F238E27FC236}">
                  <a16:creationId xmlns:a16="http://schemas.microsoft.com/office/drawing/2014/main" id="{AF3A153C-BDBD-4774-88EC-D48A10E02F1F}"/>
                </a:ext>
              </a:extLst>
            </p:cNvPr>
            <p:cNvSpPr/>
            <p:nvPr/>
          </p:nvSpPr>
          <p:spPr bwMode="gray">
            <a:xfrm flipV="1">
              <a:off x="9670168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73" name="Ellipse 1134">
              <a:extLst>
                <a:ext uri="{FF2B5EF4-FFF2-40B4-BE49-F238E27FC236}">
                  <a16:creationId xmlns:a16="http://schemas.microsoft.com/office/drawing/2014/main" id="{084ADF04-2551-4170-A0A8-518BFEFEC5B3}"/>
                </a:ext>
              </a:extLst>
            </p:cNvPr>
            <p:cNvSpPr/>
            <p:nvPr/>
          </p:nvSpPr>
          <p:spPr bwMode="gray">
            <a:xfrm flipV="1">
              <a:off x="9670168" y="1808890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74" name="Ellipse 1135">
              <a:extLst>
                <a:ext uri="{FF2B5EF4-FFF2-40B4-BE49-F238E27FC236}">
                  <a16:creationId xmlns:a16="http://schemas.microsoft.com/office/drawing/2014/main" id="{F7497BEB-8CBC-4076-9A75-A55DBA1DED45}"/>
                </a:ext>
              </a:extLst>
            </p:cNvPr>
            <p:cNvSpPr/>
            <p:nvPr/>
          </p:nvSpPr>
          <p:spPr bwMode="gray">
            <a:xfrm flipV="1">
              <a:off x="9670168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75" name="Ellipse 1136">
              <a:extLst>
                <a:ext uri="{FF2B5EF4-FFF2-40B4-BE49-F238E27FC236}">
                  <a16:creationId xmlns:a16="http://schemas.microsoft.com/office/drawing/2014/main" id="{2E0C9FB4-AEBE-44D9-9DEE-D624E25ECC06}"/>
                </a:ext>
              </a:extLst>
            </p:cNvPr>
            <p:cNvSpPr/>
            <p:nvPr/>
          </p:nvSpPr>
          <p:spPr bwMode="gray">
            <a:xfrm flipV="1">
              <a:off x="9568076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76" name="Ellipse 1137">
              <a:extLst>
                <a:ext uri="{FF2B5EF4-FFF2-40B4-BE49-F238E27FC236}">
                  <a16:creationId xmlns:a16="http://schemas.microsoft.com/office/drawing/2014/main" id="{DF1FBE14-C591-4A6B-BECF-A3090771EC25}"/>
                </a:ext>
              </a:extLst>
            </p:cNvPr>
            <p:cNvSpPr/>
            <p:nvPr/>
          </p:nvSpPr>
          <p:spPr bwMode="gray">
            <a:xfrm flipV="1">
              <a:off x="9568076" y="1808890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77" name="Ellipse 1138">
              <a:extLst>
                <a:ext uri="{FF2B5EF4-FFF2-40B4-BE49-F238E27FC236}">
                  <a16:creationId xmlns:a16="http://schemas.microsoft.com/office/drawing/2014/main" id="{2E2DD227-2498-47FC-A5CE-A25CBD502648}"/>
                </a:ext>
              </a:extLst>
            </p:cNvPr>
            <p:cNvSpPr/>
            <p:nvPr/>
          </p:nvSpPr>
          <p:spPr bwMode="gray">
            <a:xfrm flipV="1">
              <a:off x="9568076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78" name="Ellipse 1139">
              <a:extLst>
                <a:ext uri="{FF2B5EF4-FFF2-40B4-BE49-F238E27FC236}">
                  <a16:creationId xmlns:a16="http://schemas.microsoft.com/office/drawing/2014/main" id="{5045ADD9-E40C-4774-A41B-753E3E2D1444}"/>
                </a:ext>
              </a:extLst>
            </p:cNvPr>
            <p:cNvSpPr/>
            <p:nvPr/>
          </p:nvSpPr>
          <p:spPr bwMode="gray">
            <a:xfrm flipV="1">
              <a:off x="9568076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79" name="Ellipse 1140">
              <a:extLst>
                <a:ext uri="{FF2B5EF4-FFF2-40B4-BE49-F238E27FC236}">
                  <a16:creationId xmlns:a16="http://schemas.microsoft.com/office/drawing/2014/main" id="{362286BB-17AC-4AAA-88D2-AC8FC43F6284}"/>
                </a:ext>
              </a:extLst>
            </p:cNvPr>
            <p:cNvSpPr/>
            <p:nvPr/>
          </p:nvSpPr>
          <p:spPr bwMode="gray">
            <a:xfrm flipV="1">
              <a:off x="9568076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80" name="Ellipse 1141">
              <a:extLst>
                <a:ext uri="{FF2B5EF4-FFF2-40B4-BE49-F238E27FC236}">
                  <a16:creationId xmlns:a16="http://schemas.microsoft.com/office/drawing/2014/main" id="{D2064761-0131-43C7-8C7E-2CAB945ECD44}"/>
                </a:ext>
              </a:extLst>
            </p:cNvPr>
            <p:cNvSpPr/>
            <p:nvPr/>
          </p:nvSpPr>
          <p:spPr bwMode="gray">
            <a:xfrm flipV="1">
              <a:off x="9365124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81" name="Ellipse 1142">
              <a:extLst>
                <a:ext uri="{FF2B5EF4-FFF2-40B4-BE49-F238E27FC236}">
                  <a16:creationId xmlns:a16="http://schemas.microsoft.com/office/drawing/2014/main" id="{F153063C-2E39-41D9-9889-3AF27FE53C29}"/>
                </a:ext>
              </a:extLst>
            </p:cNvPr>
            <p:cNvSpPr/>
            <p:nvPr/>
          </p:nvSpPr>
          <p:spPr bwMode="gray">
            <a:xfrm flipV="1">
              <a:off x="9365124" y="1808890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82" name="Ellipse 1143">
              <a:extLst>
                <a:ext uri="{FF2B5EF4-FFF2-40B4-BE49-F238E27FC236}">
                  <a16:creationId xmlns:a16="http://schemas.microsoft.com/office/drawing/2014/main" id="{AE6FC278-DE25-4DA8-B49B-5BD5051128CA}"/>
                </a:ext>
              </a:extLst>
            </p:cNvPr>
            <p:cNvSpPr/>
            <p:nvPr/>
          </p:nvSpPr>
          <p:spPr bwMode="gray">
            <a:xfrm flipV="1">
              <a:off x="9061480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83" name="Ellipse 1144">
              <a:extLst>
                <a:ext uri="{FF2B5EF4-FFF2-40B4-BE49-F238E27FC236}">
                  <a16:creationId xmlns:a16="http://schemas.microsoft.com/office/drawing/2014/main" id="{45AF5D8D-DE1C-4F99-81FC-BC99D520EEC3}"/>
                </a:ext>
              </a:extLst>
            </p:cNvPr>
            <p:cNvSpPr/>
            <p:nvPr/>
          </p:nvSpPr>
          <p:spPr bwMode="gray">
            <a:xfrm flipV="1">
              <a:off x="9162701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84" name="Ellipse 1145">
              <a:extLst>
                <a:ext uri="{FF2B5EF4-FFF2-40B4-BE49-F238E27FC236}">
                  <a16:creationId xmlns:a16="http://schemas.microsoft.com/office/drawing/2014/main" id="{99C4E219-7C04-4FD7-AFD8-2F6BF98D2AA2}"/>
                </a:ext>
              </a:extLst>
            </p:cNvPr>
            <p:cNvSpPr/>
            <p:nvPr/>
          </p:nvSpPr>
          <p:spPr bwMode="gray">
            <a:xfrm flipV="1">
              <a:off x="8960337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85" name="Ellipse 1146">
              <a:extLst>
                <a:ext uri="{FF2B5EF4-FFF2-40B4-BE49-F238E27FC236}">
                  <a16:creationId xmlns:a16="http://schemas.microsoft.com/office/drawing/2014/main" id="{63C6AB0C-0337-40E0-8736-0AC9B98E4CEB}"/>
                </a:ext>
              </a:extLst>
            </p:cNvPr>
            <p:cNvSpPr/>
            <p:nvPr/>
          </p:nvSpPr>
          <p:spPr bwMode="gray">
            <a:xfrm flipV="1">
              <a:off x="8858964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86" name="Ellipse 1147">
              <a:extLst>
                <a:ext uri="{FF2B5EF4-FFF2-40B4-BE49-F238E27FC236}">
                  <a16:creationId xmlns:a16="http://schemas.microsoft.com/office/drawing/2014/main" id="{18154533-2074-4BC1-8230-F0723E679FC1}"/>
                </a:ext>
              </a:extLst>
            </p:cNvPr>
            <p:cNvSpPr/>
            <p:nvPr/>
          </p:nvSpPr>
          <p:spPr bwMode="gray">
            <a:xfrm flipV="1">
              <a:off x="8553584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87" name="Ellipse 1148">
              <a:extLst>
                <a:ext uri="{FF2B5EF4-FFF2-40B4-BE49-F238E27FC236}">
                  <a16:creationId xmlns:a16="http://schemas.microsoft.com/office/drawing/2014/main" id="{A58F7EF7-3A25-4D64-B132-6CB203C22A6A}"/>
                </a:ext>
              </a:extLst>
            </p:cNvPr>
            <p:cNvSpPr/>
            <p:nvPr/>
          </p:nvSpPr>
          <p:spPr bwMode="gray">
            <a:xfrm flipV="1">
              <a:off x="8553584" y="1808890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88" name="Ellipse 1149">
              <a:extLst>
                <a:ext uri="{FF2B5EF4-FFF2-40B4-BE49-F238E27FC236}">
                  <a16:creationId xmlns:a16="http://schemas.microsoft.com/office/drawing/2014/main" id="{5AF1DEEA-9A24-4F67-ACE5-FC8530E6FD17}"/>
                </a:ext>
              </a:extLst>
            </p:cNvPr>
            <p:cNvSpPr/>
            <p:nvPr/>
          </p:nvSpPr>
          <p:spPr bwMode="gray">
            <a:xfrm flipV="1">
              <a:off x="8553584" y="2339954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89" name="Ellipse 1150">
              <a:extLst>
                <a:ext uri="{FF2B5EF4-FFF2-40B4-BE49-F238E27FC236}">
                  <a16:creationId xmlns:a16="http://schemas.microsoft.com/office/drawing/2014/main" id="{3F5D00F7-C7AF-4BA7-9F7D-05AA63D47AB2}"/>
                </a:ext>
              </a:extLst>
            </p:cNvPr>
            <p:cNvSpPr/>
            <p:nvPr/>
          </p:nvSpPr>
          <p:spPr bwMode="gray">
            <a:xfrm flipV="1">
              <a:off x="8659406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90" name="Ellipse 1151">
              <a:extLst>
                <a:ext uri="{FF2B5EF4-FFF2-40B4-BE49-F238E27FC236}">
                  <a16:creationId xmlns:a16="http://schemas.microsoft.com/office/drawing/2014/main" id="{FE05E8EA-C70B-4EC1-A1F4-165755FF9105}"/>
                </a:ext>
              </a:extLst>
            </p:cNvPr>
            <p:cNvSpPr/>
            <p:nvPr/>
          </p:nvSpPr>
          <p:spPr bwMode="gray">
            <a:xfrm flipV="1">
              <a:off x="8451989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91" name="Ellipse 1152">
              <a:extLst>
                <a:ext uri="{FF2B5EF4-FFF2-40B4-BE49-F238E27FC236}">
                  <a16:creationId xmlns:a16="http://schemas.microsoft.com/office/drawing/2014/main" id="{F600BEAA-3FD5-4EF0-99FA-035B58AE68CC}"/>
                </a:ext>
              </a:extLst>
            </p:cNvPr>
            <p:cNvSpPr/>
            <p:nvPr/>
          </p:nvSpPr>
          <p:spPr bwMode="gray">
            <a:xfrm flipV="1">
              <a:off x="8451989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92" name="Ellipse 1153">
              <a:extLst>
                <a:ext uri="{FF2B5EF4-FFF2-40B4-BE49-F238E27FC236}">
                  <a16:creationId xmlns:a16="http://schemas.microsoft.com/office/drawing/2014/main" id="{8DA535F8-E966-462C-96FC-247421625E66}"/>
                </a:ext>
              </a:extLst>
            </p:cNvPr>
            <p:cNvSpPr/>
            <p:nvPr/>
          </p:nvSpPr>
          <p:spPr bwMode="gray">
            <a:xfrm flipV="1">
              <a:off x="8348358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93" name="Ellipse 1154">
              <a:extLst>
                <a:ext uri="{FF2B5EF4-FFF2-40B4-BE49-F238E27FC236}">
                  <a16:creationId xmlns:a16="http://schemas.microsoft.com/office/drawing/2014/main" id="{A1551083-A19F-4E46-B786-084209E11980}"/>
                </a:ext>
              </a:extLst>
            </p:cNvPr>
            <p:cNvSpPr/>
            <p:nvPr/>
          </p:nvSpPr>
          <p:spPr bwMode="gray">
            <a:xfrm flipV="1">
              <a:off x="8250768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94" name="Ellipse 1155">
              <a:extLst>
                <a:ext uri="{FF2B5EF4-FFF2-40B4-BE49-F238E27FC236}">
                  <a16:creationId xmlns:a16="http://schemas.microsoft.com/office/drawing/2014/main" id="{C235BAA7-282D-48F5-8A69-5C5816B623DD}"/>
                </a:ext>
              </a:extLst>
            </p:cNvPr>
            <p:cNvSpPr/>
            <p:nvPr/>
          </p:nvSpPr>
          <p:spPr bwMode="gray">
            <a:xfrm flipV="1">
              <a:off x="8250768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95" name="Ellipse 1156">
              <a:extLst>
                <a:ext uri="{FF2B5EF4-FFF2-40B4-BE49-F238E27FC236}">
                  <a16:creationId xmlns:a16="http://schemas.microsoft.com/office/drawing/2014/main" id="{E68A4893-4BC9-465F-9F72-BEE3C3EC3CCB}"/>
                </a:ext>
              </a:extLst>
            </p:cNvPr>
            <p:cNvSpPr/>
            <p:nvPr/>
          </p:nvSpPr>
          <p:spPr bwMode="gray">
            <a:xfrm flipV="1">
              <a:off x="8250768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96" name="Ellipse 1157">
              <a:extLst>
                <a:ext uri="{FF2B5EF4-FFF2-40B4-BE49-F238E27FC236}">
                  <a16:creationId xmlns:a16="http://schemas.microsoft.com/office/drawing/2014/main" id="{58A9AB41-4B31-4792-A95E-F7B26F2ABA34}"/>
                </a:ext>
              </a:extLst>
            </p:cNvPr>
            <p:cNvSpPr/>
            <p:nvPr/>
          </p:nvSpPr>
          <p:spPr bwMode="gray">
            <a:xfrm flipV="1">
              <a:off x="8149570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97" name="Ellipse 1158">
              <a:extLst>
                <a:ext uri="{FF2B5EF4-FFF2-40B4-BE49-F238E27FC236}">
                  <a16:creationId xmlns:a16="http://schemas.microsoft.com/office/drawing/2014/main" id="{A813D241-AED8-4E5D-9BE9-83026B8EE1AB}"/>
                </a:ext>
              </a:extLst>
            </p:cNvPr>
            <p:cNvSpPr/>
            <p:nvPr/>
          </p:nvSpPr>
          <p:spPr bwMode="gray">
            <a:xfrm flipV="1">
              <a:off x="8149570" y="244610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98" name="Ellipse 1159">
              <a:extLst>
                <a:ext uri="{FF2B5EF4-FFF2-40B4-BE49-F238E27FC236}">
                  <a16:creationId xmlns:a16="http://schemas.microsoft.com/office/drawing/2014/main" id="{14A19CED-D890-4301-B6AE-004A428C4336}"/>
                </a:ext>
              </a:extLst>
            </p:cNvPr>
            <p:cNvSpPr/>
            <p:nvPr/>
          </p:nvSpPr>
          <p:spPr bwMode="gray">
            <a:xfrm flipV="1">
              <a:off x="8149570" y="255068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99" name="Ellipse 1160">
              <a:extLst>
                <a:ext uri="{FF2B5EF4-FFF2-40B4-BE49-F238E27FC236}">
                  <a16:creationId xmlns:a16="http://schemas.microsoft.com/office/drawing/2014/main" id="{2222FF0A-CA1C-472F-B727-1DDA085D3E00}"/>
                </a:ext>
              </a:extLst>
            </p:cNvPr>
            <p:cNvSpPr/>
            <p:nvPr/>
          </p:nvSpPr>
          <p:spPr bwMode="gray">
            <a:xfrm flipV="1">
              <a:off x="8149570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00" name="Ellipse 1161">
              <a:extLst>
                <a:ext uri="{FF2B5EF4-FFF2-40B4-BE49-F238E27FC236}">
                  <a16:creationId xmlns:a16="http://schemas.microsoft.com/office/drawing/2014/main" id="{E7EEFF3F-6CFA-4BBB-8AE7-13DE05661582}"/>
                </a:ext>
              </a:extLst>
            </p:cNvPr>
            <p:cNvSpPr/>
            <p:nvPr/>
          </p:nvSpPr>
          <p:spPr bwMode="gray">
            <a:xfrm flipV="1">
              <a:off x="8149570" y="1808890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01" name="Ellipse 1162">
              <a:extLst>
                <a:ext uri="{FF2B5EF4-FFF2-40B4-BE49-F238E27FC236}">
                  <a16:creationId xmlns:a16="http://schemas.microsoft.com/office/drawing/2014/main" id="{1BA8E9C6-82D3-40A6-86BD-52FA22EECE0A}"/>
                </a:ext>
              </a:extLst>
            </p:cNvPr>
            <p:cNvSpPr/>
            <p:nvPr/>
          </p:nvSpPr>
          <p:spPr bwMode="gray">
            <a:xfrm flipV="1">
              <a:off x="8149570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02" name="Ellipse 1163">
              <a:extLst>
                <a:ext uri="{FF2B5EF4-FFF2-40B4-BE49-F238E27FC236}">
                  <a16:creationId xmlns:a16="http://schemas.microsoft.com/office/drawing/2014/main" id="{A0CB8FA7-5B67-42A6-B139-C33FCD3EDBCD}"/>
                </a:ext>
              </a:extLst>
            </p:cNvPr>
            <p:cNvSpPr/>
            <p:nvPr/>
          </p:nvSpPr>
          <p:spPr bwMode="gray">
            <a:xfrm flipV="1">
              <a:off x="8149570" y="159530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03" name="Ellipse 1164">
              <a:extLst>
                <a:ext uri="{FF2B5EF4-FFF2-40B4-BE49-F238E27FC236}">
                  <a16:creationId xmlns:a16="http://schemas.microsoft.com/office/drawing/2014/main" id="{A0871678-56A2-496A-8AB4-E741A09D166E}"/>
                </a:ext>
              </a:extLst>
            </p:cNvPr>
            <p:cNvSpPr/>
            <p:nvPr/>
          </p:nvSpPr>
          <p:spPr bwMode="gray">
            <a:xfrm flipV="1">
              <a:off x="8149570" y="145085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04" name="Ellipse 1165">
              <a:extLst>
                <a:ext uri="{FF2B5EF4-FFF2-40B4-BE49-F238E27FC236}">
                  <a16:creationId xmlns:a16="http://schemas.microsoft.com/office/drawing/2014/main" id="{E03E1EA5-6B20-4958-9461-5C9720D8BE54}"/>
                </a:ext>
              </a:extLst>
            </p:cNvPr>
            <p:cNvSpPr/>
            <p:nvPr/>
          </p:nvSpPr>
          <p:spPr bwMode="gray">
            <a:xfrm flipV="1">
              <a:off x="8046330" y="159530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05" name="Ellipse 1166">
              <a:extLst>
                <a:ext uri="{FF2B5EF4-FFF2-40B4-BE49-F238E27FC236}">
                  <a16:creationId xmlns:a16="http://schemas.microsoft.com/office/drawing/2014/main" id="{F8E8B6EF-CD0A-4FD1-9797-0EBAE1BAA7D9}"/>
                </a:ext>
              </a:extLst>
            </p:cNvPr>
            <p:cNvSpPr/>
            <p:nvPr/>
          </p:nvSpPr>
          <p:spPr bwMode="gray">
            <a:xfrm flipV="1">
              <a:off x="8046330" y="145085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06" name="Ellipse 1167">
              <a:extLst>
                <a:ext uri="{FF2B5EF4-FFF2-40B4-BE49-F238E27FC236}">
                  <a16:creationId xmlns:a16="http://schemas.microsoft.com/office/drawing/2014/main" id="{074F6661-190D-4FF2-8686-12B2D18BCA0D}"/>
                </a:ext>
              </a:extLst>
            </p:cNvPr>
            <p:cNvSpPr/>
            <p:nvPr/>
          </p:nvSpPr>
          <p:spPr bwMode="gray">
            <a:xfrm flipV="1">
              <a:off x="7943920" y="159530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07" name="Ellipse 1168">
              <a:extLst>
                <a:ext uri="{FF2B5EF4-FFF2-40B4-BE49-F238E27FC236}">
                  <a16:creationId xmlns:a16="http://schemas.microsoft.com/office/drawing/2014/main" id="{98F0E409-326B-4A06-A248-CC18C9A5F461}"/>
                </a:ext>
              </a:extLst>
            </p:cNvPr>
            <p:cNvSpPr/>
            <p:nvPr/>
          </p:nvSpPr>
          <p:spPr bwMode="gray">
            <a:xfrm flipV="1">
              <a:off x="8046330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08" name="Ellipse 1169">
              <a:extLst>
                <a:ext uri="{FF2B5EF4-FFF2-40B4-BE49-F238E27FC236}">
                  <a16:creationId xmlns:a16="http://schemas.microsoft.com/office/drawing/2014/main" id="{27A4B14D-689B-45EE-80C4-FEB90C93FEA2}"/>
                </a:ext>
              </a:extLst>
            </p:cNvPr>
            <p:cNvSpPr/>
            <p:nvPr/>
          </p:nvSpPr>
          <p:spPr bwMode="gray">
            <a:xfrm flipV="1">
              <a:off x="7943920" y="223432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09" name="Ellipse 1170">
              <a:extLst>
                <a:ext uri="{FF2B5EF4-FFF2-40B4-BE49-F238E27FC236}">
                  <a16:creationId xmlns:a16="http://schemas.microsoft.com/office/drawing/2014/main" id="{C6BA9CD1-08A5-4998-9DE9-1E2BDC19F073}"/>
                </a:ext>
              </a:extLst>
            </p:cNvPr>
            <p:cNvSpPr/>
            <p:nvPr/>
          </p:nvSpPr>
          <p:spPr bwMode="gray">
            <a:xfrm flipV="1">
              <a:off x="7943920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10" name="Ellipse 1171">
              <a:extLst>
                <a:ext uri="{FF2B5EF4-FFF2-40B4-BE49-F238E27FC236}">
                  <a16:creationId xmlns:a16="http://schemas.microsoft.com/office/drawing/2014/main" id="{919CF734-26C5-4DD5-8A82-15C9F5E64F1C}"/>
                </a:ext>
              </a:extLst>
            </p:cNvPr>
            <p:cNvSpPr/>
            <p:nvPr/>
          </p:nvSpPr>
          <p:spPr bwMode="gray">
            <a:xfrm flipV="1">
              <a:off x="7943920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11" name="Ellipse 1172">
              <a:extLst>
                <a:ext uri="{FF2B5EF4-FFF2-40B4-BE49-F238E27FC236}">
                  <a16:creationId xmlns:a16="http://schemas.microsoft.com/office/drawing/2014/main" id="{86C4C678-FFFB-4B35-9F3C-FD4BF4226DED}"/>
                </a:ext>
              </a:extLst>
            </p:cNvPr>
            <p:cNvSpPr/>
            <p:nvPr/>
          </p:nvSpPr>
          <p:spPr bwMode="gray">
            <a:xfrm flipV="1">
              <a:off x="7943920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12" name="Ellipse 1173">
              <a:extLst>
                <a:ext uri="{FF2B5EF4-FFF2-40B4-BE49-F238E27FC236}">
                  <a16:creationId xmlns:a16="http://schemas.microsoft.com/office/drawing/2014/main" id="{E5662C54-A2ED-4B63-96CC-A4CA93FD7DFD}"/>
                </a:ext>
              </a:extLst>
            </p:cNvPr>
            <p:cNvSpPr/>
            <p:nvPr/>
          </p:nvSpPr>
          <p:spPr bwMode="gray">
            <a:xfrm flipV="1">
              <a:off x="7943920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13" name="Ellipse 1174">
              <a:extLst>
                <a:ext uri="{FF2B5EF4-FFF2-40B4-BE49-F238E27FC236}">
                  <a16:creationId xmlns:a16="http://schemas.microsoft.com/office/drawing/2014/main" id="{77F4582A-607F-46A7-A87F-5F97211B13F9}"/>
                </a:ext>
              </a:extLst>
            </p:cNvPr>
            <p:cNvSpPr/>
            <p:nvPr/>
          </p:nvSpPr>
          <p:spPr bwMode="gray">
            <a:xfrm flipV="1">
              <a:off x="7843764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14" name="Ellipse 1175">
              <a:extLst>
                <a:ext uri="{FF2B5EF4-FFF2-40B4-BE49-F238E27FC236}">
                  <a16:creationId xmlns:a16="http://schemas.microsoft.com/office/drawing/2014/main" id="{03C3CADB-282D-4014-8AA4-0488D547142D}"/>
                </a:ext>
              </a:extLst>
            </p:cNvPr>
            <p:cNvSpPr/>
            <p:nvPr/>
          </p:nvSpPr>
          <p:spPr bwMode="gray">
            <a:xfrm flipV="1">
              <a:off x="7843764" y="1808890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15" name="Ellipse 1176">
              <a:extLst>
                <a:ext uri="{FF2B5EF4-FFF2-40B4-BE49-F238E27FC236}">
                  <a16:creationId xmlns:a16="http://schemas.microsoft.com/office/drawing/2014/main" id="{27E43FD0-B019-4D26-94F8-B92E6B7F6800}"/>
                </a:ext>
              </a:extLst>
            </p:cNvPr>
            <p:cNvSpPr/>
            <p:nvPr/>
          </p:nvSpPr>
          <p:spPr bwMode="gray">
            <a:xfrm flipV="1">
              <a:off x="7843764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16" name="Ellipse 1177">
              <a:extLst>
                <a:ext uri="{FF2B5EF4-FFF2-40B4-BE49-F238E27FC236}">
                  <a16:creationId xmlns:a16="http://schemas.microsoft.com/office/drawing/2014/main" id="{0EB4A7C8-DACC-4B1E-8D9B-FE05604F9608}"/>
                </a:ext>
              </a:extLst>
            </p:cNvPr>
            <p:cNvSpPr/>
            <p:nvPr/>
          </p:nvSpPr>
          <p:spPr bwMode="gray">
            <a:xfrm flipV="1">
              <a:off x="7843764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17" name="Ellipse 1178">
              <a:extLst>
                <a:ext uri="{FF2B5EF4-FFF2-40B4-BE49-F238E27FC236}">
                  <a16:creationId xmlns:a16="http://schemas.microsoft.com/office/drawing/2014/main" id="{FC6280D3-C824-4231-B8DA-0166B6C2CEB1}"/>
                </a:ext>
              </a:extLst>
            </p:cNvPr>
            <p:cNvSpPr/>
            <p:nvPr/>
          </p:nvSpPr>
          <p:spPr bwMode="gray">
            <a:xfrm flipV="1">
              <a:off x="7843764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18" name="Ellipse 1179">
              <a:extLst>
                <a:ext uri="{FF2B5EF4-FFF2-40B4-BE49-F238E27FC236}">
                  <a16:creationId xmlns:a16="http://schemas.microsoft.com/office/drawing/2014/main" id="{21EF013E-D57C-492D-95BA-031C2EB3FBCC}"/>
                </a:ext>
              </a:extLst>
            </p:cNvPr>
            <p:cNvSpPr/>
            <p:nvPr/>
          </p:nvSpPr>
          <p:spPr bwMode="gray">
            <a:xfrm flipV="1">
              <a:off x="7843764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19" name="Ellipse 1180">
              <a:extLst>
                <a:ext uri="{FF2B5EF4-FFF2-40B4-BE49-F238E27FC236}">
                  <a16:creationId xmlns:a16="http://schemas.microsoft.com/office/drawing/2014/main" id="{5C488886-CEB7-4B20-97A7-AA4F8DF13EC9}"/>
                </a:ext>
              </a:extLst>
            </p:cNvPr>
            <p:cNvSpPr/>
            <p:nvPr/>
          </p:nvSpPr>
          <p:spPr bwMode="gray">
            <a:xfrm flipV="1">
              <a:off x="7741330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20" name="Ellipse 1181">
              <a:extLst>
                <a:ext uri="{FF2B5EF4-FFF2-40B4-BE49-F238E27FC236}">
                  <a16:creationId xmlns:a16="http://schemas.microsoft.com/office/drawing/2014/main" id="{711F91CC-BC4A-4D75-B9B8-8C3EF0242310}"/>
                </a:ext>
              </a:extLst>
            </p:cNvPr>
            <p:cNvSpPr/>
            <p:nvPr/>
          </p:nvSpPr>
          <p:spPr bwMode="gray">
            <a:xfrm flipV="1">
              <a:off x="7741330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21" name="Ellipse 1182">
              <a:extLst>
                <a:ext uri="{FF2B5EF4-FFF2-40B4-BE49-F238E27FC236}">
                  <a16:creationId xmlns:a16="http://schemas.microsoft.com/office/drawing/2014/main" id="{EADCA100-9842-4BC6-B65E-0902FF5A5660}"/>
                </a:ext>
              </a:extLst>
            </p:cNvPr>
            <p:cNvSpPr/>
            <p:nvPr/>
          </p:nvSpPr>
          <p:spPr bwMode="gray">
            <a:xfrm flipV="1">
              <a:off x="7741330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22" name="Ellipse 1183">
              <a:extLst>
                <a:ext uri="{FF2B5EF4-FFF2-40B4-BE49-F238E27FC236}">
                  <a16:creationId xmlns:a16="http://schemas.microsoft.com/office/drawing/2014/main" id="{834705EF-FB94-47A9-88DF-BD21CFF8C28E}"/>
                </a:ext>
              </a:extLst>
            </p:cNvPr>
            <p:cNvSpPr/>
            <p:nvPr/>
          </p:nvSpPr>
          <p:spPr bwMode="gray">
            <a:xfrm flipV="1">
              <a:off x="7741330" y="244610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23" name="Ellipse 1184">
              <a:extLst>
                <a:ext uri="{FF2B5EF4-FFF2-40B4-BE49-F238E27FC236}">
                  <a16:creationId xmlns:a16="http://schemas.microsoft.com/office/drawing/2014/main" id="{C0552553-EDEE-45E0-A452-9270EF38C5BC}"/>
                </a:ext>
              </a:extLst>
            </p:cNvPr>
            <p:cNvSpPr/>
            <p:nvPr/>
          </p:nvSpPr>
          <p:spPr bwMode="gray">
            <a:xfrm flipV="1">
              <a:off x="7741330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24" name="Ellipse 1185">
              <a:extLst>
                <a:ext uri="{FF2B5EF4-FFF2-40B4-BE49-F238E27FC236}">
                  <a16:creationId xmlns:a16="http://schemas.microsoft.com/office/drawing/2014/main" id="{3A2D4B4B-8814-4916-A3C5-1AC88187449D}"/>
                </a:ext>
              </a:extLst>
            </p:cNvPr>
            <p:cNvSpPr/>
            <p:nvPr/>
          </p:nvSpPr>
          <p:spPr bwMode="gray">
            <a:xfrm flipV="1">
              <a:off x="7741330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25" name="Ellipse 1186">
              <a:extLst>
                <a:ext uri="{FF2B5EF4-FFF2-40B4-BE49-F238E27FC236}">
                  <a16:creationId xmlns:a16="http://schemas.microsoft.com/office/drawing/2014/main" id="{C46894B8-97E4-447E-B941-EDDFE0EBF94E}"/>
                </a:ext>
              </a:extLst>
            </p:cNvPr>
            <p:cNvSpPr/>
            <p:nvPr/>
          </p:nvSpPr>
          <p:spPr bwMode="gray">
            <a:xfrm flipV="1">
              <a:off x="7741330" y="159530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26" name="Ellipse 1187">
              <a:extLst>
                <a:ext uri="{FF2B5EF4-FFF2-40B4-BE49-F238E27FC236}">
                  <a16:creationId xmlns:a16="http://schemas.microsoft.com/office/drawing/2014/main" id="{E2D6C16A-0CD9-48A4-9DA6-E79109514983}"/>
                </a:ext>
              </a:extLst>
            </p:cNvPr>
            <p:cNvSpPr/>
            <p:nvPr/>
          </p:nvSpPr>
          <p:spPr bwMode="gray">
            <a:xfrm flipV="1">
              <a:off x="7639971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27" name="Ellipse 1188">
              <a:extLst>
                <a:ext uri="{FF2B5EF4-FFF2-40B4-BE49-F238E27FC236}">
                  <a16:creationId xmlns:a16="http://schemas.microsoft.com/office/drawing/2014/main" id="{017210AB-8BC7-4D9C-B900-E176F326389C}"/>
                </a:ext>
              </a:extLst>
            </p:cNvPr>
            <p:cNvSpPr/>
            <p:nvPr/>
          </p:nvSpPr>
          <p:spPr bwMode="gray">
            <a:xfrm flipV="1">
              <a:off x="7639971" y="159530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28" name="Ellipse 1189">
              <a:extLst>
                <a:ext uri="{FF2B5EF4-FFF2-40B4-BE49-F238E27FC236}">
                  <a16:creationId xmlns:a16="http://schemas.microsoft.com/office/drawing/2014/main" id="{5E965AB5-5235-44AC-A159-4470F2D1C3C0}"/>
                </a:ext>
              </a:extLst>
            </p:cNvPr>
            <p:cNvSpPr/>
            <p:nvPr/>
          </p:nvSpPr>
          <p:spPr bwMode="gray">
            <a:xfrm flipV="1">
              <a:off x="7843764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29" name="Ellipse 1190">
              <a:extLst>
                <a:ext uri="{FF2B5EF4-FFF2-40B4-BE49-F238E27FC236}">
                  <a16:creationId xmlns:a16="http://schemas.microsoft.com/office/drawing/2014/main" id="{C75A5016-2F3E-45E8-983A-BEF5ECFE56B9}"/>
                </a:ext>
              </a:extLst>
            </p:cNvPr>
            <p:cNvSpPr/>
            <p:nvPr/>
          </p:nvSpPr>
          <p:spPr bwMode="gray">
            <a:xfrm flipV="1">
              <a:off x="7639971" y="191608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30" name="Ellipse 1191">
              <a:extLst>
                <a:ext uri="{FF2B5EF4-FFF2-40B4-BE49-F238E27FC236}">
                  <a16:creationId xmlns:a16="http://schemas.microsoft.com/office/drawing/2014/main" id="{E9D918E2-ADF0-488D-9A4C-43B8509B395C}"/>
                </a:ext>
              </a:extLst>
            </p:cNvPr>
            <p:cNvSpPr/>
            <p:nvPr/>
          </p:nvSpPr>
          <p:spPr bwMode="gray">
            <a:xfrm flipV="1">
              <a:off x="7639971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31" name="Ellipse 1192">
              <a:extLst>
                <a:ext uri="{FF2B5EF4-FFF2-40B4-BE49-F238E27FC236}">
                  <a16:creationId xmlns:a16="http://schemas.microsoft.com/office/drawing/2014/main" id="{3D209ACC-56B1-4FC1-BAE6-C3EF8371ECE7}"/>
                </a:ext>
              </a:extLst>
            </p:cNvPr>
            <p:cNvSpPr/>
            <p:nvPr/>
          </p:nvSpPr>
          <p:spPr bwMode="gray">
            <a:xfrm flipV="1">
              <a:off x="7639971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32" name="Ellipse 1193">
              <a:extLst>
                <a:ext uri="{FF2B5EF4-FFF2-40B4-BE49-F238E27FC236}">
                  <a16:creationId xmlns:a16="http://schemas.microsoft.com/office/drawing/2014/main" id="{02C8F1D2-FEEC-4D29-A6FA-277D5A335630}"/>
                </a:ext>
              </a:extLst>
            </p:cNvPr>
            <p:cNvSpPr/>
            <p:nvPr/>
          </p:nvSpPr>
          <p:spPr bwMode="gray">
            <a:xfrm flipV="1">
              <a:off x="7639971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33" name="Ellipse 1194">
              <a:extLst>
                <a:ext uri="{FF2B5EF4-FFF2-40B4-BE49-F238E27FC236}">
                  <a16:creationId xmlns:a16="http://schemas.microsoft.com/office/drawing/2014/main" id="{9D96CAA8-D9DE-4FB5-BA09-5612FE7D85BE}"/>
                </a:ext>
              </a:extLst>
            </p:cNvPr>
            <p:cNvSpPr/>
            <p:nvPr/>
          </p:nvSpPr>
          <p:spPr bwMode="gray">
            <a:xfrm flipV="1">
              <a:off x="7639971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34" name="Ellipse 1195">
              <a:extLst>
                <a:ext uri="{FF2B5EF4-FFF2-40B4-BE49-F238E27FC236}">
                  <a16:creationId xmlns:a16="http://schemas.microsoft.com/office/drawing/2014/main" id="{D38DA9CC-2819-434B-AB7B-372BECBCCE7E}"/>
                </a:ext>
              </a:extLst>
            </p:cNvPr>
            <p:cNvSpPr/>
            <p:nvPr/>
          </p:nvSpPr>
          <p:spPr bwMode="gray">
            <a:xfrm flipV="1">
              <a:off x="7639971" y="244610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35" name="Ellipse 1196">
              <a:extLst>
                <a:ext uri="{FF2B5EF4-FFF2-40B4-BE49-F238E27FC236}">
                  <a16:creationId xmlns:a16="http://schemas.microsoft.com/office/drawing/2014/main" id="{D29C6435-4041-4313-A227-58EAFB671EBB}"/>
                </a:ext>
              </a:extLst>
            </p:cNvPr>
            <p:cNvSpPr/>
            <p:nvPr/>
          </p:nvSpPr>
          <p:spPr bwMode="gray">
            <a:xfrm flipV="1">
              <a:off x="7542773" y="244610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36" name="Ellipse 1197">
              <a:extLst>
                <a:ext uri="{FF2B5EF4-FFF2-40B4-BE49-F238E27FC236}">
                  <a16:creationId xmlns:a16="http://schemas.microsoft.com/office/drawing/2014/main" id="{DC634B92-6EB4-4EBC-834E-25F8A6C09324}"/>
                </a:ext>
              </a:extLst>
            </p:cNvPr>
            <p:cNvSpPr/>
            <p:nvPr/>
          </p:nvSpPr>
          <p:spPr bwMode="gray">
            <a:xfrm flipV="1">
              <a:off x="7542773" y="25506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37" name="Ellipse 1198">
              <a:extLst>
                <a:ext uri="{FF2B5EF4-FFF2-40B4-BE49-F238E27FC236}">
                  <a16:creationId xmlns:a16="http://schemas.microsoft.com/office/drawing/2014/main" id="{DD820105-36A5-4466-B7E5-31D59E26CAD3}"/>
                </a:ext>
              </a:extLst>
            </p:cNvPr>
            <p:cNvSpPr/>
            <p:nvPr/>
          </p:nvSpPr>
          <p:spPr bwMode="gray">
            <a:xfrm flipV="1">
              <a:off x="7542773" y="2128366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38" name="Ellipse 1199">
              <a:extLst>
                <a:ext uri="{FF2B5EF4-FFF2-40B4-BE49-F238E27FC236}">
                  <a16:creationId xmlns:a16="http://schemas.microsoft.com/office/drawing/2014/main" id="{F3A7DF89-65B7-4541-B164-93C33096F619}"/>
                </a:ext>
              </a:extLst>
            </p:cNvPr>
            <p:cNvSpPr/>
            <p:nvPr/>
          </p:nvSpPr>
          <p:spPr bwMode="gray">
            <a:xfrm flipV="1">
              <a:off x="7542773" y="223432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39" name="Ellipse 1200">
              <a:extLst>
                <a:ext uri="{FF2B5EF4-FFF2-40B4-BE49-F238E27FC236}">
                  <a16:creationId xmlns:a16="http://schemas.microsoft.com/office/drawing/2014/main" id="{B226C8D9-5354-4570-86E5-2676A6F57620}"/>
                </a:ext>
              </a:extLst>
            </p:cNvPr>
            <p:cNvSpPr/>
            <p:nvPr/>
          </p:nvSpPr>
          <p:spPr bwMode="gray">
            <a:xfrm flipV="1">
              <a:off x="7542773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40" name="Ellipse 1201">
              <a:extLst>
                <a:ext uri="{FF2B5EF4-FFF2-40B4-BE49-F238E27FC236}">
                  <a16:creationId xmlns:a16="http://schemas.microsoft.com/office/drawing/2014/main" id="{D1E689CA-FD9A-492B-8523-4313E5FB5A4D}"/>
                </a:ext>
              </a:extLst>
            </p:cNvPr>
            <p:cNvSpPr/>
            <p:nvPr/>
          </p:nvSpPr>
          <p:spPr bwMode="gray">
            <a:xfrm flipV="1">
              <a:off x="7542773" y="1808890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41" name="Ellipse 1202">
              <a:extLst>
                <a:ext uri="{FF2B5EF4-FFF2-40B4-BE49-F238E27FC236}">
                  <a16:creationId xmlns:a16="http://schemas.microsoft.com/office/drawing/2014/main" id="{9AEB9F73-89A9-498B-8C7A-D9885ADB34DB}"/>
                </a:ext>
              </a:extLst>
            </p:cNvPr>
            <p:cNvSpPr/>
            <p:nvPr/>
          </p:nvSpPr>
          <p:spPr bwMode="gray">
            <a:xfrm flipV="1">
              <a:off x="7542773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42" name="Ellipse 1203">
              <a:extLst>
                <a:ext uri="{FF2B5EF4-FFF2-40B4-BE49-F238E27FC236}">
                  <a16:creationId xmlns:a16="http://schemas.microsoft.com/office/drawing/2014/main" id="{31A4A873-A5CF-47C2-A9B2-135BF5C1C2CF}"/>
                </a:ext>
              </a:extLst>
            </p:cNvPr>
            <p:cNvSpPr/>
            <p:nvPr/>
          </p:nvSpPr>
          <p:spPr bwMode="gray">
            <a:xfrm flipV="1">
              <a:off x="7435148" y="170077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43" name="Ellipse 1204">
              <a:extLst>
                <a:ext uri="{FF2B5EF4-FFF2-40B4-BE49-F238E27FC236}">
                  <a16:creationId xmlns:a16="http://schemas.microsoft.com/office/drawing/2014/main" id="{B71DC308-B4A5-4729-87A9-81177432F306}"/>
                </a:ext>
              </a:extLst>
            </p:cNvPr>
            <p:cNvSpPr/>
            <p:nvPr/>
          </p:nvSpPr>
          <p:spPr bwMode="gray">
            <a:xfrm flipV="1">
              <a:off x="7435148" y="1808890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44" name="Ellipse 1205">
              <a:extLst>
                <a:ext uri="{FF2B5EF4-FFF2-40B4-BE49-F238E27FC236}">
                  <a16:creationId xmlns:a16="http://schemas.microsoft.com/office/drawing/2014/main" id="{EBC27907-8488-4237-9D26-5B70EBC2ACA6}"/>
                </a:ext>
              </a:extLst>
            </p:cNvPr>
            <p:cNvSpPr/>
            <p:nvPr/>
          </p:nvSpPr>
          <p:spPr bwMode="gray">
            <a:xfrm flipV="1">
              <a:off x="7435148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45" name="Ellipse 1206">
              <a:extLst>
                <a:ext uri="{FF2B5EF4-FFF2-40B4-BE49-F238E27FC236}">
                  <a16:creationId xmlns:a16="http://schemas.microsoft.com/office/drawing/2014/main" id="{52EC6B30-0AA1-4F2D-91A9-69C4AF74B4C7}"/>
                </a:ext>
              </a:extLst>
            </p:cNvPr>
            <p:cNvSpPr/>
            <p:nvPr/>
          </p:nvSpPr>
          <p:spPr bwMode="gray">
            <a:xfrm flipV="1">
              <a:off x="7435148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46" name="Ellipse 1207">
              <a:extLst>
                <a:ext uri="{FF2B5EF4-FFF2-40B4-BE49-F238E27FC236}">
                  <a16:creationId xmlns:a16="http://schemas.microsoft.com/office/drawing/2014/main" id="{5CF8252D-D73B-4EF4-AF07-8889B9C73854}"/>
                </a:ext>
              </a:extLst>
            </p:cNvPr>
            <p:cNvSpPr/>
            <p:nvPr/>
          </p:nvSpPr>
          <p:spPr bwMode="gray">
            <a:xfrm flipV="1">
              <a:off x="7435148" y="2128366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47" name="Ellipse 1208">
              <a:extLst>
                <a:ext uri="{FF2B5EF4-FFF2-40B4-BE49-F238E27FC236}">
                  <a16:creationId xmlns:a16="http://schemas.microsoft.com/office/drawing/2014/main" id="{44267556-04EC-4441-A2BD-3F6BAC015615}"/>
                </a:ext>
              </a:extLst>
            </p:cNvPr>
            <p:cNvSpPr/>
            <p:nvPr/>
          </p:nvSpPr>
          <p:spPr bwMode="gray">
            <a:xfrm flipV="1">
              <a:off x="7337764" y="170077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48" name="Ellipse 1209">
              <a:extLst>
                <a:ext uri="{FF2B5EF4-FFF2-40B4-BE49-F238E27FC236}">
                  <a16:creationId xmlns:a16="http://schemas.microsoft.com/office/drawing/2014/main" id="{AF86C227-B92D-4EDF-9808-3D4A10DB2238}"/>
                </a:ext>
              </a:extLst>
            </p:cNvPr>
            <p:cNvSpPr/>
            <p:nvPr/>
          </p:nvSpPr>
          <p:spPr bwMode="gray">
            <a:xfrm flipV="1">
              <a:off x="7232753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49" name="Ellipse 1210">
              <a:extLst>
                <a:ext uri="{FF2B5EF4-FFF2-40B4-BE49-F238E27FC236}">
                  <a16:creationId xmlns:a16="http://schemas.microsoft.com/office/drawing/2014/main" id="{55B03523-E4C8-45DB-868E-24416D8F8245}"/>
                </a:ext>
              </a:extLst>
            </p:cNvPr>
            <p:cNvSpPr/>
            <p:nvPr/>
          </p:nvSpPr>
          <p:spPr bwMode="gray">
            <a:xfrm flipV="1">
              <a:off x="7232753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50" name="Ellipse 1211">
              <a:extLst>
                <a:ext uri="{FF2B5EF4-FFF2-40B4-BE49-F238E27FC236}">
                  <a16:creationId xmlns:a16="http://schemas.microsoft.com/office/drawing/2014/main" id="{BBAF9E3F-CF5B-40DB-B820-DC8B77CB13C3}"/>
                </a:ext>
              </a:extLst>
            </p:cNvPr>
            <p:cNvSpPr/>
            <p:nvPr/>
          </p:nvSpPr>
          <p:spPr bwMode="gray">
            <a:xfrm flipV="1">
              <a:off x="7232753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51" name="Ellipse 1212">
              <a:extLst>
                <a:ext uri="{FF2B5EF4-FFF2-40B4-BE49-F238E27FC236}">
                  <a16:creationId xmlns:a16="http://schemas.microsoft.com/office/drawing/2014/main" id="{B270C0EB-B1F1-4751-B85B-C859FBDDCF10}"/>
                </a:ext>
              </a:extLst>
            </p:cNvPr>
            <p:cNvSpPr/>
            <p:nvPr/>
          </p:nvSpPr>
          <p:spPr bwMode="gray">
            <a:xfrm flipV="1">
              <a:off x="7232753" y="223432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52" name="Ellipse 1213">
              <a:extLst>
                <a:ext uri="{FF2B5EF4-FFF2-40B4-BE49-F238E27FC236}">
                  <a16:creationId xmlns:a16="http://schemas.microsoft.com/office/drawing/2014/main" id="{28DCBAD9-6C2C-41A1-833D-DE9E49563DC0}"/>
                </a:ext>
              </a:extLst>
            </p:cNvPr>
            <p:cNvSpPr/>
            <p:nvPr/>
          </p:nvSpPr>
          <p:spPr bwMode="gray">
            <a:xfrm flipV="1">
              <a:off x="7337764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53" name="Ellipse 1214">
              <a:extLst>
                <a:ext uri="{FF2B5EF4-FFF2-40B4-BE49-F238E27FC236}">
                  <a16:creationId xmlns:a16="http://schemas.microsoft.com/office/drawing/2014/main" id="{C2B913D0-1B04-498B-BBB9-0C831AD28D91}"/>
                </a:ext>
              </a:extLst>
            </p:cNvPr>
            <p:cNvSpPr/>
            <p:nvPr/>
          </p:nvSpPr>
          <p:spPr bwMode="gray">
            <a:xfrm flipV="1">
              <a:off x="7337764" y="2339954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54" name="Ellipse 1215">
              <a:extLst>
                <a:ext uri="{FF2B5EF4-FFF2-40B4-BE49-F238E27FC236}">
                  <a16:creationId xmlns:a16="http://schemas.microsoft.com/office/drawing/2014/main" id="{837638F2-2123-4C7B-BEF6-16CE3FCD80E3}"/>
                </a:ext>
              </a:extLst>
            </p:cNvPr>
            <p:cNvSpPr/>
            <p:nvPr/>
          </p:nvSpPr>
          <p:spPr bwMode="gray">
            <a:xfrm flipV="1">
              <a:off x="7337764" y="244610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55" name="Ellipse 1216">
              <a:extLst>
                <a:ext uri="{FF2B5EF4-FFF2-40B4-BE49-F238E27FC236}">
                  <a16:creationId xmlns:a16="http://schemas.microsoft.com/office/drawing/2014/main" id="{D8957F7A-DC0E-46D4-B988-F0CC7DB6DF09}"/>
                </a:ext>
              </a:extLst>
            </p:cNvPr>
            <p:cNvSpPr/>
            <p:nvPr/>
          </p:nvSpPr>
          <p:spPr bwMode="gray">
            <a:xfrm flipV="1">
              <a:off x="7129749" y="191608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256" name="Ellipse 1217">
              <a:extLst>
                <a:ext uri="{FF2B5EF4-FFF2-40B4-BE49-F238E27FC236}">
                  <a16:creationId xmlns:a16="http://schemas.microsoft.com/office/drawing/2014/main" id="{501A711C-FC53-4CCA-A2F4-65AC765B5CD5}"/>
                </a:ext>
              </a:extLst>
            </p:cNvPr>
            <p:cNvSpPr/>
            <p:nvPr/>
          </p:nvSpPr>
          <p:spPr bwMode="gray">
            <a:xfrm flipV="1">
              <a:off x="7129749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257" name="Ellipse 1218">
              <a:extLst>
                <a:ext uri="{FF2B5EF4-FFF2-40B4-BE49-F238E27FC236}">
                  <a16:creationId xmlns:a16="http://schemas.microsoft.com/office/drawing/2014/main" id="{2777EF1A-8246-4194-AD57-FAA13DD7D5E3}"/>
                </a:ext>
              </a:extLst>
            </p:cNvPr>
            <p:cNvSpPr/>
            <p:nvPr/>
          </p:nvSpPr>
          <p:spPr bwMode="gray">
            <a:xfrm flipV="1">
              <a:off x="7129749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258" name="Ellipse 1219">
              <a:extLst>
                <a:ext uri="{FF2B5EF4-FFF2-40B4-BE49-F238E27FC236}">
                  <a16:creationId xmlns:a16="http://schemas.microsoft.com/office/drawing/2014/main" id="{84FFADC9-9723-4231-9B90-25F83EEED3C6}"/>
                </a:ext>
              </a:extLst>
            </p:cNvPr>
            <p:cNvSpPr/>
            <p:nvPr/>
          </p:nvSpPr>
          <p:spPr bwMode="gray">
            <a:xfrm flipV="1">
              <a:off x="7129749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6487"/>
                </a:solidFill>
              </a:endParaRPr>
            </a:p>
          </p:txBody>
        </p:sp>
        <p:sp>
          <p:nvSpPr>
            <p:cNvPr id="259" name="Ellipse 1220">
              <a:extLst>
                <a:ext uri="{FF2B5EF4-FFF2-40B4-BE49-F238E27FC236}">
                  <a16:creationId xmlns:a16="http://schemas.microsoft.com/office/drawing/2014/main" id="{1AA21786-058F-4B06-9B0D-49C5D27BC107}"/>
                </a:ext>
              </a:extLst>
            </p:cNvPr>
            <p:cNvSpPr/>
            <p:nvPr/>
          </p:nvSpPr>
          <p:spPr bwMode="gray">
            <a:xfrm flipV="1">
              <a:off x="10912536" y="2135412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60" name="Ellipse 1221">
              <a:extLst>
                <a:ext uri="{FF2B5EF4-FFF2-40B4-BE49-F238E27FC236}">
                  <a16:creationId xmlns:a16="http://schemas.microsoft.com/office/drawing/2014/main" id="{2781DB96-DB7F-484C-A741-D3F66DC9A118}"/>
                </a:ext>
              </a:extLst>
            </p:cNvPr>
            <p:cNvSpPr/>
            <p:nvPr/>
          </p:nvSpPr>
          <p:spPr bwMode="gray">
            <a:xfrm flipV="1">
              <a:off x="10912536" y="192313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61" name="Freeform 17">
              <a:extLst>
                <a:ext uri="{FF2B5EF4-FFF2-40B4-BE49-F238E27FC236}">
                  <a16:creationId xmlns:a16="http://schemas.microsoft.com/office/drawing/2014/main" id="{33EBA7C9-87EF-417E-BAAD-9BC1E0876988}"/>
                </a:ext>
              </a:extLst>
            </p:cNvPr>
            <p:cNvSpPr>
              <a:spLocks noChangeAspect="1" noEditPoints="1"/>
            </p:cNvSpPr>
            <p:nvPr/>
          </p:nvSpPr>
          <p:spPr bwMode="gray">
            <a:xfrm>
              <a:off x="8811984" y="1562226"/>
              <a:ext cx="264319" cy="348457"/>
            </a:xfrm>
            <a:custGeom>
              <a:avLst/>
              <a:gdLst>
                <a:gd name="T0" fmla="*/ 280 w 1760"/>
                <a:gd name="T1" fmla="*/ 920 h 2320"/>
                <a:gd name="T2" fmla="*/ 280 w 1760"/>
                <a:gd name="T3" fmla="*/ 594 h 2320"/>
                <a:gd name="T4" fmla="*/ 874 w 1760"/>
                <a:gd name="T5" fmla="*/ 0 h 2320"/>
                <a:gd name="T6" fmla="*/ 886 w 1760"/>
                <a:gd name="T7" fmla="*/ 0 h 2320"/>
                <a:gd name="T8" fmla="*/ 1480 w 1760"/>
                <a:gd name="T9" fmla="*/ 594 h 2320"/>
                <a:gd name="T10" fmla="*/ 1480 w 1760"/>
                <a:gd name="T11" fmla="*/ 920 h 2320"/>
                <a:gd name="T12" fmla="*/ 1280 w 1760"/>
                <a:gd name="T13" fmla="*/ 920 h 2320"/>
                <a:gd name="T14" fmla="*/ 1280 w 1760"/>
                <a:gd name="T15" fmla="*/ 619 h 2320"/>
                <a:gd name="T16" fmla="*/ 884 w 1760"/>
                <a:gd name="T17" fmla="*/ 200 h 2320"/>
                <a:gd name="T18" fmla="*/ 876 w 1760"/>
                <a:gd name="T19" fmla="*/ 200 h 2320"/>
                <a:gd name="T20" fmla="*/ 480 w 1760"/>
                <a:gd name="T21" fmla="*/ 619 h 2320"/>
                <a:gd name="T22" fmla="*/ 480 w 1760"/>
                <a:gd name="T23" fmla="*/ 920 h 2320"/>
                <a:gd name="T24" fmla="*/ 280 w 1760"/>
                <a:gd name="T25" fmla="*/ 920 h 2320"/>
                <a:gd name="T26" fmla="*/ 1760 w 1760"/>
                <a:gd name="T27" fmla="*/ 960 h 2320"/>
                <a:gd name="T28" fmla="*/ 1760 w 1760"/>
                <a:gd name="T29" fmla="*/ 2320 h 2320"/>
                <a:gd name="T30" fmla="*/ 0 w 1760"/>
                <a:gd name="T31" fmla="*/ 2320 h 2320"/>
                <a:gd name="T32" fmla="*/ 0 w 1760"/>
                <a:gd name="T33" fmla="*/ 960 h 2320"/>
                <a:gd name="T34" fmla="*/ 1760 w 1760"/>
                <a:gd name="T35" fmla="*/ 960 h 2320"/>
                <a:gd name="T36" fmla="*/ 1340 w 1760"/>
                <a:gd name="T37" fmla="*/ 1640 h 2320"/>
                <a:gd name="T38" fmla="*/ 880 w 1760"/>
                <a:gd name="T39" fmla="*/ 1180 h 2320"/>
                <a:gd name="T40" fmla="*/ 420 w 1760"/>
                <a:gd name="T41" fmla="*/ 1640 h 2320"/>
                <a:gd name="T42" fmla="*/ 880 w 1760"/>
                <a:gd name="T43" fmla="*/ 2100 h 2320"/>
                <a:gd name="T44" fmla="*/ 1340 w 1760"/>
                <a:gd name="T45" fmla="*/ 1640 h 2320"/>
                <a:gd name="T46" fmla="*/ 1300 w 1760"/>
                <a:gd name="T47" fmla="*/ 1640 h 2320"/>
                <a:gd name="T48" fmla="*/ 880 w 1760"/>
                <a:gd name="T49" fmla="*/ 2060 h 2320"/>
                <a:gd name="T50" fmla="*/ 460 w 1760"/>
                <a:gd name="T51" fmla="*/ 1640 h 2320"/>
                <a:gd name="T52" fmla="*/ 880 w 1760"/>
                <a:gd name="T53" fmla="*/ 1220 h 2320"/>
                <a:gd name="T54" fmla="*/ 1300 w 1760"/>
                <a:gd name="T55" fmla="*/ 1640 h 2320"/>
                <a:gd name="T56" fmla="*/ 1000 w 1760"/>
                <a:gd name="T57" fmla="*/ 1560 h 2320"/>
                <a:gd name="T58" fmla="*/ 880 w 1760"/>
                <a:gd name="T59" fmla="*/ 1440 h 2320"/>
                <a:gd name="T60" fmla="*/ 760 w 1760"/>
                <a:gd name="T61" fmla="*/ 1560 h 2320"/>
                <a:gd name="T62" fmla="*/ 820 w 1760"/>
                <a:gd name="T63" fmla="*/ 1664 h 2320"/>
                <a:gd name="T64" fmla="*/ 820 w 1760"/>
                <a:gd name="T65" fmla="*/ 1840 h 2320"/>
                <a:gd name="T66" fmla="*/ 940 w 1760"/>
                <a:gd name="T67" fmla="*/ 1840 h 2320"/>
                <a:gd name="T68" fmla="*/ 940 w 1760"/>
                <a:gd name="T69" fmla="*/ 1664 h 2320"/>
                <a:gd name="T70" fmla="*/ 1000 w 1760"/>
                <a:gd name="T71" fmla="*/ 1560 h 2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760" h="2320">
                  <a:moveTo>
                    <a:pt x="280" y="920"/>
                  </a:moveTo>
                  <a:cubicBezTo>
                    <a:pt x="280" y="594"/>
                    <a:pt x="280" y="594"/>
                    <a:pt x="280" y="594"/>
                  </a:cubicBezTo>
                  <a:cubicBezTo>
                    <a:pt x="280" y="266"/>
                    <a:pt x="546" y="0"/>
                    <a:pt x="874" y="0"/>
                  </a:cubicBezTo>
                  <a:cubicBezTo>
                    <a:pt x="886" y="0"/>
                    <a:pt x="886" y="0"/>
                    <a:pt x="886" y="0"/>
                  </a:cubicBezTo>
                  <a:cubicBezTo>
                    <a:pt x="1214" y="0"/>
                    <a:pt x="1480" y="266"/>
                    <a:pt x="1480" y="594"/>
                  </a:cubicBezTo>
                  <a:cubicBezTo>
                    <a:pt x="1480" y="920"/>
                    <a:pt x="1480" y="920"/>
                    <a:pt x="1480" y="920"/>
                  </a:cubicBezTo>
                  <a:cubicBezTo>
                    <a:pt x="1280" y="920"/>
                    <a:pt x="1280" y="920"/>
                    <a:pt x="1280" y="920"/>
                  </a:cubicBezTo>
                  <a:cubicBezTo>
                    <a:pt x="1280" y="619"/>
                    <a:pt x="1280" y="619"/>
                    <a:pt x="1280" y="619"/>
                  </a:cubicBezTo>
                  <a:cubicBezTo>
                    <a:pt x="1280" y="388"/>
                    <a:pt x="1103" y="200"/>
                    <a:pt x="884" y="200"/>
                  </a:cubicBezTo>
                  <a:cubicBezTo>
                    <a:pt x="876" y="200"/>
                    <a:pt x="876" y="200"/>
                    <a:pt x="876" y="200"/>
                  </a:cubicBezTo>
                  <a:cubicBezTo>
                    <a:pt x="657" y="200"/>
                    <a:pt x="480" y="388"/>
                    <a:pt x="480" y="619"/>
                  </a:cubicBezTo>
                  <a:cubicBezTo>
                    <a:pt x="480" y="920"/>
                    <a:pt x="480" y="920"/>
                    <a:pt x="480" y="920"/>
                  </a:cubicBezTo>
                  <a:lnTo>
                    <a:pt x="280" y="920"/>
                  </a:lnTo>
                  <a:close/>
                  <a:moveTo>
                    <a:pt x="1760" y="960"/>
                  </a:moveTo>
                  <a:cubicBezTo>
                    <a:pt x="1760" y="2320"/>
                    <a:pt x="1760" y="2320"/>
                    <a:pt x="1760" y="2320"/>
                  </a:cubicBezTo>
                  <a:cubicBezTo>
                    <a:pt x="0" y="2320"/>
                    <a:pt x="0" y="2320"/>
                    <a:pt x="0" y="2320"/>
                  </a:cubicBezTo>
                  <a:cubicBezTo>
                    <a:pt x="0" y="960"/>
                    <a:pt x="0" y="960"/>
                    <a:pt x="0" y="960"/>
                  </a:cubicBezTo>
                  <a:lnTo>
                    <a:pt x="1760" y="960"/>
                  </a:lnTo>
                  <a:close/>
                  <a:moveTo>
                    <a:pt x="1340" y="1640"/>
                  </a:moveTo>
                  <a:cubicBezTo>
                    <a:pt x="1340" y="1386"/>
                    <a:pt x="1134" y="1180"/>
                    <a:pt x="880" y="1180"/>
                  </a:cubicBezTo>
                  <a:cubicBezTo>
                    <a:pt x="626" y="1180"/>
                    <a:pt x="420" y="1386"/>
                    <a:pt x="420" y="1640"/>
                  </a:cubicBezTo>
                  <a:cubicBezTo>
                    <a:pt x="420" y="1894"/>
                    <a:pt x="626" y="2100"/>
                    <a:pt x="880" y="2100"/>
                  </a:cubicBezTo>
                  <a:cubicBezTo>
                    <a:pt x="1134" y="2100"/>
                    <a:pt x="1340" y="1894"/>
                    <a:pt x="1340" y="1640"/>
                  </a:cubicBezTo>
                  <a:close/>
                  <a:moveTo>
                    <a:pt x="1300" y="1640"/>
                  </a:moveTo>
                  <a:cubicBezTo>
                    <a:pt x="1300" y="1872"/>
                    <a:pt x="1112" y="2060"/>
                    <a:pt x="880" y="2060"/>
                  </a:cubicBezTo>
                  <a:cubicBezTo>
                    <a:pt x="648" y="2060"/>
                    <a:pt x="460" y="1872"/>
                    <a:pt x="460" y="1640"/>
                  </a:cubicBezTo>
                  <a:cubicBezTo>
                    <a:pt x="460" y="1408"/>
                    <a:pt x="648" y="1220"/>
                    <a:pt x="880" y="1220"/>
                  </a:cubicBezTo>
                  <a:cubicBezTo>
                    <a:pt x="1112" y="1220"/>
                    <a:pt x="1300" y="1408"/>
                    <a:pt x="1300" y="1640"/>
                  </a:cubicBezTo>
                  <a:close/>
                  <a:moveTo>
                    <a:pt x="1000" y="1560"/>
                  </a:moveTo>
                  <a:cubicBezTo>
                    <a:pt x="1000" y="1494"/>
                    <a:pt x="946" y="1440"/>
                    <a:pt x="880" y="1440"/>
                  </a:cubicBezTo>
                  <a:cubicBezTo>
                    <a:pt x="814" y="1440"/>
                    <a:pt x="760" y="1494"/>
                    <a:pt x="760" y="1560"/>
                  </a:cubicBezTo>
                  <a:cubicBezTo>
                    <a:pt x="760" y="1604"/>
                    <a:pt x="784" y="1643"/>
                    <a:pt x="820" y="1664"/>
                  </a:cubicBezTo>
                  <a:cubicBezTo>
                    <a:pt x="820" y="1840"/>
                    <a:pt x="820" y="1840"/>
                    <a:pt x="820" y="1840"/>
                  </a:cubicBezTo>
                  <a:cubicBezTo>
                    <a:pt x="940" y="1840"/>
                    <a:pt x="940" y="1840"/>
                    <a:pt x="940" y="1840"/>
                  </a:cubicBezTo>
                  <a:cubicBezTo>
                    <a:pt x="940" y="1664"/>
                    <a:pt x="940" y="1664"/>
                    <a:pt x="940" y="1664"/>
                  </a:cubicBezTo>
                  <a:cubicBezTo>
                    <a:pt x="976" y="1643"/>
                    <a:pt x="1000" y="1604"/>
                    <a:pt x="1000" y="1560"/>
                  </a:cubicBezTo>
                  <a:close/>
                </a:path>
              </a:pathLst>
            </a:custGeom>
            <a:solidFill>
              <a:srgbClr val="41AAA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srgbClr val="788791"/>
                </a:solidFill>
              </a:endParaRPr>
            </a:p>
          </p:txBody>
        </p:sp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742C719A-7795-446C-A412-F4DACD8F2639}"/>
              </a:ext>
            </a:extLst>
          </p:cNvPr>
          <p:cNvGrpSpPr/>
          <p:nvPr/>
        </p:nvGrpSpPr>
        <p:grpSpPr>
          <a:xfrm>
            <a:off x="7528508" y="4233161"/>
            <a:ext cx="2448325" cy="1093392"/>
            <a:chOff x="7528506" y="4232178"/>
            <a:chExt cx="2448325" cy="1093139"/>
          </a:xfrm>
        </p:grpSpPr>
        <p:grpSp>
          <p:nvGrpSpPr>
            <p:cNvPr id="278" name="Gruppieren 18">
              <a:extLst>
                <a:ext uri="{FF2B5EF4-FFF2-40B4-BE49-F238E27FC236}">
                  <a16:creationId xmlns:a16="http://schemas.microsoft.com/office/drawing/2014/main" id="{5B7815F8-CB71-40BF-9ECE-C6B69EC4F5B0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8275420" y="4232178"/>
              <a:ext cx="405356" cy="596518"/>
              <a:chOff x="9894715" y="4036676"/>
              <a:chExt cx="527050" cy="941388"/>
            </a:xfrm>
          </p:grpSpPr>
          <p:sp>
            <p:nvSpPr>
              <p:cNvPr id="285" name="SAGD, Siemens, Mobile Device, Smartphone, Handy, iphone, mobile, communication, kommunikation">
                <a:extLst>
                  <a:ext uri="{FF2B5EF4-FFF2-40B4-BE49-F238E27FC236}">
                    <a16:creationId xmlns:a16="http://schemas.microsoft.com/office/drawing/2014/main" id="{42290B04-7037-4CFA-816D-A8C6C633FF98}"/>
                  </a:ext>
                </a:extLst>
              </p:cNvPr>
              <p:cNvSpPr>
                <a:spLocks noChangeAspect="1" noEditPoints="1"/>
              </p:cNvSpPr>
              <p:nvPr/>
            </p:nvSpPr>
            <p:spPr bwMode="gray">
              <a:xfrm>
                <a:off x="9894715" y="4036676"/>
                <a:ext cx="527050" cy="941388"/>
              </a:xfrm>
              <a:custGeom>
                <a:avLst/>
                <a:gdLst>
                  <a:gd name="T0" fmla="*/ 386 w 431"/>
                  <a:gd name="T1" fmla="*/ 0 h 771"/>
                  <a:gd name="T2" fmla="*/ 45 w 431"/>
                  <a:gd name="T3" fmla="*/ 0 h 771"/>
                  <a:gd name="T4" fmla="*/ 0 w 431"/>
                  <a:gd name="T5" fmla="*/ 45 h 771"/>
                  <a:gd name="T6" fmla="*/ 0 w 431"/>
                  <a:gd name="T7" fmla="*/ 726 h 771"/>
                  <a:gd name="T8" fmla="*/ 45 w 431"/>
                  <a:gd name="T9" fmla="*/ 771 h 771"/>
                  <a:gd name="T10" fmla="*/ 386 w 431"/>
                  <a:gd name="T11" fmla="*/ 771 h 771"/>
                  <a:gd name="T12" fmla="*/ 431 w 431"/>
                  <a:gd name="T13" fmla="*/ 726 h 771"/>
                  <a:gd name="T14" fmla="*/ 431 w 431"/>
                  <a:gd name="T15" fmla="*/ 45 h 771"/>
                  <a:gd name="T16" fmla="*/ 386 w 431"/>
                  <a:gd name="T17" fmla="*/ 0 h 771"/>
                  <a:gd name="T18" fmla="*/ 159 w 431"/>
                  <a:gd name="T19" fmla="*/ 45 h 771"/>
                  <a:gd name="T20" fmla="*/ 272 w 431"/>
                  <a:gd name="T21" fmla="*/ 45 h 771"/>
                  <a:gd name="T22" fmla="*/ 272 w 431"/>
                  <a:gd name="T23" fmla="*/ 91 h 771"/>
                  <a:gd name="T24" fmla="*/ 159 w 431"/>
                  <a:gd name="T25" fmla="*/ 91 h 771"/>
                  <a:gd name="T26" fmla="*/ 159 w 431"/>
                  <a:gd name="T27" fmla="*/ 45 h 771"/>
                  <a:gd name="T28" fmla="*/ 215 w 431"/>
                  <a:gd name="T29" fmla="*/ 727 h 771"/>
                  <a:gd name="T30" fmla="*/ 181 w 431"/>
                  <a:gd name="T31" fmla="*/ 692 h 771"/>
                  <a:gd name="T32" fmla="*/ 215 w 431"/>
                  <a:gd name="T33" fmla="*/ 658 h 771"/>
                  <a:gd name="T34" fmla="*/ 250 w 431"/>
                  <a:gd name="T35" fmla="*/ 692 h 771"/>
                  <a:gd name="T36" fmla="*/ 215 w 431"/>
                  <a:gd name="T37" fmla="*/ 727 h 771"/>
                  <a:gd name="T38" fmla="*/ 386 w 431"/>
                  <a:gd name="T39" fmla="*/ 612 h 771"/>
                  <a:gd name="T40" fmla="*/ 45 w 431"/>
                  <a:gd name="T41" fmla="*/ 612 h 771"/>
                  <a:gd name="T42" fmla="*/ 45 w 431"/>
                  <a:gd name="T43" fmla="*/ 136 h 771"/>
                  <a:gd name="T44" fmla="*/ 386 w 431"/>
                  <a:gd name="T45" fmla="*/ 136 h 771"/>
                  <a:gd name="T46" fmla="*/ 386 w 431"/>
                  <a:gd name="T47" fmla="*/ 612 h 7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431" h="771">
                    <a:moveTo>
                      <a:pt x="386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726"/>
                      <a:pt x="0" y="726"/>
                      <a:pt x="0" y="726"/>
                    </a:cubicBezTo>
                    <a:cubicBezTo>
                      <a:pt x="0" y="751"/>
                      <a:pt x="20" y="771"/>
                      <a:pt x="45" y="771"/>
                    </a:cubicBezTo>
                    <a:cubicBezTo>
                      <a:pt x="386" y="771"/>
                      <a:pt x="386" y="771"/>
                      <a:pt x="386" y="771"/>
                    </a:cubicBezTo>
                    <a:cubicBezTo>
                      <a:pt x="411" y="771"/>
                      <a:pt x="431" y="751"/>
                      <a:pt x="431" y="726"/>
                    </a:cubicBezTo>
                    <a:cubicBezTo>
                      <a:pt x="431" y="45"/>
                      <a:pt x="431" y="45"/>
                      <a:pt x="431" y="45"/>
                    </a:cubicBezTo>
                    <a:cubicBezTo>
                      <a:pt x="431" y="20"/>
                      <a:pt x="411" y="0"/>
                      <a:pt x="386" y="0"/>
                    </a:cubicBezTo>
                    <a:close/>
                    <a:moveTo>
                      <a:pt x="159" y="45"/>
                    </a:moveTo>
                    <a:cubicBezTo>
                      <a:pt x="272" y="45"/>
                      <a:pt x="272" y="45"/>
                      <a:pt x="272" y="45"/>
                    </a:cubicBezTo>
                    <a:cubicBezTo>
                      <a:pt x="272" y="91"/>
                      <a:pt x="272" y="91"/>
                      <a:pt x="272" y="91"/>
                    </a:cubicBezTo>
                    <a:cubicBezTo>
                      <a:pt x="159" y="91"/>
                      <a:pt x="159" y="91"/>
                      <a:pt x="159" y="91"/>
                    </a:cubicBezTo>
                    <a:lnTo>
                      <a:pt x="159" y="45"/>
                    </a:lnTo>
                    <a:close/>
                    <a:moveTo>
                      <a:pt x="215" y="727"/>
                    </a:moveTo>
                    <a:cubicBezTo>
                      <a:pt x="196" y="727"/>
                      <a:pt x="181" y="711"/>
                      <a:pt x="181" y="692"/>
                    </a:cubicBezTo>
                    <a:cubicBezTo>
                      <a:pt x="181" y="673"/>
                      <a:pt x="196" y="658"/>
                      <a:pt x="215" y="658"/>
                    </a:cubicBezTo>
                    <a:cubicBezTo>
                      <a:pt x="235" y="658"/>
                      <a:pt x="250" y="673"/>
                      <a:pt x="250" y="692"/>
                    </a:cubicBezTo>
                    <a:cubicBezTo>
                      <a:pt x="250" y="711"/>
                      <a:pt x="235" y="727"/>
                      <a:pt x="215" y="727"/>
                    </a:cubicBezTo>
                    <a:close/>
                    <a:moveTo>
                      <a:pt x="386" y="612"/>
                    </a:moveTo>
                    <a:cubicBezTo>
                      <a:pt x="45" y="612"/>
                      <a:pt x="45" y="612"/>
                      <a:pt x="45" y="612"/>
                    </a:cubicBezTo>
                    <a:cubicBezTo>
                      <a:pt x="45" y="136"/>
                      <a:pt x="45" y="136"/>
                      <a:pt x="45" y="136"/>
                    </a:cubicBezTo>
                    <a:cubicBezTo>
                      <a:pt x="386" y="136"/>
                      <a:pt x="386" y="136"/>
                      <a:pt x="386" y="136"/>
                    </a:cubicBezTo>
                    <a:lnTo>
                      <a:pt x="386" y="612"/>
                    </a:lnTo>
                    <a:close/>
                  </a:path>
                </a:pathLst>
              </a:custGeom>
              <a:solidFill>
                <a:srgbClr val="41AAAA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6" name="Rechteck 25">
                <a:extLst>
                  <a:ext uri="{FF2B5EF4-FFF2-40B4-BE49-F238E27FC236}">
                    <a16:creationId xmlns:a16="http://schemas.microsoft.com/office/drawing/2014/main" id="{338B74E0-BBAA-4124-A7CC-858A92A3976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0016406" y="4349529"/>
                <a:ext cx="283665" cy="283665"/>
              </a:xfrm>
              <a:prstGeom prst="rect">
                <a:avLst/>
              </a:prstGeom>
              <a:solidFill>
                <a:srgbClr val="AF235F"/>
              </a:solidFill>
              <a:ln>
                <a:noFill/>
              </a:ln>
              <a:effectLst/>
            </p:spPr>
            <p:txBody>
              <a:bodyPr wrap="square" lIns="0" tIns="0" rIns="0" bIns="0" numCol="1" spcCol="72000" rtlCol="0" anchor="ctr">
                <a:noAutofit/>
              </a:bodyPr>
              <a:lstStyle/>
              <a:p>
                <a:pPr algn="ctr" rtl="0"/>
                <a:r>
                  <a:rPr lang="en-US" sz="1600" b="1" i="0" u="none" baseline="0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!</a:t>
                </a:r>
                <a:endParaRPr lang="en-US" sz="16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  <p:grpSp>
          <p:nvGrpSpPr>
            <p:cNvPr id="279" name="Gruppieren 1532">
              <a:extLst>
                <a:ext uri="{FF2B5EF4-FFF2-40B4-BE49-F238E27FC236}">
                  <a16:creationId xmlns:a16="http://schemas.microsoft.com/office/drawing/2014/main" id="{B962AF82-EFDB-4015-BA89-E521863EA967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7562063" y="4276214"/>
              <a:ext cx="527774" cy="740453"/>
              <a:chOff x="7381875" y="1439863"/>
              <a:chExt cx="2028826" cy="2846387"/>
            </a:xfrm>
            <a:solidFill>
              <a:srgbClr val="41AAAA"/>
            </a:solidFill>
          </p:grpSpPr>
          <p:sp>
            <p:nvSpPr>
              <p:cNvPr id="282" name="Oval 9">
                <a:extLst>
                  <a:ext uri="{FF2B5EF4-FFF2-40B4-BE49-F238E27FC236}">
                    <a16:creationId xmlns:a16="http://schemas.microsoft.com/office/drawing/2014/main" id="{3804B1AB-2CBD-4247-849B-2807CD5C12A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8048625" y="1439863"/>
                <a:ext cx="852488" cy="9747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3" name="Freeform 10">
                <a:extLst>
                  <a:ext uri="{FF2B5EF4-FFF2-40B4-BE49-F238E27FC236}">
                    <a16:creationId xmlns:a16="http://schemas.microsoft.com/office/drawing/2014/main" id="{DEBE0CE8-AAA6-4769-B225-CA3204503910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7542213" y="2752725"/>
                <a:ext cx="1868488" cy="1274762"/>
              </a:xfrm>
              <a:custGeom>
                <a:avLst/>
                <a:gdLst>
                  <a:gd name="T0" fmla="*/ 418 w 498"/>
                  <a:gd name="T1" fmla="*/ 6 h 340"/>
                  <a:gd name="T2" fmla="*/ 418 w 498"/>
                  <a:gd name="T3" fmla="*/ 7 h 340"/>
                  <a:gd name="T4" fmla="*/ 332 w 498"/>
                  <a:gd name="T5" fmla="*/ 0 h 340"/>
                  <a:gd name="T6" fmla="*/ 249 w 498"/>
                  <a:gd name="T7" fmla="*/ 83 h 340"/>
                  <a:gd name="T8" fmla="*/ 166 w 498"/>
                  <a:gd name="T9" fmla="*/ 0 h 340"/>
                  <a:gd name="T10" fmla="*/ 80 w 498"/>
                  <a:gd name="T11" fmla="*/ 6 h 340"/>
                  <a:gd name="T12" fmla="*/ 80 w 498"/>
                  <a:gd name="T13" fmla="*/ 6 h 340"/>
                  <a:gd name="T14" fmla="*/ 0 w 498"/>
                  <a:gd name="T15" fmla="*/ 103 h 340"/>
                  <a:gd name="T16" fmla="*/ 0 w 498"/>
                  <a:gd name="T17" fmla="*/ 156 h 340"/>
                  <a:gd name="T18" fmla="*/ 22 w 498"/>
                  <a:gd name="T19" fmla="*/ 160 h 340"/>
                  <a:gd name="T20" fmla="*/ 34 w 498"/>
                  <a:gd name="T21" fmla="*/ 125 h 340"/>
                  <a:gd name="T22" fmla="*/ 41 w 498"/>
                  <a:gd name="T23" fmla="*/ 104 h 340"/>
                  <a:gd name="T24" fmla="*/ 64 w 498"/>
                  <a:gd name="T25" fmla="*/ 104 h 340"/>
                  <a:gd name="T26" fmla="*/ 87 w 498"/>
                  <a:gd name="T27" fmla="*/ 104 h 340"/>
                  <a:gd name="T28" fmla="*/ 109 w 498"/>
                  <a:gd name="T29" fmla="*/ 104 h 340"/>
                  <a:gd name="T30" fmla="*/ 132 w 498"/>
                  <a:gd name="T31" fmla="*/ 104 h 340"/>
                  <a:gd name="T32" fmla="*/ 140 w 498"/>
                  <a:gd name="T33" fmla="*/ 125 h 340"/>
                  <a:gd name="T34" fmla="*/ 151 w 498"/>
                  <a:gd name="T35" fmla="*/ 160 h 340"/>
                  <a:gd name="T36" fmla="*/ 187 w 498"/>
                  <a:gd name="T37" fmla="*/ 153 h 340"/>
                  <a:gd name="T38" fmla="*/ 210 w 498"/>
                  <a:gd name="T39" fmla="*/ 148 h 340"/>
                  <a:gd name="T40" fmla="*/ 221 w 498"/>
                  <a:gd name="T41" fmla="*/ 168 h 340"/>
                  <a:gd name="T42" fmla="*/ 233 w 498"/>
                  <a:gd name="T43" fmla="*/ 188 h 340"/>
                  <a:gd name="T44" fmla="*/ 244 w 498"/>
                  <a:gd name="T45" fmla="*/ 207 h 340"/>
                  <a:gd name="T46" fmla="*/ 256 w 498"/>
                  <a:gd name="T47" fmla="*/ 227 h 340"/>
                  <a:gd name="T48" fmla="*/ 240 w 498"/>
                  <a:gd name="T49" fmla="*/ 245 h 340"/>
                  <a:gd name="T50" fmla="*/ 216 w 498"/>
                  <a:gd name="T51" fmla="*/ 272 h 340"/>
                  <a:gd name="T52" fmla="*/ 240 w 498"/>
                  <a:gd name="T53" fmla="*/ 299 h 340"/>
                  <a:gd name="T54" fmla="*/ 256 w 498"/>
                  <a:gd name="T55" fmla="*/ 317 h 340"/>
                  <a:gd name="T56" fmla="*/ 244 w 498"/>
                  <a:gd name="T57" fmla="*/ 337 h 340"/>
                  <a:gd name="T58" fmla="*/ 242 w 498"/>
                  <a:gd name="T59" fmla="*/ 340 h 340"/>
                  <a:gd name="T60" fmla="*/ 498 w 498"/>
                  <a:gd name="T61" fmla="*/ 340 h 340"/>
                  <a:gd name="T62" fmla="*/ 498 w 498"/>
                  <a:gd name="T63" fmla="*/ 103 h 340"/>
                  <a:gd name="T64" fmla="*/ 418 w 498"/>
                  <a:gd name="T65" fmla="*/ 6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498" h="340">
                    <a:moveTo>
                      <a:pt x="418" y="6"/>
                    </a:moveTo>
                    <a:cubicBezTo>
                      <a:pt x="418" y="7"/>
                      <a:pt x="418" y="7"/>
                      <a:pt x="418" y="7"/>
                    </a:cubicBezTo>
                    <a:cubicBezTo>
                      <a:pt x="332" y="0"/>
                      <a:pt x="332" y="0"/>
                      <a:pt x="332" y="0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166" y="0"/>
                      <a:pt x="166" y="0"/>
                      <a:pt x="166" y="0"/>
                    </a:cubicBezTo>
                    <a:cubicBezTo>
                      <a:pt x="80" y="6"/>
                      <a:pt x="80" y="6"/>
                      <a:pt x="80" y="6"/>
                    </a:cubicBezTo>
                    <a:cubicBezTo>
                      <a:pt x="80" y="6"/>
                      <a:pt x="80" y="6"/>
                      <a:pt x="80" y="6"/>
                    </a:cubicBezTo>
                    <a:cubicBezTo>
                      <a:pt x="33" y="10"/>
                      <a:pt x="1" y="47"/>
                      <a:pt x="0" y="103"/>
                    </a:cubicBezTo>
                    <a:cubicBezTo>
                      <a:pt x="0" y="110"/>
                      <a:pt x="0" y="129"/>
                      <a:pt x="0" y="156"/>
                    </a:cubicBezTo>
                    <a:cubicBezTo>
                      <a:pt x="22" y="160"/>
                      <a:pt x="22" y="160"/>
                      <a:pt x="22" y="160"/>
                    </a:cubicBezTo>
                    <a:cubicBezTo>
                      <a:pt x="34" y="125"/>
                      <a:pt x="34" y="125"/>
                      <a:pt x="34" y="125"/>
                    </a:cubicBezTo>
                    <a:cubicBezTo>
                      <a:pt x="41" y="104"/>
                      <a:pt x="41" y="104"/>
                      <a:pt x="41" y="104"/>
                    </a:cubicBezTo>
                    <a:cubicBezTo>
                      <a:pt x="64" y="104"/>
                      <a:pt x="64" y="104"/>
                      <a:pt x="64" y="104"/>
                    </a:cubicBezTo>
                    <a:cubicBezTo>
                      <a:pt x="87" y="104"/>
                      <a:pt x="87" y="104"/>
                      <a:pt x="87" y="104"/>
                    </a:cubicBezTo>
                    <a:cubicBezTo>
                      <a:pt x="109" y="104"/>
                      <a:pt x="109" y="104"/>
                      <a:pt x="109" y="104"/>
                    </a:cubicBezTo>
                    <a:cubicBezTo>
                      <a:pt x="132" y="104"/>
                      <a:pt x="132" y="104"/>
                      <a:pt x="132" y="104"/>
                    </a:cubicBezTo>
                    <a:cubicBezTo>
                      <a:pt x="140" y="125"/>
                      <a:pt x="140" y="125"/>
                      <a:pt x="140" y="125"/>
                    </a:cubicBezTo>
                    <a:cubicBezTo>
                      <a:pt x="151" y="160"/>
                      <a:pt x="151" y="160"/>
                      <a:pt x="151" y="160"/>
                    </a:cubicBezTo>
                    <a:cubicBezTo>
                      <a:pt x="187" y="153"/>
                      <a:pt x="187" y="153"/>
                      <a:pt x="187" y="153"/>
                    </a:cubicBezTo>
                    <a:cubicBezTo>
                      <a:pt x="210" y="148"/>
                      <a:pt x="210" y="148"/>
                      <a:pt x="210" y="148"/>
                    </a:cubicBezTo>
                    <a:cubicBezTo>
                      <a:pt x="221" y="168"/>
                      <a:pt x="221" y="168"/>
                      <a:pt x="221" y="168"/>
                    </a:cubicBezTo>
                    <a:cubicBezTo>
                      <a:pt x="233" y="188"/>
                      <a:pt x="233" y="188"/>
                      <a:pt x="233" y="188"/>
                    </a:cubicBezTo>
                    <a:cubicBezTo>
                      <a:pt x="244" y="207"/>
                      <a:pt x="244" y="207"/>
                      <a:pt x="244" y="207"/>
                    </a:cubicBezTo>
                    <a:cubicBezTo>
                      <a:pt x="256" y="227"/>
                      <a:pt x="256" y="227"/>
                      <a:pt x="256" y="227"/>
                    </a:cubicBezTo>
                    <a:cubicBezTo>
                      <a:pt x="240" y="245"/>
                      <a:pt x="240" y="245"/>
                      <a:pt x="240" y="245"/>
                    </a:cubicBezTo>
                    <a:cubicBezTo>
                      <a:pt x="216" y="272"/>
                      <a:pt x="216" y="272"/>
                      <a:pt x="216" y="272"/>
                    </a:cubicBezTo>
                    <a:cubicBezTo>
                      <a:pt x="240" y="299"/>
                      <a:pt x="240" y="299"/>
                      <a:pt x="240" y="299"/>
                    </a:cubicBezTo>
                    <a:cubicBezTo>
                      <a:pt x="256" y="317"/>
                      <a:pt x="256" y="317"/>
                      <a:pt x="256" y="317"/>
                    </a:cubicBezTo>
                    <a:cubicBezTo>
                      <a:pt x="244" y="337"/>
                      <a:pt x="244" y="337"/>
                      <a:pt x="244" y="337"/>
                    </a:cubicBezTo>
                    <a:cubicBezTo>
                      <a:pt x="242" y="340"/>
                      <a:pt x="242" y="340"/>
                      <a:pt x="242" y="340"/>
                    </a:cubicBezTo>
                    <a:cubicBezTo>
                      <a:pt x="498" y="340"/>
                      <a:pt x="498" y="340"/>
                      <a:pt x="498" y="340"/>
                    </a:cubicBezTo>
                    <a:cubicBezTo>
                      <a:pt x="498" y="234"/>
                      <a:pt x="498" y="124"/>
                      <a:pt x="498" y="103"/>
                    </a:cubicBezTo>
                    <a:cubicBezTo>
                      <a:pt x="497" y="47"/>
                      <a:pt x="465" y="10"/>
                      <a:pt x="418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4" name="Freeform 11">
                <a:extLst>
                  <a:ext uri="{FF2B5EF4-FFF2-40B4-BE49-F238E27FC236}">
                    <a16:creationId xmlns:a16="http://schemas.microsoft.com/office/drawing/2014/main" id="{84C3D60F-5D38-4AD6-B684-F1772D2A29FD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381875" y="3262313"/>
                <a:ext cx="971550" cy="1023937"/>
              </a:xfrm>
              <a:custGeom>
                <a:avLst/>
                <a:gdLst>
                  <a:gd name="T0" fmla="*/ 220 w 259"/>
                  <a:gd name="T1" fmla="*/ 136 h 273"/>
                  <a:gd name="T2" fmla="*/ 220 w 259"/>
                  <a:gd name="T3" fmla="*/ 132 h 273"/>
                  <a:gd name="T4" fmla="*/ 259 w 259"/>
                  <a:gd name="T5" fmla="*/ 87 h 273"/>
                  <a:gd name="T6" fmla="*/ 248 w 259"/>
                  <a:gd name="T7" fmla="*/ 68 h 273"/>
                  <a:gd name="T8" fmla="*/ 237 w 259"/>
                  <a:gd name="T9" fmla="*/ 48 h 273"/>
                  <a:gd name="T10" fmla="*/ 179 w 259"/>
                  <a:gd name="T11" fmla="*/ 60 h 273"/>
                  <a:gd name="T12" fmla="*/ 171 w 259"/>
                  <a:gd name="T13" fmla="*/ 55 h 273"/>
                  <a:gd name="T14" fmla="*/ 152 w 259"/>
                  <a:gd name="T15" fmla="*/ 0 h 273"/>
                  <a:gd name="T16" fmla="*/ 130 w 259"/>
                  <a:gd name="T17" fmla="*/ 0 h 273"/>
                  <a:gd name="T18" fmla="*/ 107 w 259"/>
                  <a:gd name="T19" fmla="*/ 0 h 273"/>
                  <a:gd name="T20" fmla="*/ 88 w 259"/>
                  <a:gd name="T21" fmla="*/ 55 h 273"/>
                  <a:gd name="T22" fmla="*/ 80 w 259"/>
                  <a:gd name="T23" fmla="*/ 60 h 273"/>
                  <a:gd name="T24" fmla="*/ 23 w 259"/>
                  <a:gd name="T25" fmla="*/ 48 h 273"/>
                  <a:gd name="T26" fmla="*/ 11 w 259"/>
                  <a:gd name="T27" fmla="*/ 68 h 273"/>
                  <a:gd name="T28" fmla="*/ 0 w 259"/>
                  <a:gd name="T29" fmla="*/ 87 h 273"/>
                  <a:gd name="T30" fmla="*/ 39 w 259"/>
                  <a:gd name="T31" fmla="*/ 131 h 273"/>
                  <a:gd name="T32" fmla="*/ 39 w 259"/>
                  <a:gd name="T33" fmla="*/ 136 h 273"/>
                  <a:gd name="T34" fmla="*/ 39 w 259"/>
                  <a:gd name="T35" fmla="*/ 141 h 273"/>
                  <a:gd name="T36" fmla="*/ 0 w 259"/>
                  <a:gd name="T37" fmla="*/ 185 h 273"/>
                  <a:gd name="T38" fmla="*/ 11 w 259"/>
                  <a:gd name="T39" fmla="*/ 204 h 273"/>
                  <a:gd name="T40" fmla="*/ 23 w 259"/>
                  <a:gd name="T41" fmla="*/ 224 h 273"/>
                  <a:gd name="T42" fmla="*/ 80 w 259"/>
                  <a:gd name="T43" fmla="*/ 212 h 273"/>
                  <a:gd name="T44" fmla="*/ 88 w 259"/>
                  <a:gd name="T45" fmla="*/ 217 h 273"/>
                  <a:gd name="T46" fmla="*/ 107 w 259"/>
                  <a:gd name="T47" fmla="*/ 273 h 273"/>
                  <a:gd name="T48" fmla="*/ 130 w 259"/>
                  <a:gd name="T49" fmla="*/ 273 h 273"/>
                  <a:gd name="T50" fmla="*/ 152 w 259"/>
                  <a:gd name="T51" fmla="*/ 273 h 273"/>
                  <a:gd name="T52" fmla="*/ 171 w 259"/>
                  <a:gd name="T53" fmla="*/ 217 h 273"/>
                  <a:gd name="T54" fmla="*/ 179 w 259"/>
                  <a:gd name="T55" fmla="*/ 212 h 273"/>
                  <a:gd name="T56" fmla="*/ 237 w 259"/>
                  <a:gd name="T57" fmla="*/ 224 h 273"/>
                  <a:gd name="T58" fmla="*/ 248 w 259"/>
                  <a:gd name="T59" fmla="*/ 204 h 273"/>
                  <a:gd name="T60" fmla="*/ 259 w 259"/>
                  <a:gd name="T61" fmla="*/ 185 h 273"/>
                  <a:gd name="T62" fmla="*/ 220 w 259"/>
                  <a:gd name="T63" fmla="*/ 141 h 273"/>
                  <a:gd name="T64" fmla="*/ 220 w 259"/>
                  <a:gd name="T65" fmla="*/ 136 h 273"/>
                  <a:gd name="T66" fmla="*/ 130 w 259"/>
                  <a:gd name="T67" fmla="*/ 182 h 273"/>
                  <a:gd name="T68" fmla="*/ 84 w 259"/>
                  <a:gd name="T69" fmla="*/ 136 h 273"/>
                  <a:gd name="T70" fmla="*/ 130 w 259"/>
                  <a:gd name="T71" fmla="*/ 90 h 273"/>
                  <a:gd name="T72" fmla="*/ 176 w 259"/>
                  <a:gd name="T73" fmla="*/ 136 h 273"/>
                  <a:gd name="T74" fmla="*/ 130 w 259"/>
                  <a:gd name="T75" fmla="*/ 182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59" h="273">
                    <a:moveTo>
                      <a:pt x="220" y="136"/>
                    </a:moveTo>
                    <a:cubicBezTo>
                      <a:pt x="220" y="135"/>
                      <a:pt x="220" y="133"/>
                      <a:pt x="220" y="132"/>
                    </a:cubicBezTo>
                    <a:cubicBezTo>
                      <a:pt x="259" y="87"/>
                      <a:pt x="259" y="87"/>
                      <a:pt x="259" y="87"/>
                    </a:cubicBezTo>
                    <a:cubicBezTo>
                      <a:pt x="248" y="68"/>
                      <a:pt x="248" y="68"/>
                      <a:pt x="248" y="68"/>
                    </a:cubicBezTo>
                    <a:cubicBezTo>
                      <a:pt x="237" y="48"/>
                      <a:pt x="237" y="48"/>
                      <a:pt x="237" y="48"/>
                    </a:cubicBezTo>
                    <a:cubicBezTo>
                      <a:pt x="179" y="60"/>
                      <a:pt x="179" y="60"/>
                      <a:pt x="179" y="60"/>
                    </a:cubicBezTo>
                    <a:cubicBezTo>
                      <a:pt x="176" y="58"/>
                      <a:pt x="174" y="57"/>
                      <a:pt x="171" y="55"/>
                    </a:cubicBezTo>
                    <a:cubicBezTo>
                      <a:pt x="152" y="0"/>
                      <a:pt x="152" y="0"/>
                      <a:pt x="152" y="0"/>
                    </a:cubicBezTo>
                    <a:cubicBezTo>
                      <a:pt x="130" y="0"/>
                      <a:pt x="130" y="0"/>
                      <a:pt x="130" y="0"/>
                    </a:cubicBezTo>
                    <a:cubicBezTo>
                      <a:pt x="107" y="0"/>
                      <a:pt x="107" y="0"/>
                      <a:pt x="107" y="0"/>
                    </a:cubicBezTo>
                    <a:cubicBezTo>
                      <a:pt x="88" y="55"/>
                      <a:pt x="88" y="55"/>
                      <a:pt x="88" y="55"/>
                    </a:cubicBezTo>
                    <a:cubicBezTo>
                      <a:pt x="86" y="57"/>
                      <a:pt x="83" y="58"/>
                      <a:pt x="80" y="60"/>
                    </a:cubicBezTo>
                    <a:cubicBezTo>
                      <a:pt x="23" y="48"/>
                      <a:pt x="23" y="48"/>
                      <a:pt x="23" y="48"/>
                    </a:cubicBezTo>
                    <a:cubicBezTo>
                      <a:pt x="11" y="68"/>
                      <a:pt x="11" y="68"/>
                      <a:pt x="11" y="68"/>
                    </a:cubicBezTo>
                    <a:cubicBezTo>
                      <a:pt x="0" y="87"/>
                      <a:pt x="0" y="87"/>
                      <a:pt x="0" y="87"/>
                    </a:cubicBezTo>
                    <a:cubicBezTo>
                      <a:pt x="39" y="131"/>
                      <a:pt x="39" y="131"/>
                      <a:pt x="39" y="131"/>
                    </a:cubicBezTo>
                    <a:cubicBezTo>
                      <a:pt x="39" y="133"/>
                      <a:pt x="39" y="134"/>
                      <a:pt x="39" y="136"/>
                    </a:cubicBezTo>
                    <a:cubicBezTo>
                      <a:pt x="39" y="138"/>
                      <a:pt x="39" y="139"/>
                      <a:pt x="39" y="141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11" y="204"/>
                      <a:pt x="11" y="204"/>
                      <a:pt x="11" y="204"/>
                    </a:cubicBezTo>
                    <a:cubicBezTo>
                      <a:pt x="23" y="224"/>
                      <a:pt x="23" y="224"/>
                      <a:pt x="23" y="224"/>
                    </a:cubicBezTo>
                    <a:cubicBezTo>
                      <a:pt x="80" y="212"/>
                      <a:pt x="80" y="212"/>
                      <a:pt x="80" y="212"/>
                    </a:cubicBezTo>
                    <a:cubicBezTo>
                      <a:pt x="83" y="214"/>
                      <a:pt x="86" y="215"/>
                      <a:pt x="88" y="217"/>
                    </a:cubicBezTo>
                    <a:cubicBezTo>
                      <a:pt x="107" y="273"/>
                      <a:pt x="107" y="273"/>
                      <a:pt x="107" y="273"/>
                    </a:cubicBezTo>
                    <a:cubicBezTo>
                      <a:pt x="130" y="273"/>
                      <a:pt x="130" y="273"/>
                      <a:pt x="130" y="273"/>
                    </a:cubicBezTo>
                    <a:cubicBezTo>
                      <a:pt x="152" y="273"/>
                      <a:pt x="152" y="273"/>
                      <a:pt x="152" y="273"/>
                    </a:cubicBezTo>
                    <a:cubicBezTo>
                      <a:pt x="171" y="217"/>
                      <a:pt x="171" y="217"/>
                      <a:pt x="171" y="217"/>
                    </a:cubicBezTo>
                    <a:cubicBezTo>
                      <a:pt x="174" y="215"/>
                      <a:pt x="176" y="214"/>
                      <a:pt x="179" y="212"/>
                    </a:cubicBezTo>
                    <a:cubicBezTo>
                      <a:pt x="237" y="224"/>
                      <a:pt x="237" y="224"/>
                      <a:pt x="237" y="224"/>
                    </a:cubicBezTo>
                    <a:cubicBezTo>
                      <a:pt x="248" y="204"/>
                      <a:pt x="248" y="204"/>
                      <a:pt x="248" y="204"/>
                    </a:cubicBezTo>
                    <a:cubicBezTo>
                      <a:pt x="259" y="185"/>
                      <a:pt x="259" y="185"/>
                      <a:pt x="259" y="185"/>
                    </a:cubicBezTo>
                    <a:cubicBezTo>
                      <a:pt x="220" y="141"/>
                      <a:pt x="220" y="141"/>
                      <a:pt x="220" y="141"/>
                    </a:cubicBezTo>
                    <a:cubicBezTo>
                      <a:pt x="220" y="139"/>
                      <a:pt x="220" y="138"/>
                      <a:pt x="220" y="136"/>
                    </a:cubicBezTo>
                    <a:close/>
                    <a:moveTo>
                      <a:pt x="130" y="182"/>
                    </a:moveTo>
                    <a:cubicBezTo>
                      <a:pt x="104" y="182"/>
                      <a:pt x="84" y="162"/>
                      <a:pt x="84" y="136"/>
                    </a:cubicBezTo>
                    <a:cubicBezTo>
                      <a:pt x="84" y="111"/>
                      <a:pt x="104" y="90"/>
                      <a:pt x="130" y="90"/>
                    </a:cubicBezTo>
                    <a:cubicBezTo>
                      <a:pt x="155" y="90"/>
                      <a:pt x="176" y="111"/>
                      <a:pt x="176" y="136"/>
                    </a:cubicBezTo>
                    <a:cubicBezTo>
                      <a:pt x="176" y="162"/>
                      <a:pt x="155" y="182"/>
                      <a:pt x="13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80" name="Textfeld 1548">
              <a:extLst>
                <a:ext uri="{FF2B5EF4-FFF2-40B4-BE49-F238E27FC236}">
                  <a16:creationId xmlns:a16="http://schemas.microsoft.com/office/drawing/2014/main" id="{901654F3-0494-4EFB-90CE-F5544D03B428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8680776" y="4320593"/>
              <a:ext cx="1296055" cy="30777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l" rtl="0">
                <a:spcBef>
                  <a:spcPts val="0"/>
                </a:spcBef>
              </a:pPr>
              <a:r>
                <a:rPr lang="en-US" sz="1000" b="1" i="0" u="none" baseline="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Maintenance</a:t>
              </a:r>
              <a:r>
                <a:rPr lang="en-US" sz="1000" b="1" i="0" u="none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 suggestions</a:t>
              </a:r>
              <a:endParaRPr lang="en-US" sz="10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281" name="Textfeld 1553">
              <a:extLst>
                <a:ext uri="{FF2B5EF4-FFF2-40B4-BE49-F238E27FC236}">
                  <a16:creationId xmlns:a16="http://schemas.microsoft.com/office/drawing/2014/main" id="{1205E0E9-9363-45DF-BC30-CEA9AE7B4ECA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7528506" y="4955985"/>
              <a:ext cx="771959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l" rtl="0" eaLnBrk="1" fontAlgn="base" hangingPunct="1">
                <a:spcBef>
                  <a:spcPts val="0"/>
                </a:spcBef>
                <a:spcAft>
                  <a:spcPct val="0"/>
                </a:spcAft>
              </a:pPr>
              <a:r>
                <a:rPr lang="en-US" sz="1200" b="1" i="0" u="none" baseline="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Service </a:t>
              </a:r>
              <a:br>
                <a:rPr lang="en-US" sz="1200" b="1" i="0" u="none" baseline="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</a:br>
              <a:r>
                <a:rPr lang="en-US" sz="1200" b="1" i="0" u="none" baseline="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technician</a:t>
              </a:r>
            </a:p>
          </p:txBody>
        </p:sp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96E3BF92-6829-4CCC-B343-10B15B928C92}"/>
              </a:ext>
            </a:extLst>
          </p:cNvPr>
          <p:cNvGrpSpPr/>
          <p:nvPr/>
        </p:nvGrpSpPr>
        <p:grpSpPr>
          <a:xfrm>
            <a:off x="9459811" y="1471933"/>
            <a:ext cx="2359628" cy="697491"/>
            <a:chOff x="9459811" y="1471592"/>
            <a:chExt cx="2359628" cy="697330"/>
          </a:xfrm>
        </p:grpSpPr>
        <p:sp>
          <p:nvSpPr>
            <p:cNvPr id="288" name="SAGD, Siemens, Person, Figur, figure, mensch, human, menschen, humans, character, charakter, messe, fair, stand, booth, information">
              <a:extLst>
                <a:ext uri="{FF2B5EF4-FFF2-40B4-BE49-F238E27FC236}">
                  <a16:creationId xmlns:a16="http://schemas.microsoft.com/office/drawing/2014/main" id="{5E2AD5BA-8EE3-44C7-A88C-CEF7B0327081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459811" y="1471592"/>
              <a:ext cx="695326" cy="697330"/>
            </a:xfrm>
            <a:custGeom>
              <a:avLst/>
              <a:gdLst>
                <a:gd name="T0" fmla="*/ 455 w 861"/>
                <a:gd name="T1" fmla="*/ 222 h 862"/>
                <a:gd name="T2" fmla="*/ 517 w 861"/>
                <a:gd name="T3" fmla="*/ 148 h 862"/>
                <a:gd name="T4" fmla="*/ 578 w 861"/>
                <a:gd name="T5" fmla="*/ 222 h 862"/>
                <a:gd name="T6" fmla="*/ 517 w 861"/>
                <a:gd name="T7" fmla="*/ 295 h 862"/>
                <a:gd name="T8" fmla="*/ 455 w 861"/>
                <a:gd name="T9" fmla="*/ 222 h 862"/>
                <a:gd name="T10" fmla="*/ 74 w 861"/>
                <a:gd name="T11" fmla="*/ 74 h 862"/>
                <a:gd name="T12" fmla="*/ 788 w 861"/>
                <a:gd name="T13" fmla="*/ 74 h 862"/>
                <a:gd name="T14" fmla="*/ 788 w 861"/>
                <a:gd name="T15" fmla="*/ 492 h 862"/>
                <a:gd name="T16" fmla="*/ 861 w 861"/>
                <a:gd name="T17" fmla="*/ 492 h 862"/>
                <a:gd name="T18" fmla="*/ 861 w 861"/>
                <a:gd name="T19" fmla="*/ 0 h 862"/>
                <a:gd name="T20" fmla="*/ 0 w 861"/>
                <a:gd name="T21" fmla="*/ 0 h 862"/>
                <a:gd name="T22" fmla="*/ 0 w 861"/>
                <a:gd name="T23" fmla="*/ 492 h 862"/>
                <a:gd name="T24" fmla="*/ 74 w 861"/>
                <a:gd name="T25" fmla="*/ 492 h 862"/>
                <a:gd name="T26" fmla="*/ 74 w 861"/>
                <a:gd name="T27" fmla="*/ 74 h 862"/>
                <a:gd name="T28" fmla="*/ 433 w 861"/>
                <a:gd name="T29" fmla="*/ 323 h 862"/>
                <a:gd name="T30" fmla="*/ 394 w 861"/>
                <a:gd name="T31" fmla="*/ 375 h 862"/>
                <a:gd name="T32" fmla="*/ 394 w 861"/>
                <a:gd name="T33" fmla="*/ 492 h 862"/>
                <a:gd name="T34" fmla="*/ 639 w 861"/>
                <a:gd name="T35" fmla="*/ 492 h 862"/>
                <a:gd name="T36" fmla="*/ 640 w 861"/>
                <a:gd name="T37" fmla="*/ 375 h 862"/>
                <a:gd name="T38" fmla="*/ 640 w 861"/>
                <a:gd name="T39" fmla="*/ 375 h 862"/>
                <a:gd name="T40" fmla="*/ 600 w 861"/>
                <a:gd name="T41" fmla="*/ 323 h 862"/>
                <a:gd name="T42" fmla="*/ 600 w 861"/>
                <a:gd name="T43" fmla="*/ 323 h 862"/>
                <a:gd name="T44" fmla="*/ 558 w 861"/>
                <a:gd name="T45" fmla="*/ 320 h 862"/>
                <a:gd name="T46" fmla="*/ 517 w 861"/>
                <a:gd name="T47" fmla="*/ 364 h 862"/>
                <a:gd name="T48" fmla="*/ 476 w 861"/>
                <a:gd name="T49" fmla="*/ 320 h 862"/>
                <a:gd name="T50" fmla="*/ 433 w 861"/>
                <a:gd name="T51" fmla="*/ 323 h 862"/>
                <a:gd name="T52" fmla="*/ 0 w 861"/>
                <a:gd name="T53" fmla="*/ 566 h 862"/>
                <a:gd name="T54" fmla="*/ 861 w 861"/>
                <a:gd name="T55" fmla="*/ 566 h 862"/>
                <a:gd name="T56" fmla="*/ 861 w 861"/>
                <a:gd name="T57" fmla="*/ 862 h 862"/>
                <a:gd name="T58" fmla="*/ 0 w 861"/>
                <a:gd name="T59" fmla="*/ 862 h 862"/>
                <a:gd name="T60" fmla="*/ 0 w 861"/>
                <a:gd name="T61" fmla="*/ 566 h 862"/>
                <a:gd name="T62" fmla="*/ 74 w 861"/>
                <a:gd name="T63" fmla="*/ 714 h 862"/>
                <a:gd name="T64" fmla="*/ 442 w 861"/>
                <a:gd name="T65" fmla="*/ 714 h 862"/>
                <a:gd name="T66" fmla="*/ 442 w 861"/>
                <a:gd name="T67" fmla="*/ 640 h 862"/>
                <a:gd name="T68" fmla="*/ 74 w 861"/>
                <a:gd name="T69" fmla="*/ 640 h 862"/>
                <a:gd name="T70" fmla="*/ 74 w 861"/>
                <a:gd name="T71" fmla="*/ 714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61" h="862">
                  <a:moveTo>
                    <a:pt x="455" y="222"/>
                  </a:moveTo>
                  <a:cubicBezTo>
                    <a:pt x="455" y="177"/>
                    <a:pt x="480" y="148"/>
                    <a:pt x="517" y="148"/>
                  </a:cubicBezTo>
                  <a:cubicBezTo>
                    <a:pt x="553" y="148"/>
                    <a:pt x="578" y="177"/>
                    <a:pt x="578" y="222"/>
                  </a:cubicBezTo>
                  <a:cubicBezTo>
                    <a:pt x="578" y="266"/>
                    <a:pt x="553" y="295"/>
                    <a:pt x="517" y="295"/>
                  </a:cubicBezTo>
                  <a:cubicBezTo>
                    <a:pt x="480" y="295"/>
                    <a:pt x="455" y="266"/>
                    <a:pt x="455" y="222"/>
                  </a:cubicBezTo>
                  <a:close/>
                  <a:moveTo>
                    <a:pt x="74" y="74"/>
                  </a:moveTo>
                  <a:cubicBezTo>
                    <a:pt x="788" y="74"/>
                    <a:pt x="788" y="74"/>
                    <a:pt x="788" y="74"/>
                  </a:cubicBezTo>
                  <a:cubicBezTo>
                    <a:pt x="788" y="492"/>
                    <a:pt x="788" y="492"/>
                    <a:pt x="788" y="492"/>
                  </a:cubicBezTo>
                  <a:cubicBezTo>
                    <a:pt x="861" y="492"/>
                    <a:pt x="861" y="492"/>
                    <a:pt x="861" y="492"/>
                  </a:cubicBezTo>
                  <a:cubicBezTo>
                    <a:pt x="861" y="0"/>
                    <a:pt x="861" y="0"/>
                    <a:pt x="86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92"/>
                    <a:pt x="0" y="492"/>
                    <a:pt x="0" y="492"/>
                  </a:cubicBezTo>
                  <a:cubicBezTo>
                    <a:pt x="74" y="492"/>
                    <a:pt x="74" y="492"/>
                    <a:pt x="74" y="492"/>
                  </a:cubicBezTo>
                  <a:lnTo>
                    <a:pt x="74" y="74"/>
                  </a:lnTo>
                  <a:close/>
                  <a:moveTo>
                    <a:pt x="433" y="323"/>
                  </a:moveTo>
                  <a:cubicBezTo>
                    <a:pt x="410" y="325"/>
                    <a:pt x="394" y="345"/>
                    <a:pt x="394" y="375"/>
                  </a:cubicBezTo>
                  <a:cubicBezTo>
                    <a:pt x="394" y="492"/>
                    <a:pt x="394" y="492"/>
                    <a:pt x="394" y="492"/>
                  </a:cubicBezTo>
                  <a:cubicBezTo>
                    <a:pt x="639" y="492"/>
                    <a:pt x="639" y="492"/>
                    <a:pt x="639" y="492"/>
                  </a:cubicBezTo>
                  <a:cubicBezTo>
                    <a:pt x="639" y="492"/>
                    <a:pt x="640" y="385"/>
                    <a:pt x="640" y="375"/>
                  </a:cubicBezTo>
                  <a:cubicBezTo>
                    <a:pt x="640" y="375"/>
                    <a:pt x="640" y="375"/>
                    <a:pt x="640" y="375"/>
                  </a:cubicBezTo>
                  <a:cubicBezTo>
                    <a:pt x="639" y="345"/>
                    <a:pt x="624" y="325"/>
                    <a:pt x="600" y="323"/>
                  </a:cubicBezTo>
                  <a:cubicBezTo>
                    <a:pt x="600" y="323"/>
                    <a:pt x="600" y="323"/>
                    <a:pt x="600" y="323"/>
                  </a:cubicBezTo>
                  <a:cubicBezTo>
                    <a:pt x="558" y="320"/>
                    <a:pt x="558" y="320"/>
                    <a:pt x="558" y="320"/>
                  </a:cubicBezTo>
                  <a:cubicBezTo>
                    <a:pt x="517" y="364"/>
                    <a:pt x="517" y="364"/>
                    <a:pt x="517" y="364"/>
                  </a:cubicBezTo>
                  <a:cubicBezTo>
                    <a:pt x="476" y="320"/>
                    <a:pt x="476" y="320"/>
                    <a:pt x="476" y="320"/>
                  </a:cubicBezTo>
                  <a:cubicBezTo>
                    <a:pt x="433" y="323"/>
                    <a:pt x="433" y="323"/>
                    <a:pt x="433" y="323"/>
                  </a:cubicBezTo>
                  <a:close/>
                  <a:moveTo>
                    <a:pt x="0" y="566"/>
                  </a:moveTo>
                  <a:cubicBezTo>
                    <a:pt x="861" y="566"/>
                    <a:pt x="861" y="566"/>
                    <a:pt x="861" y="566"/>
                  </a:cubicBezTo>
                  <a:cubicBezTo>
                    <a:pt x="861" y="862"/>
                    <a:pt x="861" y="862"/>
                    <a:pt x="861" y="862"/>
                  </a:cubicBezTo>
                  <a:cubicBezTo>
                    <a:pt x="0" y="862"/>
                    <a:pt x="0" y="862"/>
                    <a:pt x="0" y="862"/>
                  </a:cubicBezTo>
                  <a:lnTo>
                    <a:pt x="0" y="566"/>
                  </a:lnTo>
                  <a:close/>
                  <a:moveTo>
                    <a:pt x="74" y="714"/>
                  </a:moveTo>
                  <a:cubicBezTo>
                    <a:pt x="442" y="714"/>
                    <a:pt x="442" y="714"/>
                    <a:pt x="442" y="714"/>
                  </a:cubicBezTo>
                  <a:cubicBezTo>
                    <a:pt x="442" y="640"/>
                    <a:pt x="442" y="640"/>
                    <a:pt x="442" y="640"/>
                  </a:cubicBezTo>
                  <a:cubicBezTo>
                    <a:pt x="74" y="640"/>
                    <a:pt x="74" y="640"/>
                    <a:pt x="74" y="640"/>
                  </a:cubicBezTo>
                  <a:lnTo>
                    <a:pt x="74" y="714"/>
                  </a:lnTo>
                  <a:close/>
                </a:path>
              </a:pathLst>
            </a:custGeom>
            <a:solidFill>
              <a:srgbClr val="41AAA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9" name="Textfeld 1556">
              <a:extLst>
                <a:ext uri="{FF2B5EF4-FFF2-40B4-BE49-F238E27FC236}">
                  <a16:creationId xmlns:a16="http://schemas.microsoft.com/office/drawing/2014/main" id="{6DAB055A-9F3B-4781-A34F-EF5465DAA091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0155137" y="1521874"/>
              <a:ext cx="1664302" cy="510238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rtl="0">
                <a:spcBef>
                  <a:spcPts val="0"/>
                </a:spcBef>
              </a:pPr>
              <a:r>
                <a:rPr lang="en-US" sz="1000" b="1" i="0" u="none" baseline="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Employee database</a:t>
              </a:r>
              <a:br>
                <a:rPr lang="en-US" sz="1000" b="1" i="0" u="none" baseline="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</a:br>
              <a:r>
                <a:rPr lang="en-US" sz="1000" b="0" i="0" u="none" baseline="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For querying the responsible employee</a:t>
              </a:r>
              <a:endParaRPr lang="en-US" sz="10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  <a:p>
              <a:pPr algn="r" rtl="0" eaLnBrk="1" fontAlgn="base" hangingPunct="1">
                <a:spcBef>
                  <a:spcPts val="0"/>
                </a:spcBef>
                <a:spcAft>
                  <a:spcPct val="0"/>
                </a:spcAft>
              </a:pPr>
              <a:endParaRPr lang="en-US" sz="1200" b="1" i="0" u="none" baseline="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</p:grpSp>
      <p:pic>
        <p:nvPicPr>
          <p:cNvPr id="290" name="Grafik 1">
            <a:extLst>
              <a:ext uri="{FF2B5EF4-FFF2-40B4-BE49-F238E27FC236}">
                <a16:creationId xmlns:a16="http://schemas.microsoft.com/office/drawing/2014/main" id="{F177FFEE-1DE1-42BC-86DD-B11C93AAC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00042" y="4777904"/>
            <a:ext cx="2030446" cy="944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1" name="Rechteck 25">
            <a:extLst>
              <a:ext uri="{FF2B5EF4-FFF2-40B4-BE49-F238E27FC236}">
                <a16:creationId xmlns:a16="http://schemas.microsoft.com/office/drawing/2014/main" id="{6E0CDE04-5592-4E1B-B373-FD47AA4BDEE9}"/>
              </a:ext>
            </a:extLst>
          </p:cNvPr>
          <p:cNvSpPr>
            <a:spLocks noChangeAspect="1"/>
          </p:cNvSpPr>
          <p:nvPr/>
        </p:nvSpPr>
        <p:spPr bwMode="gray">
          <a:xfrm>
            <a:off x="4651389" y="4579162"/>
            <a:ext cx="283665" cy="283731"/>
          </a:xfrm>
          <a:prstGeom prst="rect">
            <a:avLst/>
          </a:prstGeom>
          <a:solidFill>
            <a:srgbClr val="AF235F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algn="ctr" rtl="0"/>
            <a:r>
              <a:rPr lang="en-US" sz="1600" b="1" i="0" u="none" baseline="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rPr>
              <a:t>!</a:t>
            </a:r>
            <a:endParaRPr lang="en-US" sz="1600" b="1" dirty="0">
              <a:solidFill>
                <a:srgbClr val="FFFFFF"/>
              </a:solidFill>
              <a:latin typeface="Arial" charset="0"/>
              <a:ea typeface="Arial" charset="0"/>
              <a:cs typeface="Arial" charset="0"/>
            </a:endParaRPr>
          </a:p>
        </p:txBody>
      </p: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17E18D4E-496C-472D-AB91-44D93998EA7F}"/>
              </a:ext>
            </a:extLst>
          </p:cNvPr>
          <p:cNvGrpSpPr/>
          <p:nvPr/>
        </p:nvGrpSpPr>
        <p:grpSpPr>
          <a:xfrm>
            <a:off x="4705534" y="1258155"/>
            <a:ext cx="1564195" cy="1137765"/>
            <a:chOff x="4705532" y="1257862"/>
            <a:chExt cx="1564195" cy="1137502"/>
          </a:xfrm>
        </p:grpSpPr>
        <p:grpSp>
          <p:nvGrpSpPr>
            <p:cNvPr id="293" name="Gruppieren 23">
              <a:extLst>
                <a:ext uri="{FF2B5EF4-FFF2-40B4-BE49-F238E27FC236}">
                  <a16:creationId xmlns:a16="http://schemas.microsoft.com/office/drawing/2014/main" id="{BA0546BE-88F1-4FE2-AB80-C32135C16DA7}"/>
                </a:ext>
              </a:extLst>
            </p:cNvPr>
            <p:cNvGrpSpPr/>
            <p:nvPr/>
          </p:nvGrpSpPr>
          <p:grpSpPr bwMode="gray">
            <a:xfrm>
              <a:off x="4816512" y="1600518"/>
              <a:ext cx="986660" cy="794846"/>
              <a:chOff x="6457502" y="1644102"/>
              <a:chExt cx="986660" cy="794846"/>
            </a:xfrm>
          </p:grpSpPr>
          <p:grpSp>
            <p:nvGrpSpPr>
              <p:cNvPr id="300" name="Gruppieren 7">
                <a:extLst>
                  <a:ext uri="{FF2B5EF4-FFF2-40B4-BE49-F238E27FC236}">
                    <a16:creationId xmlns:a16="http://schemas.microsoft.com/office/drawing/2014/main" id="{BFF03E2A-042F-4BE7-BE6A-4E4DD1A38956}"/>
                  </a:ext>
                </a:extLst>
              </p:cNvPr>
              <p:cNvGrpSpPr>
                <a:grpSpLocks/>
              </p:cNvGrpSpPr>
              <p:nvPr/>
            </p:nvGrpSpPr>
            <p:grpSpPr bwMode="gray">
              <a:xfrm>
                <a:off x="6457502" y="1644102"/>
                <a:ext cx="986660" cy="794846"/>
                <a:chOff x="7007885" y="1584325"/>
                <a:chExt cx="1135063" cy="914400"/>
              </a:xfrm>
            </p:grpSpPr>
            <p:sp>
              <p:nvSpPr>
                <p:cNvPr id="302" name="SAGD, Siemens, Computer, Monitor, pc, screen">
                  <a:extLst>
                    <a:ext uri="{FF2B5EF4-FFF2-40B4-BE49-F238E27FC236}">
                      <a16:creationId xmlns:a16="http://schemas.microsoft.com/office/drawing/2014/main" id="{9A85631C-9A13-4171-BD60-56920F0338F1}"/>
                    </a:ext>
                  </a:extLst>
                </p:cNvPr>
                <p:cNvSpPr>
                  <a:spLocks noChangeAspect="1" noEditPoints="1"/>
                </p:cNvSpPr>
                <p:nvPr/>
              </p:nvSpPr>
              <p:spPr bwMode="gray">
                <a:xfrm>
                  <a:off x="7007885" y="1584325"/>
                  <a:ext cx="1135063" cy="914400"/>
                </a:xfrm>
                <a:custGeom>
                  <a:avLst/>
                  <a:gdLst>
                    <a:gd name="T0" fmla="*/ 839 w 929"/>
                    <a:gd name="T1" fmla="*/ 91 h 749"/>
                    <a:gd name="T2" fmla="*/ 90 w 929"/>
                    <a:gd name="T3" fmla="*/ 91 h 749"/>
                    <a:gd name="T4" fmla="*/ 90 w 929"/>
                    <a:gd name="T5" fmla="*/ 522 h 749"/>
                    <a:gd name="T6" fmla="*/ 839 w 929"/>
                    <a:gd name="T7" fmla="*/ 522 h 749"/>
                    <a:gd name="T8" fmla="*/ 839 w 929"/>
                    <a:gd name="T9" fmla="*/ 91 h 749"/>
                    <a:gd name="T10" fmla="*/ 884 w 929"/>
                    <a:gd name="T11" fmla="*/ 0 h 749"/>
                    <a:gd name="T12" fmla="*/ 45 w 929"/>
                    <a:gd name="T13" fmla="*/ 0 h 749"/>
                    <a:gd name="T14" fmla="*/ 0 w 929"/>
                    <a:gd name="T15" fmla="*/ 46 h 749"/>
                    <a:gd name="T16" fmla="*/ 0 w 929"/>
                    <a:gd name="T17" fmla="*/ 567 h 749"/>
                    <a:gd name="T18" fmla="*/ 45 w 929"/>
                    <a:gd name="T19" fmla="*/ 613 h 749"/>
                    <a:gd name="T20" fmla="*/ 385 w 929"/>
                    <a:gd name="T21" fmla="*/ 613 h 749"/>
                    <a:gd name="T22" fmla="*/ 385 w 929"/>
                    <a:gd name="T23" fmla="*/ 703 h 749"/>
                    <a:gd name="T24" fmla="*/ 272 w 929"/>
                    <a:gd name="T25" fmla="*/ 703 h 749"/>
                    <a:gd name="T26" fmla="*/ 272 w 929"/>
                    <a:gd name="T27" fmla="*/ 749 h 749"/>
                    <a:gd name="T28" fmla="*/ 657 w 929"/>
                    <a:gd name="T29" fmla="*/ 749 h 749"/>
                    <a:gd name="T30" fmla="*/ 657 w 929"/>
                    <a:gd name="T31" fmla="*/ 703 h 749"/>
                    <a:gd name="T32" fmla="*/ 544 w 929"/>
                    <a:gd name="T33" fmla="*/ 703 h 749"/>
                    <a:gd name="T34" fmla="*/ 544 w 929"/>
                    <a:gd name="T35" fmla="*/ 613 h 749"/>
                    <a:gd name="T36" fmla="*/ 884 w 929"/>
                    <a:gd name="T37" fmla="*/ 613 h 749"/>
                    <a:gd name="T38" fmla="*/ 929 w 929"/>
                    <a:gd name="T39" fmla="*/ 567 h 749"/>
                    <a:gd name="T40" fmla="*/ 929 w 929"/>
                    <a:gd name="T41" fmla="*/ 46 h 749"/>
                    <a:gd name="T42" fmla="*/ 884 w 929"/>
                    <a:gd name="T43" fmla="*/ 0 h 749"/>
                    <a:gd name="T44" fmla="*/ 884 w 929"/>
                    <a:gd name="T45" fmla="*/ 46 h 749"/>
                    <a:gd name="T46" fmla="*/ 884 w 929"/>
                    <a:gd name="T47" fmla="*/ 567 h 749"/>
                    <a:gd name="T48" fmla="*/ 45 w 929"/>
                    <a:gd name="T49" fmla="*/ 567 h 749"/>
                    <a:gd name="T50" fmla="*/ 45 w 929"/>
                    <a:gd name="T51" fmla="*/ 46 h 749"/>
                    <a:gd name="T52" fmla="*/ 884 w 929"/>
                    <a:gd name="T53" fmla="*/ 46 h 7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929" h="749">
                      <a:moveTo>
                        <a:pt x="839" y="91"/>
                      </a:moveTo>
                      <a:cubicBezTo>
                        <a:pt x="90" y="91"/>
                        <a:pt x="90" y="91"/>
                        <a:pt x="90" y="91"/>
                      </a:cubicBezTo>
                      <a:cubicBezTo>
                        <a:pt x="90" y="522"/>
                        <a:pt x="90" y="522"/>
                        <a:pt x="90" y="522"/>
                      </a:cubicBezTo>
                      <a:cubicBezTo>
                        <a:pt x="839" y="522"/>
                        <a:pt x="839" y="522"/>
                        <a:pt x="839" y="522"/>
                      </a:cubicBezTo>
                      <a:lnTo>
                        <a:pt x="839" y="91"/>
                      </a:lnTo>
                      <a:close/>
                      <a:moveTo>
                        <a:pt x="884" y="0"/>
                      </a:moveTo>
                      <a:cubicBezTo>
                        <a:pt x="45" y="0"/>
                        <a:pt x="45" y="0"/>
                        <a:pt x="45" y="0"/>
                      </a:cubicBezTo>
                      <a:cubicBezTo>
                        <a:pt x="20" y="0"/>
                        <a:pt x="0" y="21"/>
                        <a:pt x="0" y="46"/>
                      </a:cubicBezTo>
                      <a:cubicBezTo>
                        <a:pt x="0" y="567"/>
                        <a:pt x="0" y="567"/>
                        <a:pt x="0" y="567"/>
                      </a:cubicBezTo>
                      <a:cubicBezTo>
                        <a:pt x="0" y="592"/>
                        <a:pt x="20" y="613"/>
                        <a:pt x="45" y="613"/>
                      </a:cubicBezTo>
                      <a:cubicBezTo>
                        <a:pt x="385" y="613"/>
                        <a:pt x="385" y="613"/>
                        <a:pt x="385" y="613"/>
                      </a:cubicBezTo>
                      <a:cubicBezTo>
                        <a:pt x="385" y="703"/>
                        <a:pt x="385" y="703"/>
                        <a:pt x="385" y="703"/>
                      </a:cubicBezTo>
                      <a:cubicBezTo>
                        <a:pt x="272" y="703"/>
                        <a:pt x="272" y="703"/>
                        <a:pt x="272" y="703"/>
                      </a:cubicBezTo>
                      <a:cubicBezTo>
                        <a:pt x="272" y="749"/>
                        <a:pt x="272" y="749"/>
                        <a:pt x="272" y="749"/>
                      </a:cubicBezTo>
                      <a:cubicBezTo>
                        <a:pt x="657" y="749"/>
                        <a:pt x="657" y="749"/>
                        <a:pt x="657" y="749"/>
                      </a:cubicBezTo>
                      <a:cubicBezTo>
                        <a:pt x="657" y="703"/>
                        <a:pt x="657" y="703"/>
                        <a:pt x="657" y="703"/>
                      </a:cubicBezTo>
                      <a:cubicBezTo>
                        <a:pt x="544" y="703"/>
                        <a:pt x="544" y="703"/>
                        <a:pt x="544" y="703"/>
                      </a:cubicBezTo>
                      <a:cubicBezTo>
                        <a:pt x="544" y="613"/>
                        <a:pt x="544" y="613"/>
                        <a:pt x="544" y="613"/>
                      </a:cubicBezTo>
                      <a:cubicBezTo>
                        <a:pt x="884" y="613"/>
                        <a:pt x="884" y="613"/>
                        <a:pt x="884" y="613"/>
                      </a:cubicBezTo>
                      <a:cubicBezTo>
                        <a:pt x="909" y="613"/>
                        <a:pt x="929" y="592"/>
                        <a:pt x="929" y="567"/>
                      </a:cubicBezTo>
                      <a:cubicBezTo>
                        <a:pt x="929" y="46"/>
                        <a:pt x="929" y="46"/>
                        <a:pt x="929" y="46"/>
                      </a:cubicBezTo>
                      <a:cubicBezTo>
                        <a:pt x="929" y="21"/>
                        <a:pt x="909" y="0"/>
                        <a:pt x="884" y="0"/>
                      </a:cubicBezTo>
                      <a:close/>
                      <a:moveTo>
                        <a:pt x="884" y="46"/>
                      </a:moveTo>
                      <a:cubicBezTo>
                        <a:pt x="884" y="567"/>
                        <a:pt x="884" y="567"/>
                        <a:pt x="884" y="567"/>
                      </a:cubicBezTo>
                      <a:cubicBezTo>
                        <a:pt x="45" y="567"/>
                        <a:pt x="45" y="567"/>
                        <a:pt x="45" y="567"/>
                      </a:cubicBezTo>
                      <a:cubicBezTo>
                        <a:pt x="45" y="46"/>
                        <a:pt x="45" y="46"/>
                        <a:pt x="45" y="46"/>
                      </a:cubicBezTo>
                      <a:lnTo>
                        <a:pt x="884" y="46"/>
                      </a:lnTo>
                      <a:close/>
                    </a:path>
                  </a:pathLst>
                </a:custGeom>
                <a:solidFill>
                  <a:srgbClr val="41AAAA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3" name="Rechteck 6">
                  <a:extLst>
                    <a:ext uri="{FF2B5EF4-FFF2-40B4-BE49-F238E27FC236}">
                      <a16:creationId xmlns:a16="http://schemas.microsoft.com/office/drawing/2014/main" id="{0841B0F6-89FC-4748-B27F-A05934A4DA70}"/>
                    </a:ext>
                  </a:extLst>
                </p:cNvPr>
                <p:cNvSpPr/>
                <p:nvPr/>
              </p:nvSpPr>
              <p:spPr bwMode="gray">
                <a:xfrm>
                  <a:off x="7081837" y="1679086"/>
                  <a:ext cx="999468" cy="57833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rtl="0"/>
                  <a:endParaRPr lang="en-US" dirty="0" err="1"/>
                </a:p>
              </p:txBody>
            </p:sp>
          </p:grpSp>
          <p:sp>
            <p:nvSpPr>
              <p:cNvPr id="301" name="Rechteck 25">
                <a:extLst>
                  <a:ext uri="{FF2B5EF4-FFF2-40B4-BE49-F238E27FC236}">
                    <a16:creationId xmlns:a16="http://schemas.microsoft.com/office/drawing/2014/main" id="{60DDBBB1-06C6-4951-9E4C-20715A24ACD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969327" y="1709782"/>
                <a:ext cx="283665" cy="283665"/>
              </a:xfrm>
              <a:prstGeom prst="rect">
                <a:avLst/>
              </a:prstGeom>
              <a:solidFill>
                <a:srgbClr val="AF235F"/>
              </a:solidFill>
              <a:ln>
                <a:noFill/>
              </a:ln>
              <a:effectLst/>
            </p:spPr>
            <p:txBody>
              <a:bodyPr wrap="square" lIns="0" tIns="0" rIns="0" bIns="0" numCol="1" spcCol="72000" rtlCol="0" anchor="ctr">
                <a:noAutofit/>
              </a:bodyPr>
              <a:lstStyle/>
              <a:p>
                <a:pPr algn="ctr" rtl="0"/>
                <a:r>
                  <a:rPr lang="en-US" sz="1600" b="1" i="0" u="none" baseline="0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!</a:t>
                </a:r>
                <a:endParaRPr lang="en-US" sz="16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  <p:sp>
          <p:nvSpPr>
            <p:cNvPr id="294" name="SAGD, Siemens, Person, Figur, figure, mensch, human, menschen, humans, character, charakter, client, kunde, avatar">
              <a:extLst>
                <a:ext uri="{FF2B5EF4-FFF2-40B4-BE49-F238E27FC236}">
                  <a16:creationId xmlns:a16="http://schemas.microsoft.com/office/drawing/2014/main" id="{589FF70A-1EF2-4A19-807E-47D34E450C3B}"/>
                </a:ext>
              </a:extLst>
            </p:cNvPr>
            <p:cNvSpPr>
              <a:spLocks noChangeAspect="1" noEditPoints="1"/>
            </p:cNvSpPr>
            <p:nvPr/>
          </p:nvSpPr>
          <p:spPr bwMode="gray">
            <a:xfrm>
              <a:off x="5806088" y="1577239"/>
              <a:ext cx="463639" cy="605590"/>
            </a:xfrm>
            <a:custGeom>
              <a:avLst/>
              <a:gdLst>
                <a:gd name="T0" fmla="*/ 156 w 590"/>
                <a:gd name="T1" fmla="*/ 159 h 771"/>
                <a:gd name="T2" fmla="*/ 295 w 590"/>
                <a:gd name="T3" fmla="*/ 0 h 771"/>
                <a:gd name="T4" fmla="*/ 434 w 590"/>
                <a:gd name="T5" fmla="*/ 159 h 771"/>
                <a:gd name="T6" fmla="*/ 295 w 590"/>
                <a:gd name="T7" fmla="*/ 318 h 771"/>
                <a:gd name="T8" fmla="*/ 156 w 590"/>
                <a:gd name="T9" fmla="*/ 159 h 771"/>
                <a:gd name="T10" fmla="*/ 590 w 590"/>
                <a:gd name="T11" fmla="*/ 505 h 771"/>
                <a:gd name="T12" fmla="*/ 495 w 590"/>
                <a:gd name="T13" fmla="*/ 391 h 771"/>
                <a:gd name="T14" fmla="*/ 495 w 590"/>
                <a:gd name="T15" fmla="*/ 391 h 771"/>
                <a:gd name="T16" fmla="*/ 394 w 590"/>
                <a:gd name="T17" fmla="*/ 384 h 771"/>
                <a:gd name="T18" fmla="*/ 394 w 590"/>
                <a:gd name="T19" fmla="*/ 384 h 771"/>
                <a:gd name="T20" fmla="*/ 394 w 590"/>
                <a:gd name="T21" fmla="*/ 384 h 771"/>
                <a:gd name="T22" fmla="*/ 295 w 590"/>
                <a:gd name="T23" fmla="*/ 482 h 771"/>
                <a:gd name="T24" fmla="*/ 295 w 590"/>
                <a:gd name="T25" fmla="*/ 482 h 771"/>
                <a:gd name="T26" fmla="*/ 197 w 590"/>
                <a:gd name="T27" fmla="*/ 384 h 771"/>
                <a:gd name="T28" fmla="*/ 197 w 590"/>
                <a:gd name="T29" fmla="*/ 384 h 771"/>
                <a:gd name="T30" fmla="*/ 197 w 590"/>
                <a:gd name="T31" fmla="*/ 384 h 771"/>
                <a:gd name="T32" fmla="*/ 96 w 590"/>
                <a:gd name="T33" fmla="*/ 391 h 771"/>
                <a:gd name="T34" fmla="*/ 96 w 590"/>
                <a:gd name="T35" fmla="*/ 391 h 771"/>
                <a:gd name="T36" fmla="*/ 1 w 590"/>
                <a:gd name="T37" fmla="*/ 505 h 771"/>
                <a:gd name="T38" fmla="*/ 0 w 590"/>
                <a:gd name="T39" fmla="*/ 506 h 771"/>
                <a:gd name="T40" fmla="*/ 0 w 590"/>
                <a:gd name="T41" fmla="*/ 771 h 771"/>
                <a:gd name="T42" fmla="*/ 590 w 590"/>
                <a:gd name="T43" fmla="*/ 771 h 771"/>
                <a:gd name="T44" fmla="*/ 590 w 590"/>
                <a:gd name="T45" fmla="*/ 506 h 771"/>
                <a:gd name="T46" fmla="*/ 590 w 590"/>
                <a:gd name="T47" fmla="*/ 505 h 7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0" h="771">
                  <a:moveTo>
                    <a:pt x="156" y="159"/>
                  </a:moveTo>
                  <a:cubicBezTo>
                    <a:pt x="156" y="64"/>
                    <a:pt x="213" y="0"/>
                    <a:pt x="295" y="0"/>
                  </a:cubicBezTo>
                  <a:cubicBezTo>
                    <a:pt x="378" y="0"/>
                    <a:pt x="434" y="64"/>
                    <a:pt x="434" y="159"/>
                  </a:cubicBezTo>
                  <a:cubicBezTo>
                    <a:pt x="434" y="254"/>
                    <a:pt x="378" y="318"/>
                    <a:pt x="295" y="318"/>
                  </a:cubicBezTo>
                  <a:cubicBezTo>
                    <a:pt x="213" y="318"/>
                    <a:pt x="156" y="254"/>
                    <a:pt x="156" y="159"/>
                  </a:cubicBezTo>
                  <a:close/>
                  <a:moveTo>
                    <a:pt x="590" y="505"/>
                  </a:moveTo>
                  <a:cubicBezTo>
                    <a:pt x="589" y="440"/>
                    <a:pt x="551" y="395"/>
                    <a:pt x="495" y="391"/>
                  </a:cubicBezTo>
                  <a:cubicBezTo>
                    <a:pt x="495" y="391"/>
                    <a:pt x="495" y="391"/>
                    <a:pt x="495" y="391"/>
                  </a:cubicBezTo>
                  <a:cubicBezTo>
                    <a:pt x="394" y="384"/>
                    <a:pt x="394" y="384"/>
                    <a:pt x="394" y="384"/>
                  </a:cubicBezTo>
                  <a:cubicBezTo>
                    <a:pt x="394" y="384"/>
                    <a:pt x="394" y="384"/>
                    <a:pt x="394" y="384"/>
                  </a:cubicBezTo>
                  <a:cubicBezTo>
                    <a:pt x="394" y="384"/>
                    <a:pt x="394" y="384"/>
                    <a:pt x="394" y="384"/>
                  </a:cubicBezTo>
                  <a:cubicBezTo>
                    <a:pt x="295" y="482"/>
                    <a:pt x="295" y="482"/>
                    <a:pt x="295" y="482"/>
                  </a:cubicBezTo>
                  <a:cubicBezTo>
                    <a:pt x="295" y="482"/>
                    <a:pt x="295" y="482"/>
                    <a:pt x="295" y="482"/>
                  </a:cubicBezTo>
                  <a:cubicBezTo>
                    <a:pt x="197" y="384"/>
                    <a:pt x="197" y="384"/>
                    <a:pt x="197" y="384"/>
                  </a:cubicBezTo>
                  <a:cubicBezTo>
                    <a:pt x="197" y="384"/>
                    <a:pt x="197" y="384"/>
                    <a:pt x="197" y="384"/>
                  </a:cubicBezTo>
                  <a:cubicBezTo>
                    <a:pt x="197" y="384"/>
                    <a:pt x="197" y="384"/>
                    <a:pt x="197" y="384"/>
                  </a:cubicBezTo>
                  <a:cubicBezTo>
                    <a:pt x="96" y="391"/>
                    <a:pt x="96" y="391"/>
                    <a:pt x="96" y="391"/>
                  </a:cubicBezTo>
                  <a:cubicBezTo>
                    <a:pt x="96" y="391"/>
                    <a:pt x="96" y="391"/>
                    <a:pt x="96" y="391"/>
                  </a:cubicBezTo>
                  <a:cubicBezTo>
                    <a:pt x="40" y="395"/>
                    <a:pt x="2" y="440"/>
                    <a:pt x="1" y="505"/>
                  </a:cubicBezTo>
                  <a:cubicBezTo>
                    <a:pt x="1" y="505"/>
                    <a:pt x="0" y="506"/>
                    <a:pt x="0" y="506"/>
                  </a:cubicBezTo>
                  <a:cubicBezTo>
                    <a:pt x="0" y="528"/>
                    <a:pt x="0" y="655"/>
                    <a:pt x="0" y="771"/>
                  </a:cubicBezTo>
                  <a:cubicBezTo>
                    <a:pt x="590" y="771"/>
                    <a:pt x="590" y="771"/>
                    <a:pt x="590" y="771"/>
                  </a:cubicBezTo>
                  <a:cubicBezTo>
                    <a:pt x="590" y="655"/>
                    <a:pt x="590" y="528"/>
                    <a:pt x="590" y="506"/>
                  </a:cubicBezTo>
                  <a:cubicBezTo>
                    <a:pt x="590" y="506"/>
                    <a:pt x="590" y="505"/>
                    <a:pt x="590" y="505"/>
                  </a:cubicBezTo>
                  <a:close/>
                </a:path>
              </a:pathLst>
            </a:custGeom>
            <a:solidFill>
              <a:srgbClr val="41AAA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295" name="Gruppieren 376">
              <a:extLst>
                <a:ext uri="{FF2B5EF4-FFF2-40B4-BE49-F238E27FC236}">
                  <a16:creationId xmlns:a16="http://schemas.microsoft.com/office/drawing/2014/main" id="{D33B7A99-7A71-4178-95AC-7A35BB20783D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4866310" y="1666198"/>
              <a:ext cx="876959" cy="515946"/>
              <a:chOff x="5892292" y="4050983"/>
              <a:chExt cx="1146302" cy="674410"/>
            </a:xfrm>
          </p:grpSpPr>
          <p:sp>
            <p:nvSpPr>
              <p:cNvPr id="298" name="Rechteck 377">
                <a:extLst>
                  <a:ext uri="{FF2B5EF4-FFF2-40B4-BE49-F238E27FC236}">
                    <a16:creationId xmlns:a16="http://schemas.microsoft.com/office/drawing/2014/main" id="{EC27F614-9729-4010-8979-0CEB904A450F}"/>
                  </a:ext>
                </a:extLst>
              </p:cNvPr>
              <p:cNvSpPr/>
              <p:nvPr/>
            </p:nvSpPr>
            <p:spPr bwMode="gray">
              <a:xfrm>
                <a:off x="5892292" y="4050983"/>
                <a:ext cx="1146302" cy="67441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accent1"/>
                </a:solidFill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 eaLnBrk="1" fontAlgn="base" hangingPunct="1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charset="0"/>
                  <a:buNone/>
                </a:pPr>
                <a:endParaRPr lang="en-US" sz="1800" b="0" i="0" u="none" baseline="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  <p:sp>
            <p:nvSpPr>
              <p:cNvPr id="299" name="Freihandform 378">
                <a:extLst>
                  <a:ext uri="{FF2B5EF4-FFF2-40B4-BE49-F238E27FC236}">
                    <a16:creationId xmlns:a16="http://schemas.microsoft.com/office/drawing/2014/main" id="{D755D5F1-3387-4E71-A584-51F114B2BA3B}"/>
                  </a:ext>
                </a:extLst>
              </p:cNvPr>
              <p:cNvSpPr/>
              <p:nvPr/>
            </p:nvSpPr>
            <p:spPr bwMode="gray">
              <a:xfrm>
                <a:off x="6053063" y="4145043"/>
                <a:ext cx="838200" cy="472089"/>
              </a:xfrm>
              <a:custGeom>
                <a:avLst/>
                <a:gdLst>
                  <a:gd name="connsiteX0" fmla="*/ 0 w 838200"/>
                  <a:gd name="connsiteY0" fmla="*/ 450499 h 472089"/>
                  <a:gd name="connsiteX1" fmla="*/ 228600 w 838200"/>
                  <a:gd name="connsiteY1" fmla="*/ 221899 h 472089"/>
                  <a:gd name="connsiteX2" fmla="*/ 552450 w 838200"/>
                  <a:gd name="connsiteY2" fmla="*/ 469549 h 472089"/>
                  <a:gd name="connsiteX3" fmla="*/ 762000 w 838200"/>
                  <a:gd name="connsiteY3" fmla="*/ 31399 h 472089"/>
                  <a:gd name="connsiteX4" fmla="*/ 838200 w 838200"/>
                  <a:gd name="connsiteY4" fmla="*/ 69499 h 4720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8200" h="472089">
                    <a:moveTo>
                      <a:pt x="0" y="450499"/>
                    </a:moveTo>
                    <a:cubicBezTo>
                      <a:pt x="68262" y="334611"/>
                      <a:pt x="136525" y="218724"/>
                      <a:pt x="228600" y="221899"/>
                    </a:cubicBezTo>
                    <a:cubicBezTo>
                      <a:pt x="320675" y="225074"/>
                      <a:pt x="463550" y="501299"/>
                      <a:pt x="552450" y="469549"/>
                    </a:cubicBezTo>
                    <a:cubicBezTo>
                      <a:pt x="641350" y="437799"/>
                      <a:pt x="714375" y="98074"/>
                      <a:pt x="762000" y="31399"/>
                    </a:cubicBezTo>
                    <a:cubicBezTo>
                      <a:pt x="809625" y="-35276"/>
                      <a:pt x="823912" y="17111"/>
                      <a:pt x="838200" y="69499"/>
                    </a:cubicBezTo>
                  </a:path>
                </a:pathLst>
              </a:custGeom>
              <a:noFill/>
              <a:ln w="19050">
                <a:solidFill>
                  <a:srgbClr val="AAB414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rtlCol="0" anchor="ctr"/>
              <a:lstStyle/>
              <a:p>
                <a:pPr algn="ctr" rtl="0"/>
                <a:endParaRPr lang="en-US"/>
              </a:p>
            </p:txBody>
          </p:sp>
        </p:grpSp>
        <p:sp>
          <p:nvSpPr>
            <p:cNvPr id="296" name="Rechteck 25">
              <a:extLst>
                <a:ext uri="{FF2B5EF4-FFF2-40B4-BE49-F238E27FC236}">
                  <a16:creationId xmlns:a16="http://schemas.microsoft.com/office/drawing/2014/main" id="{FAC35BE0-0BED-43B8-83A7-477D626B4C04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4866310" y="1666198"/>
              <a:ext cx="283665" cy="283665"/>
            </a:xfrm>
            <a:prstGeom prst="rect">
              <a:avLst/>
            </a:prstGeom>
            <a:solidFill>
              <a:srgbClr val="AF235F"/>
            </a:solidFill>
            <a:ln>
              <a:noFill/>
            </a:ln>
            <a:effectLst/>
          </p:spPr>
          <p:txBody>
            <a:bodyPr wrap="square" lIns="0" tIns="0" rIns="0" bIns="0" numCol="1" spcCol="72000" rtlCol="0" anchor="ctr">
              <a:noAutofit/>
            </a:bodyPr>
            <a:lstStyle/>
            <a:p>
              <a:pPr algn="ctr" rtl="0"/>
              <a:r>
                <a:rPr lang="en-US" sz="1600" b="1" i="0" u="none" baseline="0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!</a:t>
              </a:r>
              <a:endParaRPr lang="en-US" sz="16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97" name="Textfeld 1554">
              <a:extLst>
                <a:ext uri="{FF2B5EF4-FFF2-40B4-BE49-F238E27FC236}">
                  <a16:creationId xmlns:a16="http://schemas.microsoft.com/office/drawing/2014/main" id="{A5286C20-21DA-4C4C-A226-0320147FE574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705532" y="1257862"/>
              <a:ext cx="1393192" cy="219053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-US" sz="1200" b="1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Maintenance services</a:t>
              </a:r>
            </a:p>
          </p:txBody>
        </p:sp>
      </p:grpSp>
      <p:cxnSp>
        <p:nvCxnSpPr>
          <p:cNvPr id="304" name="Elbow Connector 21">
            <a:extLst>
              <a:ext uri="{FF2B5EF4-FFF2-40B4-BE49-F238E27FC236}">
                <a16:creationId xmlns:a16="http://schemas.microsoft.com/office/drawing/2014/main" id="{27F113FD-A841-4A90-BCBB-6366A2F94889}"/>
              </a:ext>
            </a:extLst>
          </p:cNvPr>
          <p:cNvCxnSpPr>
            <a:stCxn id="290" idx="1"/>
            <a:endCxn id="185" idx="7"/>
          </p:cNvCxnSpPr>
          <p:nvPr/>
        </p:nvCxnSpPr>
        <p:spPr bwMode="auto">
          <a:xfrm rot="10800000">
            <a:off x="3207736" y="3937934"/>
            <a:ext cx="1392307" cy="1312030"/>
          </a:xfrm>
          <a:prstGeom prst="bentConnector2">
            <a:avLst/>
          </a:prstGeom>
          <a:solidFill>
            <a:schemeClr val="tx2"/>
          </a:solidFill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5" name="Elbow Connector 24">
            <a:extLst>
              <a:ext uri="{FF2B5EF4-FFF2-40B4-BE49-F238E27FC236}">
                <a16:creationId xmlns:a16="http://schemas.microsoft.com/office/drawing/2014/main" id="{5968FEDA-2B48-4610-9913-FC3FC17358D8}"/>
              </a:ext>
            </a:extLst>
          </p:cNvPr>
          <p:cNvCxnSpPr>
            <a:stCxn id="261" idx="9"/>
          </p:cNvCxnSpPr>
          <p:nvPr/>
        </p:nvCxnSpPr>
        <p:spPr bwMode="auto">
          <a:xfrm flipV="1">
            <a:off x="3236810" y="1976338"/>
            <a:ext cx="1492214" cy="1472062"/>
          </a:xfrm>
          <a:prstGeom prst="bentConnector3">
            <a:avLst>
              <a:gd name="adj1" fmla="val -427"/>
            </a:avLst>
          </a:prstGeom>
          <a:solidFill>
            <a:schemeClr val="tx2"/>
          </a:solidFill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3FFB7C9E-9F92-4E4D-8B38-B4DEEA2B86BB}"/>
              </a:ext>
            </a:extLst>
          </p:cNvPr>
          <p:cNvGrpSpPr/>
          <p:nvPr/>
        </p:nvGrpSpPr>
        <p:grpSpPr>
          <a:xfrm>
            <a:off x="7408851" y="2209767"/>
            <a:ext cx="1370303" cy="1055271"/>
            <a:chOff x="7455778" y="2209253"/>
            <a:chExt cx="1370303" cy="1055027"/>
          </a:xfrm>
        </p:grpSpPr>
        <p:grpSp>
          <p:nvGrpSpPr>
            <p:cNvPr id="307" name="Group 306">
              <a:extLst>
                <a:ext uri="{FF2B5EF4-FFF2-40B4-BE49-F238E27FC236}">
                  <a16:creationId xmlns:a16="http://schemas.microsoft.com/office/drawing/2014/main" id="{38CF1CAB-AFB1-4C4C-8460-32B30B4C8978}"/>
                </a:ext>
              </a:extLst>
            </p:cNvPr>
            <p:cNvGrpSpPr/>
            <p:nvPr/>
          </p:nvGrpSpPr>
          <p:grpSpPr>
            <a:xfrm>
              <a:off x="7455778" y="2209253"/>
              <a:ext cx="1067929" cy="1055027"/>
              <a:chOff x="7455778" y="2209253"/>
              <a:chExt cx="1067929" cy="1055027"/>
            </a:xfrm>
          </p:grpSpPr>
          <p:sp>
            <p:nvSpPr>
              <p:cNvPr id="309" name="SAGD, Siemens, check, checkliste, haken, to do, aufgabe, Klemmbrett, clipboard">
                <a:extLst>
                  <a:ext uri="{FF2B5EF4-FFF2-40B4-BE49-F238E27FC236}">
                    <a16:creationId xmlns:a16="http://schemas.microsoft.com/office/drawing/2014/main" id="{D92507C8-DF56-4DB2-A726-B59D090D1AC8}"/>
                  </a:ext>
                </a:extLst>
              </p:cNvPr>
              <p:cNvSpPr>
                <a:spLocks noChangeAspect="1" noEditPoints="1"/>
              </p:cNvSpPr>
              <p:nvPr/>
            </p:nvSpPr>
            <p:spPr bwMode="gray">
              <a:xfrm>
                <a:off x="8008142" y="2668369"/>
                <a:ext cx="407799" cy="555580"/>
              </a:xfrm>
              <a:custGeom>
                <a:avLst/>
                <a:gdLst>
                  <a:gd name="T0" fmla="*/ 348 w 436"/>
                  <a:gd name="T1" fmla="*/ 0 h 594"/>
                  <a:gd name="T2" fmla="*/ 348 w 436"/>
                  <a:gd name="T3" fmla="*/ 88 h 594"/>
                  <a:gd name="T4" fmla="*/ 87 w 436"/>
                  <a:gd name="T5" fmla="*/ 88 h 594"/>
                  <a:gd name="T6" fmla="*/ 87 w 436"/>
                  <a:gd name="T7" fmla="*/ 0 h 594"/>
                  <a:gd name="T8" fmla="*/ 0 w 436"/>
                  <a:gd name="T9" fmla="*/ 0 h 594"/>
                  <a:gd name="T10" fmla="*/ 0 w 436"/>
                  <a:gd name="T11" fmla="*/ 594 h 594"/>
                  <a:gd name="T12" fmla="*/ 436 w 436"/>
                  <a:gd name="T13" fmla="*/ 594 h 594"/>
                  <a:gd name="T14" fmla="*/ 436 w 436"/>
                  <a:gd name="T15" fmla="*/ 0 h 594"/>
                  <a:gd name="T16" fmla="*/ 348 w 436"/>
                  <a:gd name="T17" fmla="*/ 0 h 594"/>
                  <a:gd name="T18" fmla="*/ 139 w 436"/>
                  <a:gd name="T19" fmla="*/ 489 h 594"/>
                  <a:gd name="T20" fmla="*/ 69 w 436"/>
                  <a:gd name="T21" fmla="*/ 489 h 594"/>
                  <a:gd name="T22" fmla="*/ 69 w 436"/>
                  <a:gd name="T23" fmla="*/ 420 h 594"/>
                  <a:gd name="T24" fmla="*/ 139 w 436"/>
                  <a:gd name="T25" fmla="*/ 420 h 594"/>
                  <a:gd name="T26" fmla="*/ 139 w 436"/>
                  <a:gd name="T27" fmla="*/ 489 h 594"/>
                  <a:gd name="T28" fmla="*/ 139 w 436"/>
                  <a:gd name="T29" fmla="*/ 297 h 594"/>
                  <a:gd name="T30" fmla="*/ 69 w 436"/>
                  <a:gd name="T31" fmla="*/ 297 h 594"/>
                  <a:gd name="T32" fmla="*/ 69 w 436"/>
                  <a:gd name="T33" fmla="*/ 227 h 594"/>
                  <a:gd name="T34" fmla="*/ 139 w 436"/>
                  <a:gd name="T35" fmla="*/ 227 h 594"/>
                  <a:gd name="T36" fmla="*/ 139 w 436"/>
                  <a:gd name="T37" fmla="*/ 297 h 594"/>
                  <a:gd name="T38" fmla="*/ 262 w 436"/>
                  <a:gd name="T39" fmla="*/ 515 h 594"/>
                  <a:gd name="T40" fmla="*/ 197 w 436"/>
                  <a:gd name="T41" fmla="*/ 449 h 594"/>
                  <a:gd name="T42" fmla="*/ 216 w 436"/>
                  <a:gd name="T43" fmla="*/ 430 h 594"/>
                  <a:gd name="T44" fmla="*/ 258 w 436"/>
                  <a:gd name="T45" fmla="*/ 467 h 594"/>
                  <a:gd name="T46" fmla="*/ 365 w 436"/>
                  <a:gd name="T47" fmla="*/ 373 h 594"/>
                  <a:gd name="T48" fmla="*/ 384 w 436"/>
                  <a:gd name="T49" fmla="*/ 393 h 594"/>
                  <a:gd name="T50" fmla="*/ 262 w 436"/>
                  <a:gd name="T51" fmla="*/ 515 h 594"/>
                  <a:gd name="T52" fmla="*/ 262 w 436"/>
                  <a:gd name="T53" fmla="*/ 323 h 594"/>
                  <a:gd name="T54" fmla="*/ 197 w 436"/>
                  <a:gd name="T55" fmla="*/ 257 h 594"/>
                  <a:gd name="T56" fmla="*/ 216 w 436"/>
                  <a:gd name="T57" fmla="*/ 238 h 594"/>
                  <a:gd name="T58" fmla="*/ 258 w 436"/>
                  <a:gd name="T59" fmla="*/ 274 h 594"/>
                  <a:gd name="T60" fmla="*/ 365 w 436"/>
                  <a:gd name="T61" fmla="*/ 181 h 594"/>
                  <a:gd name="T62" fmla="*/ 384 w 436"/>
                  <a:gd name="T63" fmla="*/ 201 h 594"/>
                  <a:gd name="T64" fmla="*/ 262 w 436"/>
                  <a:gd name="T65" fmla="*/ 323 h 594"/>
                  <a:gd name="T66" fmla="*/ 314 w 436"/>
                  <a:gd name="T67" fmla="*/ 52 h 594"/>
                  <a:gd name="T68" fmla="*/ 121 w 436"/>
                  <a:gd name="T69" fmla="*/ 52 h 594"/>
                  <a:gd name="T70" fmla="*/ 121 w 436"/>
                  <a:gd name="T71" fmla="*/ 0 h 594"/>
                  <a:gd name="T72" fmla="*/ 314 w 436"/>
                  <a:gd name="T73" fmla="*/ 0 h 594"/>
                  <a:gd name="T74" fmla="*/ 314 w 436"/>
                  <a:gd name="T75" fmla="*/ 52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36" h="594">
                    <a:moveTo>
                      <a:pt x="348" y="0"/>
                    </a:moveTo>
                    <a:lnTo>
                      <a:pt x="348" y="88"/>
                    </a:lnTo>
                    <a:lnTo>
                      <a:pt x="87" y="88"/>
                    </a:lnTo>
                    <a:lnTo>
                      <a:pt x="87" y="0"/>
                    </a:lnTo>
                    <a:lnTo>
                      <a:pt x="0" y="0"/>
                    </a:lnTo>
                    <a:lnTo>
                      <a:pt x="0" y="594"/>
                    </a:lnTo>
                    <a:lnTo>
                      <a:pt x="436" y="594"/>
                    </a:lnTo>
                    <a:lnTo>
                      <a:pt x="436" y="0"/>
                    </a:lnTo>
                    <a:lnTo>
                      <a:pt x="348" y="0"/>
                    </a:lnTo>
                    <a:close/>
                    <a:moveTo>
                      <a:pt x="139" y="489"/>
                    </a:moveTo>
                    <a:lnTo>
                      <a:pt x="69" y="489"/>
                    </a:lnTo>
                    <a:lnTo>
                      <a:pt x="69" y="420"/>
                    </a:lnTo>
                    <a:lnTo>
                      <a:pt x="139" y="420"/>
                    </a:lnTo>
                    <a:lnTo>
                      <a:pt x="139" y="489"/>
                    </a:lnTo>
                    <a:close/>
                    <a:moveTo>
                      <a:pt x="139" y="297"/>
                    </a:moveTo>
                    <a:lnTo>
                      <a:pt x="69" y="297"/>
                    </a:lnTo>
                    <a:lnTo>
                      <a:pt x="69" y="227"/>
                    </a:lnTo>
                    <a:lnTo>
                      <a:pt x="139" y="227"/>
                    </a:lnTo>
                    <a:lnTo>
                      <a:pt x="139" y="297"/>
                    </a:lnTo>
                    <a:close/>
                    <a:moveTo>
                      <a:pt x="262" y="515"/>
                    </a:moveTo>
                    <a:lnTo>
                      <a:pt x="197" y="449"/>
                    </a:lnTo>
                    <a:lnTo>
                      <a:pt x="216" y="430"/>
                    </a:lnTo>
                    <a:lnTo>
                      <a:pt x="258" y="467"/>
                    </a:lnTo>
                    <a:lnTo>
                      <a:pt x="365" y="373"/>
                    </a:lnTo>
                    <a:lnTo>
                      <a:pt x="384" y="393"/>
                    </a:lnTo>
                    <a:lnTo>
                      <a:pt x="262" y="515"/>
                    </a:lnTo>
                    <a:close/>
                    <a:moveTo>
                      <a:pt x="262" y="323"/>
                    </a:moveTo>
                    <a:lnTo>
                      <a:pt x="197" y="257"/>
                    </a:lnTo>
                    <a:lnTo>
                      <a:pt x="216" y="238"/>
                    </a:lnTo>
                    <a:lnTo>
                      <a:pt x="258" y="274"/>
                    </a:lnTo>
                    <a:lnTo>
                      <a:pt x="365" y="181"/>
                    </a:lnTo>
                    <a:lnTo>
                      <a:pt x="384" y="201"/>
                    </a:lnTo>
                    <a:lnTo>
                      <a:pt x="262" y="323"/>
                    </a:lnTo>
                    <a:close/>
                    <a:moveTo>
                      <a:pt x="314" y="52"/>
                    </a:moveTo>
                    <a:lnTo>
                      <a:pt x="121" y="52"/>
                    </a:lnTo>
                    <a:lnTo>
                      <a:pt x="121" y="0"/>
                    </a:lnTo>
                    <a:lnTo>
                      <a:pt x="314" y="0"/>
                    </a:lnTo>
                    <a:lnTo>
                      <a:pt x="314" y="52"/>
                    </a:lnTo>
                    <a:close/>
                  </a:path>
                </a:pathLst>
              </a:custGeom>
              <a:solidFill>
                <a:srgbClr val="41AAAA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10" name="Rectangle 309">
                <a:extLst>
                  <a:ext uri="{FF2B5EF4-FFF2-40B4-BE49-F238E27FC236}">
                    <a16:creationId xmlns:a16="http://schemas.microsoft.com/office/drawing/2014/main" id="{E9C67946-C92A-4B2A-A5E0-8BA9B7C0F347}"/>
                  </a:ext>
                </a:extLst>
              </p:cNvPr>
              <p:cNvSpPr/>
              <p:nvPr/>
            </p:nvSpPr>
            <p:spPr bwMode="auto">
              <a:xfrm>
                <a:off x="7455778" y="2209253"/>
                <a:ext cx="1067929" cy="1055027"/>
              </a:xfrm>
              <a:prstGeom prst="rect">
                <a:avLst/>
              </a:prstGeom>
              <a:noFill/>
              <a:ln w="19050">
                <a:solidFill>
                  <a:srgbClr val="41AAAA"/>
                </a:solidFill>
                <a:miter lim="800000"/>
                <a:headEnd/>
                <a:tailEnd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/>
              <a:p>
                <a:pPr algn="ctr" rtl="0" eaLnBrk="1" fontAlgn="base" hangingPunct="1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charset="0"/>
                  <a:buNone/>
                </a:pPr>
                <a:endParaRPr lang="en-US" sz="1800" b="0" i="0" u="none" baseline="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p:grpSp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73AB87B8-C6A4-4CF4-A9EC-244220AEA9C2}"/>
                </a:ext>
              </a:extLst>
            </p:cNvPr>
            <p:cNvSpPr txBox="1"/>
            <p:nvPr/>
          </p:nvSpPr>
          <p:spPr>
            <a:xfrm rot="16200000">
              <a:off x="8032823" y="1869870"/>
              <a:ext cx="349822" cy="1236695"/>
            </a:xfrm>
            <a:prstGeom prst="rect">
              <a:avLst/>
            </a:prstGeom>
            <a:noFill/>
          </p:spPr>
          <p:txBody>
            <a:bodyPr vert="eaVert" wrap="none" lIns="0" tIns="0" rIns="0" bIns="0" rtlCol="0">
              <a:noAutofit/>
            </a:bodyPr>
            <a:lstStyle/>
            <a:p>
              <a:pPr>
                <a:lnSpc>
                  <a:spcPct val="110000"/>
                </a:lnSpc>
                <a:spcBef>
                  <a:spcPts val="0"/>
                </a:spcBef>
              </a:pPr>
              <a:r>
                <a:rPr lang="en-US" sz="1000" b="1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Existing</a:t>
              </a:r>
            </a:p>
            <a:p>
              <a:pPr>
                <a:lnSpc>
                  <a:spcPct val="110000"/>
                </a:lnSpc>
                <a:spcBef>
                  <a:spcPts val="0"/>
                </a:spcBef>
              </a:pPr>
              <a:r>
                <a:rPr lang="en-US" sz="1000" b="1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system</a:t>
              </a:r>
            </a:p>
          </p:txBody>
        </p:sp>
      </p:grp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3F2AFBA5-5B81-4DED-AB00-689C7AE7D3CA}"/>
              </a:ext>
            </a:extLst>
          </p:cNvPr>
          <p:cNvGrpSpPr/>
          <p:nvPr/>
        </p:nvGrpSpPr>
        <p:grpSpPr>
          <a:xfrm>
            <a:off x="9279680" y="2862665"/>
            <a:ext cx="1250111" cy="787293"/>
            <a:chOff x="9279678" y="2862000"/>
            <a:chExt cx="1250111" cy="787111"/>
          </a:xfrm>
        </p:grpSpPr>
        <p:pic>
          <p:nvPicPr>
            <p:cNvPr id="312" name="Picture 232" descr="Image result for maschine luftfilter">
              <a:extLst>
                <a:ext uri="{FF2B5EF4-FFF2-40B4-BE49-F238E27FC236}">
                  <a16:creationId xmlns:a16="http://schemas.microsoft.com/office/drawing/2014/main" id="{0DEE9AA9-B6B5-44EA-A20E-E3E94EFFE7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9596520" y="3075137"/>
              <a:ext cx="734221" cy="4891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E3C9D6CB-F395-4339-B5B1-B7DC7D6FDE30}"/>
                </a:ext>
              </a:extLst>
            </p:cNvPr>
            <p:cNvSpPr/>
            <p:nvPr/>
          </p:nvSpPr>
          <p:spPr bwMode="auto">
            <a:xfrm>
              <a:off x="9279678" y="2862000"/>
              <a:ext cx="1210821" cy="787111"/>
            </a:xfrm>
            <a:prstGeom prst="rect">
              <a:avLst/>
            </a:prstGeom>
            <a:noFill/>
            <a:ln w="19050">
              <a:solidFill>
                <a:srgbClr val="41AAAA"/>
              </a:solidFill>
              <a:miter lim="800000"/>
              <a:headEnd/>
              <a:tailEnd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 eaLnBrk="1" fontAlgn="base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Font typeface="Wingdings" charset="0"/>
                <a:buNone/>
              </a:pPr>
              <a:endParaRPr lang="en-US" sz="1800" b="0" i="0" u="none" baseline="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8C141240-F9FB-4C65-ACE4-39A715443E50}"/>
                </a:ext>
              </a:extLst>
            </p:cNvPr>
            <p:cNvSpPr txBox="1"/>
            <p:nvPr/>
          </p:nvSpPr>
          <p:spPr>
            <a:xfrm>
              <a:off x="9305653" y="2896431"/>
              <a:ext cx="1224136" cy="189143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pPr algn="l" rtl="0" eaLnBrk="1" fontAlgn="base" hangingPunct="1">
                <a:lnSpc>
                  <a:spcPct val="110000"/>
                </a:lnSpc>
                <a:spcBef>
                  <a:spcPts val="0"/>
                </a:spcBef>
                <a:spcAft>
                  <a:spcPct val="0"/>
                </a:spcAft>
              </a:pPr>
              <a:r>
                <a:rPr lang="en-US" sz="1000" b="1" i="0" u="none" baseline="0" dirty="0">
                  <a:solidFill>
                    <a:srgbClr val="000000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Spare parts mgmt.</a:t>
              </a:r>
            </a:p>
          </p:txBody>
        </p:sp>
      </p:grpSp>
      <p:cxnSp>
        <p:nvCxnSpPr>
          <p:cNvPr id="315" name="Elbow Connector 1560">
            <a:extLst>
              <a:ext uri="{FF2B5EF4-FFF2-40B4-BE49-F238E27FC236}">
                <a16:creationId xmlns:a16="http://schemas.microsoft.com/office/drawing/2014/main" id="{0AA07800-31B6-4D95-A154-E8F88632DC35}"/>
              </a:ext>
            </a:extLst>
          </p:cNvPr>
          <p:cNvCxnSpPr>
            <a:stCxn id="310" idx="2"/>
          </p:cNvCxnSpPr>
          <p:nvPr/>
        </p:nvCxnSpPr>
        <p:spPr bwMode="auto">
          <a:xfrm rot="5400000">
            <a:off x="7375194" y="3665537"/>
            <a:ext cx="968122" cy="167123"/>
          </a:xfrm>
          <a:prstGeom prst="bentConnector3">
            <a:avLst/>
          </a:prstGeom>
          <a:solidFill>
            <a:schemeClr val="tx2"/>
          </a:solidFill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6" name="Elbow Connector 1562">
            <a:extLst>
              <a:ext uri="{FF2B5EF4-FFF2-40B4-BE49-F238E27FC236}">
                <a16:creationId xmlns:a16="http://schemas.microsoft.com/office/drawing/2014/main" id="{B21E4322-BCDD-4814-A05A-D03764E37CED}"/>
              </a:ext>
            </a:extLst>
          </p:cNvPr>
          <p:cNvCxnSpPr>
            <a:endCxn id="313" idx="2"/>
          </p:cNvCxnSpPr>
          <p:nvPr/>
        </p:nvCxnSpPr>
        <p:spPr bwMode="auto">
          <a:xfrm flipV="1">
            <a:off x="8094003" y="3649958"/>
            <a:ext cx="1791088" cy="1232347"/>
          </a:xfrm>
          <a:prstGeom prst="bentConnector2">
            <a:avLst/>
          </a:prstGeom>
          <a:solidFill>
            <a:schemeClr val="tx2"/>
          </a:solidFill>
          <a:ln w="19050" cap="flat" cmpd="sng" algn="ctr">
            <a:solidFill>
              <a:srgbClr val="00B050"/>
            </a:solidFill>
            <a:prstDash val="dash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7" name="Freeform 12">
            <a:extLst>
              <a:ext uri="{FF2B5EF4-FFF2-40B4-BE49-F238E27FC236}">
                <a16:creationId xmlns:a16="http://schemas.microsoft.com/office/drawing/2014/main" id="{B1DE0F42-D107-4F27-9E75-C672BA64E183}"/>
              </a:ext>
            </a:extLst>
          </p:cNvPr>
          <p:cNvSpPr>
            <a:spLocks noEditPoints="1"/>
          </p:cNvSpPr>
          <p:nvPr/>
        </p:nvSpPr>
        <p:spPr bwMode="gray">
          <a:xfrm>
            <a:off x="7046826" y="4819968"/>
            <a:ext cx="317036" cy="307969"/>
          </a:xfrm>
          <a:custGeom>
            <a:avLst/>
            <a:gdLst>
              <a:gd name="T0" fmla="*/ 285 w 803"/>
              <a:gd name="T1" fmla="*/ 471 h 780"/>
              <a:gd name="T2" fmla="*/ 333 w 803"/>
              <a:gd name="T3" fmla="*/ 519 h 780"/>
              <a:gd name="T4" fmla="*/ 203 w 803"/>
              <a:gd name="T5" fmla="*/ 649 h 780"/>
              <a:gd name="T6" fmla="*/ 187 w 803"/>
              <a:gd name="T7" fmla="*/ 713 h 780"/>
              <a:gd name="T8" fmla="*/ 56 w 803"/>
              <a:gd name="T9" fmla="*/ 780 h 780"/>
              <a:gd name="T10" fmla="*/ 24 w 803"/>
              <a:gd name="T11" fmla="*/ 748 h 780"/>
              <a:gd name="T12" fmla="*/ 91 w 803"/>
              <a:gd name="T13" fmla="*/ 617 h 780"/>
              <a:gd name="T14" fmla="*/ 155 w 803"/>
              <a:gd name="T15" fmla="*/ 601 h 780"/>
              <a:gd name="T16" fmla="*/ 285 w 803"/>
              <a:gd name="T17" fmla="*/ 471 h 780"/>
              <a:gd name="T18" fmla="*/ 554 w 803"/>
              <a:gd name="T19" fmla="*/ 387 h 780"/>
              <a:gd name="T20" fmla="*/ 417 w 803"/>
              <a:gd name="T21" fmla="*/ 250 h 780"/>
              <a:gd name="T22" fmla="*/ 629 w 803"/>
              <a:gd name="T23" fmla="*/ 38 h 780"/>
              <a:gd name="T24" fmla="*/ 766 w 803"/>
              <a:gd name="T25" fmla="*/ 38 h 780"/>
              <a:gd name="T26" fmla="*/ 766 w 803"/>
              <a:gd name="T27" fmla="*/ 174 h 780"/>
              <a:gd name="T28" fmla="*/ 554 w 803"/>
              <a:gd name="T29" fmla="*/ 387 h 780"/>
              <a:gd name="T30" fmla="*/ 505 w 803"/>
              <a:gd name="T31" fmla="*/ 274 h 780"/>
              <a:gd name="T32" fmla="*/ 694 w 803"/>
              <a:gd name="T33" fmla="*/ 86 h 780"/>
              <a:gd name="T34" fmla="*/ 694 w 803"/>
              <a:gd name="T35" fmla="*/ 62 h 780"/>
              <a:gd name="T36" fmla="*/ 669 w 803"/>
              <a:gd name="T37" fmla="*/ 62 h 780"/>
              <a:gd name="T38" fmla="*/ 481 w 803"/>
              <a:gd name="T39" fmla="*/ 250 h 780"/>
              <a:gd name="T40" fmla="*/ 505 w 803"/>
              <a:gd name="T41" fmla="*/ 274 h 780"/>
              <a:gd name="T42" fmla="*/ 529 w 803"/>
              <a:gd name="T43" fmla="*/ 298 h 780"/>
              <a:gd name="T44" fmla="*/ 554 w 803"/>
              <a:gd name="T45" fmla="*/ 322 h 780"/>
              <a:gd name="T46" fmla="*/ 742 w 803"/>
              <a:gd name="T47" fmla="*/ 134 h 780"/>
              <a:gd name="T48" fmla="*/ 742 w 803"/>
              <a:gd name="T49" fmla="*/ 110 h 780"/>
              <a:gd name="T50" fmla="*/ 718 w 803"/>
              <a:gd name="T51" fmla="*/ 110 h 780"/>
              <a:gd name="T52" fmla="*/ 529 w 803"/>
              <a:gd name="T53" fmla="*/ 298 h 780"/>
              <a:gd name="T54" fmla="*/ 744 w 803"/>
              <a:gd name="T55" fmla="*/ 642 h 780"/>
              <a:gd name="T56" fmla="*/ 769 w 803"/>
              <a:gd name="T57" fmla="*/ 700 h 780"/>
              <a:gd name="T58" fmla="*/ 690 w 803"/>
              <a:gd name="T59" fmla="*/ 779 h 780"/>
              <a:gd name="T60" fmla="*/ 634 w 803"/>
              <a:gd name="T61" fmla="*/ 756 h 780"/>
              <a:gd name="T62" fmla="*/ 634 w 803"/>
              <a:gd name="T63" fmla="*/ 756 h 780"/>
              <a:gd name="T64" fmla="*/ 634 w 803"/>
              <a:gd name="T65" fmla="*/ 756 h 780"/>
              <a:gd name="T66" fmla="*/ 634 w 803"/>
              <a:gd name="T67" fmla="*/ 756 h 780"/>
              <a:gd name="T68" fmla="*/ 183 w 803"/>
              <a:gd name="T69" fmla="*/ 304 h 780"/>
              <a:gd name="T70" fmla="*/ 86 w 803"/>
              <a:gd name="T71" fmla="*/ 304 h 780"/>
              <a:gd name="T72" fmla="*/ 0 w 803"/>
              <a:gd name="T73" fmla="*/ 218 h 780"/>
              <a:gd name="T74" fmla="*/ 0 w 803"/>
              <a:gd name="T75" fmla="*/ 154 h 780"/>
              <a:gd name="T76" fmla="*/ 0 w 803"/>
              <a:gd name="T77" fmla="*/ 154 h 780"/>
              <a:gd name="T78" fmla="*/ 32 w 803"/>
              <a:gd name="T79" fmla="*/ 122 h 780"/>
              <a:gd name="T80" fmla="*/ 112 w 803"/>
              <a:gd name="T81" fmla="*/ 202 h 780"/>
              <a:gd name="T82" fmla="*/ 193 w 803"/>
              <a:gd name="T83" fmla="*/ 202 h 780"/>
              <a:gd name="T84" fmla="*/ 193 w 803"/>
              <a:gd name="T85" fmla="*/ 122 h 780"/>
              <a:gd name="T86" fmla="*/ 112 w 803"/>
              <a:gd name="T87" fmla="*/ 41 h 780"/>
              <a:gd name="T88" fmla="*/ 145 w 803"/>
              <a:gd name="T89" fmla="*/ 9 h 780"/>
              <a:gd name="T90" fmla="*/ 145 w 803"/>
              <a:gd name="T91" fmla="*/ 9 h 780"/>
              <a:gd name="T92" fmla="*/ 209 w 803"/>
              <a:gd name="T93" fmla="*/ 9 h 780"/>
              <a:gd name="T94" fmla="*/ 295 w 803"/>
              <a:gd name="T95" fmla="*/ 96 h 780"/>
              <a:gd name="T96" fmla="*/ 295 w 803"/>
              <a:gd name="T97" fmla="*/ 192 h 780"/>
              <a:gd name="T98" fmla="*/ 744 w 803"/>
              <a:gd name="T99" fmla="*/ 642 h 780"/>
              <a:gd name="T100" fmla="*/ 714 w 803"/>
              <a:gd name="T101" fmla="*/ 675 h 780"/>
              <a:gd name="T102" fmla="*/ 665 w 803"/>
              <a:gd name="T103" fmla="*/ 675 h 780"/>
              <a:gd name="T104" fmla="*/ 666 w 803"/>
              <a:gd name="T105" fmla="*/ 724 h 780"/>
              <a:gd name="T106" fmla="*/ 714 w 803"/>
              <a:gd name="T107" fmla="*/ 724 h 780"/>
              <a:gd name="T108" fmla="*/ 714 w 803"/>
              <a:gd name="T109" fmla="*/ 675 h 7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803" h="780">
                <a:moveTo>
                  <a:pt x="285" y="471"/>
                </a:moveTo>
                <a:cubicBezTo>
                  <a:pt x="333" y="519"/>
                  <a:pt x="333" y="519"/>
                  <a:pt x="333" y="519"/>
                </a:cubicBezTo>
                <a:cubicBezTo>
                  <a:pt x="203" y="649"/>
                  <a:pt x="203" y="649"/>
                  <a:pt x="203" y="649"/>
                </a:cubicBezTo>
                <a:cubicBezTo>
                  <a:pt x="187" y="713"/>
                  <a:pt x="187" y="713"/>
                  <a:pt x="187" y="713"/>
                </a:cubicBezTo>
                <a:cubicBezTo>
                  <a:pt x="56" y="780"/>
                  <a:pt x="56" y="780"/>
                  <a:pt x="56" y="780"/>
                </a:cubicBezTo>
                <a:cubicBezTo>
                  <a:pt x="24" y="748"/>
                  <a:pt x="24" y="748"/>
                  <a:pt x="24" y="748"/>
                </a:cubicBezTo>
                <a:cubicBezTo>
                  <a:pt x="91" y="617"/>
                  <a:pt x="91" y="617"/>
                  <a:pt x="91" y="617"/>
                </a:cubicBezTo>
                <a:cubicBezTo>
                  <a:pt x="155" y="601"/>
                  <a:pt x="155" y="601"/>
                  <a:pt x="155" y="601"/>
                </a:cubicBezTo>
                <a:lnTo>
                  <a:pt x="285" y="471"/>
                </a:lnTo>
                <a:close/>
                <a:moveTo>
                  <a:pt x="554" y="387"/>
                </a:moveTo>
                <a:cubicBezTo>
                  <a:pt x="417" y="250"/>
                  <a:pt x="417" y="250"/>
                  <a:pt x="417" y="250"/>
                </a:cubicBezTo>
                <a:cubicBezTo>
                  <a:pt x="629" y="38"/>
                  <a:pt x="629" y="38"/>
                  <a:pt x="629" y="38"/>
                </a:cubicBezTo>
                <a:cubicBezTo>
                  <a:pt x="667" y="0"/>
                  <a:pt x="728" y="0"/>
                  <a:pt x="766" y="38"/>
                </a:cubicBezTo>
                <a:cubicBezTo>
                  <a:pt x="803" y="76"/>
                  <a:pt x="803" y="137"/>
                  <a:pt x="766" y="174"/>
                </a:cubicBezTo>
                <a:lnTo>
                  <a:pt x="554" y="387"/>
                </a:lnTo>
                <a:close/>
                <a:moveTo>
                  <a:pt x="505" y="274"/>
                </a:moveTo>
                <a:cubicBezTo>
                  <a:pt x="694" y="86"/>
                  <a:pt x="694" y="86"/>
                  <a:pt x="694" y="86"/>
                </a:cubicBezTo>
                <a:cubicBezTo>
                  <a:pt x="700" y="79"/>
                  <a:pt x="700" y="69"/>
                  <a:pt x="694" y="62"/>
                </a:cubicBezTo>
                <a:cubicBezTo>
                  <a:pt x="687" y="55"/>
                  <a:pt x="676" y="55"/>
                  <a:pt x="669" y="62"/>
                </a:cubicBezTo>
                <a:cubicBezTo>
                  <a:pt x="481" y="250"/>
                  <a:pt x="481" y="250"/>
                  <a:pt x="481" y="250"/>
                </a:cubicBezTo>
                <a:lnTo>
                  <a:pt x="505" y="274"/>
                </a:lnTo>
                <a:close/>
                <a:moveTo>
                  <a:pt x="529" y="298"/>
                </a:moveTo>
                <a:cubicBezTo>
                  <a:pt x="554" y="322"/>
                  <a:pt x="554" y="322"/>
                  <a:pt x="554" y="322"/>
                </a:cubicBezTo>
                <a:cubicBezTo>
                  <a:pt x="742" y="134"/>
                  <a:pt x="742" y="134"/>
                  <a:pt x="742" y="134"/>
                </a:cubicBezTo>
                <a:cubicBezTo>
                  <a:pt x="748" y="128"/>
                  <a:pt x="748" y="117"/>
                  <a:pt x="742" y="110"/>
                </a:cubicBezTo>
                <a:cubicBezTo>
                  <a:pt x="735" y="103"/>
                  <a:pt x="724" y="103"/>
                  <a:pt x="718" y="110"/>
                </a:cubicBezTo>
                <a:lnTo>
                  <a:pt x="529" y="298"/>
                </a:lnTo>
                <a:close/>
                <a:moveTo>
                  <a:pt x="744" y="642"/>
                </a:moveTo>
                <a:cubicBezTo>
                  <a:pt x="759" y="656"/>
                  <a:pt x="769" y="677"/>
                  <a:pt x="769" y="700"/>
                </a:cubicBezTo>
                <a:cubicBezTo>
                  <a:pt x="769" y="743"/>
                  <a:pt x="734" y="779"/>
                  <a:pt x="690" y="779"/>
                </a:cubicBezTo>
                <a:cubicBezTo>
                  <a:pt x="668" y="779"/>
                  <a:pt x="648" y="770"/>
                  <a:pt x="634" y="756"/>
                </a:cubicBezTo>
                <a:cubicBezTo>
                  <a:pt x="634" y="756"/>
                  <a:pt x="634" y="756"/>
                  <a:pt x="634" y="756"/>
                </a:cubicBezTo>
                <a:cubicBezTo>
                  <a:pt x="634" y="756"/>
                  <a:pt x="634" y="756"/>
                  <a:pt x="634" y="756"/>
                </a:cubicBezTo>
                <a:cubicBezTo>
                  <a:pt x="634" y="756"/>
                  <a:pt x="634" y="756"/>
                  <a:pt x="634" y="756"/>
                </a:cubicBezTo>
                <a:cubicBezTo>
                  <a:pt x="183" y="304"/>
                  <a:pt x="183" y="304"/>
                  <a:pt x="183" y="304"/>
                </a:cubicBezTo>
                <a:cubicBezTo>
                  <a:pt x="86" y="304"/>
                  <a:pt x="86" y="304"/>
                  <a:pt x="86" y="304"/>
                </a:cubicBezTo>
                <a:cubicBezTo>
                  <a:pt x="0" y="218"/>
                  <a:pt x="0" y="218"/>
                  <a:pt x="0" y="218"/>
                </a:cubicBezTo>
                <a:cubicBezTo>
                  <a:pt x="0" y="154"/>
                  <a:pt x="0" y="154"/>
                  <a:pt x="0" y="154"/>
                </a:cubicBezTo>
                <a:cubicBezTo>
                  <a:pt x="0" y="154"/>
                  <a:pt x="0" y="154"/>
                  <a:pt x="0" y="154"/>
                </a:cubicBezTo>
                <a:cubicBezTo>
                  <a:pt x="32" y="122"/>
                  <a:pt x="32" y="122"/>
                  <a:pt x="32" y="122"/>
                </a:cubicBezTo>
                <a:cubicBezTo>
                  <a:pt x="112" y="202"/>
                  <a:pt x="112" y="202"/>
                  <a:pt x="112" y="202"/>
                </a:cubicBezTo>
                <a:cubicBezTo>
                  <a:pt x="193" y="202"/>
                  <a:pt x="193" y="202"/>
                  <a:pt x="193" y="202"/>
                </a:cubicBezTo>
                <a:cubicBezTo>
                  <a:pt x="193" y="122"/>
                  <a:pt x="193" y="122"/>
                  <a:pt x="193" y="122"/>
                </a:cubicBezTo>
                <a:cubicBezTo>
                  <a:pt x="112" y="41"/>
                  <a:pt x="112" y="41"/>
                  <a:pt x="112" y="41"/>
                </a:cubicBezTo>
                <a:cubicBezTo>
                  <a:pt x="145" y="9"/>
                  <a:pt x="145" y="9"/>
                  <a:pt x="145" y="9"/>
                </a:cubicBezTo>
                <a:cubicBezTo>
                  <a:pt x="145" y="9"/>
                  <a:pt x="145" y="9"/>
                  <a:pt x="145" y="9"/>
                </a:cubicBezTo>
                <a:cubicBezTo>
                  <a:pt x="209" y="9"/>
                  <a:pt x="209" y="9"/>
                  <a:pt x="209" y="9"/>
                </a:cubicBezTo>
                <a:cubicBezTo>
                  <a:pt x="295" y="96"/>
                  <a:pt x="295" y="96"/>
                  <a:pt x="295" y="96"/>
                </a:cubicBezTo>
                <a:cubicBezTo>
                  <a:pt x="295" y="192"/>
                  <a:pt x="295" y="192"/>
                  <a:pt x="295" y="192"/>
                </a:cubicBezTo>
                <a:cubicBezTo>
                  <a:pt x="744" y="642"/>
                  <a:pt x="744" y="642"/>
                  <a:pt x="744" y="642"/>
                </a:cubicBezTo>
                <a:close/>
                <a:moveTo>
                  <a:pt x="714" y="675"/>
                </a:moveTo>
                <a:cubicBezTo>
                  <a:pt x="700" y="661"/>
                  <a:pt x="678" y="662"/>
                  <a:pt x="665" y="675"/>
                </a:cubicBezTo>
                <a:cubicBezTo>
                  <a:pt x="652" y="689"/>
                  <a:pt x="652" y="711"/>
                  <a:pt x="666" y="724"/>
                </a:cubicBezTo>
                <a:cubicBezTo>
                  <a:pt x="679" y="738"/>
                  <a:pt x="701" y="737"/>
                  <a:pt x="714" y="724"/>
                </a:cubicBezTo>
                <a:cubicBezTo>
                  <a:pt x="728" y="710"/>
                  <a:pt x="728" y="688"/>
                  <a:pt x="714" y="675"/>
                </a:cubicBezTo>
                <a:close/>
              </a:path>
            </a:pathLst>
          </a:custGeom>
          <a:solidFill>
            <a:srgbClr val="41AAA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100" dirty="0"/>
          </a:p>
        </p:txBody>
      </p:sp>
      <p:cxnSp>
        <p:nvCxnSpPr>
          <p:cNvPr id="318" name="Elbow Connector 356">
            <a:extLst>
              <a:ext uri="{FF2B5EF4-FFF2-40B4-BE49-F238E27FC236}">
                <a16:creationId xmlns:a16="http://schemas.microsoft.com/office/drawing/2014/main" id="{7FF709C2-8AEA-4F0F-A640-E082B8D1919F}"/>
              </a:ext>
            </a:extLst>
          </p:cNvPr>
          <p:cNvCxnSpPr/>
          <p:nvPr/>
        </p:nvCxnSpPr>
        <p:spPr bwMode="auto">
          <a:xfrm rot="10800000" flipV="1">
            <a:off x="6542698" y="4751403"/>
            <a:ext cx="913085" cy="338468"/>
          </a:xfrm>
          <a:prstGeom prst="bentConnector3">
            <a:avLst/>
          </a:prstGeom>
          <a:solidFill>
            <a:schemeClr val="tx2"/>
          </a:solidFill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9" name="Elbow Connector 361">
            <a:extLst>
              <a:ext uri="{FF2B5EF4-FFF2-40B4-BE49-F238E27FC236}">
                <a16:creationId xmlns:a16="http://schemas.microsoft.com/office/drawing/2014/main" id="{086AF4B8-0735-4DBE-8285-2E0F76B99E67}"/>
              </a:ext>
            </a:extLst>
          </p:cNvPr>
          <p:cNvCxnSpPr/>
          <p:nvPr/>
        </p:nvCxnSpPr>
        <p:spPr bwMode="auto">
          <a:xfrm>
            <a:off x="1554736" y="2418107"/>
            <a:ext cx="832168" cy="934529"/>
          </a:xfrm>
          <a:prstGeom prst="bentConnector2">
            <a:avLst/>
          </a:prstGeom>
          <a:solidFill>
            <a:schemeClr val="tx2"/>
          </a:solidFill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0" name="Elbow Connector 363">
            <a:extLst>
              <a:ext uri="{FF2B5EF4-FFF2-40B4-BE49-F238E27FC236}">
                <a16:creationId xmlns:a16="http://schemas.microsoft.com/office/drawing/2014/main" id="{440976F7-D8E3-45BC-B330-F19FC2F01906}"/>
              </a:ext>
            </a:extLst>
          </p:cNvPr>
          <p:cNvCxnSpPr/>
          <p:nvPr/>
        </p:nvCxnSpPr>
        <p:spPr bwMode="auto">
          <a:xfrm>
            <a:off x="1526898" y="3574874"/>
            <a:ext cx="451721" cy="91263"/>
          </a:xfrm>
          <a:prstGeom prst="bentConnector3">
            <a:avLst/>
          </a:prstGeom>
          <a:solidFill>
            <a:schemeClr val="tx2"/>
          </a:solidFill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1" name="Elbow Connector 365">
            <a:extLst>
              <a:ext uri="{FF2B5EF4-FFF2-40B4-BE49-F238E27FC236}">
                <a16:creationId xmlns:a16="http://schemas.microsoft.com/office/drawing/2014/main" id="{208A45CE-C02B-4F89-9123-FF5186D2B5FE}"/>
              </a:ext>
            </a:extLst>
          </p:cNvPr>
          <p:cNvCxnSpPr>
            <a:endCxn id="236" idx="0"/>
          </p:cNvCxnSpPr>
          <p:nvPr/>
        </p:nvCxnSpPr>
        <p:spPr bwMode="auto">
          <a:xfrm flipV="1">
            <a:off x="1644217" y="4073918"/>
            <a:ext cx="729851" cy="677485"/>
          </a:xfrm>
          <a:prstGeom prst="bentConnector2">
            <a:avLst/>
          </a:prstGeom>
          <a:solidFill>
            <a:schemeClr val="tx2"/>
          </a:solidFill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2" name="Textfeld 899">
            <a:extLst>
              <a:ext uri="{FF2B5EF4-FFF2-40B4-BE49-F238E27FC236}">
                <a16:creationId xmlns:a16="http://schemas.microsoft.com/office/drawing/2014/main" id="{DB22B029-D90C-4987-BFF8-E574E86E016C}"/>
              </a:ext>
            </a:extLst>
          </p:cNvPr>
          <p:cNvSpPr txBox="1">
            <a:spLocks/>
          </p:cNvSpPr>
          <p:nvPr/>
        </p:nvSpPr>
        <p:spPr bwMode="gray">
          <a:xfrm>
            <a:off x="501074" y="2665057"/>
            <a:ext cx="956263" cy="3078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 rtl="0">
              <a:spcBef>
                <a:spcPts val="0"/>
              </a:spcBef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AGV </a:t>
            </a:r>
          </a:p>
        </p:txBody>
      </p:sp>
      <p:pic>
        <p:nvPicPr>
          <p:cNvPr id="323" name="Picture 4">
            <a:extLst>
              <a:ext uri="{FF2B5EF4-FFF2-40B4-BE49-F238E27FC236}">
                <a16:creationId xmlns:a16="http://schemas.microsoft.com/office/drawing/2014/main" id="{DAD8221B-5655-4D46-846E-D53797DAFF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683949" y="3822778"/>
            <a:ext cx="796652" cy="625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24" name="Elbow Connector 354">
            <a:extLst>
              <a:ext uri="{FF2B5EF4-FFF2-40B4-BE49-F238E27FC236}">
                <a16:creationId xmlns:a16="http://schemas.microsoft.com/office/drawing/2014/main" id="{D4095121-3F12-469B-ADB0-8537A72E2769}"/>
              </a:ext>
            </a:extLst>
          </p:cNvPr>
          <p:cNvCxnSpPr>
            <a:stCxn id="323" idx="0"/>
            <a:endCxn id="313" idx="3"/>
          </p:cNvCxnSpPr>
          <p:nvPr/>
        </p:nvCxnSpPr>
        <p:spPr bwMode="auto">
          <a:xfrm rot="16200000" flipV="1">
            <a:off x="10503154" y="3243658"/>
            <a:ext cx="566468" cy="591774"/>
          </a:xfrm>
          <a:prstGeom prst="bentConnector2">
            <a:avLst/>
          </a:prstGeom>
          <a:solidFill>
            <a:schemeClr val="tx2"/>
          </a:solidFill>
          <a:ln w="19050" cap="flat" cmpd="sng" algn="ctr">
            <a:solidFill>
              <a:srgbClr val="00B050"/>
            </a:solidFill>
            <a:prstDash val="dash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5" name="Textfeld 1556">
            <a:extLst>
              <a:ext uri="{FF2B5EF4-FFF2-40B4-BE49-F238E27FC236}">
                <a16:creationId xmlns:a16="http://schemas.microsoft.com/office/drawing/2014/main" id="{E9C93FAB-AB36-4D9A-ACCB-06D9F493C535}"/>
              </a:ext>
            </a:extLst>
          </p:cNvPr>
          <p:cNvSpPr txBox="1">
            <a:spLocks/>
          </p:cNvSpPr>
          <p:nvPr/>
        </p:nvSpPr>
        <p:spPr bwMode="gray">
          <a:xfrm>
            <a:off x="10529791" y="2768055"/>
            <a:ext cx="1221144" cy="510356"/>
          </a:xfrm>
          <a:prstGeom prst="rect">
            <a:avLst/>
          </a:prstGeom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rtlCol="0">
            <a:noAutofit/>
          </a:bodyPr>
          <a:lstStyle/>
          <a:p>
            <a:pPr rtl="0">
              <a:spcBef>
                <a:spcPts val="0"/>
              </a:spcBef>
            </a:pPr>
            <a:br>
              <a:rPr lang="en-US" sz="1000" b="1" i="0" u="none" baseline="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en-US" sz="1000" b="0" i="0" u="none" baseline="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For querying needed spare parts</a:t>
            </a:r>
            <a:endParaRPr lang="en-US" sz="1000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r" rtl="0" eaLnBrk="1" fontAlgn="base" hangingPunct="1">
              <a:spcBef>
                <a:spcPts val="0"/>
              </a:spcBef>
              <a:spcAft>
                <a:spcPct val="0"/>
              </a:spcAft>
            </a:pPr>
            <a:endParaRPr lang="en-US" sz="1200" b="1" i="0" u="none" baseline="0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26" name="SAGD, Siemens, diagram, diagramm, lupe, lens, maginifying, glass, linie, graph">
            <a:extLst>
              <a:ext uri="{FF2B5EF4-FFF2-40B4-BE49-F238E27FC236}">
                <a16:creationId xmlns:a16="http://schemas.microsoft.com/office/drawing/2014/main" id="{B751F9DA-2A7C-424F-AD1B-83240E1D94CE}"/>
              </a:ext>
            </a:extLst>
          </p:cNvPr>
          <p:cNvSpPr>
            <a:spLocks noEditPoints="1"/>
          </p:cNvSpPr>
          <p:nvPr/>
        </p:nvSpPr>
        <p:spPr bwMode="gray">
          <a:xfrm>
            <a:off x="2577220" y="3126077"/>
            <a:ext cx="543812" cy="349155"/>
          </a:xfrm>
          <a:custGeom>
            <a:avLst/>
            <a:gdLst>
              <a:gd name="T0" fmla="*/ 787 w 1058"/>
              <a:gd name="T1" fmla="*/ 567 h 680"/>
              <a:gd name="T2" fmla="*/ 80 w 1058"/>
              <a:gd name="T3" fmla="*/ 600 h 680"/>
              <a:gd name="T4" fmla="*/ 114 w 1058"/>
              <a:gd name="T5" fmla="*/ 75 h 680"/>
              <a:gd name="T6" fmla="*/ 63 w 1058"/>
              <a:gd name="T7" fmla="*/ 0 h 680"/>
              <a:gd name="T8" fmla="*/ 13 w 1058"/>
              <a:gd name="T9" fmla="*/ 75 h 680"/>
              <a:gd name="T10" fmla="*/ 46 w 1058"/>
              <a:gd name="T11" fmla="*/ 635 h 680"/>
              <a:gd name="T12" fmla="*/ 787 w 1058"/>
              <a:gd name="T13" fmla="*/ 668 h 680"/>
              <a:gd name="T14" fmla="*/ 862 w 1058"/>
              <a:gd name="T15" fmla="*/ 617 h 680"/>
              <a:gd name="T16" fmla="*/ 74 w 1058"/>
              <a:gd name="T17" fmla="*/ 44 h 680"/>
              <a:gd name="T18" fmla="*/ 74 w 1058"/>
              <a:gd name="T19" fmla="*/ 45 h 680"/>
              <a:gd name="T20" fmla="*/ 52 w 1058"/>
              <a:gd name="T21" fmla="*/ 45 h 680"/>
              <a:gd name="T22" fmla="*/ 52 w 1058"/>
              <a:gd name="T23" fmla="*/ 44 h 680"/>
              <a:gd name="T24" fmla="*/ 901 w 1058"/>
              <a:gd name="T25" fmla="*/ 392 h 680"/>
              <a:gd name="T26" fmla="*/ 977 w 1058"/>
              <a:gd name="T27" fmla="*/ 612 h 680"/>
              <a:gd name="T28" fmla="*/ 901 w 1058"/>
              <a:gd name="T29" fmla="*/ 392 h 680"/>
              <a:gd name="T30" fmla="*/ 584 w 1058"/>
              <a:gd name="T31" fmla="*/ 354 h 680"/>
              <a:gd name="T32" fmla="*/ 639 w 1058"/>
              <a:gd name="T33" fmla="*/ 243 h 680"/>
              <a:gd name="T34" fmla="*/ 681 w 1058"/>
              <a:gd name="T35" fmla="*/ 181 h 680"/>
              <a:gd name="T36" fmla="*/ 794 w 1058"/>
              <a:gd name="T37" fmla="*/ 211 h 680"/>
              <a:gd name="T38" fmla="*/ 723 w 1058"/>
              <a:gd name="T39" fmla="*/ 243 h 680"/>
              <a:gd name="T40" fmla="*/ 660 w 1058"/>
              <a:gd name="T41" fmla="*/ 267 h 680"/>
              <a:gd name="T42" fmla="*/ 406 w 1058"/>
              <a:gd name="T43" fmla="*/ 305 h 680"/>
              <a:gd name="T44" fmla="*/ 357 w 1058"/>
              <a:gd name="T45" fmla="*/ 313 h 680"/>
              <a:gd name="T46" fmla="*/ 239 w 1058"/>
              <a:gd name="T47" fmla="*/ 453 h 680"/>
              <a:gd name="T48" fmla="*/ 149 w 1058"/>
              <a:gd name="T49" fmla="*/ 453 h 680"/>
              <a:gd name="T50" fmla="*/ 114 w 1058"/>
              <a:gd name="T51" fmla="*/ 396 h 680"/>
              <a:gd name="T52" fmla="*/ 175 w 1058"/>
              <a:gd name="T53" fmla="*/ 412 h 680"/>
              <a:gd name="T54" fmla="*/ 213 w 1058"/>
              <a:gd name="T55" fmla="*/ 412 h 680"/>
              <a:gd name="T56" fmla="*/ 330 w 1058"/>
              <a:gd name="T57" fmla="*/ 272 h 680"/>
              <a:gd name="T58" fmla="*/ 421 w 1058"/>
              <a:gd name="T59" fmla="*/ 272 h 680"/>
              <a:gd name="T60" fmla="*/ 438 w 1058"/>
              <a:gd name="T61" fmla="*/ 286 h 680"/>
              <a:gd name="T62" fmla="*/ 680 w 1058"/>
              <a:gd name="T63" fmla="*/ 0 h 680"/>
              <a:gd name="T64" fmla="*/ 680 w 1058"/>
              <a:gd name="T65" fmla="*/ 453 h 680"/>
              <a:gd name="T66" fmla="*/ 680 w 1058"/>
              <a:gd name="T67" fmla="*/ 0 h 680"/>
              <a:gd name="T68" fmla="*/ 499 w 1058"/>
              <a:gd name="T69" fmla="*/ 227 h 680"/>
              <a:gd name="T70" fmla="*/ 861 w 1058"/>
              <a:gd name="T71" fmla="*/ 227 h 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058" h="680">
                <a:moveTo>
                  <a:pt x="799" y="555"/>
                </a:moveTo>
                <a:cubicBezTo>
                  <a:pt x="787" y="567"/>
                  <a:pt x="787" y="567"/>
                  <a:pt x="787" y="567"/>
                </a:cubicBezTo>
                <a:cubicBezTo>
                  <a:pt x="813" y="600"/>
                  <a:pt x="813" y="600"/>
                  <a:pt x="813" y="600"/>
                </a:cubicBezTo>
                <a:cubicBezTo>
                  <a:pt x="80" y="600"/>
                  <a:pt x="80" y="600"/>
                  <a:pt x="80" y="600"/>
                </a:cubicBezTo>
                <a:cubicBezTo>
                  <a:pt x="80" y="49"/>
                  <a:pt x="80" y="49"/>
                  <a:pt x="80" y="49"/>
                </a:cubicBezTo>
                <a:cubicBezTo>
                  <a:pt x="114" y="75"/>
                  <a:pt x="114" y="75"/>
                  <a:pt x="114" y="75"/>
                </a:cubicBezTo>
                <a:cubicBezTo>
                  <a:pt x="126" y="63"/>
                  <a:pt x="126" y="63"/>
                  <a:pt x="126" y="63"/>
                </a:cubicBezTo>
                <a:cubicBezTo>
                  <a:pt x="63" y="0"/>
                  <a:pt x="63" y="0"/>
                  <a:pt x="63" y="0"/>
                </a:cubicBezTo>
                <a:cubicBezTo>
                  <a:pt x="0" y="63"/>
                  <a:pt x="0" y="63"/>
                  <a:pt x="0" y="63"/>
                </a:cubicBezTo>
                <a:cubicBezTo>
                  <a:pt x="13" y="75"/>
                  <a:pt x="13" y="75"/>
                  <a:pt x="13" y="75"/>
                </a:cubicBezTo>
                <a:cubicBezTo>
                  <a:pt x="46" y="49"/>
                  <a:pt x="46" y="49"/>
                  <a:pt x="46" y="49"/>
                </a:cubicBezTo>
                <a:cubicBezTo>
                  <a:pt x="46" y="635"/>
                  <a:pt x="46" y="635"/>
                  <a:pt x="46" y="635"/>
                </a:cubicBezTo>
                <a:cubicBezTo>
                  <a:pt x="813" y="634"/>
                  <a:pt x="813" y="634"/>
                  <a:pt x="813" y="634"/>
                </a:cubicBezTo>
                <a:cubicBezTo>
                  <a:pt x="787" y="668"/>
                  <a:pt x="787" y="668"/>
                  <a:pt x="787" y="668"/>
                </a:cubicBezTo>
                <a:cubicBezTo>
                  <a:pt x="799" y="680"/>
                  <a:pt x="799" y="680"/>
                  <a:pt x="799" y="680"/>
                </a:cubicBezTo>
                <a:cubicBezTo>
                  <a:pt x="862" y="617"/>
                  <a:pt x="862" y="617"/>
                  <a:pt x="862" y="617"/>
                </a:cubicBezTo>
                <a:lnTo>
                  <a:pt x="799" y="555"/>
                </a:lnTo>
                <a:close/>
                <a:moveTo>
                  <a:pt x="74" y="44"/>
                </a:moveTo>
                <a:cubicBezTo>
                  <a:pt x="76" y="45"/>
                  <a:pt x="76" y="45"/>
                  <a:pt x="76" y="45"/>
                </a:cubicBezTo>
                <a:cubicBezTo>
                  <a:pt x="74" y="45"/>
                  <a:pt x="74" y="45"/>
                  <a:pt x="74" y="45"/>
                </a:cubicBezTo>
                <a:lnTo>
                  <a:pt x="74" y="44"/>
                </a:lnTo>
                <a:close/>
                <a:moveTo>
                  <a:pt x="52" y="45"/>
                </a:moveTo>
                <a:cubicBezTo>
                  <a:pt x="51" y="45"/>
                  <a:pt x="51" y="45"/>
                  <a:pt x="51" y="45"/>
                </a:cubicBezTo>
                <a:cubicBezTo>
                  <a:pt x="52" y="44"/>
                  <a:pt x="52" y="44"/>
                  <a:pt x="52" y="44"/>
                </a:cubicBezTo>
                <a:lnTo>
                  <a:pt x="52" y="45"/>
                </a:lnTo>
                <a:close/>
                <a:moveTo>
                  <a:pt x="901" y="392"/>
                </a:moveTo>
                <a:cubicBezTo>
                  <a:pt x="883" y="415"/>
                  <a:pt x="862" y="435"/>
                  <a:pt x="839" y="451"/>
                </a:cubicBezTo>
                <a:cubicBezTo>
                  <a:pt x="977" y="612"/>
                  <a:pt x="977" y="612"/>
                  <a:pt x="977" y="612"/>
                </a:cubicBezTo>
                <a:cubicBezTo>
                  <a:pt x="1058" y="531"/>
                  <a:pt x="1058" y="531"/>
                  <a:pt x="1058" y="531"/>
                </a:cubicBezTo>
                <a:lnTo>
                  <a:pt x="901" y="392"/>
                </a:lnTo>
                <a:close/>
                <a:moveTo>
                  <a:pt x="660" y="267"/>
                </a:moveTo>
                <a:cubicBezTo>
                  <a:pt x="584" y="354"/>
                  <a:pt x="584" y="354"/>
                  <a:pt x="584" y="354"/>
                </a:cubicBezTo>
                <a:cubicBezTo>
                  <a:pt x="576" y="348"/>
                  <a:pt x="569" y="341"/>
                  <a:pt x="562" y="334"/>
                </a:cubicBezTo>
                <a:cubicBezTo>
                  <a:pt x="639" y="243"/>
                  <a:pt x="639" y="243"/>
                  <a:pt x="639" y="243"/>
                </a:cubicBezTo>
                <a:cubicBezTo>
                  <a:pt x="637" y="238"/>
                  <a:pt x="635" y="233"/>
                  <a:pt x="635" y="227"/>
                </a:cubicBezTo>
                <a:cubicBezTo>
                  <a:pt x="635" y="202"/>
                  <a:pt x="656" y="181"/>
                  <a:pt x="681" y="181"/>
                </a:cubicBezTo>
                <a:cubicBezTo>
                  <a:pt x="700" y="181"/>
                  <a:pt x="717" y="193"/>
                  <a:pt x="723" y="211"/>
                </a:cubicBezTo>
                <a:cubicBezTo>
                  <a:pt x="794" y="211"/>
                  <a:pt x="794" y="211"/>
                  <a:pt x="794" y="211"/>
                </a:cubicBezTo>
                <a:cubicBezTo>
                  <a:pt x="794" y="243"/>
                  <a:pt x="794" y="243"/>
                  <a:pt x="794" y="243"/>
                </a:cubicBezTo>
                <a:cubicBezTo>
                  <a:pt x="723" y="243"/>
                  <a:pt x="723" y="243"/>
                  <a:pt x="723" y="243"/>
                </a:cubicBezTo>
                <a:cubicBezTo>
                  <a:pt x="717" y="260"/>
                  <a:pt x="700" y="272"/>
                  <a:pt x="681" y="272"/>
                </a:cubicBezTo>
                <a:cubicBezTo>
                  <a:pt x="673" y="272"/>
                  <a:pt x="666" y="270"/>
                  <a:pt x="660" y="267"/>
                </a:cubicBezTo>
                <a:close/>
                <a:moveTo>
                  <a:pt x="453" y="329"/>
                </a:moveTo>
                <a:cubicBezTo>
                  <a:pt x="406" y="305"/>
                  <a:pt x="406" y="305"/>
                  <a:pt x="406" y="305"/>
                </a:cubicBezTo>
                <a:cubicBezTo>
                  <a:pt x="398" y="313"/>
                  <a:pt x="387" y="317"/>
                  <a:pt x="375" y="317"/>
                </a:cubicBezTo>
                <a:cubicBezTo>
                  <a:pt x="369" y="317"/>
                  <a:pt x="362" y="316"/>
                  <a:pt x="357" y="313"/>
                </a:cubicBezTo>
                <a:cubicBezTo>
                  <a:pt x="235" y="435"/>
                  <a:pt x="235" y="435"/>
                  <a:pt x="235" y="435"/>
                </a:cubicBezTo>
                <a:cubicBezTo>
                  <a:pt x="238" y="440"/>
                  <a:pt x="239" y="447"/>
                  <a:pt x="239" y="453"/>
                </a:cubicBezTo>
                <a:cubicBezTo>
                  <a:pt x="239" y="478"/>
                  <a:pt x="219" y="499"/>
                  <a:pt x="194" y="499"/>
                </a:cubicBezTo>
                <a:cubicBezTo>
                  <a:pt x="169" y="499"/>
                  <a:pt x="149" y="478"/>
                  <a:pt x="149" y="453"/>
                </a:cubicBezTo>
                <a:cubicBezTo>
                  <a:pt x="149" y="447"/>
                  <a:pt x="150" y="440"/>
                  <a:pt x="153" y="435"/>
                </a:cubicBezTo>
                <a:cubicBezTo>
                  <a:pt x="114" y="396"/>
                  <a:pt x="114" y="396"/>
                  <a:pt x="114" y="396"/>
                </a:cubicBezTo>
                <a:cubicBezTo>
                  <a:pt x="114" y="351"/>
                  <a:pt x="114" y="351"/>
                  <a:pt x="114" y="351"/>
                </a:cubicBezTo>
                <a:cubicBezTo>
                  <a:pt x="175" y="412"/>
                  <a:pt x="175" y="412"/>
                  <a:pt x="175" y="412"/>
                </a:cubicBezTo>
                <a:cubicBezTo>
                  <a:pt x="181" y="409"/>
                  <a:pt x="187" y="408"/>
                  <a:pt x="194" y="408"/>
                </a:cubicBezTo>
                <a:cubicBezTo>
                  <a:pt x="201" y="408"/>
                  <a:pt x="207" y="409"/>
                  <a:pt x="213" y="412"/>
                </a:cubicBezTo>
                <a:cubicBezTo>
                  <a:pt x="334" y="291"/>
                  <a:pt x="334" y="291"/>
                  <a:pt x="334" y="291"/>
                </a:cubicBezTo>
                <a:cubicBezTo>
                  <a:pt x="331" y="285"/>
                  <a:pt x="330" y="279"/>
                  <a:pt x="330" y="272"/>
                </a:cubicBezTo>
                <a:cubicBezTo>
                  <a:pt x="330" y="247"/>
                  <a:pt x="350" y="227"/>
                  <a:pt x="375" y="227"/>
                </a:cubicBezTo>
                <a:cubicBezTo>
                  <a:pt x="400" y="227"/>
                  <a:pt x="421" y="247"/>
                  <a:pt x="421" y="272"/>
                </a:cubicBezTo>
                <a:cubicBezTo>
                  <a:pt x="421" y="273"/>
                  <a:pt x="421" y="275"/>
                  <a:pt x="420" y="277"/>
                </a:cubicBezTo>
                <a:cubicBezTo>
                  <a:pt x="438" y="286"/>
                  <a:pt x="438" y="286"/>
                  <a:pt x="438" y="286"/>
                </a:cubicBezTo>
                <a:cubicBezTo>
                  <a:pt x="442" y="301"/>
                  <a:pt x="447" y="315"/>
                  <a:pt x="453" y="329"/>
                </a:cubicBezTo>
                <a:close/>
                <a:moveTo>
                  <a:pt x="680" y="0"/>
                </a:moveTo>
                <a:cubicBezTo>
                  <a:pt x="555" y="0"/>
                  <a:pt x="453" y="102"/>
                  <a:pt x="453" y="227"/>
                </a:cubicBezTo>
                <a:cubicBezTo>
                  <a:pt x="453" y="352"/>
                  <a:pt x="555" y="453"/>
                  <a:pt x="680" y="453"/>
                </a:cubicBezTo>
                <a:cubicBezTo>
                  <a:pt x="805" y="453"/>
                  <a:pt x="907" y="352"/>
                  <a:pt x="907" y="227"/>
                </a:cubicBezTo>
                <a:cubicBezTo>
                  <a:pt x="907" y="102"/>
                  <a:pt x="805" y="0"/>
                  <a:pt x="680" y="0"/>
                </a:cubicBezTo>
                <a:close/>
                <a:moveTo>
                  <a:pt x="680" y="408"/>
                </a:moveTo>
                <a:cubicBezTo>
                  <a:pt x="580" y="408"/>
                  <a:pt x="499" y="327"/>
                  <a:pt x="499" y="227"/>
                </a:cubicBezTo>
                <a:cubicBezTo>
                  <a:pt x="499" y="126"/>
                  <a:pt x="580" y="45"/>
                  <a:pt x="680" y="45"/>
                </a:cubicBezTo>
                <a:cubicBezTo>
                  <a:pt x="780" y="45"/>
                  <a:pt x="861" y="126"/>
                  <a:pt x="861" y="227"/>
                </a:cubicBezTo>
                <a:cubicBezTo>
                  <a:pt x="861" y="327"/>
                  <a:pt x="780" y="408"/>
                  <a:pt x="680" y="408"/>
                </a:cubicBezTo>
                <a:close/>
              </a:path>
            </a:pathLst>
          </a:custGeom>
          <a:solidFill>
            <a:srgbClr val="41AAA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27" name="Textfeld 899">
            <a:extLst>
              <a:ext uri="{FF2B5EF4-FFF2-40B4-BE49-F238E27FC236}">
                <a16:creationId xmlns:a16="http://schemas.microsoft.com/office/drawing/2014/main" id="{718F9D63-C313-456E-9862-E0C16DFBCC92}"/>
              </a:ext>
            </a:extLst>
          </p:cNvPr>
          <p:cNvSpPr txBox="1">
            <a:spLocks/>
          </p:cNvSpPr>
          <p:nvPr/>
        </p:nvSpPr>
        <p:spPr bwMode="gray">
          <a:xfrm>
            <a:off x="2675993" y="2612888"/>
            <a:ext cx="1605351" cy="3078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rtl="0">
              <a:spcBef>
                <a:spcPts val="0"/>
              </a:spcBef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Transfer components health data </a:t>
            </a:r>
          </a:p>
        </p:txBody>
      </p:sp>
      <p:sp>
        <p:nvSpPr>
          <p:cNvPr id="328" name="Textfeld 899">
            <a:extLst>
              <a:ext uri="{FF2B5EF4-FFF2-40B4-BE49-F238E27FC236}">
                <a16:creationId xmlns:a16="http://schemas.microsoft.com/office/drawing/2014/main" id="{CD960163-1678-43A8-8215-A4A9D2E72831}"/>
              </a:ext>
            </a:extLst>
          </p:cNvPr>
          <p:cNvSpPr txBox="1">
            <a:spLocks/>
          </p:cNvSpPr>
          <p:nvPr/>
        </p:nvSpPr>
        <p:spPr bwMode="gray">
          <a:xfrm>
            <a:off x="5229097" y="5580158"/>
            <a:ext cx="1426427" cy="2837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 rtl="0">
              <a:spcBef>
                <a:spcPts val="0"/>
              </a:spcBef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Device/Station</a:t>
            </a:r>
          </a:p>
        </p:txBody>
      </p:sp>
      <p:cxnSp>
        <p:nvCxnSpPr>
          <p:cNvPr id="329" name="Elbow Connector 28">
            <a:extLst>
              <a:ext uri="{FF2B5EF4-FFF2-40B4-BE49-F238E27FC236}">
                <a16:creationId xmlns:a16="http://schemas.microsoft.com/office/drawing/2014/main" id="{542D61D5-42DA-4852-8AC4-A5CD11249C32}"/>
              </a:ext>
            </a:extLst>
          </p:cNvPr>
          <p:cNvCxnSpPr/>
          <p:nvPr/>
        </p:nvCxnSpPr>
        <p:spPr bwMode="auto">
          <a:xfrm>
            <a:off x="6363468" y="1885592"/>
            <a:ext cx="1626276" cy="324173"/>
          </a:xfrm>
          <a:prstGeom prst="bentConnector2">
            <a:avLst/>
          </a:prstGeom>
          <a:solidFill>
            <a:schemeClr val="tx2"/>
          </a:solidFill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0" name="Elbow Connector 1542">
            <a:extLst>
              <a:ext uri="{FF2B5EF4-FFF2-40B4-BE49-F238E27FC236}">
                <a16:creationId xmlns:a16="http://schemas.microsoft.com/office/drawing/2014/main" id="{1E2382EE-AAB9-4A29-A188-4788BE477DDF}"/>
              </a:ext>
            </a:extLst>
          </p:cNvPr>
          <p:cNvCxnSpPr/>
          <p:nvPr/>
        </p:nvCxnSpPr>
        <p:spPr bwMode="auto">
          <a:xfrm flipV="1">
            <a:off x="8523707" y="1875469"/>
            <a:ext cx="936104" cy="542639"/>
          </a:xfrm>
          <a:prstGeom prst="bentConnector3">
            <a:avLst/>
          </a:prstGeom>
          <a:solidFill>
            <a:schemeClr val="tx2"/>
          </a:solidFill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1" name="TextBox 330">
            <a:extLst>
              <a:ext uri="{FF2B5EF4-FFF2-40B4-BE49-F238E27FC236}">
                <a16:creationId xmlns:a16="http://schemas.microsoft.com/office/drawing/2014/main" id="{8092EDCC-10CF-46BB-B0D7-294754105C1B}"/>
              </a:ext>
            </a:extLst>
          </p:cNvPr>
          <p:cNvSpPr txBox="1"/>
          <p:nvPr/>
        </p:nvSpPr>
        <p:spPr>
          <a:xfrm>
            <a:off x="8223578" y="1812961"/>
            <a:ext cx="914400" cy="40037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Technician</a:t>
            </a:r>
          </a:p>
          <a:p>
            <a:pPr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 arrangement</a:t>
            </a:r>
            <a:endParaRPr lang="en-US" sz="1000" b="0" i="0" u="none" baseline="0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332" name="Elbow Connector 1545">
            <a:extLst>
              <a:ext uri="{FF2B5EF4-FFF2-40B4-BE49-F238E27FC236}">
                <a16:creationId xmlns:a16="http://schemas.microsoft.com/office/drawing/2014/main" id="{A6968FD7-AF3D-4DF0-AE7A-EFCA40DAFC81}"/>
              </a:ext>
            </a:extLst>
          </p:cNvPr>
          <p:cNvCxnSpPr>
            <a:endCxn id="313" idx="1"/>
          </p:cNvCxnSpPr>
          <p:nvPr/>
        </p:nvCxnSpPr>
        <p:spPr bwMode="auto">
          <a:xfrm>
            <a:off x="8523707" y="2862663"/>
            <a:ext cx="755971" cy="393647"/>
          </a:xfrm>
          <a:prstGeom prst="bentConnector3">
            <a:avLst/>
          </a:prstGeom>
          <a:solidFill>
            <a:schemeClr val="tx2"/>
          </a:solidFill>
          <a:ln w="19050" cap="flat" cmpd="sng" algn="ctr">
            <a:solidFill>
              <a:srgbClr val="00B050"/>
            </a:solidFill>
            <a:prstDash val="dash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3" name="TextBox 332">
            <a:extLst>
              <a:ext uri="{FF2B5EF4-FFF2-40B4-BE49-F238E27FC236}">
                <a16:creationId xmlns:a16="http://schemas.microsoft.com/office/drawing/2014/main" id="{5A43E023-0E67-4FF4-B919-F9960AE189C1}"/>
              </a:ext>
            </a:extLst>
          </p:cNvPr>
          <p:cNvSpPr txBox="1"/>
          <p:nvPr/>
        </p:nvSpPr>
        <p:spPr>
          <a:xfrm>
            <a:off x="8470757" y="3287320"/>
            <a:ext cx="914400" cy="40037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Spare parts</a:t>
            </a:r>
          </a:p>
          <a:p>
            <a:pPr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 arrangement</a:t>
            </a:r>
            <a:endParaRPr lang="en-US" sz="1000" b="0" i="0" u="none" baseline="0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1E74C347-9D36-4AD3-BBBC-1F2A9B83A02F}"/>
              </a:ext>
            </a:extLst>
          </p:cNvPr>
          <p:cNvSpPr txBox="1"/>
          <p:nvPr/>
        </p:nvSpPr>
        <p:spPr>
          <a:xfrm>
            <a:off x="6415734" y="1540642"/>
            <a:ext cx="1112773" cy="34495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</a:pPr>
            <a:r>
              <a:rPr lang="en-US" altLang="zh-CN" sz="1000" b="0" i="0" u="none" baseline="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Alarm</a:t>
            </a:r>
            <a:r>
              <a:rPr lang="zh-CN" altLang="en-US" sz="1000" b="0" i="0" u="none" baseline="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，</a:t>
            </a:r>
            <a:endParaRPr lang="en-US" altLang="zh-CN" sz="1000" b="0" i="0" u="none" baseline="0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M</a:t>
            </a:r>
            <a:r>
              <a:rPr lang="en-US" altLang="zh-CN" sz="1000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aintenance suggestion</a:t>
            </a:r>
            <a:endParaRPr lang="en-US" sz="1000" b="0" i="0" u="none" baseline="0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35" name="SAGD, Siemens, Mobile Device, Smartphone, Handy, iphone, mobile, communication, kommunikation">
            <a:extLst>
              <a:ext uri="{FF2B5EF4-FFF2-40B4-BE49-F238E27FC236}">
                <a16:creationId xmlns:a16="http://schemas.microsoft.com/office/drawing/2014/main" id="{739FA3A5-B0E9-4865-9084-5540D506DED5}"/>
              </a:ext>
            </a:extLst>
          </p:cNvPr>
          <p:cNvSpPr>
            <a:spLocks noChangeAspect="1" noEditPoints="1"/>
          </p:cNvSpPr>
          <p:nvPr/>
        </p:nvSpPr>
        <p:spPr bwMode="gray">
          <a:xfrm>
            <a:off x="7495793" y="2656732"/>
            <a:ext cx="405356" cy="596656"/>
          </a:xfrm>
          <a:custGeom>
            <a:avLst/>
            <a:gdLst>
              <a:gd name="T0" fmla="*/ 386 w 431"/>
              <a:gd name="T1" fmla="*/ 0 h 771"/>
              <a:gd name="T2" fmla="*/ 45 w 431"/>
              <a:gd name="T3" fmla="*/ 0 h 771"/>
              <a:gd name="T4" fmla="*/ 0 w 431"/>
              <a:gd name="T5" fmla="*/ 45 h 771"/>
              <a:gd name="T6" fmla="*/ 0 w 431"/>
              <a:gd name="T7" fmla="*/ 726 h 771"/>
              <a:gd name="T8" fmla="*/ 45 w 431"/>
              <a:gd name="T9" fmla="*/ 771 h 771"/>
              <a:gd name="T10" fmla="*/ 386 w 431"/>
              <a:gd name="T11" fmla="*/ 771 h 771"/>
              <a:gd name="T12" fmla="*/ 431 w 431"/>
              <a:gd name="T13" fmla="*/ 726 h 771"/>
              <a:gd name="T14" fmla="*/ 431 w 431"/>
              <a:gd name="T15" fmla="*/ 45 h 771"/>
              <a:gd name="T16" fmla="*/ 386 w 431"/>
              <a:gd name="T17" fmla="*/ 0 h 771"/>
              <a:gd name="T18" fmla="*/ 159 w 431"/>
              <a:gd name="T19" fmla="*/ 45 h 771"/>
              <a:gd name="T20" fmla="*/ 272 w 431"/>
              <a:gd name="T21" fmla="*/ 45 h 771"/>
              <a:gd name="T22" fmla="*/ 272 w 431"/>
              <a:gd name="T23" fmla="*/ 91 h 771"/>
              <a:gd name="T24" fmla="*/ 159 w 431"/>
              <a:gd name="T25" fmla="*/ 91 h 771"/>
              <a:gd name="T26" fmla="*/ 159 w 431"/>
              <a:gd name="T27" fmla="*/ 45 h 771"/>
              <a:gd name="T28" fmla="*/ 215 w 431"/>
              <a:gd name="T29" fmla="*/ 727 h 771"/>
              <a:gd name="T30" fmla="*/ 181 w 431"/>
              <a:gd name="T31" fmla="*/ 692 h 771"/>
              <a:gd name="T32" fmla="*/ 215 w 431"/>
              <a:gd name="T33" fmla="*/ 658 h 771"/>
              <a:gd name="T34" fmla="*/ 250 w 431"/>
              <a:gd name="T35" fmla="*/ 692 h 771"/>
              <a:gd name="T36" fmla="*/ 215 w 431"/>
              <a:gd name="T37" fmla="*/ 727 h 771"/>
              <a:gd name="T38" fmla="*/ 386 w 431"/>
              <a:gd name="T39" fmla="*/ 612 h 771"/>
              <a:gd name="T40" fmla="*/ 45 w 431"/>
              <a:gd name="T41" fmla="*/ 612 h 771"/>
              <a:gd name="T42" fmla="*/ 45 w 431"/>
              <a:gd name="T43" fmla="*/ 136 h 771"/>
              <a:gd name="T44" fmla="*/ 386 w 431"/>
              <a:gd name="T45" fmla="*/ 136 h 771"/>
              <a:gd name="T46" fmla="*/ 386 w 431"/>
              <a:gd name="T47" fmla="*/ 612 h 7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31" h="771">
                <a:moveTo>
                  <a:pt x="386" y="0"/>
                </a:moveTo>
                <a:cubicBezTo>
                  <a:pt x="45" y="0"/>
                  <a:pt x="45" y="0"/>
                  <a:pt x="45" y="0"/>
                </a:cubicBezTo>
                <a:cubicBezTo>
                  <a:pt x="20" y="0"/>
                  <a:pt x="0" y="20"/>
                  <a:pt x="0" y="45"/>
                </a:cubicBezTo>
                <a:cubicBezTo>
                  <a:pt x="0" y="726"/>
                  <a:pt x="0" y="726"/>
                  <a:pt x="0" y="726"/>
                </a:cubicBezTo>
                <a:cubicBezTo>
                  <a:pt x="0" y="751"/>
                  <a:pt x="20" y="771"/>
                  <a:pt x="45" y="771"/>
                </a:cubicBezTo>
                <a:cubicBezTo>
                  <a:pt x="386" y="771"/>
                  <a:pt x="386" y="771"/>
                  <a:pt x="386" y="771"/>
                </a:cubicBezTo>
                <a:cubicBezTo>
                  <a:pt x="411" y="771"/>
                  <a:pt x="431" y="751"/>
                  <a:pt x="431" y="726"/>
                </a:cubicBezTo>
                <a:cubicBezTo>
                  <a:pt x="431" y="45"/>
                  <a:pt x="431" y="45"/>
                  <a:pt x="431" y="45"/>
                </a:cubicBezTo>
                <a:cubicBezTo>
                  <a:pt x="431" y="20"/>
                  <a:pt x="411" y="0"/>
                  <a:pt x="386" y="0"/>
                </a:cubicBezTo>
                <a:close/>
                <a:moveTo>
                  <a:pt x="159" y="45"/>
                </a:moveTo>
                <a:cubicBezTo>
                  <a:pt x="272" y="45"/>
                  <a:pt x="272" y="45"/>
                  <a:pt x="272" y="45"/>
                </a:cubicBezTo>
                <a:cubicBezTo>
                  <a:pt x="272" y="91"/>
                  <a:pt x="272" y="91"/>
                  <a:pt x="272" y="91"/>
                </a:cubicBezTo>
                <a:cubicBezTo>
                  <a:pt x="159" y="91"/>
                  <a:pt x="159" y="91"/>
                  <a:pt x="159" y="91"/>
                </a:cubicBezTo>
                <a:lnTo>
                  <a:pt x="159" y="45"/>
                </a:lnTo>
                <a:close/>
                <a:moveTo>
                  <a:pt x="215" y="727"/>
                </a:moveTo>
                <a:cubicBezTo>
                  <a:pt x="196" y="727"/>
                  <a:pt x="181" y="711"/>
                  <a:pt x="181" y="692"/>
                </a:cubicBezTo>
                <a:cubicBezTo>
                  <a:pt x="181" y="673"/>
                  <a:pt x="196" y="658"/>
                  <a:pt x="215" y="658"/>
                </a:cubicBezTo>
                <a:cubicBezTo>
                  <a:pt x="235" y="658"/>
                  <a:pt x="250" y="673"/>
                  <a:pt x="250" y="692"/>
                </a:cubicBezTo>
                <a:cubicBezTo>
                  <a:pt x="250" y="711"/>
                  <a:pt x="235" y="727"/>
                  <a:pt x="215" y="727"/>
                </a:cubicBezTo>
                <a:close/>
                <a:moveTo>
                  <a:pt x="386" y="612"/>
                </a:moveTo>
                <a:cubicBezTo>
                  <a:pt x="45" y="612"/>
                  <a:pt x="45" y="612"/>
                  <a:pt x="45" y="612"/>
                </a:cubicBezTo>
                <a:cubicBezTo>
                  <a:pt x="45" y="136"/>
                  <a:pt x="45" y="136"/>
                  <a:pt x="45" y="136"/>
                </a:cubicBezTo>
                <a:cubicBezTo>
                  <a:pt x="386" y="136"/>
                  <a:pt x="386" y="136"/>
                  <a:pt x="386" y="136"/>
                </a:cubicBezTo>
                <a:lnTo>
                  <a:pt x="386" y="612"/>
                </a:lnTo>
                <a:close/>
              </a:path>
            </a:pathLst>
          </a:custGeom>
          <a:solidFill>
            <a:srgbClr val="41AAA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6" name="Rechteck 25">
            <a:extLst>
              <a:ext uri="{FF2B5EF4-FFF2-40B4-BE49-F238E27FC236}">
                <a16:creationId xmlns:a16="http://schemas.microsoft.com/office/drawing/2014/main" id="{D5D68322-814B-4D5A-AF5F-1016EA2CA6FE}"/>
              </a:ext>
            </a:extLst>
          </p:cNvPr>
          <p:cNvSpPr>
            <a:spLocks noChangeAspect="1"/>
          </p:cNvSpPr>
          <p:nvPr/>
        </p:nvSpPr>
        <p:spPr bwMode="gray">
          <a:xfrm>
            <a:off x="7589386" y="2855020"/>
            <a:ext cx="218168" cy="179789"/>
          </a:xfrm>
          <a:prstGeom prst="rect">
            <a:avLst/>
          </a:prstGeom>
          <a:solidFill>
            <a:srgbClr val="AF235F"/>
          </a:solidFill>
          <a:ln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algn="ctr" rtl="0"/>
            <a:r>
              <a:rPr lang="en-US" sz="1600" b="1" i="0" u="none" baseline="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rPr>
              <a:t>!</a:t>
            </a:r>
            <a:endParaRPr lang="en-US" sz="1600" b="1" dirty="0">
              <a:solidFill>
                <a:srgbClr val="FFFFFF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337" name="Picture 336">
            <a:extLst>
              <a:ext uri="{FF2B5EF4-FFF2-40B4-BE49-F238E27FC236}">
                <a16:creationId xmlns:a16="http://schemas.microsoft.com/office/drawing/2014/main" id="{F2FCB723-4D1C-446D-8579-718E1FFD1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5449" y="1818772"/>
            <a:ext cx="1011888" cy="817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" name="Textfeld 899">
            <a:extLst>
              <a:ext uri="{FF2B5EF4-FFF2-40B4-BE49-F238E27FC236}">
                <a16:creationId xmlns:a16="http://schemas.microsoft.com/office/drawing/2014/main" id="{91DBE551-6E11-4EF6-A797-E42F1C911E2E}"/>
              </a:ext>
            </a:extLst>
          </p:cNvPr>
          <p:cNvSpPr txBox="1">
            <a:spLocks/>
          </p:cNvSpPr>
          <p:nvPr/>
        </p:nvSpPr>
        <p:spPr bwMode="gray">
          <a:xfrm>
            <a:off x="521260" y="3969359"/>
            <a:ext cx="956263" cy="3078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 rtl="0">
              <a:spcBef>
                <a:spcPts val="0"/>
              </a:spcBef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Chain conveyor</a:t>
            </a:r>
          </a:p>
        </p:txBody>
      </p:sp>
      <p:sp>
        <p:nvSpPr>
          <p:cNvPr id="339" name="Textfeld 899">
            <a:extLst>
              <a:ext uri="{FF2B5EF4-FFF2-40B4-BE49-F238E27FC236}">
                <a16:creationId xmlns:a16="http://schemas.microsoft.com/office/drawing/2014/main" id="{A3DFFE53-0D7F-44FA-81AA-95C74EBBD706}"/>
              </a:ext>
            </a:extLst>
          </p:cNvPr>
          <p:cNvSpPr txBox="1">
            <a:spLocks/>
          </p:cNvSpPr>
          <p:nvPr/>
        </p:nvSpPr>
        <p:spPr bwMode="gray">
          <a:xfrm>
            <a:off x="521260" y="5463644"/>
            <a:ext cx="956263" cy="3078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 rtl="0">
              <a:spcBef>
                <a:spcPts val="0"/>
              </a:spcBef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Cross conveyor </a:t>
            </a:r>
          </a:p>
        </p:txBody>
      </p:sp>
      <p:sp>
        <p:nvSpPr>
          <p:cNvPr id="340" name="Textfeld 1554">
            <a:extLst>
              <a:ext uri="{FF2B5EF4-FFF2-40B4-BE49-F238E27FC236}">
                <a16:creationId xmlns:a16="http://schemas.microsoft.com/office/drawing/2014/main" id="{05CD70F0-C8A0-4210-94E2-3F58EEE04DAE}"/>
              </a:ext>
            </a:extLst>
          </p:cNvPr>
          <p:cNvSpPr txBox="1">
            <a:spLocks/>
          </p:cNvSpPr>
          <p:nvPr/>
        </p:nvSpPr>
        <p:spPr bwMode="gray">
          <a:xfrm>
            <a:off x="1763197" y="4947460"/>
            <a:ext cx="1393192" cy="553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ct val="0"/>
              </a:spcBef>
            </a:pPr>
            <a:r>
              <a:rPr lang="en-US" sz="1100" b="1" dirty="0">
                <a:solidFill>
                  <a:srgbClr val="00646E"/>
                </a:solidFill>
                <a:latin typeface="Arial"/>
              </a:rPr>
              <a:t>Data </a:t>
            </a:r>
            <a:r>
              <a:rPr lang="en-US" altLang="zh-CN" sz="1100" b="1" dirty="0">
                <a:solidFill>
                  <a:srgbClr val="00646E"/>
                </a:solidFill>
                <a:latin typeface="Arial"/>
              </a:rPr>
              <a:t>Acquisition</a:t>
            </a:r>
          </a:p>
          <a:p>
            <a:pPr algn="ctr">
              <a:spcBef>
                <a:spcPct val="0"/>
              </a:spcBef>
            </a:pPr>
            <a:r>
              <a:rPr lang="en-US" altLang="zh-CN" sz="1100" b="1" dirty="0">
                <a:solidFill>
                  <a:srgbClr val="00646E"/>
                </a:solidFill>
                <a:latin typeface="Arial"/>
              </a:rPr>
              <a:t>&amp;</a:t>
            </a:r>
          </a:p>
          <a:p>
            <a:pPr algn="ctr">
              <a:spcBef>
                <a:spcPct val="0"/>
              </a:spcBef>
            </a:pPr>
            <a:r>
              <a:rPr lang="en-US" altLang="zh-CN" sz="1100" b="1" dirty="0">
                <a:solidFill>
                  <a:srgbClr val="00646E"/>
                </a:solidFill>
                <a:latin typeface="Arial"/>
              </a:rPr>
              <a:t>Edge Computing</a:t>
            </a:r>
            <a:endParaRPr lang="en-US" sz="1100" b="1" dirty="0">
              <a:solidFill>
                <a:srgbClr val="00646E"/>
              </a:solidFill>
              <a:latin typeface="Arial"/>
            </a:endParaRPr>
          </a:p>
        </p:txBody>
      </p:sp>
      <p:sp>
        <p:nvSpPr>
          <p:cNvPr id="341" name="Textfeld 1554">
            <a:extLst>
              <a:ext uri="{FF2B5EF4-FFF2-40B4-BE49-F238E27FC236}">
                <a16:creationId xmlns:a16="http://schemas.microsoft.com/office/drawing/2014/main" id="{E814BCE9-1551-4C78-9740-1B2B38DCB045}"/>
              </a:ext>
            </a:extLst>
          </p:cNvPr>
          <p:cNvSpPr txBox="1">
            <a:spLocks/>
          </p:cNvSpPr>
          <p:nvPr/>
        </p:nvSpPr>
        <p:spPr bwMode="gray">
          <a:xfrm>
            <a:off x="9097309" y="1141185"/>
            <a:ext cx="1393192" cy="21910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altLang="zh-CN" sz="1200" b="1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System Integration</a:t>
            </a:r>
            <a:endParaRPr lang="en-US" sz="1200" b="1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342" name="Picture 341">
            <a:extLst>
              <a:ext uri="{FF2B5EF4-FFF2-40B4-BE49-F238E27FC236}">
                <a16:creationId xmlns:a16="http://schemas.microsoft.com/office/drawing/2014/main" id="{DA637484-89E9-453E-AAF4-BD34232852AA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547" y="3112562"/>
            <a:ext cx="1007097" cy="772534"/>
          </a:xfrm>
          <a:prstGeom prst="rect">
            <a:avLst/>
          </a:prstGeom>
        </p:spPr>
      </p:pic>
      <p:pic>
        <p:nvPicPr>
          <p:cNvPr id="343" name="Picture 342">
            <a:extLst>
              <a:ext uri="{FF2B5EF4-FFF2-40B4-BE49-F238E27FC236}">
                <a16:creationId xmlns:a16="http://schemas.microsoft.com/office/drawing/2014/main" id="{A24A7156-BD21-4AD4-B9D6-45D4F8E4BC88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743" y="4297546"/>
            <a:ext cx="1119332" cy="107482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20C604-1CE8-4771-A606-CEA3487F087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996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kt 1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3373"/>
          <a:ext cx="1586" cy="1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9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13" name="Objekt 1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3373"/>
                        <a:ext cx="1586" cy="158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" name="Freeform 10">
            <a:extLst>
              <a:ext uri="{FF2B5EF4-FFF2-40B4-BE49-F238E27FC236}">
                <a16:creationId xmlns:a16="http://schemas.microsoft.com/office/drawing/2014/main" id="{5DE8E61E-EEF5-4B33-BF97-CAB03B81F2C9}"/>
              </a:ext>
            </a:extLst>
          </p:cNvPr>
          <p:cNvSpPr/>
          <p:nvPr/>
        </p:nvSpPr>
        <p:spPr bwMode="auto">
          <a:xfrm>
            <a:off x="660653" y="586165"/>
            <a:ext cx="3912225" cy="3290987"/>
          </a:xfrm>
          <a:custGeom>
            <a:avLst/>
            <a:gdLst>
              <a:gd name="connsiteX0" fmla="*/ 0 w 7170801"/>
              <a:gd name="connsiteY0" fmla="*/ 0 h 6032118"/>
              <a:gd name="connsiteX1" fmla="*/ 7170801 w 7170801"/>
              <a:gd name="connsiteY1" fmla="*/ 7572 h 6032118"/>
              <a:gd name="connsiteX2" fmla="*/ 6573992 w 7170801"/>
              <a:gd name="connsiteY2" fmla="*/ 5131398 h 6032118"/>
              <a:gd name="connsiteX3" fmla="*/ 2970687 w 7170801"/>
              <a:gd name="connsiteY3" fmla="*/ 5131398 h 6032118"/>
              <a:gd name="connsiteX4" fmla="*/ 1602497 w 7170801"/>
              <a:gd name="connsiteY4" fmla="*/ 6032118 h 6032118"/>
              <a:gd name="connsiteX5" fmla="*/ 1602497 w 7170801"/>
              <a:gd name="connsiteY5" fmla="*/ 5131398 h 6032118"/>
              <a:gd name="connsiteX6" fmla="*/ 484094 w 7170801"/>
              <a:gd name="connsiteY6" fmla="*/ 5131398 h 603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70801" h="6032118">
                <a:moveTo>
                  <a:pt x="0" y="0"/>
                </a:moveTo>
                <a:lnTo>
                  <a:pt x="7170801" y="7572"/>
                </a:lnTo>
                <a:lnTo>
                  <a:pt x="6573992" y="5131398"/>
                </a:lnTo>
                <a:lnTo>
                  <a:pt x="2970687" y="5131398"/>
                </a:lnTo>
                <a:lnTo>
                  <a:pt x="1602497" y="6032118"/>
                </a:lnTo>
                <a:lnTo>
                  <a:pt x="1602497" y="5131398"/>
                </a:lnTo>
                <a:lnTo>
                  <a:pt x="484094" y="5131398"/>
                </a:lnTo>
                <a:close/>
              </a:path>
            </a:pathLst>
          </a:custGeom>
          <a:solidFill>
            <a:srgbClr val="CDD9E1"/>
          </a:solidFill>
          <a:ln>
            <a:noFill/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1799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6" name="Freeform 9">
            <a:extLst>
              <a:ext uri="{FF2B5EF4-FFF2-40B4-BE49-F238E27FC236}">
                <a16:creationId xmlns:a16="http://schemas.microsoft.com/office/drawing/2014/main" id="{8EB4F48C-C696-4BD1-8FD6-34E9A53D4AF5}"/>
              </a:ext>
            </a:extLst>
          </p:cNvPr>
          <p:cNvSpPr/>
          <p:nvPr/>
        </p:nvSpPr>
        <p:spPr bwMode="auto">
          <a:xfrm>
            <a:off x="3612269" y="2601396"/>
            <a:ext cx="4354965" cy="3060704"/>
          </a:xfrm>
          <a:custGeom>
            <a:avLst/>
            <a:gdLst>
              <a:gd name="connsiteX0" fmla="*/ 0 w 4357233"/>
              <a:gd name="connsiteY0" fmla="*/ 0 h 3062298"/>
              <a:gd name="connsiteX1" fmla="*/ 4357233 w 4357233"/>
              <a:gd name="connsiteY1" fmla="*/ 0 h 3062298"/>
              <a:gd name="connsiteX2" fmla="*/ 4061717 w 4357233"/>
              <a:gd name="connsiteY2" fmla="*/ 2542701 h 3062298"/>
              <a:gd name="connsiteX3" fmla="*/ 1670637 w 4357233"/>
              <a:gd name="connsiteY3" fmla="*/ 2542700 h 3062298"/>
              <a:gd name="connsiteX4" fmla="*/ 883104 w 4357233"/>
              <a:gd name="connsiteY4" fmla="*/ 3062298 h 3062298"/>
              <a:gd name="connsiteX5" fmla="*/ 883104 w 4357233"/>
              <a:gd name="connsiteY5" fmla="*/ 2542700 h 3062298"/>
              <a:gd name="connsiteX6" fmla="*/ 239350 w 4357233"/>
              <a:gd name="connsiteY6" fmla="*/ 2542700 h 306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57233" h="3062298">
                <a:moveTo>
                  <a:pt x="0" y="0"/>
                </a:moveTo>
                <a:lnTo>
                  <a:pt x="4357233" y="0"/>
                </a:lnTo>
                <a:lnTo>
                  <a:pt x="4061717" y="2542701"/>
                </a:lnTo>
                <a:lnTo>
                  <a:pt x="1670637" y="2542700"/>
                </a:lnTo>
                <a:lnTo>
                  <a:pt x="883104" y="3062298"/>
                </a:lnTo>
                <a:lnTo>
                  <a:pt x="883104" y="2542700"/>
                </a:lnTo>
                <a:lnTo>
                  <a:pt x="239350" y="2542700"/>
                </a:lnTo>
                <a:close/>
              </a:path>
            </a:pathLst>
          </a:custGeom>
          <a:solidFill>
            <a:srgbClr val="50BED7"/>
          </a:solidFill>
          <a:ln>
            <a:noFill/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1799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7" name="Textfeld 2">
            <a:extLst>
              <a:ext uri="{FF2B5EF4-FFF2-40B4-BE49-F238E27FC236}">
                <a16:creationId xmlns:a16="http://schemas.microsoft.com/office/drawing/2014/main" id="{51997959-81F4-4657-B02F-E5A3A0A860A5}"/>
              </a:ext>
            </a:extLst>
          </p:cNvPr>
          <p:cNvSpPr txBox="1"/>
          <p:nvPr/>
        </p:nvSpPr>
        <p:spPr>
          <a:xfrm>
            <a:off x="1083410" y="1421607"/>
            <a:ext cx="3250157" cy="738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2399"/>
              </a:spcBef>
            </a:pPr>
            <a:r>
              <a:rPr lang="en-US" sz="4798" dirty="0">
                <a:solidFill>
                  <a:srgbClr val="00646E"/>
                </a:solidFill>
                <a:ea typeface="Arial Unicode MS"/>
              </a:rPr>
              <a:t>Questions?</a:t>
            </a:r>
          </a:p>
        </p:txBody>
      </p:sp>
      <p:sp>
        <p:nvSpPr>
          <p:cNvPr id="89" name="Textfeld 2">
            <a:extLst>
              <a:ext uri="{FF2B5EF4-FFF2-40B4-BE49-F238E27FC236}">
                <a16:creationId xmlns:a16="http://schemas.microsoft.com/office/drawing/2014/main" id="{698F534C-48DA-4BBB-85C4-C92545AA254A}"/>
              </a:ext>
            </a:extLst>
          </p:cNvPr>
          <p:cNvSpPr txBox="1"/>
          <p:nvPr/>
        </p:nvSpPr>
        <p:spPr>
          <a:xfrm>
            <a:off x="4054474" y="3326897"/>
            <a:ext cx="3312825" cy="738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2399"/>
              </a:spcBef>
            </a:pPr>
            <a:r>
              <a:rPr lang="en-US" sz="4798" dirty="0">
                <a:solidFill>
                  <a:srgbClr val="FFFFFF"/>
                </a:solidFill>
                <a:ea typeface="Arial Unicode MS"/>
              </a:rPr>
              <a:t>Answers!</a:t>
            </a:r>
          </a:p>
        </p:txBody>
      </p:sp>
      <p:grpSp>
        <p:nvGrpSpPr>
          <p:cNvPr id="91" name="Gruppieren 134">
            <a:extLst>
              <a:ext uri="{FF2B5EF4-FFF2-40B4-BE49-F238E27FC236}">
                <a16:creationId xmlns:a16="http://schemas.microsoft.com/office/drawing/2014/main" id="{F7870ADA-0F45-4D51-ABFA-20146F7C5ED1}"/>
              </a:ext>
            </a:extLst>
          </p:cNvPr>
          <p:cNvGrpSpPr/>
          <p:nvPr/>
        </p:nvGrpSpPr>
        <p:grpSpPr bwMode="gray">
          <a:xfrm>
            <a:off x="5880089" y="4415959"/>
            <a:ext cx="6328151" cy="1960727"/>
            <a:chOff x="3846455" y="4452590"/>
            <a:chExt cx="6087317" cy="2155882"/>
          </a:xfrm>
        </p:grpSpPr>
        <p:sp>
          <p:nvSpPr>
            <p:cNvPr id="92" name="Rectangle 1622">
              <a:extLst>
                <a:ext uri="{FF2B5EF4-FFF2-40B4-BE49-F238E27FC236}">
                  <a16:creationId xmlns:a16="http://schemas.microsoft.com/office/drawing/2014/main" id="{19FEFF4B-52B3-4D6C-BC6C-306242A389D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846455" y="6343439"/>
              <a:ext cx="6087317" cy="265033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93" name="Rectangle 1623">
              <a:extLst>
                <a:ext uri="{FF2B5EF4-FFF2-40B4-BE49-F238E27FC236}">
                  <a16:creationId xmlns:a16="http://schemas.microsoft.com/office/drawing/2014/main" id="{5BF10F21-5E59-412A-97F0-62923CCF866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846455" y="6343439"/>
              <a:ext cx="6087317" cy="64099"/>
            </a:xfrm>
            <a:prstGeom prst="rect">
              <a:avLst/>
            </a:prstGeom>
            <a:solidFill>
              <a:srgbClr val="BECD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94" name="Freeform 1997">
              <a:extLst>
                <a:ext uri="{FF2B5EF4-FFF2-40B4-BE49-F238E27FC236}">
                  <a16:creationId xmlns:a16="http://schemas.microsoft.com/office/drawing/2014/main" id="{AFB89CD5-544B-4C8D-9BBF-6E6615A122BB}"/>
                </a:ext>
              </a:extLst>
            </p:cNvPr>
            <p:cNvSpPr>
              <a:spLocks/>
            </p:cNvSpPr>
            <p:nvPr/>
          </p:nvSpPr>
          <p:spPr bwMode="gray">
            <a:xfrm>
              <a:off x="8706101" y="5468223"/>
              <a:ext cx="166130" cy="26705"/>
            </a:xfrm>
            <a:custGeom>
              <a:avLst/>
              <a:gdLst>
                <a:gd name="T0" fmla="*/ 548 w 4846"/>
                <a:gd name="T1" fmla="*/ 0 h 779"/>
                <a:gd name="T2" fmla="*/ 0 w 4846"/>
                <a:gd name="T3" fmla="*/ 750 h 779"/>
                <a:gd name="T4" fmla="*/ 4846 w 4846"/>
                <a:gd name="T5" fmla="*/ 779 h 779"/>
                <a:gd name="T6" fmla="*/ 4846 w 4846"/>
                <a:gd name="T7" fmla="*/ 29 h 779"/>
                <a:gd name="T8" fmla="*/ 548 w 4846"/>
                <a:gd name="T9" fmla="*/ 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46" h="779">
                  <a:moveTo>
                    <a:pt x="548" y="0"/>
                  </a:moveTo>
                  <a:lnTo>
                    <a:pt x="0" y="750"/>
                  </a:lnTo>
                  <a:lnTo>
                    <a:pt x="4846" y="779"/>
                  </a:lnTo>
                  <a:lnTo>
                    <a:pt x="4846" y="29"/>
                  </a:lnTo>
                  <a:lnTo>
                    <a:pt x="548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95" name="Freeform 1998">
              <a:extLst>
                <a:ext uri="{FF2B5EF4-FFF2-40B4-BE49-F238E27FC236}">
                  <a16:creationId xmlns:a16="http://schemas.microsoft.com/office/drawing/2014/main" id="{F9237FAD-F468-47A4-A89D-69B28C9A395A}"/>
                </a:ext>
              </a:extLst>
            </p:cNvPr>
            <p:cNvSpPr>
              <a:spLocks/>
            </p:cNvSpPr>
            <p:nvPr/>
          </p:nvSpPr>
          <p:spPr bwMode="gray">
            <a:xfrm>
              <a:off x="8872231" y="5469219"/>
              <a:ext cx="27700" cy="25711"/>
            </a:xfrm>
            <a:custGeom>
              <a:avLst/>
              <a:gdLst>
                <a:gd name="T0" fmla="*/ 0 w 808"/>
                <a:gd name="T1" fmla="*/ 0 h 750"/>
                <a:gd name="T2" fmla="*/ 808 w 808"/>
                <a:gd name="T3" fmla="*/ 346 h 750"/>
                <a:gd name="T4" fmla="*/ 0 w 808"/>
                <a:gd name="T5" fmla="*/ 750 h 750"/>
                <a:gd name="T6" fmla="*/ 0 w 808"/>
                <a:gd name="T7" fmla="*/ 0 h 7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08" h="750">
                  <a:moveTo>
                    <a:pt x="0" y="0"/>
                  </a:moveTo>
                  <a:lnTo>
                    <a:pt x="808" y="346"/>
                  </a:lnTo>
                  <a:lnTo>
                    <a:pt x="0" y="7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96" name="Freeform 1999">
              <a:extLst>
                <a:ext uri="{FF2B5EF4-FFF2-40B4-BE49-F238E27FC236}">
                  <a16:creationId xmlns:a16="http://schemas.microsoft.com/office/drawing/2014/main" id="{C5CA0D76-FD54-4595-BD17-CA8FA01F95E7}"/>
                </a:ext>
              </a:extLst>
            </p:cNvPr>
            <p:cNvSpPr>
              <a:spLocks/>
            </p:cNvSpPr>
            <p:nvPr/>
          </p:nvSpPr>
          <p:spPr bwMode="gray">
            <a:xfrm>
              <a:off x="5741719" y="5774807"/>
              <a:ext cx="534933" cy="55365"/>
            </a:xfrm>
            <a:custGeom>
              <a:avLst/>
              <a:gdLst>
                <a:gd name="T0" fmla="*/ 485 w 541"/>
                <a:gd name="T1" fmla="*/ 0 h 56"/>
                <a:gd name="T2" fmla="*/ 56 w 541"/>
                <a:gd name="T3" fmla="*/ 0 h 56"/>
                <a:gd name="T4" fmla="*/ 0 w 541"/>
                <a:gd name="T5" fmla="*/ 56 h 56"/>
                <a:gd name="T6" fmla="*/ 541 w 541"/>
                <a:gd name="T7" fmla="*/ 56 h 56"/>
                <a:gd name="T8" fmla="*/ 485 w 541"/>
                <a:gd name="T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1" h="56">
                  <a:moveTo>
                    <a:pt x="485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541" y="56"/>
                    <a:pt x="541" y="56"/>
                    <a:pt x="541" y="56"/>
                  </a:cubicBezTo>
                  <a:cubicBezTo>
                    <a:pt x="541" y="25"/>
                    <a:pt x="516" y="0"/>
                    <a:pt x="485" y="0"/>
                  </a:cubicBez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97" name="Freeform 2000">
              <a:extLst>
                <a:ext uri="{FF2B5EF4-FFF2-40B4-BE49-F238E27FC236}">
                  <a16:creationId xmlns:a16="http://schemas.microsoft.com/office/drawing/2014/main" id="{09E0BBE6-47D3-4E6A-8E97-710320D50CD6}"/>
                </a:ext>
              </a:extLst>
            </p:cNvPr>
            <p:cNvSpPr>
              <a:spLocks/>
            </p:cNvSpPr>
            <p:nvPr/>
          </p:nvSpPr>
          <p:spPr bwMode="gray">
            <a:xfrm>
              <a:off x="5741719" y="5830171"/>
              <a:ext cx="534933" cy="37573"/>
            </a:xfrm>
            <a:custGeom>
              <a:avLst/>
              <a:gdLst>
                <a:gd name="T0" fmla="*/ 0 w 15604"/>
                <a:gd name="T1" fmla="*/ 0 h 1096"/>
                <a:gd name="T2" fmla="*/ 15604 w 15604"/>
                <a:gd name="T3" fmla="*/ 0 h 1096"/>
                <a:gd name="T4" fmla="*/ 15604 w 15604"/>
                <a:gd name="T5" fmla="*/ 1096 h 1096"/>
                <a:gd name="T6" fmla="*/ 0 w 15604"/>
                <a:gd name="T7" fmla="*/ 1096 h 1096"/>
                <a:gd name="T8" fmla="*/ 0 w 15604"/>
                <a:gd name="T9" fmla="*/ 0 h 1096"/>
                <a:gd name="T10" fmla="*/ 0 w 15604"/>
                <a:gd name="T11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604" h="1096">
                  <a:moveTo>
                    <a:pt x="0" y="0"/>
                  </a:moveTo>
                  <a:lnTo>
                    <a:pt x="15604" y="0"/>
                  </a:lnTo>
                  <a:lnTo>
                    <a:pt x="15604" y="1096"/>
                  </a:lnTo>
                  <a:lnTo>
                    <a:pt x="0" y="109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98" name="Freeform 2001">
              <a:extLst>
                <a:ext uri="{FF2B5EF4-FFF2-40B4-BE49-F238E27FC236}">
                  <a16:creationId xmlns:a16="http://schemas.microsoft.com/office/drawing/2014/main" id="{A2186172-B232-4DA9-9858-863D2C475394}"/>
                </a:ext>
              </a:extLst>
            </p:cNvPr>
            <p:cNvSpPr>
              <a:spLocks/>
            </p:cNvSpPr>
            <p:nvPr/>
          </p:nvSpPr>
          <p:spPr bwMode="gray">
            <a:xfrm>
              <a:off x="5756563" y="6115979"/>
              <a:ext cx="504285" cy="22763"/>
            </a:xfrm>
            <a:custGeom>
              <a:avLst/>
              <a:gdLst>
                <a:gd name="T0" fmla="*/ 0 w 14710"/>
                <a:gd name="T1" fmla="*/ 0 h 664"/>
                <a:gd name="T2" fmla="*/ 14710 w 14710"/>
                <a:gd name="T3" fmla="*/ 0 h 664"/>
                <a:gd name="T4" fmla="*/ 14710 w 14710"/>
                <a:gd name="T5" fmla="*/ 664 h 664"/>
                <a:gd name="T6" fmla="*/ 0 w 14710"/>
                <a:gd name="T7" fmla="*/ 664 h 664"/>
                <a:gd name="T8" fmla="*/ 0 w 14710"/>
                <a:gd name="T9" fmla="*/ 0 h 664"/>
                <a:gd name="T10" fmla="*/ 0 w 14710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710" h="664">
                  <a:moveTo>
                    <a:pt x="0" y="0"/>
                  </a:moveTo>
                  <a:lnTo>
                    <a:pt x="14710" y="0"/>
                  </a:lnTo>
                  <a:lnTo>
                    <a:pt x="14710" y="664"/>
                  </a:lnTo>
                  <a:lnTo>
                    <a:pt x="0" y="66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99" name="Freeform 2002">
              <a:extLst>
                <a:ext uri="{FF2B5EF4-FFF2-40B4-BE49-F238E27FC236}">
                  <a16:creationId xmlns:a16="http://schemas.microsoft.com/office/drawing/2014/main" id="{213A3F6F-40BF-4980-9C06-752CD7752723}"/>
                </a:ext>
              </a:extLst>
            </p:cNvPr>
            <p:cNvSpPr>
              <a:spLocks/>
            </p:cNvSpPr>
            <p:nvPr/>
          </p:nvSpPr>
          <p:spPr bwMode="gray">
            <a:xfrm>
              <a:off x="5741719" y="5455367"/>
              <a:ext cx="31642" cy="884129"/>
            </a:xfrm>
            <a:custGeom>
              <a:avLst/>
              <a:gdLst>
                <a:gd name="T0" fmla="*/ 0 w 923"/>
                <a:gd name="T1" fmla="*/ 0 h 25790"/>
                <a:gd name="T2" fmla="*/ 923 w 923"/>
                <a:gd name="T3" fmla="*/ 0 h 25790"/>
                <a:gd name="T4" fmla="*/ 923 w 923"/>
                <a:gd name="T5" fmla="*/ 25790 h 25790"/>
                <a:gd name="T6" fmla="*/ 0 w 923"/>
                <a:gd name="T7" fmla="*/ 25790 h 25790"/>
                <a:gd name="T8" fmla="*/ 0 w 923"/>
                <a:gd name="T9" fmla="*/ 0 h 25790"/>
                <a:gd name="T10" fmla="*/ 0 w 923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3" h="25790">
                  <a:moveTo>
                    <a:pt x="0" y="0"/>
                  </a:moveTo>
                  <a:lnTo>
                    <a:pt x="923" y="0"/>
                  </a:lnTo>
                  <a:lnTo>
                    <a:pt x="923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00" name="Freeform 2003">
              <a:extLst>
                <a:ext uri="{FF2B5EF4-FFF2-40B4-BE49-F238E27FC236}">
                  <a16:creationId xmlns:a16="http://schemas.microsoft.com/office/drawing/2014/main" id="{BD0EA405-48FF-40A6-BEED-535581D6052F}"/>
                </a:ext>
              </a:extLst>
            </p:cNvPr>
            <p:cNvSpPr>
              <a:spLocks/>
            </p:cNvSpPr>
            <p:nvPr/>
          </p:nvSpPr>
          <p:spPr bwMode="gray">
            <a:xfrm>
              <a:off x="6245010" y="5455367"/>
              <a:ext cx="31642" cy="884129"/>
            </a:xfrm>
            <a:custGeom>
              <a:avLst/>
              <a:gdLst>
                <a:gd name="T0" fmla="*/ 0 w 923"/>
                <a:gd name="T1" fmla="*/ 0 h 25790"/>
                <a:gd name="T2" fmla="*/ 923 w 923"/>
                <a:gd name="T3" fmla="*/ 0 h 25790"/>
                <a:gd name="T4" fmla="*/ 923 w 923"/>
                <a:gd name="T5" fmla="*/ 25790 h 25790"/>
                <a:gd name="T6" fmla="*/ 0 w 923"/>
                <a:gd name="T7" fmla="*/ 25790 h 25790"/>
                <a:gd name="T8" fmla="*/ 0 w 923"/>
                <a:gd name="T9" fmla="*/ 0 h 25790"/>
                <a:gd name="T10" fmla="*/ 0 w 923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3" h="25790">
                  <a:moveTo>
                    <a:pt x="0" y="0"/>
                  </a:moveTo>
                  <a:lnTo>
                    <a:pt x="923" y="0"/>
                  </a:lnTo>
                  <a:lnTo>
                    <a:pt x="923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01" name="Freeform 2004">
              <a:extLst>
                <a:ext uri="{FF2B5EF4-FFF2-40B4-BE49-F238E27FC236}">
                  <a16:creationId xmlns:a16="http://schemas.microsoft.com/office/drawing/2014/main" id="{14508009-0B52-4528-A1D1-71C75B124E8C}"/>
                </a:ext>
              </a:extLst>
            </p:cNvPr>
            <p:cNvSpPr>
              <a:spLocks/>
            </p:cNvSpPr>
            <p:nvPr/>
          </p:nvSpPr>
          <p:spPr bwMode="gray">
            <a:xfrm>
              <a:off x="5741719" y="5246696"/>
              <a:ext cx="534933" cy="208673"/>
            </a:xfrm>
            <a:custGeom>
              <a:avLst/>
              <a:gdLst>
                <a:gd name="T0" fmla="*/ 404 w 541"/>
                <a:gd name="T1" fmla="*/ 0 h 211"/>
                <a:gd name="T2" fmla="*/ 136 w 541"/>
                <a:gd name="T3" fmla="*/ 0 h 211"/>
                <a:gd name="T4" fmla="*/ 0 w 541"/>
                <a:gd name="T5" fmla="*/ 119 h 211"/>
                <a:gd name="T6" fmla="*/ 0 w 541"/>
                <a:gd name="T7" fmla="*/ 211 h 211"/>
                <a:gd name="T8" fmla="*/ 541 w 541"/>
                <a:gd name="T9" fmla="*/ 211 h 211"/>
                <a:gd name="T10" fmla="*/ 541 w 541"/>
                <a:gd name="T11" fmla="*/ 119 h 211"/>
                <a:gd name="T12" fmla="*/ 404 w 541"/>
                <a:gd name="T13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1" h="211">
                  <a:moveTo>
                    <a:pt x="404" y="0"/>
                  </a:moveTo>
                  <a:cubicBezTo>
                    <a:pt x="136" y="0"/>
                    <a:pt x="136" y="0"/>
                    <a:pt x="136" y="0"/>
                  </a:cubicBezTo>
                  <a:cubicBezTo>
                    <a:pt x="61" y="0"/>
                    <a:pt x="0" y="53"/>
                    <a:pt x="0" y="119"/>
                  </a:cubicBezTo>
                  <a:cubicBezTo>
                    <a:pt x="0" y="211"/>
                    <a:pt x="0" y="211"/>
                    <a:pt x="0" y="211"/>
                  </a:cubicBezTo>
                  <a:cubicBezTo>
                    <a:pt x="541" y="211"/>
                    <a:pt x="541" y="211"/>
                    <a:pt x="541" y="211"/>
                  </a:cubicBezTo>
                  <a:cubicBezTo>
                    <a:pt x="541" y="119"/>
                    <a:pt x="541" y="119"/>
                    <a:pt x="541" y="119"/>
                  </a:cubicBezTo>
                  <a:cubicBezTo>
                    <a:pt x="541" y="53"/>
                    <a:pt x="479" y="0"/>
                    <a:pt x="404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02" name="Freeform 2005">
              <a:extLst>
                <a:ext uri="{FF2B5EF4-FFF2-40B4-BE49-F238E27FC236}">
                  <a16:creationId xmlns:a16="http://schemas.microsoft.com/office/drawing/2014/main" id="{08623B0E-46F3-436D-A676-E16050E82FF5}"/>
                </a:ext>
              </a:extLst>
            </p:cNvPr>
            <p:cNvSpPr>
              <a:spLocks/>
            </p:cNvSpPr>
            <p:nvPr/>
          </p:nvSpPr>
          <p:spPr bwMode="gray">
            <a:xfrm>
              <a:off x="5903872" y="4895649"/>
              <a:ext cx="209633" cy="477648"/>
            </a:xfrm>
            <a:custGeom>
              <a:avLst/>
              <a:gdLst>
                <a:gd name="T0" fmla="*/ 0 w 6115"/>
                <a:gd name="T1" fmla="*/ 0 h 13933"/>
                <a:gd name="T2" fmla="*/ 0 w 6115"/>
                <a:gd name="T3" fmla="*/ 836 h 13933"/>
                <a:gd name="T4" fmla="*/ 1298 w 6115"/>
                <a:gd name="T5" fmla="*/ 7846 h 13933"/>
                <a:gd name="T6" fmla="*/ 2279 w 6115"/>
                <a:gd name="T7" fmla="*/ 11913 h 13933"/>
                <a:gd name="T8" fmla="*/ 3115 w 6115"/>
                <a:gd name="T9" fmla="*/ 13933 h 13933"/>
                <a:gd name="T10" fmla="*/ 4010 w 6115"/>
                <a:gd name="T11" fmla="*/ 12000 h 13933"/>
                <a:gd name="T12" fmla="*/ 6115 w 6115"/>
                <a:gd name="T13" fmla="*/ 778 h 13933"/>
                <a:gd name="T14" fmla="*/ 6115 w 6115"/>
                <a:gd name="T15" fmla="*/ 0 h 13933"/>
                <a:gd name="T16" fmla="*/ 0 w 6115"/>
                <a:gd name="T17" fmla="*/ 0 h 13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15" h="13933">
                  <a:moveTo>
                    <a:pt x="0" y="0"/>
                  </a:moveTo>
                  <a:lnTo>
                    <a:pt x="0" y="836"/>
                  </a:lnTo>
                  <a:lnTo>
                    <a:pt x="1298" y="7846"/>
                  </a:lnTo>
                  <a:lnTo>
                    <a:pt x="2279" y="11913"/>
                  </a:lnTo>
                  <a:lnTo>
                    <a:pt x="3115" y="13933"/>
                  </a:lnTo>
                  <a:lnTo>
                    <a:pt x="4010" y="12000"/>
                  </a:lnTo>
                  <a:lnTo>
                    <a:pt x="6115" y="778"/>
                  </a:lnTo>
                  <a:lnTo>
                    <a:pt x="611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03" name="Freeform 2006">
              <a:extLst>
                <a:ext uri="{FF2B5EF4-FFF2-40B4-BE49-F238E27FC236}">
                  <a16:creationId xmlns:a16="http://schemas.microsoft.com/office/drawing/2014/main" id="{957EA48C-D2BF-4D69-B561-98901335802A}"/>
                </a:ext>
              </a:extLst>
            </p:cNvPr>
            <p:cNvSpPr>
              <a:spLocks/>
            </p:cNvSpPr>
            <p:nvPr/>
          </p:nvSpPr>
          <p:spPr bwMode="gray">
            <a:xfrm>
              <a:off x="5831709" y="4456533"/>
              <a:ext cx="353000" cy="510320"/>
            </a:xfrm>
            <a:custGeom>
              <a:avLst/>
              <a:gdLst>
                <a:gd name="T0" fmla="*/ 354 w 357"/>
                <a:gd name="T1" fmla="*/ 248 h 516"/>
                <a:gd name="T2" fmla="*/ 329 w 357"/>
                <a:gd name="T3" fmla="*/ 312 h 516"/>
                <a:gd name="T4" fmla="*/ 315 w 357"/>
                <a:gd name="T5" fmla="*/ 322 h 516"/>
                <a:gd name="T6" fmla="*/ 302 w 357"/>
                <a:gd name="T7" fmla="*/ 322 h 516"/>
                <a:gd name="T8" fmla="*/ 289 w 357"/>
                <a:gd name="T9" fmla="*/ 377 h 516"/>
                <a:gd name="T10" fmla="*/ 272 w 357"/>
                <a:gd name="T11" fmla="*/ 386 h 516"/>
                <a:gd name="T12" fmla="*/ 271 w 357"/>
                <a:gd name="T13" fmla="*/ 452 h 516"/>
                <a:gd name="T14" fmla="*/ 189 w 357"/>
                <a:gd name="T15" fmla="*/ 516 h 516"/>
                <a:gd name="T16" fmla="*/ 168 w 357"/>
                <a:gd name="T17" fmla="*/ 516 h 516"/>
                <a:gd name="T18" fmla="*/ 85 w 357"/>
                <a:gd name="T19" fmla="*/ 453 h 516"/>
                <a:gd name="T20" fmla="*/ 84 w 357"/>
                <a:gd name="T21" fmla="*/ 386 h 516"/>
                <a:gd name="T22" fmla="*/ 68 w 357"/>
                <a:gd name="T23" fmla="*/ 377 h 516"/>
                <a:gd name="T24" fmla="*/ 55 w 357"/>
                <a:gd name="T25" fmla="*/ 322 h 516"/>
                <a:gd name="T26" fmla="*/ 42 w 357"/>
                <a:gd name="T27" fmla="*/ 322 h 516"/>
                <a:gd name="T28" fmla="*/ 27 w 357"/>
                <a:gd name="T29" fmla="*/ 312 h 516"/>
                <a:gd name="T30" fmla="*/ 3 w 357"/>
                <a:gd name="T31" fmla="*/ 248 h 516"/>
                <a:gd name="T32" fmla="*/ 11 w 357"/>
                <a:gd name="T33" fmla="*/ 229 h 516"/>
                <a:gd name="T34" fmla="*/ 39 w 357"/>
                <a:gd name="T35" fmla="*/ 244 h 516"/>
                <a:gd name="T36" fmla="*/ 32 w 357"/>
                <a:gd name="T37" fmla="*/ 150 h 516"/>
                <a:gd name="T38" fmla="*/ 45 w 357"/>
                <a:gd name="T39" fmla="*/ 46 h 516"/>
                <a:gd name="T40" fmla="*/ 138 w 357"/>
                <a:gd name="T41" fmla="*/ 0 h 516"/>
                <a:gd name="T42" fmla="*/ 218 w 357"/>
                <a:gd name="T43" fmla="*/ 0 h 516"/>
                <a:gd name="T44" fmla="*/ 313 w 357"/>
                <a:gd name="T45" fmla="*/ 49 h 516"/>
                <a:gd name="T46" fmla="*/ 330 w 357"/>
                <a:gd name="T47" fmla="*/ 150 h 516"/>
                <a:gd name="T48" fmla="*/ 321 w 357"/>
                <a:gd name="T49" fmla="*/ 240 h 516"/>
                <a:gd name="T50" fmla="*/ 345 w 357"/>
                <a:gd name="T51" fmla="*/ 229 h 516"/>
                <a:gd name="T52" fmla="*/ 354 w 357"/>
                <a:gd name="T53" fmla="*/ 248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57" h="516">
                  <a:moveTo>
                    <a:pt x="354" y="248"/>
                  </a:moveTo>
                  <a:cubicBezTo>
                    <a:pt x="329" y="312"/>
                    <a:pt x="329" y="312"/>
                    <a:pt x="329" y="312"/>
                  </a:cubicBezTo>
                  <a:cubicBezTo>
                    <a:pt x="326" y="318"/>
                    <a:pt x="321" y="322"/>
                    <a:pt x="315" y="322"/>
                  </a:cubicBezTo>
                  <a:cubicBezTo>
                    <a:pt x="302" y="322"/>
                    <a:pt x="302" y="322"/>
                    <a:pt x="302" y="322"/>
                  </a:cubicBezTo>
                  <a:cubicBezTo>
                    <a:pt x="289" y="377"/>
                    <a:pt x="289" y="377"/>
                    <a:pt x="289" y="377"/>
                  </a:cubicBezTo>
                  <a:cubicBezTo>
                    <a:pt x="272" y="386"/>
                    <a:pt x="272" y="386"/>
                    <a:pt x="272" y="386"/>
                  </a:cubicBezTo>
                  <a:cubicBezTo>
                    <a:pt x="271" y="452"/>
                    <a:pt x="271" y="452"/>
                    <a:pt x="271" y="452"/>
                  </a:cubicBezTo>
                  <a:cubicBezTo>
                    <a:pt x="189" y="516"/>
                    <a:pt x="189" y="516"/>
                    <a:pt x="189" y="516"/>
                  </a:cubicBezTo>
                  <a:cubicBezTo>
                    <a:pt x="168" y="516"/>
                    <a:pt x="168" y="516"/>
                    <a:pt x="168" y="51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84" y="397"/>
                    <a:pt x="84" y="386"/>
                    <a:pt x="84" y="386"/>
                  </a:cubicBezTo>
                  <a:cubicBezTo>
                    <a:pt x="68" y="377"/>
                    <a:pt x="68" y="377"/>
                    <a:pt x="68" y="377"/>
                  </a:cubicBezTo>
                  <a:cubicBezTo>
                    <a:pt x="55" y="322"/>
                    <a:pt x="55" y="322"/>
                    <a:pt x="55" y="322"/>
                  </a:cubicBezTo>
                  <a:cubicBezTo>
                    <a:pt x="42" y="322"/>
                    <a:pt x="42" y="322"/>
                    <a:pt x="42" y="322"/>
                  </a:cubicBezTo>
                  <a:cubicBezTo>
                    <a:pt x="36" y="322"/>
                    <a:pt x="30" y="318"/>
                    <a:pt x="27" y="312"/>
                  </a:cubicBezTo>
                  <a:cubicBezTo>
                    <a:pt x="3" y="248"/>
                    <a:pt x="3" y="248"/>
                    <a:pt x="3" y="248"/>
                  </a:cubicBezTo>
                  <a:cubicBezTo>
                    <a:pt x="0" y="241"/>
                    <a:pt x="4" y="233"/>
                    <a:pt x="11" y="229"/>
                  </a:cubicBezTo>
                  <a:cubicBezTo>
                    <a:pt x="29" y="219"/>
                    <a:pt x="39" y="244"/>
                    <a:pt x="39" y="244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313" y="49"/>
                    <a:pt x="313" y="49"/>
                    <a:pt x="313" y="49"/>
                  </a:cubicBezTo>
                  <a:cubicBezTo>
                    <a:pt x="330" y="150"/>
                    <a:pt x="330" y="150"/>
                    <a:pt x="330" y="150"/>
                  </a:cubicBezTo>
                  <a:cubicBezTo>
                    <a:pt x="321" y="240"/>
                    <a:pt x="321" y="240"/>
                    <a:pt x="321" y="240"/>
                  </a:cubicBezTo>
                  <a:cubicBezTo>
                    <a:pt x="323" y="230"/>
                    <a:pt x="336" y="225"/>
                    <a:pt x="345" y="229"/>
                  </a:cubicBezTo>
                  <a:cubicBezTo>
                    <a:pt x="353" y="232"/>
                    <a:pt x="357" y="241"/>
                    <a:pt x="354" y="248"/>
                  </a:cubicBez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04" name="Freeform 2007">
              <a:extLst>
                <a:ext uri="{FF2B5EF4-FFF2-40B4-BE49-F238E27FC236}">
                  <a16:creationId xmlns:a16="http://schemas.microsoft.com/office/drawing/2014/main" id="{7BD747D3-A1F4-421B-A3E0-70C15B784662}"/>
                </a:ext>
              </a:extLst>
            </p:cNvPr>
            <p:cNvSpPr>
              <a:spLocks/>
            </p:cNvSpPr>
            <p:nvPr/>
          </p:nvSpPr>
          <p:spPr bwMode="gray">
            <a:xfrm>
              <a:off x="5858415" y="4452590"/>
              <a:ext cx="299589" cy="264038"/>
            </a:xfrm>
            <a:custGeom>
              <a:avLst/>
              <a:gdLst>
                <a:gd name="T0" fmla="*/ 8739 w 8739"/>
                <a:gd name="T1" fmla="*/ 4471 h 7702"/>
                <a:gd name="T2" fmla="*/ 8479 w 8739"/>
                <a:gd name="T3" fmla="*/ 7039 h 7702"/>
                <a:gd name="T4" fmla="*/ 8364 w 8739"/>
                <a:gd name="T5" fmla="*/ 7702 h 7702"/>
                <a:gd name="T6" fmla="*/ 8364 w 8739"/>
                <a:gd name="T7" fmla="*/ 7702 h 7702"/>
                <a:gd name="T8" fmla="*/ 7210 w 8739"/>
                <a:gd name="T9" fmla="*/ 3260 h 7702"/>
                <a:gd name="T10" fmla="*/ 7528 w 8739"/>
                <a:gd name="T11" fmla="*/ 2250 h 7702"/>
                <a:gd name="T12" fmla="*/ 6287 w 8739"/>
                <a:gd name="T13" fmla="*/ 1500 h 7702"/>
                <a:gd name="T14" fmla="*/ 3720 w 8739"/>
                <a:gd name="T15" fmla="*/ 2510 h 7702"/>
                <a:gd name="T16" fmla="*/ 1846 w 8739"/>
                <a:gd name="T17" fmla="*/ 2481 h 7702"/>
                <a:gd name="T18" fmla="*/ 1067 w 8739"/>
                <a:gd name="T19" fmla="*/ 2394 h 7702"/>
                <a:gd name="T20" fmla="*/ 1500 w 8739"/>
                <a:gd name="T21" fmla="*/ 3404 h 7702"/>
                <a:gd name="T22" fmla="*/ 403 w 8739"/>
                <a:gd name="T23" fmla="*/ 7702 h 7702"/>
                <a:gd name="T24" fmla="*/ 403 w 8739"/>
                <a:gd name="T25" fmla="*/ 7702 h 7702"/>
                <a:gd name="T26" fmla="*/ 259 w 8739"/>
                <a:gd name="T27" fmla="*/ 7039 h 7702"/>
                <a:gd name="T28" fmla="*/ 0 w 8739"/>
                <a:gd name="T29" fmla="*/ 4471 h 7702"/>
                <a:gd name="T30" fmla="*/ 375 w 8739"/>
                <a:gd name="T31" fmla="*/ 1356 h 7702"/>
                <a:gd name="T32" fmla="*/ 3201 w 8739"/>
                <a:gd name="T33" fmla="*/ 0 h 7702"/>
                <a:gd name="T34" fmla="*/ 5538 w 8739"/>
                <a:gd name="T35" fmla="*/ 0 h 7702"/>
                <a:gd name="T36" fmla="*/ 8393 w 8739"/>
                <a:gd name="T37" fmla="*/ 1356 h 7702"/>
                <a:gd name="T38" fmla="*/ 8739 w 8739"/>
                <a:gd name="T39" fmla="*/ 4471 h 7702"/>
                <a:gd name="T40" fmla="*/ 8739 w 8739"/>
                <a:gd name="T41" fmla="*/ 4471 h 7702"/>
                <a:gd name="T42" fmla="*/ 8739 w 8739"/>
                <a:gd name="T43" fmla="*/ 4471 h 7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739" h="7702">
                  <a:moveTo>
                    <a:pt x="8739" y="4471"/>
                  </a:moveTo>
                  <a:lnTo>
                    <a:pt x="8479" y="7039"/>
                  </a:lnTo>
                  <a:lnTo>
                    <a:pt x="8364" y="7702"/>
                  </a:lnTo>
                  <a:lnTo>
                    <a:pt x="8364" y="7702"/>
                  </a:lnTo>
                  <a:lnTo>
                    <a:pt x="7210" y="3260"/>
                  </a:lnTo>
                  <a:lnTo>
                    <a:pt x="7528" y="2250"/>
                  </a:lnTo>
                  <a:lnTo>
                    <a:pt x="6287" y="1500"/>
                  </a:lnTo>
                  <a:lnTo>
                    <a:pt x="3720" y="2510"/>
                  </a:lnTo>
                  <a:lnTo>
                    <a:pt x="1846" y="2481"/>
                  </a:lnTo>
                  <a:lnTo>
                    <a:pt x="1067" y="2394"/>
                  </a:lnTo>
                  <a:lnTo>
                    <a:pt x="1500" y="3404"/>
                  </a:lnTo>
                  <a:lnTo>
                    <a:pt x="403" y="7702"/>
                  </a:lnTo>
                  <a:lnTo>
                    <a:pt x="403" y="7702"/>
                  </a:lnTo>
                  <a:lnTo>
                    <a:pt x="259" y="7039"/>
                  </a:lnTo>
                  <a:lnTo>
                    <a:pt x="0" y="4471"/>
                  </a:lnTo>
                  <a:lnTo>
                    <a:pt x="375" y="1356"/>
                  </a:lnTo>
                  <a:lnTo>
                    <a:pt x="3201" y="0"/>
                  </a:lnTo>
                  <a:lnTo>
                    <a:pt x="5538" y="0"/>
                  </a:lnTo>
                  <a:lnTo>
                    <a:pt x="8393" y="1356"/>
                  </a:lnTo>
                  <a:lnTo>
                    <a:pt x="8739" y="4471"/>
                  </a:lnTo>
                  <a:lnTo>
                    <a:pt x="8739" y="4471"/>
                  </a:lnTo>
                  <a:lnTo>
                    <a:pt x="8739" y="4471"/>
                  </a:lnTo>
                  <a:close/>
                </a:path>
              </a:pathLst>
            </a:custGeom>
            <a:solidFill>
              <a:srgbClr val="827F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05" name="Freeform 2008">
              <a:extLst>
                <a:ext uri="{FF2B5EF4-FFF2-40B4-BE49-F238E27FC236}">
                  <a16:creationId xmlns:a16="http://schemas.microsoft.com/office/drawing/2014/main" id="{3A2D19F2-AC3F-4E67-A7CB-F2848414C3F1}"/>
                </a:ext>
              </a:extLst>
            </p:cNvPr>
            <p:cNvSpPr>
              <a:spLocks/>
            </p:cNvSpPr>
            <p:nvPr/>
          </p:nvSpPr>
          <p:spPr bwMode="gray">
            <a:xfrm>
              <a:off x="6018579" y="4875867"/>
              <a:ext cx="81077" cy="111725"/>
            </a:xfrm>
            <a:custGeom>
              <a:avLst/>
              <a:gdLst>
                <a:gd name="T0" fmla="*/ 2365 w 2365"/>
                <a:gd name="T1" fmla="*/ 1269 h 3259"/>
                <a:gd name="T2" fmla="*/ 548 w 2365"/>
                <a:gd name="T3" fmla="*/ 3259 h 3259"/>
                <a:gd name="T4" fmla="*/ 0 w 2365"/>
                <a:gd name="T5" fmla="*/ 1846 h 3259"/>
                <a:gd name="T6" fmla="*/ 2365 w 2365"/>
                <a:gd name="T7" fmla="*/ 0 h 3259"/>
                <a:gd name="T8" fmla="*/ 2365 w 2365"/>
                <a:gd name="T9" fmla="*/ 1269 h 3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65" h="3259">
                  <a:moveTo>
                    <a:pt x="2365" y="1269"/>
                  </a:moveTo>
                  <a:lnTo>
                    <a:pt x="548" y="3259"/>
                  </a:lnTo>
                  <a:lnTo>
                    <a:pt x="0" y="1846"/>
                  </a:lnTo>
                  <a:lnTo>
                    <a:pt x="2365" y="0"/>
                  </a:lnTo>
                  <a:lnTo>
                    <a:pt x="2365" y="12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06" name="Freeform 2009">
              <a:extLst>
                <a:ext uri="{FF2B5EF4-FFF2-40B4-BE49-F238E27FC236}">
                  <a16:creationId xmlns:a16="http://schemas.microsoft.com/office/drawing/2014/main" id="{97B8DA8C-8CE5-4F4B-A326-5B42A712CF2A}"/>
                </a:ext>
              </a:extLst>
            </p:cNvPr>
            <p:cNvSpPr>
              <a:spLocks/>
            </p:cNvSpPr>
            <p:nvPr/>
          </p:nvSpPr>
          <p:spPr bwMode="gray">
            <a:xfrm>
              <a:off x="5956289" y="4939153"/>
              <a:ext cx="107782" cy="431163"/>
            </a:xfrm>
            <a:custGeom>
              <a:avLst/>
              <a:gdLst>
                <a:gd name="T0" fmla="*/ 3144 w 3144"/>
                <a:gd name="T1" fmla="*/ 8135 h 12577"/>
                <a:gd name="T2" fmla="*/ 1500 w 3144"/>
                <a:gd name="T3" fmla="*/ 12577 h 12577"/>
                <a:gd name="T4" fmla="*/ 0 w 3144"/>
                <a:gd name="T5" fmla="*/ 8135 h 12577"/>
                <a:gd name="T6" fmla="*/ 837 w 3144"/>
                <a:gd name="T7" fmla="*/ 2336 h 12577"/>
                <a:gd name="T8" fmla="*/ 635 w 3144"/>
                <a:gd name="T9" fmla="*/ 1413 h 12577"/>
                <a:gd name="T10" fmla="*/ 1183 w 3144"/>
                <a:gd name="T11" fmla="*/ 0 h 12577"/>
                <a:gd name="T12" fmla="*/ 1817 w 3144"/>
                <a:gd name="T13" fmla="*/ 0 h 12577"/>
                <a:gd name="T14" fmla="*/ 2365 w 3144"/>
                <a:gd name="T15" fmla="*/ 1413 h 12577"/>
                <a:gd name="T16" fmla="*/ 2163 w 3144"/>
                <a:gd name="T17" fmla="*/ 2336 h 12577"/>
                <a:gd name="T18" fmla="*/ 3144 w 3144"/>
                <a:gd name="T19" fmla="*/ 8135 h 12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44" h="12577">
                  <a:moveTo>
                    <a:pt x="3144" y="8135"/>
                  </a:moveTo>
                  <a:lnTo>
                    <a:pt x="1500" y="12577"/>
                  </a:lnTo>
                  <a:lnTo>
                    <a:pt x="0" y="8135"/>
                  </a:lnTo>
                  <a:lnTo>
                    <a:pt x="837" y="2336"/>
                  </a:lnTo>
                  <a:lnTo>
                    <a:pt x="635" y="1413"/>
                  </a:lnTo>
                  <a:lnTo>
                    <a:pt x="1183" y="0"/>
                  </a:lnTo>
                  <a:lnTo>
                    <a:pt x="1817" y="0"/>
                  </a:lnTo>
                  <a:lnTo>
                    <a:pt x="2365" y="1413"/>
                  </a:lnTo>
                  <a:lnTo>
                    <a:pt x="2163" y="2336"/>
                  </a:lnTo>
                  <a:lnTo>
                    <a:pt x="3144" y="8135"/>
                  </a:lnTo>
                  <a:close/>
                </a:path>
              </a:pathLst>
            </a:custGeom>
            <a:solidFill>
              <a:srgbClr val="41AA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07" name="Freeform 2010">
              <a:extLst>
                <a:ext uri="{FF2B5EF4-FFF2-40B4-BE49-F238E27FC236}">
                  <a16:creationId xmlns:a16="http://schemas.microsoft.com/office/drawing/2014/main" id="{2209C59C-C8AD-40B7-8916-23BC62BECED5}"/>
                </a:ext>
              </a:extLst>
            </p:cNvPr>
            <p:cNvSpPr>
              <a:spLocks/>
            </p:cNvSpPr>
            <p:nvPr/>
          </p:nvSpPr>
          <p:spPr bwMode="gray">
            <a:xfrm>
              <a:off x="5915768" y="4875867"/>
              <a:ext cx="81077" cy="111725"/>
            </a:xfrm>
            <a:custGeom>
              <a:avLst/>
              <a:gdLst>
                <a:gd name="T0" fmla="*/ 1817 w 2365"/>
                <a:gd name="T1" fmla="*/ 3259 h 3259"/>
                <a:gd name="T2" fmla="*/ 28 w 2365"/>
                <a:gd name="T3" fmla="*/ 1269 h 3259"/>
                <a:gd name="T4" fmla="*/ 0 w 2365"/>
                <a:gd name="T5" fmla="*/ 0 h 3259"/>
                <a:gd name="T6" fmla="*/ 2365 w 2365"/>
                <a:gd name="T7" fmla="*/ 1846 h 3259"/>
                <a:gd name="T8" fmla="*/ 1817 w 2365"/>
                <a:gd name="T9" fmla="*/ 3259 h 3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65" h="3259">
                  <a:moveTo>
                    <a:pt x="1817" y="3259"/>
                  </a:moveTo>
                  <a:lnTo>
                    <a:pt x="28" y="1269"/>
                  </a:lnTo>
                  <a:lnTo>
                    <a:pt x="0" y="0"/>
                  </a:lnTo>
                  <a:lnTo>
                    <a:pt x="2365" y="1846"/>
                  </a:lnTo>
                  <a:lnTo>
                    <a:pt x="1817" y="32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08" name="Freeform 2011">
              <a:extLst>
                <a:ext uri="{FF2B5EF4-FFF2-40B4-BE49-F238E27FC236}">
                  <a16:creationId xmlns:a16="http://schemas.microsoft.com/office/drawing/2014/main" id="{B887865F-D762-43D7-BBB2-C88A27E94156}"/>
                </a:ext>
              </a:extLst>
            </p:cNvPr>
            <p:cNvSpPr>
              <a:spLocks/>
            </p:cNvSpPr>
            <p:nvPr/>
          </p:nvSpPr>
          <p:spPr bwMode="gray">
            <a:xfrm>
              <a:off x="5681417" y="4875867"/>
              <a:ext cx="651594" cy="829723"/>
            </a:xfrm>
            <a:custGeom>
              <a:avLst/>
              <a:gdLst>
                <a:gd name="T0" fmla="*/ 16152 w 19007"/>
                <a:gd name="T1" fmla="*/ 17943 h 24203"/>
                <a:gd name="T2" fmla="*/ 16123 w 19007"/>
                <a:gd name="T3" fmla="*/ 23510 h 24203"/>
                <a:gd name="T4" fmla="*/ 15661 w 19007"/>
                <a:gd name="T5" fmla="*/ 24203 h 24203"/>
                <a:gd name="T6" fmla="*/ 3374 w 19007"/>
                <a:gd name="T7" fmla="*/ 24203 h 24203"/>
                <a:gd name="T8" fmla="*/ 2913 w 19007"/>
                <a:gd name="T9" fmla="*/ 23510 h 24203"/>
                <a:gd name="T10" fmla="*/ 2884 w 19007"/>
                <a:gd name="T11" fmla="*/ 17885 h 24203"/>
                <a:gd name="T12" fmla="*/ 1211 w 19007"/>
                <a:gd name="T13" fmla="*/ 17077 h 24203"/>
                <a:gd name="T14" fmla="*/ 0 w 19007"/>
                <a:gd name="T15" fmla="*/ 14741 h 24203"/>
                <a:gd name="T16" fmla="*/ 432 w 19007"/>
                <a:gd name="T17" fmla="*/ 4644 h 24203"/>
                <a:gd name="T18" fmla="*/ 2048 w 19007"/>
                <a:gd name="T19" fmla="*/ 2279 h 24203"/>
                <a:gd name="T20" fmla="*/ 4701 w 19007"/>
                <a:gd name="T21" fmla="*/ 1096 h 24203"/>
                <a:gd name="T22" fmla="*/ 4730 w 19007"/>
                <a:gd name="T23" fmla="*/ 836 h 24203"/>
                <a:gd name="T24" fmla="*/ 6836 w 19007"/>
                <a:gd name="T25" fmla="*/ 0 h 24203"/>
                <a:gd name="T26" fmla="*/ 6864 w 19007"/>
                <a:gd name="T27" fmla="*/ 1269 h 24203"/>
                <a:gd name="T28" fmla="*/ 8191 w 19007"/>
                <a:gd name="T29" fmla="*/ 8740 h 24203"/>
                <a:gd name="T30" fmla="*/ 9518 w 19007"/>
                <a:gd name="T31" fmla="*/ 14423 h 24203"/>
                <a:gd name="T32" fmla="*/ 10874 w 19007"/>
                <a:gd name="T33" fmla="*/ 8740 h 24203"/>
                <a:gd name="T34" fmla="*/ 10874 w 19007"/>
                <a:gd name="T35" fmla="*/ 8711 h 24203"/>
                <a:gd name="T36" fmla="*/ 12172 w 19007"/>
                <a:gd name="T37" fmla="*/ 1269 h 24203"/>
                <a:gd name="T38" fmla="*/ 12200 w 19007"/>
                <a:gd name="T39" fmla="*/ 0 h 24203"/>
                <a:gd name="T40" fmla="*/ 14335 w 19007"/>
                <a:gd name="T41" fmla="*/ 836 h 24203"/>
                <a:gd name="T42" fmla="*/ 14364 w 19007"/>
                <a:gd name="T43" fmla="*/ 1096 h 24203"/>
                <a:gd name="T44" fmla="*/ 16988 w 19007"/>
                <a:gd name="T45" fmla="*/ 2279 h 24203"/>
                <a:gd name="T46" fmla="*/ 18575 w 19007"/>
                <a:gd name="T47" fmla="*/ 4644 h 24203"/>
                <a:gd name="T48" fmla="*/ 19007 w 19007"/>
                <a:gd name="T49" fmla="*/ 14741 h 24203"/>
                <a:gd name="T50" fmla="*/ 17854 w 19007"/>
                <a:gd name="T51" fmla="*/ 17077 h 24203"/>
                <a:gd name="T52" fmla="*/ 16152 w 19007"/>
                <a:gd name="T53" fmla="*/ 17943 h 24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007" h="24203">
                  <a:moveTo>
                    <a:pt x="16152" y="17943"/>
                  </a:moveTo>
                  <a:lnTo>
                    <a:pt x="16123" y="23510"/>
                  </a:lnTo>
                  <a:lnTo>
                    <a:pt x="15661" y="24203"/>
                  </a:lnTo>
                  <a:lnTo>
                    <a:pt x="3374" y="24203"/>
                  </a:lnTo>
                  <a:lnTo>
                    <a:pt x="2913" y="23510"/>
                  </a:lnTo>
                  <a:lnTo>
                    <a:pt x="2884" y="17885"/>
                  </a:lnTo>
                  <a:lnTo>
                    <a:pt x="1211" y="17077"/>
                  </a:lnTo>
                  <a:lnTo>
                    <a:pt x="0" y="14741"/>
                  </a:lnTo>
                  <a:lnTo>
                    <a:pt x="432" y="4644"/>
                  </a:lnTo>
                  <a:lnTo>
                    <a:pt x="2048" y="2279"/>
                  </a:lnTo>
                  <a:lnTo>
                    <a:pt x="4701" y="1096"/>
                  </a:lnTo>
                  <a:lnTo>
                    <a:pt x="4730" y="836"/>
                  </a:lnTo>
                  <a:lnTo>
                    <a:pt x="6836" y="0"/>
                  </a:lnTo>
                  <a:lnTo>
                    <a:pt x="6864" y="1269"/>
                  </a:lnTo>
                  <a:lnTo>
                    <a:pt x="8191" y="8740"/>
                  </a:lnTo>
                  <a:lnTo>
                    <a:pt x="9518" y="14423"/>
                  </a:lnTo>
                  <a:lnTo>
                    <a:pt x="10874" y="8740"/>
                  </a:lnTo>
                  <a:lnTo>
                    <a:pt x="10874" y="8711"/>
                  </a:lnTo>
                  <a:lnTo>
                    <a:pt x="12172" y="1269"/>
                  </a:lnTo>
                  <a:lnTo>
                    <a:pt x="12200" y="0"/>
                  </a:lnTo>
                  <a:lnTo>
                    <a:pt x="14335" y="836"/>
                  </a:lnTo>
                  <a:lnTo>
                    <a:pt x="14364" y="1096"/>
                  </a:lnTo>
                  <a:lnTo>
                    <a:pt x="16988" y="2279"/>
                  </a:lnTo>
                  <a:lnTo>
                    <a:pt x="18575" y="4644"/>
                  </a:lnTo>
                  <a:lnTo>
                    <a:pt x="19007" y="14741"/>
                  </a:lnTo>
                  <a:lnTo>
                    <a:pt x="17854" y="17077"/>
                  </a:lnTo>
                  <a:lnTo>
                    <a:pt x="16152" y="17943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09" name="Line 2012">
              <a:extLst>
                <a:ext uri="{FF2B5EF4-FFF2-40B4-BE49-F238E27FC236}">
                  <a16:creationId xmlns:a16="http://schemas.microsoft.com/office/drawing/2014/main" id="{27C9BE56-84DF-4B90-8302-C2F182D19EB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795130" y="5491946"/>
              <a:ext cx="0" cy="0"/>
            </a:xfrm>
            <a:prstGeom prst="line">
              <a:avLst/>
            </a:prstGeom>
            <a:noFill/>
            <a:ln w="59531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10" name="Freeform 2013">
              <a:extLst>
                <a:ext uri="{FF2B5EF4-FFF2-40B4-BE49-F238E27FC236}">
                  <a16:creationId xmlns:a16="http://schemas.microsoft.com/office/drawing/2014/main" id="{40057AD7-F5CB-42BF-BD30-B781D8E862BF}"/>
                </a:ext>
              </a:extLst>
            </p:cNvPr>
            <p:cNvSpPr>
              <a:spLocks/>
            </p:cNvSpPr>
            <p:nvPr/>
          </p:nvSpPr>
          <p:spPr bwMode="gray">
            <a:xfrm>
              <a:off x="5784228" y="5577994"/>
              <a:ext cx="446932" cy="196812"/>
            </a:xfrm>
            <a:custGeom>
              <a:avLst/>
              <a:gdLst>
                <a:gd name="T0" fmla="*/ 429 w 452"/>
                <a:gd name="T1" fmla="*/ 199 h 199"/>
                <a:gd name="T2" fmla="*/ 23 w 452"/>
                <a:gd name="T3" fmla="*/ 199 h 199"/>
                <a:gd name="T4" fmla="*/ 0 w 452"/>
                <a:gd name="T5" fmla="*/ 176 h 199"/>
                <a:gd name="T6" fmla="*/ 0 w 452"/>
                <a:gd name="T7" fmla="*/ 0 h 199"/>
                <a:gd name="T8" fmla="*/ 452 w 452"/>
                <a:gd name="T9" fmla="*/ 0 h 199"/>
                <a:gd name="T10" fmla="*/ 452 w 452"/>
                <a:gd name="T11" fmla="*/ 176 h 199"/>
                <a:gd name="T12" fmla="*/ 429 w 452"/>
                <a:gd name="T13" fmla="*/ 19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2" h="199">
                  <a:moveTo>
                    <a:pt x="429" y="199"/>
                  </a:moveTo>
                  <a:cubicBezTo>
                    <a:pt x="23" y="199"/>
                    <a:pt x="23" y="199"/>
                    <a:pt x="23" y="199"/>
                  </a:cubicBezTo>
                  <a:cubicBezTo>
                    <a:pt x="14" y="190"/>
                    <a:pt x="9" y="185"/>
                    <a:pt x="0" y="17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2" y="0"/>
                    <a:pt x="452" y="0"/>
                    <a:pt x="452" y="0"/>
                  </a:cubicBezTo>
                  <a:cubicBezTo>
                    <a:pt x="452" y="176"/>
                    <a:pt x="452" y="176"/>
                    <a:pt x="452" y="176"/>
                  </a:cubicBezTo>
                  <a:cubicBezTo>
                    <a:pt x="443" y="185"/>
                    <a:pt x="438" y="190"/>
                    <a:pt x="429" y="199"/>
                  </a:cubicBez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11" name="Freeform 2014">
              <a:extLst>
                <a:ext uri="{FF2B5EF4-FFF2-40B4-BE49-F238E27FC236}">
                  <a16:creationId xmlns:a16="http://schemas.microsoft.com/office/drawing/2014/main" id="{1EC2DCAC-7F2F-478E-966A-4AA9DDC8A12E}"/>
                </a:ext>
              </a:extLst>
            </p:cNvPr>
            <p:cNvSpPr>
              <a:spLocks/>
            </p:cNvSpPr>
            <p:nvPr/>
          </p:nvSpPr>
          <p:spPr bwMode="gray">
            <a:xfrm>
              <a:off x="5797084" y="5609636"/>
              <a:ext cx="189853" cy="729860"/>
            </a:xfrm>
            <a:custGeom>
              <a:avLst/>
              <a:gdLst>
                <a:gd name="T0" fmla="*/ 0 w 192"/>
                <a:gd name="T1" fmla="*/ 47 h 738"/>
                <a:gd name="T2" fmla="*/ 0 w 192"/>
                <a:gd name="T3" fmla="*/ 95 h 738"/>
                <a:gd name="T4" fmla="*/ 0 w 192"/>
                <a:gd name="T5" fmla="*/ 98 h 738"/>
                <a:gd name="T6" fmla="*/ 61 w 192"/>
                <a:gd name="T7" fmla="*/ 738 h 738"/>
                <a:gd name="T8" fmla="*/ 192 w 192"/>
                <a:gd name="T9" fmla="*/ 738 h 738"/>
                <a:gd name="T10" fmla="*/ 192 w 192"/>
                <a:gd name="T11" fmla="*/ 37 h 738"/>
                <a:gd name="T12" fmla="*/ 155 w 192"/>
                <a:gd name="T13" fmla="*/ 0 h 738"/>
                <a:gd name="T14" fmla="*/ 47 w 192"/>
                <a:gd name="T15" fmla="*/ 0 h 738"/>
                <a:gd name="T16" fmla="*/ 0 w 192"/>
                <a:gd name="T17" fmla="*/ 47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738">
                  <a:moveTo>
                    <a:pt x="0" y="47"/>
                  </a:move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0" y="97"/>
                    <a:pt x="0" y="98"/>
                  </a:cubicBezTo>
                  <a:cubicBezTo>
                    <a:pt x="61" y="738"/>
                    <a:pt x="61" y="738"/>
                    <a:pt x="61" y="738"/>
                  </a:cubicBezTo>
                  <a:cubicBezTo>
                    <a:pt x="192" y="738"/>
                    <a:pt x="192" y="738"/>
                    <a:pt x="192" y="738"/>
                  </a:cubicBezTo>
                  <a:cubicBezTo>
                    <a:pt x="192" y="37"/>
                    <a:pt x="192" y="37"/>
                    <a:pt x="192" y="37"/>
                  </a:cubicBezTo>
                  <a:cubicBezTo>
                    <a:pt x="177" y="23"/>
                    <a:pt x="169" y="14"/>
                    <a:pt x="155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28" y="18"/>
                    <a:pt x="18" y="28"/>
                    <a:pt x="0" y="47"/>
                  </a:cubicBez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12" name="Freeform 2015">
              <a:extLst>
                <a:ext uri="{FF2B5EF4-FFF2-40B4-BE49-F238E27FC236}">
                  <a16:creationId xmlns:a16="http://schemas.microsoft.com/office/drawing/2014/main" id="{1A3DF324-AA09-462D-8557-931EBEAE4417}"/>
                </a:ext>
              </a:extLst>
            </p:cNvPr>
            <p:cNvSpPr>
              <a:spLocks/>
            </p:cNvSpPr>
            <p:nvPr/>
          </p:nvSpPr>
          <p:spPr bwMode="gray">
            <a:xfrm>
              <a:off x="6026497" y="5609636"/>
              <a:ext cx="191806" cy="729860"/>
            </a:xfrm>
            <a:custGeom>
              <a:avLst/>
              <a:gdLst>
                <a:gd name="T0" fmla="*/ 0 w 194"/>
                <a:gd name="T1" fmla="*/ 35 h 738"/>
                <a:gd name="T2" fmla="*/ 0 w 194"/>
                <a:gd name="T3" fmla="*/ 738 h 738"/>
                <a:gd name="T4" fmla="*/ 131 w 194"/>
                <a:gd name="T5" fmla="*/ 738 h 738"/>
                <a:gd name="T6" fmla="*/ 194 w 194"/>
                <a:gd name="T7" fmla="*/ 98 h 738"/>
                <a:gd name="T8" fmla="*/ 194 w 194"/>
                <a:gd name="T9" fmla="*/ 95 h 738"/>
                <a:gd name="T10" fmla="*/ 194 w 194"/>
                <a:gd name="T11" fmla="*/ 45 h 738"/>
                <a:gd name="T12" fmla="*/ 149 w 194"/>
                <a:gd name="T13" fmla="*/ 0 h 738"/>
                <a:gd name="T14" fmla="*/ 35 w 194"/>
                <a:gd name="T15" fmla="*/ 0 h 738"/>
                <a:gd name="T16" fmla="*/ 0 w 194"/>
                <a:gd name="T17" fmla="*/ 35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4" h="738">
                  <a:moveTo>
                    <a:pt x="0" y="35"/>
                  </a:moveTo>
                  <a:cubicBezTo>
                    <a:pt x="0" y="738"/>
                    <a:pt x="0" y="738"/>
                    <a:pt x="0" y="738"/>
                  </a:cubicBezTo>
                  <a:cubicBezTo>
                    <a:pt x="131" y="738"/>
                    <a:pt x="131" y="738"/>
                    <a:pt x="131" y="738"/>
                  </a:cubicBezTo>
                  <a:cubicBezTo>
                    <a:pt x="194" y="98"/>
                    <a:pt x="194" y="98"/>
                    <a:pt x="194" y="98"/>
                  </a:cubicBezTo>
                  <a:cubicBezTo>
                    <a:pt x="194" y="97"/>
                    <a:pt x="194" y="96"/>
                    <a:pt x="194" y="95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77" y="27"/>
                    <a:pt x="167" y="17"/>
                    <a:pt x="149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1" y="14"/>
                    <a:pt x="13" y="21"/>
                    <a:pt x="0" y="35"/>
                  </a:cubicBez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13" name="Freeform 2016">
              <a:extLst>
                <a:ext uri="{FF2B5EF4-FFF2-40B4-BE49-F238E27FC236}">
                  <a16:creationId xmlns:a16="http://schemas.microsoft.com/office/drawing/2014/main" id="{2041F163-2C26-4D20-B544-91961625ACFD}"/>
                </a:ext>
              </a:extLst>
            </p:cNvPr>
            <p:cNvSpPr>
              <a:spLocks/>
            </p:cNvSpPr>
            <p:nvPr/>
          </p:nvSpPr>
          <p:spPr bwMode="gray">
            <a:xfrm>
              <a:off x="6029446" y="6255436"/>
              <a:ext cx="174049" cy="84058"/>
            </a:xfrm>
            <a:custGeom>
              <a:avLst/>
              <a:gdLst>
                <a:gd name="T0" fmla="*/ 5077 w 5077"/>
                <a:gd name="T1" fmla="*/ 2452 h 2452"/>
                <a:gd name="T2" fmla="*/ 0 w 5077"/>
                <a:gd name="T3" fmla="*/ 2452 h 2452"/>
                <a:gd name="T4" fmla="*/ 0 w 5077"/>
                <a:gd name="T5" fmla="*/ 2336 h 2452"/>
                <a:gd name="T6" fmla="*/ 895 w 5077"/>
                <a:gd name="T7" fmla="*/ 0 h 2452"/>
                <a:gd name="T8" fmla="*/ 3952 w 5077"/>
                <a:gd name="T9" fmla="*/ 0 h 2452"/>
                <a:gd name="T10" fmla="*/ 5077 w 5077"/>
                <a:gd name="T11" fmla="*/ 2452 h 2452"/>
                <a:gd name="T12" fmla="*/ 5077 w 5077"/>
                <a:gd name="T13" fmla="*/ 2452 h 2452"/>
                <a:gd name="T14" fmla="*/ 5077 w 5077"/>
                <a:gd name="T15" fmla="*/ 2452 h 2452"/>
                <a:gd name="T16" fmla="*/ 5077 w 5077"/>
                <a:gd name="T17" fmla="*/ 2452 h 2452"/>
                <a:gd name="T18" fmla="*/ 5077 w 5077"/>
                <a:gd name="T19" fmla="*/ 2452 h 2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77" h="2452">
                  <a:moveTo>
                    <a:pt x="5077" y="2452"/>
                  </a:moveTo>
                  <a:lnTo>
                    <a:pt x="0" y="2452"/>
                  </a:lnTo>
                  <a:lnTo>
                    <a:pt x="0" y="2336"/>
                  </a:lnTo>
                  <a:lnTo>
                    <a:pt x="895" y="0"/>
                  </a:lnTo>
                  <a:lnTo>
                    <a:pt x="3952" y="0"/>
                  </a:lnTo>
                  <a:lnTo>
                    <a:pt x="5077" y="2452"/>
                  </a:lnTo>
                  <a:lnTo>
                    <a:pt x="5077" y="2452"/>
                  </a:lnTo>
                  <a:lnTo>
                    <a:pt x="5077" y="2452"/>
                  </a:lnTo>
                  <a:lnTo>
                    <a:pt x="5077" y="2452"/>
                  </a:lnTo>
                  <a:lnTo>
                    <a:pt x="5077" y="2452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14" name="Freeform 2017">
              <a:extLst>
                <a:ext uri="{FF2B5EF4-FFF2-40B4-BE49-F238E27FC236}">
                  <a16:creationId xmlns:a16="http://schemas.microsoft.com/office/drawing/2014/main" id="{D1B538EB-3853-41E3-8672-F456E0CE5E83}"/>
                </a:ext>
              </a:extLst>
            </p:cNvPr>
            <p:cNvSpPr>
              <a:spLocks/>
            </p:cNvSpPr>
            <p:nvPr/>
          </p:nvSpPr>
          <p:spPr bwMode="gray">
            <a:xfrm>
              <a:off x="5810934" y="6255436"/>
              <a:ext cx="173054" cy="84058"/>
            </a:xfrm>
            <a:custGeom>
              <a:avLst/>
              <a:gdLst>
                <a:gd name="T0" fmla="*/ 5048 w 5048"/>
                <a:gd name="T1" fmla="*/ 2336 h 2452"/>
                <a:gd name="T2" fmla="*/ 5048 w 5048"/>
                <a:gd name="T3" fmla="*/ 2452 h 2452"/>
                <a:gd name="T4" fmla="*/ 0 w 5048"/>
                <a:gd name="T5" fmla="*/ 2452 h 2452"/>
                <a:gd name="T6" fmla="*/ 1096 w 5048"/>
                <a:gd name="T7" fmla="*/ 0 h 2452"/>
                <a:gd name="T8" fmla="*/ 4182 w 5048"/>
                <a:gd name="T9" fmla="*/ 0 h 2452"/>
                <a:gd name="T10" fmla="*/ 5048 w 5048"/>
                <a:gd name="T11" fmla="*/ 2336 h 2452"/>
                <a:gd name="T12" fmla="*/ 5048 w 5048"/>
                <a:gd name="T13" fmla="*/ 2336 h 2452"/>
                <a:gd name="T14" fmla="*/ 5048 w 5048"/>
                <a:gd name="T15" fmla="*/ 2336 h 2452"/>
                <a:gd name="T16" fmla="*/ 5048 w 5048"/>
                <a:gd name="T17" fmla="*/ 2336 h 2452"/>
                <a:gd name="T18" fmla="*/ 5048 w 5048"/>
                <a:gd name="T19" fmla="*/ 2336 h 2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48" h="2452">
                  <a:moveTo>
                    <a:pt x="5048" y="2336"/>
                  </a:moveTo>
                  <a:lnTo>
                    <a:pt x="5048" y="2452"/>
                  </a:lnTo>
                  <a:lnTo>
                    <a:pt x="0" y="2452"/>
                  </a:lnTo>
                  <a:lnTo>
                    <a:pt x="1096" y="0"/>
                  </a:lnTo>
                  <a:lnTo>
                    <a:pt x="4182" y="0"/>
                  </a:lnTo>
                  <a:lnTo>
                    <a:pt x="5048" y="2336"/>
                  </a:lnTo>
                  <a:lnTo>
                    <a:pt x="5048" y="2336"/>
                  </a:lnTo>
                  <a:lnTo>
                    <a:pt x="5048" y="2336"/>
                  </a:lnTo>
                  <a:lnTo>
                    <a:pt x="5048" y="2336"/>
                  </a:lnTo>
                  <a:lnTo>
                    <a:pt x="5048" y="2336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15" name="Freeform 2018">
              <a:extLst>
                <a:ext uri="{FF2B5EF4-FFF2-40B4-BE49-F238E27FC236}">
                  <a16:creationId xmlns:a16="http://schemas.microsoft.com/office/drawing/2014/main" id="{FFC6A90F-64EE-443F-948F-E2351524EC65}"/>
                </a:ext>
              </a:extLst>
            </p:cNvPr>
            <p:cNvSpPr>
              <a:spLocks/>
            </p:cNvSpPr>
            <p:nvPr/>
          </p:nvSpPr>
          <p:spPr bwMode="gray">
            <a:xfrm>
              <a:off x="6212375" y="5152762"/>
              <a:ext cx="29688" cy="368873"/>
            </a:xfrm>
            <a:custGeom>
              <a:avLst/>
              <a:gdLst>
                <a:gd name="T0" fmla="*/ 606 w 866"/>
                <a:gd name="T1" fmla="*/ 10760 h 10760"/>
                <a:gd name="T2" fmla="*/ 375 w 866"/>
                <a:gd name="T3" fmla="*/ 6779 h 10760"/>
                <a:gd name="T4" fmla="*/ 866 w 866"/>
                <a:gd name="T5" fmla="*/ 29 h 10760"/>
                <a:gd name="T6" fmla="*/ 491 w 866"/>
                <a:gd name="T7" fmla="*/ 0 h 10760"/>
                <a:gd name="T8" fmla="*/ 0 w 866"/>
                <a:gd name="T9" fmla="*/ 6779 h 10760"/>
                <a:gd name="T10" fmla="*/ 145 w 866"/>
                <a:gd name="T11" fmla="*/ 10760 h 10760"/>
                <a:gd name="T12" fmla="*/ 606 w 866"/>
                <a:gd name="T13" fmla="*/ 10760 h 10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66" h="10760">
                  <a:moveTo>
                    <a:pt x="606" y="10760"/>
                  </a:moveTo>
                  <a:lnTo>
                    <a:pt x="375" y="6779"/>
                  </a:lnTo>
                  <a:lnTo>
                    <a:pt x="866" y="29"/>
                  </a:lnTo>
                  <a:lnTo>
                    <a:pt x="491" y="0"/>
                  </a:lnTo>
                  <a:lnTo>
                    <a:pt x="0" y="6779"/>
                  </a:lnTo>
                  <a:lnTo>
                    <a:pt x="145" y="10760"/>
                  </a:lnTo>
                  <a:lnTo>
                    <a:pt x="606" y="1076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16" name="Freeform 2019">
              <a:extLst>
                <a:ext uri="{FF2B5EF4-FFF2-40B4-BE49-F238E27FC236}">
                  <a16:creationId xmlns:a16="http://schemas.microsoft.com/office/drawing/2014/main" id="{BBB83026-9A9E-4DAA-9B3F-4A15255D785D}"/>
                </a:ext>
              </a:extLst>
            </p:cNvPr>
            <p:cNvSpPr>
              <a:spLocks/>
            </p:cNvSpPr>
            <p:nvPr/>
          </p:nvSpPr>
          <p:spPr bwMode="gray">
            <a:xfrm>
              <a:off x="5838633" y="4920366"/>
              <a:ext cx="339150" cy="601269"/>
            </a:xfrm>
            <a:custGeom>
              <a:avLst/>
              <a:gdLst>
                <a:gd name="T0" fmla="*/ 4759 w 9893"/>
                <a:gd name="T1" fmla="*/ 13154 h 17539"/>
                <a:gd name="T2" fmla="*/ 4759 w 9893"/>
                <a:gd name="T3" fmla="*/ 13154 h 17539"/>
                <a:gd name="T4" fmla="*/ 4759 w 9893"/>
                <a:gd name="T5" fmla="*/ 17539 h 17539"/>
                <a:gd name="T6" fmla="*/ 5163 w 9893"/>
                <a:gd name="T7" fmla="*/ 17539 h 17539"/>
                <a:gd name="T8" fmla="*/ 5163 w 9893"/>
                <a:gd name="T9" fmla="*/ 13125 h 17539"/>
                <a:gd name="T10" fmla="*/ 5134 w 9893"/>
                <a:gd name="T11" fmla="*/ 13125 h 17539"/>
                <a:gd name="T12" fmla="*/ 7874 w 9893"/>
                <a:gd name="T13" fmla="*/ 6548 h 17539"/>
                <a:gd name="T14" fmla="*/ 9893 w 9893"/>
                <a:gd name="T15" fmla="*/ 1154 h 17539"/>
                <a:gd name="T16" fmla="*/ 9431 w 9893"/>
                <a:gd name="T17" fmla="*/ 461 h 17539"/>
                <a:gd name="T18" fmla="*/ 9864 w 9893"/>
                <a:gd name="T19" fmla="*/ 375 h 17539"/>
                <a:gd name="T20" fmla="*/ 9806 w 9893"/>
                <a:gd name="T21" fmla="*/ 0 h 17539"/>
                <a:gd name="T22" fmla="*/ 8797 w 9893"/>
                <a:gd name="T23" fmla="*/ 144 h 17539"/>
                <a:gd name="T24" fmla="*/ 9460 w 9893"/>
                <a:gd name="T25" fmla="*/ 1182 h 17539"/>
                <a:gd name="T26" fmla="*/ 7528 w 9893"/>
                <a:gd name="T27" fmla="*/ 6433 h 17539"/>
                <a:gd name="T28" fmla="*/ 4961 w 9893"/>
                <a:gd name="T29" fmla="*/ 12606 h 17539"/>
                <a:gd name="T30" fmla="*/ 461 w 9893"/>
                <a:gd name="T31" fmla="*/ 1182 h 17539"/>
                <a:gd name="T32" fmla="*/ 1096 w 9893"/>
                <a:gd name="T33" fmla="*/ 144 h 17539"/>
                <a:gd name="T34" fmla="*/ 86 w 9893"/>
                <a:gd name="T35" fmla="*/ 0 h 17539"/>
                <a:gd name="T36" fmla="*/ 29 w 9893"/>
                <a:gd name="T37" fmla="*/ 375 h 17539"/>
                <a:gd name="T38" fmla="*/ 461 w 9893"/>
                <a:gd name="T39" fmla="*/ 461 h 17539"/>
                <a:gd name="T40" fmla="*/ 0 w 9893"/>
                <a:gd name="T41" fmla="*/ 1154 h 17539"/>
                <a:gd name="T42" fmla="*/ 4759 w 9893"/>
                <a:gd name="T43" fmla="*/ 13154 h 17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893" h="17539">
                  <a:moveTo>
                    <a:pt x="4759" y="13154"/>
                  </a:moveTo>
                  <a:lnTo>
                    <a:pt x="4759" y="13154"/>
                  </a:lnTo>
                  <a:lnTo>
                    <a:pt x="4759" y="17539"/>
                  </a:lnTo>
                  <a:lnTo>
                    <a:pt x="5163" y="17539"/>
                  </a:lnTo>
                  <a:lnTo>
                    <a:pt x="5163" y="13125"/>
                  </a:lnTo>
                  <a:lnTo>
                    <a:pt x="5134" y="13125"/>
                  </a:lnTo>
                  <a:lnTo>
                    <a:pt x="7874" y="6548"/>
                  </a:lnTo>
                  <a:lnTo>
                    <a:pt x="9893" y="1154"/>
                  </a:lnTo>
                  <a:lnTo>
                    <a:pt x="9431" y="461"/>
                  </a:lnTo>
                  <a:lnTo>
                    <a:pt x="9864" y="375"/>
                  </a:lnTo>
                  <a:lnTo>
                    <a:pt x="9806" y="0"/>
                  </a:lnTo>
                  <a:lnTo>
                    <a:pt x="8797" y="144"/>
                  </a:lnTo>
                  <a:lnTo>
                    <a:pt x="9460" y="1182"/>
                  </a:lnTo>
                  <a:lnTo>
                    <a:pt x="7528" y="6433"/>
                  </a:lnTo>
                  <a:lnTo>
                    <a:pt x="4961" y="12606"/>
                  </a:lnTo>
                  <a:lnTo>
                    <a:pt x="461" y="1182"/>
                  </a:lnTo>
                  <a:lnTo>
                    <a:pt x="1096" y="144"/>
                  </a:lnTo>
                  <a:lnTo>
                    <a:pt x="86" y="0"/>
                  </a:lnTo>
                  <a:lnTo>
                    <a:pt x="29" y="375"/>
                  </a:lnTo>
                  <a:lnTo>
                    <a:pt x="461" y="461"/>
                  </a:lnTo>
                  <a:lnTo>
                    <a:pt x="0" y="1154"/>
                  </a:lnTo>
                  <a:lnTo>
                    <a:pt x="4759" y="13154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17" name="Freeform 2020">
              <a:extLst>
                <a:ext uri="{FF2B5EF4-FFF2-40B4-BE49-F238E27FC236}">
                  <a16:creationId xmlns:a16="http://schemas.microsoft.com/office/drawing/2014/main" id="{081CE925-ABEE-472A-8B9F-4BA774149DE9}"/>
                </a:ext>
              </a:extLst>
            </p:cNvPr>
            <p:cNvSpPr>
              <a:spLocks/>
            </p:cNvSpPr>
            <p:nvPr/>
          </p:nvSpPr>
          <p:spPr bwMode="gray">
            <a:xfrm>
              <a:off x="5775349" y="5152762"/>
              <a:ext cx="29654" cy="368873"/>
            </a:xfrm>
            <a:custGeom>
              <a:avLst/>
              <a:gdLst>
                <a:gd name="T0" fmla="*/ 231 w 865"/>
                <a:gd name="T1" fmla="*/ 10760 h 10760"/>
                <a:gd name="T2" fmla="*/ 634 w 865"/>
                <a:gd name="T3" fmla="*/ 10760 h 10760"/>
                <a:gd name="T4" fmla="*/ 865 w 865"/>
                <a:gd name="T5" fmla="*/ 6779 h 10760"/>
                <a:gd name="T6" fmla="*/ 865 w 865"/>
                <a:gd name="T7" fmla="*/ 6779 h 10760"/>
                <a:gd name="T8" fmla="*/ 375 w 865"/>
                <a:gd name="T9" fmla="*/ 0 h 10760"/>
                <a:gd name="T10" fmla="*/ 0 w 865"/>
                <a:gd name="T11" fmla="*/ 29 h 10760"/>
                <a:gd name="T12" fmla="*/ 461 w 865"/>
                <a:gd name="T13" fmla="*/ 6779 h 10760"/>
                <a:gd name="T14" fmla="*/ 231 w 865"/>
                <a:gd name="T15" fmla="*/ 10760 h 10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5" h="10760">
                  <a:moveTo>
                    <a:pt x="231" y="10760"/>
                  </a:moveTo>
                  <a:lnTo>
                    <a:pt x="634" y="10760"/>
                  </a:lnTo>
                  <a:lnTo>
                    <a:pt x="865" y="6779"/>
                  </a:lnTo>
                  <a:lnTo>
                    <a:pt x="865" y="6779"/>
                  </a:lnTo>
                  <a:lnTo>
                    <a:pt x="375" y="0"/>
                  </a:lnTo>
                  <a:lnTo>
                    <a:pt x="0" y="29"/>
                  </a:lnTo>
                  <a:lnTo>
                    <a:pt x="461" y="6779"/>
                  </a:lnTo>
                  <a:lnTo>
                    <a:pt x="231" y="1076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18" name="Freeform 2021">
              <a:extLst>
                <a:ext uri="{FF2B5EF4-FFF2-40B4-BE49-F238E27FC236}">
                  <a16:creationId xmlns:a16="http://schemas.microsoft.com/office/drawing/2014/main" id="{1F130027-1652-461D-BC07-76204DAEBB31}"/>
                </a:ext>
              </a:extLst>
            </p:cNvPr>
            <p:cNvSpPr>
              <a:spLocks/>
            </p:cNvSpPr>
            <p:nvPr/>
          </p:nvSpPr>
          <p:spPr bwMode="gray">
            <a:xfrm>
              <a:off x="5777338" y="5340661"/>
              <a:ext cx="464725" cy="140419"/>
            </a:xfrm>
            <a:custGeom>
              <a:avLst/>
              <a:gdLst>
                <a:gd name="T0" fmla="*/ 13354 w 13556"/>
                <a:gd name="T1" fmla="*/ 0 h 4096"/>
                <a:gd name="T2" fmla="*/ 9922 w 13556"/>
                <a:gd name="T3" fmla="*/ 2538 h 4096"/>
                <a:gd name="T4" fmla="*/ 3691 w 13556"/>
                <a:gd name="T5" fmla="*/ 2538 h 4096"/>
                <a:gd name="T6" fmla="*/ 173 w 13556"/>
                <a:gd name="T7" fmla="*/ 0 h 4096"/>
                <a:gd name="T8" fmla="*/ 144 w 13556"/>
                <a:gd name="T9" fmla="*/ 606 h 4096"/>
                <a:gd name="T10" fmla="*/ 86 w 13556"/>
                <a:gd name="T11" fmla="*/ 1356 h 4096"/>
                <a:gd name="T12" fmla="*/ 0 w 13556"/>
                <a:gd name="T13" fmla="*/ 4096 h 4096"/>
                <a:gd name="T14" fmla="*/ 13556 w 13556"/>
                <a:gd name="T15" fmla="*/ 4067 h 4096"/>
                <a:gd name="T16" fmla="*/ 13412 w 13556"/>
                <a:gd name="T17" fmla="*/ 1327 h 4096"/>
                <a:gd name="T18" fmla="*/ 13354 w 13556"/>
                <a:gd name="T19" fmla="*/ 0 h 4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56" h="4096">
                  <a:moveTo>
                    <a:pt x="13354" y="0"/>
                  </a:moveTo>
                  <a:lnTo>
                    <a:pt x="9922" y="2538"/>
                  </a:lnTo>
                  <a:lnTo>
                    <a:pt x="3691" y="2538"/>
                  </a:lnTo>
                  <a:lnTo>
                    <a:pt x="173" y="0"/>
                  </a:lnTo>
                  <a:lnTo>
                    <a:pt x="144" y="606"/>
                  </a:lnTo>
                  <a:lnTo>
                    <a:pt x="86" y="1356"/>
                  </a:lnTo>
                  <a:lnTo>
                    <a:pt x="0" y="4096"/>
                  </a:lnTo>
                  <a:lnTo>
                    <a:pt x="13556" y="4067"/>
                  </a:lnTo>
                  <a:lnTo>
                    <a:pt x="13412" y="1327"/>
                  </a:lnTo>
                  <a:lnTo>
                    <a:pt x="13354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19" name="Freeform 2022">
              <a:extLst>
                <a:ext uri="{FF2B5EF4-FFF2-40B4-BE49-F238E27FC236}">
                  <a16:creationId xmlns:a16="http://schemas.microsoft.com/office/drawing/2014/main" id="{4A2FCBEA-828A-4803-BBE8-7F0D6F3EE2BB}"/>
                </a:ext>
              </a:extLst>
            </p:cNvPr>
            <p:cNvSpPr>
              <a:spLocks/>
            </p:cNvSpPr>
            <p:nvPr/>
          </p:nvSpPr>
          <p:spPr bwMode="gray">
            <a:xfrm>
              <a:off x="6032428" y="5420743"/>
              <a:ext cx="138430" cy="60336"/>
            </a:xfrm>
            <a:custGeom>
              <a:avLst/>
              <a:gdLst>
                <a:gd name="T0" fmla="*/ 4038 w 4038"/>
                <a:gd name="T1" fmla="*/ 1760 h 1760"/>
                <a:gd name="T2" fmla="*/ 0 w 4038"/>
                <a:gd name="T3" fmla="*/ 1760 h 1760"/>
                <a:gd name="T4" fmla="*/ 0 w 4038"/>
                <a:gd name="T5" fmla="*/ 1674 h 1760"/>
                <a:gd name="T6" fmla="*/ 692 w 4038"/>
                <a:gd name="T7" fmla="*/ 0 h 1760"/>
                <a:gd name="T8" fmla="*/ 3144 w 4038"/>
                <a:gd name="T9" fmla="*/ 0 h 1760"/>
                <a:gd name="T10" fmla="*/ 4038 w 4038"/>
                <a:gd name="T11" fmla="*/ 1760 h 1760"/>
                <a:gd name="T12" fmla="*/ 4038 w 4038"/>
                <a:gd name="T13" fmla="*/ 1760 h 1760"/>
                <a:gd name="T14" fmla="*/ 4038 w 4038"/>
                <a:gd name="T15" fmla="*/ 1760 h 1760"/>
                <a:gd name="T16" fmla="*/ 4038 w 4038"/>
                <a:gd name="T17" fmla="*/ 1760 h 1760"/>
                <a:gd name="T18" fmla="*/ 4038 w 4038"/>
                <a:gd name="T19" fmla="*/ 1760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38" h="1760">
                  <a:moveTo>
                    <a:pt x="4038" y="1760"/>
                  </a:moveTo>
                  <a:lnTo>
                    <a:pt x="0" y="1760"/>
                  </a:lnTo>
                  <a:lnTo>
                    <a:pt x="0" y="1674"/>
                  </a:lnTo>
                  <a:lnTo>
                    <a:pt x="692" y="0"/>
                  </a:lnTo>
                  <a:lnTo>
                    <a:pt x="3144" y="0"/>
                  </a:lnTo>
                  <a:lnTo>
                    <a:pt x="4038" y="1760"/>
                  </a:lnTo>
                  <a:lnTo>
                    <a:pt x="4038" y="1760"/>
                  </a:lnTo>
                  <a:lnTo>
                    <a:pt x="4038" y="1760"/>
                  </a:lnTo>
                  <a:lnTo>
                    <a:pt x="4038" y="1760"/>
                  </a:lnTo>
                  <a:lnTo>
                    <a:pt x="4038" y="1760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20" name="Freeform 2024">
              <a:extLst>
                <a:ext uri="{FF2B5EF4-FFF2-40B4-BE49-F238E27FC236}">
                  <a16:creationId xmlns:a16="http://schemas.microsoft.com/office/drawing/2014/main" id="{53442A0A-BC6A-445B-B7D7-4B2B3EDB9314}"/>
                </a:ext>
              </a:extLst>
            </p:cNvPr>
            <p:cNvSpPr>
              <a:spLocks/>
            </p:cNvSpPr>
            <p:nvPr/>
          </p:nvSpPr>
          <p:spPr bwMode="gray">
            <a:xfrm>
              <a:off x="5844564" y="5420743"/>
              <a:ext cx="139425" cy="60336"/>
            </a:xfrm>
            <a:custGeom>
              <a:avLst/>
              <a:gdLst>
                <a:gd name="T0" fmla="*/ 4067 w 4067"/>
                <a:gd name="T1" fmla="*/ 1674 h 1760"/>
                <a:gd name="T2" fmla="*/ 4067 w 4067"/>
                <a:gd name="T3" fmla="*/ 1760 h 1760"/>
                <a:gd name="T4" fmla="*/ 0 w 4067"/>
                <a:gd name="T5" fmla="*/ 1760 h 1760"/>
                <a:gd name="T6" fmla="*/ 894 w 4067"/>
                <a:gd name="T7" fmla="*/ 0 h 1760"/>
                <a:gd name="T8" fmla="*/ 3346 w 4067"/>
                <a:gd name="T9" fmla="*/ 0 h 1760"/>
                <a:gd name="T10" fmla="*/ 4067 w 4067"/>
                <a:gd name="T11" fmla="*/ 1674 h 1760"/>
                <a:gd name="T12" fmla="*/ 4067 w 4067"/>
                <a:gd name="T13" fmla="*/ 1674 h 1760"/>
                <a:gd name="T14" fmla="*/ 4067 w 4067"/>
                <a:gd name="T15" fmla="*/ 1674 h 1760"/>
                <a:gd name="T16" fmla="*/ 4067 w 4067"/>
                <a:gd name="T17" fmla="*/ 1674 h 1760"/>
                <a:gd name="T18" fmla="*/ 4067 w 4067"/>
                <a:gd name="T19" fmla="*/ 1674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67" h="1760">
                  <a:moveTo>
                    <a:pt x="4067" y="1674"/>
                  </a:moveTo>
                  <a:lnTo>
                    <a:pt x="4067" y="1760"/>
                  </a:lnTo>
                  <a:lnTo>
                    <a:pt x="0" y="1760"/>
                  </a:lnTo>
                  <a:lnTo>
                    <a:pt x="894" y="0"/>
                  </a:lnTo>
                  <a:lnTo>
                    <a:pt x="3346" y="0"/>
                  </a:lnTo>
                  <a:lnTo>
                    <a:pt x="4067" y="1674"/>
                  </a:lnTo>
                  <a:lnTo>
                    <a:pt x="4067" y="1674"/>
                  </a:lnTo>
                  <a:lnTo>
                    <a:pt x="4067" y="1674"/>
                  </a:lnTo>
                  <a:lnTo>
                    <a:pt x="4067" y="1674"/>
                  </a:lnTo>
                  <a:lnTo>
                    <a:pt x="4067" y="1674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21" name="Rectangle 2025">
              <a:extLst>
                <a:ext uri="{FF2B5EF4-FFF2-40B4-BE49-F238E27FC236}">
                  <a16:creationId xmlns:a16="http://schemas.microsoft.com/office/drawing/2014/main" id="{2F5C423B-C4C6-4045-ACC0-80CF949D20A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002775" y="5427669"/>
              <a:ext cx="12856" cy="52417"/>
            </a:xfrm>
            <a:prstGeom prst="rect">
              <a:avLst/>
            </a:pr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22" name="Freeform 2026">
              <a:extLst>
                <a:ext uri="{FF2B5EF4-FFF2-40B4-BE49-F238E27FC236}">
                  <a16:creationId xmlns:a16="http://schemas.microsoft.com/office/drawing/2014/main" id="{896075A1-C2CE-4A09-BE72-119A086C735B}"/>
                </a:ext>
              </a:extLst>
            </p:cNvPr>
            <p:cNvSpPr>
              <a:spLocks/>
            </p:cNvSpPr>
            <p:nvPr/>
          </p:nvSpPr>
          <p:spPr bwMode="gray">
            <a:xfrm>
              <a:off x="5704145" y="5446488"/>
              <a:ext cx="607131" cy="48441"/>
            </a:xfrm>
            <a:custGeom>
              <a:avLst/>
              <a:gdLst>
                <a:gd name="T0" fmla="*/ 614 w 614"/>
                <a:gd name="T1" fmla="*/ 49 h 49"/>
                <a:gd name="T2" fmla="*/ 0 w 614"/>
                <a:gd name="T3" fmla="*/ 49 h 49"/>
                <a:gd name="T4" fmla="*/ 0 w 614"/>
                <a:gd name="T5" fmla="*/ 45 h 49"/>
                <a:gd name="T6" fmla="*/ 45 w 614"/>
                <a:gd name="T7" fmla="*/ 0 h 49"/>
                <a:gd name="T8" fmla="*/ 569 w 614"/>
                <a:gd name="T9" fmla="*/ 0 h 49"/>
                <a:gd name="T10" fmla="*/ 614 w 614"/>
                <a:gd name="T11" fmla="*/ 45 h 49"/>
                <a:gd name="T12" fmla="*/ 614 w 614"/>
                <a:gd name="T13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4" h="49">
                  <a:moveTo>
                    <a:pt x="614" y="49"/>
                  </a:moveTo>
                  <a:cubicBezTo>
                    <a:pt x="0" y="49"/>
                    <a:pt x="0" y="49"/>
                    <a:pt x="0" y="49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17" y="27"/>
                    <a:pt x="27" y="17"/>
                    <a:pt x="45" y="0"/>
                  </a:cubicBezTo>
                  <a:cubicBezTo>
                    <a:pt x="569" y="0"/>
                    <a:pt x="569" y="0"/>
                    <a:pt x="569" y="0"/>
                  </a:cubicBezTo>
                  <a:cubicBezTo>
                    <a:pt x="587" y="17"/>
                    <a:pt x="596" y="27"/>
                    <a:pt x="614" y="45"/>
                  </a:cubicBezTo>
                  <a:lnTo>
                    <a:pt x="614" y="49"/>
                  </a:lnTo>
                  <a:close/>
                </a:path>
              </a:pathLst>
            </a:custGeom>
            <a:solidFill>
              <a:srgbClr val="55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23" name="Freeform 2027">
              <a:extLst>
                <a:ext uri="{FF2B5EF4-FFF2-40B4-BE49-F238E27FC236}">
                  <a16:creationId xmlns:a16="http://schemas.microsoft.com/office/drawing/2014/main" id="{D711A0A4-6B81-4E28-87A1-E02F37AAF539}"/>
                </a:ext>
              </a:extLst>
            </p:cNvPr>
            <p:cNvSpPr>
              <a:spLocks/>
            </p:cNvSpPr>
            <p:nvPr/>
          </p:nvSpPr>
          <p:spPr bwMode="gray">
            <a:xfrm>
              <a:off x="5738771" y="5087490"/>
              <a:ext cx="537882" cy="382722"/>
            </a:xfrm>
            <a:custGeom>
              <a:avLst/>
              <a:gdLst>
                <a:gd name="T0" fmla="*/ 521 w 544"/>
                <a:gd name="T1" fmla="*/ 387 h 387"/>
                <a:gd name="T2" fmla="*/ 23 w 544"/>
                <a:gd name="T3" fmla="*/ 387 h 387"/>
                <a:gd name="T4" fmla="*/ 0 w 544"/>
                <a:gd name="T5" fmla="*/ 364 h 387"/>
                <a:gd name="T6" fmla="*/ 0 w 544"/>
                <a:gd name="T7" fmla="*/ 24 h 387"/>
                <a:gd name="T8" fmla="*/ 23 w 544"/>
                <a:gd name="T9" fmla="*/ 0 h 387"/>
                <a:gd name="T10" fmla="*/ 521 w 544"/>
                <a:gd name="T11" fmla="*/ 0 h 387"/>
                <a:gd name="T12" fmla="*/ 544 w 544"/>
                <a:gd name="T13" fmla="*/ 24 h 387"/>
                <a:gd name="T14" fmla="*/ 544 w 544"/>
                <a:gd name="T15" fmla="*/ 364 h 387"/>
                <a:gd name="T16" fmla="*/ 521 w 544"/>
                <a:gd name="T17" fmla="*/ 387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4" h="387">
                  <a:moveTo>
                    <a:pt x="521" y="387"/>
                  </a:moveTo>
                  <a:cubicBezTo>
                    <a:pt x="23" y="387"/>
                    <a:pt x="23" y="387"/>
                    <a:pt x="23" y="387"/>
                  </a:cubicBezTo>
                  <a:cubicBezTo>
                    <a:pt x="10" y="387"/>
                    <a:pt x="0" y="377"/>
                    <a:pt x="0" y="36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1"/>
                    <a:pt x="10" y="0"/>
                    <a:pt x="23" y="0"/>
                  </a:cubicBezTo>
                  <a:cubicBezTo>
                    <a:pt x="521" y="0"/>
                    <a:pt x="521" y="0"/>
                    <a:pt x="521" y="0"/>
                  </a:cubicBezTo>
                  <a:cubicBezTo>
                    <a:pt x="534" y="0"/>
                    <a:pt x="544" y="11"/>
                    <a:pt x="544" y="24"/>
                  </a:cubicBezTo>
                  <a:cubicBezTo>
                    <a:pt x="544" y="364"/>
                    <a:pt x="544" y="364"/>
                    <a:pt x="544" y="364"/>
                  </a:cubicBezTo>
                  <a:cubicBezTo>
                    <a:pt x="544" y="377"/>
                    <a:pt x="534" y="387"/>
                    <a:pt x="521" y="387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24" name="Oval 2028">
              <a:extLst>
                <a:ext uri="{FF2B5EF4-FFF2-40B4-BE49-F238E27FC236}">
                  <a16:creationId xmlns:a16="http://schemas.microsoft.com/office/drawing/2014/main" id="{CB88D317-E65A-49A3-BFAF-B07F8CBCD01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957283" y="5198255"/>
              <a:ext cx="104800" cy="104833"/>
            </a:xfrm>
            <a:prstGeom prst="ellipse">
              <a:avLst/>
            </a:prstGeom>
            <a:solidFill>
              <a:srgbClr val="879B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25" name="Freeform 2029">
              <a:extLst>
                <a:ext uri="{FF2B5EF4-FFF2-40B4-BE49-F238E27FC236}">
                  <a16:creationId xmlns:a16="http://schemas.microsoft.com/office/drawing/2014/main" id="{B2BF1672-D015-43CC-A60F-D4DDDA5C5940}"/>
                </a:ext>
              </a:extLst>
            </p:cNvPr>
            <p:cNvSpPr>
              <a:spLocks/>
            </p:cNvSpPr>
            <p:nvPr/>
          </p:nvSpPr>
          <p:spPr bwMode="gray">
            <a:xfrm>
              <a:off x="6557489" y="5774807"/>
              <a:ext cx="534933" cy="55365"/>
            </a:xfrm>
            <a:custGeom>
              <a:avLst/>
              <a:gdLst>
                <a:gd name="T0" fmla="*/ 486 w 541"/>
                <a:gd name="T1" fmla="*/ 0 h 56"/>
                <a:gd name="T2" fmla="*/ 56 w 541"/>
                <a:gd name="T3" fmla="*/ 0 h 56"/>
                <a:gd name="T4" fmla="*/ 0 w 541"/>
                <a:gd name="T5" fmla="*/ 56 h 56"/>
                <a:gd name="T6" fmla="*/ 541 w 541"/>
                <a:gd name="T7" fmla="*/ 56 h 56"/>
                <a:gd name="T8" fmla="*/ 486 w 541"/>
                <a:gd name="T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1" h="56">
                  <a:moveTo>
                    <a:pt x="486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541" y="56"/>
                    <a:pt x="541" y="56"/>
                    <a:pt x="541" y="56"/>
                  </a:cubicBezTo>
                  <a:cubicBezTo>
                    <a:pt x="541" y="25"/>
                    <a:pt x="516" y="0"/>
                    <a:pt x="486" y="0"/>
                  </a:cubicBez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26" name="Freeform 2030">
              <a:extLst>
                <a:ext uri="{FF2B5EF4-FFF2-40B4-BE49-F238E27FC236}">
                  <a16:creationId xmlns:a16="http://schemas.microsoft.com/office/drawing/2014/main" id="{3624AF13-7A67-4CA4-BA08-0086A73A0696}"/>
                </a:ext>
              </a:extLst>
            </p:cNvPr>
            <p:cNvSpPr>
              <a:spLocks/>
            </p:cNvSpPr>
            <p:nvPr/>
          </p:nvSpPr>
          <p:spPr bwMode="gray">
            <a:xfrm>
              <a:off x="6557489" y="5830171"/>
              <a:ext cx="534933" cy="37573"/>
            </a:xfrm>
            <a:custGeom>
              <a:avLst/>
              <a:gdLst>
                <a:gd name="T0" fmla="*/ 0 w 15604"/>
                <a:gd name="T1" fmla="*/ 0 h 1096"/>
                <a:gd name="T2" fmla="*/ 15604 w 15604"/>
                <a:gd name="T3" fmla="*/ 0 h 1096"/>
                <a:gd name="T4" fmla="*/ 15604 w 15604"/>
                <a:gd name="T5" fmla="*/ 1096 h 1096"/>
                <a:gd name="T6" fmla="*/ 0 w 15604"/>
                <a:gd name="T7" fmla="*/ 1096 h 1096"/>
                <a:gd name="T8" fmla="*/ 0 w 15604"/>
                <a:gd name="T9" fmla="*/ 0 h 1096"/>
                <a:gd name="T10" fmla="*/ 0 w 15604"/>
                <a:gd name="T11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604" h="1096">
                  <a:moveTo>
                    <a:pt x="0" y="0"/>
                  </a:moveTo>
                  <a:lnTo>
                    <a:pt x="15604" y="0"/>
                  </a:lnTo>
                  <a:lnTo>
                    <a:pt x="15604" y="1096"/>
                  </a:lnTo>
                  <a:lnTo>
                    <a:pt x="0" y="109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27" name="Freeform 2031">
              <a:extLst>
                <a:ext uri="{FF2B5EF4-FFF2-40B4-BE49-F238E27FC236}">
                  <a16:creationId xmlns:a16="http://schemas.microsoft.com/office/drawing/2014/main" id="{99F84051-9599-4828-BAB4-9AAD20F8803B}"/>
                </a:ext>
              </a:extLst>
            </p:cNvPr>
            <p:cNvSpPr>
              <a:spLocks/>
            </p:cNvSpPr>
            <p:nvPr/>
          </p:nvSpPr>
          <p:spPr bwMode="gray">
            <a:xfrm>
              <a:off x="6573292" y="6115979"/>
              <a:ext cx="504285" cy="22763"/>
            </a:xfrm>
            <a:custGeom>
              <a:avLst/>
              <a:gdLst>
                <a:gd name="T0" fmla="*/ 0 w 14710"/>
                <a:gd name="T1" fmla="*/ 0 h 664"/>
                <a:gd name="T2" fmla="*/ 14710 w 14710"/>
                <a:gd name="T3" fmla="*/ 0 h 664"/>
                <a:gd name="T4" fmla="*/ 14710 w 14710"/>
                <a:gd name="T5" fmla="*/ 664 h 664"/>
                <a:gd name="T6" fmla="*/ 0 w 14710"/>
                <a:gd name="T7" fmla="*/ 664 h 664"/>
                <a:gd name="T8" fmla="*/ 0 w 14710"/>
                <a:gd name="T9" fmla="*/ 0 h 664"/>
                <a:gd name="T10" fmla="*/ 0 w 14710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710" h="664">
                  <a:moveTo>
                    <a:pt x="0" y="0"/>
                  </a:moveTo>
                  <a:lnTo>
                    <a:pt x="14710" y="0"/>
                  </a:lnTo>
                  <a:lnTo>
                    <a:pt x="14710" y="664"/>
                  </a:lnTo>
                  <a:lnTo>
                    <a:pt x="0" y="66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28" name="Freeform 2032">
              <a:extLst>
                <a:ext uri="{FF2B5EF4-FFF2-40B4-BE49-F238E27FC236}">
                  <a16:creationId xmlns:a16="http://schemas.microsoft.com/office/drawing/2014/main" id="{70EF6605-EEB2-4079-9D86-5BABC786BE99}"/>
                </a:ext>
              </a:extLst>
            </p:cNvPr>
            <p:cNvSpPr>
              <a:spLocks/>
            </p:cNvSpPr>
            <p:nvPr/>
          </p:nvSpPr>
          <p:spPr bwMode="gray">
            <a:xfrm>
              <a:off x="6557489" y="5455367"/>
              <a:ext cx="32602" cy="884129"/>
            </a:xfrm>
            <a:custGeom>
              <a:avLst/>
              <a:gdLst>
                <a:gd name="T0" fmla="*/ 0 w 951"/>
                <a:gd name="T1" fmla="*/ 0 h 25790"/>
                <a:gd name="T2" fmla="*/ 951 w 951"/>
                <a:gd name="T3" fmla="*/ 0 h 25790"/>
                <a:gd name="T4" fmla="*/ 951 w 951"/>
                <a:gd name="T5" fmla="*/ 25790 h 25790"/>
                <a:gd name="T6" fmla="*/ 0 w 951"/>
                <a:gd name="T7" fmla="*/ 25790 h 25790"/>
                <a:gd name="T8" fmla="*/ 0 w 951"/>
                <a:gd name="T9" fmla="*/ 0 h 25790"/>
                <a:gd name="T10" fmla="*/ 0 w 951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1" h="25790">
                  <a:moveTo>
                    <a:pt x="0" y="0"/>
                  </a:moveTo>
                  <a:lnTo>
                    <a:pt x="951" y="0"/>
                  </a:lnTo>
                  <a:lnTo>
                    <a:pt x="951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29" name="Freeform 2033">
              <a:extLst>
                <a:ext uri="{FF2B5EF4-FFF2-40B4-BE49-F238E27FC236}">
                  <a16:creationId xmlns:a16="http://schemas.microsoft.com/office/drawing/2014/main" id="{96E81AB1-1E20-4E05-BB69-D000ABB3AEC9}"/>
                </a:ext>
              </a:extLst>
            </p:cNvPr>
            <p:cNvSpPr>
              <a:spLocks/>
            </p:cNvSpPr>
            <p:nvPr/>
          </p:nvSpPr>
          <p:spPr bwMode="gray">
            <a:xfrm>
              <a:off x="7060780" y="5455367"/>
              <a:ext cx="31642" cy="884129"/>
            </a:xfrm>
            <a:custGeom>
              <a:avLst/>
              <a:gdLst>
                <a:gd name="T0" fmla="*/ 0 w 923"/>
                <a:gd name="T1" fmla="*/ 0 h 25790"/>
                <a:gd name="T2" fmla="*/ 923 w 923"/>
                <a:gd name="T3" fmla="*/ 0 h 25790"/>
                <a:gd name="T4" fmla="*/ 923 w 923"/>
                <a:gd name="T5" fmla="*/ 25790 h 25790"/>
                <a:gd name="T6" fmla="*/ 0 w 923"/>
                <a:gd name="T7" fmla="*/ 25790 h 25790"/>
                <a:gd name="T8" fmla="*/ 0 w 923"/>
                <a:gd name="T9" fmla="*/ 0 h 25790"/>
                <a:gd name="T10" fmla="*/ 0 w 923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3" h="25790">
                  <a:moveTo>
                    <a:pt x="0" y="0"/>
                  </a:moveTo>
                  <a:lnTo>
                    <a:pt x="923" y="0"/>
                  </a:lnTo>
                  <a:lnTo>
                    <a:pt x="923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30" name="Freeform 2034">
              <a:extLst>
                <a:ext uri="{FF2B5EF4-FFF2-40B4-BE49-F238E27FC236}">
                  <a16:creationId xmlns:a16="http://schemas.microsoft.com/office/drawing/2014/main" id="{C40FC22B-80C2-4E31-81A4-63EEB4660227}"/>
                </a:ext>
              </a:extLst>
            </p:cNvPr>
            <p:cNvSpPr>
              <a:spLocks/>
            </p:cNvSpPr>
            <p:nvPr/>
          </p:nvSpPr>
          <p:spPr bwMode="gray">
            <a:xfrm>
              <a:off x="6557489" y="5246696"/>
              <a:ext cx="534933" cy="208673"/>
            </a:xfrm>
            <a:custGeom>
              <a:avLst/>
              <a:gdLst>
                <a:gd name="T0" fmla="*/ 405 w 541"/>
                <a:gd name="T1" fmla="*/ 0 h 211"/>
                <a:gd name="T2" fmla="*/ 137 w 541"/>
                <a:gd name="T3" fmla="*/ 0 h 211"/>
                <a:gd name="T4" fmla="*/ 0 w 541"/>
                <a:gd name="T5" fmla="*/ 119 h 211"/>
                <a:gd name="T6" fmla="*/ 0 w 541"/>
                <a:gd name="T7" fmla="*/ 211 h 211"/>
                <a:gd name="T8" fmla="*/ 541 w 541"/>
                <a:gd name="T9" fmla="*/ 211 h 211"/>
                <a:gd name="T10" fmla="*/ 541 w 541"/>
                <a:gd name="T11" fmla="*/ 119 h 211"/>
                <a:gd name="T12" fmla="*/ 405 w 541"/>
                <a:gd name="T13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1" h="211">
                  <a:moveTo>
                    <a:pt x="405" y="0"/>
                  </a:moveTo>
                  <a:cubicBezTo>
                    <a:pt x="137" y="0"/>
                    <a:pt x="137" y="0"/>
                    <a:pt x="137" y="0"/>
                  </a:cubicBezTo>
                  <a:cubicBezTo>
                    <a:pt x="61" y="0"/>
                    <a:pt x="0" y="53"/>
                    <a:pt x="0" y="119"/>
                  </a:cubicBezTo>
                  <a:cubicBezTo>
                    <a:pt x="0" y="211"/>
                    <a:pt x="0" y="211"/>
                    <a:pt x="0" y="211"/>
                  </a:cubicBezTo>
                  <a:cubicBezTo>
                    <a:pt x="541" y="211"/>
                    <a:pt x="541" y="211"/>
                    <a:pt x="541" y="211"/>
                  </a:cubicBezTo>
                  <a:cubicBezTo>
                    <a:pt x="541" y="119"/>
                    <a:pt x="541" y="119"/>
                    <a:pt x="541" y="119"/>
                  </a:cubicBezTo>
                  <a:cubicBezTo>
                    <a:pt x="541" y="53"/>
                    <a:pt x="480" y="0"/>
                    <a:pt x="405" y="0"/>
                  </a:cubicBez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31" name="Freeform 2035">
              <a:extLst>
                <a:ext uri="{FF2B5EF4-FFF2-40B4-BE49-F238E27FC236}">
                  <a16:creationId xmlns:a16="http://schemas.microsoft.com/office/drawing/2014/main" id="{F016599F-C042-46D7-AF23-E03EBE45AC26}"/>
                </a:ext>
              </a:extLst>
            </p:cNvPr>
            <p:cNvSpPr>
              <a:spLocks/>
            </p:cNvSpPr>
            <p:nvPr/>
          </p:nvSpPr>
          <p:spPr bwMode="gray">
            <a:xfrm>
              <a:off x="6512992" y="5161641"/>
              <a:ext cx="124580" cy="330305"/>
            </a:xfrm>
            <a:custGeom>
              <a:avLst/>
              <a:gdLst>
                <a:gd name="T0" fmla="*/ 403 w 3634"/>
                <a:gd name="T1" fmla="*/ 6030 h 9635"/>
                <a:gd name="T2" fmla="*/ 0 w 3634"/>
                <a:gd name="T3" fmla="*/ 0 h 9635"/>
                <a:gd name="T4" fmla="*/ 3115 w 3634"/>
                <a:gd name="T5" fmla="*/ 0 h 9635"/>
                <a:gd name="T6" fmla="*/ 2971 w 3634"/>
                <a:gd name="T7" fmla="*/ 4818 h 9635"/>
                <a:gd name="T8" fmla="*/ 3634 w 3634"/>
                <a:gd name="T9" fmla="*/ 7212 h 9635"/>
                <a:gd name="T10" fmla="*/ 2884 w 3634"/>
                <a:gd name="T11" fmla="*/ 9635 h 9635"/>
                <a:gd name="T12" fmla="*/ 1673 w 3634"/>
                <a:gd name="T13" fmla="*/ 8453 h 9635"/>
                <a:gd name="T14" fmla="*/ 403 w 3634"/>
                <a:gd name="T15" fmla="*/ 6030 h 9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34" h="9635">
                  <a:moveTo>
                    <a:pt x="403" y="6030"/>
                  </a:moveTo>
                  <a:lnTo>
                    <a:pt x="0" y="0"/>
                  </a:lnTo>
                  <a:lnTo>
                    <a:pt x="3115" y="0"/>
                  </a:lnTo>
                  <a:lnTo>
                    <a:pt x="2971" y="4818"/>
                  </a:lnTo>
                  <a:lnTo>
                    <a:pt x="3634" y="7212"/>
                  </a:lnTo>
                  <a:lnTo>
                    <a:pt x="2884" y="9635"/>
                  </a:lnTo>
                  <a:lnTo>
                    <a:pt x="1673" y="8453"/>
                  </a:lnTo>
                  <a:lnTo>
                    <a:pt x="403" y="6030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32" name="Freeform 2036">
              <a:extLst>
                <a:ext uri="{FF2B5EF4-FFF2-40B4-BE49-F238E27FC236}">
                  <a16:creationId xmlns:a16="http://schemas.microsoft.com/office/drawing/2014/main" id="{AC695C71-21FC-45D4-910C-2C8B75E32653}"/>
                </a:ext>
              </a:extLst>
            </p:cNvPr>
            <p:cNvSpPr>
              <a:spLocks/>
            </p:cNvSpPr>
            <p:nvPr/>
          </p:nvSpPr>
          <p:spPr bwMode="gray">
            <a:xfrm>
              <a:off x="7024167" y="5161641"/>
              <a:ext cx="118684" cy="330305"/>
            </a:xfrm>
            <a:custGeom>
              <a:avLst/>
              <a:gdLst>
                <a:gd name="T0" fmla="*/ 3289 w 3462"/>
                <a:gd name="T1" fmla="*/ 6030 h 9635"/>
                <a:gd name="T2" fmla="*/ 3462 w 3462"/>
                <a:gd name="T3" fmla="*/ 0 h 9635"/>
                <a:gd name="T4" fmla="*/ 231 w 3462"/>
                <a:gd name="T5" fmla="*/ 0 h 9635"/>
                <a:gd name="T6" fmla="*/ 779 w 3462"/>
                <a:gd name="T7" fmla="*/ 4818 h 9635"/>
                <a:gd name="T8" fmla="*/ 0 w 3462"/>
                <a:gd name="T9" fmla="*/ 7385 h 9635"/>
                <a:gd name="T10" fmla="*/ 520 w 3462"/>
                <a:gd name="T11" fmla="*/ 9635 h 9635"/>
                <a:gd name="T12" fmla="*/ 2048 w 3462"/>
                <a:gd name="T13" fmla="*/ 8453 h 9635"/>
                <a:gd name="T14" fmla="*/ 3289 w 3462"/>
                <a:gd name="T15" fmla="*/ 6030 h 9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62" h="9635">
                  <a:moveTo>
                    <a:pt x="3289" y="6030"/>
                  </a:moveTo>
                  <a:lnTo>
                    <a:pt x="3462" y="0"/>
                  </a:lnTo>
                  <a:lnTo>
                    <a:pt x="231" y="0"/>
                  </a:lnTo>
                  <a:lnTo>
                    <a:pt x="779" y="4818"/>
                  </a:lnTo>
                  <a:lnTo>
                    <a:pt x="0" y="7385"/>
                  </a:lnTo>
                  <a:lnTo>
                    <a:pt x="520" y="9635"/>
                  </a:lnTo>
                  <a:lnTo>
                    <a:pt x="2048" y="8453"/>
                  </a:lnTo>
                  <a:lnTo>
                    <a:pt x="3289" y="6030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33" name="Freeform 2037">
              <a:extLst>
                <a:ext uri="{FF2B5EF4-FFF2-40B4-BE49-F238E27FC236}">
                  <a16:creationId xmlns:a16="http://schemas.microsoft.com/office/drawing/2014/main" id="{B6EC6AA8-1597-40FB-81CE-2B8336D0E3F3}"/>
                </a:ext>
              </a:extLst>
            </p:cNvPr>
            <p:cNvSpPr>
              <a:spLocks/>
            </p:cNvSpPr>
            <p:nvPr/>
          </p:nvSpPr>
          <p:spPr bwMode="gray">
            <a:xfrm>
              <a:off x="6608876" y="5577994"/>
              <a:ext cx="438052" cy="196812"/>
            </a:xfrm>
            <a:custGeom>
              <a:avLst/>
              <a:gdLst>
                <a:gd name="T0" fmla="*/ 399 w 443"/>
                <a:gd name="T1" fmla="*/ 199 h 199"/>
                <a:gd name="T2" fmla="*/ 42 w 443"/>
                <a:gd name="T3" fmla="*/ 199 h 199"/>
                <a:gd name="T4" fmla="*/ 25 w 443"/>
                <a:gd name="T5" fmla="*/ 184 h 199"/>
                <a:gd name="T6" fmla="*/ 0 w 443"/>
                <a:gd name="T7" fmla="*/ 0 h 199"/>
                <a:gd name="T8" fmla="*/ 443 w 443"/>
                <a:gd name="T9" fmla="*/ 0 h 199"/>
                <a:gd name="T10" fmla="*/ 416 w 443"/>
                <a:gd name="T11" fmla="*/ 184 h 199"/>
                <a:gd name="T12" fmla="*/ 399 w 443"/>
                <a:gd name="T13" fmla="*/ 19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3" h="199">
                  <a:moveTo>
                    <a:pt x="399" y="199"/>
                  </a:moveTo>
                  <a:cubicBezTo>
                    <a:pt x="42" y="199"/>
                    <a:pt x="42" y="199"/>
                    <a:pt x="42" y="199"/>
                  </a:cubicBezTo>
                  <a:cubicBezTo>
                    <a:pt x="36" y="193"/>
                    <a:pt x="31" y="189"/>
                    <a:pt x="25" y="18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43" y="0"/>
                    <a:pt x="443" y="0"/>
                    <a:pt x="443" y="0"/>
                  </a:cubicBezTo>
                  <a:cubicBezTo>
                    <a:pt x="416" y="184"/>
                    <a:pt x="416" y="184"/>
                    <a:pt x="416" y="184"/>
                  </a:cubicBezTo>
                  <a:cubicBezTo>
                    <a:pt x="410" y="190"/>
                    <a:pt x="406" y="193"/>
                    <a:pt x="399" y="199"/>
                  </a:cubicBezTo>
                  <a:close/>
                </a:path>
              </a:pathLst>
            </a:custGeom>
            <a:solidFill>
              <a:srgbClr val="0055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34" name="Freeform 2038">
              <a:extLst>
                <a:ext uri="{FF2B5EF4-FFF2-40B4-BE49-F238E27FC236}">
                  <a16:creationId xmlns:a16="http://schemas.microsoft.com/office/drawing/2014/main" id="{5F8490AA-ED76-4F45-B714-45C0B92F7115}"/>
                </a:ext>
              </a:extLst>
            </p:cNvPr>
            <p:cNvSpPr>
              <a:spLocks/>
            </p:cNvSpPr>
            <p:nvPr/>
          </p:nvSpPr>
          <p:spPr bwMode="gray">
            <a:xfrm>
              <a:off x="6608876" y="4501030"/>
              <a:ext cx="434111" cy="392630"/>
            </a:xfrm>
            <a:custGeom>
              <a:avLst/>
              <a:gdLst>
                <a:gd name="T0" fmla="*/ 395 w 439"/>
                <a:gd name="T1" fmla="*/ 125 h 397"/>
                <a:gd name="T2" fmla="*/ 220 w 439"/>
                <a:gd name="T3" fmla="*/ 0 h 397"/>
                <a:gd name="T4" fmla="*/ 219 w 439"/>
                <a:gd name="T5" fmla="*/ 0 h 397"/>
                <a:gd name="T6" fmla="*/ 44 w 439"/>
                <a:gd name="T7" fmla="*/ 125 h 397"/>
                <a:gd name="T8" fmla="*/ 8 w 439"/>
                <a:gd name="T9" fmla="*/ 356 h 397"/>
                <a:gd name="T10" fmla="*/ 130 w 439"/>
                <a:gd name="T11" fmla="*/ 392 h 397"/>
                <a:gd name="T12" fmla="*/ 225 w 439"/>
                <a:gd name="T13" fmla="*/ 397 h 397"/>
                <a:gd name="T14" fmla="*/ 353 w 439"/>
                <a:gd name="T15" fmla="*/ 386 h 397"/>
                <a:gd name="T16" fmla="*/ 432 w 439"/>
                <a:gd name="T17" fmla="*/ 356 h 397"/>
                <a:gd name="T18" fmla="*/ 395 w 439"/>
                <a:gd name="T19" fmla="*/ 125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39" h="397">
                  <a:moveTo>
                    <a:pt x="395" y="125"/>
                  </a:moveTo>
                  <a:cubicBezTo>
                    <a:pt x="350" y="0"/>
                    <a:pt x="220" y="0"/>
                    <a:pt x="220" y="0"/>
                  </a:cubicBezTo>
                  <a:cubicBezTo>
                    <a:pt x="220" y="0"/>
                    <a:pt x="220" y="0"/>
                    <a:pt x="219" y="0"/>
                  </a:cubicBezTo>
                  <a:cubicBezTo>
                    <a:pt x="219" y="0"/>
                    <a:pt x="89" y="0"/>
                    <a:pt x="44" y="125"/>
                  </a:cubicBezTo>
                  <a:cubicBezTo>
                    <a:pt x="0" y="247"/>
                    <a:pt x="8" y="356"/>
                    <a:pt x="8" y="356"/>
                  </a:cubicBezTo>
                  <a:cubicBezTo>
                    <a:pt x="44" y="384"/>
                    <a:pt x="111" y="390"/>
                    <a:pt x="130" y="392"/>
                  </a:cubicBezTo>
                  <a:cubicBezTo>
                    <a:pt x="158" y="395"/>
                    <a:pt x="190" y="397"/>
                    <a:pt x="225" y="397"/>
                  </a:cubicBezTo>
                  <a:cubicBezTo>
                    <a:pt x="276" y="397"/>
                    <a:pt x="322" y="393"/>
                    <a:pt x="353" y="386"/>
                  </a:cubicBezTo>
                  <a:cubicBezTo>
                    <a:pt x="379" y="381"/>
                    <a:pt x="410" y="372"/>
                    <a:pt x="432" y="356"/>
                  </a:cubicBezTo>
                  <a:cubicBezTo>
                    <a:pt x="432" y="356"/>
                    <a:pt x="439" y="247"/>
                    <a:pt x="395" y="125"/>
                  </a:cubicBez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35" name="Freeform 2039">
              <a:extLst>
                <a:ext uri="{FF2B5EF4-FFF2-40B4-BE49-F238E27FC236}">
                  <a16:creationId xmlns:a16="http://schemas.microsoft.com/office/drawing/2014/main" id="{4B92A58F-81D7-49BC-A7FC-823A3AC5FBD8}"/>
                </a:ext>
              </a:extLst>
            </p:cNvPr>
            <p:cNvSpPr>
              <a:spLocks/>
            </p:cNvSpPr>
            <p:nvPr/>
          </p:nvSpPr>
          <p:spPr bwMode="gray">
            <a:xfrm>
              <a:off x="6648438" y="4606859"/>
              <a:ext cx="355983" cy="382722"/>
            </a:xfrm>
            <a:custGeom>
              <a:avLst/>
              <a:gdLst>
                <a:gd name="T0" fmla="*/ 347 w 360"/>
                <a:gd name="T1" fmla="*/ 73 h 387"/>
                <a:gd name="T2" fmla="*/ 327 w 360"/>
                <a:gd name="T3" fmla="*/ 84 h 387"/>
                <a:gd name="T4" fmla="*/ 316 w 360"/>
                <a:gd name="T5" fmla="*/ 125 h 387"/>
                <a:gd name="T6" fmla="*/ 303 w 360"/>
                <a:gd name="T7" fmla="*/ 120 h 387"/>
                <a:gd name="T8" fmla="*/ 307 w 360"/>
                <a:gd name="T9" fmla="*/ 89 h 387"/>
                <a:gd name="T10" fmla="*/ 291 w 360"/>
                <a:gd name="T11" fmla="*/ 0 h 387"/>
                <a:gd name="T12" fmla="*/ 188 w 360"/>
                <a:gd name="T13" fmla="*/ 53 h 387"/>
                <a:gd name="T14" fmla="*/ 179 w 360"/>
                <a:gd name="T15" fmla="*/ 2 h 387"/>
                <a:gd name="T16" fmla="*/ 177 w 360"/>
                <a:gd name="T17" fmla="*/ 6 h 387"/>
                <a:gd name="T18" fmla="*/ 54 w 360"/>
                <a:gd name="T19" fmla="*/ 79 h 387"/>
                <a:gd name="T20" fmla="*/ 51 w 360"/>
                <a:gd name="T21" fmla="*/ 80 h 387"/>
                <a:gd name="T22" fmla="*/ 55 w 360"/>
                <a:gd name="T23" fmla="*/ 120 h 387"/>
                <a:gd name="T24" fmla="*/ 43 w 360"/>
                <a:gd name="T25" fmla="*/ 124 h 387"/>
                <a:gd name="T26" fmla="*/ 33 w 360"/>
                <a:gd name="T27" fmla="*/ 84 h 387"/>
                <a:gd name="T28" fmla="*/ 14 w 360"/>
                <a:gd name="T29" fmla="*/ 73 h 387"/>
                <a:gd name="T30" fmla="*/ 8 w 360"/>
                <a:gd name="T31" fmla="*/ 99 h 387"/>
                <a:gd name="T32" fmla="*/ 32 w 360"/>
                <a:gd name="T33" fmla="*/ 158 h 387"/>
                <a:gd name="T34" fmla="*/ 46 w 360"/>
                <a:gd name="T35" fmla="*/ 168 h 387"/>
                <a:gd name="T36" fmla="*/ 51 w 360"/>
                <a:gd name="T37" fmla="*/ 168 h 387"/>
                <a:gd name="T38" fmla="*/ 51 w 360"/>
                <a:gd name="T39" fmla="*/ 168 h 387"/>
                <a:gd name="T40" fmla="*/ 51 w 360"/>
                <a:gd name="T41" fmla="*/ 168 h 387"/>
                <a:gd name="T42" fmla="*/ 51 w 360"/>
                <a:gd name="T43" fmla="*/ 168 h 387"/>
                <a:gd name="T44" fmla="*/ 85 w 360"/>
                <a:gd name="T45" fmla="*/ 243 h 387"/>
                <a:gd name="T46" fmla="*/ 100 w 360"/>
                <a:gd name="T47" fmla="*/ 259 h 387"/>
                <a:gd name="T48" fmla="*/ 100 w 360"/>
                <a:gd name="T49" fmla="*/ 260 h 387"/>
                <a:gd name="T50" fmla="*/ 100 w 360"/>
                <a:gd name="T51" fmla="*/ 260 h 387"/>
                <a:gd name="T52" fmla="*/ 101 w 360"/>
                <a:gd name="T53" fmla="*/ 325 h 387"/>
                <a:gd name="T54" fmla="*/ 168 w 360"/>
                <a:gd name="T55" fmla="*/ 387 h 387"/>
                <a:gd name="T56" fmla="*/ 190 w 360"/>
                <a:gd name="T57" fmla="*/ 387 h 387"/>
                <a:gd name="T58" fmla="*/ 258 w 360"/>
                <a:gd name="T59" fmla="*/ 323 h 387"/>
                <a:gd name="T60" fmla="*/ 259 w 360"/>
                <a:gd name="T61" fmla="*/ 277 h 387"/>
                <a:gd name="T62" fmla="*/ 259 w 360"/>
                <a:gd name="T63" fmla="*/ 259 h 387"/>
                <a:gd name="T64" fmla="*/ 308 w 360"/>
                <a:gd name="T65" fmla="*/ 168 h 387"/>
                <a:gd name="T66" fmla="*/ 308 w 360"/>
                <a:gd name="T67" fmla="*/ 168 h 387"/>
                <a:gd name="T68" fmla="*/ 315 w 360"/>
                <a:gd name="T69" fmla="*/ 168 h 387"/>
                <a:gd name="T70" fmla="*/ 328 w 360"/>
                <a:gd name="T71" fmla="*/ 158 h 387"/>
                <a:gd name="T72" fmla="*/ 352 w 360"/>
                <a:gd name="T73" fmla="*/ 99 h 387"/>
                <a:gd name="T74" fmla="*/ 347 w 360"/>
                <a:gd name="T75" fmla="*/ 73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60" h="387">
                  <a:moveTo>
                    <a:pt x="347" y="73"/>
                  </a:moveTo>
                  <a:cubicBezTo>
                    <a:pt x="338" y="70"/>
                    <a:pt x="329" y="74"/>
                    <a:pt x="327" y="84"/>
                  </a:cubicBezTo>
                  <a:cubicBezTo>
                    <a:pt x="327" y="84"/>
                    <a:pt x="327" y="84"/>
                    <a:pt x="316" y="125"/>
                  </a:cubicBezTo>
                  <a:cubicBezTo>
                    <a:pt x="303" y="120"/>
                    <a:pt x="303" y="120"/>
                    <a:pt x="303" y="120"/>
                  </a:cubicBezTo>
                  <a:cubicBezTo>
                    <a:pt x="307" y="89"/>
                    <a:pt x="307" y="89"/>
                    <a:pt x="307" y="89"/>
                  </a:cubicBezTo>
                  <a:cubicBezTo>
                    <a:pt x="308" y="40"/>
                    <a:pt x="291" y="0"/>
                    <a:pt x="291" y="0"/>
                  </a:cubicBezTo>
                  <a:cubicBezTo>
                    <a:pt x="260" y="46"/>
                    <a:pt x="188" y="53"/>
                    <a:pt x="188" y="53"/>
                  </a:cubicBezTo>
                  <a:cubicBezTo>
                    <a:pt x="179" y="2"/>
                    <a:pt x="179" y="2"/>
                    <a:pt x="179" y="2"/>
                  </a:cubicBezTo>
                  <a:cubicBezTo>
                    <a:pt x="179" y="2"/>
                    <a:pt x="178" y="4"/>
                    <a:pt x="177" y="6"/>
                  </a:cubicBezTo>
                  <a:cubicBezTo>
                    <a:pt x="148" y="47"/>
                    <a:pt x="103" y="73"/>
                    <a:pt x="54" y="79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55" y="120"/>
                    <a:pt x="55" y="120"/>
                    <a:pt x="55" y="120"/>
                  </a:cubicBezTo>
                  <a:cubicBezTo>
                    <a:pt x="49" y="122"/>
                    <a:pt x="45" y="124"/>
                    <a:pt x="43" y="124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1" y="74"/>
                    <a:pt x="22" y="70"/>
                    <a:pt x="14" y="73"/>
                  </a:cubicBezTo>
                  <a:cubicBezTo>
                    <a:pt x="14" y="73"/>
                    <a:pt x="0" y="78"/>
                    <a:pt x="8" y="99"/>
                  </a:cubicBezTo>
                  <a:cubicBezTo>
                    <a:pt x="8" y="99"/>
                    <a:pt x="8" y="99"/>
                    <a:pt x="32" y="158"/>
                  </a:cubicBezTo>
                  <a:cubicBezTo>
                    <a:pt x="34" y="164"/>
                    <a:pt x="40" y="168"/>
                    <a:pt x="46" y="168"/>
                  </a:cubicBezTo>
                  <a:cubicBezTo>
                    <a:pt x="46" y="168"/>
                    <a:pt x="46" y="168"/>
                    <a:pt x="51" y="168"/>
                  </a:cubicBezTo>
                  <a:cubicBezTo>
                    <a:pt x="51" y="168"/>
                    <a:pt x="51" y="168"/>
                    <a:pt x="51" y="168"/>
                  </a:cubicBezTo>
                  <a:cubicBezTo>
                    <a:pt x="51" y="168"/>
                    <a:pt x="51" y="168"/>
                    <a:pt x="51" y="168"/>
                  </a:cubicBezTo>
                  <a:cubicBezTo>
                    <a:pt x="51" y="168"/>
                    <a:pt x="51" y="168"/>
                    <a:pt x="51" y="168"/>
                  </a:cubicBezTo>
                  <a:cubicBezTo>
                    <a:pt x="61" y="201"/>
                    <a:pt x="73" y="225"/>
                    <a:pt x="85" y="243"/>
                  </a:cubicBezTo>
                  <a:cubicBezTo>
                    <a:pt x="90" y="249"/>
                    <a:pt x="95" y="255"/>
                    <a:pt x="100" y="259"/>
                  </a:cubicBezTo>
                  <a:cubicBezTo>
                    <a:pt x="100" y="259"/>
                    <a:pt x="100" y="259"/>
                    <a:pt x="100" y="260"/>
                  </a:cubicBezTo>
                  <a:cubicBezTo>
                    <a:pt x="100" y="260"/>
                    <a:pt x="100" y="260"/>
                    <a:pt x="100" y="260"/>
                  </a:cubicBezTo>
                  <a:cubicBezTo>
                    <a:pt x="101" y="277"/>
                    <a:pt x="101" y="303"/>
                    <a:pt x="101" y="325"/>
                  </a:cubicBezTo>
                  <a:cubicBezTo>
                    <a:pt x="168" y="387"/>
                    <a:pt x="168" y="387"/>
                    <a:pt x="168" y="387"/>
                  </a:cubicBezTo>
                  <a:cubicBezTo>
                    <a:pt x="190" y="387"/>
                    <a:pt x="190" y="387"/>
                    <a:pt x="190" y="387"/>
                  </a:cubicBezTo>
                  <a:cubicBezTo>
                    <a:pt x="258" y="323"/>
                    <a:pt x="258" y="323"/>
                    <a:pt x="258" y="323"/>
                  </a:cubicBezTo>
                  <a:cubicBezTo>
                    <a:pt x="259" y="277"/>
                    <a:pt x="259" y="277"/>
                    <a:pt x="259" y="277"/>
                  </a:cubicBezTo>
                  <a:cubicBezTo>
                    <a:pt x="259" y="272"/>
                    <a:pt x="259" y="261"/>
                    <a:pt x="259" y="259"/>
                  </a:cubicBezTo>
                  <a:cubicBezTo>
                    <a:pt x="278" y="241"/>
                    <a:pt x="295" y="213"/>
                    <a:pt x="308" y="168"/>
                  </a:cubicBezTo>
                  <a:cubicBezTo>
                    <a:pt x="308" y="168"/>
                    <a:pt x="308" y="168"/>
                    <a:pt x="308" y="168"/>
                  </a:cubicBezTo>
                  <a:cubicBezTo>
                    <a:pt x="309" y="168"/>
                    <a:pt x="311" y="168"/>
                    <a:pt x="315" y="168"/>
                  </a:cubicBezTo>
                  <a:cubicBezTo>
                    <a:pt x="321" y="168"/>
                    <a:pt x="326" y="164"/>
                    <a:pt x="328" y="158"/>
                  </a:cubicBezTo>
                  <a:cubicBezTo>
                    <a:pt x="328" y="158"/>
                    <a:pt x="328" y="158"/>
                    <a:pt x="352" y="99"/>
                  </a:cubicBezTo>
                  <a:cubicBezTo>
                    <a:pt x="360" y="78"/>
                    <a:pt x="347" y="73"/>
                    <a:pt x="347" y="73"/>
                  </a:cubicBez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36" name="Freeform 2040">
              <a:extLst>
                <a:ext uri="{FF2B5EF4-FFF2-40B4-BE49-F238E27FC236}">
                  <a16:creationId xmlns:a16="http://schemas.microsoft.com/office/drawing/2014/main" id="{87F3A97F-E40C-4575-9823-3BA3ED1D4AFF}"/>
                </a:ext>
              </a:extLst>
            </p:cNvPr>
            <p:cNvSpPr>
              <a:spLocks/>
            </p:cNvSpPr>
            <p:nvPr/>
          </p:nvSpPr>
          <p:spPr bwMode="gray">
            <a:xfrm>
              <a:off x="6491222" y="4896608"/>
              <a:ext cx="659514" cy="656668"/>
            </a:xfrm>
            <a:custGeom>
              <a:avLst/>
              <a:gdLst>
                <a:gd name="T0" fmla="*/ 520 w 667"/>
                <a:gd name="T1" fmla="*/ 422 h 664"/>
                <a:gd name="T2" fmla="*/ 564 w 667"/>
                <a:gd name="T3" fmla="*/ 663 h 664"/>
                <a:gd name="T4" fmla="*/ 109 w 667"/>
                <a:gd name="T5" fmla="*/ 664 h 664"/>
                <a:gd name="T6" fmla="*/ 159 w 667"/>
                <a:gd name="T7" fmla="*/ 422 h 664"/>
                <a:gd name="T8" fmla="*/ 118 w 667"/>
                <a:gd name="T9" fmla="*/ 291 h 664"/>
                <a:gd name="T10" fmla="*/ 11 w 667"/>
                <a:gd name="T11" fmla="*/ 277 h 664"/>
                <a:gd name="T12" fmla="*/ 103 w 667"/>
                <a:gd name="T13" fmla="*/ 63 h 664"/>
                <a:gd name="T14" fmla="*/ 260 w 667"/>
                <a:gd name="T15" fmla="*/ 0 h 664"/>
                <a:gd name="T16" fmla="*/ 326 w 667"/>
                <a:gd name="T17" fmla="*/ 67 h 664"/>
                <a:gd name="T18" fmla="*/ 351 w 667"/>
                <a:gd name="T19" fmla="*/ 67 h 664"/>
                <a:gd name="T20" fmla="*/ 417 w 667"/>
                <a:gd name="T21" fmla="*/ 0 h 664"/>
                <a:gd name="T22" fmla="*/ 575 w 667"/>
                <a:gd name="T23" fmla="*/ 63 h 664"/>
                <a:gd name="T24" fmla="*/ 667 w 667"/>
                <a:gd name="T25" fmla="*/ 277 h 664"/>
                <a:gd name="T26" fmla="*/ 560 w 667"/>
                <a:gd name="T27" fmla="*/ 291 h 664"/>
                <a:gd name="T28" fmla="*/ 560 w 667"/>
                <a:gd name="T29" fmla="*/ 291 h 664"/>
                <a:gd name="T30" fmla="*/ 520 w 667"/>
                <a:gd name="T31" fmla="*/ 422 h 664"/>
                <a:gd name="T32" fmla="*/ 520 w 667"/>
                <a:gd name="T33" fmla="*/ 422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7" h="664">
                  <a:moveTo>
                    <a:pt x="520" y="422"/>
                  </a:moveTo>
                  <a:cubicBezTo>
                    <a:pt x="564" y="663"/>
                    <a:pt x="564" y="663"/>
                    <a:pt x="564" y="663"/>
                  </a:cubicBezTo>
                  <a:cubicBezTo>
                    <a:pt x="109" y="664"/>
                    <a:pt x="109" y="664"/>
                    <a:pt x="109" y="664"/>
                  </a:cubicBezTo>
                  <a:cubicBezTo>
                    <a:pt x="159" y="422"/>
                    <a:pt x="159" y="422"/>
                    <a:pt x="159" y="422"/>
                  </a:cubicBezTo>
                  <a:cubicBezTo>
                    <a:pt x="118" y="291"/>
                    <a:pt x="118" y="291"/>
                    <a:pt x="118" y="291"/>
                  </a:cubicBezTo>
                  <a:cubicBezTo>
                    <a:pt x="11" y="277"/>
                    <a:pt x="11" y="277"/>
                    <a:pt x="11" y="277"/>
                  </a:cubicBezTo>
                  <a:cubicBezTo>
                    <a:pt x="11" y="277"/>
                    <a:pt x="0" y="105"/>
                    <a:pt x="103" y="63"/>
                  </a:cubicBezTo>
                  <a:cubicBezTo>
                    <a:pt x="241" y="5"/>
                    <a:pt x="260" y="0"/>
                    <a:pt x="260" y="0"/>
                  </a:cubicBezTo>
                  <a:cubicBezTo>
                    <a:pt x="326" y="67"/>
                    <a:pt x="326" y="67"/>
                    <a:pt x="326" y="67"/>
                  </a:cubicBezTo>
                  <a:cubicBezTo>
                    <a:pt x="351" y="67"/>
                    <a:pt x="351" y="67"/>
                    <a:pt x="351" y="67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575" y="63"/>
                    <a:pt x="575" y="63"/>
                    <a:pt x="575" y="63"/>
                  </a:cubicBezTo>
                  <a:cubicBezTo>
                    <a:pt x="654" y="138"/>
                    <a:pt x="667" y="277"/>
                    <a:pt x="667" y="277"/>
                  </a:cubicBezTo>
                  <a:cubicBezTo>
                    <a:pt x="560" y="291"/>
                    <a:pt x="560" y="291"/>
                    <a:pt x="560" y="291"/>
                  </a:cubicBezTo>
                  <a:cubicBezTo>
                    <a:pt x="560" y="291"/>
                    <a:pt x="560" y="291"/>
                    <a:pt x="560" y="291"/>
                  </a:cubicBezTo>
                  <a:cubicBezTo>
                    <a:pt x="520" y="422"/>
                    <a:pt x="520" y="422"/>
                    <a:pt x="520" y="422"/>
                  </a:cubicBezTo>
                  <a:cubicBezTo>
                    <a:pt x="520" y="422"/>
                    <a:pt x="520" y="422"/>
                    <a:pt x="520" y="422"/>
                  </a:cubicBez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37" name="Freeform 2041">
              <a:extLst>
                <a:ext uri="{FF2B5EF4-FFF2-40B4-BE49-F238E27FC236}">
                  <a16:creationId xmlns:a16="http://schemas.microsoft.com/office/drawing/2014/main" id="{C54CA694-EAE4-4243-B6FF-639481558608}"/>
                </a:ext>
              </a:extLst>
            </p:cNvPr>
            <p:cNvSpPr>
              <a:spLocks/>
            </p:cNvSpPr>
            <p:nvPr/>
          </p:nvSpPr>
          <p:spPr bwMode="gray">
            <a:xfrm>
              <a:off x="6638565" y="5625475"/>
              <a:ext cx="170073" cy="714022"/>
            </a:xfrm>
            <a:custGeom>
              <a:avLst/>
              <a:gdLst>
                <a:gd name="T0" fmla="*/ 0 w 172"/>
                <a:gd name="T1" fmla="*/ 46 h 722"/>
                <a:gd name="T2" fmla="*/ 0 w 172"/>
                <a:gd name="T3" fmla="*/ 94 h 722"/>
                <a:gd name="T4" fmla="*/ 0 w 172"/>
                <a:gd name="T5" fmla="*/ 96 h 722"/>
                <a:gd name="T6" fmla="*/ 55 w 172"/>
                <a:gd name="T7" fmla="*/ 722 h 722"/>
                <a:gd name="T8" fmla="*/ 172 w 172"/>
                <a:gd name="T9" fmla="*/ 722 h 722"/>
                <a:gd name="T10" fmla="*/ 172 w 172"/>
                <a:gd name="T11" fmla="*/ 37 h 722"/>
                <a:gd name="T12" fmla="*/ 138 w 172"/>
                <a:gd name="T13" fmla="*/ 0 h 722"/>
                <a:gd name="T14" fmla="*/ 42 w 172"/>
                <a:gd name="T15" fmla="*/ 0 h 722"/>
                <a:gd name="T16" fmla="*/ 0 w 172"/>
                <a:gd name="T17" fmla="*/ 46 h 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2" h="722">
                  <a:moveTo>
                    <a:pt x="0" y="46"/>
                  </a:moveTo>
                  <a:cubicBezTo>
                    <a:pt x="0" y="94"/>
                    <a:pt x="0" y="94"/>
                    <a:pt x="0" y="94"/>
                  </a:cubicBezTo>
                  <a:cubicBezTo>
                    <a:pt x="0" y="95"/>
                    <a:pt x="0" y="95"/>
                    <a:pt x="0" y="96"/>
                  </a:cubicBezTo>
                  <a:cubicBezTo>
                    <a:pt x="55" y="722"/>
                    <a:pt x="55" y="722"/>
                    <a:pt x="55" y="722"/>
                  </a:cubicBezTo>
                  <a:cubicBezTo>
                    <a:pt x="172" y="722"/>
                    <a:pt x="172" y="722"/>
                    <a:pt x="172" y="722"/>
                  </a:cubicBezTo>
                  <a:cubicBezTo>
                    <a:pt x="172" y="37"/>
                    <a:pt x="172" y="37"/>
                    <a:pt x="172" y="37"/>
                  </a:cubicBezTo>
                  <a:cubicBezTo>
                    <a:pt x="159" y="23"/>
                    <a:pt x="151" y="15"/>
                    <a:pt x="138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26" y="18"/>
                    <a:pt x="17" y="28"/>
                    <a:pt x="0" y="46"/>
                  </a:cubicBezTo>
                  <a:close/>
                </a:path>
              </a:pathLst>
            </a:custGeom>
            <a:solidFill>
              <a:srgbClr val="2387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38" name="Freeform 2042">
              <a:extLst>
                <a:ext uri="{FF2B5EF4-FFF2-40B4-BE49-F238E27FC236}">
                  <a16:creationId xmlns:a16="http://schemas.microsoft.com/office/drawing/2014/main" id="{F42FEC69-9337-4B7D-9EC4-CC42670FA59F}"/>
                </a:ext>
              </a:extLst>
            </p:cNvPr>
            <p:cNvSpPr>
              <a:spLocks/>
            </p:cNvSpPr>
            <p:nvPr/>
          </p:nvSpPr>
          <p:spPr bwMode="gray">
            <a:xfrm>
              <a:off x="6845216" y="5625475"/>
              <a:ext cx="168084" cy="714022"/>
            </a:xfrm>
            <a:custGeom>
              <a:avLst/>
              <a:gdLst>
                <a:gd name="T0" fmla="*/ 0 w 170"/>
                <a:gd name="T1" fmla="*/ 35 h 722"/>
                <a:gd name="T2" fmla="*/ 0 w 170"/>
                <a:gd name="T3" fmla="*/ 722 h 722"/>
                <a:gd name="T4" fmla="*/ 115 w 170"/>
                <a:gd name="T5" fmla="*/ 722 h 722"/>
                <a:gd name="T6" fmla="*/ 170 w 170"/>
                <a:gd name="T7" fmla="*/ 96 h 722"/>
                <a:gd name="T8" fmla="*/ 170 w 170"/>
                <a:gd name="T9" fmla="*/ 94 h 722"/>
                <a:gd name="T10" fmla="*/ 170 w 170"/>
                <a:gd name="T11" fmla="*/ 44 h 722"/>
                <a:gd name="T12" fmla="*/ 131 w 170"/>
                <a:gd name="T13" fmla="*/ 0 h 722"/>
                <a:gd name="T14" fmla="*/ 31 w 170"/>
                <a:gd name="T15" fmla="*/ 0 h 722"/>
                <a:gd name="T16" fmla="*/ 0 w 170"/>
                <a:gd name="T17" fmla="*/ 35 h 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0" h="722">
                  <a:moveTo>
                    <a:pt x="0" y="35"/>
                  </a:moveTo>
                  <a:cubicBezTo>
                    <a:pt x="0" y="722"/>
                    <a:pt x="0" y="722"/>
                    <a:pt x="0" y="722"/>
                  </a:cubicBezTo>
                  <a:cubicBezTo>
                    <a:pt x="115" y="722"/>
                    <a:pt x="115" y="722"/>
                    <a:pt x="115" y="722"/>
                  </a:cubicBezTo>
                  <a:cubicBezTo>
                    <a:pt x="170" y="96"/>
                    <a:pt x="170" y="96"/>
                    <a:pt x="170" y="96"/>
                  </a:cubicBezTo>
                  <a:cubicBezTo>
                    <a:pt x="170" y="95"/>
                    <a:pt x="170" y="95"/>
                    <a:pt x="170" y="94"/>
                  </a:cubicBezTo>
                  <a:cubicBezTo>
                    <a:pt x="170" y="44"/>
                    <a:pt x="170" y="44"/>
                    <a:pt x="170" y="44"/>
                  </a:cubicBezTo>
                  <a:cubicBezTo>
                    <a:pt x="155" y="27"/>
                    <a:pt x="146" y="17"/>
                    <a:pt x="131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19" y="14"/>
                    <a:pt x="12" y="21"/>
                    <a:pt x="0" y="35"/>
                  </a:cubicBezTo>
                  <a:close/>
                </a:path>
              </a:pathLst>
            </a:custGeom>
            <a:solidFill>
              <a:srgbClr val="2387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39" name="Freeform 2043">
              <a:extLst>
                <a:ext uri="{FF2B5EF4-FFF2-40B4-BE49-F238E27FC236}">
                  <a16:creationId xmlns:a16="http://schemas.microsoft.com/office/drawing/2014/main" id="{BB50AF77-DEAE-4DCF-9830-5D9B0BDC384E}"/>
                </a:ext>
              </a:extLst>
            </p:cNvPr>
            <p:cNvSpPr>
              <a:spLocks/>
            </p:cNvSpPr>
            <p:nvPr/>
          </p:nvSpPr>
          <p:spPr bwMode="gray">
            <a:xfrm>
              <a:off x="6825437" y="6255436"/>
              <a:ext cx="173054" cy="84058"/>
            </a:xfrm>
            <a:custGeom>
              <a:avLst/>
              <a:gdLst>
                <a:gd name="T0" fmla="*/ 5048 w 5048"/>
                <a:gd name="T1" fmla="*/ 2452 h 2452"/>
                <a:gd name="T2" fmla="*/ 0 w 5048"/>
                <a:gd name="T3" fmla="*/ 2452 h 2452"/>
                <a:gd name="T4" fmla="*/ 0 w 5048"/>
                <a:gd name="T5" fmla="*/ 2336 h 2452"/>
                <a:gd name="T6" fmla="*/ 865 w 5048"/>
                <a:gd name="T7" fmla="*/ 0 h 2452"/>
                <a:gd name="T8" fmla="*/ 3923 w 5048"/>
                <a:gd name="T9" fmla="*/ 0 h 2452"/>
                <a:gd name="T10" fmla="*/ 5048 w 5048"/>
                <a:gd name="T11" fmla="*/ 2452 h 2452"/>
                <a:gd name="T12" fmla="*/ 5048 w 5048"/>
                <a:gd name="T13" fmla="*/ 2452 h 2452"/>
                <a:gd name="T14" fmla="*/ 5048 w 5048"/>
                <a:gd name="T15" fmla="*/ 2452 h 2452"/>
                <a:gd name="T16" fmla="*/ 5048 w 5048"/>
                <a:gd name="T17" fmla="*/ 2452 h 2452"/>
                <a:gd name="T18" fmla="*/ 5048 w 5048"/>
                <a:gd name="T19" fmla="*/ 2452 h 2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48" h="2452">
                  <a:moveTo>
                    <a:pt x="5048" y="2452"/>
                  </a:moveTo>
                  <a:lnTo>
                    <a:pt x="0" y="2452"/>
                  </a:lnTo>
                  <a:lnTo>
                    <a:pt x="0" y="2336"/>
                  </a:lnTo>
                  <a:lnTo>
                    <a:pt x="865" y="0"/>
                  </a:lnTo>
                  <a:lnTo>
                    <a:pt x="3923" y="0"/>
                  </a:lnTo>
                  <a:lnTo>
                    <a:pt x="5048" y="2452"/>
                  </a:lnTo>
                  <a:lnTo>
                    <a:pt x="5048" y="2452"/>
                  </a:lnTo>
                  <a:lnTo>
                    <a:pt x="5048" y="2452"/>
                  </a:lnTo>
                  <a:lnTo>
                    <a:pt x="5048" y="2452"/>
                  </a:lnTo>
                  <a:lnTo>
                    <a:pt x="5048" y="2452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40" name="Freeform 2044">
              <a:extLst>
                <a:ext uri="{FF2B5EF4-FFF2-40B4-BE49-F238E27FC236}">
                  <a16:creationId xmlns:a16="http://schemas.microsoft.com/office/drawing/2014/main" id="{C0D535A2-E1A5-4EBC-87F3-E00FDABA4B6A}"/>
                </a:ext>
              </a:extLst>
            </p:cNvPr>
            <p:cNvSpPr>
              <a:spLocks/>
            </p:cNvSpPr>
            <p:nvPr/>
          </p:nvSpPr>
          <p:spPr bwMode="gray">
            <a:xfrm>
              <a:off x="6653375" y="6255436"/>
              <a:ext cx="172060" cy="84058"/>
            </a:xfrm>
            <a:custGeom>
              <a:avLst/>
              <a:gdLst>
                <a:gd name="T0" fmla="*/ 5019 w 5019"/>
                <a:gd name="T1" fmla="*/ 2336 h 2452"/>
                <a:gd name="T2" fmla="*/ 5019 w 5019"/>
                <a:gd name="T3" fmla="*/ 2452 h 2452"/>
                <a:gd name="T4" fmla="*/ 0 w 5019"/>
                <a:gd name="T5" fmla="*/ 2452 h 2452"/>
                <a:gd name="T6" fmla="*/ 1096 w 5019"/>
                <a:gd name="T7" fmla="*/ 0 h 2452"/>
                <a:gd name="T8" fmla="*/ 4154 w 5019"/>
                <a:gd name="T9" fmla="*/ 0 h 2452"/>
                <a:gd name="T10" fmla="*/ 5019 w 5019"/>
                <a:gd name="T11" fmla="*/ 2336 h 2452"/>
                <a:gd name="T12" fmla="*/ 5019 w 5019"/>
                <a:gd name="T13" fmla="*/ 2336 h 2452"/>
                <a:gd name="T14" fmla="*/ 5019 w 5019"/>
                <a:gd name="T15" fmla="*/ 2336 h 2452"/>
                <a:gd name="T16" fmla="*/ 5019 w 5019"/>
                <a:gd name="T17" fmla="*/ 2336 h 2452"/>
                <a:gd name="T18" fmla="*/ 5019 w 5019"/>
                <a:gd name="T19" fmla="*/ 2336 h 2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19" h="2452">
                  <a:moveTo>
                    <a:pt x="5019" y="2336"/>
                  </a:moveTo>
                  <a:lnTo>
                    <a:pt x="5019" y="2452"/>
                  </a:lnTo>
                  <a:lnTo>
                    <a:pt x="0" y="2452"/>
                  </a:lnTo>
                  <a:lnTo>
                    <a:pt x="1096" y="0"/>
                  </a:lnTo>
                  <a:lnTo>
                    <a:pt x="4154" y="0"/>
                  </a:lnTo>
                  <a:lnTo>
                    <a:pt x="5019" y="2336"/>
                  </a:lnTo>
                  <a:lnTo>
                    <a:pt x="5019" y="2336"/>
                  </a:lnTo>
                  <a:lnTo>
                    <a:pt x="5019" y="2336"/>
                  </a:lnTo>
                  <a:lnTo>
                    <a:pt x="5019" y="2336"/>
                  </a:lnTo>
                  <a:lnTo>
                    <a:pt x="5019" y="2336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41" name="Rectangle 2045">
              <a:extLst>
                <a:ext uri="{FF2B5EF4-FFF2-40B4-BE49-F238E27FC236}">
                  <a16:creationId xmlns:a16="http://schemas.microsoft.com/office/drawing/2014/main" id="{79BAF718-AE6C-4B19-B445-640E7912264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601987" y="5565138"/>
              <a:ext cx="448886" cy="34625"/>
            </a:xfrm>
            <a:prstGeom prst="rect">
              <a:avLst/>
            </a:pr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42" name="Freeform 2046">
              <a:extLst>
                <a:ext uri="{FF2B5EF4-FFF2-40B4-BE49-F238E27FC236}">
                  <a16:creationId xmlns:a16="http://schemas.microsoft.com/office/drawing/2014/main" id="{4F565ED0-99BF-4D63-82C4-5811C8B67B9C}"/>
                </a:ext>
              </a:extLst>
            </p:cNvPr>
            <p:cNvSpPr>
              <a:spLocks/>
            </p:cNvSpPr>
            <p:nvPr/>
          </p:nvSpPr>
          <p:spPr bwMode="gray">
            <a:xfrm>
              <a:off x="6611859" y="5384165"/>
              <a:ext cx="105794" cy="107782"/>
            </a:xfrm>
            <a:custGeom>
              <a:avLst/>
              <a:gdLst>
                <a:gd name="T0" fmla="*/ 2394 w 3086"/>
                <a:gd name="T1" fmla="*/ 1789 h 3144"/>
                <a:gd name="T2" fmla="*/ 375 w 3086"/>
                <a:gd name="T3" fmla="*/ 0 h 3144"/>
                <a:gd name="T4" fmla="*/ 0 w 3086"/>
                <a:gd name="T5" fmla="*/ 3144 h 3144"/>
                <a:gd name="T6" fmla="*/ 3086 w 3086"/>
                <a:gd name="T7" fmla="*/ 3144 h 3144"/>
                <a:gd name="T8" fmla="*/ 2394 w 3086"/>
                <a:gd name="T9" fmla="*/ 1789 h 3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86" h="3144">
                  <a:moveTo>
                    <a:pt x="2394" y="1789"/>
                  </a:moveTo>
                  <a:lnTo>
                    <a:pt x="375" y="0"/>
                  </a:lnTo>
                  <a:lnTo>
                    <a:pt x="0" y="3144"/>
                  </a:lnTo>
                  <a:lnTo>
                    <a:pt x="3086" y="3144"/>
                  </a:lnTo>
                  <a:lnTo>
                    <a:pt x="2394" y="1789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43" name="Freeform 2047">
              <a:extLst>
                <a:ext uri="{FF2B5EF4-FFF2-40B4-BE49-F238E27FC236}">
                  <a16:creationId xmlns:a16="http://schemas.microsoft.com/office/drawing/2014/main" id="{78E13A8A-9E47-435D-8510-FB908DEE169C}"/>
                </a:ext>
              </a:extLst>
            </p:cNvPr>
            <p:cNvSpPr>
              <a:spLocks/>
            </p:cNvSpPr>
            <p:nvPr/>
          </p:nvSpPr>
          <p:spPr bwMode="gray">
            <a:xfrm>
              <a:off x="6957934" y="5394073"/>
              <a:ext cx="84059" cy="97874"/>
            </a:xfrm>
            <a:custGeom>
              <a:avLst/>
              <a:gdLst>
                <a:gd name="T0" fmla="*/ 0 w 2452"/>
                <a:gd name="T1" fmla="*/ 1269 h 2855"/>
                <a:gd name="T2" fmla="*/ 0 w 2452"/>
                <a:gd name="T3" fmla="*/ 2855 h 2855"/>
                <a:gd name="T4" fmla="*/ 2452 w 2452"/>
                <a:gd name="T5" fmla="*/ 2855 h 2855"/>
                <a:gd name="T6" fmla="*/ 2452 w 2452"/>
                <a:gd name="T7" fmla="*/ 0 h 2855"/>
                <a:gd name="T8" fmla="*/ 0 w 2452"/>
                <a:gd name="T9" fmla="*/ 1269 h 28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52" h="2855">
                  <a:moveTo>
                    <a:pt x="0" y="1269"/>
                  </a:moveTo>
                  <a:lnTo>
                    <a:pt x="0" y="2855"/>
                  </a:lnTo>
                  <a:lnTo>
                    <a:pt x="2452" y="2855"/>
                  </a:lnTo>
                  <a:lnTo>
                    <a:pt x="2452" y="0"/>
                  </a:lnTo>
                  <a:lnTo>
                    <a:pt x="0" y="1269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44" name="Freeform 2048">
              <a:extLst>
                <a:ext uri="{FF2B5EF4-FFF2-40B4-BE49-F238E27FC236}">
                  <a16:creationId xmlns:a16="http://schemas.microsoft.com/office/drawing/2014/main" id="{0A8C4400-44F3-479D-8F68-9AA10740655F}"/>
                </a:ext>
              </a:extLst>
            </p:cNvPr>
            <p:cNvSpPr>
              <a:spLocks/>
            </p:cNvSpPr>
            <p:nvPr/>
          </p:nvSpPr>
          <p:spPr bwMode="gray">
            <a:xfrm>
              <a:off x="6653375" y="5217040"/>
              <a:ext cx="348063" cy="274906"/>
            </a:xfrm>
            <a:custGeom>
              <a:avLst/>
              <a:gdLst>
                <a:gd name="T0" fmla="*/ 635 w 10153"/>
                <a:gd name="T1" fmla="*/ 8019 h 8019"/>
                <a:gd name="T2" fmla="*/ 0 w 10153"/>
                <a:gd name="T3" fmla="*/ 0 h 8019"/>
                <a:gd name="T4" fmla="*/ 10153 w 10153"/>
                <a:gd name="T5" fmla="*/ 0 h 8019"/>
                <a:gd name="T6" fmla="*/ 9461 w 10153"/>
                <a:gd name="T7" fmla="*/ 8019 h 8019"/>
                <a:gd name="T8" fmla="*/ 635 w 10153"/>
                <a:gd name="T9" fmla="*/ 8019 h 80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53" h="8019">
                  <a:moveTo>
                    <a:pt x="635" y="8019"/>
                  </a:moveTo>
                  <a:lnTo>
                    <a:pt x="0" y="0"/>
                  </a:lnTo>
                  <a:lnTo>
                    <a:pt x="10153" y="0"/>
                  </a:lnTo>
                  <a:lnTo>
                    <a:pt x="9461" y="8019"/>
                  </a:lnTo>
                  <a:lnTo>
                    <a:pt x="635" y="8019"/>
                  </a:lnTo>
                  <a:close/>
                </a:path>
              </a:pathLst>
            </a:custGeom>
            <a:solidFill>
              <a:srgbClr val="EB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45" name="Freeform 2049">
              <a:extLst>
                <a:ext uri="{FF2B5EF4-FFF2-40B4-BE49-F238E27FC236}">
                  <a16:creationId xmlns:a16="http://schemas.microsoft.com/office/drawing/2014/main" id="{64C41E82-C1DA-4EB6-8707-D5847F228D2F}"/>
                </a:ext>
              </a:extLst>
            </p:cNvPr>
            <p:cNvSpPr>
              <a:spLocks/>
            </p:cNvSpPr>
            <p:nvPr/>
          </p:nvSpPr>
          <p:spPr bwMode="gray">
            <a:xfrm>
              <a:off x="6874869" y="5431646"/>
              <a:ext cx="149298" cy="60301"/>
            </a:xfrm>
            <a:custGeom>
              <a:avLst/>
              <a:gdLst>
                <a:gd name="T0" fmla="*/ 606 w 4355"/>
                <a:gd name="T1" fmla="*/ 1759 h 1759"/>
                <a:gd name="T2" fmla="*/ 606 w 4355"/>
                <a:gd name="T3" fmla="*/ 1644 h 1759"/>
                <a:gd name="T4" fmla="*/ 0 w 4355"/>
                <a:gd name="T5" fmla="*/ 0 h 1759"/>
                <a:gd name="T6" fmla="*/ 3519 w 4355"/>
                <a:gd name="T7" fmla="*/ 0 h 1759"/>
                <a:gd name="T8" fmla="*/ 4355 w 4355"/>
                <a:gd name="T9" fmla="*/ 1759 h 1759"/>
                <a:gd name="T10" fmla="*/ 4355 w 4355"/>
                <a:gd name="T11" fmla="*/ 1759 h 1759"/>
                <a:gd name="T12" fmla="*/ 4355 w 4355"/>
                <a:gd name="T13" fmla="*/ 1759 h 1759"/>
                <a:gd name="T14" fmla="*/ 4355 w 4355"/>
                <a:gd name="T15" fmla="*/ 1759 h 1759"/>
                <a:gd name="T16" fmla="*/ 606 w 4355"/>
                <a:gd name="T17" fmla="*/ 1759 h 1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55" h="1759">
                  <a:moveTo>
                    <a:pt x="606" y="1759"/>
                  </a:moveTo>
                  <a:lnTo>
                    <a:pt x="606" y="1644"/>
                  </a:lnTo>
                  <a:lnTo>
                    <a:pt x="0" y="0"/>
                  </a:lnTo>
                  <a:lnTo>
                    <a:pt x="3519" y="0"/>
                  </a:lnTo>
                  <a:lnTo>
                    <a:pt x="4355" y="1759"/>
                  </a:lnTo>
                  <a:lnTo>
                    <a:pt x="4355" y="1759"/>
                  </a:lnTo>
                  <a:lnTo>
                    <a:pt x="4355" y="1759"/>
                  </a:lnTo>
                  <a:lnTo>
                    <a:pt x="4355" y="1759"/>
                  </a:lnTo>
                  <a:lnTo>
                    <a:pt x="606" y="1759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46" name="Freeform 2050">
              <a:extLst>
                <a:ext uri="{FF2B5EF4-FFF2-40B4-BE49-F238E27FC236}">
                  <a16:creationId xmlns:a16="http://schemas.microsoft.com/office/drawing/2014/main" id="{827F9869-2E05-41A5-9DE3-B3667186EAFB}"/>
                </a:ext>
              </a:extLst>
            </p:cNvPr>
            <p:cNvSpPr>
              <a:spLocks/>
            </p:cNvSpPr>
            <p:nvPr/>
          </p:nvSpPr>
          <p:spPr bwMode="gray">
            <a:xfrm>
              <a:off x="6637572" y="5431646"/>
              <a:ext cx="143366" cy="60301"/>
            </a:xfrm>
            <a:custGeom>
              <a:avLst/>
              <a:gdLst>
                <a:gd name="T0" fmla="*/ 3490 w 4182"/>
                <a:gd name="T1" fmla="*/ 1644 h 1759"/>
                <a:gd name="T2" fmla="*/ 3490 w 4182"/>
                <a:gd name="T3" fmla="*/ 1759 h 1759"/>
                <a:gd name="T4" fmla="*/ 0 w 4182"/>
                <a:gd name="T5" fmla="*/ 1759 h 1759"/>
                <a:gd name="T6" fmla="*/ 750 w 4182"/>
                <a:gd name="T7" fmla="*/ 0 h 1759"/>
                <a:gd name="T8" fmla="*/ 4182 w 4182"/>
                <a:gd name="T9" fmla="*/ 0 h 1759"/>
                <a:gd name="T10" fmla="*/ 3490 w 4182"/>
                <a:gd name="T11" fmla="*/ 1644 h 1759"/>
                <a:gd name="T12" fmla="*/ 3490 w 4182"/>
                <a:gd name="T13" fmla="*/ 1644 h 1759"/>
                <a:gd name="T14" fmla="*/ 3490 w 4182"/>
                <a:gd name="T15" fmla="*/ 1644 h 1759"/>
                <a:gd name="T16" fmla="*/ 3490 w 4182"/>
                <a:gd name="T17" fmla="*/ 1644 h 1759"/>
                <a:gd name="T18" fmla="*/ 3490 w 4182"/>
                <a:gd name="T19" fmla="*/ 1644 h 1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82" h="1759">
                  <a:moveTo>
                    <a:pt x="3490" y="1644"/>
                  </a:moveTo>
                  <a:lnTo>
                    <a:pt x="3490" y="1759"/>
                  </a:lnTo>
                  <a:lnTo>
                    <a:pt x="0" y="1759"/>
                  </a:lnTo>
                  <a:lnTo>
                    <a:pt x="750" y="0"/>
                  </a:lnTo>
                  <a:lnTo>
                    <a:pt x="4182" y="0"/>
                  </a:lnTo>
                  <a:lnTo>
                    <a:pt x="3490" y="1644"/>
                  </a:lnTo>
                  <a:lnTo>
                    <a:pt x="3490" y="1644"/>
                  </a:lnTo>
                  <a:lnTo>
                    <a:pt x="3490" y="1644"/>
                  </a:lnTo>
                  <a:lnTo>
                    <a:pt x="3490" y="1644"/>
                  </a:lnTo>
                  <a:lnTo>
                    <a:pt x="3490" y="1644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47" name="Freeform 2051">
              <a:extLst>
                <a:ext uri="{FF2B5EF4-FFF2-40B4-BE49-F238E27FC236}">
                  <a16:creationId xmlns:a16="http://schemas.microsoft.com/office/drawing/2014/main" id="{651AE214-EF3D-4FF4-BDAD-56A852F43853}"/>
                </a:ext>
              </a:extLst>
            </p:cNvPr>
            <p:cNvSpPr>
              <a:spLocks/>
            </p:cNvSpPr>
            <p:nvPr/>
          </p:nvSpPr>
          <p:spPr bwMode="gray">
            <a:xfrm>
              <a:off x="8155363" y="5774807"/>
              <a:ext cx="533940" cy="55365"/>
            </a:xfrm>
            <a:custGeom>
              <a:avLst/>
              <a:gdLst>
                <a:gd name="T0" fmla="*/ 485 w 540"/>
                <a:gd name="T1" fmla="*/ 0 h 56"/>
                <a:gd name="T2" fmla="*/ 56 w 540"/>
                <a:gd name="T3" fmla="*/ 0 h 56"/>
                <a:gd name="T4" fmla="*/ 0 w 540"/>
                <a:gd name="T5" fmla="*/ 56 h 56"/>
                <a:gd name="T6" fmla="*/ 540 w 540"/>
                <a:gd name="T7" fmla="*/ 56 h 56"/>
                <a:gd name="T8" fmla="*/ 485 w 540"/>
                <a:gd name="T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56">
                  <a:moveTo>
                    <a:pt x="485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540" y="56"/>
                    <a:pt x="540" y="56"/>
                    <a:pt x="540" y="56"/>
                  </a:cubicBezTo>
                  <a:cubicBezTo>
                    <a:pt x="540" y="25"/>
                    <a:pt x="515" y="0"/>
                    <a:pt x="485" y="0"/>
                  </a:cubicBez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48" name="Freeform 2052">
              <a:extLst>
                <a:ext uri="{FF2B5EF4-FFF2-40B4-BE49-F238E27FC236}">
                  <a16:creationId xmlns:a16="http://schemas.microsoft.com/office/drawing/2014/main" id="{F46EA028-6387-4B8E-9E6E-E5AD6970532E}"/>
                </a:ext>
              </a:extLst>
            </p:cNvPr>
            <p:cNvSpPr>
              <a:spLocks/>
            </p:cNvSpPr>
            <p:nvPr/>
          </p:nvSpPr>
          <p:spPr bwMode="gray">
            <a:xfrm>
              <a:off x="8155363" y="5830171"/>
              <a:ext cx="533940" cy="37573"/>
            </a:xfrm>
            <a:custGeom>
              <a:avLst/>
              <a:gdLst>
                <a:gd name="T0" fmla="*/ 0 w 15575"/>
                <a:gd name="T1" fmla="*/ 0 h 1096"/>
                <a:gd name="T2" fmla="*/ 15575 w 15575"/>
                <a:gd name="T3" fmla="*/ 0 h 1096"/>
                <a:gd name="T4" fmla="*/ 15575 w 15575"/>
                <a:gd name="T5" fmla="*/ 1096 h 1096"/>
                <a:gd name="T6" fmla="*/ 0 w 15575"/>
                <a:gd name="T7" fmla="*/ 1096 h 1096"/>
                <a:gd name="T8" fmla="*/ 0 w 15575"/>
                <a:gd name="T9" fmla="*/ 0 h 1096"/>
                <a:gd name="T10" fmla="*/ 0 w 15575"/>
                <a:gd name="T11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75" h="1096">
                  <a:moveTo>
                    <a:pt x="0" y="0"/>
                  </a:moveTo>
                  <a:lnTo>
                    <a:pt x="15575" y="0"/>
                  </a:lnTo>
                  <a:lnTo>
                    <a:pt x="15575" y="1096"/>
                  </a:lnTo>
                  <a:lnTo>
                    <a:pt x="0" y="109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49" name="Freeform 2053">
              <a:extLst>
                <a:ext uri="{FF2B5EF4-FFF2-40B4-BE49-F238E27FC236}">
                  <a16:creationId xmlns:a16="http://schemas.microsoft.com/office/drawing/2014/main" id="{A150A7AF-7088-4560-8AC3-56BE921FB3A6}"/>
                </a:ext>
              </a:extLst>
            </p:cNvPr>
            <p:cNvSpPr>
              <a:spLocks/>
            </p:cNvSpPr>
            <p:nvPr/>
          </p:nvSpPr>
          <p:spPr bwMode="gray">
            <a:xfrm>
              <a:off x="8170173" y="6115979"/>
              <a:ext cx="504285" cy="22763"/>
            </a:xfrm>
            <a:custGeom>
              <a:avLst/>
              <a:gdLst>
                <a:gd name="T0" fmla="*/ 0 w 14710"/>
                <a:gd name="T1" fmla="*/ 0 h 664"/>
                <a:gd name="T2" fmla="*/ 14710 w 14710"/>
                <a:gd name="T3" fmla="*/ 0 h 664"/>
                <a:gd name="T4" fmla="*/ 14710 w 14710"/>
                <a:gd name="T5" fmla="*/ 664 h 664"/>
                <a:gd name="T6" fmla="*/ 0 w 14710"/>
                <a:gd name="T7" fmla="*/ 664 h 664"/>
                <a:gd name="T8" fmla="*/ 0 w 14710"/>
                <a:gd name="T9" fmla="*/ 0 h 664"/>
                <a:gd name="T10" fmla="*/ 0 w 14710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710" h="664">
                  <a:moveTo>
                    <a:pt x="0" y="0"/>
                  </a:moveTo>
                  <a:lnTo>
                    <a:pt x="14710" y="0"/>
                  </a:lnTo>
                  <a:lnTo>
                    <a:pt x="14710" y="664"/>
                  </a:lnTo>
                  <a:lnTo>
                    <a:pt x="0" y="66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50" name="Freeform 2054">
              <a:extLst>
                <a:ext uri="{FF2B5EF4-FFF2-40B4-BE49-F238E27FC236}">
                  <a16:creationId xmlns:a16="http://schemas.microsoft.com/office/drawing/2014/main" id="{5F1C88E2-8B2B-46CF-BBA9-1E7F82556E0B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8357" y="5120126"/>
              <a:ext cx="121598" cy="371821"/>
            </a:xfrm>
            <a:custGeom>
              <a:avLst/>
              <a:gdLst>
                <a:gd name="T0" fmla="*/ 1240 w 3547"/>
                <a:gd name="T1" fmla="*/ 0 h 10846"/>
                <a:gd name="T2" fmla="*/ 317 w 3547"/>
                <a:gd name="T3" fmla="*/ 5135 h 10846"/>
                <a:gd name="T4" fmla="*/ 0 w 3547"/>
                <a:gd name="T5" fmla="*/ 8106 h 10846"/>
                <a:gd name="T6" fmla="*/ 548 w 3547"/>
                <a:gd name="T7" fmla="*/ 10846 h 10846"/>
                <a:gd name="T8" fmla="*/ 2538 w 3547"/>
                <a:gd name="T9" fmla="*/ 10846 h 10846"/>
                <a:gd name="T10" fmla="*/ 3547 w 3547"/>
                <a:gd name="T11" fmla="*/ 8798 h 10846"/>
                <a:gd name="T12" fmla="*/ 3547 w 3547"/>
                <a:gd name="T13" fmla="*/ 0 h 10846"/>
                <a:gd name="T14" fmla="*/ 1240 w 3547"/>
                <a:gd name="T15" fmla="*/ 0 h 10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47" h="10846">
                  <a:moveTo>
                    <a:pt x="1240" y="0"/>
                  </a:moveTo>
                  <a:lnTo>
                    <a:pt x="317" y="5135"/>
                  </a:lnTo>
                  <a:lnTo>
                    <a:pt x="0" y="8106"/>
                  </a:lnTo>
                  <a:lnTo>
                    <a:pt x="548" y="10846"/>
                  </a:lnTo>
                  <a:lnTo>
                    <a:pt x="2538" y="10846"/>
                  </a:lnTo>
                  <a:lnTo>
                    <a:pt x="3547" y="8798"/>
                  </a:lnTo>
                  <a:lnTo>
                    <a:pt x="3547" y="0"/>
                  </a:lnTo>
                  <a:lnTo>
                    <a:pt x="1240" y="0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51" name="Freeform 2055">
              <a:extLst>
                <a:ext uri="{FF2B5EF4-FFF2-40B4-BE49-F238E27FC236}">
                  <a16:creationId xmlns:a16="http://schemas.microsoft.com/office/drawing/2014/main" id="{B0D47087-92C7-40DF-8B56-F4E80332B37E}"/>
                </a:ext>
              </a:extLst>
            </p:cNvPr>
            <p:cNvSpPr>
              <a:spLocks/>
            </p:cNvSpPr>
            <p:nvPr/>
          </p:nvSpPr>
          <p:spPr bwMode="gray">
            <a:xfrm>
              <a:off x="8155363" y="5455367"/>
              <a:ext cx="31642" cy="884129"/>
            </a:xfrm>
            <a:custGeom>
              <a:avLst/>
              <a:gdLst>
                <a:gd name="T0" fmla="*/ 0 w 923"/>
                <a:gd name="T1" fmla="*/ 0 h 25790"/>
                <a:gd name="T2" fmla="*/ 923 w 923"/>
                <a:gd name="T3" fmla="*/ 0 h 25790"/>
                <a:gd name="T4" fmla="*/ 923 w 923"/>
                <a:gd name="T5" fmla="*/ 25790 h 25790"/>
                <a:gd name="T6" fmla="*/ 0 w 923"/>
                <a:gd name="T7" fmla="*/ 25790 h 25790"/>
                <a:gd name="T8" fmla="*/ 0 w 923"/>
                <a:gd name="T9" fmla="*/ 0 h 25790"/>
                <a:gd name="T10" fmla="*/ 0 w 923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3" h="25790">
                  <a:moveTo>
                    <a:pt x="0" y="0"/>
                  </a:moveTo>
                  <a:lnTo>
                    <a:pt x="923" y="0"/>
                  </a:lnTo>
                  <a:lnTo>
                    <a:pt x="923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52" name="Freeform 2056">
              <a:extLst>
                <a:ext uri="{FF2B5EF4-FFF2-40B4-BE49-F238E27FC236}">
                  <a16:creationId xmlns:a16="http://schemas.microsoft.com/office/drawing/2014/main" id="{63291F21-D514-44AF-B702-30C463488FC2}"/>
                </a:ext>
              </a:extLst>
            </p:cNvPr>
            <p:cNvSpPr>
              <a:spLocks/>
            </p:cNvSpPr>
            <p:nvPr/>
          </p:nvSpPr>
          <p:spPr bwMode="gray">
            <a:xfrm>
              <a:off x="8658654" y="5455367"/>
              <a:ext cx="30648" cy="884129"/>
            </a:xfrm>
            <a:custGeom>
              <a:avLst/>
              <a:gdLst>
                <a:gd name="T0" fmla="*/ 0 w 894"/>
                <a:gd name="T1" fmla="*/ 0 h 25790"/>
                <a:gd name="T2" fmla="*/ 894 w 894"/>
                <a:gd name="T3" fmla="*/ 0 h 25790"/>
                <a:gd name="T4" fmla="*/ 894 w 894"/>
                <a:gd name="T5" fmla="*/ 25790 h 25790"/>
                <a:gd name="T6" fmla="*/ 0 w 894"/>
                <a:gd name="T7" fmla="*/ 25790 h 25790"/>
                <a:gd name="T8" fmla="*/ 0 w 894"/>
                <a:gd name="T9" fmla="*/ 0 h 25790"/>
                <a:gd name="T10" fmla="*/ 0 w 894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4" h="25790">
                  <a:moveTo>
                    <a:pt x="0" y="0"/>
                  </a:moveTo>
                  <a:lnTo>
                    <a:pt x="894" y="0"/>
                  </a:lnTo>
                  <a:lnTo>
                    <a:pt x="894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53" name="Freeform 2057">
              <a:extLst>
                <a:ext uri="{FF2B5EF4-FFF2-40B4-BE49-F238E27FC236}">
                  <a16:creationId xmlns:a16="http://schemas.microsoft.com/office/drawing/2014/main" id="{57C79B19-C7F9-4336-A571-5F550FC57197}"/>
                </a:ext>
              </a:extLst>
            </p:cNvPr>
            <p:cNvSpPr>
              <a:spLocks/>
            </p:cNvSpPr>
            <p:nvPr/>
          </p:nvSpPr>
          <p:spPr bwMode="gray">
            <a:xfrm>
              <a:off x="8155363" y="5246696"/>
              <a:ext cx="533940" cy="208673"/>
            </a:xfrm>
            <a:custGeom>
              <a:avLst/>
              <a:gdLst>
                <a:gd name="T0" fmla="*/ 404 w 540"/>
                <a:gd name="T1" fmla="*/ 0 h 211"/>
                <a:gd name="T2" fmla="*/ 136 w 540"/>
                <a:gd name="T3" fmla="*/ 0 h 211"/>
                <a:gd name="T4" fmla="*/ 0 w 540"/>
                <a:gd name="T5" fmla="*/ 119 h 211"/>
                <a:gd name="T6" fmla="*/ 0 w 540"/>
                <a:gd name="T7" fmla="*/ 211 h 211"/>
                <a:gd name="T8" fmla="*/ 540 w 540"/>
                <a:gd name="T9" fmla="*/ 211 h 211"/>
                <a:gd name="T10" fmla="*/ 540 w 540"/>
                <a:gd name="T11" fmla="*/ 119 h 211"/>
                <a:gd name="T12" fmla="*/ 404 w 540"/>
                <a:gd name="T13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0" h="211">
                  <a:moveTo>
                    <a:pt x="404" y="0"/>
                  </a:moveTo>
                  <a:cubicBezTo>
                    <a:pt x="136" y="0"/>
                    <a:pt x="136" y="0"/>
                    <a:pt x="136" y="0"/>
                  </a:cubicBezTo>
                  <a:cubicBezTo>
                    <a:pt x="61" y="0"/>
                    <a:pt x="0" y="53"/>
                    <a:pt x="0" y="119"/>
                  </a:cubicBezTo>
                  <a:cubicBezTo>
                    <a:pt x="0" y="211"/>
                    <a:pt x="0" y="211"/>
                    <a:pt x="0" y="211"/>
                  </a:cubicBezTo>
                  <a:cubicBezTo>
                    <a:pt x="540" y="211"/>
                    <a:pt x="540" y="211"/>
                    <a:pt x="540" y="211"/>
                  </a:cubicBezTo>
                  <a:cubicBezTo>
                    <a:pt x="540" y="119"/>
                    <a:pt x="540" y="119"/>
                    <a:pt x="540" y="119"/>
                  </a:cubicBezTo>
                  <a:cubicBezTo>
                    <a:pt x="540" y="53"/>
                    <a:pt x="479" y="0"/>
                    <a:pt x="404" y="0"/>
                  </a:cubicBez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54" name="Freeform 2058">
              <a:extLst>
                <a:ext uri="{FF2B5EF4-FFF2-40B4-BE49-F238E27FC236}">
                  <a16:creationId xmlns:a16="http://schemas.microsoft.com/office/drawing/2014/main" id="{CDAED7E9-E4C4-4B67-A75D-A2CCCD25AC22}"/>
                </a:ext>
              </a:extLst>
            </p:cNvPr>
            <p:cNvSpPr>
              <a:spLocks/>
            </p:cNvSpPr>
            <p:nvPr/>
          </p:nvSpPr>
          <p:spPr bwMode="gray">
            <a:xfrm>
              <a:off x="8609220" y="5142856"/>
              <a:ext cx="118649" cy="349091"/>
            </a:xfrm>
            <a:custGeom>
              <a:avLst/>
              <a:gdLst>
                <a:gd name="T0" fmla="*/ 3288 w 3461"/>
                <a:gd name="T1" fmla="*/ 6578 h 10183"/>
                <a:gd name="T2" fmla="*/ 3461 w 3461"/>
                <a:gd name="T3" fmla="*/ 0 h 10183"/>
                <a:gd name="T4" fmla="*/ 259 w 3461"/>
                <a:gd name="T5" fmla="*/ 29 h 10183"/>
                <a:gd name="T6" fmla="*/ 778 w 3461"/>
                <a:gd name="T7" fmla="*/ 5366 h 10183"/>
                <a:gd name="T8" fmla="*/ 0 w 3461"/>
                <a:gd name="T9" fmla="*/ 7933 h 10183"/>
                <a:gd name="T10" fmla="*/ 634 w 3461"/>
                <a:gd name="T11" fmla="*/ 10183 h 10183"/>
                <a:gd name="T12" fmla="*/ 2048 w 3461"/>
                <a:gd name="T13" fmla="*/ 9001 h 10183"/>
                <a:gd name="T14" fmla="*/ 3288 w 3461"/>
                <a:gd name="T15" fmla="*/ 6578 h 10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61" h="10183">
                  <a:moveTo>
                    <a:pt x="3288" y="6578"/>
                  </a:moveTo>
                  <a:lnTo>
                    <a:pt x="3461" y="0"/>
                  </a:lnTo>
                  <a:lnTo>
                    <a:pt x="259" y="29"/>
                  </a:lnTo>
                  <a:lnTo>
                    <a:pt x="778" y="5366"/>
                  </a:lnTo>
                  <a:lnTo>
                    <a:pt x="0" y="7933"/>
                  </a:lnTo>
                  <a:lnTo>
                    <a:pt x="634" y="10183"/>
                  </a:lnTo>
                  <a:lnTo>
                    <a:pt x="2048" y="9001"/>
                  </a:lnTo>
                  <a:lnTo>
                    <a:pt x="3288" y="6578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55" name="Freeform 2059">
              <a:extLst>
                <a:ext uri="{FF2B5EF4-FFF2-40B4-BE49-F238E27FC236}">
                  <a16:creationId xmlns:a16="http://schemas.microsoft.com/office/drawing/2014/main" id="{58EE1ED2-6C6B-4591-B1AE-4875AD96AD97}"/>
                </a:ext>
              </a:extLst>
            </p:cNvPr>
            <p:cNvSpPr>
              <a:spLocks/>
            </p:cNvSpPr>
            <p:nvPr/>
          </p:nvSpPr>
          <p:spPr bwMode="gray">
            <a:xfrm>
              <a:off x="8207746" y="4515875"/>
              <a:ext cx="403428" cy="619095"/>
            </a:xfrm>
            <a:custGeom>
              <a:avLst/>
              <a:gdLst>
                <a:gd name="T0" fmla="*/ 374 w 408"/>
                <a:gd name="T1" fmla="*/ 100 h 626"/>
                <a:gd name="T2" fmla="*/ 216 w 408"/>
                <a:gd name="T3" fmla="*/ 0 h 626"/>
                <a:gd name="T4" fmla="*/ 207 w 408"/>
                <a:gd name="T5" fmla="*/ 0 h 626"/>
                <a:gd name="T6" fmla="*/ 205 w 408"/>
                <a:gd name="T7" fmla="*/ 0 h 626"/>
                <a:gd name="T8" fmla="*/ 196 w 408"/>
                <a:gd name="T9" fmla="*/ 0 h 626"/>
                <a:gd name="T10" fmla="*/ 38 w 408"/>
                <a:gd name="T11" fmla="*/ 100 h 626"/>
                <a:gd name="T12" fmla="*/ 26 w 408"/>
                <a:gd name="T13" fmla="*/ 558 h 626"/>
                <a:gd name="T14" fmla="*/ 154 w 408"/>
                <a:gd name="T15" fmla="*/ 626 h 626"/>
                <a:gd name="T16" fmla="*/ 205 w 408"/>
                <a:gd name="T17" fmla="*/ 626 h 626"/>
                <a:gd name="T18" fmla="*/ 207 w 408"/>
                <a:gd name="T19" fmla="*/ 626 h 626"/>
                <a:gd name="T20" fmla="*/ 259 w 408"/>
                <a:gd name="T21" fmla="*/ 626 h 626"/>
                <a:gd name="T22" fmla="*/ 382 w 408"/>
                <a:gd name="T23" fmla="*/ 558 h 626"/>
                <a:gd name="T24" fmla="*/ 374 w 408"/>
                <a:gd name="T25" fmla="*/ 100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8" h="626">
                  <a:moveTo>
                    <a:pt x="374" y="100"/>
                  </a:moveTo>
                  <a:cubicBezTo>
                    <a:pt x="342" y="40"/>
                    <a:pt x="287" y="0"/>
                    <a:pt x="216" y="0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6" y="0"/>
                    <a:pt x="196" y="0"/>
                    <a:pt x="196" y="0"/>
                  </a:cubicBezTo>
                  <a:cubicBezTo>
                    <a:pt x="127" y="0"/>
                    <a:pt x="70" y="40"/>
                    <a:pt x="38" y="100"/>
                  </a:cubicBezTo>
                  <a:cubicBezTo>
                    <a:pt x="8" y="156"/>
                    <a:pt x="0" y="495"/>
                    <a:pt x="26" y="558"/>
                  </a:cubicBezTo>
                  <a:cubicBezTo>
                    <a:pt x="47" y="610"/>
                    <a:pt x="95" y="626"/>
                    <a:pt x="154" y="626"/>
                  </a:cubicBezTo>
                  <a:cubicBezTo>
                    <a:pt x="205" y="626"/>
                    <a:pt x="205" y="626"/>
                    <a:pt x="205" y="626"/>
                  </a:cubicBezTo>
                  <a:cubicBezTo>
                    <a:pt x="207" y="626"/>
                    <a:pt x="207" y="626"/>
                    <a:pt x="207" y="626"/>
                  </a:cubicBezTo>
                  <a:cubicBezTo>
                    <a:pt x="259" y="626"/>
                    <a:pt x="259" y="626"/>
                    <a:pt x="259" y="626"/>
                  </a:cubicBezTo>
                  <a:cubicBezTo>
                    <a:pt x="317" y="626"/>
                    <a:pt x="361" y="610"/>
                    <a:pt x="382" y="558"/>
                  </a:cubicBezTo>
                  <a:cubicBezTo>
                    <a:pt x="408" y="495"/>
                    <a:pt x="404" y="156"/>
                    <a:pt x="374" y="100"/>
                  </a:cubicBez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56" name="Freeform 2060">
              <a:extLst>
                <a:ext uri="{FF2B5EF4-FFF2-40B4-BE49-F238E27FC236}">
                  <a16:creationId xmlns:a16="http://schemas.microsoft.com/office/drawing/2014/main" id="{06D660E2-D0CC-4918-99B1-87ACA6EF8035}"/>
                </a:ext>
              </a:extLst>
            </p:cNvPr>
            <p:cNvSpPr>
              <a:spLocks/>
            </p:cNvSpPr>
            <p:nvPr/>
          </p:nvSpPr>
          <p:spPr bwMode="gray">
            <a:xfrm>
              <a:off x="8084160" y="4914435"/>
              <a:ext cx="651628" cy="638842"/>
            </a:xfrm>
            <a:custGeom>
              <a:avLst/>
              <a:gdLst>
                <a:gd name="T0" fmla="*/ 513 w 659"/>
                <a:gd name="T1" fmla="*/ 410 h 646"/>
                <a:gd name="T2" fmla="*/ 557 w 659"/>
                <a:gd name="T3" fmla="*/ 645 h 646"/>
                <a:gd name="T4" fmla="*/ 108 w 659"/>
                <a:gd name="T5" fmla="*/ 646 h 646"/>
                <a:gd name="T6" fmla="*/ 157 w 659"/>
                <a:gd name="T7" fmla="*/ 410 h 646"/>
                <a:gd name="T8" fmla="*/ 117 w 659"/>
                <a:gd name="T9" fmla="*/ 282 h 646"/>
                <a:gd name="T10" fmla="*/ 11 w 659"/>
                <a:gd name="T11" fmla="*/ 269 h 646"/>
                <a:gd name="T12" fmla="*/ 102 w 659"/>
                <a:gd name="T13" fmla="*/ 60 h 646"/>
                <a:gd name="T14" fmla="*/ 252 w 659"/>
                <a:gd name="T15" fmla="*/ 0 h 646"/>
                <a:gd name="T16" fmla="*/ 322 w 659"/>
                <a:gd name="T17" fmla="*/ 46 h 646"/>
                <a:gd name="T18" fmla="*/ 346 w 659"/>
                <a:gd name="T19" fmla="*/ 45 h 646"/>
                <a:gd name="T20" fmla="*/ 416 w 659"/>
                <a:gd name="T21" fmla="*/ 0 h 646"/>
                <a:gd name="T22" fmla="*/ 568 w 659"/>
                <a:gd name="T23" fmla="*/ 60 h 646"/>
                <a:gd name="T24" fmla="*/ 659 w 659"/>
                <a:gd name="T25" fmla="*/ 269 h 646"/>
                <a:gd name="T26" fmla="*/ 553 w 659"/>
                <a:gd name="T27" fmla="*/ 282 h 646"/>
                <a:gd name="T28" fmla="*/ 552 w 659"/>
                <a:gd name="T29" fmla="*/ 282 h 646"/>
                <a:gd name="T30" fmla="*/ 513 w 659"/>
                <a:gd name="T31" fmla="*/ 410 h 646"/>
                <a:gd name="T32" fmla="*/ 513 w 659"/>
                <a:gd name="T33" fmla="*/ 410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59" h="646">
                  <a:moveTo>
                    <a:pt x="513" y="410"/>
                  </a:moveTo>
                  <a:cubicBezTo>
                    <a:pt x="557" y="645"/>
                    <a:pt x="557" y="645"/>
                    <a:pt x="557" y="645"/>
                  </a:cubicBezTo>
                  <a:cubicBezTo>
                    <a:pt x="108" y="646"/>
                    <a:pt x="108" y="646"/>
                    <a:pt x="108" y="646"/>
                  </a:cubicBezTo>
                  <a:cubicBezTo>
                    <a:pt x="157" y="410"/>
                    <a:pt x="157" y="410"/>
                    <a:pt x="157" y="410"/>
                  </a:cubicBezTo>
                  <a:cubicBezTo>
                    <a:pt x="117" y="282"/>
                    <a:pt x="117" y="282"/>
                    <a:pt x="117" y="282"/>
                  </a:cubicBezTo>
                  <a:cubicBezTo>
                    <a:pt x="11" y="269"/>
                    <a:pt x="11" y="269"/>
                    <a:pt x="11" y="269"/>
                  </a:cubicBezTo>
                  <a:cubicBezTo>
                    <a:pt x="11" y="269"/>
                    <a:pt x="0" y="102"/>
                    <a:pt x="102" y="60"/>
                  </a:cubicBezTo>
                  <a:cubicBezTo>
                    <a:pt x="238" y="4"/>
                    <a:pt x="252" y="0"/>
                    <a:pt x="252" y="0"/>
                  </a:cubicBezTo>
                  <a:cubicBezTo>
                    <a:pt x="322" y="46"/>
                    <a:pt x="322" y="46"/>
                    <a:pt x="322" y="46"/>
                  </a:cubicBezTo>
                  <a:cubicBezTo>
                    <a:pt x="346" y="45"/>
                    <a:pt x="346" y="45"/>
                    <a:pt x="346" y="45"/>
                  </a:cubicBezTo>
                  <a:cubicBezTo>
                    <a:pt x="416" y="0"/>
                    <a:pt x="416" y="0"/>
                    <a:pt x="416" y="0"/>
                  </a:cubicBezTo>
                  <a:cubicBezTo>
                    <a:pt x="568" y="60"/>
                    <a:pt x="568" y="60"/>
                    <a:pt x="568" y="60"/>
                  </a:cubicBezTo>
                  <a:cubicBezTo>
                    <a:pt x="646" y="134"/>
                    <a:pt x="659" y="269"/>
                    <a:pt x="659" y="269"/>
                  </a:cubicBezTo>
                  <a:cubicBezTo>
                    <a:pt x="553" y="282"/>
                    <a:pt x="553" y="282"/>
                    <a:pt x="553" y="282"/>
                  </a:cubicBezTo>
                  <a:cubicBezTo>
                    <a:pt x="552" y="282"/>
                    <a:pt x="552" y="282"/>
                    <a:pt x="552" y="282"/>
                  </a:cubicBezTo>
                  <a:cubicBezTo>
                    <a:pt x="513" y="410"/>
                    <a:pt x="513" y="410"/>
                    <a:pt x="513" y="410"/>
                  </a:cubicBezTo>
                  <a:cubicBezTo>
                    <a:pt x="513" y="410"/>
                    <a:pt x="513" y="410"/>
                    <a:pt x="513" y="410"/>
                  </a:cubicBezTo>
                  <a:close/>
                </a:path>
              </a:pathLst>
            </a:custGeom>
            <a:solidFill>
              <a:srgbClr val="8796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57" name="Freeform 2061">
              <a:extLst>
                <a:ext uri="{FF2B5EF4-FFF2-40B4-BE49-F238E27FC236}">
                  <a16:creationId xmlns:a16="http://schemas.microsoft.com/office/drawing/2014/main" id="{5F63D238-BF05-4572-ACC8-8EAADB13EF1C}"/>
                </a:ext>
              </a:extLst>
            </p:cNvPr>
            <p:cNvSpPr>
              <a:spLocks/>
            </p:cNvSpPr>
            <p:nvPr/>
          </p:nvSpPr>
          <p:spPr bwMode="gray">
            <a:xfrm>
              <a:off x="8200856" y="5577994"/>
              <a:ext cx="430099" cy="196812"/>
            </a:xfrm>
            <a:custGeom>
              <a:avLst/>
              <a:gdLst>
                <a:gd name="T0" fmla="*/ 393 w 435"/>
                <a:gd name="T1" fmla="*/ 199 h 199"/>
                <a:gd name="T2" fmla="*/ 41 w 435"/>
                <a:gd name="T3" fmla="*/ 199 h 199"/>
                <a:gd name="T4" fmla="*/ 0 w 435"/>
                <a:gd name="T5" fmla="*/ 159 h 199"/>
                <a:gd name="T6" fmla="*/ 0 w 435"/>
                <a:gd name="T7" fmla="*/ 0 h 199"/>
                <a:gd name="T8" fmla="*/ 435 w 435"/>
                <a:gd name="T9" fmla="*/ 0 h 199"/>
                <a:gd name="T10" fmla="*/ 435 w 435"/>
                <a:gd name="T11" fmla="*/ 159 h 199"/>
                <a:gd name="T12" fmla="*/ 393 w 435"/>
                <a:gd name="T13" fmla="*/ 19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5" h="199">
                  <a:moveTo>
                    <a:pt x="393" y="199"/>
                  </a:moveTo>
                  <a:cubicBezTo>
                    <a:pt x="41" y="199"/>
                    <a:pt x="41" y="199"/>
                    <a:pt x="41" y="199"/>
                  </a:cubicBezTo>
                  <a:cubicBezTo>
                    <a:pt x="25" y="183"/>
                    <a:pt x="16" y="175"/>
                    <a:pt x="0" y="15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35" y="0"/>
                    <a:pt x="435" y="0"/>
                    <a:pt x="435" y="0"/>
                  </a:cubicBezTo>
                  <a:cubicBezTo>
                    <a:pt x="435" y="159"/>
                    <a:pt x="435" y="159"/>
                    <a:pt x="435" y="159"/>
                  </a:cubicBezTo>
                  <a:cubicBezTo>
                    <a:pt x="419" y="175"/>
                    <a:pt x="409" y="183"/>
                    <a:pt x="393" y="199"/>
                  </a:cubicBezTo>
                  <a:close/>
                </a:path>
              </a:pathLst>
            </a:custGeom>
            <a:solidFill>
              <a:srgbClr val="37500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58" name="Freeform 2062">
              <a:extLst>
                <a:ext uri="{FF2B5EF4-FFF2-40B4-BE49-F238E27FC236}">
                  <a16:creationId xmlns:a16="http://schemas.microsoft.com/office/drawing/2014/main" id="{C084FF0D-6405-44D2-B80B-F09A48207C39}"/>
                </a:ext>
              </a:extLst>
            </p:cNvPr>
            <p:cNvSpPr>
              <a:spLocks/>
            </p:cNvSpPr>
            <p:nvPr/>
          </p:nvSpPr>
          <p:spPr bwMode="gray">
            <a:xfrm>
              <a:off x="8182069" y="5565138"/>
              <a:ext cx="465719" cy="54405"/>
            </a:xfrm>
            <a:custGeom>
              <a:avLst/>
              <a:gdLst>
                <a:gd name="T0" fmla="*/ 13585 w 13585"/>
                <a:gd name="T1" fmla="*/ 1587 h 1587"/>
                <a:gd name="T2" fmla="*/ 0 w 13585"/>
                <a:gd name="T3" fmla="*/ 1587 h 1587"/>
                <a:gd name="T4" fmla="*/ 346 w 13585"/>
                <a:gd name="T5" fmla="*/ 0 h 1587"/>
                <a:gd name="T6" fmla="*/ 13210 w 13585"/>
                <a:gd name="T7" fmla="*/ 0 h 1587"/>
                <a:gd name="T8" fmla="*/ 13585 w 13585"/>
                <a:gd name="T9" fmla="*/ 1587 h 1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85" h="1587">
                  <a:moveTo>
                    <a:pt x="13585" y="1587"/>
                  </a:moveTo>
                  <a:lnTo>
                    <a:pt x="0" y="1587"/>
                  </a:lnTo>
                  <a:lnTo>
                    <a:pt x="346" y="0"/>
                  </a:lnTo>
                  <a:lnTo>
                    <a:pt x="13210" y="0"/>
                  </a:lnTo>
                  <a:lnTo>
                    <a:pt x="13585" y="1587"/>
                  </a:lnTo>
                  <a:close/>
                </a:path>
              </a:pathLst>
            </a:custGeom>
            <a:solidFill>
              <a:srgbClr val="64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59" name="Freeform 2063">
              <a:extLst>
                <a:ext uri="{FF2B5EF4-FFF2-40B4-BE49-F238E27FC236}">
                  <a16:creationId xmlns:a16="http://schemas.microsoft.com/office/drawing/2014/main" id="{CDDCC23D-1AF2-42B7-9E6B-4D5FF3815CE3}"/>
                </a:ext>
              </a:extLst>
            </p:cNvPr>
            <p:cNvSpPr>
              <a:spLocks/>
            </p:cNvSpPr>
            <p:nvPr/>
          </p:nvSpPr>
          <p:spPr bwMode="gray">
            <a:xfrm>
              <a:off x="8193931" y="5596780"/>
              <a:ext cx="403428" cy="624032"/>
            </a:xfrm>
            <a:custGeom>
              <a:avLst/>
              <a:gdLst>
                <a:gd name="T0" fmla="*/ 274 w 408"/>
                <a:gd name="T1" fmla="*/ 16 h 631"/>
                <a:gd name="T2" fmla="*/ 0 w 408"/>
                <a:gd name="T3" fmla="*/ 586 h 631"/>
                <a:gd name="T4" fmla="*/ 92 w 408"/>
                <a:gd name="T5" fmla="*/ 631 h 631"/>
                <a:gd name="T6" fmla="*/ 387 w 408"/>
                <a:gd name="T7" fmla="*/ 133 h 631"/>
                <a:gd name="T8" fmla="*/ 388 w 408"/>
                <a:gd name="T9" fmla="*/ 131 h 631"/>
                <a:gd name="T10" fmla="*/ 408 w 408"/>
                <a:gd name="T11" fmla="*/ 90 h 631"/>
                <a:gd name="T12" fmla="*/ 394 w 408"/>
                <a:gd name="T13" fmla="*/ 38 h 631"/>
                <a:gd name="T14" fmla="*/ 313 w 408"/>
                <a:gd name="T15" fmla="*/ 0 h 631"/>
                <a:gd name="T16" fmla="*/ 274 w 408"/>
                <a:gd name="T17" fmla="*/ 16 h 6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8" h="631">
                  <a:moveTo>
                    <a:pt x="274" y="16"/>
                  </a:moveTo>
                  <a:cubicBezTo>
                    <a:pt x="0" y="586"/>
                    <a:pt x="0" y="586"/>
                    <a:pt x="0" y="586"/>
                  </a:cubicBezTo>
                  <a:cubicBezTo>
                    <a:pt x="92" y="631"/>
                    <a:pt x="92" y="631"/>
                    <a:pt x="92" y="631"/>
                  </a:cubicBezTo>
                  <a:cubicBezTo>
                    <a:pt x="387" y="133"/>
                    <a:pt x="387" y="133"/>
                    <a:pt x="387" y="133"/>
                  </a:cubicBezTo>
                  <a:cubicBezTo>
                    <a:pt x="387" y="132"/>
                    <a:pt x="388" y="132"/>
                    <a:pt x="388" y="131"/>
                  </a:cubicBezTo>
                  <a:cubicBezTo>
                    <a:pt x="408" y="90"/>
                    <a:pt x="408" y="90"/>
                    <a:pt x="408" y="90"/>
                  </a:cubicBezTo>
                  <a:cubicBezTo>
                    <a:pt x="402" y="70"/>
                    <a:pt x="399" y="59"/>
                    <a:pt x="394" y="38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298" y="6"/>
                    <a:pt x="290" y="10"/>
                    <a:pt x="274" y="16"/>
                  </a:cubicBezTo>
                  <a:close/>
                </a:path>
              </a:pathLst>
            </a:custGeom>
            <a:solidFill>
              <a:srgbClr val="B9B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60" name="Freeform 2064">
              <a:extLst>
                <a:ext uri="{FF2B5EF4-FFF2-40B4-BE49-F238E27FC236}">
                  <a16:creationId xmlns:a16="http://schemas.microsoft.com/office/drawing/2014/main" id="{02248A3D-353F-4752-B6F2-3B0484F661D9}"/>
                </a:ext>
              </a:extLst>
            </p:cNvPr>
            <p:cNvSpPr>
              <a:spLocks/>
            </p:cNvSpPr>
            <p:nvPr/>
          </p:nvSpPr>
          <p:spPr bwMode="gray">
            <a:xfrm>
              <a:off x="8162289" y="6108059"/>
              <a:ext cx="159170" cy="135482"/>
            </a:xfrm>
            <a:custGeom>
              <a:avLst/>
              <a:gdLst>
                <a:gd name="T0" fmla="*/ 4643 w 4643"/>
                <a:gd name="T1" fmla="*/ 3952 h 3952"/>
                <a:gd name="T2" fmla="*/ 0 w 4643"/>
                <a:gd name="T3" fmla="*/ 1904 h 3952"/>
                <a:gd name="T4" fmla="*/ 57 w 4643"/>
                <a:gd name="T5" fmla="*/ 1789 h 3952"/>
                <a:gd name="T6" fmla="*/ 1788 w 4643"/>
                <a:gd name="T7" fmla="*/ 0 h 3952"/>
                <a:gd name="T8" fmla="*/ 4586 w 4643"/>
                <a:gd name="T9" fmla="*/ 1241 h 3952"/>
                <a:gd name="T10" fmla="*/ 4643 w 4643"/>
                <a:gd name="T11" fmla="*/ 3952 h 3952"/>
                <a:gd name="T12" fmla="*/ 4643 w 4643"/>
                <a:gd name="T13" fmla="*/ 3952 h 3952"/>
                <a:gd name="T14" fmla="*/ 4643 w 4643"/>
                <a:gd name="T15" fmla="*/ 3952 h 3952"/>
                <a:gd name="T16" fmla="*/ 4643 w 4643"/>
                <a:gd name="T17" fmla="*/ 3952 h 3952"/>
                <a:gd name="T18" fmla="*/ 4643 w 4643"/>
                <a:gd name="T19" fmla="*/ 3952 h 39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643" h="3952">
                  <a:moveTo>
                    <a:pt x="4643" y="3952"/>
                  </a:moveTo>
                  <a:lnTo>
                    <a:pt x="0" y="1904"/>
                  </a:lnTo>
                  <a:lnTo>
                    <a:pt x="57" y="1789"/>
                  </a:lnTo>
                  <a:lnTo>
                    <a:pt x="1788" y="0"/>
                  </a:lnTo>
                  <a:lnTo>
                    <a:pt x="4586" y="1241"/>
                  </a:lnTo>
                  <a:lnTo>
                    <a:pt x="4643" y="3952"/>
                  </a:lnTo>
                  <a:lnTo>
                    <a:pt x="4643" y="3952"/>
                  </a:lnTo>
                  <a:lnTo>
                    <a:pt x="4643" y="3952"/>
                  </a:lnTo>
                  <a:lnTo>
                    <a:pt x="4643" y="3952"/>
                  </a:lnTo>
                  <a:lnTo>
                    <a:pt x="4643" y="3952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61" name="Freeform 2065">
              <a:extLst>
                <a:ext uri="{FF2B5EF4-FFF2-40B4-BE49-F238E27FC236}">
                  <a16:creationId xmlns:a16="http://schemas.microsoft.com/office/drawing/2014/main" id="{72124AB1-6FA9-479D-AD4A-93346B071277}"/>
                </a:ext>
              </a:extLst>
            </p:cNvPr>
            <p:cNvSpPr>
              <a:spLocks/>
            </p:cNvSpPr>
            <p:nvPr/>
          </p:nvSpPr>
          <p:spPr bwMode="gray">
            <a:xfrm>
              <a:off x="8272025" y="5631404"/>
              <a:ext cx="150291" cy="708091"/>
            </a:xfrm>
            <a:custGeom>
              <a:avLst/>
              <a:gdLst>
                <a:gd name="T0" fmla="*/ 0 w 152"/>
                <a:gd name="T1" fmla="*/ 46 h 716"/>
                <a:gd name="T2" fmla="*/ 0 w 152"/>
                <a:gd name="T3" fmla="*/ 93 h 716"/>
                <a:gd name="T4" fmla="*/ 1 w 152"/>
                <a:gd name="T5" fmla="*/ 95 h 716"/>
                <a:gd name="T6" fmla="*/ 49 w 152"/>
                <a:gd name="T7" fmla="*/ 716 h 716"/>
                <a:gd name="T8" fmla="*/ 152 w 152"/>
                <a:gd name="T9" fmla="*/ 716 h 716"/>
                <a:gd name="T10" fmla="*/ 152 w 152"/>
                <a:gd name="T11" fmla="*/ 37 h 716"/>
                <a:gd name="T12" fmla="*/ 122 w 152"/>
                <a:gd name="T13" fmla="*/ 0 h 716"/>
                <a:gd name="T14" fmla="*/ 37 w 152"/>
                <a:gd name="T15" fmla="*/ 0 h 716"/>
                <a:gd name="T16" fmla="*/ 0 w 152"/>
                <a:gd name="T17" fmla="*/ 46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" h="716">
                  <a:moveTo>
                    <a:pt x="0" y="46"/>
                  </a:move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1" y="95"/>
                    <a:pt x="1" y="95"/>
                  </a:cubicBezTo>
                  <a:cubicBezTo>
                    <a:pt x="49" y="716"/>
                    <a:pt x="49" y="716"/>
                    <a:pt x="49" y="716"/>
                  </a:cubicBezTo>
                  <a:cubicBezTo>
                    <a:pt x="152" y="716"/>
                    <a:pt x="152" y="716"/>
                    <a:pt x="152" y="716"/>
                  </a:cubicBezTo>
                  <a:cubicBezTo>
                    <a:pt x="152" y="37"/>
                    <a:pt x="152" y="37"/>
                    <a:pt x="152" y="37"/>
                  </a:cubicBezTo>
                  <a:cubicBezTo>
                    <a:pt x="140" y="22"/>
                    <a:pt x="134" y="14"/>
                    <a:pt x="12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23" y="18"/>
                    <a:pt x="15" y="28"/>
                    <a:pt x="0" y="46"/>
                  </a:cubicBez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62" name="Freeform 2066">
              <a:extLst>
                <a:ext uri="{FF2B5EF4-FFF2-40B4-BE49-F238E27FC236}">
                  <a16:creationId xmlns:a16="http://schemas.microsoft.com/office/drawing/2014/main" id="{7B9A27C4-4E6B-4EF2-BAD3-D129C76E133E}"/>
                </a:ext>
              </a:extLst>
            </p:cNvPr>
            <p:cNvSpPr>
              <a:spLocks/>
            </p:cNvSpPr>
            <p:nvPr/>
          </p:nvSpPr>
          <p:spPr bwMode="gray">
            <a:xfrm>
              <a:off x="8270071" y="6255436"/>
              <a:ext cx="173020" cy="84058"/>
            </a:xfrm>
            <a:custGeom>
              <a:avLst/>
              <a:gdLst>
                <a:gd name="T0" fmla="*/ 5047 w 5047"/>
                <a:gd name="T1" fmla="*/ 2336 h 2452"/>
                <a:gd name="T2" fmla="*/ 5047 w 5047"/>
                <a:gd name="T3" fmla="*/ 2452 h 2452"/>
                <a:gd name="T4" fmla="*/ 0 w 5047"/>
                <a:gd name="T5" fmla="*/ 2452 h 2452"/>
                <a:gd name="T6" fmla="*/ 1096 w 5047"/>
                <a:gd name="T7" fmla="*/ 0 h 2452"/>
                <a:gd name="T8" fmla="*/ 4182 w 5047"/>
                <a:gd name="T9" fmla="*/ 0 h 2452"/>
                <a:gd name="T10" fmla="*/ 5047 w 5047"/>
                <a:gd name="T11" fmla="*/ 2336 h 2452"/>
                <a:gd name="T12" fmla="*/ 5047 w 5047"/>
                <a:gd name="T13" fmla="*/ 2336 h 2452"/>
                <a:gd name="T14" fmla="*/ 5047 w 5047"/>
                <a:gd name="T15" fmla="*/ 2336 h 2452"/>
                <a:gd name="T16" fmla="*/ 5047 w 5047"/>
                <a:gd name="T17" fmla="*/ 2336 h 2452"/>
                <a:gd name="T18" fmla="*/ 5047 w 5047"/>
                <a:gd name="T19" fmla="*/ 2336 h 2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47" h="2452">
                  <a:moveTo>
                    <a:pt x="5047" y="2336"/>
                  </a:moveTo>
                  <a:lnTo>
                    <a:pt x="5047" y="2452"/>
                  </a:lnTo>
                  <a:lnTo>
                    <a:pt x="0" y="2452"/>
                  </a:lnTo>
                  <a:lnTo>
                    <a:pt x="1096" y="0"/>
                  </a:lnTo>
                  <a:lnTo>
                    <a:pt x="4182" y="0"/>
                  </a:lnTo>
                  <a:lnTo>
                    <a:pt x="5047" y="2336"/>
                  </a:lnTo>
                  <a:lnTo>
                    <a:pt x="5047" y="2336"/>
                  </a:lnTo>
                  <a:lnTo>
                    <a:pt x="5047" y="2336"/>
                  </a:lnTo>
                  <a:lnTo>
                    <a:pt x="5047" y="2336"/>
                  </a:lnTo>
                  <a:lnTo>
                    <a:pt x="5047" y="2336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63" name="Freeform 2067">
              <a:extLst>
                <a:ext uri="{FF2B5EF4-FFF2-40B4-BE49-F238E27FC236}">
                  <a16:creationId xmlns:a16="http://schemas.microsoft.com/office/drawing/2014/main" id="{8AB664F0-5EDD-45CB-AF96-D11C3A5AD1EF}"/>
                </a:ext>
              </a:extLst>
            </p:cNvPr>
            <p:cNvSpPr>
              <a:spLocks/>
            </p:cNvSpPr>
            <p:nvPr/>
          </p:nvSpPr>
          <p:spPr bwMode="gray">
            <a:xfrm>
              <a:off x="8527149" y="5399009"/>
              <a:ext cx="103805" cy="92938"/>
            </a:xfrm>
            <a:custGeom>
              <a:avLst/>
              <a:gdLst>
                <a:gd name="T0" fmla="*/ 0 w 3028"/>
                <a:gd name="T1" fmla="*/ 1356 h 2711"/>
                <a:gd name="T2" fmla="*/ 0 w 3028"/>
                <a:gd name="T3" fmla="*/ 2711 h 2711"/>
                <a:gd name="T4" fmla="*/ 3028 w 3028"/>
                <a:gd name="T5" fmla="*/ 2711 h 2711"/>
                <a:gd name="T6" fmla="*/ 3028 w 3028"/>
                <a:gd name="T7" fmla="*/ 0 h 2711"/>
                <a:gd name="T8" fmla="*/ 0 w 3028"/>
                <a:gd name="T9" fmla="*/ 1356 h 2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28" h="2711">
                  <a:moveTo>
                    <a:pt x="0" y="1356"/>
                  </a:moveTo>
                  <a:lnTo>
                    <a:pt x="0" y="2711"/>
                  </a:lnTo>
                  <a:lnTo>
                    <a:pt x="3028" y="2711"/>
                  </a:lnTo>
                  <a:lnTo>
                    <a:pt x="3028" y="0"/>
                  </a:lnTo>
                  <a:lnTo>
                    <a:pt x="0" y="1356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64" name="Freeform 2068">
              <a:extLst>
                <a:ext uri="{FF2B5EF4-FFF2-40B4-BE49-F238E27FC236}">
                  <a16:creationId xmlns:a16="http://schemas.microsoft.com/office/drawing/2014/main" id="{50852EB7-22CF-45A6-8B3B-7AAAC7D4608B}"/>
                </a:ext>
              </a:extLst>
            </p:cNvPr>
            <p:cNvSpPr>
              <a:spLocks/>
            </p:cNvSpPr>
            <p:nvPr/>
          </p:nvSpPr>
          <p:spPr bwMode="gray">
            <a:xfrm>
              <a:off x="8498457" y="5431646"/>
              <a:ext cx="128557" cy="60301"/>
            </a:xfrm>
            <a:custGeom>
              <a:avLst/>
              <a:gdLst>
                <a:gd name="T0" fmla="*/ 3750 w 3750"/>
                <a:gd name="T1" fmla="*/ 1759 h 1759"/>
                <a:gd name="T2" fmla="*/ 0 w 3750"/>
                <a:gd name="T3" fmla="*/ 1759 h 1759"/>
                <a:gd name="T4" fmla="*/ 0 w 3750"/>
                <a:gd name="T5" fmla="*/ 1644 h 1759"/>
                <a:gd name="T6" fmla="*/ 635 w 3750"/>
                <a:gd name="T7" fmla="*/ 0 h 1759"/>
                <a:gd name="T8" fmla="*/ 2913 w 3750"/>
                <a:gd name="T9" fmla="*/ 0 h 1759"/>
                <a:gd name="T10" fmla="*/ 3750 w 3750"/>
                <a:gd name="T11" fmla="*/ 1759 h 1759"/>
                <a:gd name="T12" fmla="*/ 3750 w 3750"/>
                <a:gd name="T13" fmla="*/ 1759 h 1759"/>
                <a:gd name="T14" fmla="*/ 3750 w 3750"/>
                <a:gd name="T15" fmla="*/ 1759 h 1759"/>
                <a:gd name="T16" fmla="*/ 3750 w 3750"/>
                <a:gd name="T17" fmla="*/ 1759 h 1759"/>
                <a:gd name="T18" fmla="*/ 3750 w 3750"/>
                <a:gd name="T19" fmla="*/ 1759 h 1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50" h="1759">
                  <a:moveTo>
                    <a:pt x="3750" y="1759"/>
                  </a:moveTo>
                  <a:lnTo>
                    <a:pt x="0" y="1759"/>
                  </a:lnTo>
                  <a:lnTo>
                    <a:pt x="0" y="1644"/>
                  </a:lnTo>
                  <a:lnTo>
                    <a:pt x="635" y="0"/>
                  </a:lnTo>
                  <a:lnTo>
                    <a:pt x="2913" y="0"/>
                  </a:lnTo>
                  <a:lnTo>
                    <a:pt x="3750" y="1759"/>
                  </a:lnTo>
                  <a:lnTo>
                    <a:pt x="3750" y="1759"/>
                  </a:lnTo>
                  <a:lnTo>
                    <a:pt x="3750" y="1759"/>
                  </a:lnTo>
                  <a:lnTo>
                    <a:pt x="3750" y="1759"/>
                  </a:lnTo>
                  <a:lnTo>
                    <a:pt x="3750" y="1759"/>
                  </a:lnTo>
                  <a:close/>
                </a:path>
              </a:pathLst>
            </a:custGeom>
            <a:solidFill>
              <a:srgbClr val="E1E1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65" name="Freeform 2069">
              <a:extLst>
                <a:ext uri="{FF2B5EF4-FFF2-40B4-BE49-F238E27FC236}">
                  <a16:creationId xmlns:a16="http://schemas.microsoft.com/office/drawing/2014/main" id="{C8E7BC21-9165-4B5E-95B3-EBA0381DC42E}"/>
                </a:ext>
              </a:extLst>
            </p:cNvPr>
            <p:cNvSpPr>
              <a:spLocks/>
            </p:cNvSpPr>
            <p:nvPr/>
          </p:nvSpPr>
          <p:spPr bwMode="gray">
            <a:xfrm>
              <a:off x="8271031" y="4588072"/>
              <a:ext cx="282825" cy="390642"/>
            </a:xfrm>
            <a:custGeom>
              <a:avLst/>
              <a:gdLst>
                <a:gd name="T0" fmla="*/ 273 w 286"/>
                <a:gd name="T1" fmla="*/ 119 h 395"/>
                <a:gd name="T2" fmla="*/ 266 w 286"/>
                <a:gd name="T3" fmla="*/ 121 h 395"/>
                <a:gd name="T4" fmla="*/ 266 w 286"/>
                <a:gd name="T5" fmla="*/ 86 h 395"/>
                <a:gd name="T6" fmla="*/ 183 w 286"/>
                <a:gd name="T7" fmla="*/ 0 h 395"/>
                <a:gd name="T8" fmla="*/ 142 w 286"/>
                <a:gd name="T9" fmla="*/ 0 h 395"/>
                <a:gd name="T10" fmla="*/ 102 w 286"/>
                <a:gd name="T11" fmla="*/ 0 h 395"/>
                <a:gd name="T12" fmla="*/ 19 w 286"/>
                <a:gd name="T13" fmla="*/ 86 h 395"/>
                <a:gd name="T14" fmla="*/ 19 w 286"/>
                <a:gd name="T15" fmla="*/ 121 h 395"/>
                <a:gd name="T16" fmla="*/ 14 w 286"/>
                <a:gd name="T17" fmla="*/ 119 h 395"/>
                <a:gd name="T18" fmla="*/ 0 w 286"/>
                <a:gd name="T19" fmla="*/ 133 h 395"/>
                <a:gd name="T20" fmla="*/ 0 w 286"/>
                <a:gd name="T21" fmla="*/ 186 h 395"/>
                <a:gd name="T22" fmla="*/ 14 w 286"/>
                <a:gd name="T23" fmla="*/ 200 h 395"/>
                <a:gd name="T24" fmla="*/ 19 w 286"/>
                <a:gd name="T25" fmla="*/ 198 h 395"/>
                <a:gd name="T26" fmla="*/ 63 w 286"/>
                <a:gd name="T27" fmla="*/ 275 h 395"/>
                <a:gd name="T28" fmla="*/ 63 w 286"/>
                <a:gd name="T29" fmla="*/ 338 h 395"/>
                <a:gd name="T30" fmla="*/ 145 w 286"/>
                <a:gd name="T31" fmla="*/ 394 h 395"/>
                <a:gd name="T32" fmla="*/ 227 w 286"/>
                <a:gd name="T33" fmla="*/ 338 h 395"/>
                <a:gd name="T34" fmla="*/ 227 w 286"/>
                <a:gd name="T35" fmla="*/ 270 h 395"/>
                <a:gd name="T36" fmla="*/ 266 w 286"/>
                <a:gd name="T37" fmla="*/ 198 h 395"/>
                <a:gd name="T38" fmla="*/ 273 w 286"/>
                <a:gd name="T39" fmla="*/ 200 h 395"/>
                <a:gd name="T40" fmla="*/ 286 w 286"/>
                <a:gd name="T41" fmla="*/ 186 h 395"/>
                <a:gd name="T42" fmla="*/ 286 w 286"/>
                <a:gd name="T43" fmla="*/ 133 h 395"/>
                <a:gd name="T44" fmla="*/ 273 w 286"/>
                <a:gd name="T45" fmla="*/ 11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86" h="395">
                  <a:moveTo>
                    <a:pt x="273" y="119"/>
                  </a:moveTo>
                  <a:cubicBezTo>
                    <a:pt x="270" y="119"/>
                    <a:pt x="268" y="121"/>
                    <a:pt x="266" y="121"/>
                  </a:cubicBezTo>
                  <a:cubicBezTo>
                    <a:pt x="266" y="86"/>
                    <a:pt x="266" y="86"/>
                    <a:pt x="266" y="86"/>
                  </a:cubicBezTo>
                  <a:cubicBezTo>
                    <a:pt x="262" y="37"/>
                    <a:pt x="226" y="0"/>
                    <a:pt x="183" y="0"/>
                  </a:cubicBezTo>
                  <a:cubicBezTo>
                    <a:pt x="142" y="0"/>
                    <a:pt x="142" y="0"/>
                    <a:pt x="142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59" y="0"/>
                    <a:pt x="24" y="37"/>
                    <a:pt x="19" y="86"/>
                  </a:cubicBezTo>
                  <a:cubicBezTo>
                    <a:pt x="19" y="121"/>
                    <a:pt x="19" y="121"/>
                    <a:pt x="19" y="121"/>
                  </a:cubicBezTo>
                  <a:cubicBezTo>
                    <a:pt x="17" y="121"/>
                    <a:pt x="16" y="119"/>
                    <a:pt x="14" y="119"/>
                  </a:cubicBezTo>
                  <a:cubicBezTo>
                    <a:pt x="6" y="119"/>
                    <a:pt x="0" y="125"/>
                    <a:pt x="0" y="133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0" y="194"/>
                    <a:pt x="6" y="200"/>
                    <a:pt x="14" y="200"/>
                  </a:cubicBezTo>
                  <a:cubicBezTo>
                    <a:pt x="16" y="200"/>
                    <a:pt x="17" y="200"/>
                    <a:pt x="19" y="198"/>
                  </a:cubicBezTo>
                  <a:cubicBezTo>
                    <a:pt x="22" y="222"/>
                    <a:pt x="40" y="251"/>
                    <a:pt x="63" y="275"/>
                  </a:cubicBezTo>
                  <a:cubicBezTo>
                    <a:pt x="63" y="284"/>
                    <a:pt x="63" y="285"/>
                    <a:pt x="63" y="338"/>
                  </a:cubicBezTo>
                  <a:cubicBezTo>
                    <a:pt x="79" y="368"/>
                    <a:pt x="110" y="394"/>
                    <a:pt x="145" y="394"/>
                  </a:cubicBezTo>
                  <a:cubicBezTo>
                    <a:pt x="179" y="395"/>
                    <a:pt x="211" y="368"/>
                    <a:pt x="227" y="338"/>
                  </a:cubicBezTo>
                  <a:cubicBezTo>
                    <a:pt x="227" y="270"/>
                    <a:pt x="227" y="270"/>
                    <a:pt x="227" y="270"/>
                  </a:cubicBezTo>
                  <a:cubicBezTo>
                    <a:pt x="247" y="247"/>
                    <a:pt x="263" y="220"/>
                    <a:pt x="266" y="198"/>
                  </a:cubicBezTo>
                  <a:cubicBezTo>
                    <a:pt x="268" y="200"/>
                    <a:pt x="270" y="200"/>
                    <a:pt x="273" y="200"/>
                  </a:cubicBezTo>
                  <a:cubicBezTo>
                    <a:pt x="279" y="200"/>
                    <a:pt x="286" y="194"/>
                    <a:pt x="286" y="186"/>
                  </a:cubicBezTo>
                  <a:cubicBezTo>
                    <a:pt x="286" y="133"/>
                    <a:pt x="286" y="133"/>
                    <a:pt x="286" y="133"/>
                  </a:cubicBezTo>
                  <a:cubicBezTo>
                    <a:pt x="286" y="125"/>
                    <a:pt x="279" y="119"/>
                    <a:pt x="273" y="119"/>
                  </a:cubicBezTo>
                  <a:close/>
                </a:path>
              </a:pathLst>
            </a:custGeom>
            <a:solidFill>
              <a:srgbClr val="B9B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66" name="Freeform 2070">
              <a:extLst>
                <a:ext uri="{FF2B5EF4-FFF2-40B4-BE49-F238E27FC236}">
                  <a16:creationId xmlns:a16="http://schemas.microsoft.com/office/drawing/2014/main" id="{CACBFA0A-7413-41D6-9508-585EE6259645}"/>
                </a:ext>
              </a:extLst>
            </p:cNvPr>
            <p:cNvSpPr>
              <a:spLocks/>
            </p:cNvSpPr>
            <p:nvPr/>
          </p:nvSpPr>
          <p:spPr bwMode="gray">
            <a:xfrm>
              <a:off x="8344222" y="4552487"/>
              <a:ext cx="198732" cy="199760"/>
            </a:xfrm>
            <a:custGeom>
              <a:avLst/>
              <a:gdLst>
                <a:gd name="T0" fmla="*/ 199 w 201"/>
                <a:gd name="T1" fmla="*/ 132 h 202"/>
                <a:gd name="T2" fmla="*/ 169 w 201"/>
                <a:gd name="T3" fmla="*/ 64 h 202"/>
                <a:gd name="T4" fmla="*/ 108 w 201"/>
                <a:gd name="T5" fmla="*/ 11 h 202"/>
                <a:gd name="T6" fmla="*/ 69 w 201"/>
                <a:gd name="T7" fmla="*/ 2 h 202"/>
                <a:gd name="T8" fmla="*/ 69 w 201"/>
                <a:gd name="T9" fmla="*/ 2 h 202"/>
                <a:gd name="T10" fmla="*/ 56 w 201"/>
                <a:gd name="T11" fmla="*/ 0 h 202"/>
                <a:gd name="T12" fmla="*/ 16 w 201"/>
                <a:gd name="T13" fmla="*/ 6 h 202"/>
                <a:gd name="T14" fmla="*/ 24 w 201"/>
                <a:gd name="T15" fmla="*/ 65 h 202"/>
                <a:gd name="T16" fmla="*/ 67 w 201"/>
                <a:gd name="T17" fmla="*/ 94 h 202"/>
                <a:gd name="T18" fmla="*/ 67 w 201"/>
                <a:gd name="T19" fmla="*/ 94 h 202"/>
                <a:gd name="T20" fmla="*/ 91 w 201"/>
                <a:gd name="T21" fmla="*/ 105 h 202"/>
                <a:gd name="T22" fmla="*/ 159 w 201"/>
                <a:gd name="T23" fmla="*/ 143 h 202"/>
                <a:gd name="T24" fmla="*/ 174 w 201"/>
                <a:gd name="T25" fmla="*/ 202 h 202"/>
                <a:gd name="T26" fmla="*/ 199 w 201"/>
                <a:gd name="T27" fmla="*/ 13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1" h="202">
                  <a:moveTo>
                    <a:pt x="199" y="132"/>
                  </a:moveTo>
                  <a:cubicBezTo>
                    <a:pt x="198" y="108"/>
                    <a:pt x="186" y="86"/>
                    <a:pt x="169" y="64"/>
                  </a:cubicBezTo>
                  <a:cubicBezTo>
                    <a:pt x="153" y="45"/>
                    <a:pt x="137" y="24"/>
                    <a:pt x="108" y="11"/>
                  </a:cubicBezTo>
                  <a:cubicBezTo>
                    <a:pt x="96" y="6"/>
                    <a:pt x="83" y="3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4" y="2"/>
                    <a:pt x="61" y="0"/>
                    <a:pt x="56" y="0"/>
                  </a:cubicBezTo>
                  <a:cubicBezTo>
                    <a:pt x="45" y="0"/>
                    <a:pt x="22" y="0"/>
                    <a:pt x="16" y="6"/>
                  </a:cubicBezTo>
                  <a:cubicBezTo>
                    <a:pt x="0" y="22"/>
                    <a:pt x="7" y="48"/>
                    <a:pt x="24" y="65"/>
                  </a:cubicBezTo>
                  <a:cubicBezTo>
                    <a:pt x="35" y="78"/>
                    <a:pt x="51" y="86"/>
                    <a:pt x="67" y="94"/>
                  </a:cubicBezTo>
                  <a:cubicBezTo>
                    <a:pt x="67" y="94"/>
                    <a:pt x="67" y="94"/>
                    <a:pt x="67" y="94"/>
                  </a:cubicBezTo>
                  <a:cubicBezTo>
                    <a:pt x="75" y="99"/>
                    <a:pt x="83" y="102"/>
                    <a:pt x="91" y="105"/>
                  </a:cubicBezTo>
                  <a:cubicBezTo>
                    <a:pt x="116" y="116"/>
                    <a:pt x="142" y="127"/>
                    <a:pt x="159" y="143"/>
                  </a:cubicBezTo>
                  <a:cubicBezTo>
                    <a:pt x="177" y="159"/>
                    <a:pt x="190" y="184"/>
                    <a:pt x="174" y="202"/>
                  </a:cubicBezTo>
                  <a:cubicBezTo>
                    <a:pt x="191" y="181"/>
                    <a:pt x="201" y="157"/>
                    <a:pt x="199" y="132"/>
                  </a:cubicBez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67" name="Rectangle 2071">
              <a:extLst>
                <a:ext uri="{FF2B5EF4-FFF2-40B4-BE49-F238E27FC236}">
                  <a16:creationId xmlns:a16="http://schemas.microsoft.com/office/drawing/2014/main" id="{4186FCCF-C70E-4495-BB03-F9D4C6E6589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482000" y="5491946"/>
              <a:ext cx="4883649" cy="86047"/>
            </a:xfrm>
            <a:prstGeom prst="rect">
              <a:avLst/>
            </a:prstGeom>
            <a:solidFill>
              <a:srgbClr val="BECD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68" name="Freeform 2072">
              <a:extLst>
                <a:ext uri="{FF2B5EF4-FFF2-40B4-BE49-F238E27FC236}">
                  <a16:creationId xmlns:a16="http://schemas.microsoft.com/office/drawing/2014/main" id="{546AF57F-17F3-4721-92DD-917E009BE7A9}"/>
                </a:ext>
              </a:extLst>
            </p:cNvPr>
            <p:cNvSpPr>
              <a:spLocks/>
            </p:cNvSpPr>
            <p:nvPr/>
          </p:nvSpPr>
          <p:spPr bwMode="gray">
            <a:xfrm>
              <a:off x="5073292" y="5864796"/>
              <a:ext cx="168118" cy="491500"/>
            </a:xfrm>
            <a:custGeom>
              <a:avLst/>
              <a:gdLst>
                <a:gd name="T0" fmla="*/ 4904 w 4904"/>
                <a:gd name="T1" fmla="*/ 0 h 14337"/>
                <a:gd name="T2" fmla="*/ 4644 w 4904"/>
                <a:gd name="T3" fmla="*/ 14337 h 14337"/>
                <a:gd name="T4" fmla="*/ 260 w 4904"/>
                <a:gd name="T5" fmla="*/ 14337 h 14337"/>
                <a:gd name="T6" fmla="*/ 0 w 4904"/>
                <a:gd name="T7" fmla="*/ 0 h 14337"/>
                <a:gd name="T8" fmla="*/ 4904 w 4904"/>
                <a:gd name="T9" fmla="*/ 0 h 14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4" h="14337">
                  <a:moveTo>
                    <a:pt x="4904" y="0"/>
                  </a:moveTo>
                  <a:lnTo>
                    <a:pt x="4644" y="14337"/>
                  </a:lnTo>
                  <a:lnTo>
                    <a:pt x="260" y="14337"/>
                  </a:lnTo>
                  <a:lnTo>
                    <a:pt x="0" y="0"/>
                  </a:lnTo>
                  <a:lnTo>
                    <a:pt x="4904" y="0"/>
                  </a:lnTo>
                  <a:close/>
                </a:path>
              </a:pathLst>
            </a:custGeom>
            <a:solidFill>
              <a:srgbClr val="006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69" name="Freeform 2073">
              <a:extLst>
                <a:ext uri="{FF2B5EF4-FFF2-40B4-BE49-F238E27FC236}">
                  <a16:creationId xmlns:a16="http://schemas.microsoft.com/office/drawing/2014/main" id="{FCD9F3CC-8EB0-41C8-BC94-170170D9BC1F}"/>
                </a:ext>
              </a:extLst>
            </p:cNvPr>
            <p:cNvSpPr>
              <a:spLocks/>
            </p:cNvSpPr>
            <p:nvPr/>
          </p:nvSpPr>
          <p:spPr bwMode="gray">
            <a:xfrm>
              <a:off x="5073292" y="6356294"/>
              <a:ext cx="168118" cy="60336"/>
            </a:xfrm>
            <a:custGeom>
              <a:avLst/>
              <a:gdLst>
                <a:gd name="T0" fmla="*/ 85 w 170"/>
                <a:gd name="T1" fmla="*/ 0 h 61"/>
                <a:gd name="T2" fmla="*/ 15 w 170"/>
                <a:gd name="T3" fmla="*/ 0 h 61"/>
                <a:gd name="T4" fmla="*/ 0 w 170"/>
                <a:gd name="T5" fmla="*/ 61 h 61"/>
                <a:gd name="T6" fmla="*/ 85 w 170"/>
                <a:gd name="T7" fmla="*/ 61 h 61"/>
                <a:gd name="T8" fmla="*/ 170 w 170"/>
                <a:gd name="T9" fmla="*/ 61 h 61"/>
                <a:gd name="T10" fmla="*/ 154 w 170"/>
                <a:gd name="T11" fmla="*/ 0 h 61"/>
                <a:gd name="T12" fmla="*/ 85 w 170"/>
                <a:gd name="T13" fmla="*/ 0 h 61"/>
                <a:gd name="T14" fmla="*/ 85 w 170"/>
                <a:gd name="T1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0" h="61">
                  <a:moveTo>
                    <a:pt x="85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0" y="41"/>
                    <a:pt x="0" y="61"/>
                  </a:cubicBezTo>
                  <a:cubicBezTo>
                    <a:pt x="85" y="61"/>
                    <a:pt x="85" y="61"/>
                    <a:pt x="85" y="61"/>
                  </a:cubicBezTo>
                  <a:cubicBezTo>
                    <a:pt x="170" y="61"/>
                    <a:pt x="170" y="61"/>
                    <a:pt x="170" y="61"/>
                  </a:cubicBezTo>
                  <a:cubicBezTo>
                    <a:pt x="170" y="41"/>
                    <a:pt x="154" y="0"/>
                    <a:pt x="154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0"/>
                    <a:pt x="85" y="0"/>
                    <a:pt x="85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70" name="Freeform 2074">
              <a:extLst>
                <a:ext uri="{FF2B5EF4-FFF2-40B4-BE49-F238E27FC236}">
                  <a16:creationId xmlns:a16="http://schemas.microsoft.com/office/drawing/2014/main" id="{97043CB6-22C0-49F5-A9BC-CA73BEDC8FEE}"/>
                </a:ext>
              </a:extLst>
            </p:cNvPr>
            <p:cNvSpPr>
              <a:spLocks/>
            </p:cNvSpPr>
            <p:nvPr/>
          </p:nvSpPr>
          <p:spPr bwMode="gray">
            <a:xfrm>
              <a:off x="5251284" y="5864796"/>
              <a:ext cx="170073" cy="491500"/>
            </a:xfrm>
            <a:custGeom>
              <a:avLst/>
              <a:gdLst>
                <a:gd name="T0" fmla="*/ 4961 w 4961"/>
                <a:gd name="T1" fmla="*/ 0 h 14337"/>
                <a:gd name="T2" fmla="*/ 4586 w 4961"/>
                <a:gd name="T3" fmla="*/ 14337 h 14337"/>
                <a:gd name="T4" fmla="*/ 173 w 4961"/>
                <a:gd name="T5" fmla="*/ 14337 h 14337"/>
                <a:gd name="T6" fmla="*/ 0 w 4961"/>
                <a:gd name="T7" fmla="*/ 0 h 14337"/>
                <a:gd name="T8" fmla="*/ 4961 w 4961"/>
                <a:gd name="T9" fmla="*/ 0 h 14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61" h="14337">
                  <a:moveTo>
                    <a:pt x="4961" y="0"/>
                  </a:moveTo>
                  <a:lnTo>
                    <a:pt x="4586" y="14337"/>
                  </a:lnTo>
                  <a:lnTo>
                    <a:pt x="173" y="14337"/>
                  </a:lnTo>
                  <a:lnTo>
                    <a:pt x="0" y="0"/>
                  </a:lnTo>
                  <a:lnTo>
                    <a:pt x="4961" y="0"/>
                  </a:lnTo>
                  <a:close/>
                </a:path>
              </a:pathLst>
            </a:custGeom>
            <a:solidFill>
              <a:srgbClr val="006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71" name="Freeform 2075">
              <a:extLst>
                <a:ext uri="{FF2B5EF4-FFF2-40B4-BE49-F238E27FC236}">
                  <a16:creationId xmlns:a16="http://schemas.microsoft.com/office/drawing/2014/main" id="{A2433154-962A-4D3A-9B71-A70960E2D155}"/>
                </a:ext>
              </a:extLst>
            </p:cNvPr>
            <p:cNvSpPr>
              <a:spLocks/>
            </p:cNvSpPr>
            <p:nvPr/>
          </p:nvSpPr>
          <p:spPr bwMode="gray">
            <a:xfrm>
              <a:off x="5251284" y="6356294"/>
              <a:ext cx="163147" cy="60336"/>
            </a:xfrm>
            <a:custGeom>
              <a:avLst/>
              <a:gdLst>
                <a:gd name="T0" fmla="*/ 82 w 165"/>
                <a:gd name="T1" fmla="*/ 0 h 61"/>
                <a:gd name="T2" fmla="*/ 15 w 165"/>
                <a:gd name="T3" fmla="*/ 0 h 61"/>
                <a:gd name="T4" fmla="*/ 0 w 165"/>
                <a:gd name="T5" fmla="*/ 61 h 61"/>
                <a:gd name="T6" fmla="*/ 82 w 165"/>
                <a:gd name="T7" fmla="*/ 61 h 61"/>
                <a:gd name="T8" fmla="*/ 165 w 165"/>
                <a:gd name="T9" fmla="*/ 61 h 61"/>
                <a:gd name="T10" fmla="*/ 149 w 165"/>
                <a:gd name="T11" fmla="*/ 0 h 61"/>
                <a:gd name="T12" fmla="*/ 82 w 165"/>
                <a:gd name="T13" fmla="*/ 0 h 61"/>
                <a:gd name="T14" fmla="*/ 82 w 165"/>
                <a:gd name="T1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5" h="61">
                  <a:moveTo>
                    <a:pt x="82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0" y="41"/>
                    <a:pt x="0" y="61"/>
                  </a:cubicBezTo>
                  <a:cubicBezTo>
                    <a:pt x="82" y="61"/>
                    <a:pt x="82" y="61"/>
                    <a:pt x="82" y="61"/>
                  </a:cubicBezTo>
                  <a:cubicBezTo>
                    <a:pt x="165" y="61"/>
                    <a:pt x="165" y="61"/>
                    <a:pt x="165" y="61"/>
                  </a:cubicBezTo>
                  <a:cubicBezTo>
                    <a:pt x="165" y="41"/>
                    <a:pt x="149" y="0"/>
                    <a:pt x="149" y="0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2" y="0"/>
                    <a:pt x="82" y="0"/>
                    <a:pt x="82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72" name="Freeform 2076">
              <a:extLst>
                <a:ext uri="{FF2B5EF4-FFF2-40B4-BE49-F238E27FC236}">
                  <a16:creationId xmlns:a16="http://schemas.microsoft.com/office/drawing/2014/main" id="{6751BB8A-1DF3-479C-A674-98ACF2E03D8D}"/>
                </a:ext>
              </a:extLst>
            </p:cNvPr>
            <p:cNvSpPr>
              <a:spLocks/>
            </p:cNvSpPr>
            <p:nvPr/>
          </p:nvSpPr>
          <p:spPr bwMode="gray">
            <a:xfrm>
              <a:off x="4950701" y="5763940"/>
              <a:ext cx="581420" cy="60301"/>
            </a:xfrm>
            <a:custGeom>
              <a:avLst/>
              <a:gdLst>
                <a:gd name="T0" fmla="*/ 528 w 588"/>
                <a:gd name="T1" fmla="*/ 0 h 61"/>
                <a:gd name="T2" fmla="*/ 61 w 588"/>
                <a:gd name="T3" fmla="*/ 0 h 61"/>
                <a:gd name="T4" fmla="*/ 0 w 588"/>
                <a:gd name="T5" fmla="*/ 61 h 61"/>
                <a:gd name="T6" fmla="*/ 588 w 588"/>
                <a:gd name="T7" fmla="*/ 61 h 61"/>
                <a:gd name="T8" fmla="*/ 528 w 588"/>
                <a:gd name="T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61">
                  <a:moveTo>
                    <a:pt x="528" y="0"/>
                  </a:moveTo>
                  <a:cubicBezTo>
                    <a:pt x="61" y="0"/>
                    <a:pt x="61" y="0"/>
                    <a:pt x="61" y="0"/>
                  </a:cubicBezTo>
                  <a:cubicBezTo>
                    <a:pt x="27" y="0"/>
                    <a:pt x="0" y="27"/>
                    <a:pt x="0" y="61"/>
                  </a:cubicBezTo>
                  <a:cubicBezTo>
                    <a:pt x="588" y="61"/>
                    <a:pt x="588" y="61"/>
                    <a:pt x="588" y="61"/>
                  </a:cubicBezTo>
                  <a:cubicBezTo>
                    <a:pt x="588" y="27"/>
                    <a:pt x="561" y="0"/>
                    <a:pt x="528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73" name="Freeform 2077">
              <a:extLst>
                <a:ext uri="{FF2B5EF4-FFF2-40B4-BE49-F238E27FC236}">
                  <a16:creationId xmlns:a16="http://schemas.microsoft.com/office/drawing/2014/main" id="{5BFEFBCF-C690-44AF-94DB-DA03B86B6BEB}"/>
                </a:ext>
              </a:extLst>
            </p:cNvPr>
            <p:cNvSpPr>
              <a:spLocks/>
            </p:cNvSpPr>
            <p:nvPr/>
          </p:nvSpPr>
          <p:spPr bwMode="gray">
            <a:xfrm>
              <a:off x="5032771" y="5616561"/>
              <a:ext cx="432088" cy="170106"/>
            </a:xfrm>
            <a:custGeom>
              <a:avLst/>
              <a:gdLst>
                <a:gd name="T0" fmla="*/ 6 w 437"/>
                <a:gd name="T1" fmla="*/ 105 h 172"/>
                <a:gd name="T2" fmla="*/ 71 w 437"/>
                <a:gd name="T3" fmla="*/ 172 h 172"/>
                <a:gd name="T4" fmla="*/ 364 w 437"/>
                <a:gd name="T5" fmla="*/ 172 h 172"/>
                <a:gd name="T6" fmla="*/ 432 w 437"/>
                <a:gd name="T7" fmla="*/ 105 h 172"/>
                <a:gd name="T8" fmla="*/ 437 w 437"/>
                <a:gd name="T9" fmla="*/ 0 h 172"/>
                <a:gd name="T10" fmla="*/ 0 w 437"/>
                <a:gd name="T11" fmla="*/ 0 h 172"/>
                <a:gd name="T12" fmla="*/ 6 w 437"/>
                <a:gd name="T13" fmla="*/ 105 h 172"/>
                <a:gd name="T14" fmla="*/ 6 w 437"/>
                <a:gd name="T15" fmla="*/ 105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7" h="172">
                  <a:moveTo>
                    <a:pt x="6" y="105"/>
                  </a:moveTo>
                  <a:cubicBezTo>
                    <a:pt x="6" y="105"/>
                    <a:pt x="18" y="172"/>
                    <a:pt x="71" y="172"/>
                  </a:cubicBezTo>
                  <a:cubicBezTo>
                    <a:pt x="304" y="172"/>
                    <a:pt x="364" y="172"/>
                    <a:pt x="364" y="172"/>
                  </a:cubicBezTo>
                  <a:cubicBezTo>
                    <a:pt x="417" y="172"/>
                    <a:pt x="432" y="105"/>
                    <a:pt x="432" y="105"/>
                  </a:cubicBezTo>
                  <a:cubicBezTo>
                    <a:pt x="437" y="0"/>
                    <a:pt x="437" y="0"/>
                    <a:pt x="437" y="0"/>
                  </a:cubicBezTo>
                  <a:cubicBezTo>
                    <a:pt x="82" y="0"/>
                    <a:pt x="0" y="0"/>
                    <a:pt x="0" y="0"/>
                  </a:cubicBezTo>
                  <a:cubicBezTo>
                    <a:pt x="6" y="105"/>
                    <a:pt x="6" y="105"/>
                    <a:pt x="6" y="105"/>
                  </a:cubicBezTo>
                  <a:cubicBezTo>
                    <a:pt x="6" y="105"/>
                    <a:pt x="6" y="105"/>
                    <a:pt x="6" y="105"/>
                  </a:cubicBezTo>
                  <a:close/>
                </a:path>
              </a:pathLst>
            </a:custGeom>
            <a:solidFill>
              <a:srgbClr val="0073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74" name="Freeform 2078">
              <a:extLst>
                <a:ext uri="{FF2B5EF4-FFF2-40B4-BE49-F238E27FC236}">
                  <a16:creationId xmlns:a16="http://schemas.microsoft.com/office/drawing/2014/main" id="{D53126BA-C98F-4B8F-A6A1-635DE101739D}"/>
                </a:ext>
              </a:extLst>
            </p:cNvPr>
            <p:cNvSpPr>
              <a:spLocks/>
            </p:cNvSpPr>
            <p:nvPr/>
          </p:nvSpPr>
          <p:spPr bwMode="gray">
            <a:xfrm>
              <a:off x="4950701" y="5824240"/>
              <a:ext cx="581420" cy="40556"/>
            </a:xfrm>
            <a:custGeom>
              <a:avLst/>
              <a:gdLst>
                <a:gd name="T0" fmla="*/ 0 w 16960"/>
                <a:gd name="T1" fmla="*/ 0 h 1183"/>
                <a:gd name="T2" fmla="*/ 16960 w 16960"/>
                <a:gd name="T3" fmla="*/ 0 h 1183"/>
                <a:gd name="T4" fmla="*/ 16960 w 16960"/>
                <a:gd name="T5" fmla="*/ 1183 h 1183"/>
                <a:gd name="T6" fmla="*/ 0 w 16960"/>
                <a:gd name="T7" fmla="*/ 1183 h 1183"/>
                <a:gd name="T8" fmla="*/ 0 w 16960"/>
                <a:gd name="T9" fmla="*/ 0 h 1183"/>
                <a:gd name="T10" fmla="*/ 0 w 16960"/>
                <a:gd name="T11" fmla="*/ 0 h 1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960" h="1183">
                  <a:moveTo>
                    <a:pt x="0" y="0"/>
                  </a:moveTo>
                  <a:lnTo>
                    <a:pt x="16960" y="0"/>
                  </a:lnTo>
                  <a:lnTo>
                    <a:pt x="16960" y="1183"/>
                  </a:lnTo>
                  <a:lnTo>
                    <a:pt x="0" y="118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75" name="Freeform 2079">
              <a:extLst>
                <a:ext uri="{FF2B5EF4-FFF2-40B4-BE49-F238E27FC236}">
                  <a16:creationId xmlns:a16="http://schemas.microsoft.com/office/drawing/2014/main" id="{7D013510-FD4D-4CA6-8D2F-CBF4323E1E11}"/>
                </a:ext>
              </a:extLst>
            </p:cNvPr>
            <p:cNvSpPr>
              <a:spLocks/>
            </p:cNvSpPr>
            <p:nvPr/>
          </p:nvSpPr>
          <p:spPr bwMode="gray">
            <a:xfrm>
              <a:off x="4966504" y="6174328"/>
              <a:ext cx="548783" cy="21769"/>
            </a:xfrm>
            <a:custGeom>
              <a:avLst/>
              <a:gdLst>
                <a:gd name="T0" fmla="*/ 0 w 16008"/>
                <a:gd name="T1" fmla="*/ 0 h 635"/>
                <a:gd name="T2" fmla="*/ 16008 w 16008"/>
                <a:gd name="T3" fmla="*/ 0 h 635"/>
                <a:gd name="T4" fmla="*/ 16008 w 16008"/>
                <a:gd name="T5" fmla="*/ 635 h 635"/>
                <a:gd name="T6" fmla="*/ 0 w 16008"/>
                <a:gd name="T7" fmla="*/ 635 h 635"/>
                <a:gd name="T8" fmla="*/ 0 w 16008"/>
                <a:gd name="T9" fmla="*/ 0 h 635"/>
                <a:gd name="T10" fmla="*/ 0 w 16008"/>
                <a:gd name="T11" fmla="*/ 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008" h="635">
                  <a:moveTo>
                    <a:pt x="0" y="0"/>
                  </a:moveTo>
                  <a:lnTo>
                    <a:pt x="16008" y="0"/>
                  </a:lnTo>
                  <a:lnTo>
                    <a:pt x="16008" y="635"/>
                  </a:lnTo>
                  <a:lnTo>
                    <a:pt x="0" y="6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76" name="Freeform 2080">
              <a:extLst>
                <a:ext uri="{FF2B5EF4-FFF2-40B4-BE49-F238E27FC236}">
                  <a16:creationId xmlns:a16="http://schemas.microsoft.com/office/drawing/2014/main" id="{6F2B200D-38E9-48C6-AD3A-D24D81A7E7BF}"/>
                </a:ext>
              </a:extLst>
            </p:cNvPr>
            <p:cNvSpPr>
              <a:spLocks/>
            </p:cNvSpPr>
            <p:nvPr/>
          </p:nvSpPr>
          <p:spPr bwMode="gray">
            <a:xfrm>
              <a:off x="5079223" y="4508950"/>
              <a:ext cx="345115" cy="464793"/>
            </a:xfrm>
            <a:custGeom>
              <a:avLst/>
              <a:gdLst>
                <a:gd name="T0" fmla="*/ 346 w 349"/>
                <a:gd name="T1" fmla="*/ 244 h 470"/>
                <a:gd name="T2" fmla="*/ 322 w 349"/>
                <a:gd name="T3" fmla="*/ 307 h 470"/>
                <a:gd name="T4" fmla="*/ 308 w 349"/>
                <a:gd name="T5" fmla="*/ 316 h 470"/>
                <a:gd name="T6" fmla="*/ 295 w 349"/>
                <a:gd name="T7" fmla="*/ 316 h 470"/>
                <a:gd name="T8" fmla="*/ 282 w 349"/>
                <a:gd name="T9" fmla="*/ 371 h 470"/>
                <a:gd name="T10" fmla="*/ 267 w 349"/>
                <a:gd name="T11" fmla="*/ 380 h 470"/>
                <a:gd name="T12" fmla="*/ 270 w 349"/>
                <a:gd name="T13" fmla="*/ 454 h 470"/>
                <a:gd name="T14" fmla="*/ 205 w 349"/>
                <a:gd name="T15" fmla="*/ 470 h 470"/>
                <a:gd name="T16" fmla="*/ 142 w 349"/>
                <a:gd name="T17" fmla="*/ 470 h 470"/>
                <a:gd name="T18" fmla="*/ 80 w 349"/>
                <a:gd name="T19" fmla="*/ 451 h 470"/>
                <a:gd name="T20" fmla="*/ 82 w 349"/>
                <a:gd name="T21" fmla="*/ 380 h 470"/>
                <a:gd name="T22" fmla="*/ 66 w 349"/>
                <a:gd name="T23" fmla="*/ 371 h 470"/>
                <a:gd name="T24" fmla="*/ 53 w 349"/>
                <a:gd name="T25" fmla="*/ 316 h 470"/>
                <a:gd name="T26" fmla="*/ 41 w 349"/>
                <a:gd name="T27" fmla="*/ 316 h 470"/>
                <a:gd name="T28" fmla="*/ 26 w 349"/>
                <a:gd name="T29" fmla="*/ 307 h 470"/>
                <a:gd name="T30" fmla="*/ 2 w 349"/>
                <a:gd name="T31" fmla="*/ 244 h 470"/>
                <a:gd name="T32" fmla="*/ 11 w 349"/>
                <a:gd name="T33" fmla="*/ 225 h 470"/>
                <a:gd name="T34" fmla="*/ 35 w 349"/>
                <a:gd name="T35" fmla="*/ 235 h 470"/>
                <a:gd name="T36" fmla="*/ 33 w 349"/>
                <a:gd name="T37" fmla="*/ 148 h 470"/>
                <a:gd name="T38" fmla="*/ 45 w 349"/>
                <a:gd name="T39" fmla="*/ 47 h 470"/>
                <a:gd name="T40" fmla="*/ 136 w 349"/>
                <a:gd name="T41" fmla="*/ 0 h 470"/>
                <a:gd name="T42" fmla="*/ 215 w 349"/>
                <a:gd name="T43" fmla="*/ 0 h 470"/>
                <a:gd name="T44" fmla="*/ 303 w 349"/>
                <a:gd name="T45" fmla="*/ 46 h 470"/>
                <a:gd name="T46" fmla="*/ 316 w 349"/>
                <a:gd name="T47" fmla="*/ 151 h 470"/>
                <a:gd name="T48" fmla="*/ 314 w 349"/>
                <a:gd name="T49" fmla="*/ 235 h 470"/>
                <a:gd name="T50" fmla="*/ 338 w 349"/>
                <a:gd name="T51" fmla="*/ 225 h 470"/>
                <a:gd name="T52" fmla="*/ 346 w 349"/>
                <a:gd name="T53" fmla="*/ 244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49" h="470">
                  <a:moveTo>
                    <a:pt x="346" y="244"/>
                  </a:moveTo>
                  <a:cubicBezTo>
                    <a:pt x="322" y="307"/>
                    <a:pt x="322" y="307"/>
                    <a:pt x="322" y="307"/>
                  </a:cubicBezTo>
                  <a:cubicBezTo>
                    <a:pt x="319" y="314"/>
                    <a:pt x="314" y="316"/>
                    <a:pt x="308" y="316"/>
                  </a:cubicBezTo>
                  <a:cubicBezTo>
                    <a:pt x="295" y="316"/>
                    <a:pt x="295" y="316"/>
                    <a:pt x="295" y="316"/>
                  </a:cubicBezTo>
                  <a:cubicBezTo>
                    <a:pt x="282" y="371"/>
                    <a:pt x="282" y="371"/>
                    <a:pt x="282" y="371"/>
                  </a:cubicBezTo>
                  <a:cubicBezTo>
                    <a:pt x="267" y="380"/>
                    <a:pt x="267" y="380"/>
                    <a:pt x="267" y="380"/>
                  </a:cubicBezTo>
                  <a:cubicBezTo>
                    <a:pt x="267" y="413"/>
                    <a:pt x="270" y="454"/>
                    <a:pt x="270" y="454"/>
                  </a:cubicBezTo>
                  <a:cubicBezTo>
                    <a:pt x="205" y="470"/>
                    <a:pt x="205" y="470"/>
                    <a:pt x="205" y="470"/>
                  </a:cubicBezTo>
                  <a:cubicBezTo>
                    <a:pt x="142" y="470"/>
                    <a:pt x="142" y="470"/>
                    <a:pt x="142" y="470"/>
                  </a:cubicBezTo>
                  <a:cubicBezTo>
                    <a:pt x="80" y="451"/>
                    <a:pt x="80" y="451"/>
                    <a:pt x="80" y="451"/>
                  </a:cubicBezTo>
                  <a:cubicBezTo>
                    <a:pt x="82" y="380"/>
                    <a:pt x="82" y="380"/>
                    <a:pt x="82" y="380"/>
                  </a:cubicBezTo>
                  <a:cubicBezTo>
                    <a:pt x="66" y="371"/>
                    <a:pt x="66" y="371"/>
                    <a:pt x="66" y="371"/>
                  </a:cubicBezTo>
                  <a:cubicBezTo>
                    <a:pt x="53" y="316"/>
                    <a:pt x="53" y="316"/>
                    <a:pt x="53" y="316"/>
                  </a:cubicBezTo>
                  <a:cubicBezTo>
                    <a:pt x="41" y="316"/>
                    <a:pt x="41" y="316"/>
                    <a:pt x="41" y="316"/>
                  </a:cubicBezTo>
                  <a:cubicBezTo>
                    <a:pt x="35" y="316"/>
                    <a:pt x="29" y="314"/>
                    <a:pt x="26" y="307"/>
                  </a:cubicBezTo>
                  <a:cubicBezTo>
                    <a:pt x="2" y="244"/>
                    <a:pt x="2" y="244"/>
                    <a:pt x="2" y="244"/>
                  </a:cubicBezTo>
                  <a:cubicBezTo>
                    <a:pt x="0" y="237"/>
                    <a:pt x="4" y="229"/>
                    <a:pt x="11" y="225"/>
                  </a:cubicBezTo>
                  <a:cubicBezTo>
                    <a:pt x="26" y="216"/>
                    <a:pt x="35" y="235"/>
                    <a:pt x="35" y="235"/>
                  </a:cubicBezTo>
                  <a:cubicBezTo>
                    <a:pt x="33" y="148"/>
                    <a:pt x="33" y="148"/>
                    <a:pt x="33" y="148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136" y="0"/>
                    <a:pt x="136" y="0"/>
                    <a:pt x="136" y="0"/>
                  </a:cubicBezTo>
                  <a:cubicBezTo>
                    <a:pt x="215" y="0"/>
                    <a:pt x="215" y="0"/>
                    <a:pt x="215" y="0"/>
                  </a:cubicBezTo>
                  <a:cubicBezTo>
                    <a:pt x="303" y="46"/>
                    <a:pt x="303" y="46"/>
                    <a:pt x="303" y="46"/>
                  </a:cubicBezTo>
                  <a:cubicBezTo>
                    <a:pt x="316" y="151"/>
                    <a:pt x="316" y="151"/>
                    <a:pt x="316" y="151"/>
                  </a:cubicBezTo>
                  <a:cubicBezTo>
                    <a:pt x="314" y="235"/>
                    <a:pt x="314" y="235"/>
                    <a:pt x="314" y="235"/>
                  </a:cubicBezTo>
                  <a:cubicBezTo>
                    <a:pt x="315" y="226"/>
                    <a:pt x="329" y="221"/>
                    <a:pt x="338" y="225"/>
                  </a:cubicBezTo>
                  <a:cubicBezTo>
                    <a:pt x="346" y="228"/>
                    <a:pt x="349" y="237"/>
                    <a:pt x="346" y="244"/>
                  </a:cubicBez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77" name="Freeform 2081">
              <a:extLst>
                <a:ext uri="{FF2B5EF4-FFF2-40B4-BE49-F238E27FC236}">
                  <a16:creationId xmlns:a16="http://schemas.microsoft.com/office/drawing/2014/main" id="{F5D54EB4-17DD-475C-BD1C-47226BC16488}"/>
                </a:ext>
              </a:extLst>
            </p:cNvPr>
            <p:cNvSpPr>
              <a:spLocks/>
            </p:cNvSpPr>
            <p:nvPr/>
          </p:nvSpPr>
          <p:spPr bwMode="gray">
            <a:xfrm>
              <a:off x="4923995" y="5305042"/>
              <a:ext cx="104800" cy="182962"/>
            </a:xfrm>
            <a:custGeom>
              <a:avLst/>
              <a:gdLst>
                <a:gd name="T0" fmla="*/ 173 w 3057"/>
                <a:gd name="T1" fmla="*/ 4154 h 5337"/>
                <a:gd name="T2" fmla="*/ 0 w 3057"/>
                <a:gd name="T3" fmla="*/ 0 h 5337"/>
                <a:gd name="T4" fmla="*/ 3057 w 3057"/>
                <a:gd name="T5" fmla="*/ 0 h 5337"/>
                <a:gd name="T6" fmla="*/ 3057 w 3057"/>
                <a:gd name="T7" fmla="*/ 5337 h 5337"/>
                <a:gd name="T8" fmla="*/ 894 w 3057"/>
                <a:gd name="T9" fmla="*/ 5337 h 5337"/>
                <a:gd name="T10" fmla="*/ 173 w 3057"/>
                <a:gd name="T11" fmla="*/ 4154 h 5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57" h="5337">
                  <a:moveTo>
                    <a:pt x="173" y="4154"/>
                  </a:moveTo>
                  <a:lnTo>
                    <a:pt x="0" y="0"/>
                  </a:lnTo>
                  <a:lnTo>
                    <a:pt x="3057" y="0"/>
                  </a:lnTo>
                  <a:lnTo>
                    <a:pt x="3057" y="5337"/>
                  </a:lnTo>
                  <a:lnTo>
                    <a:pt x="894" y="5337"/>
                  </a:lnTo>
                  <a:lnTo>
                    <a:pt x="173" y="4154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78" name="Freeform 2082">
              <a:extLst>
                <a:ext uri="{FF2B5EF4-FFF2-40B4-BE49-F238E27FC236}">
                  <a16:creationId xmlns:a16="http://schemas.microsoft.com/office/drawing/2014/main" id="{0F39B51E-8F96-4FF3-BBB9-626D33A0B188}"/>
                </a:ext>
              </a:extLst>
            </p:cNvPr>
            <p:cNvSpPr>
              <a:spLocks/>
            </p:cNvSpPr>
            <p:nvPr/>
          </p:nvSpPr>
          <p:spPr bwMode="gray">
            <a:xfrm>
              <a:off x="5463865" y="5305042"/>
              <a:ext cx="108776" cy="182962"/>
            </a:xfrm>
            <a:custGeom>
              <a:avLst/>
              <a:gdLst>
                <a:gd name="T0" fmla="*/ 3000 w 3173"/>
                <a:gd name="T1" fmla="*/ 4154 h 5337"/>
                <a:gd name="T2" fmla="*/ 3173 w 3173"/>
                <a:gd name="T3" fmla="*/ 0 h 5337"/>
                <a:gd name="T4" fmla="*/ 0 w 3173"/>
                <a:gd name="T5" fmla="*/ 0 h 5337"/>
                <a:gd name="T6" fmla="*/ 0 w 3173"/>
                <a:gd name="T7" fmla="*/ 5337 h 5337"/>
                <a:gd name="T8" fmla="*/ 1991 w 3173"/>
                <a:gd name="T9" fmla="*/ 5337 h 5337"/>
                <a:gd name="T10" fmla="*/ 3000 w 3173"/>
                <a:gd name="T11" fmla="*/ 4154 h 5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73" h="5337">
                  <a:moveTo>
                    <a:pt x="3000" y="4154"/>
                  </a:moveTo>
                  <a:lnTo>
                    <a:pt x="3173" y="0"/>
                  </a:lnTo>
                  <a:lnTo>
                    <a:pt x="0" y="0"/>
                  </a:lnTo>
                  <a:lnTo>
                    <a:pt x="0" y="5337"/>
                  </a:lnTo>
                  <a:lnTo>
                    <a:pt x="1991" y="5337"/>
                  </a:lnTo>
                  <a:lnTo>
                    <a:pt x="3000" y="4154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79" name="Freeform 2083">
              <a:extLst>
                <a:ext uri="{FF2B5EF4-FFF2-40B4-BE49-F238E27FC236}">
                  <a16:creationId xmlns:a16="http://schemas.microsoft.com/office/drawing/2014/main" id="{D1A8F5D3-B4FE-4CAF-B01F-7EFA8569F2E0}"/>
                </a:ext>
              </a:extLst>
            </p:cNvPr>
            <p:cNvSpPr>
              <a:spLocks/>
            </p:cNvSpPr>
            <p:nvPr/>
          </p:nvSpPr>
          <p:spPr bwMode="gray">
            <a:xfrm>
              <a:off x="4920053" y="4940146"/>
              <a:ext cx="657525" cy="732808"/>
            </a:xfrm>
            <a:custGeom>
              <a:avLst/>
              <a:gdLst>
                <a:gd name="T0" fmla="*/ 15863 w 19180"/>
                <a:gd name="T1" fmla="*/ 11019 h 21376"/>
                <a:gd name="T2" fmla="*/ 15950 w 19180"/>
                <a:gd name="T3" fmla="*/ 21376 h 21376"/>
                <a:gd name="T4" fmla="*/ 3086 w 19180"/>
                <a:gd name="T5" fmla="*/ 21376 h 21376"/>
                <a:gd name="T6" fmla="*/ 3144 w 19180"/>
                <a:gd name="T7" fmla="*/ 11019 h 21376"/>
                <a:gd name="T8" fmla="*/ 0 w 19180"/>
                <a:gd name="T9" fmla="*/ 11019 h 21376"/>
                <a:gd name="T10" fmla="*/ 202 w 19180"/>
                <a:gd name="T11" fmla="*/ 4875 h 21376"/>
                <a:gd name="T12" fmla="*/ 1730 w 19180"/>
                <a:gd name="T13" fmla="*/ 2394 h 21376"/>
                <a:gd name="T14" fmla="*/ 6807 w 19180"/>
                <a:gd name="T15" fmla="*/ 0 h 21376"/>
                <a:gd name="T16" fmla="*/ 12460 w 19180"/>
                <a:gd name="T17" fmla="*/ 0 h 21376"/>
                <a:gd name="T18" fmla="*/ 17450 w 19180"/>
                <a:gd name="T19" fmla="*/ 2394 h 21376"/>
                <a:gd name="T20" fmla="*/ 19036 w 19180"/>
                <a:gd name="T21" fmla="*/ 4933 h 21376"/>
                <a:gd name="T22" fmla="*/ 19180 w 19180"/>
                <a:gd name="T23" fmla="*/ 11019 h 21376"/>
                <a:gd name="T24" fmla="*/ 15863 w 19180"/>
                <a:gd name="T25" fmla="*/ 11019 h 2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180" h="21376">
                  <a:moveTo>
                    <a:pt x="15863" y="11019"/>
                  </a:moveTo>
                  <a:lnTo>
                    <a:pt x="15950" y="21376"/>
                  </a:lnTo>
                  <a:lnTo>
                    <a:pt x="3086" y="21376"/>
                  </a:lnTo>
                  <a:lnTo>
                    <a:pt x="3144" y="11019"/>
                  </a:lnTo>
                  <a:lnTo>
                    <a:pt x="0" y="11019"/>
                  </a:lnTo>
                  <a:lnTo>
                    <a:pt x="202" y="4875"/>
                  </a:lnTo>
                  <a:lnTo>
                    <a:pt x="1730" y="2394"/>
                  </a:lnTo>
                  <a:lnTo>
                    <a:pt x="6807" y="0"/>
                  </a:lnTo>
                  <a:lnTo>
                    <a:pt x="12460" y="0"/>
                  </a:lnTo>
                  <a:lnTo>
                    <a:pt x="17450" y="2394"/>
                  </a:lnTo>
                  <a:lnTo>
                    <a:pt x="19036" y="4933"/>
                  </a:lnTo>
                  <a:lnTo>
                    <a:pt x="19180" y="11019"/>
                  </a:lnTo>
                  <a:lnTo>
                    <a:pt x="15863" y="11019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80" name="Freeform 2084">
              <a:extLst>
                <a:ext uri="{FF2B5EF4-FFF2-40B4-BE49-F238E27FC236}">
                  <a16:creationId xmlns:a16="http://schemas.microsoft.com/office/drawing/2014/main" id="{49CB3971-84EC-4B6A-8BA1-8CB0F5EB3C60}"/>
                </a:ext>
              </a:extLst>
            </p:cNvPr>
            <p:cNvSpPr>
              <a:spLocks/>
            </p:cNvSpPr>
            <p:nvPr/>
          </p:nvSpPr>
          <p:spPr bwMode="gray">
            <a:xfrm>
              <a:off x="4950701" y="5453380"/>
              <a:ext cx="34590" cy="963250"/>
            </a:xfrm>
            <a:custGeom>
              <a:avLst/>
              <a:gdLst>
                <a:gd name="T0" fmla="*/ 0 w 1009"/>
                <a:gd name="T1" fmla="*/ 0 h 28098"/>
                <a:gd name="T2" fmla="*/ 1009 w 1009"/>
                <a:gd name="T3" fmla="*/ 0 h 28098"/>
                <a:gd name="T4" fmla="*/ 1009 w 1009"/>
                <a:gd name="T5" fmla="*/ 28098 h 28098"/>
                <a:gd name="T6" fmla="*/ 0 w 1009"/>
                <a:gd name="T7" fmla="*/ 28098 h 28098"/>
                <a:gd name="T8" fmla="*/ 0 w 1009"/>
                <a:gd name="T9" fmla="*/ 0 h 28098"/>
                <a:gd name="T10" fmla="*/ 0 w 1009"/>
                <a:gd name="T11" fmla="*/ 0 h 28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09" h="28098">
                  <a:moveTo>
                    <a:pt x="0" y="0"/>
                  </a:moveTo>
                  <a:lnTo>
                    <a:pt x="1009" y="0"/>
                  </a:lnTo>
                  <a:lnTo>
                    <a:pt x="1009" y="28098"/>
                  </a:lnTo>
                  <a:lnTo>
                    <a:pt x="0" y="2809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81" name="Freeform 2085">
              <a:extLst>
                <a:ext uri="{FF2B5EF4-FFF2-40B4-BE49-F238E27FC236}">
                  <a16:creationId xmlns:a16="http://schemas.microsoft.com/office/drawing/2014/main" id="{89C3FF7F-211C-4B52-9279-56A7217BDA23}"/>
                </a:ext>
              </a:extLst>
            </p:cNvPr>
            <p:cNvSpPr>
              <a:spLocks/>
            </p:cNvSpPr>
            <p:nvPr/>
          </p:nvSpPr>
          <p:spPr bwMode="gray">
            <a:xfrm>
              <a:off x="5498490" y="5453380"/>
              <a:ext cx="33631" cy="963250"/>
            </a:xfrm>
            <a:custGeom>
              <a:avLst/>
              <a:gdLst>
                <a:gd name="T0" fmla="*/ 0 w 981"/>
                <a:gd name="T1" fmla="*/ 0 h 28098"/>
                <a:gd name="T2" fmla="*/ 981 w 981"/>
                <a:gd name="T3" fmla="*/ 0 h 28098"/>
                <a:gd name="T4" fmla="*/ 981 w 981"/>
                <a:gd name="T5" fmla="*/ 28098 h 28098"/>
                <a:gd name="T6" fmla="*/ 0 w 981"/>
                <a:gd name="T7" fmla="*/ 28098 h 28098"/>
                <a:gd name="T8" fmla="*/ 0 w 981"/>
                <a:gd name="T9" fmla="*/ 0 h 28098"/>
                <a:gd name="T10" fmla="*/ 0 w 981"/>
                <a:gd name="T11" fmla="*/ 0 h 28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1" h="28098">
                  <a:moveTo>
                    <a:pt x="0" y="0"/>
                  </a:moveTo>
                  <a:lnTo>
                    <a:pt x="981" y="0"/>
                  </a:lnTo>
                  <a:lnTo>
                    <a:pt x="981" y="28098"/>
                  </a:lnTo>
                  <a:lnTo>
                    <a:pt x="0" y="2809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82" name="Freeform 2086">
              <a:extLst>
                <a:ext uri="{FF2B5EF4-FFF2-40B4-BE49-F238E27FC236}">
                  <a16:creationId xmlns:a16="http://schemas.microsoft.com/office/drawing/2014/main" id="{DBDED725-33B4-488F-9E3F-062972556396}"/>
                </a:ext>
              </a:extLst>
            </p:cNvPr>
            <p:cNvSpPr>
              <a:spLocks/>
            </p:cNvSpPr>
            <p:nvPr/>
          </p:nvSpPr>
          <p:spPr bwMode="gray">
            <a:xfrm>
              <a:off x="4950701" y="5225955"/>
              <a:ext cx="581420" cy="227426"/>
            </a:xfrm>
            <a:custGeom>
              <a:avLst/>
              <a:gdLst>
                <a:gd name="T0" fmla="*/ 440 w 588"/>
                <a:gd name="T1" fmla="*/ 0 h 230"/>
                <a:gd name="T2" fmla="*/ 148 w 588"/>
                <a:gd name="T3" fmla="*/ 0 h 230"/>
                <a:gd name="T4" fmla="*/ 0 w 588"/>
                <a:gd name="T5" fmla="*/ 131 h 230"/>
                <a:gd name="T6" fmla="*/ 0 w 588"/>
                <a:gd name="T7" fmla="*/ 230 h 230"/>
                <a:gd name="T8" fmla="*/ 588 w 588"/>
                <a:gd name="T9" fmla="*/ 230 h 230"/>
                <a:gd name="T10" fmla="*/ 588 w 588"/>
                <a:gd name="T11" fmla="*/ 131 h 230"/>
                <a:gd name="T12" fmla="*/ 440 w 588"/>
                <a:gd name="T1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8" h="230">
                  <a:moveTo>
                    <a:pt x="440" y="0"/>
                  </a:moveTo>
                  <a:cubicBezTo>
                    <a:pt x="148" y="0"/>
                    <a:pt x="148" y="0"/>
                    <a:pt x="148" y="0"/>
                  </a:cubicBezTo>
                  <a:cubicBezTo>
                    <a:pt x="66" y="0"/>
                    <a:pt x="0" y="58"/>
                    <a:pt x="0" y="131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588" y="230"/>
                    <a:pt x="588" y="230"/>
                    <a:pt x="588" y="230"/>
                  </a:cubicBezTo>
                  <a:cubicBezTo>
                    <a:pt x="588" y="131"/>
                    <a:pt x="588" y="131"/>
                    <a:pt x="588" y="131"/>
                  </a:cubicBezTo>
                  <a:cubicBezTo>
                    <a:pt x="588" y="58"/>
                    <a:pt x="522" y="0"/>
                    <a:pt x="440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83" name="Freeform 2087">
              <a:extLst>
                <a:ext uri="{FF2B5EF4-FFF2-40B4-BE49-F238E27FC236}">
                  <a16:creationId xmlns:a16="http://schemas.microsoft.com/office/drawing/2014/main" id="{AA81026C-931E-49BA-A423-6BC8E8BAC2E2}"/>
                </a:ext>
              </a:extLst>
            </p:cNvPr>
            <p:cNvSpPr>
              <a:spLocks/>
            </p:cNvSpPr>
            <p:nvPr/>
          </p:nvSpPr>
          <p:spPr bwMode="gray">
            <a:xfrm>
              <a:off x="5104934" y="4503019"/>
              <a:ext cx="295646" cy="400515"/>
            </a:xfrm>
            <a:custGeom>
              <a:avLst/>
              <a:gdLst>
                <a:gd name="T0" fmla="*/ 8249 w 8624"/>
                <a:gd name="T1" fmla="*/ 1356 h 11683"/>
                <a:gd name="T2" fmla="*/ 5423 w 8624"/>
                <a:gd name="T3" fmla="*/ 0 h 11683"/>
                <a:gd name="T4" fmla="*/ 3115 w 8624"/>
                <a:gd name="T5" fmla="*/ 0 h 11683"/>
                <a:gd name="T6" fmla="*/ 346 w 8624"/>
                <a:gd name="T7" fmla="*/ 1356 h 11683"/>
                <a:gd name="T8" fmla="*/ 0 w 8624"/>
                <a:gd name="T9" fmla="*/ 4443 h 11683"/>
                <a:gd name="T10" fmla="*/ 260 w 8624"/>
                <a:gd name="T11" fmla="*/ 7010 h 11683"/>
                <a:gd name="T12" fmla="*/ 375 w 8624"/>
                <a:gd name="T13" fmla="*/ 7674 h 11683"/>
                <a:gd name="T14" fmla="*/ 1183 w 8624"/>
                <a:gd name="T15" fmla="*/ 10904 h 11683"/>
                <a:gd name="T16" fmla="*/ 1731 w 8624"/>
                <a:gd name="T17" fmla="*/ 11222 h 11683"/>
                <a:gd name="T18" fmla="*/ 3029 w 8624"/>
                <a:gd name="T19" fmla="*/ 11683 h 11683"/>
                <a:gd name="T20" fmla="*/ 5625 w 8624"/>
                <a:gd name="T21" fmla="*/ 11683 h 11683"/>
                <a:gd name="T22" fmla="*/ 6952 w 8624"/>
                <a:gd name="T23" fmla="*/ 11193 h 11683"/>
                <a:gd name="T24" fmla="*/ 7442 w 8624"/>
                <a:gd name="T25" fmla="*/ 10904 h 11683"/>
                <a:gd name="T26" fmla="*/ 7817 w 8624"/>
                <a:gd name="T27" fmla="*/ 9347 h 11683"/>
                <a:gd name="T28" fmla="*/ 8221 w 8624"/>
                <a:gd name="T29" fmla="*/ 7674 h 11683"/>
                <a:gd name="T30" fmla="*/ 8336 w 8624"/>
                <a:gd name="T31" fmla="*/ 7010 h 11683"/>
                <a:gd name="T32" fmla="*/ 8624 w 8624"/>
                <a:gd name="T33" fmla="*/ 4443 h 11683"/>
                <a:gd name="T34" fmla="*/ 8249 w 8624"/>
                <a:gd name="T35" fmla="*/ 1356 h 11683"/>
                <a:gd name="T36" fmla="*/ 8249 w 8624"/>
                <a:gd name="T37" fmla="*/ 1356 h 11683"/>
                <a:gd name="T38" fmla="*/ 8249 w 8624"/>
                <a:gd name="T39" fmla="*/ 1356 h 116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24" h="11683">
                  <a:moveTo>
                    <a:pt x="8249" y="1356"/>
                  </a:moveTo>
                  <a:lnTo>
                    <a:pt x="5423" y="0"/>
                  </a:lnTo>
                  <a:lnTo>
                    <a:pt x="3115" y="0"/>
                  </a:lnTo>
                  <a:lnTo>
                    <a:pt x="346" y="1356"/>
                  </a:lnTo>
                  <a:lnTo>
                    <a:pt x="0" y="4443"/>
                  </a:lnTo>
                  <a:lnTo>
                    <a:pt x="260" y="7010"/>
                  </a:lnTo>
                  <a:lnTo>
                    <a:pt x="375" y="7674"/>
                  </a:lnTo>
                  <a:lnTo>
                    <a:pt x="1183" y="10904"/>
                  </a:lnTo>
                  <a:lnTo>
                    <a:pt x="1731" y="11222"/>
                  </a:lnTo>
                  <a:lnTo>
                    <a:pt x="3029" y="11683"/>
                  </a:lnTo>
                  <a:lnTo>
                    <a:pt x="5625" y="11683"/>
                  </a:lnTo>
                  <a:lnTo>
                    <a:pt x="6952" y="11193"/>
                  </a:lnTo>
                  <a:lnTo>
                    <a:pt x="7442" y="10904"/>
                  </a:lnTo>
                  <a:lnTo>
                    <a:pt x="7817" y="9347"/>
                  </a:lnTo>
                  <a:lnTo>
                    <a:pt x="8221" y="7674"/>
                  </a:lnTo>
                  <a:lnTo>
                    <a:pt x="8336" y="7010"/>
                  </a:lnTo>
                  <a:lnTo>
                    <a:pt x="8624" y="4443"/>
                  </a:lnTo>
                  <a:lnTo>
                    <a:pt x="8249" y="1356"/>
                  </a:lnTo>
                  <a:lnTo>
                    <a:pt x="8249" y="1356"/>
                  </a:lnTo>
                  <a:lnTo>
                    <a:pt x="8249" y="1356"/>
                  </a:lnTo>
                  <a:close/>
                </a:path>
              </a:pathLst>
            </a:custGeom>
            <a:solidFill>
              <a:srgbClr val="827F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84" name="Freeform 2088">
              <a:extLst>
                <a:ext uri="{FF2B5EF4-FFF2-40B4-BE49-F238E27FC236}">
                  <a16:creationId xmlns:a16="http://schemas.microsoft.com/office/drawing/2014/main" id="{D9CD8619-EF37-4B86-BED2-38014EF8568F}"/>
                </a:ext>
              </a:extLst>
            </p:cNvPr>
            <p:cNvSpPr>
              <a:spLocks/>
            </p:cNvSpPr>
            <p:nvPr/>
          </p:nvSpPr>
          <p:spPr bwMode="gray">
            <a:xfrm>
              <a:off x="7327732" y="5305042"/>
              <a:ext cx="105794" cy="182962"/>
            </a:xfrm>
            <a:custGeom>
              <a:avLst/>
              <a:gdLst>
                <a:gd name="T0" fmla="*/ 202 w 3086"/>
                <a:gd name="T1" fmla="*/ 4154 h 5337"/>
                <a:gd name="T2" fmla="*/ 0 w 3086"/>
                <a:gd name="T3" fmla="*/ 0 h 5337"/>
                <a:gd name="T4" fmla="*/ 3058 w 3086"/>
                <a:gd name="T5" fmla="*/ 0 h 5337"/>
                <a:gd name="T6" fmla="*/ 3086 w 3086"/>
                <a:gd name="T7" fmla="*/ 5337 h 5337"/>
                <a:gd name="T8" fmla="*/ 923 w 3086"/>
                <a:gd name="T9" fmla="*/ 5337 h 5337"/>
                <a:gd name="T10" fmla="*/ 202 w 3086"/>
                <a:gd name="T11" fmla="*/ 4154 h 5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86" h="5337">
                  <a:moveTo>
                    <a:pt x="202" y="4154"/>
                  </a:moveTo>
                  <a:lnTo>
                    <a:pt x="0" y="0"/>
                  </a:lnTo>
                  <a:lnTo>
                    <a:pt x="3058" y="0"/>
                  </a:lnTo>
                  <a:lnTo>
                    <a:pt x="3086" y="5337"/>
                  </a:lnTo>
                  <a:lnTo>
                    <a:pt x="923" y="5337"/>
                  </a:lnTo>
                  <a:lnTo>
                    <a:pt x="202" y="4154"/>
                  </a:lnTo>
                  <a:close/>
                </a:path>
              </a:pathLst>
            </a:custGeom>
            <a:solidFill>
              <a:srgbClr val="B9B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85" name="Freeform 2089">
              <a:extLst>
                <a:ext uri="{FF2B5EF4-FFF2-40B4-BE49-F238E27FC236}">
                  <a16:creationId xmlns:a16="http://schemas.microsoft.com/office/drawing/2014/main" id="{B7D61834-2C96-4D1C-AD96-49E8BB357046}"/>
                </a:ext>
              </a:extLst>
            </p:cNvPr>
            <p:cNvSpPr>
              <a:spLocks/>
            </p:cNvSpPr>
            <p:nvPr/>
          </p:nvSpPr>
          <p:spPr bwMode="gray">
            <a:xfrm>
              <a:off x="7354438" y="5453380"/>
              <a:ext cx="35584" cy="963250"/>
            </a:xfrm>
            <a:custGeom>
              <a:avLst/>
              <a:gdLst>
                <a:gd name="T0" fmla="*/ 0 w 1038"/>
                <a:gd name="T1" fmla="*/ 0 h 28098"/>
                <a:gd name="T2" fmla="*/ 1038 w 1038"/>
                <a:gd name="T3" fmla="*/ 0 h 28098"/>
                <a:gd name="T4" fmla="*/ 1038 w 1038"/>
                <a:gd name="T5" fmla="*/ 28098 h 28098"/>
                <a:gd name="T6" fmla="*/ 0 w 1038"/>
                <a:gd name="T7" fmla="*/ 28098 h 28098"/>
                <a:gd name="T8" fmla="*/ 0 w 1038"/>
                <a:gd name="T9" fmla="*/ 0 h 28098"/>
                <a:gd name="T10" fmla="*/ 0 w 1038"/>
                <a:gd name="T11" fmla="*/ 0 h 28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38" h="28098">
                  <a:moveTo>
                    <a:pt x="0" y="0"/>
                  </a:moveTo>
                  <a:lnTo>
                    <a:pt x="1038" y="0"/>
                  </a:lnTo>
                  <a:lnTo>
                    <a:pt x="1038" y="28098"/>
                  </a:lnTo>
                  <a:lnTo>
                    <a:pt x="0" y="2809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86" name="Freeform 2090">
              <a:extLst>
                <a:ext uri="{FF2B5EF4-FFF2-40B4-BE49-F238E27FC236}">
                  <a16:creationId xmlns:a16="http://schemas.microsoft.com/office/drawing/2014/main" id="{CAE6896A-60C9-43B8-BB55-DE845AD5F4A6}"/>
                </a:ext>
              </a:extLst>
            </p:cNvPr>
            <p:cNvSpPr>
              <a:spLocks/>
            </p:cNvSpPr>
            <p:nvPr/>
          </p:nvSpPr>
          <p:spPr bwMode="gray">
            <a:xfrm>
              <a:off x="7502741" y="4636546"/>
              <a:ext cx="294686" cy="304594"/>
            </a:xfrm>
            <a:custGeom>
              <a:avLst/>
              <a:gdLst>
                <a:gd name="T0" fmla="*/ 1 w 298"/>
                <a:gd name="T1" fmla="*/ 140 h 308"/>
                <a:gd name="T2" fmla="*/ 159 w 298"/>
                <a:gd name="T3" fmla="*/ 308 h 308"/>
                <a:gd name="T4" fmla="*/ 298 w 298"/>
                <a:gd name="T5" fmla="*/ 168 h 308"/>
                <a:gd name="T6" fmla="*/ 298 w 298"/>
                <a:gd name="T7" fmla="*/ 0 h 308"/>
                <a:gd name="T8" fmla="*/ 0 w 298"/>
                <a:gd name="T9" fmla="*/ 0 h 308"/>
                <a:gd name="T10" fmla="*/ 1 w 298"/>
                <a:gd name="T11" fmla="*/ 140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8" h="308">
                  <a:moveTo>
                    <a:pt x="1" y="140"/>
                  </a:moveTo>
                  <a:cubicBezTo>
                    <a:pt x="1" y="217"/>
                    <a:pt x="82" y="308"/>
                    <a:pt x="159" y="308"/>
                  </a:cubicBezTo>
                  <a:cubicBezTo>
                    <a:pt x="236" y="308"/>
                    <a:pt x="298" y="245"/>
                    <a:pt x="298" y="168"/>
                  </a:cubicBezTo>
                  <a:cubicBezTo>
                    <a:pt x="298" y="0"/>
                    <a:pt x="298" y="0"/>
                    <a:pt x="298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" y="140"/>
                  </a:lnTo>
                  <a:close/>
                </a:path>
              </a:pathLst>
            </a:custGeom>
            <a:solidFill>
              <a:srgbClr val="B9B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87" name="Freeform 2091">
              <a:extLst>
                <a:ext uri="{FF2B5EF4-FFF2-40B4-BE49-F238E27FC236}">
                  <a16:creationId xmlns:a16="http://schemas.microsoft.com/office/drawing/2014/main" id="{8892B9AA-C830-4F90-9F68-0596785441F9}"/>
                </a:ext>
              </a:extLst>
            </p:cNvPr>
            <p:cNvSpPr>
              <a:spLocks/>
            </p:cNvSpPr>
            <p:nvPr/>
          </p:nvSpPr>
          <p:spPr bwMode="gray">
            <a:xfrm>
              <a:off x="7556152" y="4828387"/>
              <a:ext cx="183922" cy="187899"/>
            </a:xfrm>
            <a:custGeom>
              <a:avLst/>
              <a:gdLst>
                <a:gd name="T0" fmla="*/ 0 w 186"/>
                <a:gd name="T1" fmla="*/ 146 h 190"/>
                <a:gd name="T2" fmla="*/ 83 w 186"/>
                <a:gd name="T3" fmla="*/ 184 h 190"/>
                <a:gd name="T4" fmla="*/ 186 w 186"/>
                <a:gd name="T5" fmla="*/ 145 h 190"/>
                <a:gd name="T6" fmla="*/ 171 w 186"/>
                <a:gd name="T7" fmla="*/ 0 h 190"/>
                <a:gd name="T8" fmla="*/ 5 w 186"/>
                <a:gd name="T9" fmla="*/ 0 h 190"/>
                <a:gd name="T10" fmla="*/ 0 w 186"/>
                <a:gd name="T11" fmla="*/ 146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6" h="190">
                  <a:moveTo>
                    <a:pt x="0" y="146"/>
                  </a:moveTo>
                  <a:cubicBezTo>
                    <a:pt x="14" y="172"/>
                    <a:pt x="80" y="184"/>
                    <a:pt x="83" y="184"/>
                  </a:cubicBezTo>
                  <a:cubicBezTo>
                    <a:pt x="135" y="190"/>
                    <a:pt x="186" y="145"/>
                    <a:pt x="186" y="145"/>
                  </a:cubicBezTo>
                  <a:cubicBezTo>
                    <a:pt x="171" y="0"/>
                    <a:pt x="171" y="0"/>
                    <a:pt x="171" y="0"/>
                  </a:cubicBezTo>
                  <a:cubicBezTo>
                    <a:pt x="5" y="0"/>
                    <a:pt x="5" y="0"/>
                    <a:pt x="5" y="0"/>
                  </a:cubicBezTo>
                  <a:lnTo>
                    <a:pt x="0" y="146"/>
                  </a:ln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88" name="Freeform 2092">
              <a:extLst>
                <a:ext uri="{FF2B5EF4-FFF2-40B4-BE49-F238E27FC236}">
                  <a16:creationId xmlns:a16="http://schemas.microsoft.com/office/drawing/2014/main" id="{A3D6CDAB-5C11-45FE-8409-79CA145BAC3F}"/>
                </a:ext>
              </a:extLst>
            </p:cNvPr>
            <p:cNvSpPr>
              <a:spLocks/>
            </p:cNvSpPr>
            <p:nvPr/>
          </p:nvSpPr>
          <p:spPr bwMode="gray">
            <a:xfrm>
              <a:off x="7490879" y="4506996"/>
              <a:ext cx="328283" cy="396538"/>
            </a:xfrm>
            <a:custGeom>
              <a:avLst/>
              <a:gdLst>
                <a:gd name="T0" fmla="*/ 0 w 9576"/>
                <a:gd name="T1" fmla="*/ 3721 h 11567"/>
                <a:gd name="T2" fmla="*/ 87 w 9576"/>
                <a:gd name="T3" fmla="*/ 7673 h 11567"/>
                <a:gd name="T4" fmla="*/ 866 w 9576"/>
                <a:gd name="T5" fmla="*/ 10038 h 11567"/>
                <a:gd name="T6" fmla="*/ 2394 w 9576"/>
                <a:gd name="T7" fmla="*/ 11567 h 11567"/>
                <a:gd name="T8" fmla="*/ 6346 w 9576"/>
                <a:gd name="T9" fmla="*/ 11538 h 11567"/>
                <a:gd name="T10" fmla="*/ 7961 w 9576"/>
                <a:gd name="T11" fmla="*/ 8481 h 11567"/>
                <a:gd name="T12" fmla="*/ 7961 w 9576"/>
                <a:gd name="T13" fmla="*/ 5106 h 11567"/>
                <a:gd name="T14" fmla="*/ 8942 w 9576"/>
                <a:gd name="T15" fmla="*/ 3779 h 11567"/>
                <a:gd name="T16" fmla="*/ 9576 w 9576"/>
                <a:gd name="T17" fmla="*/ 2423 h 11567"/>
                <a:gd name="T18" fmla="*/ 8624 w 9576"/>
                <a:gd name="T19" fmla="*/ 375 h 11567"/>
                <a:gd name="T20" fmla="*/ 4327 w 9576"/>
                <a:gd name="T21" fmla="*/ 0 h 11567"/>
                <a:gd name="T22" fmla="*/ 1817 w 9576"/>
                <a:gd name="T23" fmla="*/ 894 h 11567"/>
                <a:gd name="T24" fmla="*/ 548 w 9576"/>
                <a:gd name="T25" fmla="*/ 1817 h 11567"/>
                <a:gd name="T26" fmla="*/ 0 w 9576"/>
                <a:gd name="T27" fmla="*/ 3721 h 11567"/>
                <a:gd name="T28" fmla="*/ 0 w 9576"/>
                <a:gd name="T29" fmla="*/ 3721 h 115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576" h="11567">
                  <a:moveTo>
                    <a:pt x="0" y="3721"/>
                  </a:moveTo>
                  <a:lnTo>
                    <a:pt x="87" y="7673"/>
                  </a:lnTo>
                  <a:lnTo>
                    <a:pt x="866" y="10038"/>
                  </a:lnTo>
                  <a:lnTo>
                    <a:pt x="2394" y="11567"/>
                  </a:lnTo>
                  <a:lnTo>
                    <a:pt x="6346" y="11538"/>
                  </a:lnTo>
                  <a:lnTo>
                    <a:pt x="7961" y="8481"/>
                  </a:lnTo>
                  <a:lnTo>
                    <a:pt x="7961" y="5106"/>
                  </a:lnTo>
                  <a:lnTo>
                    <a:pt x="8942" y="3779"/>
                  </a:lnTo>
                  <a:lnTo>
                    <a:pt x="9576" y="2423"/>
                  </a:lnTo>
                  <a:lnTo>
                    <a:pt x="8624" y="375"/>
                  </a:lnTo>
                  <a:lnTo>
                    <a:pt x="4327" y="0"/>
                  </a:lnTo>
                  <a:lnTo>
                    <a:pt x="1817" y="894"/>
                  </a:lnTo>
                  <a:lnTo>
                    <a:pt x="548" y="1817"/>
                  </a:lnTo>
                  <a:lnTo>
                    <a:pt x="0" y="3721"/>
                  </a:lnTo>
                  <a:lnTo>
                    <a:pt x="0" y="3721"/>
                  </a:lnTo>
                  <a:close/>
                </a:path>
              </a:pathLst>
            </a:custGeom>
            <a:solidFill>
              <a:srgbClr val="6455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89" name="Freeform 2093">
              <a:extLst>
                <a:ext uri="{FF2B5EF4-FFF2-40B4-BE49-F238E27FC236}">
                  <a16:creationId xmlns:a16="http://schemas.microsoft.com/office/drawing/2014/main" id="{5462B879-5E8F-4AEB-B622-3EA065A70326}"/>
                </a:ext>
              </a:extLst>
            </p:cNvPr>
            <p:cNvSpPr>
              <a:spLocks/>
            </p:cNvSpPr>
            <p:nvPr/>
          </p:nvSpPr>
          <p:spPr bwMode="gray">
            <a:xfrm>
              <a:off x="7478024" y="5864796"/>
              <a:ext cx="168118" cy="491500"/>
            </a:xfrm>
            <a:custGeom>
              <a:avLst/>
              <a:gdLst>
                <a:gd name="T0" fmla="*/ 4904 w 4904"/>
                <a:gd name="T1" fmla="*/ 0 h 14337"/>
                <a:gd name="T2" fmla="*/ 4644 w 4904"/>
                <a:gd name="T3" fmla="*/ 14337 h 14337"/>
                <a:gd name="T4" fmla="*/ 231 w 4904"/>
                <a:gd name="T5" fmla="*/ 14337 h 14337"/>
                <a:gd name="T6" fmla="*/ 0 w 4904"/>
                <a:gd name="T7" fmla="*/ 0 h 14337"/>
                <a:gd name="T8" fmla="*/ 4904 w 4904"/>
                <a:gd name="T9" fmla="*/ 0 h 14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4" h="14337">
                  <a:moveTo>
                    <a:pt x="4904" y="0"/>
                  </a:moveTo>
                  <a:lnTo>
                    <a:pt x="4644" y="14337"/>
                  </a:lnTo>
                  <a:lnTo>
                    <a:pt x="231" y="14337"/>
                  </a:lnTo>
                  <a:lnTo>
                    <a:pt x="0" y="0"/>
                  </a:lnTo>
                  <a:lnTo>
                    <a:pt x="4904" y="0"/>
                  </a:lnTo>
                  <a:close/>
                </a:path>
              </a:pathLst>
            </a:custGeom>
            <a:solidFill>
              <a:srgbClr val="006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90" name="Freeform 2094">
              <a:extLst>
                <a:ext uri="{FF2B5EF4-FFF2-40B4-BE49-F238E27FC236}">
                  <a16:creationId xmlns:a16="http://schemas.microsoft.com/office/drawing/2014/main" id="{CC3ED701-CD4E-47B3-8972-8076D70BF475}"/>
                </a:ext>
              </a:extLst>
            </p:cNvPr>
            <p:cNvSpPr>
              <a:spLocks/>
            </p:cNvSpPr>
            <p:nvPr/>
          </p:nvSpPr>
          <p:spPr bwMode="gray">
            <a:xfrm>
              <a:off x="7478024" y="6356294"/>
              <a:ext cx="168118" cy="60336"/>
            </a:xfrm>
            <a:custGeom>
              <a:avLst/>
              <a:gdLst>
                <a:gd name="T0" fmla="*/ 84 w 170"/>
                <a:gd name="T1" fmla="*/ 0 h 61"/>
                <a:gd name="T2" fmla="*/ 15 w 170"/>
                <a:gd name="T3" fmla="*/ 0 h 61"/>
                <a:gd name="T4" fmla="*/ 0 w 170"/>
                <a:gd name="T5" fmla="*/ 61 h 61"/>
                <a:gd name="T6" fmla="*/ 84 w 170"/>
                <a:gd name="T7" fmla="*/ 61 h 61"/>
                <a:gd name="T8" fmla="*/ 170 w 170"/>
                <a:gd name="T9" fmla="*/ 61 h 61"/>
                <a:gd name="T10" fmla="*/ 154 w 170"/>
                <a:gd name="T11" fmla="*/ 0 h 61"/>
                <a:gd name="T12" fmla="*/ 84 w 170"/>
                <a:gd name="T13" fmla="*/ 0 h 61"/>
                <a:gd name="T14" fmla="*/ 84 w 170"/>
                <a:gd name="T1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0" h="61">
                  <a:moveTo>
                    <a:pt x="84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0" y="41"/>
                    <a:pt x="0" y="61"/>
                  </a:cubicBezTo>
                  <a:cubicBezTo>
                    <a:pt x="84" y="61"/>
                    <a:pt x="84" y="61"/>
                    <a:pt x="84" y="61"/>
                  </a:cubicBezTo>
                  <a:cubicBezTo>
                    <a:pt x="170" y="61"/>
                    <a:pt x="170" y="61"/>
                    <a:pt x="170" y="61"/>
                  </a:cubicBezTo>
                  <a:cubicBezTo>
                    <a:pt x="170" y="41"/>
                    <a:pt x="154" y="0"/>
                    <a:pt x="154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0"/>
                    <a:pt x="84" y="0"/>
                    <a:pt x="84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91" name="Freeform 2095">
              <a:extLst>
                <a:ext uri="{FF2B5EF4-FFF2-40B4-BE49-F238E27FC236}">
                  <a16:creationId xmlns:a16="http://schemas.microsoft.com/office/drawing/2014/main" id="{53837532-0DA0-4516-8E0D-945C17B1D603}"/>
                </a:ext>
              </a:extLst>
            </p:cNvPr>
            <p:cNvSpPr>
              <a:spLocks/>
            </p:cNvSpPr>
            <p:nvPr/>
          </p:nvSpPr>
          <p:spPr bwMode="gray">
            <a:xfrm>
              <a:off x="7656015" y="5864796"/>
              <a:ext cx="169078" cy="491500"/>
            </a:xfrm>
            <a:custGeom>
              <a:avLst/>
              <a:gdLst>
                <a:gd name="T0" fmla="*/ 4932 w 4932"/>
                <a:gd name="T1" fmla="*/ 0 h 14337"/>
                <a:gd name="T2" fmla="*/ 4586 w 4932"/>
                <a:gd name="T3" fmla="*/ 14337 h 14337"/>
                <a:gd name="T4" fmla="*/ 144 w 4932"/>
                <a:gd name="T5" fmla="*/ 14337 h 14337"/>
                <a:gd name="T6" fmla="*/ 0 w 4932"/>
                <a:gd name="T7" fmla="*/ 0 h 14337"/>
                <a:gd name="T8" fmla="*/ 4932 w 4932"/>
                <a:gd name="T9" fmla="*/ 0 h 14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32" h="14337">
                  <a:moveTo>
                    <a:pt x="4932" y="0"/>
                  </a:moveTo>
                  <a:lnTo>
                    <a:pt x="4586" y="14337"/>
                  </a:lnTo>
                  <a:lnTo>
                    <a:pt x="144" y="14337"/>
                  </a:lnTo>
                  <a:lnTo>
                    <a:pt x="0" y="0"/>
                  </a:lnTo>
                  <a:lnTo>
                    <a:pt x="4932" y="0"/>
                  </a:lnTo>
                  <a:close/>
                </a:path>
              </a:pathLst>
            </a:custGeom>
            <a:solidFill>
              <a:srgbClr val="006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92" name="Freeform 2096">
              <a:extLst>
                <a:ext uri="{FF2B5EF4-FFF2-40B4-BE49-F238E27FC236}">
                  <a16:creationId xmlns:a16="http://schemas.microsoft.com/office/drawing/2014/main" id="{4488853F-E511-482D-8576-12E3C0C69EEE}"/>
                </a:ext>
              </a:extLst>
            </p:cNvPr>
            <p:cNvSpPr>
              <a:spLocks/>
            </p:cNvSpPr>
            <p:nvPr/>
          </p:nvSpPr>
          <p:spPr bwMode="gray">
            <a:xfrm>
              <a:off x="7656015" y="6356294"/>
              <a:ext cx="163147" cy="60336"/>
            </a:xfrm>
            <a:custGeom>
              <a:avLst/>
              <a:gdLst>
                <a:gd name="T0" fmla="*/ 82 w 165"/>
                <a:gd name="T1" fmla="*/ 0 h 61"/>
                <a:gd name="T2" fmla="*/ 14 w 165"/>
                <a:gd name="T3" fmla="*/ 0 h 61"/>
                <a:gd name="T4" fmla="*/ 0 w 165"/>
                <a:gd name="T5" fmla="*/ 61 h 61"/>
                <a:gd name="T6" fmla="*/ 82 w 165"/>
                <a:gd name="T7" fmla="*/ 61 h 61"/>
                <a:gd name="T8" fmla="*/ 165 w 165"/>
                <a:gd name="T9" fmla="*/ 61 h 61"/>
                <a:gd name="T10" fmla="*/ 149 w 165"/>
                <a:gd name="T11" fmla="*/ 0 h 61"/>
                <a:gd name="T12" fmla="*/ 82 w 165"/>
                <a:gd name="T13" fmla="*/ 0 h 61"/>
                <a:gd name="T14" fmla="*/ 82 w 165"/>
                <a:gd name="T1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5" h="61">
                  <a:moveTo>
                    <a:pt x="82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0" y="41"/>
                    <a:pt x="0" y="61"/>
                  </a:cubicBezTo>
                  <a:cubicBezTo>
                    <a:pt x="82" y="61"/>
                    <a:pt x="82" y="61"/>
                    <a:pt x="82" y="61"/>
                  </a:cubicBezTo>
                  <a:cubicBezTo>
                    <a:pt x="165" y="61"/>
                    <a:pt x="165" y="61"/>
                    <a:pt x="165" y="61"/>
                  </a:cubicBezTo>
                  <a:cubicBezTo>
                    <a:pt x="165" y="41"/>
                    <a:pt x="149" y="0"/>
                    <a:pt x="149" y="0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2" y="0"/>
                    <a:pt x="82" y="0"/>
                    <a:pt x="82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93" name="Freeform 2097">
              <a:extLst>
                <a:ext uri="{FF2B5EF4-FFF2-40B4-BE49-F238E27FC236}">
                  <a16:creationId xmlns:a16="http://schemas.microsoft.com/office/drawing/2014/main" id="{6A3997E1-2E5C-47E8-9093-08FE06B13763}"/>
                </a:ext>
              </a:extLst>
            </p:cNvPr>
            <p:cNvSpPr>
              <a:spLocks/>
            </p:cNvSpPr>
            <p:nvPr/>
          </p:nvSpPr>
          <p:spPr bwMode="gray">
            <a:xfrm>
              <a:off x="7354438" y="5763940"/>
              <a:ext cx="582414" cy="60301"/>
            </a:xfrm>
            <a:custGeom>
              <a:avLst/>
              <a:gdLst>
                <a:gd name="T0" fmla="*/ 528 w 589"/>
                <a:gd name="T1" fmla="*/ 0 h 61"/>
                <a:gd name="T2" fmla="*/ 61 w 589"/>
                <a:gd name="T3" fmla="*/ 0 h 61"/>
                <a:gd name="T4" fmla="*/ 0 w 589"/>
                <a:gd name="T5" fmla="*/ 61 h 61"/>
                <a:gd name="T6" fmla="*/ 589 w 589"/>
                <a:gd name="T7" fmla="*/ 61 h 61"/>
                <a:gd name="T8" fmla="*/ 528 w 589"/>
                <a:gd name="T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61">
                  <a:moveTo>
                    <a:pt x="528" y="0"/>
                  </a:moveTo>
                  <a:cubicBezTo>
                    <a:pt x="61" y="0"/>
                    <a:pt x="61" y="0"/>
                    <a:pt x="61" y="0"/>
                  </a:cubicBezTo>
                  <a:cubicBezTo>
                    <a:pt x="27" y="0"/>
                    <a:pt x="0" y="27"/>
                    <a:pt x="0" y="61"/>
                  </a:cubicBezTo>
                  <a:cubicBezTo>
                    <a:pt x="589" y="61"/>
                    <a:pt x="589" y="61"/>
                    <a:pt x="589" y="61"/>
                  </a:cubicBezTo>
                  <a:cubicBezTo>
                    <a:pt x="589" y="27"/>
                    <a:pt x="562" y="0"/>
                    <a:pt x="528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94" name="Freeform 2098">
              <a:extLst>
                <a:ext uri="{FF2B5EF4-FFF2-40B4-BE49-F238E27FC236}">
                  <a16:creationId xmlns:a16="http://schemas.microsoft.com/office/drawing/2014/main" id="{2FE14518-8831-49F8-8EC9-E2404CA39840}"/>
                </a:ext>
              </a:extLst>
            </p:cNvPr>
            <p:cNvSpPr>
              <a:spLocks/>
            </p:cNvSpPr>
            <p:nvPr/>
          </p:nvSpPr>
          <p:spPr bwMode="gray">
            <a:xfrm>
              <a:off x="7436508" y="5616561"/>
              <a:ext cx="433082" cy="170106"/>
            </a:xfrm>
            <a:custGeom>
              <a:avLst/>
              <a:gdLst>
                <a:gd name="T0" fmla="*/ 7 w 438"/>
                <a:gd name="T1" fmla="*/ 105 h 172"/>
                <a:gd name="T2" fmla="*/ 72 w 438"/>
                <a:gd name="T3" fmla="*/ 172 h 172"/>
                <a:gd name="T4" fmla="*/ 365 w 438"/>
                <a:gd name="T5" fmla="*/ 172 h 172"/>
                <a:gd name="T6" fmla="*/ 433 w 438"/>
                <a:gd name="T7" fmla="*/ 105 h 172"/>
                <a:gd name="T8" fmla="*/ 438 w 438"/>
                <a:gd name="T9" fmla="*/ 0 h 172"/>
                <a:gd name="T10" fmla="*/ 0 w 438"/>
                <a:gd name="T11" fmla="*/ 0 h 172"/>
                <a:gd name="T12" fmla="*/ 7 w 438"/>
                <a:gd name="T13" fmla="*/ 105 h 172"/>
                <a:gd name="T14" fmla="*/ 7 w 438"/>
                <a:gd name="T15" fmla="*/ 105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8" h="172">
                  <a:moveTo>
                    <a:pt x="7" y="105"/>
                  </a:moveTo>
                  <a:cubicBezTo>
                    <a:pt x="7" y="105"/>
                    <a:pt x="18" y="172"/>
                    <a:pt x="72" y="172"/>
                  </a:cubicBezTo>
                  <a:cubicBezTo>
                    <a:pt x="305" y="172"/>
                    <a:pt x="365" y="172"/>
                    <a:pt x="365" y="172"/>
                  </a:cubicBezTo>
                  <a:cubicBezTo>
                    <a:pt x="418" y="172"/>
                    <a:pt x="433" y="105"/>
                    <a:pt x="433" y="105"/>
                  </a:cubicBezTo>
                  <a:cubicBezTo>
                    <a:pt x="438" y="0"/>
                    <a:pt x="438" y="0"/>
                    <a:pt x="438" y="0"/>
                  </a:cubicBezTo>
                  <a:cubicBezTo>
                    <a:pt x="82" y="0"/>
                    <a:pt x="0" y="0"/>
                    <a:pt x="0" y="0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5"/>
                    <a:pt x="7" y="105"/>
                    <a:pt x="7" y="105"/>
                  </a:cubicBezTo>
                  <a:close/>
                </a:path>
              </a:pathLst>
            </a:custGeom>
            <a:solidFill>
              <a:srgbClr val="0073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95" name="Freeform 2099">
              <a:extLst>
                <a:ext uri="{FF2B5EF4-FFF2-40B4-BE49-F238E27FC236}">
                  <a16:creationId xmlns:a16="http://schemas.microsoft.com/office/drawing/2014/main" id="{2100C065-70AE-417C-A6E6-A70E64F4811A}"/>
                </a:ext>
              </a:extLst>
            </p:cNvPr>
            <p:cNvSpPr>
              <a:spLocks/>
            </p:cNvSpPr>
            <p:nvPr/>
          </p:nvSpPr>
          <p:spPr bwMode="gray">
            <a:xfrm>
              <a:off x="7354438" y="5824240"/>
              <a:ext cx="582414" cy="40556"/>
            </a:xfrm>
            <a:custGeom>
              <a:avLst/>
              <a:gdLst>
                <a:gd name="T0" fmla="*/ 0 w 16989"/>
                <a:gd name="T1" fmla="*/ 0 h 1183"/>
                <a:gd name="T2" fmla="*/ 16989 w 16989"/>
                <a:gd name="T3" fmla="*/ 0 h 1183"/>
                <a:gd name="T4" fmla="*/ 16989 w 16989"/>
                <a:gd name="T5" fmla="*/ 1183 h 1183"/>
                <a:gd name="T6" fmla="*/ 0 w 16989"/>
                <a:gd name="T7" fmla="*/ 1183 h 1183"/>
                <a:gd name="T8" fmla="*/ 0 w 16989"/>
                <a:gd name="T9" fmla="*/ 0 h 1183"/>
                <a:gd name="T10" fmla="*/ 0 w 16989"/>
                <a:gd name="T11" fmla="*/ 0 h 1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989" h="1183">
                  <a:moveTo>
                    <a:pt x="0" y="0"/>
                  </a:moveTo>
                  <a:lnTo>
                    <a:pt x="16989" y="0"/>
                  </a:lnTo>
                  <a:lnTo>
                    <a:pt x="16989" y="1183"/>
                  </a:lnTo>
                  <a:lnTo>
                    <a:pt x="0" y="118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96" name="Freeform 2100">
              <a:extLst>
                <a:ext uri="{FF2B5EF4-FFF2-40B4-BE49-F238E27FC236}">
                  <a16:creationId xmlns:a16="http://schemas.microsoft.com/office/drawing/2014/main" id="{AA27BA4D-E6E1-4365-AFEA-F3CD0C1884C0}"/>
                </a:ext>
              </a:extLst>
            </p:cNvPr>
            <p:cNvSpPr>
              <a:spLocks/>
            </p:cNvSpPr>
            <p:nvPr/>
          </p:nvSpPr>
          <p:spPr bwMode="gray">
            <a:xfrm>
              <a:off x="7371236" y="6174328"/>
              <a:ext cx="548783" cy="21769"/>
            </a:xfrm>
            <a:custGeom>
              <a:avLst/>
              <a:gdLst>
                <a:gd name="T0" fmla="*/ 0 w 16008"/>
                <a:gd name="T1" fmla="*/ 0 h 635"/>
                <a:gd name="T2" fmla="*/ 16008 w 16008"/>
                <a:gd name="T3" fmla="*/ 0 h 635"/>
                <a:gd name="T4" fmla="*/ 16008 w 16008"/>
                <a:gd name="T5" fmla="*/ 635 h 635"/>
                <a:gd name="T6" fmla="*/ 0 w 16008"/>
                <a:gd name="T7" fmla="*/ 635 h 635"/>
                <a:gd name="T8" fmla="*/ 0 w 16008"/>
                <a:gd name="T9" fmla="*/ 0 h 635"/>
                <a:gd name="T10" fmla="*/ 0 w 16008"/>
                <a:gd name="T11" fmla="*/ 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008" h="635">
                  <a:moveTo>
                    <a:pt x="0" y="0"/>
                  </a:moveTo>
                  <a:lnTo>
                    <a:pt x="16008" y="0"/>
                  </a:lnTo>
                  <a:lnTo>
                    <a:pt x="16008" y="635"/>
                  </a:lnTo>
                  <a:lnTo>
                    <a:pt x="0" y="6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97" name="Freeform 2101">
              <a:extLst>
                <a:ext uri="{FF2B5EF4-FFF2-40B4-BE49-F238E27FC236}">
                  <a16:creationId xmlns:a16="http://schemas.microsoft.com/office/drawing/2014/main" id="{A0A19CEE-2BA8-40EC-8EAB-E17F5AE39DBF}"/>
                </a:ext>
              </a:extLst>
            </p:cNvPr>
            <p:cNvSpPr>
              <a:spLocks/>
            </p:cNvSpPr>
            <p:nvPr/>
          </p:nvSpPr>
          <p:spPr bwMode="gray">
            <a:xfrm>
              <a:off x="7867637" y="5305042"/>
              <a:ext cx="109736" cy="182962"/>
            </a:xfrm>
            <a:custGeom>
              <a:avLst/>
              <a:gdLst>
                <a:gd name="T0" fmla="*/ 2999 w 3201"/>
                <a:gd name="T1" fmla="*/ 4154 h 5337"/>
                <a:gd name="T2" fmla="*/ 3201 w 3201"/>
                <a:gd name="T3" fmla="*/ 0 h 5337"/>
                <a:gd name="T4" fmla="*/ 0 w 3201"/>
                <a:gd name="T5" fmla="*/ 0 h 5337"/>
                <a:gd name="T6" fmla="*/ 0 w 3201"/>
                <a:gd name="T7" fmla="*/ 5337 h 5337"/>
                <a:gd name="T8" fmla="*/ 2019 w 3201"/>
                <a:gd name="T9" fmla="*/ 5337 h 5337"/>
                <a:gd name="T10" fmla="*/ 2999 w 3201"/>
                <a:gd name="T11" fmla="*/ 4154 h 5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01" h="5337">
                  <a:moveTo>
                    <a:pt x="2999" y="4154"/>
                  </a:moveTo>
                  <a:lnTo>
                    <a:pt x="3201" y="0"/>
                  </a:lnTo>
                  <a:lnTo>
                    <a:pt x="0" y="0"/>
                  </a:lnTo>
                  <a:lnTo>
                    <a:pt x="0" y="5337"/>
                  </a:lnTo>
                  <a:lnTo>
                    <a:pt x="2019" y="5337"/>
                  </a:lnTo>
                  <a:lnTo>
                    <a:pt x="2999" y="4154"/>
                  </a:lnTo>
                  <a:close/>
                </a:path>
              </a:pathLst>
            </a:custGeom>
            <a:solidFill>
              <a:srgbClr val="B9B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98" name="Freeform 2102">
              <a:extLst>
                <a:ext uri="{FF2B5EF4-FFF2-40B4-BE49-F238E27FC236}">
                  <a16:creationId xmlns:a16="http://schemas.microsoft.com/office/drawing/2014/main" id="{4ED9D84D-87B5-43D0-A9DE-3F168C62FCE7}"/>
                </a:ext>
              </a:extLst>
            </p:cNvPr>
            <p:cNvSpPr>
              <a:spLocks/>
            </p:cNvSpPr>
            <p:nvPr/>
          </p:nvSpPr>
          <p:spPr bwMode="gray">
            <a:xfrm>
              <a:off x="7324784" y="4940146"/>
              <a:ext cx="656531" cy="732808"/>
            </a:xfrm>
            <a:custGeom>
              <a:avLst/>
              <a:gdLst>
                <a:gd name="T0" fmla="*/ 15835 w 19151"/>
                <a:gd name="T1" fmla="*/ 11019 h 21376"/>
                <a:gd name="T2" fmla="*/ 15950 w 19151"/>
                <a:gd name="T3" fmla="*/ 21376 h 21376"/>
                <a:gd name="T4" fmla="*/ 3086 w 19151"/>
                <a:gd name="T5" fmla="*/ 21376 h 21376"/>
                <a:gd name="T6" fmla="*/ 3115 w 19151"/>
                <a:gd name="T7" fmla="*/ 11019 h 21376"/>
                <a:gd name="T8" fmla="*/ 0 w 19151"/>
                <a:gd name="T9" fmla="*/ 11019 h 21376"/>
                <a:gd name="T10" fmla="*/ 173 w 19151"/>
                <a:gd name="T11" fmla="*/ 4875 h 21376"/>
                <a:gd name="T12" fmla="*/ 1730 w 19151"/>
                <a:gd name="T13" fmla="*/ 2394 h 21376"/>
                <a:gd name="T14" fmla="*/ 6807 w 19151"/>
                <a:gd name="T15" fmla="*/ 0 h 21376"/>
                <a:gd name="T16" fmla="*/ 12316 w 19151"/>
                <a:gd name="T17" fmla="*/ 0 h 21376"/>
                <a:gd name="T18" fmla="*/ 17421 w 19151"/>
                <a:gd name="T19" fmla="*/ 2394 h 21376"/>
                <a:gd name="T20" fmla="*/ 19036 w 19151"/>
                <a:gd name="T21" fmla="*/ 4933 h 21376"/>
                <a:gd name="T22" fmla="*/ 19151 w 19151"/>
                <a:gd name="T23" fmla="*/ 11019 h 21376"/>
                <a:gd name="T24" fmla="*/ 15835 w 19151"/>
                <a:gd name="T25" fmla="*/ 11019 h 2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151" h="21376">
                  <a:moveTo>
                    <a:pt x="15835" y="11019"/>
                  </a:moveTo>
                  <a:lnTo>
                    <a:pt x="15950" y="21376"/>
                  </a:lnTo>
                  <a:lnTo>
                    <a:pt x="3086" y="21376"/>
                  </a:lnTo>
                  <a:lnTo>
                    <a:pt x="3115" y="11019"/>
                  </a:lnTo>
                  <a:lnTo>
                    <a:pt x="0" y="11019"/>
                  </a:lnTo>
                  <a:lnTo>
                    <a:pt x="173" y="4875"/>
                  </a:lnTo>
                  <a:lnTo>
                    <a:pt x="1730" y="2394"/>
                  </a:lnTo>
                  <a:lnTo>
                    <a:pt x="6807" y="0"/>
                  </a:lnTo>
                  <a:lnTo>
                    <a:pt x="12316" y="0"/>
                  </a:lnTo>
                  <a:lnTo>
                    <a:pt x="17421" y="2394"/>
                  </a:lnTo>
                  <a:lnTo>
                    <a:pt x="19036" y="4933"/>
                  </a:lnTo>
                  <a:lnTo>
                    <a:pt x="19151" y="11019"/>
                  </a:lnTo>
                  <a:lnTo>
                    <a:pt x="15835" y="11019"/>
                  </a:lnTo>
                  <a:close/>
                </a:path>
              </a:pathLst>
            </a:custGeom>
            <a:solidFill>
              <a:srgbClr val="41AA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99" name="Freeform 2103">
              <a:extLst>
                <a:ext uri="{FF2B5EF4-FFF2-40B4-BE49-F238E27FC236}">
                  <a16:creationId xmlns:a16="http://schemas.microsoft.com/office/drawing/2014/main" id="{592CDDDC-7C1B-443E-970A-089BE028AB84}"/>
                </a:ext>
              </a:extLst>
            </p:cNvPr>
            <p:cNvSpPr>
              <a:spLocks/>
            </p:cNvSpPr>
            <p:nvPr/>
          </p:nvSpPr>
          <p:spPr bwMode="gray">
            <a:xfrm>
              <a:off x="7902227" y="5453380"/>
              <a:ext cx="34625" cy="963250"/>
            </a:xfrm>
            <a:custGeom>
              <a:avLst/>
              <a:gdLst>
                <a:gd name="T0" fmla="*/ 0 w 1010"/>
                <a:gd name="T1" fmla="*/ 0 h 28098"/>
                <a:gd name="T2" fmla="*/ 1010 w 1010"/>
                <a:gd name="T3" fmla="*/ 0 h 28098"/>
                <a:gd name="T4" fmla="*/ 1010 w 1010"/>
                <a:gd name="T5" fmla="*/ 28098 h 28098"/>
                <a:gd name="T6" fmla="*/ 0 w 1010"/>
                <a:gd name="T7" fmla="*/ 28098 h 28098"/>
                <a:gd name="T8" fmla="*/ 0 w 1010"/>
                <a:gd name="T9" fmla="*/ 0 h 28098"/>
                <a:gd name="T10" fmla="*/ 0 w 1010"/>
                <a:gd name="T11" fmla="*/ 0 h 28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10" h="28098">
                  <a:moveTo>
                    <a:pt x="0" y="0"/>
                  </a:moveTo>
                  <a:lnTo>
                    <a:pt x="1010" y="0"/>
                  </a:lnTo>
                  <a:lnTo>
                    <a:pt x="1010" y="28098"/>
                  </a:lnTo>
                  <a:lnTo>
                    <a:pt x="0" y="2809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00" name="Freeform 2104">
              <a:extLst>
                <a:ext uri="{FF2B5EF4-FFF2-40B4-BE49-F238E27FC236}">
                  <a16:creationId xmlns:a16="http://schemas.microsoft.com/office/drawing/2014/main" id="{1AE40868-708D-41B0-8B5A-E48F89EE7293}"/>
                </a:ext>
              </a:extLst>
            </p:cNvPr>
            <p:cNvSpPr>
              <a:spLocks/>
            </p:cNvSpPr>
            <p:nvPr/>
          </p:nvSpPr>
          <p:spPr bwMode="gray">
            <a:xfrm>
              <a:off x="7354438" y="5225955"/>
              <a:ext cx="582414" cy="227426"/>
            </a:xfrm>
            <a:custGeom>
              <a:avLst/>
              <a:gdLst>
                <a:gd name="T0" fmla="*/ 441 w 589"/>
                <a:gd name="T1" fmla="*/ 0 h 230"/>
                <a:gd name="T2" fmla="*/ 149 w 589"/>
                <a:gd name="T3" fmla="*/ 0 h 230"/>
                <a:gd name="T4" fmla="*/ 0 w 589"/>
                <a:gd name="T5" fmla="*/ 131 h 230"/>
                <a:gd name="T6" fmla="*/ 0 w 589"/>
                <a:gd name="T7" fmla="*/ 230 h 230"/>
                <a:gd name="T8" fmla="*/ 589 w 589"/>
                <a:gd name="T9" fmla="*/ 230 h 230"/>
                <a:gd name="T10" fmla="*/ 589 w 589"/>
                <a:gd name="T11" fmla="*/ 131 h 230"/>
                <a:gd name="T12" fmla="*/ 441 w 589"/>
                <a:gd name="T1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9" h="230">
                  <a:moveTo>
                    <a:pt x="441" y="0"/>
                  </a:moveTo>
                  <a:cubicBezTo>
                    <a:pt x="149" y="0"/>
                    <a:pt x="149" y="0"/>
                    <a:pt x="149" y="0"/>
                  </a:cubicBezTo>
                  <a:cubicBezTo>
                    <a:pt x="67" y="0"/>
                    <a:pt x="0" y="58"/>
                    <a:pt x="0" y="131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589" y="230"/>
                    <a:pt x="589" y="230"/>
                    <a:pt x="589" y="230"/>
                  </a:cubicBezTo>
                  <a:cubicBezTo>
                    <a:pt x="589" y="131"/>
                    <a:pt x="589" y="131"/>
                    <a:pt x="589" y="131"/>
                  </a:cubicBezTo>
                  <a:cubicBezTo>
                    <a:pt x="589" y="58"/>
                    <a:pt x="522" y="0"/>
                    <a:pt x="441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01" name="Freeform 2105">
              <a:extLst>
                <a:ext uri="{FF2B5EF4-FFF2-40B4-BE49-F238E27FC236}">
                  <a16:creationId xmlns:a16="http://schemas.microsoft.com/office/drawing/2014/main" id="{536054AA-E884-4927-BCDA-8CAF7A9965D6}"/>
                </a:ext>
              </a:extLst>
            </p:cNvPr>
            <p:cNvSpPr>
              <a:spLocks/>
            </p:cNvSpPr>
            <p:nvPr/>
          </p:nvSpPr>
          <p:spPr bwMode="gray">
            <a:xfrm>
              <a:off x="8331367" y="5059791"/>
              <a:ext cx="128522" cy="60336"/>
            </a:xfrm>
            <a:custGeom>
              <a:avLst/>
              <a:gdLst>
                <a:gd name="T0" fmla="*/ 3432 w 3749"/>
                <a:gd name="T1" fmla="*/ 1760 h 1760"/>
                <a:gd name="T2" fmla="*/ 259 w 3749"/>
                <a:gd name="T3" fmla="*/ 1760 h 1760"/>
                <a:gd name="T4" fmla="*/ 0 w 3749"/>
                <a:gd name="T5" fmla="*/ 0 h 1760"/>
                <a:gd name="T6" fmla="*/ 3749 w 3749"/>
                <a:gd name="T7" fmla="*/ 0 h 1760"/>
                <a:gd name="T8" fmla="*/ 3432 w 3749"/>
                <a:gd name="T9" fmla="*/ 1760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9" h="1760">
                  <a:moveTo>
                    <a:pt x="3432" y="1760"/>
                  </a:moveTo>
                  <a:lnTo>
                    <a:pt x="259" y="1760"/>
                  </a:lnTo>
                  <a:lnTo>
                    <a:pt x="0" y="0"/>
                  </a:lnTo>
                  <a:lnTo>
                    <a:pt x="3749" y="0"/>
                  </a:lnTo>
                  <a:lnTo>
                    <a:pt x="3432" y="1760"/>
                  </a:lnTo>
                  <a:close/>
                </a:path>
              </a:pathLst>
            </a:custGeom>
            <a:solidFill>
              <a:srgbClr val="EB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02" name="Freeform 2106">
              <a:extLst>
                <a:ext uri="{FF2B5EF4-FFF2-40B4-BE49-F238E27FC236}">
                  <a16:creationId xmlns:a16="http://schemas.microsoft.com/office/drawing/2014/main" id="{05724881-8EE5-413C-8E2F-F7D99A4910B5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8357" y="5068703"/>
              <a:ext cx="327289" cy="423243"/>
            </a:xfrm>
            <a:custGeom>
              <a:avLst/>
              <a:gdLst>
                <a:gd name="T0" fmla="*/ 0 w 9547"/>
                <a:gd name="T1" fmla="*/ 9606 h 12346"/>
                <a:gd name="T2" fmla="*/ 4124 w 9547"/>
                <a:gd name="T3" fmla="*/ 1413 h 12346"/>
                <a:gd name="T4" fmla="*/ 5278 w 9547"/>
                <a:gd name="T5" fmla="*/ 0 h 12346"/>
                <a:gd name="T6" fmla="*/ 8220 w 9547"/>
                <a:gd name="T7" fmla="*/ 0 h 12346"/>
                <a:gd name="T8" fmla="*/ 9547 w 9547"/>
                <a:gd name="T9" fmla="*/ 779 h 12346"/>
                <a:gd name="T10" fmla="*/ 9547 w 9547"/>
                <a:gd name="T11" fmla="*/ 1356 h 12346"/>
                <a:gd name="T12" fmla="*/ 8133 w 9547"/>
                <a:gd name="T13" fmla="*/ 1356 h 12346"/>
                <a:gd name="T14" fmla="*/ 7903 w 9547"/>
                <a:gd name="T15" fmla="*/ 1904 h 12346"/>
                <a:gd name="T16" fmla="*/ 6287 w 9547"/>
                <a:gd name="T17" fmla="*/ 1904 h 12346"/>
                <a:gd name="T18" fmla="*/ 5422 w 9547"/>
                <a:gd name="T19" fmla="*/ 3346 h 12346"/>
                <a:gd name="T20" fmla="*/ 3836 w 9547"/>
                <a:gd name="T21" fmla="*/ 10673 h 12346"/>
                <a:gd name="T22" fmla="*/ 2826 w 9547"/>
                <a:gd name="T23" fmla="*/ 12346 h 12346"/>
                <a:gd name="T24" fmla="*/ 548 w 9547"/>
                <a:gd name="T25" fmla="*/ 12346 h 12346"/>
                <a:gd name="T26" fmla="*/ 0 w 9547"/>
                <a:gd name="T27" fmla="*/ 9606 h 12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547" h="12346">
                  <a:moveTo>
                    <a:pt x="0" y="9606"/>
                  </a:moveTo>
                  <a:lnTo>
                    <a:pt x="4124" y="1413"/>
                  </a:lnTo>
                  <a:lnTo>
                    <a:pt x="5278" y="0"/>
                  </a:lnTo>
                  <a:lnTo>
                    <a:pt x="8220" y="0"/>
                  </a:lnTo>
                  <a:lnTo>
                    <a:pt x="9547" y="779"/>
                  </a:lnTo>
                  <a:lnTo>
                    <a:pt x="9547" y="1356"/>
                  </a:lnTo>
                  <a:lnTo>
                    <a:pt x="8133" y="1356"/>
                  </a:lnTo>
                  <a:lnTo>
                    <a:pt x="7903" y="1904"/>
                  </a:lnTo>
                  <a:lnTo>
                    <a:pt x="6287" y="1904"/>
                  </a:lnTo>
                  <a:lnTo>
                    <a:pt x="5422" y="3346"/>
                  </a:lnTo>
                  <a:lnTo>
                    <a:pt x="3836" y="10673"/>
                  </a:lnTo>
                  <a:lnTo>
                    <a:pt x="2826" y="12346"/>
                  </a:lnTo>
                  <a:lnTo>
                    <a:pt x="548" y="12346"/>
                  </a:lnTo>
                  <a:lnTo>
                    <a:pt x="0" y="9606"/>
                  </a:lnTo>
                  <a:close/>
                </a:path>
              </a:pathLst>
            </a:custGeom>
            <a:solidFill>
              <a:srgbClr val="E1E1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03" name="Freeform 2152">
              <a:extLst>
                <a:ext uri="{FF2B5EF4-FFF2-40B4-BE49-F238E27FC236}">
                  <a16:creationId xmlns:a16="http://schemas.microsoft.com/office/drawing/2014/main" id="{341AA65C-063D-417B-A846-81E13CA70CED}"/>
                </a:ext>
              </a:extLst>
            </p:cNvPr>
            <p:cNvSpPr>
              <a:spLocks/>
            </p:cNvSpPr>
            <p:nvPr/>
          </p:nvSpPr>
          <p:spPr bwMode="gray">
            <a:xfrm>
              <a:off x="4259545" y="5031130"/>
              <a:ext cx="325300" cy="447961"/>
            </a:xfrm>
            <a:custGeom>
              <a:avLst/>
              <a:gdLst>
                <a:gd name="T0" fmla="*/ 8595 w 9489"/>
                <a:gd name="T1" fmla="*/ 13067 h 13067"/>
                <a:gd name="T2" fmla="*/ 0 w 9489"/>
                <a:gd name="T3" fmla="*/ 1500 h 13067"/>
                <a:gd name="T4" fmla="*/ 2422 w 9489"/>
                <a:gd name="T5" fmla="*/ 0 h 13067"/>
                <a:gd name="T6" fmla="*/ 9489 w 9489"/>
                <a:gd name="T7" fmla="*/ 11135 h 13067"/>
                <a:gd name="T8" fmla="*/ 8595 w 9489"/>
                <a:gd name="T9" fmla="*/ 13067 h 13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89" h="13067">
                  <a:moveTo>
                    <a:pt x="8595" y="13067"/>
                  </a:moveTo>
                  <a:lnTo>
                    <a:pt x="0" y="1500"/>
                  </a:lnTo>
                  <a:lnTo>
                    <a:pt x="2422" y="0"/>
                  </a:lnTo>
                  <a:lnTo>
                    <a:pt x="9489" y="11135"/>
                  </a:lnTo>
                  <a:lnTo>
                    <a:pt x="8595" y="13067"/>
                  </a:ln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04" name="Freeform 2153">
              <a:extLst>
                <a:ext uri="{FF2B5EF4-FFF2-40B4-BE49-F238E27FC236}">
                  <a16:creationId xmlns:a16="http://schemas.microsoft.com/office/drawing/2014/main" id="{C619249D-A4DE-4AC1-942D-288D95FE4646}"/>
                </a:ext>
              </a:extLst>
            </p:cNvPr>
            <p:cNvSpPr>
              <a:spLocks/>
            </p:cNvSpPr>
            <p:nvPr/>
          </p:nvSpPr>
          <p:spPr bwMode="gray">
            <a:xfrm>
              <a:off x="4487930" y="5420743"/>
              <a:ext cx="265993" cy="66267"/>
            </a:xfrm>
            <a:custGeom>
              <a:avLst/>
              <a:gdLst>
                <a:gd name="T0" fmla="*/ 269 w 269"/>
                <a:gd name="T1" fmla="*/ 67 h 67"/>
                <a:gd name="T2" fmla="*/ 0 w 269"/>
                <a:gd name="T3" fmla="*/ 67 h 67"/>
                <a:gd name="T4" fmla="*/ 112 w 269"/>
                <a:gd name="T5" fmla="*/ 20 h 67"/>
                <a:gd name="T6" fmla="*/ 131 w 269"/>
                <a:gd name="T7" fmla="*/ 0 h 67"/>
                <a:gd name="T8" fmla="*/ 201 w 269"/>
                <a:gd name="T9" fmla="*/ 0 h 67"/>
                <a:gd name="T10" fmla="*/ 269 w 269"/>
                <a:gd name="T11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9" h="67">
                  <a:moveTo>
                    <a:pt x="269" y="67"/>
                  </a:moveTo>
                  <a:cubicBezTo>
                    <a:pt x="0" y="67"/>
                    <a:pt x="0" y="67"/>
                    <a:pt x="0" y="67"/>
                  </a:cubicBezTo>
                  <a:cubicBezTo>
                    <a:pt x="112" y="20"/>
                    <a:pt x="112" y="20"/>
                    <a:pt x="112" y="20"/>
                  </a:cubicBezTo>
                  <a:cubicBezTo>
                    <a:pt x="131" y="0"/>
                    <a:pt x="131" y="0"/>
                    <a:pt x="131" y="0"/>
                  </a:cubicBezTo>
                  <a:cubicBezTo>
                    <a:pt x="201" y="0"/>
                    <a:pt x="201" y="0"/>
                    <a:pt x="201" y="0"/>
                  </a:cubicBezTo>
                  <a:cubicBezTo>
                    <a:pt x="228" y="26"/>
                    <a:pt x="242" y="41"/>
                    <a:pt x="269" y="67"/>
                  </a:cubicBez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05" name="Freeform 2154">
              <a:extLst>
                <a:ext uri="{FF2B5EF4-FFF2-40B4-BE49-F238E27FC236}">
                  <a16:creationId xmlns:a16="http://schemas.microsoft.com/office/drawing/2014/main" id="{456F9812-ABC9-47E0-935D-ABDB1A8641A6}"/>
                </a:ext>
              </a:extLst>
            </p:cNvPr>
            <p:cNvSpPr>
              <a:spLocks/>
            </p:cNvSpPr>
            <p:nvPr/>
          </p:nvSpPr>
          <p:spPr bwMode="gray">
            <a:xfrm>
              <a:off x="4300066" y="5630412"/>
              <a:ext cx="434077" cy="656668"/>
            </a:xfrm>
            <a:custGeom>
              <a:avLst/>
              <a:gdLst>
                <a:gd name="T0" fmla="*/ 353 w 439"/>
                <a:gd name="T1" fmla="*/ 0 h 664"/>
                <a:gd name="T2" fmla="*/ 0 w 439"/>
                <a:gd name="T3" fmla="*/ 607 h 664"/>
                <a:gd name="T4" fmla="*/ 133 w 439"/>
                <a:gd name="T5" fmla="*/ 664 h 664"/>
                <a:gd name="T6" fmla="*/ 439 w 439"/>
                <a:gd name="T7" fmla="*/ 164 h 664"/>
                <a:gd name="T8" fmla="*/ 404 w 439"/>
                <a:gd name="T9" fmla="*/ 31 h 664"/>
                <a:gd name="T10" fmla="*/ 353 w 439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9" h="664">
                  <a:moveTo>
                    <a:pt x="353" y="0"/>
                  </a:moveTo>
                  <a:cubicBezTo>
                    <a:pt x="0" y="607"/>
                    <a:pt x="0" y="607"/>
                    <a:pt x="0" y="607"/>
                  </a:cubicBezTo>
                  <a:cubicBezTo>
                    <a:pt x="133" y="664"/>
                    <a:pt x="133" y="664"/>
                    <a:pt x="133" y="664"/>
                  </a:cubicBezTo>
                  <a:cubicBezTo>
                    <a:pt x="439" y="164"/>
                    <a:pt x="439" y="164"/>
                    <a:pt x="439" y="164"/>
                  </a:cubicBezTo>
                  <a:cubicBezTo>
                    <a:pt x="425" y="112"/>
                    <a:pt x="418" y="83"/>
                    <a:pt x="404" y="31"/>
                  </a:cubicBezTo>
                  <a:lnTo>
                    <a:pt x="353" y="0"/>
                  </a:lnTo>
                  <a:close/>
                </a:path>
              </a:pathLst>
            </a:custGeom>
            <a:solidFill>
              <a:srgbClr val="006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06" name="Freeform 2155">
              <a:extLst>
                <a:ext uri="{FF2B5EF4-FFF2-40B4-BE49-F238E27FC236}">
                  <a16:creationId xmlns:a16="http://schemas.microsoft.com/office/drawing/2014/main" id="{05B8A5CE-6BE0-4D6A-9F14-CD79542D447A}"/>
                </a:ext>
              </a:extLst>
            </p:cNvPr>
            <p:cNvSpPr>
              <a:spLocks/>
            </p:cNvSpPr>
            <p:nvPr/>
          </p:nvSpPr>
          <p:spPr bwMode="gray">
            <a:xfrm>
              <a:off x="4294136" y="6157529"/>
              <a:ext cx="190847" cy="179979"/>
            </a:xfrm>
            <a:custGeom>
              <a:avLst/>
              <a:gdLst>
                <a:gd name="T0" fmla="*/ 137 w 193"/>
                <a:gd name="T1" fmla="*/ 53 h 182"/>
                <a:gd name="T2" fmla="*/ 48 w 193"/>
                <a:gd name="T3" fmla="*/ 0 h 182"/>
                <a:gd name="T4" fmla="*/ 0 w 193"/>
                <a:gd name="T5" fmla="*/ 71 h 182"/>
                <a:gd name="T6" fmla="*/ 93 w 193"/>
                <a:gd name="T7" fmla="*/ 126 h 182"/>
                <a:gd name="T8" fmla="*/ 188 w 193"/>
                <a:gd name="T9" fmla="*/ 182 h 182"/>
                <a:gd name="T10" fmla="*/ 193 w 193"/>
                <a:gd name="T11" fmla="*/ 86 h 182"/>
                <a:gd name="T12" fmla="*/ 137 w 193"/>
                <a:gd name="T13" fmla="*/ 53 h 182"/>
                <a:gd name="T14" fmla="*/ 137 w 193"/>
                <a:gd name="T15" fmla="*/ 53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3" h="182">
                  <a:moveTo>
                    <a:pt x="137" y="53"/>
                  </a:moveTo>
                  <a:cubicBezTo>
                    <a:pt x="49" y="1"/>
                    <a:pt x="48" y="0"/>
                    <a:pt x="48" y="0"/>
                  </a:cubicBezTo>
                  <a:cubicBezTo>
                    <a:pt x="48" y="0"/>
                    <a:pt x="14" y="48"/>
                    <a:pt x="0" y="71"/>
                  </a:cubicBezTo>
                  <a:cubicBezTo>
                    <a:pt x="93" y="126"/>
                    <a:pt x="93" y="126"/>
                    <a:pt x="93" y="126"/>
                  </a:cubicBezTo>
                  <a:cubicBezTo>
                    <a:pt x="188" y="182"/>
                    <a:pt x="188" y="182"/>
                    <a:pt x="188" y="182"/>
                  </a:cubicBezTo>
                  <a:cubicBezTo>
                    <a:pt x="193" y="86"/>
                    <a:pt x="193" y="86"/>
                    <a:pt x="193" y="86"/>
                  </a:cubicBezTo>
                  <a:cubicBezTo>
                    <a:pt x="137" y="53"/>
                    <a:pt x="137" y="53"/>
                    <a:pt x="137" y="53"/>
                  </a:cubicBezTo>
                  <a:cubicBezTo>
                    <a:pt x="137" y="53"/>
                    <a:pt x="137" y="53"/>
                    <a:pt x="137" y="53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07" name="Freeform 2156">
              <a:extLst>
                <a:ext uri="{FF2B5EF4-FFF2-40B4-BE49-F238E27FC236}">
                  <a16:creationId xmlns:a16="http://schemas.microsoft.com/office/drawing/2014/main" id="{BF4887E9-1BDD-4AA2-8FEC-F7A51D76A1C6}"/>
                </a:ext>
              </a:extLst>
            </p:cNvPr>
            <p:cNvSpPr>
              <a:spLocks/>
            </p:cNvSpPr>
            <p:nvPr/>
          </p:nvSpPr>
          <p:spPr bwMode="gray">
            <a:xfrm>
              <a:off x="4191290" y="4528731"/>
              <a:ext cx="276893" cy="445012"/>
            </a:xfrm>
            <a:custGeom>
              <a:avLst/>
              <a:gdLst>
                <a:gd name="T0" fmla="*/ 190 w 280"/>
                <a:gd name="T1" fmla="*/ 0 h 450"/>
                <a:gd name="T2" fmla="*/ 9 w 280"/>
                <a:gd name="T3" fmla="*/ 189 h 450"/>
                <a:gd name="T4" fmla="*/ 37 w 280"/>
                <a:gd name="T5" fmla="*/ 280 h 450"/>
                <a:gd name="T6" fmla="*/ 2 w 280"/>
                <a:gd name="T7" fmla="*/ 325 h 450"/>
                <a:gd name="T8" fmla="*/ 11 w 280"/>
                <a:gd name="T9" fmla="*/ 352 h 450"/>
                <a:gd name="T10" fmla="*/ 0 w 280"/>
                <a:gd name="T11" fmla="*/ 404 h 450"/>
                <a:gd name="T12" fmla="*/ 140 w 280"/>
                <a:gd name="T13" fmla="*/ 450 h 450"/>
                <a:gd name="T14" fmla="*/ 156 w 280"/>
                <a:gd name="T15" fmla="*/ 369 h 450"/>
                <a:gd name="T16" fmla="*/ 198 w 280"/>
                <a:gd name="T17" fmla="*/ 376 h 450"/>
                <a:gd name="T18" fmla="*/ 280 w 280"/>
                <a:gd name="T19" fmla="*/ 189 h 450"/>
                <a:gd name="T20" fmla="*/ 190 w 280"/>
                <a:gd name="T21" fmla="*/ 0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0" h="450">
                  <a:moveTo>
                    <a:pt x="190" y="0"/>
                  </a:moveTo>
                  <a:cubicBezTo>
                    <a:pt x="115" y="0"/>
                    <a:pt x="9" y="85"/>
                    <a:pt x="9" y="189"/>
                  </a:cubicBezTo>
                  <a:cubicBezTo>
                    <a:pt x="9" y="221"/>
                    <a:pt x="20" y="252"/>
                    <a:pt x="37" y="280"/>
                  </a:cubicBezTo>
                  <a:cubicBezTo>
                    <a:pt x="34" y="285"/>
                    <a:pt x="2" y="325"/>
                    <a:pt x="2" y="325"/>
                  </a:cubicBezTo>
                  <a:cubicBezTo>
                    <a:pt x="11" y="352"/>
                    <a:pt x="11" y="352"/>
                    <a:pt x="11" y="352"/>
                  </a:cubicBezTo>
                  <a:cubicBezTo>
                    <a:pt x="0" y="404"/>
                    <a:pt x="0" y="404"/>
                    <a:pt x="0" y="404"/>
                  </a:cubicBezTo>
                  <a:cubicBezTo>
                    <a:pt x="140" y="450"/>
                    <a:pt x="140" y="450"/>
                    <a:pt x="140" y="450"/>
                  </a:cubicBezTo>
                  <a:cubicBezTo>
                    <a:pt x="156" y="369"/>
                    <a:pt x="156" y="369"/>
                    <a:pt x="156" y="369"/>
                  </a:cubicBezTo>
                  <a:cubicBezTo>
                    <a:pt x="170" y="373"/>
                    <a:pt x="184" y="376"/>
                    <a:pt x="198" y="376"/>
                  </a:cubicBezTo>
                  <a:cubicBezTo>
                    <a:pt x="271" y="376"/>
                    <a:pt x="280" y="291"/>
                    <a:pt x="280" y="189"/>
                  </a:cubicBezTo>
                  <a:cubicBezTo>
                    <a:pt x="280" y="85"/>
                    <a:pt x="263" y="0"/>
                    <a:pt x="190" y="0"/>
                  </a:cubicBezTo>
                  <a:close/>
                </a:path>
              </a:pathLst>
            </a:custGeom>
            <a:solidFill>
              <a:srgbClr val="D8D7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08" name="Freeform 2157">
              <a:extLst>
                <a:ext uri="{FF2B5EF4-FFF2-40B4-BE49-F238E27FC236}">
                  <a16:creationId xmlns:a16="http://schemas.microsoft.com/office/drawing/2014/main" id="{9980563D-55A1-42FE-9507-BD824539051F}"/>
                </a:ext>
              </a:extLst>
            </p:cNvPr>
            <p:cNvSpPr>
              <a:spLocks/>
            </p:cNvSpPr>
            <p:nvPr/>
          </p:nvSpPr>
          <p:spPr bwMode="gray">
            <a:xfrm>
              <a:off x="4131983" y="4504014"/>
              <a:ext cx="341138" cy="401509"/>
            </a:xfrm>
            <a:custGeom>
              <a:avLst/>
              <a:gdLst>
                <a:gd name="T0" fmla="*/ 301 w 345"/>
                <a:gd name="T1" fmla="*/ 386 h 406"/>
                <a:gd name="T2" fmla="*/ 267 w 345"/>
                <a:gd name="T3" fmla="*/ 406 h 406"/>
                <a:gd name="T4" fmla="*/ 197 w 345"/>
                <a:gd name="T5" fmla="*/ 394 h 406"/>
                <a:gd name="T6" fmla="*/ 178 w 345"/>
                <a:gd name="T7" fmla="*/ 280 h 406"/>
                <a:gd name="T8" fmla="*/ 132 w 345"/>
                <a:gd name="T9" fmla="*/ 168 h 406"/>
                <a:gd name="T10" fmla="*/ 101 w 345"/>
                <a:gd name="T11" fmla="*/ 300 h 406"/>
                <a:gd name="T12" fmla="*/ 71 w 345"/>
                <a:gd name="T13" fmla="*/ 377 h 406"/>
                <a:gd name="T14" fmla="*/ 0 w 345"/>
                <a:gd name="T15" fmla="*/ 157 h 406"/>
                <a:gd name="T16" fmla="*/ 84 w 345"/>
                <a:gd name="T17" fmla="*/ 6 h 406"/>
                <a:gd name="T18" fmla="*/ 257 w 345"/>
                <a:gd name="T19" fmla="*/ 0 h 406"/>
                <a:gd name="T20" fmla="*/ 335 w 345"/>
                <a:gd name="T21" fmla="*/ 47 h 406"/>
                <a:gd name="T22" fmla="*/ 345 w 345"/>
                <a:gd name="T23" fmla="*/ 74 h 406"/>
                <a:gd name="T24" fmla="*/ 331 w 345"/>
                <a:gd name="T25" fmla="*/ 105 h 406"/>
                <a:gd name="T26" fmla="*/ 249 w 345"/>
                <a:gd name="T27" fmla="*/ 62 h 406"/>
                <a:gd name="T28" fmla="*/ 214 w 345"/>
                <a:gd name="T29" fmla="*/ 159 h 406"/>
                <a:gd name="T30" fmla="*/ 218 w 345"/>
                <a:gd name="T31" fmla="*/ 313 h 406"/>
                <a:gd name="T32" fmla="*/ 319 w 345"/>
                <a:gd name="T33" fmla="*/ 355 h 406"/>
                <a:gd name="T34" fmla="*/ 317 w 345"/>
                <a:gd name="T35" fmla="*/ 371 h 406"/>
                <a:gd name="T36" fmla="*/ 301 w 345"/>
                <a:gd name="T37" fmla="*/ 386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45" h="406">
                  <a:moveTo>
                    <a:pt x="301" y="386"/>
                  </a:moveTo>
                  <a:cubicBezTo>
                    <a:pt x="267" y="406"/>
                    <a:pt x="267" y="406"/>
                    <a:pt x="267" y="406"/>
                  </a:cubicBezTo>
                  <a:cubicBezTo>
                    <a:pt x="197" y="394"/>
                    <a:pt x="197" y="394"/>
                    <a:pt x="197" y="394"/>
                  </a:cubicBezTo>
                  <a:cubicBezTo>
                    <a:pt x="178" y="280"/>
                    <a:pt x="178" y="280"/>
                    <a:pt x="178" y="280"/>
                  </a:cubicBezTo>
                  <a:cubicBezTo>
                    <a:pt x="132" y="168"/>
                    <a:pt x="132" y="168"/>
                    <a:pt x="132" y="168"/>
                  </a:cubicBezTo>
                  <a:cubicBezTo>
                    <a:pt x="101" y="300"/>
                    <a:pt x="101" y="300"/>
                    <a:pt x="101" y="300"/>
                  </a:cubicBezTo>
                  <a:cubicBezTo>
                    <a:pt x="71" y="377"/>
                    <a:pt x="71" y="377"/>
                    <a:pt x="71" y="377"/>
                  </a:cubicBezTo>
                  <a:cubicBezTo>
                    <a:pt x="0" y="157"/>
                    <a:pt x="0" y="157"/>
                    <a:pt x="0" y="157"/>
                  </a:cubicBezTo>
                  <a:cubicBezTo>
                    <a:pt x="84" y="6"/>
                    <a:pt x="84" y="6"/>
                    <a:pt x="84" y="6"/>
                  </a:cubicBezTo>
                  <a:cubicBezTo>
                    <a:pt x="257" y="0"/>
                    <a:pt x="257" y="0"/>
                    <a:pt x="257" y="0"/>
                  </a:cubicBezTo>
                  <a:cubicBezTo>
                    <a:pt x="335" y="47"/>
                    <a:pt x="335" y="47"/>
                    <a:pt x="335" y="47"/>
                  </a:cubicBezTo>
                  <a:cubicBezTo>
                    <a:pt x="339" y="57"/>
                    <a:pt x="341" y="64"/>
                    <a:pt x="345" y="74"/>
                  </a:cubicBezTo>
                  <a:cubicBezTo>
                    <a:pt x="331" y="105"/>
                    <a:pt x="331" y="105"/>
                    <a:pt x="331" y="105"/>
                  </a:cubicBezTo>
                  <a:cubicBezTo>
                    <a:pt x="249" y="62"/>
                    <a:pt x="249" y="62"/>
                    <a:pt x="249" y="62"/>
                  </a:cubicBezTo>
                  <a:cubicBezTo>
                    <a:pt x="214" y="159"/>
                    <a:pt x="214" y="159"/>
                    <a:pt x="214" y="159"/>
                  </a:cubicBezTo>
                  <a:cubicBezTo>
                    <a:pt x="218" y="313"/>
                    <a:pt x="218" y="313"/>
                    <a:pt x="218" y="313"/>
                  </a:cubicBezTo>
                  <a:cubicBezTo>
                    <a:pt x="319" y="355"/>
                    <a:pt x="319" y="355"/>
                    <a:pt x="319" y="355"/>
                  </a:cubicBezTo>
                  <a:cubicBezTo>
                    <a:pt x="317" y="371"/>
                    <a:pt x="317" y="371"/>
                    <a:pt x="317" y="371"/>
                  </a:cubicBezTo>
                  <a:lnTo>
                    <a:pt x="301" y="386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09" name="Freeform 2158">
              <a:extLst>
                <a:ext uri="{FF2B5EF4-FFF2-40B4-BE49-F238E27FC236}">
                  <a16:creationId xmlns:a16="http://schemas.microsoft.com/office/drawing/2014/main" id="{1651E3B3-416C-431A-9E69-E06D2E9C098F}"/>
                </a:ext>
              </a:extLst>
            </p:cNvPr>
            <p:cNvSpPr>
              <a:spLocks/>
            </p:cNvSpPr>
            <p:nvPr/>
          </p:nvSpPr>
          <p:spPr bwMode="gray">
            <a:xfrm>
              <a:off x="4102328" y="4893661"/>
              <a:ext cx="328248" cy="665547"/>
            </a:xfrm>
            <a:custGeom>
              <a:avLst/>
              <a:gdLst>
                <a:gd name="T0" fmla="*/ 6807 w 9575"/>
                <a:gd name="T1" fmla="*/ 1558 h 19414"/>
                <a:gd name="T2" fmla="*/ 2711 w 9575"/>
                <a:gd name="T3" fmla="*/ 0 h 19414"/>
                <a:gd name="T4" fmla="*/ 0 w 9575"/>
                <a:gd name="T5" fmla="*/ 4212 h 19414"/>
                <a:gd name="T6" fmla="*/ 605 w 9575"/>
                <a:gd name="T7" fmla="*/ 14250 h 19414"/>
                <a:gd name="T8" fmla="*/ 317 w 9575"/>
                <a:gd name="T9" fmla="*/ 17856 h 19414"/>
                <a:gd name="T10" fmla="*/ 317 w 9575"/>
                <a:gd name="T11" fmla="*/ 19414 h 19414"/>
                <a:gd name="T12" fmla="*/ 9547 w 9575"/>
                <a:gd name="T13" fmla="*/ 18779 h 19414"/>
                <a:gd name="T14" fmla="*/ 9575 w 9575"/>
                <a:gd name="T15" fmla="*/ 5827 h 19414"/>
                <a:gd name="T16" fmla="*/ 6807 w 9575"/>
                <a:gd name="T17" fmla="*/ 1558 h 19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75" h="19414">
                  <a:moveTo>
                    <a:pt x="6807" y="1558"/>
                  </a:moveTo>
                  <a:lnTo>
                    <a:pt x="2711" y="0"/>
                  </a:lnTo>
                  <a:lnTo>
                    <a:pt x="0" y="4212"/>
                  </a:lnTo>
                  <a:lnTo>
                    <a:pt x="605" y="14250"/>
                  </a:lnTo>
                  <a:lnTo>
                    <a:pt x="317" y="17856"/>
                  </a:lnTo>
                  <a:lnTo>
                    <a:pt x="317" y="19414"/>
                  </a:lnTo>
                  <a:lnTo>
                    <a:pt x="9547" y="18779"/>
                  </a:lnTo>
                  <a:lnTo>
                    <a:pt x="9575" y="5827"/>
                  </a:lnTo>
                  <a:lnTo>
                    <a:pt x="6807" y="1558"/>
                  </a:lnTo>
                  <a:close/>
                </a:path>
              </a:pathLst>
            </a:custGeom>
            <a:solidFill>
              <a:srgbClr val="55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10" name="Freeform 2159">
              <a:extLst>
                <a:ext uri="{FF2B5EF4-FFF2-40B4-BE49-F238E27FC236}">
                  <a16:creationId xmlns:a16="http://schemas.microsoft.com/office/drawing/2014/main" id="{4A3B4FC5-D4D3-4086-83E9-85C8A7AA6B2F}"/>
                </a:ext>
              </a:extLst>
            </p:cNvPr>
            <p:cNvSpPr>
              <a:spLocks/>
            </p:cNvSpPr>
            <p:nvPr/>
          </p:nvSpPr>
          <p:spPr bwMode="gray">
            <a:xfrm>
              <a:off x="4510693" y="5741176"/>
              <a:ext cx="195784" cy="602263"/>
            </a:xfrm>
            <a:custGeom>
              <a:avLst/>
              <a:gdLst>
                <a:gd name="T0" fmla="*/ 5711 w 5711"/>
                <a:gd name="T1" fmla="*/ 375 h 17568"/>
                <a:gd name="T2" fmla="*/ 4643 w 5711"/>
                <a:gd name="T3" fmla="*/ 17280 h 17568"/>
                <a:gd name="T4" fmla="*/ 865 w 5711"/>
                <a:gd name="T5" fmla="*/ 17568 h 17568"/>
                <a:gd name="T6" fmla="*/ 634 w 5711"/>
                <a:gd name="T7" fmla="*/ 2221 h 17568"/>
                <a:gd name="T8" fmla="*/ 0 w 5711"/>
                <a:gd name="T9" fmla="*/ 0 h 17568"/>
                <a:gd name="T10" fmla="*/ 5711 w 5711"/>
                <a:gd name="T11" fmla="*/ 375 h 17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11" h="17568">
                  <a:moveTo>
                    <a:pt x="5711" y="375"/>
                  </a:moveTo>
                  <a:lnTo>
                    <a:pt x="4643" y="17280"/>
                  </a:lnTo>
                  <a:lnTo>
                    <a:pt x="865" y="17568"/>
                  </a:lnTo>
                  <a:lnTo>
                    <a:pt x="634" y="2221"/>
                  </a:lnTo>
                  <a:lnTo>
                    <a:pt x="0" y="0"/>
                  </a:lnTo>
                  <a:lnTo>
                    <a:pt x="5711" y="375"/>
                  </a:lnTo>
                  <a:close/>
                </a:path>
              </a:pathLst>
            </a:custGeom>
            <a:solidFill>
              <a:srgbClr val="2391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11" name="Freeform 2160">
              <a:extLst>
                <a:ext uri="{FF2B5EF4-FFF2-40B4-BE49-F238E27FC236}">
                  <a16:creationId xmlns:a16="http://schemas.microsoft.com/office/drawing/2014/main" id="{AC346DED-1D73-47B4-A4D8-3FA06637D998}"/>
                </a:ext>
              </a:extLst>
            </p:cNvPr>
            <p:cNvSpPr>
              <a:spLocks/>
            </p:cNvSpPr>
            <p:nvPr/>
          </p:nvSpPr>
          <p:spPr bwMode="gray">
            <a:xfrm>
              <a:off x="4534418" y="6259381"/>
              <a:ext cx="212582" cy="83065"/>
            </a:xfrm>
            <a:custGeom>
              <a:avLst/>
              <a:gdLst>
                <a:gd name="T0" fmla="*/ 107 w 215"/>
                <a:gd name="T1" fmla="*/ 0 h 84"/>
                <a:gd name="T2" fmla="*/ 5 w 215"/>
                <a:gd name="T3" fmla="*/ 0 h 84"/>
                <a:gd name="T4" fmla="*/ 0 w 215"/>
                <a:gd name="T5" fmla="*/ 84 h 84"/>
                <a:gd name="T6" fmla="*/ 107 w 215"/>
                <a:gd name="T7" fmla="*/ 84 h 84"/>
                <a:gd name="T8" fmla="*/ 215 w 215"/>
                <a:gd name="T9" fmla="*/ 84 h 84"/>
                <a:gd name="T10" fmla="*/ 171 w 215"/>
                <a:gd name="T11" fmla="*/ 0 h 84"/>
                <a:gd name="T12" fmla="*/ 107 w 215"/>
                <a:gd name="T13" fmla="*/ 0 h 84"/>
                <a:gd name="T14" fmla="*/ 107 w 215"/>
                <a:gd name="T15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5" h="84">
                  <a:moveTo>
                    <a:pt x="107" y="0"/>
                  </a:moveTo>
                  <a:cubicBezTo>
                    <a:pt x="6" y="0"/>
                    <a:pt x="5" y="0"/>
                    <a:pt x="5" y="0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107" y="84"/>
                    <a:pt x="107" y="84"/>
                    <a:pt x="107" y="84"/>
                  </a:cubicBezTo>
                  <a:cubicBezTo>
                    <a:pt x="215" y="84"/>
                    <a:pt x="215" y="84"/>
                    <a:pt x="215" y="84"/>
                  </a:cubicBezTo>
                  <a:cubicBezTo>
                    <a:pt x="171" y="0"/>
                    <a:pt x="171" y="0"/>
                    <a:pt x="171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7" y="0"/>
                    <a:pt x="107" y="0"/>
                    <a:pt x="107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12" name="Freeform 2161">
              <a:extLst>
                <a:ext uri="{FF2B5EF4-FFF2-40B4-BE49-F238E27FC236}">
                  <a16:creationId xmlns:a16="http://schemas.microsoft.com/office/drawing/2014/main" id="{8D6B9D50-C371-4F97-B9EA-DB2D0C452BD2}"/>
                </a:ext>
              </a:extLst>
            </p:cNvPr>
            <p:cNvSpPr>
              <a:spLocks/>
            </p:cNvSpPr>
            <p:nvPr/>
          </p:nvSpPr>
          <p:spPr bwMode="gray">
            <a:xfrm>
              <a:off x="4075623" y="5767882"/>
              <a:ext cx="434077" cy="62290"/>
            </a:xfrm>
            <a:custGeom>
              <a:avLst/>
              <a:gdLst>
                <a:gd name="T0" fmla="*/ 393 w 439"/>
                <a:gd name="T1" fmla="*/ 0 h 63"/>
                <a:gd name="T2" fmla="*/ 45 w 439"/>
                <a:gd name="T3" fmla="*/ 0 h 63"/>
                <a:gd name="T4" fmla="*/ 0 w 439"/>
                <a:gd name="T5" fmla="*/ 63 h 63"/>
                <a:gd name="T6" fmla="*/ 439 w 439"/>
                <a:gd name="T7" fmla="*/ 63 h 63"/>
                <a:gd name="T8" fmla="*/ 393 w 439"/>
                <a:gd name="T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9" h="63">
                  <a:moveTo>
                    <a:pt x="393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0"/>
                    <a:pt x="0" y="28"/>
                    <a:pt x="0" y="63"/>
                  </a:cubicBezTo>
                  <a:cubicBezTo>
                    <a:pt x="439" y="63"/>
                    <a:pt x="439" y="63"/>
                    <a:pt x="439" y="63"/>
                  </a:cubicBezTo>
                  <a:cubicBezTo>
                    <a:pt x="439" y="28"/>
                    <a:pt x="418" y="0"/>
                    <a:pt x="393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13" name="Freeform 2162">
              <a:extLst>
                <a:ext uri="{FF2B5EF4-FFF2-40B4-BE49-F238E27FC236}">
                  <a16:creationId xmlns:a16="http://schemas.microsoft.com/office/drawing/2014/main" id="{0AF451A3-C733-412B-A773-2E598E969391}"/>
                </a:ext>
              </a:extLst>
            </p:cNvPr>
            <p:cNvSpPr>
              <a:spLocks/>
            </p:cNvSpPr>
            <p:nvPr/>
          </p:nvSpPr>
          <p:spPr bwMode="gray">
            <a:xfrm>
              <a:off x="4075623" y="5825235"/>
              <a:ext cx="434077" cy="42510"/>
            </a:xfrm>
            <a:custGeom>
              <a:avLst/>
              <a:gdLst>
                <a:gd name="T0" fmla="*/ 0 w 12662"/>
                <a:gd name="T1" fmla="*/ 0 h 1240"/>
                <a:gd name="T2" fmla="*/ 12662 w 12662"/>
                <a:gd name="T3" fmla="*/ 0 h 1240"/>
                <a:gd name="T4" fmla="*/ 12662 w 12662"/>
                <a:gd name="T5" fmla="*/ 1240 h 1240"/>
                <a:gd name="T6" fmla="*/ 0 w 12662"/>
                <a:gd name="T7" fmla="*/ 1240 h 1240"/>
                <a:gd name="T8" fmla="*/ 0 w 12662"/>
                <a:gd name="T9" fmla="*/ 0 h 1240"/>
                <a:gd name="T10" fmla="*/ 0 w 12662"/>
                <a:gd name="T11" fmla="*/ 0 h 1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62" h="1240">
                  <a:moveTo>
                    <a:pt x="0" y="0"/>
                  </a:moveTo>
                  <a:lnTo>
                    <a:pt x="12662" y="0"/>
                  </a:lnTo>
                  <a:lnTo>
                    <a:pt x="12662" y="1240"/>
                  </a:lnTo>
                  <a:lnTo>
                    <a:pt x="0" y="124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14" name="Freeform 2163">
              <a:extLst>
                <a:ext uri="{FF2B5EF4-FFF2-40B4-BE49-F238E27FC236}">
                  <a16:creationId xmlns:a16="http://schemas.microsoft.com/office/drawing/2014/main" id="{A59C9FE5-EF5D-4540-AF00-4C0A3F78E704}"/>
                </a:ext>
              </a:extLst>
            </p:cNvPr>
            <p:cNvSpPr>
              <a:spLocks/>
            </p:cNvSpPr>
            <p:nvPr/>
          </p:nvSpPr>
          <p:spPr bwMode="gray">
            <a:xfrm>
              <a:off x="4067704" y="6115979"/>
              <a:ext cx="420226" cy="22763"/>
            </a:xfrm>
            <a:custGeom>
              <a:avLst/>
              <a:gdLst>
                <a:gd name="T0" fmla="*/ 0 w 12258"/>
                <a:gd name="T1" fmla="*/ 0 h 664"/>
                <a:gd name="T2" fmla="*/ 12258 w 12258"/>
                <a:gd name="T3" fmla="*/ 0 h 664"/>
                <a:gd name="T4" fmla="*/ 12258 w 12258"/>
                <a:gd name="T5" fmla="*/ 664 h 664"/>
                <a:gd name="T6" fmla="*/ 0 w 12258"/>
                <a:gd name="T7" fmla="*/ 664 h 664"/>
                <a:gd name="T8" fmla="*/ 0 w 12258"/>
                <a:gd name="T9" fmla="*/ 0 h 664"/>
                <a:gd name="T10" fmla="*/ 0 w 12258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258" h="664">
                  <a:moveTo>
                    <a:pt x="0" y="0"/>
                  </a:moveTo>
                  <a:lnTo>
                    <a:pt x="12258" y="0"/>
                  </a:lnTo>
                  <a:lnTo>
                    <a:pt x="12258" y="664"/>
                  </a:lnTo>
                  <a:lnTo>
                    <a:pt x="0" y="66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15" name="Freeform 2164">
              <a:extLst>
                <a:ext uri="{FF2B5EF4-FFF2-40B4-BE49-F238E27FC236}">
                  <a16:creationId xmlns:a16="http://schemas.microsoft.com/office/drawing/2014/main" id="{285BBA7A-0623-4289-8553-A77C3D91BE71}"/>
                </a:ext>
              </a:extLst>
            </p:cNvPr>
            <p:cNvSpPr>
              <a:spLocks/>
            </p:cNvSpPr>
            <p:nvPr/>
          </p:nvSpPr>
          <p:spPr bwMode="gray">
            <a:xfrm>
              <a:off x="4048917" y="5456363"/>
              <a:ext cx="53411" cy="883134"/>
            </a:xfrm>
            <a:custGeom>
              <a:avLst/>
              <a:gdLst>
                <a:gd name="T0" fmla="*/ 0 w 1558"/>
                <a:gd name="T1" fmla="*/ 0 h 25761"/>
                <a:gd name="T2" fmla="*/ 1558 w 1558"/>
                <a:gd name="T3" fmla="*/ 0 h 25761"/>
                <a:gd name="T4" fmla="*/ 1558 w 1558"/>
                <a:gd name="T5" fmla="*/ 25761 h 25761"/>
                <a:gd name="T6" fmla="*/ 0 w 1558"/>
                <a:gd name="T7" fmla="*/ 25761 h 25761"/>
                <a:gd name="T8" fmla="*/ 0 w 1558"/>
                <a:gd name="T9" fmla="*/ 0 h 25761"/>
                <a:gd name="T10" fmla="*/ 0 w 1558"/>
                <a:gd name="T11" fmla="*/ 0 h 25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8" h="25761">
                  <a:moveTo>
                    <a:pt x="0" y="0"/>
                  </a:moveTo>
                  <a:lnTo>
                    <a:pt x="1558" y="0"/>
                  </a:lnTo>
                  <a:lnTo>
                    <a:pt x="1558" y="25761"/>
                  </a:lnTo>
                  <a:lnTo>
                    <a:pt x="0" y="2576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16" name="Freeform 2165">
              <a:extLst>
                <a:ext uri="{FF2B5EF4-FFF2-40B4-BE49-F238E27FC236}">
                  <a16:creationId xmlns:a16="http://schemas.microsoft.com/office/drawing/2014/main" id="{48FBFE5C-537C-4C64-83ED-E25BEEED86DD}"/>
                </a:ext>
              </a:extLst>
            </p:cNvPr>
            <p:cNvSpPr>
              <a:spLocks/>
            </p:cNvSpPr>
            <p:nvPr/>
          </p:nvSpPr>
          <p:spPr bwMode="gray">
            <a:xfrm>
              <a:off x="4465201" y="5825235"/>
              <a:ext cx="45491" cy="517210"/>
            </a:xfrm>
            <a:custGeom>
              <a:avLst/>
              <a:gdLst>
                <a:gd name="T0" fmla="*/ 0 w 1327"/>
                <a:gd name="T1" fmla="*/ 0 h 15087"/>
                <a:gd name="T2" fmla="*/ 1327 w 1327"/>
                <a:gd name="T3" fmla="*/ 0 h 15087"/>
                <a:gd name="T4" fmla="*/ 1327 w 1327"/>
                <a:gd name="T5" fmla="*/ 15087 h 15087"/>
                <a:gd name="T6" fmla="*/ 0 w 1327"/>
                <a:gd name="T7" fmla="*/ 15087 h 15087"/>
                <a:gd name="T8" fmla="*/ 0 w 1327"/>
                <a:gd name="T9" fmla="*/ 0 h 15087"/>
                <a:gd name="T10" fmla="*/ 0 w 1327"/>
                <a:gd name="T11" fmla="*/ 0 h 150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27" h="15087">
                  <a:moveTo>
                    <a:pt x="0" y="0"/>
                  </a:moveTo>
                  <a:lnTo>
                    <a:pt x="1327" y="0"/>
                  </a:lnTo>
                  <a:lnTo>
                    <a:pt x="1327" y="15087"/>
                  </a:lnTo>
                  <a:lnTo>
                    <a:pt x="0" y="1508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17" name="Freeform 2166">
              <a:extLst>
                <a:ext uri="{FF2B5EF4-FFF2-40B4-BE49-F238E27FC236}">
                  <a16:creationId xmlns:a16="http://schemas.microsoft.com/office/drawing/2014/main" id="{AE0551DD-42DB-4309-8DDF-476CB431B20C}"/>
                </a:ext>
              </a:extLst>
            </p:cNvPr>
            <p:cNvSpPr>
              <a:spLocks/>
            </p:cNvSpPr>
            <p:nvPr/>
          </p:nvSpPr>
          <p:spPr bwMode="gray">
            <a:xfrm>
              <a:off x="4048917" y="5221978"/>
              <a:ext cx="53411" cy="234385"/>
            </a:xfrm>
            <a:custGeom>
              <a:avLst/>
              <a:gdLst>
                <a:gd name="T0" fmla="*/ 40 w 54"/>
                <a:gd name="T1" fmla="*/ 0 h 237"/>
                <a:gd name="T2" fmla="*/ 14 w 54"/>
                <a:gd name="T3" fmla="*/ 0 h 237"/>
                <a:gd name="T4" fmla="*/ 0 w 54"/>
                <a:gd name="T5" fmla="*/ 134 h 237"/>
                <a:gd name="T6" fmla="*/ 0 w 54"/>
                <a:gd name="T7" fmla="*/ 237 h 237"/>
                <a:gd name="T8" fmla="*/ 54 w 54"/>
                <a:gd name="T9" fmla="*/ 237 h 237"/>
                <a:gd name="T10" fmla="*/ 54 w 54"/>
                <a:gd name="T11" fmla="*/ 134 h 237"/>
                <a:gd name="T12" fmla="*/ 40 w 54"/>
                <a:gd name="T13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237">
                  <a:moveTo>
                    <a:pt x="40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0"/>
                    <a:pt x="0" y="134"/>
                  </a:cubicBezTo>
                  <a:cubicBezTo>
                    <a:pt x="0" y="237"/>
                    <a:pt x="0" y="237"/>
                    <a:pt x="0" y="237"/>
                  </a:cubicBezTo>
                  <a:cubicBezTo>
                    <a:pt x="54" y="237"/>
                    <a:pt x="54" y="237"/>
                    <a:pt x="54" y="237"/>
                  </a:cubicBezTo>
                  <a:cubicBezTo>
                    <a:pt x="54" y="134"/>
                    <a:pt x="54" y="134"/>
                    <a:pt x="54" y="134"/>
                  </a:cubicBezTo>
                  <a:cubicBezTo>
                    <a:pt x="54" y="60"/>
                    <a:pt x="48" y="0"/>
                    <a:pt x="40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18" name="Freeform 2167">
              <a:extLst>
                <a:ext uri="{FF2B5EF4-FFF2-40B4-BE49-F238E27FC236}">
                  <a16:creationId xmlns:a16="http://schemas.microsoft.com/office/drawing/2014/main" id="{840B2859-7290-4530-846F-1B8A0CC26839}"/>
                </a:ext>
              </a:extLst>
            </p:cNvPr>
            <p:cNvSpPr>
              <a:spLocks/>
            </p:cNvSpPr>
            <p:nvPr/>
          </p:nvSpPr>
          <p:spPr bwMode="gray">
            <a:xfrm>
              <a:off x="4216042" y="5551288"/>
              <a:ext cx="490436" cy="216593"/>
            </a:xfrm>
            <a:custGeom>
              <a:avLst/>
              <a:gdLst>
                <a:gd name="T0" fmla="*/ 14306 w 14306"/>
                <a:gd name="T1" fmla="*/ 6318 h 6318"/>
                <a:gd name="T2" fmla="*/ 0 w 14306"/>
                <a:gd name="T3" fmla="*/ 6318 h 6318"/>
                <a:gd name="T4" fmla="*/ 0 w 14306"/>
                <a:gd name="T5" fmla="*/ 0 h 6318"/>
                <a:gd name="T6" fmla="*/ 12344 w 14306"/>
                <a:gd name="T7" fmla="*/ 1472 h 6318"/>
                <a:gd name="T8" fmla="*/ 14306 w 14306"/>
                <a:gd name="T9" fmla="*/ 3375 h 6318"/>
                <a:gd name="T10" fmla="*/ 14306 w 14306"/>
                <a:gd name="T11" fmla="*/ 6318 h 6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306" h="6318">
                  <a:moveTo>
                    <a:pt x="14306" y="6318"/>
                  </a:moveTo>
                  <a:lnTo>
                    <a:pt x="0" y="6318"/>
                  </a:lnTo>
                  <a:lnTo>
                    <a:pt x="0" y="0"/>
                  </a:lnTo>
                  <a:lnTo>
                    <a:pt x="12344" y="1472"/>
                  </a:lnTo>
                  <a:lnTo>
                    <a:pt x="14306" y="3375"/>
                  </a:lnTo>
                  <a:lnTo>
                    <a:pt x="14306" y="6318"/>
                  </a:lnTo>
                  <a:close/>
                </a:path>
              </a:pathLst>
            </a:custGeom>
            <a:solidFill>
              <a:srgbClr val="2391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19" name="Freeform 2168">
              <a:extLst>
                <a:ext uri="{FF2B5EF4-FFF2-40B4-BE49-F238E27FC236}">
                  <a16:creationId xmlns:a16="http://schemas.microsoft.com/office/drawing/2014/main" id="{53DAF2E6-E868-4B7A-9C38-A5C8978CECD4}"/>
                </a:ext>
              </a:extLst>
            </p:cNvPr>
            <p:cNvSpPr>
              <a:spLocks/>
            </p:cNvSpPr>
            <p:nvPr/>
          </p:nvSpPr>
          <p:spPr bwMode="gray">
            <a:xfrm>
              <a:off x="4113196" y="5575046"/>
              <a:ext cx="212582" cy="192836"/>
            </a:xfrm>
            <a:custGeom>
              <a:avLst/>
              <a:gdLst>
                <a:gd name="T0" fmla="*/ 44 w 215"/>
                <a:gd name="T1" fmla="*/ 195 h 195"/>
                <a:gd name="T2" fmla="*/ 192 w 215"/>
                <a:gd name="T3" fmla="*/ 195 h 195"/>
                <a:gd name="T4" fmla="*/ 215 w 215"/>
                <a:gd name="T5" fmla="*/ 172 h 195"/>
                <a:gd name="T6" fmla="*/ 215 w 215"/>
                <a:gd name="T7" fmla="*/ 23 h 195"/>
                <a:gd name="T8" fmla="*/ 192 w 215"/>
                <a:gd name="T9" fmla="*/ 0 h 195"/>
                <a:gd name="T10" fmla="*/ 23 w 215"/>
                <a:gd name="T11" fmla="*/ 0 h 195"/>
                <a:gd name="T12" fmla="*/ 0 w 215"/>
                <a:gd name="T13" fmla="*/ 23 h 195"/>
                <a:gd name="T14" fmla="*/ 0 w 215"/>
                <a:gd name="T15" fmla="*/ 152 h 195"/>
                <a:gd name="T16" fmla="*/ 44 w 215"/>
                <a:gd name="T17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5" h="195">
                  <a:moveTo>
                    <a:pt x="44" y="195"/>
                  </a:moveTo>
                  <a:cubicBezTo>
                    <a:pt x="192" y="195"/>
                    <a:pt x="192" y="195"/>
                    <a:pt x="192" y="195"/>
                  </a:cubicBezTo>
                  <a:cubicBezTo>
                    <a:pt x="205" y="195"/>
                    <a:pt x="215" y="185"/>
                    <a:pt x="215" y="172"/>
                  </a:cubicBezTo>
                  <a:cubicBezTo>
                    <a:pt x="215" y="23"/>
                    <a:pt x="215" y="23"/>
                    <a:pt x="215" y="23"/>
                  </a:cubicBezTo>
                  <a:cubicBezTo>
                    <a:pt x="215" y="11"/>
                    <a:pt x="205" y="0"/>
                    <a:pt x="192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0" y="0"/>
                    <a:pt x="0" y="11"/>
                    <a:pt x="0" y="23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17" y="169"/>
                    <a:pt x="27" y="178"/>
                    <a:pt x="44" y="195"/>
                  </a:cubicBezTo>
                  <a:close/>
                </a:path>
              </a:pathLst>
            </a:custGeom>
            <a:solidFill>
              <a:srgbClr val="2391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20" name="Freeform 2169">
              <a:extLst>
                <a:ext uri="{FF2B5EF4-FFF2-40B4-BE49-F238E27FC236}">
                  <a16:creationId xmlns:a16="http://schemas.microsoft.com/office/drawing/2014/main" id="{EFE0F85A-1EBD-4351-966B-4F917D0493D3}"/>
                </a:ext>
              </a:extLst>
            </p:cNvPr>
            <p:cNvSpPr>
              <a:spLocks/>
            </p:cNvSpPr>
            <p:nvPr/>
          </p:nvSpPr>
          <p:spPr bwMode="gray">
            <a:xfrm>
              <a:off x="4113196" y="5511728"/>
              <a:ext cx="316421" cy="90025"/>
            </a:xfrm>
            <a:custGeom>
              <a:avLst/>
              <a:gdLst>
                <a:gd name="T0" fmla="*/ 7672 w 9230"/>
                <a:gd name="T1" fmla="*/ 2135 h 2626"/>
                <a:gd name="T2" fmla="*/ 0 w 9230"/>
                <a:gd name="T3" fmla="*/ 2626 h 2626"/>
                <a:gd name="T4" fmla="*/ 0 w 9230"/>
                <a:gd name="T5" fmla="*/ 0 h 2626"/>
                <a:gd name="T6" fmla="*/ 9230 w 9230"/>
                <a:gd name="T7" fmla="*/ 750 h 2626"/>
                <a:gd name="T8" fmla="*/ 9114 w 9230"/>
                <a:gd name="T9" fmla="*/ 1876 h 2626"/>
                <a:gd name="T10" fmla="*/ 7672 w 9230"/>
                <a:gd name="T11" fmla="*/ 2135 h 2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30" h="2626">
                  <a:moveTo>
                    <a:pt x="7672" y="2135"/>
                  </a:moveTo>
                  <a:lnTo>
                    <a:pt x="0" y="2626"/>
                  </a:lnTo>
                  <a:lnTo>
                    <a:pt x="0" y="0"/>
                  </a:lnTo>
                  <a:lnTo>
                    <a:pt x="9230" y="750"/>
                  </a:lnTo>
                  <a:lnTo>
                    <a:pt x="9114" y="1876"/>
                  </a:lnTo>
                  <a:lnTo>
                    <a:pt x="7672" y="2135"/>
                  </a:lnTo>
                  <a:close/>
                </a:path>
              </a:pathLst>
            </a:custGeom>
            <a:solidFill>
              <a:srgbClr val="55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21" name="Freeform 2170">
              <a:extLst>
                <a:ext uri="{FF2B5EF4-FFF2-40B4-BE49-F238E27FC236}">
                  <a16:creationId xmlns:a16="http://schemas.microsoft.com/office/drawing/2014/main" id="{ADD32C4C-1E1F-452B-86E8-735B6D0E7CDB}"/>
                </a:ext>
              </a:extLst>
            </p:cNvPr>
            <p:cNvSpPr>
              <a:spLocks/>
            </p:cNvSpPr>
            <p:nvPr/>
          </p:nvSpPr>
          <p:spPr bwMode="gray">
            <a:xfrm>
              <a:off x="4290192" y="5088485"/>
              <a:ext cx="252143" cy="398526"/>
            </a:xfrm>
            <a:custGeom>
              <a:avLst/>
              <a:gdLst>
                <a:gd name="T0" fmla="*/ 5768 w 7355"/>
                <a:gd name="T1" fmla="*/ 11625 h 11625"/>
                <a:gd name="T2" fmla="*/ 0 w 7355"/>
                <a:gd name="T3" fmla="*/ 4875 h 11625"/>
                <a:gd name="T4" fmla="*/ 1730 w 7355"/>
                <a:gd name="T5" fmla="*/ 0 h 11625"/>
                <a:gd name="T6" fmla="*/ 7355 w 7355"/>
                <a:gd name="T7" fmla="*/ 9173 h 11625"/>
                <a:gd name="T8" fmla="*/ 5768 w 7355"/>
                <a:gd name="T9" fmla="*/ 11625 h 11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55" h="11625">
                  <a:moveTo>
                    <a:pt x="5768" y="11625"/>
                  </a:moveTo>
                  <a:lnTo>
                    <a:pt x="0" y="4875"/>
                  </a:lnTo>
                  <a:lnTo>
                    <a:pt x="1730" y="0"/>
                  </a:lnTo>
                  <a:lnTo>
                    <a:pt x="7355" y="9173"/>
                  </a:lnTo>
                  <a:lnTo>
                    <a:pt x="5768" y="11625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22" name="Freeform 2171">
              <a:extLst>
                <a:ext uri="{FF2B5EF4-FFF2-40B4-BE49-F238E27FC236}">
                  <a16:creationId xmlns:a16="http://schemas.microsoft.com/office/drawing/2014/main" id="{E6EAE067-1AB9-40E2-A9A2-7DBE03383AE2}"/>
                </a:ext>
              </a:extLst>
            </p:cNvPr>
            <p:cNvSpPr>
              <a:spLocks/>
            </p:cNvSpPr>
            <p:nvPr/>
          </p:nvSpPr>
          <p:spPr bwMode="gray">
            <a:xfrm>
              <a:off x="4480045" y="5399009"/>
              <a:ext cx="183887" cy="88001"/>
            </a:xfrm>
            <a:custGeom>
              <a:avLst/>
              <a:gdLst>
                <a:gd name="T0" fmla="*/ 5364 w 5364"/>
                <a:gd name="T1" fmla="*/ 2336 h 2567"/>
                <a:gd name="T2" fmla="*/ 230 w 5364"/>
                <a:gd name="T3" fmla="*/ 2567 h 2567"/>
                <a:gd name="T4" fmla="*/ 0 w 5364"/>
                <a:gd name="T5" fmla="*/ 750 h 2567"/>
                <a:gd name="T6" fmla="*/ 1471 w 5364"/>
                <a:gd name="T7" fmla="*/ 0 h 2567"/>
                <a:gd name="T8" fmla="*/ 3951 w 5364"/>
                <a:gd name="T9" fmla="*/ 519 h 2567"/>
                <a:gd name="T10" fmla="*/ 5364 w 5364"/>
                <a:gd name="T11" fmla="*/ 2336 h 25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64" h="2567">
                  <a:moveTo>
                    <a:pt x="5364" y="2336"/>
                  </a:moveTo>
                  <a:lnTo>
                    <a:pt x="230" y="2567"/>
                  </a:lnTo>
                  <a:lnTo>
                    <a:pt x="0" y="750"/>
                  </a:lnTo>
                  <a:lnTo>
                    <a:pt x="1471" y="0"/>
                  </a:lnTo>
                  <a:lnTo>
                    <a:pt x="3951" y="519"/>
                  </a:lnTo>
                  <a:lnTo>
                    <a:pt x="5364" y="2336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23" name="Freeform 2172">
              <a:extLst>
                <a:ext uri="{FF2B5EF4-FFF2-40B4-BE49-F238E27FC236}">
                  <a16:creationId xmlns:a16="http://schemas.microsoft.com/office/drawing/2014/main" id="{4863DB5E-7FE3-4B45-A60E-4D3A89D86AB5}"/>
                </a:ext>
              </a:extLst>
            </p:cNvPr>
            <p:cNvSpPr>
              <a:spLocks/>
            </p:cNvSpPr>
            <p:nvPr/>
          </p:nvSpPr>
          <p:spPr bwMode="gray">
            <a:xfrm>
              <a:off x="4165613" y="4980667"/>
              <a:ext cx="255091" cy="288790"/>
            </a:xfrm>
            <a:custGeom>
              <a:avLst/>
              <a:gdLst>
                <a:gd name="T0" fmla="*/ 258 w 258"/>
                <a:gd name="T1" fmla="*/ 205 h 292"/>
                <a:gd name="T2" fmla="*/ 122 w 258"/>
                <a:gd name="T3" fmla="*/ 292 h 292"/>
                <a:gd name="T4" fmla="*/ 0 w 258"/>
                <a:gd name="T5" fmla="*/ 100 h 292"/>
                <a:gd name="T6" fmla="*/ 14 w 258"/>
                <a:gd name="T7" fmla="*/ 38 h 292"/>
                <a:gd name="T8" fmla="*/ 74 w 258"/>
                <a:gd name="T9" fmla="*/ 0 h 292"/>
                <a:gd name="T10" fmla="*/ 136 w 258"/>
                <a:gd name="T11" fmla="*/ 13 h 292"/>
                <a:gd name="T12" fmla="*/ 258 w 258"/>
                <a:gd name="T13" fmla="*/ 205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8" h="292">
                  <a:moveTo>
                    <a:pt x="258" y="205"/>
                  </a:moveTo>
                  <a:cubicBezTo>
                    <a:pt x="122" y="292"/>
                    <a:pt x="122" y="292"/>
                    <a:pt x="122" y="292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0"/>
                    <a:pt x="8" y="62"/>
                    <a:pt x="14" y="38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98" y="5"/>
                    <a:pt x="136" y="13"/>
                    <a:pt x="136" y="13"/>
                  </a:cubicBezTo>
                  <a:lnTo>
                    <a:pt x="258" y="205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24" name="Freeform 2173">
              <a:extLst>
                <a:ext uri="{FF2B5EF4-FFF2-40B4-BE49-F238E27FC236}">
                  <a16:creationId xmlns:a16="http://schemas.microsoft.com/office/drawing/2014/main" id="{DBB77F21-4190-4AB9-9DCE-B723D487CAA9}"/>
                </a:ext>
              </a:extLst>
            </p:cNvPr>
            <p:cNvSpPr>
              <a:spLocks/>
            </p:cNvSpPr>
            <p:nvPr/>
          </p:nvSpPr>
          <p:spPr bwMode="gray">
            <a:xfrm>
              <a:off x="4598695" y="5399009"/>
              <a:ext cx="106788" cy="80083"/>
            </a:xfrm>
            <a:custGeom>
              <a:avLst/>
              <a:gdLst>
                <a:gd name="T0" fmla="*/ 108 w 108"/>
                <a:gd name="T1" fmla="*/ 48 h 81"/>
                <a:gd name="T2" fmla="*/ 65 w 108"/>
                <a:gd name="T3" fmla="*/ 81 h 81"/>
                <a:gd name="T4" fmla="*/ 0 w 108"/>
                <a:gd name="T5" fmla="*/ 14 h 81"/>
                <a:gd name="T6" fmla="*/ 13 w 108"/>
                <a:gd name="T7" fmla="*/ 0 h 81"/>
                <a:gd name="T8" fmla="*/ 61 w 108"/>
                <a:gd name="T9" fmla="*/ 0 h 81"/>
                <a:gd name="T10" fmla="*/ 108 w 108"/>
                <a:gd name="T11" fmla="*/ 48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8" h="81">
                  <a:moveTo>
                    <a:pt x="108" y="48"/>
                  </a:moveTo>
                  <a:cubicBezTo>
                    <a:pt x="65" y="81"/>
                    <a:pt x="65" y="81"/>
                    <a:pt x="65" y="81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79" y="19"/>
                    <a:pt x="89" y="29"/>
                    <a:pt x="108" y="48"/>
                  </a:cubicBez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25" name="Freeform 2174">
              <a:extLst>
                <a:ext uri="{FF2B5EF4-FFF2-40B4-BE49-F238E27FC236}">
                  <a16:creationId xmlns:a16="http://schemas.microsoft.com/office/drawing/2014/main" id="{51FA8E34-EE08-48F8-938D-46F571674117}"/>
                </a:ext>
              </a:extLst>
            </p:cNvPr>
            <p:cNvSpPr>
              <a:spLocks/>
            </p:cNvSpPr>
            <p:nvPr/>
          </p:nvSpPr>
          <p:spPr bwMode="gray">
            <a:xfrm>
              <a:off x="9229172" y="5031130"/>
              <a:ext cx="325335" cy="447961"/>
            </a:xfrm>
            <a:custGeom>
              <a:avLst/>
              <a:gdLst>
                <a:gd name="T0" fmla="*/ 894 w 9490"/>
                <a:gd name="T1" fmla="*/ 13067 h 13067"/>
                <a:gd name="T2" fmla="*/ 9490 w 9490"/>
                <a:gd name="T3" fmla="*/ 1500 h 13067"/>
                <a:gd name="T4" fmla="*/ 7067 w 9490"/>
                <a:gd name="T5" fmla="*/ 0 h 13067"/>
                <a:gd name="T6" fmla="*/ 0 w 9490"/>
                <a:gd name="T7" fmla="*/ 11135 h 13067"/>
                <a:gd name="T8" fmla="*/ 894 w 9490"/>
                <a:gd name="T9" fmla="*/ 13067 h 13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90" h="13067">
                  <a:moveTo>
                    <a:pt x="894" y="13067"/>
                  </a:moveTo>
                  <a:lnTo>
                    <a:pt x="9490" y="1500"/>
                  </a:lnTo>
                  <a:lnTo>
                    <a:pt x="7067" y="0"/>
                  </a:lnTo>
                  <a:lnTo>
                    <a:pt x="0" y="11135"/>
                  </a:lnTo>
                  <a:lnTo>
                    <a:pt x="894" y="13067"/>
                  </a:ln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26" name="Freeform 2175">
              <a:extLst>
                <a:ext uri="{FF2B5EF4-FFF2-40B4-BE49-F238E27FC236}">
                  <a16:creationId xmlns:a16="http://schemas.microsoft.com/office/drawing/2014/main" id="{F0E0437B-4BAE-42C8-820F-2146856FCBB9}"/>
                </a:ext>
              </a:extLst>
            </p:cNvPr>
            <p:cNvSpPr>
              <a:spLocks/>
            </p:cNvSpPr>
            <p:nvPr/>
          </p:nvSpPr>
          <p:spPr bwMode="gray">
            <a:xfrm>
              <a:off x="9060087" y="5420743"/>
              <a:ext cx="265992" cy="66267"/>
            </a:xfrm>
            <a:custGeom>
              <a:avLst/>
              <a:gdLst>
                <a:gd name="T0" fmla="*/ 0 w 269"/>
                <a:gd name="T1" fmla="*/ 67 h 67"/>
                <a:gd name="T2" fmla="*/ 269 w 269"/>
                <a:gd name="T3" fmla="*/ 67 h 67"/>
                <a:gd name="T4" fmla="*/ 157 w 269"/>
                <a:gd name="T5" fmla="*/ 20 h 67"/>
                <a:gd name="T6" fmla="*/ 138 w 269"/>
                <a:gd name="T7" fmla="*/ 0 h 67"/>
                <a:gd name="T8" fmla="*/ 68 w 269"/>
                <a:gd name="T9" fmla="*/ 0 h 67"/>
                <a:gd name="T10" fmla="*/ 0 w 269"/>
                <a:gd name="T11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9" h="67">
                  <a:moveTo>
                    <a:pt x="0" y="67"/>
                  </a:moveTo>
                  <a:cubicBezTo>
                    <a:pt x="269" y="67"/>
                    <a:pt x="269" y="67"/>
                    <a:pt x="269" y="67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42" y="26"/>
                    <a:pt x="27" y="41"/>
                    <a:pt x="0" y="67"/>
                  </a:cubicBez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27" name="Freeform 2176">
              <a:extLst>
                <a:ext uri="{FF2B5EF4-FFF2-40B4-BE49-F238E27FC236}">
                  <a16:creationId xmlns:a16="http://schemas.microsoft.com/office/drawing/2014/main" id="{D76630BE-9D1C-407A-ACA3-6B240245EE31}"/>
                </a:ext>
              </a:extLst>
            </p:cNvPr>
            <p:cNvSpPr>
              <a:spLocks/>
            </p:cNvSpPr>
            <p:nvPr/>
          </p:nvSpPr>
          <p:spPr bwMode="gray">
            <a:xfrm>
              <a:off x="9079867" y="5630412"/>
              <a:ext cx="434077" cy="656668"/>
            </a:xfrm>
            <a:custGeom>
              <a:avLst/>
              <a:gdLst>
                <a:gd name="T0" fmla="*/ 86 w 439"/>
                <a:gd name="T1" fmla="*/ 0 h 664"/>
                <a:gd name="T2" fmla="*/ 439 w 439"/>
                <a:gd name="T3" fmla="*/ 607 h 664"/>
                <a:gd name="T4" fmla="*/ 306 w 439"/>
                <a:gd name="T5" fmla="*/ 664 h 664"/>
                <a:gd name="T6" fmla="*/ 0 w 439"/>
                <a:gd name="T7" fmla="*/ 164 h 664"/>
                <a:gd name="T8" fmla="*/ 35 w 439"/>
                <a:gd name="T9" fmla="*/ 31 h 664"/>
                <a:gd name="T10" fmla="*/ 86 w 439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9" h="664">
                  <a:moveTo>
                    <a:pt x="86" y="0"/>
                  </a:moveTo>
                  <a:cubicBezTo>
                    <a:pt x="439" y="607"/>
                    <a:pt x="439" y="607"/>
                    <a:pt x="439" y="607"/>
                  </a:cubicBezTo>
                  <a:cubicBezTo>
                    <a:pt x="306" y="664"/>
                    <a:pt x="306" y="664"/>
                    <a:pt x="306" y="664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14" y="112"/>
                    <a:pt x="21" y="83"/>
                    <a:pt x="35" y="31"/>
                  </a:cubicBezTo>
                  <a:lnTo>
                    <a:pt x="86" y="0"/>
                  </a:lnTo>
                  <a:close/>
                </a:path>
              </a:pathLst>
            </a:custGeom>
            <a:solidFill>
              <a:srgbClr val="55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28" name="Freeform 2177">
              <a:extLst>
                <a:ext uri="{FF2B5EF4-FFF2-40B4-BE49-F238E27FC236}">
                  <a16:creationId xmlns:a16="http://schemas.microsoft.com/office/drawing/2014/main" id="{0232653D-7716-48E6-9768-F692BDC3141E}"/>
                </a:ext>
              </a:extLst>
            </p:cNvPr>
            <p:cNvSpPr>
              <a:spLocks/>
            </p:cNvSpPr>
            <p:nvPr/>
          </p:nvSpPr>
          <p:spPr bwMode="gray">
            <a:xfrm>
              <a:off x="9330022" y="6157529"/>
              <a:ext cx="189853" cy="179979"/>
            </a:xfrm>
            <a:custGeom>
              <a:avLst/>
              <a:gdLst>
                <a:gd name="T0" fmla="*/ 56 w 192"/>
                <a:gd name="T1" fmla="*/ 53 h 182"/>
                <a:gd name="T2" fmla="*/ 145 w 192"/>
                <a:gd name="T3" fmla="*/ 0 h 182"/>
                <a:gd name="T4" fmla="*/ 192 w 192"/>
                <a:gd name="T5" fmla="*/ 71 h 182"/>
                <a:gd name="T6" fmla="*/ 99 w 192"/>
                <a:gd name="T7" fmla="*/ 126 h 182"/>
                <a:gd name="T8" fmla="*/ 4 w 192"/>
                <a:gd name="T9" fmla="*/ 182 h 182"/>
                <a:gd name="T10" fmla="*/ 0 w 192"/>
                <a:gd name="T11" fmla="*/ 86 h 182"/>
                <a:gd name="T12" fmla="*/ 56 w 192"/>
                <a:gd name="T13" fmla="*/ 53 h 182"/>
                <a:gd name="T14" fmla="*/ 56 w 192"/>
                <a:gd name="T15" fmla="*/ 53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2" h="182">
                  <a:moveTo>
                    <a:pt x="56" y="53"/>
                  </a:moveTo>
                  <a:cubicBezTo>
                    <a:pt x="143" y="1"/>
                    <a:pt x="145" y="0"/>
                    <a:pt x="145" y="0"/>
                  </a:cubicBezTo>
                  <a:cubicBezTo>
                    <a:pt x="145" y="0"/>
                    <a:pt x="179" y="48"/>
                    <a:pt x="192" y="71"/>
                  </a:cubicBezTo>
                  <a:cubicBezTo>
                    <a:pt x="99" y="126"/>
                    <a:pt x="99" y="126"/>
                    <a:pt x="99" y="126"/>
                  </a:cubicBezTo>
                  <a:cubicBezTo>
                    <a:pt x="4" y="182"/>
                    <a:pt x="4" y="182"/>
                    <a:pt x="4" y="182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56" y="53"/>
                    <a:pt x="56" y="53"/>
                    <a:pt x="56" y="53"/>
                  </a:cubicBezTo>
                  <a:cubicBezTo>
                    <a:pt x="56" y="53"/>
                    <a:pt x="56" y="53"/>
                    <a:pt x="56" y="53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29" name="Freeform 2178">
              <a:extLst>
                <a:ext uri="{FF2B5EF4-FFF2-40B4-BE49-F238E27FC236}">
                  <a16:creationId xmlns:a16="http://schemas.microsoft.com/office/drawing/2014/main" id="{875066E3-CFAB-4105-9919-CDF513A355D1}"/>
                </a:ext>
              </a:extLst>
            </p:cNvPr>
            <p:cNvSpPr>
              <a:spLocks/>
            </p:cNvSpPr>
            <p:nvPr/>
          </p:nvSpPr>
          <p:spPr bwMode="gray">
            <a:xfrm>
              <a:off x="9345861" y="4528731"/>
              <a:ext cx="276859" cy="445012"/>
            </a:xfrm>
            <a:custGeom>
              <a:avLst/>
              <a:gdLst>
                <a:gd name="T0" fmla="*/ 90 w 280"/>
                <a:gd name="T1" fmla="*/ 0 h 450"/>
                <a:gd name="T2" fmla="*/ 271 w 280"/>
                <a:gd name="T3" fmla="*/ 189 h 450"/>
                <a:gd name="T4" fmla="*/ 243 w 280"/>
                <a:gd name="T5" fmla="*/ 280 h 450"/>
                <a:gd name="T6" fmla="*/ 278 w 280"/>
                <a:gd name="T7" fmla="*/ 325 h 450"/>
                <a:gd name="T8" fmla="*/ 269 w 280"/>
                <a:gd name="T9" fmla="*/ 352 h 450"/>
                <a:gd name="T10" fmla="*/ 280 w 280"/>
                <a:gd name="T11" fmla="*/ 404 h 450"/>
                <a:gd name="T12" fmla="*/ 140 w 280"/>
                <a:gd name="T13" fmla="*/ 450 h 450"/>
                <a:gd name="T14" fmla="*/ 124 w 280"/>
                <a:gd name="T15" fmla="*/ 369 h 450"/>
                <a:gd name="T16" fmla="*/ 82 w 280"/>
                <a:gd name="T17" fmla="*/ 376 h 450"/>
                <a:gd name="T18" fmla="*/ 0 w 280"/>
                <a:gd name="T19" fmla="*/ 189 h 450"/>
                <a:gd name="T20" fmla="*/ 90 w 280"/>
                <a:gd name="T21" fmla="*/ 0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0" h="450">
                  <a:moveTo>
                    <a:pt x="90" y="0"/>
                  </a:moveTo>
                  <a:cubicBezTo>
                    <a:pt x="165" y="0"/>
                    <a:pt x="271" y="85"/>
                    <a:pt x="271" y="189"/>
                  </a:cubicBezTo>
                  <a:cubicBezTo>
                    <a:pt x="271" y="221"/>
                    <a:pt x="261" y="252"/>
                    <a:pt x="243" y="280"/>
                  </a:cubicBezTo>
                  <a:cubicBezTo>
                    <a:pt x="247" y="285"/>
                    <a:pt x="278" y="325"/>
                    <a:pt x="278" y="325"/>
                  </a:cubicBezTo>
                  <a:cubicBezTo>
                    <a:pt x="269" y="352"/>
                    <a:pt x="269" y="352"/>
                    <a:pt x="269" y="352"/>
                  </a:cubicBezTo>
                  <a:cubicBezTo>
                    <a:pt x="280" y="404"/>
                    <a:pt x="280" y="404"/>
                    <a:pt x="280" y="404"/>
                  </a:cubicBezTo>
                  <a:cubicBezTo>
                    <a:pt x="140" y="450"/>
                    <a:pt x="140" y="450"/>
                    <a:pt x="140" y="450"/>
                  </a:cubicBezTo>
                  <a:cubicBezTo>
                    <a:pt x="124" y="369"/>
                    <a:pt x="124" y="369"/>
                    <a:pt x="124" y="369"/>
                  </a:cubicBezTo>
                  <a:cubicBezTo>
                    <a:pt x="110" y="373"/>
                    <a:pt x="96" y="376"/>
                    <a:pt x="82" y="376"/>
                  </a:cubicBezTo>
                  <a:cubicBezTo>
                    <a:pt x="9" y="376"/>
                    <a:pt x="0" y="291"/>
                    <a:pt x="0" y="189"/>
                  </a:cubicBezTo>
                  <a:cubicBezTo>
                    <a:pt x="0" y="85"/>
                    <a:pt x="17" y="0"/>
                    <a:pt x="90" y="0"/>
                  </a:cubicBezTo>
                  <a:close/>
                </a:path>
              </a:pathLst>
            </a:custGeom>
            <a:solidFill>
              <a:srgbClr val="D8D7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30" name="Freeform 2179">
              <a:extLst>
                <a:ext uri="{FF2B5EF4-FFF2-40B4-BE49-F238E27FC236}">
                  <a16:creationId xmlns:a16="http://schemas.microsoft.com/office/drawing/2014/main" id="{3B3ECF27-8C60-4F0F-B3D7-A13426B7B707}"/>
                </a:ext>
              </a:extLst>
            </p:cNvPr>
            <p:cNvSpPr>
              <a:spLocks/>
            </p:cNvSpPr>
            <p:nvPr/>
          </p:nvSpPr>
          <p:spPr bwMode="gray">
            <a:xfrm>
              <a:off x="9340889" y="4485228"/>
              <a:ext cx="341138" cy="391601"/>
            </a:xfrm>
            <a:custGeom>
              <a:avLst/>
              <a:gdLst>
                <a:gd name="T0" fmla="*/ 168 w 345"/>
                <a:gd name="T1" fmla="*/ 299 h 396"/>
                <a:gd name="T2" fmla="*/ 194 w 345"/>
                <a:gd name="T3" fmla="*/ 183 h 396"/>
                <a:gd name="T4" fmla="*/ 216 w 345"/>
                <a:gd name="T5" fmla="*/ 207 h 396"/>
                <a:gd name="T6" fmla="*/ 244 w 345"/>
                <a:gd name="T7" fmla="*/ 319 h 396"/>
                <a:gd name="T8" fmla="*/ 274 w 345"/>
                <a:gd name="T9" fmla="*/ 396 h 396"/>
                <a:gd name="T10" fmla="*/ 322 w 345"/>
                <a:gd name="T11" fmla="*/ 347 h 396"/>
                <a:gd name="T12" fmla="*/ 345 w 345"/>
                <a:gd name="T13" fmla="*/ 176 h 396"/>
                <a:gd name="T14" fmla="*/ 325 w 345"/>
                <a:gd name="T15" fmla="*/ 104 h 396"/>
                <a:gd name="T16" fmla="*/ 261 w 345"/>
                <a:gd name="T17" fmla="*/ 25 h 396"/>
                <a:gd name="T18" fmla="*/ 181 w 345"/>
                <a:gd name="T19" fmla="*/ 0 h 396"/>
                <a:gd name="T20" fmla="*/ 88 w 345"/>
                <a:gd name="T21" fmla="*/ 19 h 396"/>
                <a:gd name="T22" fmla="*/ 10 w 345"/>
                <a:gd name="T23" fmla="*/ 66 h 396"/>
                <a:gd name="T24" fmla="*/ 0 w 345"/>
                <a:gd name="T25" fmla="*/ 93 h 396"/>
                <a:gd name="T26" fmla="*/ 14 w 345"/>
                <a:gd name="T27" fmla="*/ 124 h 396"/>
                <a:gd name="T28" fmla="*/ 96 w 345"/>
                <a:gd name="T29" fmla="*/ 81 h 396"/>
                <a:gd name="T30" fmla="*/ 131 w 345"/>
                <a:gd name="T31" fmla="*/ 178 h 396"/>
                <a:gd name="T32" fmla="*/ 168 w 345"/>
                <a:gd name="T33" fmla="*/ 299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45" h="396">
                  <a:moveTo>
                    <a:pt x="168" y="299"/>
                  </a:moveTo>
                  <a:cubicBezTo>
                    <a:pt x="194" y="183"/>
                    <a:pt x="194" y="183"/>
                    <a:pt x="194" y="183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44" y="319"/>
                    <a:pt x="244" y="319"/>
                    <a:pt x="244" y="319"/>
                  </a:cubicBezTo>
                  <a:cubicBezTo>
                    <a:pt x="274" y="396"/>
                    <a:pt x="274" y="396"/>
                    <a:pt x="274" y="396"/>
                  </a:cubicBezTo>
                  <a:cubicBezTo>
                    <a:pt x="322" y="347"/>
                    <a:pt x="322" y="347"/>
                    <a:pt x="322" y="347"/>
                  </a:cubicBezTo>
                  <a:cubicBezTo>
                    <a:pt x="345" y="176"/>
                    <a:pt x="345" y="176"/>
                    <a:pt x="345" y="176"/>
                  </a:cubicBezTo>
                  <a:cubicBezTo>
                    <a:pt x="325" y="104"/>
                    <a:pt x="325" y="104"/>
                    <a:pt x="325" y="104"/>
                  </a:cubicBezTo>
                  <a:cubicBezTo>
                    <a:pt x="261" y="25"/>
                    <a:pt x="261" y="25"/>
                    <a:pt x="261" y="25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6" y="76"/>
                    <a:pt x="4" y="83"/>
                    <a:pt x="0" y="93"/>
                  </a:cubicBezTo>
                  <a:cubicBezTo>
                    <a:pt x="14" y="124"/>
                    <a:pt x="14" y="124"/>
                    <a:pt x="14" y="124"/>
                  </a:cubicBezTo>
                  <a:cubicBezTo>
                    <a:pt x="96" y="81"/>
                    <a:pt x="96" y="81"/>
                    <a:pt x="96" y="81"/>
                  </a:cubicBezTo>
                  <a:cubicBezTo>
                    <a:pt x="131" y="178"/>
                    <a:pt x="131" y="178"/>
                    <a:pt x="131" y="178"/>
                  </a:cubicBezTo>
                  <a:lnTo>
                    <a:pt x="168" y="299"/>
                  </a:lnTo>
                  <a:close/>
                </a:path>
              </a:pathLst>
            </a:custGeom>
            <a:solidFill>
              <a:srgbClr val="7364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31" name="Freeform 2180">
              <a:extLst>
                <a:ext uri="{FF2B5EF4-FFF2-40B4-BE49-F238E27FC236}">
                  <a16:creationId xmlns:a16="http://schemas.microsoft.com/office/drawing/2014/main" id="{CBF8B282-E8B1-4DD3-B549-DFF0835107E1}"/>
                </a:ext>
              </a:extLst>
            </p:cNvPr>
            <p:cNvSpPr>
              <a:spLocks/>
            </p:cNvSpPr>
            <p:nvPr/>
          </p:nvSpPr>
          <p:spPr bwMode="gray">
            <a:xfrm>
              <a:off x="9385388" y="4893663"/>
              <a:ext cx="327288" cy="665547"/>
            </a:xfrm>
            <a:custGeom>
              <a:avLst/>
              <a:gdLst>
                <a:gd name="T0" fmla="*/ 2712 w 9547"/>
                <a:gd name="T1" fmla="*/ 1558 h 19414"/>
                <a:gd name="T2" fmla="*/ 6807 w 9547"/>
                <a:gd name="T3" fmla="*/ 0 h 19414"/>
                <a:gd name="T4" fmla="*/ 9547 w 9547"/>
                <a:gd name="T5" fmla="*/ 4212 h 19414"/>
                <a:gd name="T6" fmla="*/ 8942 w 9547"/>
                <a:gd name="T7" fmla="*/ 14250 h 19414"/>
                <a:gd name="T8" fmla="*/ 9201 w 9547"/>
                <a:gd name="T9" fmla="*/ 17856 h 19414"/>
                <a:gd name="T10" fmla="*/ 9201 w 9547"/>
                <a:gd name="T11" fmla="*/ 19414 h 19414"/>
                <a:gd name="T12" fmla="*/ 0 w 9547"/>
                <a:gd name="T13" fmla="*/ 18779 h 19414"/>
                <a:gd name="T14" fmla="*/ 0 w 9547"/>
                <a:gd name="T15" fmla="*/ 4673 h 19414"/>
                <a:gd name="T16" fmla="*/ 2712 w 9547"/>
                <a:gd name="T17" fmla="*/ 1558 h 19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47" h="19414">
                  <a:moveTo>
                    <a:pt x="2712" y="1558"/>
                  </a:moveTo>
                  <a:lnTo>
                    <a:pt x="6807" y="0"/>
                  </a:lnTo>
                  <a:lnTo>
                    <a:pt x="9547" y="4212"/>
                  </a:lnTo>
                  <a:lnTo>
                    <a:pt x="8942" y="14250"/>
                  </a:lnTo>
                  <a:lnTo>
                    <a:pt x="9201" y="17856"/>
                  </a:lnTo>
                  <a:lnTo>
                    <a:pt x="9201" y="19414"/>
                  </a:lnTo>
                  <a:lnTo>
                    <a:pt x="0" y="18779"/>
                  </a:lnTo>
                  <a:lnTo>
                    <a:pt x="0" y="4673"/>
                  </a:lnTo>
                  <a:lnTo>
                    <a:pt x="2712" y="1558"/>
                  </a:lnTo>
                  <a:close/>
                </a:path>
              </a:pathLst>
            </a:custGeom>
            <a:solidFill>
              <a:srgbClr val="3296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32" name="Freeform 2181">
              <a:extLst>
                <a:ext uri="{FF2B5EF4-FFF2-40B4-BE49-F238E27FC236}">
                  <a16:creationId xmlns:a16="http://schemas.microsoft.com/office/drawing/2014/main" id="{540C6DBF-A1D5-4F32-B0CD-A600896A26A8}"/>
                </a:ext>
              </a:extLst>
            </p:cNvPr>
            <p:cNvSpPr>
              <a:spLocks/>
            </p:cNvSpPr>
            <p:nvPr/>
          </p:nvSpPr>
          <p:spPr bwMode="gray">
            <a:xfrm>
              <a:off x="9108528" y="5741179"/>
              <a:ext cx="195784" cy="602263"/>
            </a:xfrm>
            <a:custGeom>
              <a:avLst/>
              <a:gdLst>
                <a:gd name="T0" fmla="*/ 0 w 5711"/>
                <a:gd name="T1" fmla="*/ 375 h 17568"/>
                <a:gd name="T2" fmla="*/ 1039 w 5711"/>
                <a:gd name="T3" fmla="*/ 17280 h 17568"/>
                <a:gd name="T4" fmla="*/ 4846 w 5711"/>
                <a:gd name="T5" fmla="*/ 17568 h 17568"/>
                <a:gd name="T6" fmla="*/ 5048 w 5711"/>
                <a:gd name="T7" fmla="*/ 2221 h 17568"/>
                <a:gd name="T8" fmla="*/ 5711 w 5711"/>
                <a:gd name="T9" fmla="*/ 0 h 17568"/>
                <a:gd name="T10" fmla="*/ 0 w 5711"/>
                <a:gd name="T11" fmla="*/ 375 h 17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11" h="17568">
                  <a:moveTo>
                    <a:pt x="0" y="375"/>
                  </a:moveTo>
                  <a:lnTo>
                    <a:pt x="1039" y="17280"/>
                  </a:lnTo>
                  <a:lnTo>
                    <a:pt x="4846" y="17568"/>
                  </a:lnTo>
                  <a:lnTo>
                    <a:pt x="5048" y="2221"/>
                  </a:lnTo>
                  <a:lnTo>
                    <a:pt x="5711" y="0"/>
                  </a:lnTo>
                  <a:lnTo>
                    <a:pt x="0" y="375"/>
                  </a:ln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33" name="Freeform 2182">
              <a:extLst>
                <a:ext uri="{FF2B5EF4-FFF2-40B4-BE49-F238E27FC236}">
                  <a16:creationId xmlns:a16="http://schemas.microsoft.com/office/drawing/2014/main" id="{D7B744AB-ED5A-4AEE-8746-4381F1AF4627}"/>
                </a:ext>
              </a:extLst>
            </p:cNvPr>
            <p:cNvSpPr>
              <a:spLocks/>
            </p:cNvSpPr>
            <p:nvPr/>
          </p:nvSpPr>
          <p:spPr bwMode="gray">
            <a:xfrm>
              <a:off x="9067006" y="6259384"/>
              <a:ext cx="213575" cy="83065"/>
            </a:xfrm>
            <a:custGeom>
              <a:avLst/>
              <a:gdLst>
                <a:gd name="T0" fmla="*/ 108 w 216"/>
                <a:gd name="T1" fmla="*/ 0 h 84"/>
                <a:gd name="T2" fmla="*/ 211 w 216"/>
                <a:gd name="T3" fmla="*/ 0 h 84"/>
                <a:gd name="T4" fmla="*/ 216 w 216"/>
                <a:gd name="T5" fmla="*/ 84 h 84"/>
                <a:gd name="T6" fmla="*/ 108 w 216"/>
                <a:gd name="T7" fmla="*/ 84 h 84"/>
                <a:gd name="T8" fmla="*/ 0 w 216"/>
                <a:gd name="T9" fmla="*/ 84 h 84"/>
                <a:gd name="T10" fmla="*/ 44 w 216"/>
                <a:gd name="T11" fmla="*/ 0 h 84"/>
                <a:gd name="T12" fmla="*/ 108 w 216"/>
                <a:gd name="T13" fmla="*/ 0 h 84"/>
                <a:gd name="T14" fmla="*/ 108 w 216"/>
                <a:gd name="T15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6" h="84">
                  <a:moveTo>
                    <a:pt x="108" y="0"/>
                  </a:moveTo>
                  <a:cubicBezTo>
                    <a:pt x="209" y="0"/>
                    <a:pt x="211" y="0"/>
                    <a:pt x="211" y="0"/>
                  </a:cubicBezTo>
                  <a:cubicBezTo>
                    <a:pt x="216" y="84"/>
                    <a:pt x="216" y="84"/>
                    <a:pt x="216" y="84"/>
                  </a:cubicBezTo>
                  <a:cubicBezTo>
                    <a:pt x="108" y="84"/>
                    <a:pt x="108" y="84"/>
                    <a:pt x="108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108" y="0"/>
                    <a:pt x="108" y="0"/>
                    <a:pt x="108" y="0"/>
                  </a:cubicBezTo>
                  <a:cubicBezTo>
                    <a:pt x="108" y="0"/>
                    <a:pt x="108" y="0"/>
                    <a:pt x="108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34" name="Freeform 2183">
              <a:extLst>
                <a:ext uri="{FF2B5EF4-FFF2-40B4-BE49-F238E27FC236}">
                  <a16:creationId xmlns:a16="http://schemas.microsoft.com/office/drawing/2014/main" id="{46A77009-E984-4348-8177-D71A4834EB59}"/>
                </a:ext>
              </a:extLst>
            </p:cNvPr>
            <p:cNvSpPr>
              <a:spLocks/>
            </p:cNvSpPr>
            <p:nvPr/>
          </p:nvSpPr>
          <p:spPr bwMode="gray">
            <a:xfrm>
              <a:off x="9305299" y="5767885"/>
              <a:ext cx="433081" cy="62290"/>
            </a:xfrm>
            <a:custGeom>
              <a:avLst/>
              <a:gdLst>
                <a:gd name="T0" fmla="*/ 45 w 438"/>
                <a:gd name="T1" fmla="*/ 0 h 63"/>
                <a:gd name="T2" fmla="*/ 393 w 438"/>
                <a:gd name="T3" fmla="*/ 0 h 63"/>
                <a:gd name="T4" fmla="*/ 438 w 438"/>
                <a:gd name="T5" fmla="*/ 63 h 63"/>
                <a:gd name="T6" fmla="*/ 0 w 438"/>
                <a:gd name="T7" fmla="*/ 63 h 63"/>
                <a:gd name="T8" fmla="*/ 45 w 438"/>
                <a:gd name="T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8" h="63">
                  <a:moveTo>
                    <a:pt x="45" y="0"/>
                  </a:moveTo>
                  <a:cubicBezTo>
                    <a:pt x="393" y="0"/>
                    <a:pt x="393" y="0"/>
                    <a:pt x="393" y="0"/>
                  </a:cubicBezTo>
                  <a:cubicBezTo>
                    <a:pt x="418" y="0"/>
                    <a:pt x="438" y="28"/>
                    <a:pt x="438" y="63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28"/>
                    <a:pt x="20" y="0"/>
                    <a:pt x="45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35" name="Freeform 2184">
              <a:extLst>
                <a:ext uri="{FF2B5EF4-FFF2-40B4-BE49-F238E27FC236}">
                  <a16:creationId xmlns:a16="http://schemas.microsoft.com/office/drawing/2014/main" id="{9DF786C1-23F2-47DB-9E19-F4CC347DCA2C}"/>
                </a:ext>
              </a:extLst>
            </p:cNvPr>
            <p:cNvSpPr>
              <a:spLocks/>
            </p:cNvSpPr>
            <p:nvPr/>
          </p:nvSpPr>
          <p:spPr bwMode="gray">
            <a:xfrm>
              <a:off x="9305299" y="5825238"/>
              <a:ext cx="433081" cy="42510"/>
            </a:xfrm>
            <a:custGeom>
              <a:avLst/>
              <a:gdLst>
                <a:gd name="T0" fmla="*/ 12633 w 12633"/>
                <a:gd name="T1" fmla="*/ 0 h 1240"/>
                <a:gd name="T2" fmla="*/ 0 w 12633"/>
                <a:gd name="T3" fmla="*/ 0 h 1240"/>
                <a:gd name="T4" fmla="*/ 0 w 12633"/>
                <a:gd name="T5" fmla="*/ 1240 h 1240"/>
                <a:gd name="T6" fmla="*/ 12633 w 12633"/>
                <a:gd name="T7" fmla="*/ 1240 h 1240"/>
                <a:gd name="T8" fmla="*/ 12633 w 12633"/>
                <a:gd name="T9" fmla="*/ 0 h 1240"/>
                <a:gd name="T10" fmla="*/ 12633 w 12633"/>
                <a:gd name="T11" fmla="*/ 0 h 1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33" h="1240">
                  <a:moveTo>
                    <a:pt x="12633" y="0"/>
                  </a:moveTo>
                  <a:lnTo>
                    <a:pt x="0" y="0"/>
                  </a:lnTo>
                  <a:lnTo>
                    <a:pt x="0" y="1240"/>
                  </a:lnTo>
                  <a:lnTo>
                    <a:pt x="12633" y="1240"/>
                  </a:lnTo>
                  <a:lnTo>
                    <a:pt x="12633" y="0"/>
                  </a:lnTo>
                  <a:lnTo>
                    <a:pt x="12633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36" name="Freeform 2185">
              <a:extLst>
                <a:ext uri="{FF2B5EF4-FFF2-40B4-BE49-F238E27FC236}">
                  <a16:creationId xmlns:a16="http://schemas.microsoft.com/office/drawing/2014/main" id="{CFA20861-F77C-4130-BDA9-F289292DB8CA}"/>
                </a:ext>
              </a:extLst>
            </p:cNvPr>
            <p:cNvSpPr>
              <a:spLocks/>
            </p:cNvSpPr>
            <p:nvPr/>
          </p:nvSpPr>
          <p:spPr bwMode="gray">
            <a:xfrm>
              <a:off x="9326074" y="6115982"/>
              <a:ext cx="420226" cy="22763"/>
            </a:xfrm>
            <a:custGeom>
              <a:avLst/>
              <a:gdLst>
                <a:gd name="T0" fmla="*/ 12258 w 12258"/>
                <a:gd name="T1" fmla="*/ 0 h 664"/>
                <a:gd name="T2" fmla="*/ 0 w 12258"/>
                <a:gd name="T3" fmla="*/ 0 h 664"/>
                <a:gd name="T4" fmla="*/ 0 w 12258"/>
                <a:gd name="T5" fmla="*/ 664 h 664"/>
                <a:gd name="T6" fmla="*/ 12258 w 12258"/>
                <a:gd name="T7" fmla="*/ 664 h 664"/>
                <a:gd name="T8" fmla="*/ 12258 w 12258"/>
                <a:gd name="T9" fmla="*/ 0 h 664"/>
                <a:gd name="T10" fmla="*/ 12258 w 12258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258" h="664">
                  <a:moveTo>
                    <a:pt x="12258" y="0"/>
                  </a:moveTo>
                  <a:lnTo>
                    <a:pt x="0" y="0"/>
                  </a:lnTo>
                  <a:lnTo>
                    <a:pt x="0" y="664"/>
                  </a:lnTo>
                  <a:lnTo>
                    <a:pt x="12258" y="664"/>
                  </a:lnTo>
                  <a:lnTo>
                    <a:pt x="12258" y="0"/>
                  </a:lnTo>
                  <a:lnTo>
                    <a:pt x="12258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37" name="Freeform 2186">
              <a:extLst>
                <a:ext uri="{FF2B5EF4-FFF2-40B4-BE49-F238E27FC236}">
                  <a16:creationId xmlns:a16="http://schemas.microsoft.com/office/drawing/2014/main" id="{E9F491D0-7E18-4796-94ED-A2A45AE76BFE}"/>
                </a:ext>
              </a:extLst>
            </p:cNvPr>
            <p:cNvSpPr>
              <a:spLocks/>
            </p:cNvSpPr>
            <p:nvPr/>
          </p:nvSpPr>
          <p:spPr bwMode="gray">
            <a:xfrm>
              <a:off x="9712667" y="5456365"/>
              <a:ext cx="52417" cy="883135"/>
            </a:xfrm>
            <a:custGeom>
              <a:avLst/>
              <a:gdLst>
                <a:gd name="T0" fmla="*/ 1529 w 1529"/>
                <a:gd name="T1" fmla="*/ 0 h 25761"/>
                <a:gd name="T2" fmla="*/ 0 w 1529"/>
                <a:gd name="T3" fmla="*/ 0 h 25761"/>
                <a:gd name="T4" fmla="*/ 0 w 1529"/>
                <a:gd name="T5" fmla="*/ 25761 h 25761"/>
                <a:gd name="T6" fmla="*/ 1529 w 1529"/>
                <a:gd name="T7" fmla="*/ 25761 h 25761"/>
                <a:gd name="T8" fmla="*/ 1529 w 1529"/>
                <a:gd name="T9" fmla="*/ 0 h 25761"/>
                <a:gd name="T10" fmla="*/ 1529 w 1529"/>
                <a:gd name="T11" fmla="*/ 0 h 25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29" h="25761">
                  <a:moveTo>
                    <a:pt x="1529" y="0"/>
                  </a:moveTo>
                  <a:lnTo>
                    <a:pt x="0" y="0"/>
                  </a:lnTo>
                  <a:lnTo>
                    <a:pt x="0" y="25761"/>
                  </a:lnTo>
                  <a:lnTo>
                    <a:pt x="1529" y="25761"/>
                  </a:lnTo>
                  <a:lnTo>
                    <a:pt x="1529" y="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38" name="Freeform 2187">
              <a:extLst>
                <a:ext uri="{FF2B5EF4-FFF2-40B4-BE49-F238E27FC236}">
                  <a16:creationId xmlns:a16="http://schemas.microsoft.com/office/drawing/2014/main" id="{A9DE0740-62DB-4277-A177-DF81E9C0A538}"/>
                </a:ext>
              </a:extLst>
            </p:cNvPr>
            <p:cNvSpPr>
              <a:spLocks/>
            </p:cNvSpPr>
            <p:nvPr/>
          </p:nvSpPr>
          <p:spPr bwMode="gray">
            <a:xfrm>
              <a:off x="9304304" y="5825239"/>
              <a:ext cx="44498" cy="517211"/>
            </a:xfrm>
            <a:custGeom>
              <a:avLst/>
              <a:gdLst>
                <a:gd name="T0" fmla="*/ 1298 w 1298"/>
                <a:gd name="T1" fmla="*/ 0 h 15087"/>
                <a:gd name="T2" fmla="*/ 0 w 1298"/>
                <a:gd name="T3" fmla="*/ 0 h 15087"/>
                <a:gd name="T4" fmla="*/ 0 w 1298"/>
                <a:gd name="T5" fmla="*/ 15087 h 15087"/>
                <a:gd name="T6" fmla="*/ 1298 w 1298"/>
                <a:gd name="T7" fmla="*/ 15087 h 15087"/>
                <a:gd name="T8" fmla="*/ 1298 w 1298"/>
                <a:gd name="T9" fmla="*/ 0 h 15087"/>
                <a:gd name="T10" fmla="*/ 1298 w 1298"/>
                <a:gd name="T11" fmla="*/ 0 h 150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98" h="15087">
                  <a:moveTo>
                    <a:pt x="1298" y="0"/>
                  </a:moveTo>
                  <a:lnTo>
                    <a:pt x="0" y="0"/>
                  </a:lnTo>
                  <a:lnTo>
                    <a:pt x="0" y="15087"/>
                  </a:lnTo>
                  <a:lnTo>
                    <a:pt x="1298" y="15087"/>
                  </a:lnTo>
                  <a:lnTo>
                    <a:pt x="1298" y="0"/>
                  </a:lnTo>
                  <a:lnTo>
                    <a:pt x="1298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39" name="Freeform 2188">
              <a:extLst>
                <a:ext uri="{FF2B5EF4-FFF2-40B4-BE49-F238E27FC236}">
                  <a16:creationId xmlns:a16="http://schemas.microsoft.com/office/drawing/2014/main" id="{6FEFD623-A6B4-45E5-B3AB-62E2D77276DF}"/>
                </a:ext>
              </a:extLst>
            </p:cNvPr>
            <p:cNvSpPr>
              <a:spLocks/>
            </p:cNvSpPr>
            <p:nvPr/>
          </p:nvSpPr>
          <p:spPr bwMode="gray">
            <a:xfrm>
              <a:off x="9712664" y="5221981"/>
              <a:ext cx="52417" cy="234385"/>
            </a:xfrm>
            <a:custGeom>
              <a:avLst/>
              <a:gdLst>
                <a:gd name="T0" fmla="*/ 13 w 53"/>
                <a:gd name="T1" fmla="*/ 0 h 237"/>
                <a:gd name="T2" fmla="*/ 39 w 53"/>
                <a:gd name="T3" fmla="*/ 0 h 237"/>
                <a:gd name="T4" fmla="*/ 53 w 53"/>
                <a:gd name="T5" fmla="*/ 134 h 237"/>
                <a:gd name="T6" fmla="*/ 53 w 53"/>
                <a:gd name="T7" fmla="*/ 237 h 237"/>
                <a:gd name="T8" fmla="*/ 0 w 53"/>
                <a:gd name="T9" fmla="*/ 237 h 237"/>
                <a:gd name="T10" fmla="*/ 0 w 53"/>
                <a:gd name="T11" fmla="*/ 134 h 237"/>
                <a:gd name="T12" fmla="*/ 13 w 53"/>
                <a:gd name="T13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237">
                  <a:moveTo>
                    <a:pt x="13" y="0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47" y="0"/>
                    <a:pt x="53" y="60"/>
                    <a:pt x="53" y="134"/>
                  </a:cubicBezTo>
                  <a:cubicBezTo>
                    <a:pt x="53" y="237"/>
                    <a:pt x="53" y="237"/>
                    <a:pt x="53" y="237"/>
                  </a:cubicBezTo>
                  <a:cubicBezTo>
                    <a:pt x="0" y="237"/>
                    <a:pt x="0" y="237"/>
                    <a:pt x="0" y="237"/>
                  </a:cubicBezTo>
                  <a:cubicBezTo>
                    <a:pt x="0" y="134"/>
                    <a:pt x="0" y="134"/>
                    <a:pt x="0" y="134"/>
                  </a:cubicBezTo>
                  <a:cubicBezTo>
                    <a:pt x="0" y="60"/>
                    <a:pt x="6" y="0"/>
                    <a:pt x="13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40" name="Freeform 2189">
              <a:extLst>
                <a:ext uri="{FF2B5EF4-FFF2-40B4-BE49-F238E27FC236}">
                  <a16:creationId xmlns:a16="http://schemas.microsoft.com/office/drawing/2014/main" id="{C4826BCD-29C1-415C-BE41-28229AA7FC15}"/>
                </a:ext>
              </a:extLst>
            </p:cNvPr>
            <p:cNvSpPr>
              <a:spLocks/>
            </p:cNvSpPr>
            <p:nvPr/>
          </p:nvSpPr>
          <p:spPr bwMode="gray">
            <a:xfrm>
              <a:off x="9108509" y="5551292"/>
              <a:ext cx="489474" cy="216593"/>
            </a:xfrm>
            <a:custGeom>
              <a:avLst/>
              <a:gdLst>
                <a:gd name="T0" fmla="*/ 0 w 14278"/>
                <a:gd name="T1" fmla="*/ 6318 h 6318"/>
                <a:gd name="T2" fmla="*/ 14278 w 14278"/>
                <a:gd name="T3" fmla="*/ 6318 h 6318"/>
                <a:gd name="T4" fmla="*/ 14278 w 14278"/>
                <a:gd name="T5" fmla="*/ 0 h 6318"/>
                <a:gd name="T6" fmla="*/ 1962 w 14278"/>
                <a:gd name="T7" fmla="*/ 1472 h 6318"/>
                <a:gd name="T8" fmla="*/ 0 w 14278"/>
                <a:gd name="T9" fmla="*/ 3375 h 6318"/>
                <a:gd name="T10" fmla="*/ 0 w 14278"/>
                <a:gd name="T11" fmla="*/ 6318 h 6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278" h="6318">
                  <a:moveTo>
                    <a:pt x="0" y="6318"/>
                  </a:moveTo>
                  <a:lnTo>
                    <a:pt x="14278" y="6318"/>
                  </a:lnTo>
                  <a:lnTo>
                    <a:pt x="14278" y="0"/>
                  </a:lnTo>
                  <a:lnTo>
                    <a:pt x="1962" y="1472"/>
                  </a:lnTo>
                  <a:lnTo>
                    <a:pt x="0" y="3375"/>
                  </a:lnTo>
                  <a:lnTo>
                    <a:pt x="0" y="6318"/>
                  </a:ln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41" name="Freeform 2190">
              <a:extLst>
                <a:ext uri="{FF2B5EF4-FFF2-40B4-BE49-F238E27FC236}">
                  <a16:creationId xmlns:a16="http://schemas.microsoft.com/office/drawing/2014/main" id="{33E03106-73C6-4E59-8013-92A5553C979C}"/>
                </a:ext>
              </a:extLst>
            </p:cNvPr>
            <p:cNvSpPr>
              <a:spLocks/>
            </p:cNvSpPr>
            <p:nvPr/>
          </p:nvSpPr>
          <p:spPr bwMode="gray">
            <a:xfrm>
              <a:off x="9488213" y="5575046"/>
              <a:ext cx="212581" cy="192836"/>
            </a:xfrm>
            <a:custGeom>
              <a:avLst/>
              <a:gdLst>
                <a:gd name="T0" fmla="*/ 172 w 215"/>
                <a:gd name="T1" fmla="*/ 195 h 195"/>
                <a:gd name="T2" fmla="*/ 23 w 215"/>
                <a:gd name="T3" fmla="*/ 195 h 195"/>
                <a:gd name="T4" fmla="*/ 0 w 215"/>
                <a:gd name="T5" fmla="*/ 172 h 195"/>
                <a:gd name="T6" fmla="*/ 0 w 215"/>
                <a:gd name="T7" fmla="*/ 23 h 195"/>
                <a:gd name="T8" fmla="*/ 23 w 215"/>
                <a:gd name="T9" fmla="*/ 0 h 195"/>
                <a:gd name="T10" fmla="*/ 192 w 215"/>
                <a:gd name="T11" fmla="*/ 0 h 195"/>
                <a:gd name="T12" fmla="*/ 215 w 215"/>
                <a:gd name="T13" fmla="*/ 23 h 195"/>
                <a:gd name="T14" fmla="*/ 215 w 215"/>
                <a:gd name="T15" fmla="*/ 152 h 195"/>
                <a:gd name="T16" fmla="*/ 172 w 215"/>
                <a:gd name="T17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5" h="195">
                  <a:moveTo>
                    <a:pt x="172" y="195"/>
                  </a:moveTo>
                  <a:cubicBezTo>
                    <a:pt x="23" y="195"/>
                    <a:pt x="23" y="195"/>
                    <a:pt x="23" y="195"/>
                  </a:cubicBezTo>
                  <a:cubicBezTo>
                    <a:pt x="11" y="195"/>
                    <a:pt x="0" y="185"/>
                    <a:pt x="0" y="17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1"/>
                    <a:pt x="11" y="0"/>
                    <a:pt x="23" y="0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205" y="0"/>
                    <a:pt x="215" y="11"/>
                    <a:pt x="215" y="23"/>
                  </a:cubicBezTo>
                  <a:cubicBezTo>
                    <a:pt x="215" y="152"/>
                    <a:pt x="215" y="152"/>
                    <a:pt x="215" y="152"/>
                  </a:cubicBezTo>
                  <a:cubicBezTo>
                    <a:pt x="198" y="169"/>
                    <a:pt x="189" y="178"/>
                    <a:pt x="172" y="195"/>
                  </a:cubicBez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42" name="Freeform 2191">
              <a:extLst>
                <a:ext uri="{FF2B5EF4-FFF2-40B4-BE49-F238E27FC236}">
                  <a16:creationId xmlns:a16="http://schemas.microsoft.com/office/drawing/2014/main" id="{0C2E08AD-A838-488F-954D-BB65C31D24F7}"/>
                </a:ext>
              </a:extLst>
            </p:cNvPr>
            <p:cNvSpPr>
              <a:spLocks/>
            </p:cNvSpPr>
            <p:nvPr/>
          </p:nvSpPr>
          <p:spPr bwMode="gray">
            <a:xfrm>
              <a:off x="9385370" y="5511727"/>
              <a:ext cx="315426" cy="90025"/>
            </a:xfrm>
            <a:custGeom>
              <a:avLst/>
              <a:gdLst>
                <a:gd name="T0" fmla="*/ 1529 w 9201"/>
                <a:gd name="T1" fmla="*/ 2135 h 2626"/>
                <a:gd name="T2" fmla="*/ 9201 w 9201"/>
                <a:gd name="T3" fmla="*/ 2626 h 2626"/>
                <a:gd name="T4" fmla="*/ 9201 w 9201"/>
                <a:gd name="T5" fmla="*/ 0 h 2626"/>
                <a:gd name="T6" fmla="*/ 0 w 9201"/>
                <a:gd name="T7" fmla="*/ 750 h 2626"/>
                <a:gd name="T8" fmla="*/ 87 w 9201"/>
                <a:gd name="T9" fmla="*/ 1876 h 2626"/>
                <a:gd name="T10" fmla="*/ 1529 w 9201"/>
                <a:gd name="T11" fmla="*/ 2135 h 2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01" h="2626">
                  <a:moveTo>
                    <a:pt x="1529" y="2135"/>
                  </a:moveTo>
                  <a:lnTo>
                    <a:pt x="9201" y="2626"/>
                  </a:lnTo>
                  <a:lnTo>
                    <a:pt x="9201" y="0"/>
                  </a:lnTo>
                  <a:lnTo>
                    <a:pt x="0" y="750"/>
                  </a:lnTo>
                  <a:lnTo>
                    <a:pt x="87" y="1876"/>
                  </a:lnTo>
                  <a:lnTo>
                    <a:pt x="1529" y="2135"/>
                  </a:lnTo>
                  <a:close/>
                </a:path>
              </a:pathLst>
            </a:custGeom>
            <a:solidFill>
              <a:srgbClr val="3296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43" name="Freeform 2192">
              <a:extLst>
                <a:ext uri="{FF2B5EF4-FFF2-40B4-BE49-F238E27FC236}">
                  <a16:creationId xmlns:a16="http://schemas.microsoft.com/office/drawing/2014/main" id="{53B7C170-4DE0-4B40-B17F-4D62A0001A01}"/>
                </a:ext>
              </a:extLst>
            </p:cNvPr>
            <p:cNvSpPr>
              <a:spLocks/>
            </p:cNvSpPr>
            <p:nvPr/>
          </p:nvSpPr>
          <p:spPr bwMode="gray">
            <a:xfrm>
              <a:off x="9271657" y="5088484"/>
              <a:ext cx="252143" cy="398526"/>
            </a:xfrm>
            <a:custGeom>
              <a:avLst/>
              <a:gdLst>
                <a:gd name="T0" fmla="*/ 1587 w 7355"/>
                <a:gd name="T1" fmla="*/ 11625 h 11625"/>
                <a:gd name="T2" fmla="*/ 7355 w 7355"/>
                <a:gd name="T3" fmla="*/ 4875 h 11625"/>
                <a:gd name="T4" fmla="*/ 5625 w 7355"/>
                <a:gd name="T5" fmla="*/ 0 h 11625"/>
                <a:gd name="T6" fmla="*/ 0 w 7355"/>
                <a:gd name="T7" fmla="*/ 9173 h 11625"/>
                <a:gd name="T8" fmla="*/ 1587 w 7355"/>
                <a:gd name="T9" fmla="*/ 11625 h 11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55" h="11625">
                  <a:moveTo>
                    <a:pt x="1587" y="11625"/>
                  </a:moveTo>
                  <a:lnTo>
                    <a:pt x="7355" y="4875"/>
                  </a:lnTo>
                  <a:lnTo>
                    <a:pt x="5625" y="0"/>
                  </a:lnTo>
                  <a:lnTo>
                    <a:pt x="0" y="9173"/>
                  </a:lnTo>
                  <a:lnTo>
                    <a:pt x="1587" y="11625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44" name="Freeform 2193">
              <a:extLst>
                <a:ext uri="{FF2B5EF4-FFF2-40B4-BE49-F238E27FC236}">
                  <a16:creationId xmlns:a16="http://schemas.microsoft.com/office/drawing/2014/main" id="{104C85D0-4CDA-4B54-91E8-101F4894A7B2}"/>
                </a:ext>
              </a:extLst>
            </p:cNvPr>
            <p:cNvSpPr>
              <a:spLocks/>
            </p:cNvSpPr>
            <p:nvPr/>
          </p:nvSpPr>
          <p:spPr bwMode="gray">
            <a:xfrm>
              <a:off x="9150059" y="5399010"/>
              <a:ext cx="183922" cy="88001"/>
            </a:xfrm>
            <a:custGeom>
              <a:avLst/>
              <a:gdLst>
                <a:gd name="T0" fmla="*/ 0 w 5365"/>
                <a:gd name="T1" fmla="*/ 2336 h 2567"/>
                <a:gd name="T2" fmla="*/ 5134 w 5365"/>
                <a:gd name="T3" fmla="*/ 2567 h 2567"/>
                <a:gd name="T4" fmla="*/ 5365 w 5365"/>
                <a:gd name="T5" fmla="*/ 750 h 2567"/>
                <a:gd name="T6" fmla="*/ 3894 w 5365"/>
                <a:gd name="T7" fmla="*/ 0 h 2567"/>
                <a:gd name="T8" fmla="*/ 1442 w 5365"/>
                <a:gd name="T9" fmla="*/ 519 h 2567"/>
                <a:gd name="T10" fmla="*/ 0 w 5365"/>
                <a:gd name="T11" fmla="*/ 2336 h 25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65" h="2567">
                  <a:moveTo>
                    <a:pt x="0" y="2336"/>
                  </a:moveTo>
                  <a:lnTo>
                    <a:pt x="5134" y="2567"/>
                  </a:lnTo>
                  <a:lnTo>
                    <a:pt x="5365" y="750"/>
                  </a:lnTo>
                  <a:lnTo>
                    <a:pt x="3894" y="0"/>
                  </a:lnTo>
                  <a:lnTo>
                    <a:pt x="1442" y="519"/>
                  </a:lnTo>
                  <a:lnTo>
                    <a:pt x="0" y="2336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45" name="Freeform 2194">
              <a:extLst>
                <a:ext uri="{FF2B5EF4-FFF2-40B4-BE49-F238E27FC236}">
                  <a16:creationId xmlns:a16="http://schemas.microsoft.com/office/drawing/2014/main" id="{8E2CE024-61D5-441A-ADBC-304177C5333D}"/>
                </a:ext>
              </a:extLst>
            </p:cNvPr>
            <p:cNvSpPr>
              <a:spLocks/>
            </p:cNvSpPr>
            <p:nvPr/>
          </p:nvSpPr>
          <p:spPr bwMode="gray">
            <a:xfrm>
              <a:off x="9393286" y="4980666"/>
              <a:ext cx="255124" cy="288790"/>
            </a:xfrm>
            <a:custGeom>
              <a:avLst/>
              <a:gdLst>
                <a:gd name="T0" fmla="*/ 0 w 258"/>
                <a:gd name="T1" fmla="*/ 205 h 292"/>
                <a:gd name="T2" fmla="*/ 137 w 258"/>
                <a:gd name="T3" fmla="*/ 292 h 292"/>
                <a:gd name="T4" fmla="*/ 258 w 258"/>
                <a:gd name="T5" fmla="*/ 100 h 292"/>
                <a:gd name="T6" fmla="*/ 245 w 258"/>
                <a:gd name="T7" fmla="*/ 38 h 292"/>
                <a:gd name="T8" fmla="*/ 185 w 258"/>
                <a:gd name="T9" fmla="*/ 0 h 292"/>
                <a:gd name="T10" fmla="*/ 122 w 258"/>
                <a:gd name="T11" fmla="*/ 13 h 292"/>
                <a:gd name="T12" fmla="*/ 0 w 258"/>
                <a:gd name="T13" fmla="*/ 205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8" h="292">
                  <a:moveTo>
                    <a:pt x="0" y="205"/>
                  </a:moveTo>
                  <a:cubicBezTo>
                    <a:pt x="137" y="292"/>
                    <a:pt x="137" y="292"/>
                    <a:pt x="137" y="292"/>
                  </a:cubicBezTo>
                  <a:cubicBezTo>
                    <a:pt x="258" y="100"/>
                    <a:pt x="258" y="100"/>
                    <a:pt x="258" y="100"/>
                  </a:cubicBezTo>
                  <a:cubicBezTo>
                    <a:pt x="258" y="100"/>
                    <a:pt x="250" y="62"/>
                    <a:pt x="245" y="38"/>
                  </a:cubicBezTo>
                  <a:cubicBezTo>
                    <a:pt x="185" y="0"/>
                    <a:pt x="185" y="0"/>
                    <a:pt x="185" y="0"/>
                  </a:cubicBezTo>
                  <a:cubicBezTo>
                    <a:pt x="160" y="5"/>
                    <a:pt x="122" y="13"/>
                    <a:pt x="122" y="13"/>
                  </a:cubicBezTo>
                  <a:lnTo>
                    <a:pt x="0" y="205"/>
                  </a:lnTo>
                  <a:close/>
                </a:path>
              </a:pathLst>
            </a:custGeom>
            <a:solidFill>
              <a:srgbClr val="0F78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246" name="Freeform 2195">
              <a:extLst>
                <a:ext uri="{FF2B5EF4-FFF2-40B4-BE49-F238E27FC236}">
                  <a16:creationId xmlns:a16="http://schemas.microsoft.com/office/drawing/2014/main" id="{2F656618-D11E-40F7-A579-304E6D1DB7C6}"/>
                </a:ext>
              </a:extLst>
            </p:cNvPr>
            <p:cNvSpPr>
              <a:spLocks/>
            </p:cNvSpPr>
            <p:nvPr/>
          </p:nvSpPr>
          <p:spPr bwMode="gray">
            <a:xfrm>
              <a:off x="9109517" y="5399029"/>
              <a:ext cx="105794" cy="80083"/>
            </a:xfrm>
            <a:custGeom>
              <a:avLst/>
              <a:gdLst>
                <a:gd name="T0" fmla="*/ 0 w 107"/>
                <a:gd name="T1" fmla="*/ 48 h 81"/>
                <a:gd name="T2" fmla="*/ 42 w 107"/>
                <a:gd name="T3" fmla="*/ 81 h 81"/>
                <a:gd name="T4" fmla="*/ 107 w 107"/>
                <a:gd name="T5" fmla="*/ 14 h 81"/>
                <a:gd name="T6" fmla="*/ 94 w 107"/>
                <a:gd name="T7" fmla="*/ 0 h 81"/>
                <a:gd name="T8" fmla="*/ 46 w 107"/>
                <a:gd name="T9" fmla="*/ 0 h 81"/>
                <a:gd name="T10" fmla="*/ 0 w 107"/>
                <a:gd name="T11" fmla="*/ 48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7" h="81">
                  <a:moveTo>
                    <a:pt x="0" y="48"/>
                  </a:moveTo>
                  <a:cubicBezTo>
                    <a:pt x="42" y="81"/>
                    <a:pt x="42" y="81"/>
                    <a:pt x="42" y="81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28" y="19"/>
                    <a:pt x="18" y="29"/>
                    <a:pt x="0" y="48"/>
                  </a:cubicBez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</p:grpSp>
    </p:spTree>
    <p:extLst>
      <p:ext uri="{BB962C8B-B14F-4D97-AF65-F5344CB8AC3E}">
        <p14:creationId xmlns:p14="http://schemas.microsoft.com/office/powerpoint/2010/main" val="94830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6"/>
  <p:tag name="CDT_TARGETSHAPE_NEW" val="2"/>
  <p:tag name="CDT_PROT" val="3"/>
  <p:tag name="CDT_PROT_TOP" val="0"/>
  <p:tag name="CDT_PROT_LEFT" val="480,25"/>
  <p:tag name="CDT_PROT_WIDTH" val="0,1250394"/>
  <p:tag name="CDT_PROT_HEIGHT" val="0,1250394"/>
  <p:tag name="CDT_DELETE_ONEVENT_NEWPRES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19"/>
  <p:tag name="CDT_COLFF_NEW" val="19"/>
  <p:tag name="CDT_EXTCOL" val="True"/>
  <p:tag name="CDT_COLTX_NEW" val="20"/>
  <p:tag name="CDT_TARGETSHAPE_NEW" val="3"/>
  <p:tag name="CDT_PROT" val="4"/>
  <p:tag name="CDT_PROT_TOP" val="235,2668"/>
  <p:tag name="CDT_PROT_LEFT" val="26,62496"/>
  <p:tag name="CDT_PROT_WIDTH" val="933,8749"/>
  <p:tag name="CDT_PROT_HEIGHT" val="99,70441"/>
  <p:tag name="CDT_DELETE_ONEVENT_NEWPRES" val="Fals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ZWYDq8bS6ul.4jt44dsX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b4ea6bfc-a965-4e8f-8294-c816f2827ade"/>
  <p:tag name="MIO_EK" val="582917"/>
  <p:tag name="MIO_UPDATE" val="True"/>
  <p:tag name="MIO_VERSION" val="15.02.2016 18:24:03"/>
  <p:tag name="MIO_DBID" val="598A5C07-C27D-430B-A8FC-FA667BE665A4"/>
  <p:tag name="MIO_LASTDOWNLOADED" val="05.04.2016 08:42:27"/>
  <p:tag name="MIO_OBJECTNAME" val="Automotive_Digitalization_FS"/>
  <p:tag name="MIO_LASTEDITORNAME" val="(Dietmar Kluge)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6"/>
  <p:tag name="CDT_TARGETSHAPE_NEW" val="2"/>
  <p:tag name="CDT_PROT" val="3"/>
  <p:tag name="CDT_PROT_TOP" val="0"/>
  <p:tag name="CDT_PROT_LEFT" val="480,25"/>
  <p:tag name="CDT_PROT_WIDTH" val="0,1250394"/>
  <p:tag name="CDT_PROT_HEIGHT" val="0,1250394"/>
  <p:tag name="CDT_DELETE_ONEVENT_NEWPRES" val="Fals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INTERSECT_SLIDE" val="False"/>
  <p:tag name="CDT_NAVBARONTHISSLIDE" val="True"/>
  <p:tag name="CDT_DESIGNS_NAME" val="Siemens 2013 – 16:9"/>
  <p:tag name="CDT_MASTERS_NAME" val="Title fullscreen (big bar up)"/>
  <p:tag name="CDT_LAYOUT_TYPE" val="1"/>
  <p:tag name="CDT_ORIGINAL_DESIGNS_NAME" val="Siemens 2013 – 16:9"/>
  <p:tag name="CDT_ORIGINAL_MASTERS_NAME" val="Title fullscreen (big bar up)"/>
  <p:tag name="CDT_ORIGINAL_LAYOUT_TYP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8cTe9.8P06_FxRJ9vIQO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qfnwsBLtk2W8HLtSw6fs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8cTe9.8P06_FxRJ9vIQO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qfnwsBLtk2W8HLtSw6fs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8cTe9.8P06_FxRJ9vIQO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qfnwsBLtk2W8HLtSw6fs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qfnwsBLtk2W8HLtSw6fs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S_xYIRUS0SMZW5s2eK.m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iemens 2020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 Them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sie-ppt-O365-16x9-standard-eng-v3-0.pptx" id="{126F423E-7F52-41DE-A20C-756A6822B9A2}" vid="{51365D51-9DD3-491E-AF49-CB2F506BEAC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4ppTags>
  <Name>Free Content</Name>
  <PpLayout>11</PpLayout>
  <Index>9</Index>
</p4ppTag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B174D5FE7DC343B8DB7235E0ED09A9" ma:contentTypeVersion="6" ma:contentTypeDescription="Create a new document." ma:contentTypeScope="" ma:versionID="25a5548619853e2e015bca764fa528c5">
  <xsd:schema xmlns:xsd="http://www.w3.org/2001/XMLSchema" xmlns:xs="http://www.w3.org/2001/XMLSchema" xmlns:p="http://schemas.microsoft.com/office/2006/metadata/properties" xmlns:ns2="c871b2bf-9c29-448e-bcb4-2f3f17144cb5" targetNamespace="http://schemas.microsoft.com/office/2006/metadata/properties" ma:root="true" ma:fieldsID="0eea03751fc4ef6bf140dc2ef857a7aa" ns2:_="">
    <xsd:import namespace="c871b2bf-9c29-448e-bcb4-2f3f17144c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71b2bf-9c29-448e-bcb4-2f3f17144c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6FA42EB-90FA-4F29-AD7C-D6AA50015DB3}">
  <ds:schemaRefs>
    <ds:schemaRef ds:uri="http://purl.org/dc/dcmitype/"/>
    <ds:schemaRef ds:uri="http://schemas.microsoft.com/office/infopath/2007/PartnerControls"/>
    <ds:schemaRef ds:uri="c871b2bf-9c29-448e-bcb4-2f3f17144cb5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3A56ABD-608E-44B1-8067-B759FE0DD10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8097D0C-BE3E-4AEC-9593-65CFCCB19297}">
  <ds:schemaRefs/>
</ds:datastoreItem>
</file>

<file path=customXml/itemProps4.xml><?xml version="1.0" encoding="utf-8"?>
<ds:datastoreItem xmlns:ds="http://schemas.openxmlformats.org/officeDocument/2006/customXml" ds:itemID="{3B60A748-859D-4CC5-B484-786E9D5509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71b2bf-9c29-448e-bcb4-2f3f17144c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NEW!_sie-ppt-O365-16x9-standard-eng-v3-0</Template>
  <TotalTime>11115</TotalTime>
  <Words>1333</Words>
  <Application>Microsoft Office PowerPoint</Application>
  <PresentationFormat>Widescreen</PresentationFormat>
  <Paragraphs>293</Paragraphs>
  <Slides>16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宋体</vt:lpstr>
      <vt:lpstr>微软雅黑</vt:lpstr>
      <vt:lpstr>Arial</vt:lpstr>
      <vt:lpstr>Calibri</vt:lpstr>
      <vt:lpstr>Calibri Light</vt:lpstr>
      <vt:lpstr>Wingdings</vt:lpstr>
      <vt:lpstr>Siemens 2020</vt:lpstr>
      <vt:lpstr>Custom Design</vt:lpstr>
      <vt:lpstr>think-cell Slide</vt:lpstr>
      <vt:lpstr>Device as a Service Project Introduction</vt:lpstr>
      <vt:lpstr>PowerPoint Presentation</vt:lpstr>
      <vt:lpstr>PowerPoint Presentation</vt:lpstr>
      <vt:lpstr>Project Path</vt:lpstr>
      <vt:lpstr>Architecture</vt:lpstr>
      <vt:lpstr>Maintenance service</vt:lpstr>
      <vt:lpstr>EdgeTool</vt:lpstr>
      <vt:lpstr>Continuously development of technology in DaaS </vt:lpstr>
      <vt:lpstr>Incoming</vt:lpstr>
      <vt:lpstr>Contact</vt:lpstr>
      <vt:lpstr>Use Case DaaS-SAIC VW Project</vt:lpstr>
      <vt:lpstr>Solution Overview in SAIC VW CP3</vt:lpstr>
      <vt:lpstr>On-Site Sensor Installation in Assembly Line</vt:lpstr>
      <vt:lpstr>Successful Case</vt:lpstr>
      <vt:lpstr>Solution Portfolios of DaaS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Device as a Service Project Introduction</dc:title>
  <cp:lastModifiedBy>Yang, Shao Peng (T CED INW-CN)</cp:lastModifiedBy>
  <cp:revision>40</cp:revision>
  <cp:lastPrinted>2022-01-27T08:55:50Z</cp:lastPrinted>
  <dcterms:created xsi:type="dcterms:W3CDTF">2020-11-27T07:32:20Z</dcterms:created>
  <dcterms:modified xsi:type="dcterms:W3CDTF">2022-01-27T08:55:52Z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0x01010072B174D5FE7DC343B8DB7235E0ED09A9</vt:lpwstr>
  </property>
  <property fmtid="{D5CDD505-2E9C-101B-9397-08002B2CF9AE}" pid="3" name="MSIP_Label_a59b6cd5-d141-4a33-8bf1-0ca04484304f_Enabled">
    <vt:lpwstr>true</vt:lpwstr>
  </property>
  <property fmtid="{D5CDD505-2E9C-101B-9397-08002B2CF9AE}" pid="4" name="MSIP_Label_a59b6cd5-d141-4a33-8bf1-0ca04484304f_SetDate">
    <vt:lpwstr>2022-01-27T08:55:52Z</vt:lpwstr>
  </property>
  <property fmtid="{D5CDD505-2E9C-101B-9397-08002B2CF9AE}" pid="5" name="MSIP_Label_a59b6cd5-d141-4a33-8bf1-0ca04484304f_Method">
    <vt:lpwstr>Standard</vt:lpwstr>
  </property>
  <property fmtid="{D5CDD505-2E9C-101B-9397-08002B2CF9AE}" pid="6" name="MSIP_Label_a59b6cd5-d141-4a33-8bf1-0ca04484304f_Name">
    <vt:lpwstr>restricted-default</vt:lpwstr>
  </property>
  <property fmtid="{D5CDD505-2E9C-101B-9397-08002B2CF9AE}" pid="7" name="MSIP_Label_a59b6cd5-d141-4a33-8bf1-0ca04484304f_SiteId">
    <vt:lpwstr>38ae3bcd-9579-4fd4-adda-b42e1495d55a</vt:lpwstr>
  </property>
  <property fmtid="{D5CDD505-2E9C-101B-9397-08002B2CF9AE}" pid="8" name="MSIP_Label_a59b6cd5-d141-4a33-8bf1-0ca04484304f_ActionId">
    <vt:lpwstr>f925726c-a707-4b58-8df1-0b6731ff310f</vt:lpwstr>
  </property>
  <property fmtid="{D5CDD505-2E9C-101B-9397-08002B2CF9AE}" pid="9" name="MSIP_Label_a59b6cd5-d141-4a33-8bf1-0ca04484304f_ContentBits">
    <vt:lpwstr>0</vt:lpwstr>
  </property>
  <property fmtid="{D5CDD505-2E9C-101B-9397-08002B2CF9AE}" pid="10" name="Document_Confidentiality">
    <vt:lpwstr>Restricted</vt:lpwstr>
  </property>
</Properties>
</file>