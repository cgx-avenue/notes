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lsm" ContentType="application/vnd.ms-excel.sheet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8"/>
  </p:notesMasterIdLst>
  <p:handoutMasterIdLst>
    <p:handoutMasterId r:id="rId19"/>
  </p:handoutMasterIdLst>
  <p:sldIdLst>
    <p:sldId id="8731" r:id="rId6"/>
    <p:sldId id="8723" r:id="rId7"/>
    <p:sldId id="8729" r:id="rId8"/>
    <p:sldId id="8724" r:id="rId9"/>
    <p:sldId id="8725" r:id="rId10"/>
    <p:sldId id="8728" r:id="rId11"/>
    <p:sldId id="8733" r:id="rId12"/>
    <p:sldId id="8732" r:id="rId13"/>
    <p:sldId id="8721" r:id="rId14"/>
    <p:sldId id="8722" r:id="rId15"/>
    <p:sldId id="8726" r:id="rId16"/>
    <p:sldId id="872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::denwelle1@publicisgroupe.net::08b00602-60fa-48c3-96fb-06a947b67cdf" providerId="AD"/>
      </p:ext>
    </p:extLst>
  </p:cmAuthor>
  <p:cmAuthor id="2" name="Zhou, Wen Jing (T RDA IOT INW-CN)" initials="ZWJ(RII" lastIdx="1" clrIdx="1">
    <p:extLst>
      <p:ext uri="{19B8F6BF-5375-455C-9EA6-DF929625EA0E}">
        <p15:presenceInfo xmlns:p15="http://schemas.microsoft.com/office/powerpoint/2012/main" userId="S::zhou.wenjing@siemens.com::f3b98f43-05aa-4729-9efd-14d5d18dc66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6E"/>
    <a:srgbClr val="008B9E"/>
    <a:srgbClr val="33CCCC"/>
    <a:srgbClr val="CDD9E1"/>
    <a:srgbClr val="0F8287"/>
    <a:srgbClr val="FFFFFF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3372" autoAdjust="0"/>
  </p:normalViewPr>
  <p:slideViewPr>
    <p:cSldViewPr snapToGrid="0" showGuides="1">
      <p:cViewPr>
        <p:scale>
          <a:sx n="66" d="100"/>
          <a:sy n="66" d="100"/>
        </p:scale>
        <p:origin x="476" y="-10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47" d="100"/>
          <a:sy n="47" d="100"/>
        </p:scale>
        <p:origin x="2784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 dirty="0"/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/>
              <a:t>3/29/2023</a:t>
            </a:fld>
            <a:endParaRPr lang="en-US" sz="1050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 dirty="0">
                <a:solidFill>
                  <a:schemeClr val="accent2"/>
                </a:solidFill>
              </a:rPr>
              <a:t>Hand out</a:t>
            </a:r>
            <a:r>
              <a:rPr lang="en-US" sz="1050" dirty="0">
                <a:solidFill>
                  <a:schemeClr val="accent2"/>
                </a:solidFill>
              </a:rPr>
              <a:t> </a:t>
            </a:r>
            <a:fld id="{C92BABF8-1341-4DCB-864A-D83C08BEEAE4}" type="slidenum">
              <a:rPr lang="en-US" sz="1050" smtClean="0"/>
              <a:t>‹#›</a:t>
            </a:fld>
            <a:endParaRPr lang="en-US" sz="1050" dirty="0"/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3000" y="550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/>
            </a:lvl1pPr>
          </a:lstStyle>
          <a:p>
            <a:endParaRPr lang="en-US" dirty="0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/>
            </a:lvl1pPr>
          </a:lstStyle>
          <a:p>
            <a:fld id="{76FBC1AF-E4C9-412F-9B6D-66CD520F95DB}" type="datetimeFigureOut">
              <a:rPr lang="en-US" smtClean="0"/>
              <a:pPr/>
              <a:t>3/29/2023</a:t>
            </a:fld>
            <a:endParaRPr lang="en-US" dirty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406800" y="619200"/>
            <a:ext cx="6048000" cy="340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6800" y="4575600"/>
            <a:ext cx="6048000" cy="396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US"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 dirty="0">
                <a:solidFill>
                  <a:schemeClr val="accent2"/>
                </a:solidFill>
              </a:rPr>
              <a:t>Notes</a:t>
            </a:r>
            <a:r>
              <a:rPr lang="en-US" dirty="0"/>
              <a:t> </a:t>
            </a:r>
            <a:fld id="{E76C657F-0E32-4130-ADDA-66B81138A76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8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1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fireworks, star, table, sky&#10;&#10;Description automatically generated">
            <a:extLst>
              <a:ext uri="{FF2B5EF4-FFF2-40B4-BE49-F238E27FC236}">
                <a16:creationId xmlns:a16="http://schemas.microsoft.com/office/drawing/2014/main" id="{591CD5A4-BDEB-4734-8FA5-5C3B4A08A4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250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close up of a light&#10;&#10;Description automatically generated">
            <a:extLst>
              <a:ext uri="{FF2B5EF4-FFF2-40B4-BE49-F238E27FC236}">
                <a16:creationId xmlns:a16="http://schemas.microsoft.com/office/drawing/2014/main" id="{F50DEF7C-D243-494F-A738-41FC9AF515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M3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117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ep Blue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A picture containing light, star&#10;&#10;Description automatically generated">
            <a:extLst>
              <a:ext uri="{FF2B5EF4-FFF2-40B4-BE49-F238E27FC236}">
                <a16:creationId xmlns:a16="http://schemas.microsoft.com/office/drawing/2014/main" id="{AA220E05-4C1E-4F58-BFC0-57C07A95F7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961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8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gnisphere" descr="Background pattern&#10;&#10;Description automatically generated">
            <a:extLst>
              <a:ext uri="{FF2B5EF4-FFF2-40B4-BE49-F238E27FC236}">
                <a16:creationId xmlns:a16="http://schemas.microsoft.com/office/drawing/2014/main" id="{70837433-2C09-4518-AF0D-697A97CAC3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591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6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Background pattern&#10;&#10;Description automatically generated">
            <a:extLst>
              <a:ext uri="{FF2B5EF4-FFF2-40B4-BE49-F238E27FC236}">
                <a16:creationId xmlns:a16="http://schemas.microsoft.com/office/drawing/2014/main" id="{DF3DAF0E-BB8A-4082-8CE7-1BBCE61C8C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769989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26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4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DE598EC2-770B-4F85-A209-57F0E77094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533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078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475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dark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428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8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46D369A7-07BD-4B91-9E53-807AAAF0C3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65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DC2D4109-C5C2-42BB-B5A0-2F6793388E2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892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light 36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98AE3DB-A74B-4AD6-A37C-FBCFB647B93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047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8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23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40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377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36pt">
    <p:bg>
      <p:bgPr>
        <a:gradFill>
          <a:gsLst>
            <a:gs pos="52000">
              <a:schemeClr val="bg2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24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8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32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40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3617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90° 36pt">
    <p:bg>
      <p:bgPr>
        <a:gradFill>
          <a:gsLst>
            <a:gs pos="33000">
              <a:schemeClr val="bg2"/>
            </a:gs>
            <a:gs pos="100000">
              <a:schemeClr val="accent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Subline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889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8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911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40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196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Green 36pt">
    <p:bg>
      <p:bgPr>
        <a:gradFill>
          <a:gsLst>
            <a:gs pos="52000">
              <a:schemeClr val="bg2"/>
            </a:gs>
            <a:gs pos="100000">
              <a:srgbClr val="00AF8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47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8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477328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32400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256000"/>
            <a:ext cx="9288000" cy="911438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8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r>
              <a:rPr lang="en-US" dirty="0"/>
              <a:t>Subhead for headline size 48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6734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40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231106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rIns="0" bIns="0" anchor="t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011106"/>
            <a:ext cx="9288000" cy="1156332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6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25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Gradient Blue 36pt">
    <p:bg>
      <p:bgPr>
        <a:gradFill>
          <a:gsLst>
            <a:gs pos="52000">
              <a:schemeClr val="bg2"/>
            </a:gs>
            <a:gs pos="100000">
              <a:schemeClr val="accent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">
            <a:extLst>
              <a:ext uri="{FF2B5EF4-FFF2-40B4-BE49-F238E27FC236}">
                <a16:creationId xmlns:a16="http://schemas.microsoft.com/office/drawing/2014/main" id="{2FA76E44-9BA3-4B84-98F7-42C18A2A8BA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3502800"/>
          </a:xfrm>
          <a:solidFill>
            <a:schemeClr val="tx2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Title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8620440E-BF1B-417E-87A5-35990130B3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1" y="3780000"/>
            <a:ext cx="9287638" cy="166199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t="-1000" b="500"/>
            </a:stretch>
          </a:blipFill>
        </p:spPr>
        <p:txBody>
          <a:bodyPr rIns="0" bIns="0" anchor="t">
            <a:spAutoFit/>
          </a:bodyPr>
          <a:lstStyle>
            <a:lvl1pPr marL="252000">
              <a:lnSpc>
                <a:spcPct val="10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 </a:t>
            </a:r>
            <a:br>
              <a:rPr lang="en-US" dirty="0"/>
            </a:br>
            <a:r>
              <a:rPr lang="en-US" dirty="0"/>
              <a:t>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2" y="5441992"/>
            <a:ext cx="9288000" cy="725445"/>
          </a:xfrm>
          <a:prstGeom prst="rect">
            <a:avLst/>
          </a:prstGeom>
        </p:spPr>
        <p:txBody>
          <a:bodyPr lIns="0" tIns="252000">
            <a:noAutofit/>
          </a:bodyPr>
          <a:lstStyle>
            <a:lvl1pPr marL="0" indent="0" algn="l">
              <a:spcAft>
                <a:spcPts val="30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Aft>
                <a:spcPts val="300"/>
              </a:spcAft>
              <a:buNone/>
              <a:defRPr sz="1400"/>
            </a:lvl2pPr>
            <a:lvl3pPr marL="0" indent="0" algn="l">
              <a:spcAft>
                <a:spcPts val="300"/>
              </a:spcAft>
              <a:buNone/>
              <a:defRPr sz="14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  <a:lvl6pPr marL="0" indent="0" algn="l">
              <a:buNone/>
              <a:defRPr sz="1400"/>
            </a:lvl6pPr>
            <a:lvl7pPr marL="0" indent="0" algn="l">
              <a:buNone/>
              <a:defRPr sz="1400"/>
            </a:lvl7pPr>
            <a:lvl8pPr marL="0" indent="0" algn="l">
              <a:buNone/>
              <a:defRPr sz="1400"/>
            </a:lvl8pPr>
            <a:lvl9pPr marL="0" indent="0" algn="l">
              <a:buNone/>
              <a:defRPr sz="1400"/>
            </a:lvl9pPr>
          </a:lstStyle>
          <a:p>
            <a:pPr lvl="0"/>
            <a:r>
              <a:rPr lang="en-US" dirty="0"/>
              <a:t>Subhead for headline size 36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B61796B2-8510-42B4-A5F7-E1FE5FCE45A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411162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E4A7839-9F7E-47F2-83BA-F637AE09631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486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109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2206">
          <p15:clr>
            <a:srgbClr val="65CEFF"/>
          </p15:clr>
        </p15:guide>
        <p15:guide id="5" orient="horz" pos="3885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399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905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2"/>
            <a:ext cx="9288000" cy="1622622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8591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dark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1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21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8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700"/>
            </a:stretch>
          </a:blipFill>
        </p:spPr>
        <p:txBody>
          <a:bodyPr rIns="0" bIns="0" anchor="t" anchorCtr="0">
            <a:spAutoFit/>
          </a:bodyPr>
          <a:lstStyle>
            <a:lvl1pPr marL="540000">
              <a:lnSpc>
                <a:spcPct val="100000"/>
              </a:lnSpc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7"/>
            <a:ext cx="9288000" cy="1930398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 dirty="0"/>
              <a:t>Subhead for headline size 80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DBCA456-A643-45C8-9383-5A06099EB6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5B05DC85-FD3C-4245-83A1-F6197CB9E08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4FC1DCA2-253A-4E87-91E4-D402488C8D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111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6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11376788" cy="2769989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1"/>
            <a:ext cx="9288000" cy="16226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60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1031E7D-E514-484A-9CCD-52A9C2222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40003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447F428C-5AA7-413C-A721-B7AADDF8B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3543E2CC-A901-4194-A712-51CE520302B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0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 light 40p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399" y="1414463"/>
            <a:ext cx="11370437" cy="2462213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extra long headlines</a:t>
            </a:r>
            <a:br>
              <a:rPr lang="en-US" dirty="0"/>
            </a:br>
            <a:r>
              <a:rPr lang="en-US" dirty="0"/>
              <a:t>4 lines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 dirty="0"/>
              <a:t>Subhead for headline size 40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498F1A9-6241-4523-AFBC-C74F3AA4AC3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8639240" cy="547200"/>
          </a:xfrm>
        </p:spPr>
        <p:txBody>
          <a:bodyPr/>
          <a:lstStyle/>
          <a:p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267619FE-01EE-4013-B481-A8C505C5D2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2A2349A4-4A97-42CC-AE59-7EDEE385EDF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36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 /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gnisphere" descr="A picture containing chart&#10;&#10;Description automatically generated">
            <a:extLst>
              <a:ext uri="{FF2B5EF4-FFF2-40B4-BE49-F238E27FC236}">
                <a16:creationId xmlns:a16="http://schemas.microsoft.com/office/drawing/2014/main" id="{FEC69F24-2876-47B9-A4B6-0ADE800ECD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 amt="6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5904675" cy="57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0E701EC8-7FC1-42BE-915D-048C74A40E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1163" y="1414463"/>
            <a:ext cx="5903912" cy="4751387"/>
          </a:xfrm>
        </p:spPr>
        <p:txBody>
          <a:bodyPr/>
          <a:lstStyle>
            <a:lvl1pPr>
              <a:spcAft>
                <a:spcPts val="900"/>
              </a:spcAft>
              <a:tabLst>
                <a:tab pos="5902325" algn="r"/>
              </a:tabLst>
              <a:defRPr/>
            </a:lvl1pPr>
            <a:lvl2pPr>
              <a:spcAft>
                <a:spcPts val="900"/>
              </a:spcAft>
              <a:tabLst>
                <a:tab pos="5902325" algn="r"/>
              </a:tabLst>
              <a:defRPr/>
            </a:lvl2pPr>
            <a:lvl3pPr marL="180000">
              <a:spcAft>
                <a:spcPts val="900"/>
              </a:spcAft>
              <a:tabLst>
                <a:tab pos="5902325" algn="r"/>
              </a:tabLst>
              <a:defRPr b="1"/>
            </a:lvl3pPr>
            <a:lvl4pPr marL="360000">
              <a:spcAft>
                <a:spcPts val="900"/>
              </a:spcAft>
              <a:tabLst>
                <a:tab pos="5902325" algn="r"/>
              </a:tabLst>
              <a:defRPr/>
            </a:lvl4pPr>
            <a:lvl5pPr marL="360000">
              <a:spcAft>
                <a:spcPts val="900"/>
              </a:spcAft>
              <a:tabLst>
                <a:tab pos="5902325" algn="r"/>
              </a:tabLst>
              <a:defRPr b="1"/>
            </a:lvl5pPr>
            <a:lvl6pPr marL="180000">
              <a:spcAft>
                <a:spcPts val="600"/>
              </a:spcAft>
              <a:tabLst>
                <a:tab pos="5902325" algn="r"/>
              </a:tabLst>
              <a:defRPr sz="1600"/>
            </a:lvl6pPr>
            <a:lvl7pPr marL="180000">
              <a:spcAft>
                <a:spcPts val="600"/>
              </a:spcAft>
              <a:tabLst>
                <a:tab pos="5902325" algn="r"/>
              </a:tabLst>
              <a:defRPr sz="1600" b="1"/>
            </a:lvl7pPr>
            <a:lvl8pPr marL="360000">
              <a:spcAft>
                <a:spcPts val="600"/>
              </a:spcAft>
              <a:tabLst>
                <a:tab pos="5902325" algn="r"/>
              </a:tabLst>
              <a:defRPr sz="1600"/>
            </a:lvl8pPr>
            <a:lvl9pPr marL="360000">
              <a:spcAft>
                <a:spcPts val="600"/>
              </a:spcAft>
              <a:tabLst>
                <a:tab pos="5902325" algn="r"/>
              </a:tabLst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74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5" pos="3978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  <p15:guide id="19" pos="4248">
          <p15:clr>
            <a:srgbClr val="65CEFF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823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02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626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200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Full size 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F142F7C-7BE3-40CB-8C53-6F7533073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9252000" cy="1491868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199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 (Text 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">
            <a:extLst>
              <a:ext uri="{FF2B5EF4-FFF2-40B4-BE49-F238E27FC236}">
                <a16:creationId xmlns:a16="http://schemas.microsoft.com/office/drawing/2014/main" id="{1CAAD1C1-677B-4ED7-96BE-27B1141D53D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7611160" cy="6167438"/>
          </a:xfrm>
          <a:solidFill>
            <a:schemeClr val="accent1"/>
          </a:solidFill>
        </p:spPr>
        <p:txBody>
          <a:bodyPr lIns="144000" tIns="108000" rIns="144000" bIns="108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Picture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FFC798E-B633-4D30-A7C1-DC796BD88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2400" y="1054100"/>
            <a:ext cx="6156275" cy="2215991"/>
          </a:xfrm>
          <a:noFill/>
        </p:spPr>
        <p:txBody>
          <a:bodyPr wrap="square" rIns="0" bIns="0" anchor="t">
            <a:spAutoFit/>
          </a:bodyPr>
          <a:lstStyle>
            <a:lvl1pPr marL="0">
              <a:lnSpc>
                <a:spcPct val="10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  <a:br>
              <a:rPr lang="en-US" dirty="0"/>
            </a:br>
            <a:r>
              <a:rPr lang="en-US" dirty="0"/>
              <a:t>3 lines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6F965802-E517-4CC3-99D7-1DA8BF1FB0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42400" y="1054100"/>
            <a:ext cx="3744000" cy="5113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F80D0117-50BB-4A8D-AD28-794FFDA354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9F3E7D3-5B15-444A-88AC-9161D47F12F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30251D14-AF6A-4279-B0A9-69FD9519EA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279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522" userDrawn="1">
          <p15:clr>
            <a:srgbClr val="65CEFF"/>
          </p15:clr>
        </p15:guide>
        <p15:guide id="3" pos="4794" userDrawn="1">
          <p15:clr>
            <a:srgbClr val="65CEFF"/>
          </p15:clr>
        </p15:guide>
        <p15:guide id="4" pos="5066" userDrawn="1">
          <p15:clr>
            <a:srgbClr val="65CEFF"/>
          </p15:clr>
        </p15:guide>
        <p15:guide id="5" pos="6472" userDrawn="1">
          <p15:clr>
            <a:srgbClr val="65CEFF"/>
          </p15:clr>
        </p15:guide>
        <p15:guide id="6" pos="7425" userDrawn="1">
          <p15:clr>
            <a:srgbClr val="65CEFF"/>
          </p15:clr>
        </p15:guide>
        <p15:guide id="7" orient="horz" pos="302" userDrawn="1">
          <p15:clr>
            <a:srgbClr val="65CEFF"/>
          </p15:clr>
        </p15:guide>
        <p15:guide id="8" orient="horz" pos="664" userDrawn="1">
          <p15:clr>
            <a:srgbClr val="65CEFF"/>
          </p15:clr>
        </p15:guide>
        <p15:guide id="9" orient="horz" pos="891" userDrawn="1">
          <p15:clr>
            <a:srgbClr val="65CEFF"/>
          </p15:clr>
        </p15:guide>
        <p15:guide id="10" orient="horz" pos="3658" userDrawn="1">
          <p15:clr>
            <a:srgbClr val="65CEFF"/>
          </p15:clr>
        </p15:guide>
        <p15:guide id="11" orient="horz" pos="3885" userDrawn="1">
          <p15:clr>
            <a:srgbClr val="65CEFF"/>
          </p15:clr>
        </p15:guide>
        <p15:guide id="12" orient="horz" pos="4157" userDrawn="1">
          <p15:clr>
            <a:srgbClr val="65CEF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 (with key visual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A picture containing fish, monitor, keyboard, computer&#10;&#10;Description automatically generated">
            <a:extLst>
              <a:ext uri="{FF2B5EF4-FFF2-40B4-BE49-F238E27FC236}">
                <a16:creationId xmlns:a16="http://schemas.microsoft.com/office/drawing/2014/main" id="{AE83F1C5-95B7-47C3-B837-8191D1E397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91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34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 (with key visual)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gnisphere" descr="A picture containing sky, water, star&#10;&#10;Description automatically generated">
            <a:extLst>
              <a:ext uri="{FF2B5EF4-FFF2-40B4-BE49-F238E27FC236}">
                <a16:creationId xmlns:a16="http://schemas.microsoft.com/office/drawing/2014/main" id="{E2F7C1AE-8376-445B-98CD-DBE6E96E38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126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3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Gradien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4BECE54-DDA8-4D2C-8A02-4C8E3E1585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07B7E75B-80B4-49F8-AA70-A41C9D8968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083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3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E519D384-FA09-4D60-95A8-589F157A93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42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6472" userDrawn="1">
          <p15:clr>
            <a:srgbClr val="65CEFF"/>
          </p15:clr>
        </p15:guide>
        <p15:guide id="4" pos="7425" userDrawn="1">
          <p15:clr>
            <a:srgbClr val="65CEFF"/>
          </p15:clr>
        </p15:guide>
        <p15:guide id="5" orient="horz" pos="302" userDrawn="1">
          <p15:clr>
            <a:srgbClr val="65CEFF"/>
          </p15:clr>
        </p15:guide>
        <p15:guide id="6" orient="horz" pos="664" userDrawn="1">
          <p15:clr>
            <a:srgbClr val="65CEFF"/>
          </p15:clr>
        </p15:guide>
        <p15:guide id="7" orient="horz" pos="891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113760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367E6C0-4D2C-4C5F-86D8-A2CFF0EB3D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6F746812-65E3-4C09-AC38-B0CFE93C8A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54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33A503D1-D234-4258-9A03-D858B10BA4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21AA656B-0BAF-4B75-90BE-93CAC5946C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4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2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8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3">
            <a:extLst>
              <a:ext uri="{FF2B5EF4-FFF2-40B4-BE49-F238E27FC236}">
                <a16:creationId xmlns:a16="http://schemas.microsoft.com/office/drawing/2014/main" id="{F020B491-E63A-4FB5-94ED-2BC31EB35C33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186400" y="1414800"/>
            <a:ext cx="3600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E613FA68-C74A-4621-9563-250388EBCC8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F9117D9C-D502-472C-A3C8-FA9087A2EDC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910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A8B1D58A-DC84-4573-957E-9BEA9AAB30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162" y="1414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py 2">
            <a:extLst>
              <a:ext uri="{FF2B5EF4-FFF2-40B4-BE49-F238E27FC236}">
                <a16:creationId xmlns:a16="http://schemas.microsoft.com/office/drawing/2014/main" id="{2871E7F7-6A93-4406-8617-80D9CFF396A8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11162" y="3718800"/>
            <a:ext cx="5470526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py 3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5075" y="1414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py 4">
            <a:extLst>
              <a:ext uri="{FF2B5EF4-FFF2-40B4-BE49-F238E27FC236}">
                <a16:creationId xmlns:a16="http://schemas.microsoft.com/office/drawing/2014/main" id="{7AD3B9B1-3210-46C8-8222-A0E11719EB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15075" y="3718800"/>
            <a:ext cx="5465763" cy="20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1DF6F0C8-00D9-4034-B3CC-D376702BE1C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53D55964-F7E8-48E3-84D5-FE4FE835C56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6FCACBED-2537-4F3E-8D2C-E6014100536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860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3705" userDrawn="1">
          <p15:clr>
            <a:srgbClr val="65CEFF"/>
          </p15:clr>
        </p15:guide>
        <p15:guide id="3" pos="3978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2206" userDrawn="1">
          <p15:clr>
            <a:srgbClr val="65CEFF"/>
          </p15:clr>
        </p15:guide>
        <p15:guide id="10" orient="horz" pos="2343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568133C-15D2-4F33-802E-DF15E7891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">
            <a:extLst>
              <a:ext uri="{FF2B5EF4-FFF2-40B4-BE49-F238E27FC236}">
                <a16:creationId xmlns:a16="http://schemas.microsoft.com/office/drawing/2014/main" id="{90866A30-329B-420B-B42B-2C69E0DE6D9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161" y="1414800"/>
            <a:ext cx="7199313" cy="4752000"/>
          </a:xfrm>
          <a:solidFill>
            <a:schemeClr val="bg2"/>
          </a:solidFill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3756E69-CA2F-47EC-9D32-CB09C4CD83F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95022CCB-0484-488B-8637-222C3919B0F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F468BE17-5D03-45C2-9D37-CF354AAA95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48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out logo (Spot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C7B869-3095-4D4F-B832-8B607799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">
            <a:extLst>
              <a:ext uri="{FF2B5EF4-FFF2-40B4-BE49-F238E27FC236}">
                <a16:creationId xmlns:a16="http://schemas.microsoft.com/office/drawing/2014/main" id="{299C05E6-AE55-4C36-8543-1DA3751542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11163" y="1414800"/>
            <a:ext cx="7199311" cy="4752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Copy">
            <a:extLst>
              <a:ext uri="{FF2B5EF4-FFF2-40B4-BE49-F238E27FC236}">
                <a16:creationId xmlns:a16="http://schemas.microsoft.com/office/drawing/2014/main" id="{BF3FF41E-3844-4153-B955-A1F3E9EC1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43189" y="1414800"/>
            <a:ext cx="3744000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2BA12055-C879-45E9-A105-2B26D233C9D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9AD82E40-8759-4AAC-B9F2-63E0F2C4CC7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6102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4794" userDrawn="1">
          <p15:clr>
            <a:srgbClr val="65CEFF"/>
          </p15:clr>
        </p15:guide>
        <p15:guide id="3" pos="5066" userDrawn="1">
          <p15:clr>
            <a:srgbClr val="65CEFF"/>
          </p15:clr>
        </p15:guide>
        <p15:guide id="4" pos="6472" userDrawn="1">
          <p15:clr>
            <a:srgbClr val="65CEFF"/>
          </p15:clr>
        </p15:guide>
        <p15:guide id="5" pos="7425" userDrawn="1">
          <p15:clr>
            <a:srgbClr val="65CEFF"/>
          </p15:clr>
        </p15:guide>
        <p15:guide id="6" orient="horz" pos="302" userDrawn="1">
          <p15:clr>
            <a:srgbClr val="65CEFF"/>
          </p15:clr>
        </p15:guide>
        <p15:guide id="7" orient="horz" pos="664" userDrawn="1">
          <p15:clr>
            <a:srgbClr val="65CEFF"/>
          </p15:clr>
        </p15:guide>
        <p15:guide id="8" orient="horz" pos="891" userDrawn="1">
          <p15:clr>
            <a:srgbClr val="65CEFF"/>
          </p15:clr>
        </p15:guide>
        <p15:guide id="9" orient="horz" pos="3658" userDrawn="1">
          <p15:clr>
            <a:srgbClr val="65CEFF"/>
          </p15:clr>
        </p15:guide>
        <p15:guide id="10" orient="horz" pos="3885" userDrawn="1">
          <p15:clr>
            <a:srgbClr val="65CEFF"/>
          </p15:clr>
        </p15:guide>
        <p15:guide id="11" orient="horz" pos="4157" userDrawn="1">
          <p15:clr>
            <a:srgbClr val="65CEFF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able (lar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able Placeholder">
            <a:extLst>
              <a:ext uri="{FF2B5EF4-FFF2-40B4-BE49-F238E27FC236}">
                <a16:creationId xmlns:a16="http://schemas.microsoft.com/office/drawing/2014/main" id="{D41D1FE0-EDDA-47B8-BF1F-831D4733C32A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04812" y="1414461"/>
            <a:ext cx="11376026" cy="439200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9CEA2FAD-1597-4F5C-878D-02CB854024F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2021 | Zhou Wenjing | T RDA IOT INW-CN | 2021-02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CE0A22CB-5E69-4817-B713-C02B97CF6B9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2EA6CE5F-6FF7-4E0A-AEB2-1A7C43CE05C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428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302" userDrawn="1">
          <p15:clr>
            <a:srgbClr val="65CEFF"/>
          </p15:clr>
        </p15:guide>
        <p15:guide id="5" orient="horz" pos="664" userDrawn="1">
          <p15:clr>
            <a:srgbClr val="65CEFF"/>
          </p15:clr>
        </p15:guide>
        <p15:guide id="6" orient="horz" pos="891" userDrawn="1">
          <p15:clr>
            <a:srgbClr val="65CEFF"/>
          </p15:clr>
        </p15:guide>
        <p15:guide id="7" orient="horz" pos="3658" userDrawn="1">
          <p15:clr>
            <a:srgbClr val="65CEFF"/>
          </p15:clr>
        </p15:guide>
        <p15:guide id="8" orient="horz" pos="3885" userDrawn="1">
          <p15:clr>
            <a:srgbClr val="65CEFF"/>
          </p15:clr>
        </p15:guide>
        <p15:guide id="9" orient="horz" pos="4157" userDrawn="1">
          <p15:clr>
            <a:srgbClr val="65CEFF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flow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F2A455C-53B1-4792-8EA9-F00926C48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py 1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py 2">
            <a:extLst>
              <a:ext uri="{FF2B5EF4-FFF2-40B4-BE49-F238E27FC236}">
                <a16:creationId xmlns:a16="http://schemas.microsoft.com/office/drawing/2014/main" id="{3AC3CE10-0C4B-4A11-BA76-8CAFED13661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299176" y="1414462"/>
            <a:ext cx="3600000" cy="4392000"/>
          </a:xfrm>
          <a:prstGeom prst="rect">
            <a:avLst/>
          </a:prstGeom>
          <a:ln w="19050">
            <a:solidFill>
              <a:schemeClr val="accent2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ln>
                  <a:noFill/>
                </a:ln>
              </a:defRPr>
            </a:lvl1pPr>
            <a:lvl2pPr>
              <a:buClr>
                <a:srgbClr val="00FFB9"/>
              </a:buClr>
              <a:defRPr>
                <a:ln>
                  <a:noFill/>
                </a:ln>
              </a:defRPr>
            </a:lvl2pPr>
            <a:lvl3pPr>
              <a:buClr>
                <a:srgbClr val="00FFB9"/>
              </a:buClr>
              <a:defRPr>
                <a:ln>
                  <a:noFill/>
                </a:ln>
              </a:defRPr>
            </a:lvl3pPr>
            <a:lvl4pPr>
              <a:buClr>
                <a:srgbClr val="00FFB9"/>
              </a:buClr>
              <a:defRPr>
                <a:ln>
                  <a:noFill/>
                </a:ln>
              </a:defRPr>
            </a:lvl4pPr>
            <a:lvl5pPr>
              <a:buClr>
                <a:srgbClr val="00FFB9"/>
              </a:buClr>
              <a:defRPr>
                <a:ln>
                  <a:noFill/>
                </a:ln>
              </a:defRPr>
            </a:lvl5pPr>
            <a:lvl6pPr>
              <a:buClr>
                <a:srgbClr val="00FFB9"/>
              </a:buClr>
              <a:defRPr>
                <a:ln>
                  <a:noFill/>
                </a:ln>
              </a:defRPr>
            </a:lvl6pPr>
            <a:lvl7pPr>
              <a:buClr>
                <a:srgbClr val="00FFB9"/>
              </a:buClr>
              <a:defRPr>
                <a:ln>
                  <a:noFill/>
                </a:ln>
              </a:defRPr>
            </a:lvl7pPr>
            <a:lvl8pPr>
              <a:buClr>
                <a:srgbClr val="00FFB9"/>
              </a:buClr>
              <a:defRPr>
                <a:ln>
                  <a:noFill/>
                </a:ln>
              </a:defRPr>
            </a:lvl8pPr>
            <a:lvl9pPr>
              <a:buClr>
                <a:srgbClr val="00FFB9"/>
              </a:buClr>
              <a:defRPr>
                <a:ln>
                  <a:noFill/>
                </a:ln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py 3">
            <a:extLst>
              <a:ext uri="{FF2B5EF4-FFF2-40B4-BE49-F238E27FC236}">
                <a16:creationId xmlns:a16="http://schemas.microsoft.com/office/drawing/2014/main" id="{E840DCCC-8E77-40B8-B94B-A4D3A4D7782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187189" y="1414462"/>
            <a:ext cx="3600000" cy="4392000"/>
          </a:xfrm>
          <a:prstGeom prst="rect">
            <a:avLst/>
          </a:prstGeom>
          <a:solidFill>
            <a:schemeClr val="tx2"/>
          </a:solidFill>
          <a:ln w="19050">
            <a:solidFill>
              <a:schemeClr val="tx1"/>
            </a:solidFill>
          </a:ln>
        </p:spPr>
        <p:txBody>
          <a:bodyPr lIns="216000" tIns="144000" rIns="216000" bIns="14400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1"/>
              </a:buClr>
              <a:defRPr>
                <a:solidFill>
                  <a:schemeClr val="bg1"/>
                </a:solidFill>
              </a:defRPr>
            </a:lvl6pPr>
            <a:lvl7pPr>
              <a:buClr>
                <a:schemeClr val="accent1"/>
              </a:buClr>
              <a:defRPr>
                <a:solidFill>
                  <a:schemeClr val="bg1"/>
                </a:solidFill>
              </a:defRPr>
            </a:lvl7pPr>
            <a:lvl8pPr>
              <a:buClr>
                <a:schemeClr val="accent1"/>
              </a:buClr>
              <a:defRPr>
                <a:solidFill>
                  <a:schemeClr val="bg1"/>
                </a:solidFill>
              </a:defRPr>
            </a:lvl8pPr>
            <a:lvl9pPr>
              <a:buClr>
                <a:schemeClr val="accent1"/>
              </a:buCl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91FCCEDD-7521-4BD5-8A32-A62DA62467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DC2AAE3E-7F56-4838-BCE7-6B966549F4D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Siemens Logo">
            <a:extLst>
              <a:ext uri="{FF2B5EF4-FFF2-40B4-BE49-F238E27FC236}">
                <a16:creationId xmlns:a16="http://schemas.microsoft.com/office/drawing/2014/main" id="{E5DDD55C-5C17-4BCD-A9BB-FE8A69DC48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1582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4975" userDrawn="1">
          <p15:clr>
            <a:srgbClr val="65CEFF"/>
          </p15:clr>
        </p15:guide>
        <p15:guide id="5" pos="5157" userDrawn="1">
          <p15:clr>
            <a:srgbClr val="65CEFF"/>
          </p15:clr>
        </p15:guide>
        <p15:guide id="6" pos="6472" userDrawn="1">
          <p15:clr>
            <a:srgbClr val="65CEFF"/>
          </p15:clr>
        </p15:guide>
        <p15:guide id="7" pos="7425" userDrawn="1">
          <p15:clr>
            <a:srgbClr val="65CEFF"/>
          </p15:clr>
        </p15:guide>
        <p15:guide id="8" orient="horz" pos="302" userDrawn="1">
          <p15:clr>
            <a:srgbClr val="65CEFF"/>
          </p15:clr>
        </p15:guide>
        <p15:guide id="9" orient="horz" pos="664" userDrawn="1">
          <p15:clr>
            <a:srgbClr val="65CEFF"/>
          </p15:clr>
        </p15:guide>
        <p15:guide id="10" orient="horz" pos="891" userDrawn="1">
          <p15:clr>
            <a:srgbClr val="65CEFF"/>
          </p15:clr>
        </p15:guide>
        <p15:guide id="11" orient="horz" pos="3658" userDrawn="1">
          <p15:clr>
            <a:srgbClr val="65CEFF"/>
          </p15:clr>
        </p15:guide>
        <p15:guide id="12" orient="horz" pos="3885" userDrawn="1">
          <p15:clr>
            <a:srgbClr val="65CEFF"/>
          </p15:clr>
        </p15:guide>
        <p15:guide id="13" orient="horz" pos="4157" userDrawn="1">
          <p15:clr>
            <a:srgbClr val="65CEFF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</a:extLst>
          </p:cNvPr>
          <p:cNvSpPr/>
          <p:nvPr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AEDD147-ACC0-4A9C-9043-90612765C0F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419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2206" userDrawn="1">
          <p15:clr>
            <a:srgbClr val="65CEFF"/>
          </p15:clr>
        </p15:guide>
        <p15:guide id="7" orient="horz" pos="2343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 dirty="0"/>
              <a:t>Please insert quote here</a:t>
            </a:r>
          </a:p>
          <a:p>
            <a:pPr lvl="1"/>
            <a:r>
              <a:rPr lang="en-US" dirty="0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</a:extLst>
          </p:cNvPr>
          <p:cNvSpPr/>
          <p:nvPr userDrawn="1"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12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3658" userDrawn="1">
          <p15:clr>
            <a:srgbClr val="65CEFF"/>
          </p15:clr>
        </p15:guide>
        <p15:guide id="7" orient="horz" pos="3885" userDrawn="1">
          <p15:clr>
            <a:srgbClr val="65CEFF"/>
          </p15:clr>
        </p15:guide>
        <p15:guide id="8" orient="horz" pos="4157" userDrawn="1">
          <p15:clr>
            <a:srgbClr val="65CEFF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400" y="1271538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9F9E844-3827-4B6C-9CB5-13C9A70DCD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D52C2AF7-8539-453F-BD56-35B696DB20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78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01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39939C22-A735-46A9-A277-A4B1B330F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400" y="1270799"/>
            <a:ext cx="10800000" cy="4536000"/>
          </a:xfrm>
        </p:spPr>
        <p:txBody>
          <a:bodyPr lIns="0" tIns="0" rIns="0" bIns="0" anchor="t">
            <a:noAutofit/>
          </a:bodyPr>
          <a:lstStyle>
            <a:lvl1pPr>
              <a:lnSpc>
                <a:spcPct val="90000"/>
              </a:lnSpc>
              <a:defRPr sz="8000"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09BD8BE5-BFF2-469D-8B93-9556FCC45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F9372441-FA7E-4481-BBC2-24CB6D301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0EF6BB07-4F4E-4859-9572-DA63E35B93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416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01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163" y="1234800"/>
            <a:ext cx="9863237" cy="1162523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54000" rIns="0" bIns="0" anchor="t" anchorCtr="0">
            <a:spAutoFit/>
          </a:bodyPr>
          <a:lstStyle>
            <a:lvl1pPr marL="54000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2pPr>
            <a:lvl3pPr marL="18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4pPr>
            <a:lvl5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5pPr>
            <a:lvl6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7pPr>
            <a:lvl8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9pPr>
          </a:lstStyle>
          <a:p>
            <a:pPr lvl="0"/>
            <a:r>
              <a:rPr lang="en-US" dirty="0"/>
              <a:t>Click to edit the contact</a:t>
            </a:r>
          </a:p>
          <a:p>
            <a:pPr lvl="1"/>
            <a:r>
              <a:rPr lang="en-US" dirty="0"/>
              <a:t>Name etc.</a:t>
            </a:r>
          </a:p>
          <a:p>
            <a:pPr lvl="2"/>
            <a:r>
              <a:rPr lang="en-US" dirty="0"/>
              <a:t>Department etc.</a:t>
            </a:r>
          </a:p>
          <a:p>
            <a:pPr lvl="3"/>
            <a:r>
              <a:rPr lang="en-US" dirty="0"/>
              <a:t>subchapter</a:t>
            </a:r>
          </a:p>
          <a:p>
            <a:pPr lvl="4"/>
            <a:r>
              <a:rPr lang="en-US" dirty="0"/>
              <a:t>active subchapter</a:t>
            </a:r>
          </a:p>
        </p:txBody>
      </p: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3279A350-3BB2-4CA2-A422-8F5A951F6F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20XX | Author | Department | YYYY-MM-DD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799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778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Restricted | © Siemens 2021 | Zhou Wen Jing | T RDA IOT INW-CN | 2021-02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58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735" r:id="rId18"/>
    <p:sldLayoutId id="2147483748" r:id="rId19"/>
    <p:sldLayoutId id="2147483749" r:id="rId20"/>
    <p:sldLayoutId id="2147483750" r:id="rId21"/>
    <p:sldLayoutId id="2147483745" r:id="rId22"/>
    <p:sldLayoutId id="2147483746" r:id="rId23"/>
    <p:sldLayoutId id="2147483747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4" r:id="rId31"/>
    <p:sldLayoutId id="2147483708" r:id="rId32"/>
    <p:sldLayoutId id="2147483655" r:id="rId33"/>
    <p:sldLayoutId id="2147483742" r:id="rId34"/>
    <p:sldLayoutId id="2147483677" r:id="rId35"/>
    <p:sldLayoutId id="2147483709" r:id="rId36"/>
    <p:sldLayoutId id="2147483751" r:id="rId37"/>
    <p:sldLayoutId id="2147483691" r:id="rId38"/>
    <p:sldLayoutId id="2147483752" r:id="rId39"/>
    <p:sldLayoutId id="2147483692" r:id="rId40"/>
    <p:sldLayoutId id="2147483650" r:id="rId41"/>
    <p:sldLayoutId id="2147483665" r:id="rId42"/>
    <p:sldLayoutId id="2147483666" r:id="rId43"/>
    <p:sldLayoutId id="2147483697" r:id="rId44"/>
    <p:sldLayoutId id="2147483698" r:id="rId45"/>
    <p:sldLayoutId id="2147483652" r:id="rId46"/>
    <p:sldLayoutId id="2147483680" r:id="rId47"/>
    <p:sldLayoutId id="2147483694" r:id="rId48"/>
    <p:sldLayoutId id="2147483687" r:id="rId49"/>
    <p:sldLayoutId id="2147483681" r:id="rId50"/>
    <p:sldLayoutId id="2147483690" r:id="rId51"/>
    <p:sldLayoutId id="2147483711" r:id="rId52"/>
    <p:sldLayoutId id="2147483682" r:id="rId53"/>
    <p:sldLayoutId id="2147483678" r:id="rId5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jpeg"/><Relationship Id="rId3" Type="http://schemas.openxmlformats.org/officeDocument/2006/relationships/tags" Target="../tags/tag3.xml"/><Relationship Id="rId7" Type="http://schemas.openxmlformats.org/officeDocument/2006/relationships/image" Target="../media/image31.jpeg"/><Relationship Id="rId12" Type="http://schemas.openxmlformats.org/officeDocument/2006/relationships/image" Target="../media/image36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0.jpeg"/><Relationship Id="rId11" Type="http://schemas.openxmlformats.org/officeDocument/2006/relationships/image" Target="../media/image35.svg"/><Relationship Id="rId5" Type="http://schemas.openxmlformats.org/officeDocument/2006/relationships/slideLayout" Target="../slideLayouts/slideLayout32.xml"/><Relationship Id="rId10" Type="http://schemas.openxmlformats.org/officeDocument/2006/relationships/image" Target="../media/image34.png"/><Relationship Id="rId4" Type="http://schemas.openxmlformats.org/officeDocument/2006/relationships/tags" Target="../tags/tag4.xml"/><Relationship Id="rId9" Type="http://schemas.openxmlformats.org/officeDocument/2006/relationships/image" Target="../media/image3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32.xml"/><Relationship Id="rId1" Type="http://schemas.openxmlformats.org/officeDocument/2006/relationships/tags" Target="../tags/tag5.xml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10" Type="http://schemas.openxmlformats.org/officeDocument/2006/relationships/image" Target="../media/image43.svg"/><Relationship Id="rId4" Type="http://schemas.openxmlformats.org/officeDocument/2006/relationships/image" Target="../media/image37.jpeg"/><Relationship Id="rId9" Type="http://schemas.openxmlformats.org/officeDocument/2006/relationships/image" Target="../media/image4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45.svg"/><Relationship Id="rId7" Type="http://schemas.openxmlformats.org/officeDocument/2006/relationships/image" Target="../media/image49.png"/><Relationship Id="rId12" Type="http://schemas.openxmlformats.org/officeDocument/2006/relationships/image" Target="../media/image54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48.sv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Macro-Enabled_Worksheet.xlsm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6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7" Type="http://schemas.openxmlformats.org/officeDocument/2006/relationships/image" Target="../media/image70.sv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6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32BE4-9574-D682-BBC6-8ACE95F03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1414464"/>
            <a:ext cx="11376788" cy="2462213"/>
          </a:xfrm>
        </p:spPr>
        <p:txBody>
          <a:bodyPr/>
          <a:lstStyle/>
          <a:p>
            <a:r>
              <a:rPr lang="en-US" altLang="zh-CN" dirty="0"/>
              <a:t>MC-BPM Oil Drilling Pre-Maintenance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D024B4-6C65-DB02-F288-DFFDA89B9C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Technical Detail</a:t>
            </a:r>
          </a:p>
          <a:p>
            <a:r>
              <a:rPr lang="en-US" altLang="zh-CN" sz="2800" dirty="0"/>
              <a:t>DI MC</a:t>
            </a:r>
            <a:r>
              <a:rPr lang="zh-CN" altLang="en-US" sz="2800" dirty="0"/>
              <a:t>，</a:t>
            </a:r>
            <a:r>
              <a:rPr lang="en-US" sz="2800" dirty="0"/>
              <a:t>T CED INW-CN | Mar,2023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063CC90-456A-41EC-C58C-68C62A49A85A}"/>
              </a:ext>
            </a:extLst>
          </p:cNvPr>
          <p:cNvSpPr txBox="1">
            <a:spLocks/>
          </p:cNvSpPr>
          <p:nvPr/>
        </p:nvSpPr>
        <p:spPr>
          <a:xfrm>
            <a:off x="483163" y="6503276"/>
            <a:ext cx="9216000" cy="5472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Restricted | © Siemens 2023 | </a:t>
            </a:r>
            <a:r>
              <a:rPr lang="en-US" altLang="zh-CN" sz="900" dirty="0"/>
              <a:t>YU HE</a:t>
            </a:r>
            <a:r>
              <a:rPr lang="en-US" sz="900" dirty="0"/>
              <a:t> | T CED INW-CN </a:t>
            </a:r>
          </a:p>
        </p:txBody>
      </p:sp>
    </p:spTree>
    <p:extLst>
      <p:ext uri="{BB962C8B-B14F-4D97-AF65-F5344CB8AC3E}">
        <p14:creationId xmlns:p14="http://schemas.microsoft.com/office/powerpoint/2010/main" val="4088847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AE40-BD7C-44FD-935E-1EF8EE876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63" y="165601"/>
            <a:ext cx="9863997" cy="576000"/>
          </a:xfrm>
        </p:spPr>
        <p:txBody>
          <a:bodyPr/>
          <a:lstStyle/>
          <a:p>
            <a:r>
              <a:rPr lang="en-US" altLang="zh-CN" sz="2400" dirty="0"/>
              <a:t>Overview</a:t>
            </a:r>
            <a:endParaRPr lang="en-US" sz="2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1E7A46-E57C-40E9-AF97-463AAEFD1C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2023 | </a:t>
            </a:r>
            <a:r>
              <a:rPr lang="en-US" altLang="zh-CN" dirty="0"/>
              <a:t>YU HE</a:t>
            </a:r>
            <a:r>
              <a:rPr lang="en-US" dirty="0"/>
              <a:t> | T CED INW-CN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FAF16-1CE1-4E7F-9921-350FFF1CB6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EC8134-D566-11EC-E0B3-8C26E848844B}"/>
              </a:ext>
            </a:extLst>
          </p:cNvPr>
          <p:cNvSpPr/>
          <p:nvPr/>
        </p:nvSpPr>
        <p:spPr>
          <a:xfrm>
            <a:off x="1480457" y="1219201"/>
            <a:ext cx="9481457" cy="17961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pic>
        <p:nvPicPr>
          <p:cNvPr id="6" name="图片 2">
            <a:extLst>
              <a:ext uri="{FF2B5EF4-FFF2-40B4-BE49-F238E27FC236}">
                <a16:creationId xmlns:a16="http://schemas.microsoft.com/office/drawing/2014/main" id="{B5C9B55B-DF22-0483-BBAE-9A3F6DD4A338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045785" y="4188081"/>
            <a:ext cx="1591878" cy="19617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图片 3">
            <a:extLst>
              <a:ext uri="{FF2B5EF4-FFF2-40B4-BE49-F238E27FC236}">
                <a16:creationId xmlns:a16="http://schemas.microsoft.com/office/drawing/2014/main" id="{96EAEA3E-BC42-CEFA-93C3-833E90E0DCF9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432714" y="4188081"/>
            <a:ext cx="1471294" cy="18545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图片 2">
            <a:extLst>
              <a:ext uri="{FF2B5EF4-FFF2-40B4-BE49-F238E27FC236}">
                <a16:creationId xmlns:a16="http://schemas.microsoft.com/office/drawing/2014/main" id="{3988DE82-5AA1-1365-9433-6FD52773DB89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699059" y="4169653"/>
            <a:ext cx="1591878" cy="19617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图片 3">
            <a:extLst>
              <a:ext uri="{FF2B5EF4-FFF2-40B4-BE49-F238E27FC236}">
                <a16:creationId xmlns:a16="http://schemas.microsoft.com/office/drawing/2014/main" id="{10CEC2CD-AE73-B63D-ED56-CFE26C8E51D5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085988" y="4169653"/>
            <a:ext cx="1471294" cy="18545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4A25A7-883D-4144-ADC5-D507073D77F4}"/>
              </a:ext>
            </a:extLst>
          </p:cNvPr>
          <p:cNvSpPr txBox="1"/>
          <p:nvPr/>
        </p:nvSpPr>
        <p:spPr>
          <a:xfrm>
            <a:off x="1230881" y="1336534"/>
            <a:ext cx="5468178" cy="249682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599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BPM Server </a:t>
            </a:r>
            <a:r>
              <a:rPr lang="zh-CN" altLang="en-US" sz="1599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（</a:t>
            </a:r>
            <a:r>
              <a:rPr lang="en-US" altLang="zh-CN" sz="1599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CentOS</a:t>
            </a:r>
            <a:r>
              <a:rPr lang="zh-CN" altLang="en-US" sz="1599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）</a:t>
            </a:r>
            <a:endParaRPr lang="en-US" sz="1599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2F4CB5-C6E0-706D-DF9A-A99D6DC22C2C}"/>
              </a:ext>
            </a:extLst>
          </p:cNvPr>
          <p:cNvCxnSpPr/>
          <p:nvPr/>
        </p:nvCxnSpPr>
        <p:spPr>
          <a:xfrm>
            <a:off x="411162" y="3626778"/>
            <a:ext cx="11383571" cy="0"/>
          </a:xfrm>
          <a:prstGeom prst="line">
            <a:avLst/>
          </a:prstGeom>
          <a:ln w="9525">
            <a:solidFill>
              <a:schemeClr val="tx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Graphic 13" descr="Internet outline">
            <a:extLst>
              <a:ext uri="{FF2B5EF4-FFF2-40B4-BE49-F238E27FC236}">
                <a16:creationId xmlns:a16="http://schemas.microsoft.com/office/drawing/2014/main" id="{4E0707DC-A93D-43A5-2D78-EFB575801B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38310" y="2943221"/>
            <a:ext cx="576001" cy="576001"/>
          </a:xfrm>
          <a:prstGeom prst="rect">
            <a:avLst/>
          </a:prstGeom>
        </p:spPr>
      </p:pic>
      <p:pic>
        <p:nvPicPr>
          <p:cNvPr id="16" name="Graphic 15" descr="World with solid fill">
            <a:extLst>
              <a:ext uri="{FF2B5EF4-FFF2-40B4-BE49-F238E27FC236}">
                <a16:creationId xmlns:a16="http://schemas.microsoft.com/office/drawing/2014/main" id="{D03C1852-A33D-8AAE-BF30-6BC8D44BB27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9868" y="3710285"/>
            <a:ext cx="452887" cy="45288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249435A-200C-4298-CE2B-A5827398BC5A}"/>
              </a:ext>
            </a:extLst>
          </p:cNvPr>
          <p:cNvSpPr txBox="1"/>
          <p:nvPr/>
        </p:nvSpPr>
        <p:spPr>
          <a:xfrm>
            <a:off x="-56288" y="4124549"/>
            <a:ext cx="1365195" cy="187424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Remote</a:t>
            </a:r>
            <a:endParaRPr lang="en-US" sz="12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1E31D8-4B25-F057-7457-2DB768095E1A}"/>
              </a:ext>
            </a:extLst>
          </p:cNvPr>
          <p:cNvSpPr txBox="1"/>
          <p:nvPr/>
        </p:nvSpPr>
        <p:spPr>
          <a:xfrm>
            <a:off x="2045785" y="6112726"/>
            <a:ext cx="1365195" cy="249748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599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Station1</a:t>
            </a:r>
            <a:endParaRPr lang="en-US" sz="1599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DB38C1-716A-B469-EA51-1D758257CB72}"/>
              </a:ext>
            </a:extLst>
          </p:cNvPr>
          <p:cNvSpPr txBox="1"/>
          <p:nvPr/>
        </p:nvSpPr>
        <p:spPr>
          <a:xfrm>
            <a:off x="4397603" y="6112726"/>
            <a:ext cx="1365195" cy="249748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599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Station2</a:t>
            </a:r>
            <a:endParaRPr lang="en-US" sz="1599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12DDA5-9606-708C-599B-B8C664921743}"/>
              </a:ext>
            </a:extLst>
          </p:cNvPr>
          <p:cNvSpPr txBox="1"/>
          <p:nvPr/>
        </p:nvSpPr>
        <p:spPr>
          <a:xfrm>
            <a:off x="6699059" y="6112726"/>
            <a:ext cx="1365195" cy="249748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599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Station3</a:t>
            </a:r>
            <a:endParaRPr lang="en-US" sz="1599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A5995D-0239-84A3-DFF6-2BDC3DBF003D}"/>
              </a:ext>
            </a:extLst>
          </p:cNvPr>
          <p:cNvSpPr txBox="1"/>
          <p:nvPr/>
        </p:nvSpPr>
        <p:spPr>
          <a:xfrm>
            <a:off x="8048973" y="6061171"/>
            <a:ext cx="1365195" cy="249748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599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……</a:t>
            </a:r>
            <a:endParaRPr lang="en-US" sz="1599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B12B66-E137-184A-DB3E-178501E59861}"/>
              </a:ext>
            </a:extLst>
          </p:cNvPr>
          <p:cNvSpPr txBox="1"/>
          <p:nvPr/>
        </p:nvSpPr>
        <p:spPr>
          <a:xfrm>
            <a:off x="9050877" y="6112726"/>
            <a:ext cx="1365195" cy="249748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599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Station N</a:t>
            </a:r>
            <a:endParaRPr lang="en-US" sz="1599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3" name="Grafik 18">
            <a:extLst>
              <a:ext uri="{FF2B5EF4-FFF2-40B4-BE49-F238E27FC236}">
                <a16:creationId xmlns:a16="http://schemas.microsoft.com/office/drawing/2014/main" id="{F0A57C40-B53B-A970-13CB-82A7ECF14C6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066" y="5255190"/>
            <a:ext cx="947259" cy="52819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2A69CF4-EA15-B8E3-372A-B5AA8FA951A6}"/>
              </a:ext>
            </a:extLst>
          </p:cNvPr>
          <p:cNvSpPr txBox="1"/>
          <p:nvPr/>
        </p:nvSpPr>
        <p:spPr>
          <a:xfrm>
            <a:off x="1319795" y="5816492"/>
            <a:ext cx="96180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PLC + CMS1200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26" name="Grafik 69">
            <a:extLst>
              <a:ext uri="{FF2B5EF4-FFF2-40B4-BE49-F238E27FC236}">
                <a16:creationId xmlns:a16="http://schemas.microsoft.com/office/drawing/2014/main" id="{156EEAFC-95AB-0B57-5B94-DAC67E5E898E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7103" y="4421696"/>
            <a:ext cx="834924" cy="59111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B2C470A3-2A38-61CA-70DE-A97161A5641C}"/>
              </a:ext>
            </a:extLst>
          </p:cNvPr>
          <p:cNvSpPr txBox="1"/>
          <p:nvPr/>
        </p:nvSpPr>
        <p:spPr>
          <a:xfrm>
            <a:off x="1525918" y="5033131"/>
            <a:ext cx="66427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IOT2050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29" name="Grafik 18">
            <a:extLst>
              <a:ext uri="{FF2B5EF4-FFF2-40B4-BE49-F238E27FC236}">
                <a16:creationId xmlns:a16="http://schemas.microsoft.com/office/drawing/2014/main" id="{0844D1ED-EE5F-522A-805D-4B1CAA7270A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911" y="5297508"/>
            <a:ext cx="947259" cy="52819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383DF77-D485-7D7E-31CD-FEACC446FDA9}"/>
              </a:ext>
            </a:extLst>
          </p:cNvPr>
          <p:cNvSpPr txBox="1"/>
          <p:nvPr/>
        </p:nvSpPr>
        <p:spPr>
          <a:xfrm>
            <a:off x="3893640" y="5858810"/>
            <a:ext cx="96180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PLC + CMS1200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31" name="Grafik 69">
            <a:extLst>
              <a:ext uri="{FF2B5EF4-FFF2-40B4-BE49-F238E27FC236}">
                <a16:creationId xmlns:a16="http://schemas.microsoft.com/office/drawing/2014/main" id="{CEE4471A-D590-947B-E2E4-FE33B875B285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957078" y="4448886"/>
            <a:ext cx="834924" cy="59111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A0279BBC-C5A6-8CC7-D773-57265FD91990}"/>
              </a:ext>
            </a:extLst>
          </p:cNvPr>
          <p:cNvSpPr txBox="1"/>
          <p:nvPr/>
        </p:nvSpPr>
        <p:spPr>
          <a:xfrm>
            <a:off x="4099763" y="5075449"/>
            <a:ext cx="66427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IOT2050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33" name="Grafik 18">
            <a:extLst>
              <a:ext uri="{FF2B5EF4-FFF2-40B4-BE49-F238E27FC236}">
                <a16:creationId xmlns:a16="http://schemas.microsoft.com/office/drawing/2014/main" id="{BA2AFF67-88A8-9D91-5325-9481BF0388EF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5429" y="5255190"/>
            <a:ext cx="947259" cy="528193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FC8BD9B-CBE8-253F-886B-C67200FFC9B9}"/>
              </a:ext>
            </a:extLst>
          </p:cNvPr>
          <p:cNvSpPr txBox="1"/>
          <p:nvPr/>
        </p:nvSpPr>
        <p:spPr>
          <a:xfrm>
            <a:off x="6218158" y="5816492"/>
            <a:ext cx="96180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PLC + CMS1200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35" name="Grafik 69">
            <a:extLst>
              <a:ext uri="{FF2B5EF4-FFF2-40B4-BE49-F238E27FC236}">
                <a16:creationId xmlns:a16="http://schemas.microsoft.com/office/drawing/2014/main" id="{EF0F2E5B-A3D9-A02C-F56B-B9C07DCA35C8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1596" y="4406568"/>
            <a:ext cx="834924" cy="59111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0D96962-68EA-D8BD-31DE-C90E62AFB887}"/>
              </a:ext>
            </a:extLst>
          </p:cNvPr>
          <p:cNvSpPr txBox="1"/>
          <p:nvPr/>
        </p:nvSpPr>
        <p:spPr>
          <a:xfrm>
            <a:off x="6424281" y="5033131"/>
            <a:ext cx="66427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IOT2050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37" name="Grafik 18">
            <a:extLst>
              <a:ext uri="{FF2B5EF4-FFF2-40B4-BE49-F238E27FC236}">
                <a16:creationId xmlns:a16="http://schemas.microsoft.com/office/drawing/2014/main" id="{C0F9F588-BEBD-E60A-F722-26021081008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2358" y="5229337"/>
            <a:ext cx="947259" cy="52819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DA95D99E-D868-C06A-94A3-A5BF2FCCFF3E}"/>
              </a:ext>
            </a:extLst>
          </p:cNvPr>
          <p:cNvSpPr txBox="1"/>
          <p:nvPr/>
        </p:nvSpPr>
        <p:spPr>
          <a:xfrm>
            <a:off x="8605087" y="5790639"/>
            <a:ext cx="96180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PLC + CMS1200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39" name="Grafik 69">
            <a:extLst>
              <a:ext uri="{FF2B5EF4-FFF2-40B4-BE49-F238E27FC236}">
                <a16:creationId xmlns:a16="http://schemas.microsoft.com/office/drawing/2014/main" id="{3091C45F-3B03-1A85-5D42-8E2273829D12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68525" y="4380715"/>
            <a:ext cx="834924" cy="59111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26FAEFC-E1A0-BF40-4485-BBBAABD11BFB}"/>
              </a:ext>
            </a:extLst>
          </p:cNvPr>
          <p:cNvSpPr txBox="1"/>
          <p:nvPr/>
        </p:nvSpPr>
        <p:spPr>
          <a:xfrm>
            <a:off x="8811210" y="5007278"/>
            <a:ext cx="66427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IOT2050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70C8432-0830-9FFD-D3E6-8FD0EAAB62DA}"/>
              </a:ext>
            </a:extLst>
          </p:cNvPr>
          <p:cNvSpPr/>
          <p:nvPr/>
        </p:nvSpPr>
        <p:spPr>
          <a:xfrm>
            <a:off x="3410979" y="2405798"/>
            <a:ext cx="5732365" cy="504748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559C93-40EE-1C83-F483-E34467015975}"/>
              </a:ext>
            </a:extLst>
          </p:cNvPr>
          <p:cNvSpPr txBox="1"/>
          <p:nvPr/>
        </p:nvSpPr>
        <p:spPr>
          <a:xfrm>
            <a:off x="4431898" y="2544733"/>
            <a:ext cx="3789335" cy="251479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599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MQTT Server</a:t>
            </a:r>
            <a:r>
              <a:rPr lang="zh-CN" altLang="en-US" sz="1599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（</a:t>
            </a:r>
            <a:r>
              <a:rPr lang="en-US" altLang="zh-CN" sz="1200" b="1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HostName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, Port</a:t>
            </a:r>
            <a:r>
              <a:rPr lang="zh-CN" altLang="en-US" sz="1599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）</a:t>
            </a:r>
            <a:endParaRPr lang="en-US" sz="1599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080F8E2-5939-51A7-FBF0-5618AACD54C3}"/>
              </a:ext>
            </a:extLst>
          </p:cNvPr>
          <p:cNvSpPr/>
          <p:nvPr/>
        </p:nvSpPr>
        <p:spPr>
          <a:xfrm>
            <a:off x="3395698" y="1637771"/>
            <a:ext cx="5747645" cy="519806"/>
          </a:xfrm>
          <a:prstGeom prst="rec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00494D-3E60-8730-C08E-650208FF51F0}"/>
              </a:ext>
            </a:extLst>
          </p:cNvPr>
          <p:cNvSpPr txBox="1"/>
          <p:nvPr/>
        </p:nvSpPr>
        <p:spPr>
          <a:xfrm>
            <a:off x="5343161" y="1748969"/>
            <a:ext cx="2633347" cy="249682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599" b="1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MaintLoop</a:t>
            </a:r>
            <a:endParaRPr lang="en-US" sz="1599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0718FCC-5842-7658-8503-8659DDB465BB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2841724" y="2943221"/>
            <a:ext cx="795495" cy="1244860"/>
          </a:xfrm>
          <a:prstGeom prst="straightConnector1">
            <a:avLst/>
          </a:prstGeom>
          <a:ln w="9525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C3DABE8-C983-6DC3-852A-37502EA92E09}"/>
              </a:ext>
            </a:extLst>
          </p:cNvPr>
          <p:cNvCxnSpPr>
            <a:cxnSpLocks/>
          </p:cNvCxnSpPr>
          <p:nvPr/>
        </p:nvCxnSpPr>
        <p:spPr>
          <a:xfrm flipH="1" flipV="1">
            <a:off x="4959734" y="2910546"/>
            <a:ext cx="7971" cy="1307715"/>
          </a:xfrm>
          <a:prstGeom prst="straightConnector1">
            <a:avLst/>
          </a:prstGeom>
          <a:ln w="9525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1959FD5F-0723-2D26-585D-3A2928166A93}"/>
              </a:ext>
            </a:extLst>
          </p:cNvPr>
          <p:cNvCxnSpPr>
            <a:cxnSpLocks/>
          </p:cNvCxnSpPr>
          <p:nvPr/>
        </p:nvCxnSpPr>
        <p:spPr>
          <a:xfrm flipV="1">
            <a:off x="7401868" y="2931314"/>
            <a:ext cx="0" cy="1320074"/>
          </a:xfrm>
          <a:prstGeom prst="straightConnector1">
            <a:avLst/>
          </a:prstGeom>
          <a:ln w="9525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F27845B-1373-31A6-1888-9394A5E95B91}"/>
              </a:ext>
            </a:extLst>
          </p:cNvPr>
          <p:cNvCxnSpPr>
            <a:cxnSpLocks/>
          </p:cNvCxnSpPr>
          <p:nvPr/>
        </p:nvCxnSpPr>
        <p:spPr>
          <a:xfrm flipH="1" flipV="1">
            <a:off x="8514100" y="2931314"/>
            <a:ext cx="629245" cy="1256767"/>
          </a:xfrm>
          <a:prstGeom prst="straightConnector1">
            <a:avLst/>
          </a:prstGeom>
          <a:ln w="9525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21C62FF-CED5-325C-D01A-AC528A635309}"/>
              </a:ext>
            </a:extLst>
          </p:cNvPr>
          <p:cNvSpPr txBox="1"/>
          <p:nvPr/>
        </p:nvSpPr>
        <p:spPr>
          <a:xfrm>
            <a:off x="1940005" y="3716549"/>
            <a:ext cx="1365195" cy="187424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MQTT</a:t>
            </a:r>
            <a:endParaRPr lang="en-US" sz="12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D3E68C5-1EDA-A57B-FF60-DDB83081B075}"/>
              </a:ext>
            </a:extLst>
          </p:cNvPr>
          <p:cNvSpPr txBox="1"/>
          <p:nvPr/>
        </p:nvSpPr>
        <p:spPr>
          <a:xfrm>
            <a:off x="4022576" y="3696863"/>
            <a:ext cx="1365195" cy="187424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MQTT</a:t>
            </a:r>
            <a:endParaRPr lang="en-US" sz="12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0F9128-25A8-4783-B131-F8E606F43A6F}"/>
              </a:ext>
            </a:extLst>
          </p:cNvPr>
          <p:cNvSpPr txBox="1"/>
          <p:nvPr/>
        </p:nvSpPr>
        <p:spPr>
          <a:xfrm>
            <a:off x="6434098" y="3684914"/>
            <a:ext cx="1365195" cy="187424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MQTT</a:t>
            </a:r>
            <a:endParaRPr lang="en-US" sz="12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6493B73-4080-5926-9505-020F599B9E8A}"/>
              </a:ext>
            </a:extLst>
          </p:cNvPr>
          <p:cNvSpPr txBox="1"/>
          <p:nvPr/>
        </p:nvSpPr>
        <p:spPr>
          <a:xfrm>
            <a:off x="7977678" y="3685463"/>
            <a:ext cx="1365195" cy="187424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MQTT</a:t>
            </a:r>
            <a:endParaRPr lang="en-US" sz="12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4BA30C5-2B00-C2E9-F3F8-161D94F36643}"/>
              </a:ext>
            </a:extLst>
          </p:cNvPr>
          <p:cNvCxnSpPr>
            <a:cxnSpLocks/>
            <a:stCxn id="41" idx="0"/>
          </p:cNvCxnSpPr>
          <p:nvPr/>
        </p:nvCxnSpPr>
        <p:spPr>
          <a:xfrm flipH="1" flipV="1">
            <a:off x="6277161" y="2157577"/>
            <a:ext cx="1" cy="248221"/>
          </a:xfrm>
          <a:prstGeom prst="straightConnector1">
            <a:avLst/>
          </a:prstGeom>
          <a:ln w="9525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57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AE40-BD7C-44FD-935E-1EF8EE876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63" y="165601"/>
            <a:ext cx="9863997" cy="576000"/>
          </a:xfrm>
        </p:spPr>
        <p:txBody>
          <a:bodyPr/>
          <a:lstStyle/>
          <a:p>
            <a:r>
              <a:rPr lang="en-US" altLang="zh-CN" sz="2400" dirty="0"/>
              <a:t>1. </a:t>
            </a:r>
            <a:r>
              <a:rPr lang="zh-CN" altLang="en-US" sz="2400" dirty="0"/>
              <a:t>数据集成方案</a:t>
            </a:r>
            <a:r>
              <a:rPr lang="en-US" altLang="zh-CN" sz="2400" dirty="0"/>
              <a:t>--</a:t>
            </a:r>
            <a:r>
              <a:rPr lang="zh-CN" altLang="en-US" sz="2400" dirty="0"/>
              <a:t>边缘端数据集成</a:t>
            </a:r>
            <a:endParaRPr lang="en-US" sz="2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1E7A46-E57C-40E9-AF97-463AAEFD1C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2023 | </a:t>
            </a:r>
            <a:r>
              <a:rPr lang="en-US" altLang="zh-CN" dirty="0"/>
              <a:t>YU HE</a:t>
            </a:r>
            <a:r>
              <a:rPr lang="en-US" dirty="0"/>
              <a:t> | T CED INW-CN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FAF16-1CE1-4E7F-9921-350FFF1CB6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C9B871-EE9C-4790-DD07-B9F540E0363B}"/>
              </a:ext>
            </a:extLst>
          </p:cNvPr>
          <p:cNvSpPr/>
          <p:nvPr/>
        </p:nvSpPr>
        <p:spPr>
          <a:xfrm>
            <a:off x="4340884" y="4062095"/>
            <a:ext cx="2167847" cy="54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93BDD7-599D-E4A5-D79E-226B1418B2EB}"/>
              </a:ext>
            </a:extLst>
          </p:cNvPr>
          <p:cNvSpPr txBox="1"/>
          <p:nvPr/>
        </p:nvSpPr>
        <p:spPr>
          <a:xfrm>
            <a:off x="4685121" y="4210789"/>
            <a:ext cx="1479371" cy="249812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WinCC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0" name="Grafik 18">
            <a:extLst>
              <a:ext uri="{FF2B5EF4-FFF2-40B4-BE49-F238E27FC236}">
                <a16:creationId xmlns:a16="http://schemas.microsoft.com/office/drawing/2014/main" id="{FA9DE8F5-286C-3467-C9FD-94D5B5DD798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998" y="4092688"/>
            <a:ext cx="947259" cy="5281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ACEAB7-360E-B4A2-4D3D-060C60B22AB7}"/>
              </a:ext>
            </a:extLst>
          </p:cNvPr>
          <p:cNvSpPr txBox="1"/>
          <p:nvPr/>
        </p:nvSpPr>
        <p:spPr>
          <a:xfrm>
            <a:off x="1910727" y="4653990"/>
            <a:ext cx="961802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PLC + CMS1200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23" name="Grafik 69">
            <a:extLst>
              <a:ext uri="{FF2B5EF4-FFF2-40B4-BE49-F238E27FC236}">
                <a16:creationId xmlns:a16="http://schemas.microsoft.com/office/drawing/2014/main" id="{F5077022-6C16-6E34-9951-6F41CC4C59E5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74165" y="3244066"/>
            <a:ext cx="834924" cy="59111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145C0C9C-E21F-09B5-D7D1-E7903E24FC4A}"/>
              </a:ext>
            </a:extLst>
          </p:cNvPr>
          <p:cNvSpPr txBox="1"/>
          <p:nvPr/>
        </p:nvSpPr>
        <p:spPr>
          <a:xfrm>
            <a:off x="2116850" y="3870629"/>
            <a:ext cx="66427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IOT2050</a:t>
            </a:r>
            <a:endParaRPr kumimoji="0" lang="en-US" sz="10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F27BD0C-03D6-7F04-EEF0-902C159156F9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3010328" y="4335695"/>
            <a:ext cx="1330556" cy="0"/>
          </a:xfrm>
          <a:prstGeom prst="straightConnector1">
            <a:avLst/>
          </a:prstGeom>
          <a:ln w="28575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0E8C9F0-E124-38F0-FD49-D868B04EF1E1}"/>
              </a:ext>
            </a:extLst>
          </p:cNvPr>
          <p:cNvCxnSpPr>
            <a:cxnSpLocks/>
          </p:cNvCxnSpPr>
          <p:nvPr/>
        </p:nvCxnSpPr>
        <p:spPr>
          <a:xfrm flipV="1">
            <a:off x="2443537" y="1931542"/>
            <a:ext cx="5448" cy="1200365"/>
          </a:xfrm>
          <a:prstGeom prst="straightConnector1">
            <a:avLst/>
          </a:prstGeom>
          <a:ln w="28575">
            <a:solidFill>
              <a:srgbClr val="009999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F6F6543-6ACB-C0DA-3A49-0E9C7F231FD5}"/>
              </a:ext>
            </a:extLst>
          </p:cNvPr>
          <p:cNvSpPr txBox="1"/>
          <p:nvPr/>
        </p:nvSpPr>
        <p:spPr>
          <a:xfrm>
            <a:off x="2585725" y="2334470"/>
            <a:ext cx="6642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MQTT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E68FE4-3EC6-FC17-DEA4-0BC451FC640D}"/>
              </a:ext>
            </a:extLst>
          </p:cNvPr>
          <p:cNvSpPr txBox="1"/>
          <p:nvPr/>
        </p:nvSpPr>
        <p:spPr>
          <a:xfrm>
            <a:off x="2585724" y="2530778"/>
            <a:ext cx="131845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Real-Time Data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49983E0-26FA-A009-7A81-8DBC074EAC64}"/>
              </a:ext>
            </a:extLst>
          </p:cNvPr>
          <p:cNvSpPr/>
          <p:nvPr/>
        </p:nvSpPr>
        <p:spPr>
          <a:xfrm>
            <a:off x="1501801" y="1217588"/>
            <a:ext cx="2167847" cy="54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8AF6A8-1DCF-F9DF-C159-73A7A86A74AB}"/>
              </a:ext>
            </a:extLst>
          </p:cNvPr>
          <p:cNvSpPr txBox="1"/>
          <p:nvPr/>
        </p:nvSpPr>
        <p:spPr>
          <a:xfrm>
            <a:off x="1501801" y="1379851"/>
            <a:ext cx="2005038" cy="249812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MQTT Broker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830D7B2-E2EC-DBAB-6882-ED8D4E038BD0}"/>
              </a:ext>
            </a:extLst>
          </p:cNvPr>
          <p:cNvCxnSpPr>
            <a:cxnSpLocks/>
            <a:stCxn id="34" idx="3"/>
            <a:endCxn id="39" idx="1"/>
          </p:cNvCxnSpPr>
          <p:nvPr/>
        </p:nvCxnSpPr>
        <p:spPr>
          <a:xfrm>
            <a:off x="3669648" y="1491188"/>
            <a:ext cx="671236" cy="10274"/>
          </a:xfrm>
          <a:prstGeom prst="straightConnector1">
            <a:avLst/>
          </a:prstGeom>
          <a:ln w="28575">
            <a:solidFill>
              <a:srgbClr val="009999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CADC0564-60A2-6F7A-5903-43EC2BFC9CCC}"/>
              </a:ext>
            </a:extLst>
          </p:cNvPr>
          <p:cNvSpPr/>
          <p:nvPr/>
        </p:nvSpPr>
        <p:spPr>
          <a:xfrm>
            <a:off x="4340884" y="1227862"/>
            <a:ext cx="2167847" cy="54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B4C4854-5B5C-39C7-D068-420849C7D8BA}"/>
              </a:ext>
            </a:extLst>
          </p:cNvPr>
          <p:cNvSpPr txBox="1"/>
          <p:nvPr/>
        </p:nvSpPr>
        <p:spPr>
          <a:xfrm>
            <a:off x="4503693" y="1379851"/>
            <a:ext cx="1479371" cy="249812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600" b="1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MaintLoop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46" name="Flowchart: Magnetic Disk 45">
            <a:extLst>
              <a:ext uri="{FF2B5EF4-FFF2-40B4-BE49-F238E27FC236}">
                <a16:creationId xmlns:a16="http://schemas.microsoft.com/office/drawing/2014/main" id="{37AF4DDA-2E8F-2CD9-EE56-6FB648E7A141}"/>
              </a:ext>
            </a:extLst>
          </p:cNvPr>
          <p:cNvSpPr/>
          <p:nvPr/>
        </p:nvSpPr>
        <p:spPr>
          <a:xfrm>
            <a:off x="7685069" y="4952144"/>
            <a:ext cx="1417834" cy="886045"/>
          </a:xfrm>
          <a:prstGeom prst="flowChartMagneticDisk">
            <a:avLst/>
          </a:prstGeom>
          <a:solidFill>
            <a:srgbClr val="00646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E4796CC-E0AB-B03B-DDA8-7141AA1D8B92}"/>
              </a:ext>
            </a:extLst>
          </p:cNvPr>
          <p:cNvCxnSpPr>
            <a:stCxn id="5" idx="3"/>
            <a:endCxn id="46" idx="2"/>
          </p:cNvCxnSpPr>
          <p:nvPr/>
        </p:nvCxnSpPr>
        <p:spPr>
          <a:xfrm>
            <a:off x="6508731" y="4335695"/>
            <a:ext cx="1176338" cy="1059472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Graphic 50" descr="Wireless with solid fill">
            <a:extLst>
              <a:ext uri="{FF2B5EF4-FFF2-40B4-BE49-F238E27FC236}">
                <a16:creationId xmlns:a16="http://schemas.microsoft.com/office/drawing/2014/main" id="{DAFE2D31-3B28-6595-FD43-D7A7D96AC3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88923" y="2840318"/>
            <a:ext cx="317874" cy="317874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803F5B83-B348-8701-753C-0CAB437844EE}"/>
              </a:ext>
            </a:extLst>
          </p:cNvPr>
          <p:cNvSpPr txBox="1"/>
          <p:nvPr/>
        </p:nvSpPr>
        <p:spPr>
          <a:xfrm>
            <a:off x="7423104" y="5366866"/>
            <a:ext cx="1941763" cy="249812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SQL Server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8B6E7BE-600E-AC75-86E5-E27FF0CBF1D5}"/>
              </a:ext>
            </a:extLst>
          </p:cNvPr>
          <p:cNvCxnSpPr>
            <a:cxnSpLocks/>
          </p:cNvCxnSpPr>
          <p:nvPr/>
        </p:nvCxnSpPr>
        <p:spPr>
          <a:xfrm>
            <a:off x="7096900" y="4336236"/>
            <a:ext cx="887458" cy="0"/>
          </a:xfrm>
          <a:prstGeom prst="straightConnector1">
            <a:avLst/>
          </a:prstGeom>
          <a:ln w="28575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4DA3A1A7-3849-B5D4-CCD0-7F28D3E70F88}"/>
              </a:ext>
            </a:extLst>
          </p:cNvPr>
          <p:cNvSpPr txBox="1"/>
          <p:nvPr/>
        </p:nvSpPr>
        <p:spPr>
          <a:xfrm>
            <a:off x="9259267" y="5399439"/>
            <a:ext cx="131845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本地存储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55" name="Flowchart: Multidocument 54">
            <a:extLst>
              <a:ext uri="{FF2B5EF4-FFF2-40B4-BE49-F238E27FC236}">
                <a16:creationId xmlns:a16="http://schemas.microsoft.com/office/drawing/2014/main" id="{3EAE4596-22A0-4396-4716-3DBF8A6A5711}"/>
              </a:ext>
            </a:extLst>
          </p:cNvPr>
          <p:cNvSpPr/>
          <p:nvPr/>
        </p:nvSpPr>
        <p:spPr>
          <a:xfrm>
            <a:off x="8080675" y="3783254"/>
            <a:ext cx="760287" cy="886045"/>
          </a:xfrm>
          <a:prstGeom prst="flowChartMultidocument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pic>
        <p:nvPicPr>
          <p:cNvPr id="56" name="Graphic 55" descr="Wireless with solid fill">
            <a:extLst>
              <a:ext uri="{FF2B5EF4-FFF2-40B4-BE49-F238E27FC236}">
                <a16:creationId xmlns:a16="http://schemas.microsoft.com/office/drawing/2014/main" id="{CEABF659-B7F7-ADB0-B666-20D6CD5BA7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92398" y="3740723"/>
            <a:ext cx="317874" cy="317874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BE82EA37-0B70-2D0B-470E-5E50E32A76D2}"/>
              </a:ext>
            </a:extLst>
          </p:cNvPr>
          <p:cNvSpPr txBox="1"/>
          <p:nvPr/>
        </p:nvSpPr>
        <p:spPr>
          <a:xfrm>
            <a:off x="9040051" y="3996121"/>
            <a:ext cx="175688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提取因网络中断缺失数据至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.csv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文件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736AF17-9446-2D9B-EE60-08DA5B8DDCCE}"/>
              </a:ext>
            </a:extLst>
          </p:cNvPr>
          <p:cNvCxnSpPr>
            <a:cxnSpLocks/>
            <a:endCxn id="39" idx="3"/>
          </p:cNvCxnSpPr>
          <p:nvPr/>
        </p:nvCxnSpPr>
        <p:spPr>
          <a:xfrm rot="16200000" flipV="1">
            <a:off x="6491443" y="1518751"/>
            <a:ext cx="2176687" cy="2142109"/>
          </a:xfrm>
          <a:prstGeom prst="bentConnector2">
            <a:avLst/>
          </a:prstGeom>
          <a:ln w="28575">
            <a:solidFill>
              <a:srgbClr val="00BEDC"/>
            </a:solidFill>
            <a:headEnd type="triangl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Graphic 63" descr="User with solid fill">
            <a:extLst>
              <a:ext uri="{FF2B5EF4-FFF2-40B4-BE49-F238E27FC236}">
                <a16:creationId xmlns:a16="http://schemas.microsoft.com/office/drawing/2014/main" id="{D6C9993F-5285-76E7-ED7D-7520C10652A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70697" y="1027113"/>
            <a:ext cx="760288" cy="760288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51DF7B28-6034-D264-E417-7F93F888062C}"/>
              </a:ext>
            </a:extLst>
          </p:cNvPr>
          <p:cNvSpPr txBox="1"/>
          <p:nvPr/>
        </p:nvSpPr>
        <p:spPr>
          <a:xfrm>
            <a:off x="9028077" y="1306976"/>
            <a:ext cx="175688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0" dirty="0"/>
              <a:t>维护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人员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kern="0" dirty="0"/>
              <a:t>导入数据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C6386EB-101F-4983-5801-EADBDE3A952A}"/>
              </a:ext>
            </a:extLst>
          </p:cNvPr>
          <p:cNvSpPr txBox="1"/>
          <p:nvPr/>
        </p:nvSpPr>
        <p:spPr>
          <a:xfrm>
            <a:off x="7875488" y="3706477"/>
            <a:ext cx="131845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90000"/>
                  </a:schemeClr>
                </a:solidFill>
                <a:effectLst/>
                <a:uLnTx/>
                <a:uFillTx/>
              </a:rPr>
              <a:t>!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90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ACD7569-5F52-FB2D-C291-E7C157CA9DE9}"/>
              </a:ext>
            </a:extLst>
          </p:cNvPr>
          <p:cNvSpPr txBox="1"/>
          <p:nvPr/>
        </p:nvSpPr>
        <p:spPr>
          <a:xfrm>
            <a:off x="2929041" y="3469607"/>
            <a:ext cx="131845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0" dirty="0"/>
              <a:t>B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uffer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Mode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40E969FE-BA70-1EE4-A8A7-B0BA1ACDA90C}"/>
              </a:ext>
            </a:extLst>
          </p:cNvPr>
          <p:cNvSpPr/>
          <p:nvPr/>
        </p:nvSpPr>
        <p:spPr>
          <a:xfrm flipH="1">
            <a:off x="6030005" y="1303580"/>
            <a:ext cx="393515" cy="388607"/>
          </a:xfrm>
          <a:prstGeom prst="flowChartMagneticDisk">
            <a:avLst/>
          </a:prstGeom>
          <a:solidFill>
            <a:srgbClr val="00646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6225135-0054-59ED-3942-9FDA0F080E60}"/>
              </a:ext>
            </a:extLst>
          </p:cNvPr>
          <p:cNvCxnSpPr>
            <a:cxnSpLocks/>
          </p:cNvCxnSpPr>
          <p:nvPr/>
        </p:nvCxnSpPr>
        <p:spPr>
          <a:xfrm>
            <a:off x="547070" y="5366866"/>
            <a:ext cx="376184" cy="0"/>
          </a:xfrm>
          <a:prstGeom prst="straightConnector1">
            <a:avLst/>
          </a:prstGeom>
          <a:ln w="28575">
            <a:solidFill>
              <a:srgbClr val="009999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85DD542-774F-D368-14E3-5991FAB8ED23}"/>
              </a:ext>
            </a:extLst>
          </p:cNvPr>
          <p:cNvSpPr txBox="1"/>
          <p:nvPr/>
        </p:nvSpPr>
        <p:spPr>
          <a:xfrm>
            <a:off x="1045847" y="5286186"/>
            <a:ext cx="4326505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正常流程，实时收集数据，基于</a:t>
            </a:r>
            <a:r>
              <a:rPr kumimoji="0" lang="en-US" altLang="zh-CN" sz="11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</a:rPr>
              <a:t>MaintLoop</a:t>
            </a: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存储设备数据，监控分析；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6AE4088-A4B5-1158-EEF8-B04A16D28F6F}"/>
              </a:ext>
            </a:extLst>
          </p:cNvPr>
          <p:cNvCxnSpPr>
            <a:cxnSpLocks/>
          </p:cNvCxnSpPr>
          <p:nvPr/>
        </p:nvCxnSpPr>
        <p:spPr>
          <a:xfrm>
            <a:off x="547070" y="5705697"/>
            <a:ext cx="376184" cy="0"/>
          </a:xfrm>
          <a:prstGeom prst="straightConnector1">
            <a:avLst/>
          </a:prstGeom>
          <a:ln w="28575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C8D5AFE-413D-0F1C-B401-797A32B059C3}"/>
              </a:ext>
            </a:extLst>
          </p:cNvPr>
          <p:cNvSpPr txBox="1"/>
          <p:nvPr/>
        </p:nvSpPr>
        <p:spPr>
          <a:xfrm>
            <a:off x="1045847" y="5638872"/>
            <a:ext cx="3018455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kern="0" dirty="0"/>
              <a:t>本地数据存储备份， 基于</a:t>
            </a:r>
            <a:r>
              <a:rPr lang="en-US" altLang="zh-CN" sz="1100" kern="0" dirty="0"/>
              <a:t>WinCC</a:t>
            </a:r>
            <a:r>
              <a:rPr lang="zh-CN" altLang="en-US" sz="1100" kern="0" dirty="0"/>
              <a:t>写入</a:t>
            </a:r>
            <a:r>
              <a:rPr lang="en-US" altLang="zh-CN" sz="1100" kern="0" dirty="0" err="1"/>
              <a:t>SQLServer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FCC3FB7-21DD-32F9-9CB5-7CA551B312CB}"/>
              </a:ext>
            </a:extLst>
          </p:cNvPr>
          <p:cNvCxnSpPr>
            <a:cxnSpLocks/>
          </p:cNvCxnSpPr>
          <p:nvPr/>
        </p:nvCxnSpPr>
        <p:spPr>
          <a:xfrm>
            <a:off x="547070" y="6034171"/>
            <a:ext cx="376184" cy="0"/>
          </a:xfrm>
          <a:prstGeom prst="straightConnector1">
            <a:avLst/>
          </a:prstGeom>
          <a:ln w="28575">
            <a:solidFill>
              <a:srgbClr val="00B0F0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DE809ED-34A6-64C1-B98F-59D300608C48}"/>
              </a:ext>
            </a:extLst>
          </p:cNvPr>
          <p:cNvSpPr txBox="1"/>
          <p:nvPr/>
        </p:nvSpPr>
        <p:spPr>
          <a:xfrm>
            <a:off x="1045847" y="5959489"/>
            <a:ext cx="2115964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针对网络中断异常流程的数据补充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838092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AE40-BD7C-44FD-935E-1EF8EE876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63" y="165601"/>
            <a:ext cx="9863997" cy="576000"/>
          </a:xfrm>
        </p:spPr>
        <p:txBody>
          <a:bodyPr/>
          <a:lstStyle/>
          <a:p>
            <a:r>
              <a:rPr lang="en-US" altLang="zh-CN" sz="2400" dirty="0"/>
              <a:t>1.1 </a:t>
            </a:r>
            <a:r>
              <a:rPr lang="en-US" altLang="zh-CN" sz="2400" dirty="0" err="1"/>
              <a:t>MaintLoop</a:t>
            </a:r>
            <a:r>
              <a:rPr lang="zh-CN" altLang="en-US" sz="2400" dirty="0"/>
              <a:t>与</a:t>
            </a:r>
            <a:r>
              <a:rPr lang="en-US" altLang="zh-CN" sz="2400" dirty="0"/>
              <a:t>IoT2050</a:t>
            </a:r>
            <a:r>
              <a:rPr lang="zh-CN" altLang="en-US" sz="2400" dirty="0"/>
              <a:t>的通信配置</a:t>
            </a:r>
            <a:endParaRPr lang="en-US" sz="2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1E7A46-E57C-40E9-AF97-463AAEFD1C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2023 | </a:t>
            </a:r>
            <a:r>
              <a:rPr lang="en-US" altLang="zh-CN" dirty="0"/>
              <a:t>YU HE</a:t>
            </a:r>
            <a:r>
              <a:rPr lang="en-US" dirty="0"/>
              <a:t> | T CED INW-CN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FAF16-1CE1-4E7F-9921-350FFF1CB6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3" name="Graphic 12" descr="Badge 1 with solid fill">
            <a:extLst>
              <a:ext uri="{FF2B5EF4-FFF2-40B4-BE49-F238E27FC236}">
                <a16:creationId xmlns:a16="http://schemas.microsoft.com/office/drawing/2014/main" id="{D7E44742-1285-96F1-86B4-B226F4EC6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960" y="1017871"/>
            <a:ext cx="457200" cy="4572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9B0C539-EEA6-3262-BFCF-F4CA22BA1E1F}"/>
              </a:ext>
            </a:extLst>
          </p:cNvPr>
          <p:cNvSpPr txBox="1"/>
          <p:nvPr/>
        </p:nvSpPr>
        <p:spPr>
          <a:xfrm>
            <a:off x="735161" y="1007571"/>
            <a:ext cx="3124569" cy="747577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在</a:t>
            </a:r>
            <a:r>
              <a:rPr lang="en-US" altLang="zh-CN" sz="1200" b="1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MaintLoop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工位管理中 </a:t>
            </a:r>
            <a:endParaRPr lang="en-US" altLang="zh-CN" sz="12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配置待监测的工位和设备部件及变量</a:t>
            </a:r>
            <a:endParaRPr lang="en-US" altLang="zh-CN" sz="12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点击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[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保存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]</a:t>
            </a:r>
            <a:endParaRPr lang="en-US" sz="12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8D2F2BA8-8743-A3FE-907D-F0AB54EA8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62" y="1773490"/>
            <a:ext cx="4691935" cy="2310520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1B6D0FD1-12FD-F6A5-B1CC-E3175C6607BD}"/>
              </a:ext>
            </a:extLst>
          </p:cNvPr>
          <p:cNvSpPr/>
          <p:nvPr/>
        </p:nvSpPr>
        <p:spPr>
          <a:xfrm>
            <a:off x="477687" y="3881878"/>
            <a:ext cx="457200" cy="2310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pic>
        <p:nvPicPr>
          <p:cNvPr id="52" name="Graphic 51" descr="Badge with solid fill">
            <a:extLst>
              <a:ext uri="{FF2B5EF4-FFF2-40B4-BE49-F238E27FC236}">
                <a16:creationId xmlns:a16="http://schemas.microsoft.com/office/drawing/2014/main" id="{AC839159-EFD9-0F8C-870D-89E16C6FBB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6262" y="4313456"/>
            <a:ext cx="457200" cy="45720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6CDC232E-5F3B-5A5E-69D0-5EBE3ABA2364}"/>
              </a:ext>
            </a:extLst>
          </p:cNvPr>
          <p:cNvSpPr txBox="1"/>
          <p:nvPr/>
        </p:nvSpPr>
        <p:spPr>
          <a:xfrm>
            <a:off x="735160" y="4419362"/>
            <a:ext cx="3124569" cy="467500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点击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Step1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中建的工位的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[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编辑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]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获取系统自动生成的“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Topic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”</a:t>
            </a:r>
            <a:endParaRPr lang="en-US" sz="12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88801219-9579-79DA-5EB6-3FFB4CEBD9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8042" y="4971227"/>
            <a:ext cx="4700155" cy="1390206"/>
          </a:xfrm>
          <a:prstGeom prst="rect">
            <a:avLst/>
          </a:prstGeom>
        </p:spPr>
      </p:pic>
      <p:pic>
        <p:nvPicPr>
          <p:cNvPr id="63" name="Graphic 62" descr="Badge 3 with solid fill">
            <a:extLst>
              <a:ext uri="{FF2B5EF4-FFF2-40B4-BE49-F238E27FC236}">
                <a16:creationId xmlns:a16="http://schemas.microsoft.com/office/drawing/2014/main" id="{4B33D802-A3E7-9ADC-22BB-2B8A99E76BF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2519" y="1007572"/>
            <a:ext cx="469289" cy="469289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61802365-37DB-01AD-B3F6-F74A48B882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8277" y="1744007"/>
            <a:ext cx="4517944" cy="2340003"/>
          </a:xfrm>
          <a:prstGeom prst="rect">
            <a:avLst/>
          </a:prstGeom>
        </p:spPr>
      </p:pic>
      <p:sp>
        <p:nvSpPr>
          <p:cNvPr id="66" name="Oval 65">
            <a:extLst>
              <a:ext uri="{FF2B5EF4-FFF2-40B4-BE49-F238E27FC236}">
                <a16:creationId xmlns:a16="http://schemas.microsoft.com/office/drawing/2014/main" id="{A49DBF07-6075-81CA-1D08-D6C73046E4DA}"/>
              </a:ext>
            </a:extLst>
          </p:cNvPr>
          <p:cNvSpPr/>
          <p:nvPr/>
        </p:nvSpPr>
        <p:spPr>
          <a:xfrm>
            <a:off x="8086744" y="3570626"/>
            <a:ext cx="457200" cy="2310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D66E1F0-3AEE-E1E2-BEA0-11DE17596FEC}"/>
              </a:ext>
            </a:extLst>
          </p:cNvPr>
          <p:cNvSpPr txBox="1"/>
          <p:nvPr/>
        </p:nvSpPr>
        <p:spPr>
          <a:xfrm>
            <a:off x="6524459" y="907133"/>
            <a:ext cx="3124569" cy="748795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基于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IoT2050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配置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MQTT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通信</a:t>
            </a:r>
            <a:endParaRPr lang="en-US" altLang="zh-CN" sz="12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注意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[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主题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]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与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Step2 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的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[Topic]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字段相同</a:t>
            </a:r>
            <a:endParaRPr lang="en-US" altLang="zh-CN" sz="12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传送变量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Key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值与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Step1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中的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[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地址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]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相同</a:t>
            </a:r>
            <a:endParaRPr lang="en-US" altLang="zh-CN" sz="12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349F599-007E-8478-30DF-FE759CE22143}"/>
              </a:ext>
            </a:extLst>
          </p:cNvPr>
          <p:cNvSpPr/>
          <p:nvPr/>
        </p:nvSpPr>
        <p:spPr>
          <a:xfrm>
            <a:off x="1299390" y="2613490"/>
            <a:ext cx="457200" cy="2310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7DA5705B-EA95-B75A-AD4A-F2B569DEAF31}"/>
              </a:ext>
            </a:extLst>
          </p:cNvPr>
          <p:cNvCxnSpPr/>
          <p:nvPr/>
        </p:nvCxnSpPr>
        <p:spPr>
          <a:xfrm flipH="1">
            <a:off x="1894788" y="1564849"/>
            <a:ext cx="4763489" cy="1048641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2031FF11-4133-1593-F515-EC4E51C869E4}"/>
              </a:ext>
            </a:extLst>
          </p:cNvPr>
          <p:cNvCxnSpPr>
            <a:cxnSpLocks/>
          </p:cNvCxnSpPr>
          <p:nvPr/>
        </p:nvCxnSpPr>
        <p:spPr>
          <a:xfrm flipH="1">
            <a:off x="4854804" y="1717249"/>
            <a:ext cx="1955873" cy="4133179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Graphic 74" descr="Badge 4 with solid fill">
            <a:extLst>
              <a:ext uri="{FF2B5EF4-FFF2-40B4-BE49-F238E27FC236}">
                <a16:creationId xmlns:a16="http://schemas.microsoft.com/office/drawing/2014/main" id="{C85FA8CF-CFE1-B0C1-F1CF-31834612481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86945" y="4313456"/>
            <a:ext cx="464393" cy="464393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A62F214B-0C61-5DD9-C85D-256C2E13FBA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58277" y="4968648"/>
            <a:ext cx="4870704" cy="1344732"/>
          </a:xfrm>
          <a:prstGeom prst="rect">
            <a:avLst/>
          </a:prstGeom>
        </p:spPr>
      </p:pic>
      <p:sp>
        <p:nvSpPr>
          <p:cNvPr id="80" name="Oval 79">
            <a:extLst>
              <a:ext uri="{FF2B5EF4-FFF2-40B4-BE49-F238E27FC236}">
                <a16:creationId xmlns:a16="http://schemas.microsoft.com/office/drawing/2014/main" id="{EBC749C5-36EC-6784-F2F9-34B715167E32}"/>
              </a:ext>
            </a:extLst>
          </p:cNvPr>
          <p:cNvSpPr/>
          <p:nvPr/>
        </p:nvSpPr>
        <p:spPr>
          <a:xfrm>
            <a:off x="10982227" y="5476974"/>
            <a:ext cx="544192" cy="2795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CE5F587-F3B7-A472-E685-B1D4C222597D}"/>
              </a:ext>
            </a:extLst>
          </p:cNvPr>
          <p:cNvSpPr txBox="1"/>
          <p:nvPr/>
        </p:nvSpPr>
        <p:spPr>
          <a:xfrm>
            <a:off x="6564206" y="4311873"/>
            <a:ext cx="3124569" cy="467500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配置完成后，</a:t>
            </a:r>
            <a:endParaRPr lang="en-US" altLang="zh-CN" sz="12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点击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[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建表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] 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实现数据获取及存储</a:t>
            </a:r>
            <a:endParaRPr lang="en-US" altLang="zh-CN" sz="12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3827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AE40-BD7C-44FD-935E-1EF8EE876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63" y="165601"/>
            <a:ext cx="9863997" cy="576000"/>
          </a:xfrm>
        </p:spPr>
        <p:txBody>
          <a:bodyPr/>
          <a:lstStyle/>
          <a:p>
            <a:r>
              <a:rPr lang="en-US" altLang="zh-CN" sz="2400" dirty="0"/>
              <a:t>1.2 MQTT</a:t>
            </a:r>
            <a:r>
              <a:rPr lang="zh-CN" altLang="en-US" sz="2400" dirty="0"/>
              <a:t> 数据格式示例</a:t>
            </a:r>
            <a:endParaRPr lang="en-US" sz="2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1E7A46-E57C-40E9-AF97-463AAEFD1C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2023 | </a:t>
            </a:r>
            <a:r>
              <a:rPr lang="en-US" altLang="zh-CN" dirty="0"/>
              <a:t>YU HE</a:t>
            </a:r>
            <a:r>
              <a:rPr lang="en-US" dirty="0"/>
              <a:t> | T CED INW-CN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FAF16-1CE1-4E7F-9921-350FFF1CB6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098B97-D25E-9029-7114-DB0787B21D23}"/>
              </a:ext>
            </a:extLst>
          </p:cNvPr>
          <p:cNvSpPr txBox="1"/>
          <p:nvPr/>
        </p:nvSpPr>
        <p:spPr>
          <a:xfrm>
            <a:off x="4001180" y="1780570"/>
            <a:ext cx="3124569" cy="3046988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{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 "timestamp": "2023-03-01 14:28:34",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 "Current(A)": 363.1868,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 "Speed(RPM)": 1049.181,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 "Torque(N.M)": 2036.88,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 "</a:t>
            </a:r>
            <a:r>
              <a:rPr lang="en-US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aRMS</a:t>
            </a:r>
            <a:r>
              <a:rPr lang="en-US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": 5.775048,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 "DKW": 1.318127,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 "Peak": 20.57402,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  "</a:t>
            </a:r>
            <a:r>
              <a:rPr lang="en-US" sz="1800" kern="100" dirty="0" err="1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vRMS</a:t>
            </a:r>
            <a:r>
              <a:rPr lang="en-US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": 0.3611665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DengXian" panose="02010600030101010101" pitchFamily="2" charset="-122"/>
                <a:ea typeface="DengXian" panose="02010600030101010101" pitchFamily="2" charset="-122"/>
                <a:cs typeface="Times New Roman" panose="02020603050405020304" pitchFamily="18" charset="0"/>
              </a:rPr>
              <a:t>}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47776AF-6361-4727-A032-07A6B9054C06}"/>
              </a:ext>
            </a:extLst>
          </p:cNvPr>
          <p:cNvCxnSpPr>
            <a:cxnSpLocks/>
          </p:cNvCxnSpPr>
          <p:nvPr/>
        </p:nvCxnSpPr>
        <p:spPr>
          <a:xfrm flipH="1">
            <a:off x="3449214" y="3157979"/>
            <a:ext cx="551966" cy="0"/>
          </a:xfrm>
          <a:prstGeom prst="straightConnector1">
            <a:avLst/>
          </a:prstGeom>
          <a:ln w="9525">
            <a:solidFill>
              <a:schemeClr val="tx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E6E8D4A-7FE9-71B8-D573-48E0391D3553}"/>
              </a:ext>
            </a:extLst>
          </p:cNvPr>
          <p:cNvSpPr txBox="1"/>
          <p:nvPr/>
        </p:nvSpPr>
        <p:spPr>
          <a:xfrm>
            <a:off x="908331" y="3037226"/>
            <a:ext cx="2390054" cy="391774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Key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值 保持与</a:t>
            </a:r>
            <a:r>
              <a:rPr lang="en-US" altLang="zh-CN" sz="1200" b="1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MaintLoop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中工位配置中的变量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[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地址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]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一致</a:t>
            </a:r>
            <a:endParaRPr lang="en-US" sz="12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F7C896-8DF8-07CB-66C6-7809E9E08E2F}"/>
              </a:ext>
            </a:extLst>
          </p:cNvPr>
          <p:cNvSpPr txBox="1"/>
          <p:nvPr/>
        </p:nvSpPr>
        <p:spPr>
          <a:xfrm>
            <a:off x="4001180" y="5286217"/>
            <a:ext cx="5148000" cy="468718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注：当前设定采样周期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1s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示例中的监测项 会基于设备现场数据调整或添加</a:t>
            </a:r>
            <a:endParaRPr lang="en-US" sz="12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96544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AE40-BD7C-44FD-935E-1EF8EE876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63" y="165601"/>
            <a:ext cx="9863997" cy="576000"/>
          </a:xfrm>
        </p:spPr>
        <p:txBody>
          <a:bodyPr/>
          <a:lstStyle/>
          <a:p>
            <a:r>
              <a:rPr lang="en-US" altLang="zh-CN" sz="2400" dirty="0"/>
              <a:t>1.3 </a:t>
            </a:r>
            <a:r>
              <a:rPr lang="zh-CN" altLang="en-US" sz="2400" dirty="0"/>
              <a:t>数据文件导入，作为数据录入的补充方案</a:t>
            </a:r>
            <a:endParaRPr lang="en-US" sz="2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1E7A46-E57C-40E9-AF97-463AAEFD1C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2023 | </a:t>
            </a:r>
            <a:r>
              <a:rPr lang="en-US" altLang="zh-CN" dirty="0"/>
              <a:t>YU HE</a:t>
            </a:r>
            <a:r>
              <a:rPr lang="en-US" dirty="0"/>
              <a:t> | T CED INW-CN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FAF16-1CE1-4E7F-9921-350FFF1CB6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5C4FAB-5D0F-D755-3405-1E30BD255B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73" y="1000022"/>
            <a:ext cx="5260259" cy="2109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A539B19-34DF-7457-7FE9-CC68778BEE13}"/>
              </a:ext>
            </a:extLst>
          </p:cNvPr>
          <p:cNvSpPr/>
          <p:nvPr/>
        </p:nvSpPr>
        <p:spPr>
          <a:xfrm>
            <a:off x="4760344" y="1718755"/>
            <a:ext cx="457200" cy="2310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FEB89C8-9693-BA07-8C9D-4E6767A704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6992665"/>
              </p:ext>
            </p:extLst>
          </p:nvPr>
        </p:nvGraphicFramePr>
        <p:xfrm>
          <a:off x="5887751" y="1315530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showAsIcon="1" r:id="rId3" imgW="914400" imgH="806400" progId="Excel.SheetMacroEnabled.12">
                  <p:embed/>
                </p:oleObj>
              </mc:Choice>
              <mc:Fallback>
                <p:oleObj name="Macro-Enabled Worksheet" showAsIcon="1" r:id="rId3" imgW="914400" imgH="806400" progId="Excel.SheetMacroEnabled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87751" y="1315530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A9FA405-C2EB-C230-004F-911099D076D2}"/>
              </a:ext>
            </a:extLst>
          </p:cNvPr>
          <p:cNvCxnSpPr>
            <a:cxnSpLocks/>
          </p:cNvCxnSpPr>
          <p:nvPr/>
        </p:nvCxnSpPr>
        <p:spPr>
          <a:xfrm flipV="1">
            <a:off x="5151863" y="1538868"/>
            <a:ext cx="1011044" cy="179887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1609EDE-D413-A82E-702D-3889D2B1EB94}"/>
              </a:ext>
            </a:extLst>
          </p:cNvPr>
          <p:cNvSpPr txBox="1"/>
          <p:nvPr/>
        </p:nvSpPr>
        <p:spPr>
          <a:xfrm>
            <a:off x="6692096" y="1315530"/>
            <a:ext cx="3477815" cy="468718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文件命名模式： 工位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_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协议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_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部件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.csv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例如：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bpm01_mqtt_bearing.csv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3645427-95EE-8753-EF24-95C10A5A9D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4951" y="2570530"/>
            <a:ext cx="4715340" cy="191134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815EE8C2-CF3D-D2C7-1B1A-53D19B2C5CE3}"/>
              </a:ext>
            </a:extLst>
          </p:cNvPr>
          <p:cNvSpPr/>
          <p:nvPr/>
        </p:nvSpPr>
        <p:spPr>
          <a:xfrm>
            <a:off x="6344950" y="2677255"/>
            <a:ext cx="4715339" cy="2310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6A2045B-FABB-B6CB-8A85-E404A919DA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311" y="3828539"/>
            <a:ext cx="5218921" cy="2336080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EE4159D-3A97-3EB3-8449-AEFB8166D886}"/>
              </a:ext>
            </a:extLst>
          </p:cNvPr>
          <p:cNvCxnSpPr>
            <a:cxnSpLocks/>
          </p:cNvCxnSpPr>
          <p:nvPr/>
        </p:nvCxnSpPr>
        <p:spPr>
          <a:xfrm>
            <a:off x="6344950" y="1628811"/>
            <a:ext cx="546504" cy="941719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75CC00FE-F321-B32B-57F4-8D61F1B69677}"/>
              </a:ext>
            </a:extLst>
          </p:cNvPr>
          <p:cNvSpPr/>
          <p:nvPr/>
        </p:nvSpPr>
        <p:spPr>
          <a:xfrm>
            <a:off x="277962" y="4651526"/>
            <a:ext cx="457200" cy="2310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58E0547-0FA4-C45B-204E-1A06AD66EFB9}"/>
              </a:ext>
            </a:extLst>
          </p:cNvPr>
          <p:cNvCxnSpPr>
            <a:cxnSpLocks/>
            <a:stCxn id="19" idx="1"/>
          </p:cNvCxnSpPr>
          <p:nvPr/>
        </p:nvCxnSpPr>
        <p:spPr>
          <a:xfrm flipH="1">
            <a:off x="825190" y="3526200"/>
            <a:ext cx="5519761" cy="1210991"/>
          </a:xfrm>
          <a:prstGeom prst="straightConnector1">
            <a:avLst/>
          </a:prstGeom>
          <a:ln w="952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9D71302-E7DF-C9A2-4A05-02B64F12AA30}"/>
              </a:ext>
            </a:extLst>
          </p:cNvPr>
          <p:cNvSpPr txBox="1"/>
          <p:nvPr/>
        </p:nvSpPr>
        <p:spPr>
          <a:xfrm>
            <a:off x="6390246" y="4651526"/>
            <a:ext cx="4567685" cy="1153842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注意：</a:t>
            </a:r>
            <a:endParaRPr lang="en-US" altLang="zh-CN" sz="12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1- 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数据文件的表头</a:t>
            </a: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/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列名，与</a:t>
            </a:r>
            <a:r>
              <a:rPr lang="en-US" altLang="zh-CN" sz="1200" b="1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MaintLoop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工位管理的监控数据“特征”一致；</a:t>
            </a:r>
            <a:endParaRPr lang="en-US" altLang="zh-CN" sz="12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2- 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导入文件数据的时间窗口区间，可基于</a:t>
            </a:r>
            <a:r>
              <a:rPr lang="en-US" altLang="zh-CN" sz="1200" b="1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MaintLoop</a:t>
            </a:r>
            <a:r>
              <a:rPr lang="zh-CN" altLang="en-US" sz="12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图形报表的查询确认，避免出现数据时间重叠等问题引起的异常。</a:t>
            </a:r>
            <a:endParaRPr lang="en-US" altLang="zh-CN" sz="12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14627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AE40-BD7C-44FD-935E-1EF8EE876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63" y="165601"/>
            <a:ext cx="9863997" cy="576000"/>
          </a:xfrm>
        </p:spPr>
        <p:txBody>
          <a:bodyPr/>
          <a:lstStyle/>
          <a:p>
            <a:r>
              <a:rPr lang="en-US" altLang="zh-CN" sz="2400" dirty="0"/>
              <a:t>2. </a:t>
            </a:r>
            <a:r>
              <a:rPr lang="zh-CN" altLang="en-US" sz="2400" dirty="0"/>
              <a:t>数据集成方案</a:t>
            </a:r>
            <a:r>
              <a:rPr lang="en-US" altLang="zh-CN" sz="2400" dirty="0"/>
              <a:t>--</a:t>
            </a:r>
            <a:r>
              <a:rPr lang="zh-CN" altLang="en-US" sz="2400" dirty="0"/>
              <a:t>大屏数据展示</a:t>
            </a:r>
            <a:endParaRPr lang="en-US" sz="2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1E7A46-E57C-40E9-AF97-463AAEFD1C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2023 | </a:t>
            </a:r>
            <a:r>
              <a:rPr lang="en-US" altLang="zh-CN" dirty="0"/>
              <a:t>YU HE</a:t>
            </a:r>
            <a:r>
              <a:rPr lang="en-US" dirty="0"/>
              <a:t> | T CED INW-CN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FAF16-1CE1-4E7F-9921-350FFF1CB6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6CF0A8-64DB-FCC9-28BC-27E99F856B2F}"/>
              </a:ext>
            </a:extLst>
          </p:cNvPr>
          <p:cNvSpPr/>
          <p:nvPr/>
        </p:nvSpPr>
        <p:spPr>
          <a:xfrm>
            <a:off x="1628507" y="5152591"/>
            <a:ext cx="3029111" cy="54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C5C99F-492A-6460-8C6A-563FC0708CDC}"/>
              </a:ext>
            </a:extLst>
          </p:cNvPr>
          <p:cNvSpPr txBox="1"/>
          <p:nvPr/>
        </p:nvSpPr>
        <p:spPr>
          <a:xfrm>
            <a:off x="2222831" y="5301285"/>
            <a:ext cx="1479371" cy="249812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600" b="1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MaintLoop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E2C35DE-D6BA-77FF-6B69-BB353A83C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789" y="870101"/>
            <a:ext cx="3370537" cy="150488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5C91E199-DC69-C5C1-544D-7E9DEF08933C}"/>
              </a:ext>
            </a:extLst>
          </p:cNvPr>
          <p:cNvSpPr/>
          <p:nvPr/>
        </p:nvSpPr>
        <p:spPr>
          <a:xfrm>
            <a:off x="1628507" y="2558016"/>
            <a:ext cx="3029111" cy="54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0E319E1-FB24-9EE2-055C-76C584606A1E}"/>
              </a:ext>
            </a:extLst>
          </p:cNvPr>
          <p:cNvSpPr txBox="1"/>
          <p:nvPr/>
        </p:nvSpPr>
        <p:spPr>
          <a:xfrm>
            <a:off x="2158549" y="2706710"/>
            <a:ext cx="1969025" cy="249812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600" b="1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DashBoard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5192347-CC91-6DCB-C2A4-F3AEF1814134}"/>
              </a:ext>
            </a:extLst>
          </p:cNvPr>
          <p:cNvCxnSpPr>
            <a:cxnSpLocks/>
          </p:cNvCxnSpPr>
          <p:nvPr/>
        </p:nvCxnSpPr>
        <p:spPr>
          <a:xfrm flipH="1" flipV="1">
            <a:off x="3143061" y="4562130"/>
            <a:ext cx="2" cy="520962"/>
          </a:xfrm>
          <a:prstGeom prst="straightConnector1">
            <a:avLst/>
          </a:prstGeom>
          <a:ln w="2857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lowchart: Magnetic Disk 23">
            <a:extLst>
              <a:ext uri="{FF2B5EF4-FFF2-40B4-BE49-F238E27FC236}">
                <a16:creationId xmlns:a16="http://schemas.microsoft.com/office/drawing/2014/main" id="{DC2DAA30-5684-8FAF-995B-1C6FC53E4FC5}"/>
              </a:ext>
            </a:extLst>
          </p:cNvPr>
          <p:cNvSpPr/>
          <p:nvPr/>
        </p:nvSpPr>
        <p:spPr>
          <a:xfrm flipH="1">
            <a:off x="2197375" y="3793881"/>
            <a:ext cx="1891371" cy="698750"/>
          </a:xfrm>
          <a:prstGeom prst="flowChartMagneticDisk">
            <a:avLst/>
          </a:prstGeom>
          <a:solidFill>
            <a:srgbClr val="00646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A30844-902C-B6E8-6033-C549F897ADA1}"/>
              </a:ext>
            </a:extLst>
          </p:cNvPr>
          <p:cNvSpPr txBox="1"/>
          <p:nvPr/>
        </p:nvSpPr>
        <p:spPr>
          <a:xfrm>
            <a:off x="2167909" y="4131720"/>
            <a:ext cx="1979297" cy="249812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PostgreSQL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A657AB0-637F-6524-4870-EBE53F154140}"/>
              </a:ext>
            </a:extLst>
          </p:cNvPr>
          <p:cNvCxnSpPr>
            <a:cxnSpLocks/>
          </p:cNvCxnSpPr>
          <p:nvPr/>
        </p:nvCxnSpPr>
        <p:spPr>
          <a:xfrm flipH="1" flipV="1">
            <a:off x="3143058" y="3162184"/>
            <a:ext cx="2" cy="520962"/>
          </a:xfrm>
          <a:prstGeom prst="straightConnector1">
            <a:avLst/>
          </a:prstGeom>
          <a:ln w="28575">
            <a:solidFill>
              <a:schemeClr val="accent1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28962B9-4594-59FB-5E44-212148ED4F44}"/>
              </a:ext>
            </a:extLst>
          </p:cNvPr>
          <p:cNvSpPr txBox="1"/>
          <p:nvPr/>
        </p:nvSpPr>
        <p:spPr>
          <a:xfrm>
            <a:off x="5022471" y="1458220"/>
            <a:ext cx="7383614" cy="597599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通过</a:t>
            </a: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URL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跳转到</a:t>
            </a:r>
            <a:r>
              <a:rPr lang="en-US" altLang="zh-CN" sz="1600" b="1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MaintLoop</a:t>
            </a:r>
            <a:endParaRPr lang="en-US" altLang="zh-CN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通过访问数据库</a:t>
            </a: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PostgreSQL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获取</a:t>
            </a: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alarm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信息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BE664D1-3907-8B39-39AC-47C1BA8BE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161" y="2409917"/>
            <a:ext cx="6520664" cy="24981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44050BB7-AF82-79EE-45AF-31779E718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160" y="2666828"/>
            <a:ext cx="6520661" cy="183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458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C8FC6-AD82-DDD6-ECBF-DD9BA95536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5D5C413-37F8-61D6-9C04-F3E20D501D7D}"/>
              </a:ext>
            </a:extLst>
          </p:cNvPr>
          <p:cNvSpPr txBox="1">
            <a:spLocks/>
          </p:cNvSpPr>
          <p:nvPr/>
        </p:nvSpPr>
        <p:spPr>
          <a:xfrm>
            <a:off x="822210" y="6441631"/>
            <a:ext cx="9216000" cy="5472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Restricted | © Siemens 2023 | </a:t>
            </a:r>
            <a:r>
              <a:rPr lang="en-US" altLang="zh-CN" sz="900" dirty="0"/>
              <a:t>YU HE</a:t>
            </a:r>
            <a:r>
              <a:rPr lang="en-US" sz="900" dirty="0"/>
              <a:t> | T CED INW-CN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FB348AC-9FFA-006C-4F3A-D68371E56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63" y="165601"/>
            <a:ext cx="9863997" cy="576000"/>
          </a:xfrm>
        </p:spPr>
        <p:txBody>
          <a:bodyPr/>
          <a:lstStyle/>
          <a:p>
            <a:r>
              <a:rPr lang="en-US" altLang="zh-CN" sz="2400" dirty="0"/>
              <a:t>3. </a:t>
            </a:r>
            <a:r>
              <a:rPr lang="en-US" altLang="zh-CN" sz="2400" dirty="0" err="1"/>
              <a:t>MaintLoop</a:t>
            </a:r>
            <a:r>
              <a:rPr lang="zh-CN" altLang="en-US" sz="2400" dirty="0"/>
              <a:t>基本功能模块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3E93F1-6F27-7D0E-ABBA-2FBD560B9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53" y="1202077"/>
            <a:ext cx="3760145" cy="2321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7B4ADC-5A60-6C27-7D05-22692B2F8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434" y="1202077"/>
            <a:ext cx="3916797" cy="2321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27B0FF-0F11-FB68-705D-2F5F823B4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052" y="3811751"/>
            <a:ext cx="3760145" cy="22113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A4C50D5-B0C6-445A-FD5F-42A9423685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1434" y="3811751"/>
            <a:ext cx="3916797" cy="22113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354108F-226F-2210-2F98-20D7219093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9053" y="1202077"/>
            <a:ext cx="3587829" cy="2321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6C412C0-21DF-E613-C15A-38571FD6EB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9053" y="3811751"/>
            <a:ext cx="3587829" cy="221133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49916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A45ED5-DF7A-472B-8FE0-F1E8BAFE7A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1" name="Freeform 10">
            <a:extLst>
              <a:ext uri="{FF2B5EF4-FFF2-40B4-BE49-F238E27FC236}">
                <a16:creationId xmlns:a16="http://schemas.microsoft.com/office/drawing/2014/main" id="{A8C81486-60B8-42E5-8A9B-4E0F9CB0D10A}"/>
              </a:ext>
            </a:extLst>
          </p:cNvPr>
          <p:cNvSpPr/>
          <p:nvPr/>
        </p:nvSpPr>
        <p:spPr bwMode="auto">
          <a:xfrm>
            <a:off x="660653" y="586165"/>
            <a:ext cx="3912225" cy="3290987"/>
          </a:xfrm>
          <a:custGeom>
            <a:avLst/>
            <a:gdLst>
              <a:gd name="connsiteX0" fmla="*/ 0 w 7170801"/>
              <a:gd name="connsiteY0" fmla="*/ 0 h 6032118"/>
              <a:gd name="connsiteX1" fmla="*/ 7170801 w 7170801"/>
              <a:gd name="connsiteY1" fmla="*/ 7572 h 6032118"/>
              <a:gd name="connsiteX2" fmla="*/ 6573992 w 7170801"/>
              <a:gd name="connsiteY2" fmla="*/ 5131398 h 6032118"/>
              <a:gd name="connsiteX3" fmla="*/ 2970687 w 7170801"/>
              <a:gd name="connsiteY3" fmla="*/ 5131398 h 6032118"/>
              <a:gd name="connsiteX4" fmla="*/ 1602497 w 7170801"/>
              <a:gd name="connsiteY4" fmla="*/ 6032118 h 6032118"/>
              <a:gd name="connsiteX5" fmla="*/ 1602497 w 7170801"/>
              <a:gd name="connsiteY5" fmla="*/ 5131398 h 6032118"/>
              <a:gd name="connsiteX6" fmla="*/ 484094 w 7170801"/>
              <a:gd name="connsiteY6" fmla="*/ 5131398 h 6032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70801" h="6032118">
                <a:moveTo>
                  <a:pt x="0" y="0"/>
                </a:moveTo>
                <a:lnTo>
                  <a:pt x="7170801" y="7572"/>
                </a:lnTo>
                <a:lnTo>
                  <a:pt x="6573992" y="5131398"/>
                </a:lnTo>
                <a:lnTo>
                  <a:pt x="2970687" y="5131398"/>
                </a:lnTo>
                <a:lnTo>
                  <a:pt x="1602497" y="6032118"/>
                </a:lnTo>
                <a:lnTo>
                  <a:pt x="1602497" y="5131398"/>
                </a:lnTo>
                <a:lnTo>
                  <a:pt x="484094" y="5131398"/>
                </a:lnTo>
                <a:close/>
              </a:path>
            </a:pathLst>
          </a:custGeom>
          <a:solidFill>
            <a:srgbClr val="CDD9E1"/>
          </a:solidFill>
          <a:ln>
            <a:noFill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 dirty="0">
              <a:cs typeface="+mn-ea"/>
              <a:sym typeface="+mn-lt"/>
            </a:endParaRPr>
          </a:p>
        </p:txBody>
      </p:sp>
      <p:sp>
        <p:nvSpPr>
          <p:cNvPr id="22" name="Freeform 9">
            <a:extLst>
              <a:ext uri="{FF2B5EF4-FFF2-40B4-BE49-F238E27FC236}">
                <a16:creationId xmlns:a16="http://schemas.microsoft.com/office/drawing/2014/main" id="{86F741D1-40B8-42F8-967D-B5737C1BF3F9}"/>
              </a:ext>
            </a:extLst>
          </p:cNvPr>
          <p:cNvSpPr/>
          <p:nvPr/>
        </p:nvSpPr>
        <p:spPr bwMode="auto">
          <a:xfrm>
            <a:off x="3612269" y="2601396"/>
            <a:ext cx="4354965" cy="3060704"/>
          </a:xfrm>
          <a:custGeom>
            <a:avLst/>
            <a:gdLst>
              <a:gd name="connsiteX0" fmla="*/ 0 w 4357233"/>
              <a:gd name="connsiteY0" fmla="*/ 0 h 3062298"/>
              <a:gd name="connsiteX1" fmla="*/ 4357233 w 4357233"/>
              <a:gd name="connsiteY1" fmla="*/ 0 h 3062298"/>
              <a:gd name="connsiteX2" fmla="*/ 4061717 w 4357233"/>
              <a:gd name="connsiteY2" fmla="*/ 2542701 h 3062298"/>
              <a:gd name="connsiteX3" fmla="*/ 1670637 w 4357233"/>
              <a:gd name="connsiteY3" fmla="*/ 2542700 h 3062298"/>
              <a:gd name="connsiteX4" fmla="*/ 883104 w 4357233"/>
              <a:gd name="connsiteY4" fmla="*/ 3062298 h 3062298"/>
              <a:gd name="connsiteX5" fmla="*/ 883104 w 4357233"/>
              <a:gd name="connsiteY5" fmla="*/ 2542700 h 3062298"/>
              <a:gd name="connsiteX6" fmla="*/ 239350 w 4357233"/>
              <a:gd name="connsiteY6" fmla="*/ 2542700 h 306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57233" h="3062298">
                <a:moveTo>
                  <a:pt x="0" y="0"/>
                </a:moveTo>
                <a:lnTo>
                  <a:pt x="4357233" y="0"/>
                </a:lnTo>
                <a:lnTo>
                  <a:pt x="4061717" y="2542701"/>
                </a:lnTo>
                <a:lnTo>
                  <a:pt x="1670637" y="2542700"/>
                </a:lnTo>
                <a:lnTo>
                  <a:pt x="883104" y="3062298"/>
                </a:lnTo>
                <a:lnTo>
                  <a:pt x="883104" y="2542700"/>
                </a:lnTo>
                <a:lnTo>
                  <a:pt x="239350" y="2542700"/>
                </a:lnTo>
                <a:close/>
              </a:path>
            </a:pathLst>
          </a:custGeom>
          <a:solidFill>
            <a:srgbClr val="50BED7"/>
          </a:solidFill>
          <a:ln>
            <a:noFill/>
          </a:ln>
          <a:effectLst/>
        </p:spPr>
        <p:txBody>
          <a:bodyPr wrap="square" lIns="107944" tIns="53972" rIns="107944" bIns="53972" numCol="1" spcCol="72000" rtlCol="0" anchor="ctr">
            <a:noAutofit/>
          </a:bodyPr>
          <a:lstStyle/>
          <a:p>
            <a:pPr algn="ctr">
              <a:lnSpc>
                <a:spcPct val="110000"/>
              </a:lnSpc>
              <a:spcBef>
                <a:spcPct val="0"/>
              </a:spcBef>
              <a:buFont typeface="Wingdings" charset="0"/>
              <a:buNone/>
            </a:pPr>
            <a:endParaRPr lang="en-US" sz="1799" dirty="0">
              <a:cs typeface="+mn-ea"/>
              <a:sym typeface="+mn-lt"/>
            </a:endParaRPr>
          </a:p>
        </p:txBody>
      </p:sp>
      <p:sp>
        <p:nvSpPr>
          <p:cNvPr id="23" name="Textfeld 2">
            <a:extLst>
              <a:ext uri="{FF2B5EF4-FFF2-40B4-BE49-F238E27FC236}">
                <a16:creationId xmlns:a16="http://schemas.microsoft.com/office/drawing/2014/main" id="{9327753D-25E2-446A-AE0C-D489F7A6DD0C}"/>
              </a:ext>
            </a:extLst>
          </p:cNvPr>
          <p:cNvSpPr txBox="1"/>
          <p:nvPr/>
        </p:nvSpPr>
        <p:spPr>
          <a:xfrm>
            <a:off x="1083410" y="1421607"/>
            <a:ext cx="3250157" cy="738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2399"/>
              </a:spcBef>
            </a:pPr>
            <a:r>
              <a:rPr lang="en-US" sz="4798" dirty="0">
                <a:solidFill>
                  <a:srgbClr val="00646E"/>
                </a:solidFill>
                <a:cs typeface="+mn-ea"/>
                <a:sym typeface="+mn-lt"/>
              </a:rPr>
              <a:t>Questions?</a:t>
            </a:r>
          </a:p>
        </p:txBody>
      </p:sp>
      <p:sp>
        <p:nvSpPr>
          <p:cNvPr id="28" name="Textfeld 2">
            <a:extLst>
              <a:ext uri="{FF2B5EF4-FFF2-40B4-BE49-F238E27FC236}">
                <a16:creationId xmlns:a16="http://schemas.microsoft.com/office/drawing/2014/main" id="{F96C4CFD-3E55-426D-A408-B1BFDE0686E5}"/>
              </a:ext>
            </a:extLst>
          </p:cNvPr>
          <p:cNvSpPr txBox="1"/>
          <p:nvPr/>
        </p:nvSpPr>
        <p:spPr>
          <a:xfrm>
            <a:off x="4054474" y="3326897"/>
            <a:ext cx="3312825" cy="7382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spcBef>
                <a:spcPts val="2399"/>
              </a:spcBef>
            </a:pPr>
            <a:r>
              <a:rPr lang="en-US" sz="4798" dirty="0">
                <a:solidFill>
                  <a:srgbClr val="FFFFFF"/>
                </a:solidFill>
                <a:cs typeface="+mn-ea"/>
                <a:sym typeface="+mn-lt"/>
              </a:rPr>
              <a:t>Answers!</a:t>
            </a:r>
          </a:p>
        </p:txBody>
      </p:sp>
      <p:grpSp>
        <p:nvGrpSpPr>
          <p:cNvPr id="29" name="Gruppieren 134">
            <a:extLst>
              <a:ext uri="{FF2B5EF4-FFF2-40B4-BE49-F238E27FC236}">
                <a16:creationId xmlns:a16="http://schemas.microsoft.com/office/drawing/2014/main" id="{D3390AD0-A494-41EC-8076-8EC92AE420F2}"/>
              </a:ext>
            </a:extLst>
          </p:cNvPr>
          <p:cNvGrpSpPr/>
          <p:nvPr/>
        </p:nvGrpSpPr>
        <p:grpSpPr bwMode="gray">
          <a:xfrm>
            <a:off x="5880089" y="4415959"/>
            <a:ext cx="6328151" cy="1960727"/>
            <a:chOff x="3846455" y="4452590"/>
            <a:chExt cx="6087317" cy="2155882"/>
          </a:xfrm>
        </p:grpSpPr>
        <p:sp>
          <p:nvSpPr>
            <p:cNvPr id="30" name="Rectangle 1622">
              <a:extLst>
                <a:ext uri="{FF2B5EF4-FFF2-40B4-BE49-F238E27FC236}">
                  <a16:creationId xmlns:a16="http://schemas.microsoft.com/office/drawing/2014/main" id="{4DD915D0-F144-4A2E-83BB-19CCD8B3E0B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46455" y="6343439"/>
              <a:ext cx="6087317" cy="265033"/>
            </a:xfrm>
            <a:prstGeom prst="rect">
              <a:avLst/>
            </a:prstGeom>
            <a:solidFill>
              <a:srgbClr val="DFE6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31" name="Rectangle 1623">
              <a:extLst>
                <a:ext uri="{FF2B5EF4-FFF2-40B4-BE49-F238E27FC236}">
                  <a16:creationId xmlns:a16="http://schemas.microsoft.com/office/drawing/2014/main" id="{D52ADAB2-7224-461A-82F2-962B04A372F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46455" y="6343439"/>
              <a:ext cx="6087317" cy="64099"/>
            </a:xfrm>
            <a:prstGeom prst="rect">
              <a:avLst/>
            </a:prstGeom>
            <a:solidFill>
              <a:srgbClr val="BEC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32" name="Freeform 1997">
              <a:extLst>
                <a:ext uri="{FF2B5EF4-FFF2-40B4-BE49-F238E27FC236}">
                  <a16:creationId xmlns:a16="http://schemas.microsoft.com/office/drawing/2014/main" id="{9D700671-818B-47DE-9C77-1668BFDE388D}"/>
                </a:ext>
              </a:extLst>
            </p:cNvPr>
            <p:cNvSpPr>
              <a:spLocks/>
            </p:cNvSpPr>
            <p:nvPr/>
          </p:nvSpPr>
          <p:spPr bwMode="gray">
            <a:xfrm>
              <a:off x="8706101" y="5468223"/>
              <a:ext cx="166130" cy="26705"/>
            </a:xfrm>
            <a:custGeom>
              <a:avLst/>
              <a:gdLst>
                <a:gd name="T0" fmla="*/ 548 w 4846"/>
                <a:gd name="T1" fmla="*/ 0 h 779"/>
                <a:gd name="T2" fmla="*/ 0 w 4846"/>
                <a:gd name="T3" fmla="*/ 750 h 779"/>
                <a:gd name="T4" fmla="*/ 4846 w 4846"/>
                <a:gd name="T5" fmla="*/ 779 h 779"/>
                <a:gd name="T6" fmla="*/ 4846 w 4846"/>
                <a:gd name="T7" fmla="*/ 29 h 779"/>
                <a:gd name="T8" fmla="*/ 548 w 4846"/>
                <a:gd name="T9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46" h="779">
                  <a:moveTo>
                    <a:pt x="548" y="0"/>
                  </a:moveTo>
                  <a:lnTo>
                    <a:pt x="0" y="750"/>
                  </a:lnTo>
                  <a:lnTo>
                    <a:pt x="4846" y="779"/>
                  </a:lnTo>
                  <a:lnTo>
                    <a:pt x="4846" y="29"/>
                  </a:lnTo>
                  <a:lnTo>
                    <a:pt x="548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33" name="Freeform 1998">
              <a:extLst>
                <a:ext uri="{FF2B5EF4-FFF2-40B4-BE49-F238E27FC236}">
                  <a16:creationId xmlns:a16="http://schemas.microsoft.com/office/drawing/2014/main" id="{36AD5F6E-DCC2-4616-A7E1-B8B50CA5906D}"/>
                </a:ext>
              </a:extLst>
            </p:cNvPr>
            <p:cNvSpPr>
              <a:spLocks/>
            </p:cNvSpPr>
            <p:nvPr/>
          </p:nvSpPr>
          <p:spPr bwMode="gray">
            <a:xfrm>
              <a:off x="8872231" y="5469219"/>
              <a:ext cx="27700" cy="25711"/>
            </a:xfrm>
            <a:custGeom>
              <a:avLst/>
              <a:gdLst>
                <a:gd name="T0" fmla="*/ 0 w 808"/>
                <a:gd name="T1" fmla="*/ 0 h 750"/>
                <a:gd name="T2" fmla="*/ 808 w 808"/>
                <a:gd name="T3" fmla="*/ 346 h 750"/>
                <a:gd name="T4" fmla="*/ 0 w 808"/>
                <a:gd name="T5" fmla="*/ 750 h 750"/>
                <a:gd name="T6" fmla="*/ 0 w 808"/>
                <a:gd name="T7" fmla="*/ 0 h 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08" h="750">
                  <a:moveTo>
                    <a:pt x="0" y="0"/>
                  </a:moveTo>
                  <a:lnTo>
                    <a:pt x="808" y="346"/>
                  </a:lnTo>
                  <a:lnTo>
                    <a:pt x="0" y="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34" name="Freeform 1999">
              <a:extLst>
                <a:ext uri="{FF2B5EF4-FFF2-40B4-BE49-F238E27FC236}">
                  <a16:creationId xmlns:a16="http://schemas.microsoft.com/office/drawing/2014/main" id="{9916C8F4-0F89-4047-80A3-C3DA4700905B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774807"/>
              <a:ext cx="534933" cy="55365"/>
            </a:xfrm>
            <a:custGeom>
              <a:avLst/>
              <a:gdLst>
                <a:gd name="T0" fmla="*/ 485 w 541"/>
                <a:gd name="T1" fmla="*/ 0 h 56"/>
                <a:gd name="T2" fmla="*/ 56 w 541"/>
                <a:gd name="T3" fmla="*/ 0 h 56"/>
                <a:gd name="T4" fmla="*/ 0 w 541"/>
                <a:gd name="T5" fmla="*/ 56 h 56"/>
                <a:gd name="T6" fmla="*/ 541 w 541"/>
                <a:gd name="T7" fmla="*/ 56 h 56"/>
                <a:gd name="T8" fmla="*/ 485 w 541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1" h="56">
                  <a:moveTo>
                    <a:pt x="485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541" y="56"/>
                    <a:pt x="541" y="56"/>
                    <a:pt x="541" y="56"/>
                  </a:cubicBezTo>
                  <a:cubicBezTo>
                    <a:pt x="541" y="25"/>
                    <a:pt x="516" y="0"/>
                    <a:pt x="485" y="0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35" name="Freeform 2000">
              <a:extLst>
                <a:ext uri="{FF2B5EF4-FFF2-40B4-BE49-F238E27FC236}">
                  <a16:creationId xmlns:a16="http://schemas.microsoft.com/office/drawing/2014/main" id="{4FDE2D07-4F9C-4276-A6C6-793E30C99FC9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830171"/>
              <a:ext cx="534933" cy="37573"/>
            </a:xfrm>
            <a:custGeom>
              <a:avLst/>
              <a:gdLst>
                <a:gd name="T0" fmla="*/ 0 w 15604"/>
                <a:gd name="T1" fmla="*/ 0 h 1096"/>
                <a:gd name="T2" fmla="*/ 15604 w 15604"/>
                <a:gd name="T3" fmla="*/ 0 h 1096"/>
                <a:gd name="T4" fmla="*/ 15604 w 15604"/>
                <a:gd name="T5" fmla="*/ 1096 h 1096"/>
                <a:gd name="T6" fmla="*/ 0 w 15604"/>
                <a:gd name="T7" fmla="*/ 1096 h 1096"/>
                <a:gd name="T8" fmla="*/ 0 w 15604"/>
                <a:gd name="T9" fmla="*/ 0 h 1096"/>
                <a:gd name="T10" fmla="*/ 0 w 15604"/>
                <a:gd name="T1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04" h="1096">
                  <a:moveTo>
                    <a:pt x="0" y="0"/>
                  </a:moveTo>
                  <a:lnTo>
                    <a:pt x="15604" y="0"/>
                  </a:lnTo>
                  <a:lnTo>
                    <a:pt x="15604" y="1096"/>
                  </a:lnTo>
                  <a:lnTo>
                    <a:pt x="0" y="10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36" name="Freeform 2001">
              <a:extLst>
                <a:ext uri="{FF2B5EF4-FFF2-40B4-BE49-F238E27FC236}">
                  <a16:creationId xmlns:a16="http://schemas.microsoft.com/office/drawing/2014/main" id="{D40F1D54-1130-4C53-9104-3F24A8B9D920}"/>
                </a:ext>
              </a:extLst>
            </p:cNvPr>
            <p:cNvSpPr>
              <a:spLocks/>
            </p:cNvSpPr>
            <p:nvPr/>
          </p:nvSpPr>
          <p:spPr bwMode="gray">
            <a:xfrm>
              <a:off x="5756563" y="6115979"/>
              <a:ext cx="504285" cy="22763"/>
            </a:xfrm>
            <a:custGeom>
              <a:avLst/>
              <a:gdLst>
                <a:gd name="T0" fmla="*/ 0 w 14710"/>
                <a:gd name="T1" fmla="*/ 0 h 664"/>
                <a:gd name="T2" fmla="*/ 14710 w 14710"/>
                <a:gd name="T3" fmla="*/ 0 h 664"/>
                <a:gd name="T4" fmla="*/ 14710 w 14710"/>
                <a:gd name="T5" fmla="*/ 664 h 664"/>
                <a:gd name="T6" fmla="*/ 0 w 14710"/>
                <a:gd name="T7" fmla="*/ 664 h 664"/>
                <a:gd name="T8" fmla="*/ 0 w 14710"/>
                <a:gd name="T9" fmla="*/ 0 h 664"/>
                <a:gd name="T10" fmla="*/ 0 w 14710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10" h="664">
                  <a:moveTo>
                    <a:pt x="0" y="0"/>
                  </a:moveTo>
                  <a:lnTo>
                    <a:pt x="14710" y="0"/>
                  </a:lnTo>
                  <a:lnTo>
                    <a:pt x="14710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37" name="Freeform 2002">
              <a:extLst>
                <a:ext uri="{FF2B5EF4-FFF2-40B4-BE49-F238E27FC236}">
                  <a16:creationId xmlns:a16="http://schemas.microsoft.com/office/drawing/2014/main" id="{4C42C8A6-8C26-4438-9A40-A9C60DD80DEC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38" name="Freeform 2003">
              <a:extLst>
                <a:ext uri="{FF2B5EF4-FFF2-40B4-BE49-F238E27FC236}">
                  <a16:creationId xmlns:a16="http://schemas.microsoft.com/office/drawing/2014/main" id="{02341734-F00C-47D0-909D-FB7823AB7B7A}"/>
                </a:ext>
              </a:extLst>
            </p:cNvPr>
            <p:cNvSpPr>
              <a:spLocks/>
            </p:cNvSpPr>
            <p:nvPr/>
          </p:nvSpPr>
          <p:spPr bwMode="gray">
            <a:xfrm>
              <a:off x="6245010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39" name="Freeform 2004">
              <a:extLst>
                <a:ext uri="{FF2B5EF4-FFF2-40B4-BE49-F238E27FC236}">
                  <a16:creationId xmlns:a16="http://schemas.microsoft.com/office/drawing/2014/main" id="{CF249BC1-B13A-4C33-9E78-C214ED457096}"/>
                </a:ext>
              </a:extLst>
            </p:cNvPr>
            <p:cNvSpPr>
              <a:spLocks/>
            </p:cNvSpPr>
            <p:nvPr/>
          </p:nvSpPr>
          <p:spPr bwMode="gray">
            <a:xfrm>
              <a:off x="5741719" y="5246696"/>
              <a:ext cx="534933" cy="208673"/>
            </a:xfrm>
            <a:custGeom>
              <a:avLst/>
              <a:gdLst>
                <a:gd name="T0" fmla="*/ 404 w 541"/>
                <a:gd name="T1" fmla="*/ 0 h 211"/>
                <a:gd name="T2" fmla="*/ 136 w 541"/>
                <a:gd name="T3" fmla="*/ 0 h 211"/>
                <a:gd name="T4" fmla="*/ 0 w 541"/>
                <a:gd name="T5" fmla="*/ 119 h 211"/>
                <a:gd name="T6" fmla="*/ 0 w 541"/>
                <a:gd name="T7" fmla="*/ 211 h 211"/>
                <a:gd name="T8" fmla="*/ 541 w 541"/>
                <a:gd name="T9" fmla="*/ 211 h 211"/>
                <a:gd name="T10" fmla="*/ 541 w 541"/>
                <a:gd name="T11" fmla="*/ 119 h 211"/>
                <a:gd name="T12" fmla="*/ 404 w 541"/>
                <a:gd name="T1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1" h="211">
                  <a:moveTo>
                    <a:pt x="404" y="0"/>
                  </a:moveTo>
                  <a:cubicBezTo>
                    <a:pt x="136" y="0"/>
                    <a:pt x="136" y="0"/>
                    <a:pt x="136" y="0"/>
                  </a:cubicBezTo>
                  <a:cubicBezTo>
                    <a:pt x="61" y="0"/>
                    <a:pt x="0" y="53"/>
                    <a:pt x="0" y="119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541" y="211"/>
                    <a:pt x="541" y="211"/>
                    <a:pt x="541" y="211"/>
                  </a:cubicBezTo>
                  <a:cubicBezTo>
                    <a:pt x="541" y="119"/>
                    <a:pt x="541" y="119"/>
                    <a:pt x="541" y="119"/>
                  </a:cubicBezTo>
                  <a:cubicBezTo>
                    <a:pt x="541" y="53"/>
                    <a:pt x="479" y="0"/>
                    <a:pt x="404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40" name="Freeform 2005">
              <a:extLst>
                <a:ext uri="{FF2B5EF4-FFF2-40B4-BE49-F238E27FC236}">
                  <a16:creationId xmlns:a16="http://schemas.microsoft.com/office/drawing/2014/main" id="{20F73EA7-C398-467B-B9F8-09770F0A1BC7}"/>
                </a:ext>
              </a:extLst>
            </p:cNvPr>
            <p:cNvSpPr>
              <a:spLocks/>
            </p:cNvSpPr>
            <p:nvPr/>
          </p:nvSpPr>
          <p:spPr bwMode="gray">
            <a:xfrm>
              <a:off x="5903872" y="4895649"/>
              <a:ext cx="209633" cy="477648"/>
            </a:xfrm>
            <a:custGeom>
              <a:avLst/>
              <a:gdLst>
                <a:gd name="T0" fmla="*/ 0 w 6115"/>
                <a:gd name="T1" fmla="*/ 0 h 13933"/>
                <a:gd name="T2" fmla="*/ 0 w 6115"/>
                <a:gd name="T3" fmla="*/ 836 h 13933"/>
                <a:gd name="T4" fmla="*/ 1298 w 6115"/>
                <a:gd name="T5" fmla="*/ 7846 h 13933"/>
                <a:gd name="T6" fmla="*/ 2279 w 6115"/>
                <a:gd name="T7" fmla="*/ 11913 h 13933"/>
                <a:gd name="T8" fmla="*/ 3115 w 6115"/>
                <a:gd name="T9" fmla="*/ 13933 h 13933"/>
                <a:gd name="T10" fmla="*/ 4010 w 6115"/>
                <a:gd name="T11" fmla="*/ 12000 h 13933"/>
                <a:gd name="T12" fmla="*/ 6115 w 6115"/>
                <a:gd name="T13" fmla="*/ 778 h 13933"/>
                <a:gd name="T14" fmla="*/ 6115 w 6115"/>
                <a:gd name="T15" fmla="*/ 0 h 13933"/>
                <a:gd name="T16" fmla="*/ 0 w 6115"/>
                <a:gd name="T17" fmla="*/ 0 h 139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115" h="13933">
                  <a:moveTo>
                    <a:pt x="0" y="0"/>
                  </a:moveTo>
                  <a:lnTo>
                    <a:pt x="0" y="836"/>
                  </a:lnTo>
                  <a:lnTo>
                    <a:pt x="1298" y="7846"/>
                  </a:lnTo>
                  <a:lnTo>
                    <a:pt x="2279" y="11913"/>
                  </a:lnTo>
                  <a:lnTo>
                    <a:pt x="3115" y="13933"/>
                  </a:lnTo>
                  <a:lnTo>
                    <a:pt x="4010" y="12000"/>
                  </a:lnTo>
                  <a:lnTo>
                    <a:pt x="6115" y="778"/>
                  </a:lnTo>
                  <a:lnTo>
                    <a:pt x="61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B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41" name="Freeform 2006">
              <a:extLst>
                <a:ext uri="{FF2B5EF4-FFF2-40B4-BE49-F238E27FC236}">
                  <a16:creationId xmlns:a16="http://schemas.microsoft.com/office/drawing/2014/main" id="{60001EF6-9930-45CA-AD5C-38CC4CFB20A4}"/>
                </a:ext>
              </a:extLst>
            </p:cNvPr>
            <p:cNvSpPr>
              <a:spLocks/>
            </p:cNvSpPr>
            <p:nvPr/>
          </p:nvSpPr>
          <p:spPr bwMode="gray">
            <a:xfrm>
              <a:off x="5831709" y="4456533"/>
              <a:ext cx="353000" cy="510320"/>
            </a:xfrm>
            <a:custGeom>
              <a:avLst/>
              <a:gdLst>
                <a:gd name="T0" fmla="*/ 354 w 357"/>
                <a:gd name="T1" fmla="*/ 248 h 516"/>
                <a:gd name="T2" fmla="*/ 329 w 357"/>
                <a:gd name="T3" fmla="*/ 312 h 516"/>
                <a:gd name="T4" fmla="*/ 315 w 357"/>
                <a:gd name="T5" fmla="*/ 322 h 516"/>
                <a:gd name="T6" fmla="*/ 302 w 357"/>
                <a:gd name="T7" fmla="*/ 322 h 516"/>
                <a:gd name="T8" fmla="*/ 289 w 357"/>
                <a:gd name="T9" fmla="*/ 377 h 516"/>
                <a:gd name="T10" fmla="*/ 272 w 357"/>
                <a:gd name="T11" fmla="*/ 386 h 516"/>
                <a:gd name="T12" fmla="*/ 271 w 357"/>
                <a:gd name="T13" fmla="*/ 452 h 516"/>
                <a:gd name="T14" fmla="*/ 189 w 357"/>
                <a:gd name="T15" fmla="*/ 516 h 516"/>
                <a:gd name="T16" fmla="*/ 168 w 357"/>
                <a:gd name="T17" fmla="*/ 516 h 516"/>
                <a:gd name="T18" fmla="*/ 85 w 357"/>
                <a:gd name="T19" fmla="*/ 453 h 516"/>
                <a:gd name="T20" fmla="*/ 84 w 357"/>
                <a:gd name="T21" fmla="*/ 386 h 516"/>
                <a:gd name="T22" fmla="*/ 68 w 357"/>
                <a:gd name="T23" fmla="*/ 377 h 516"/>
                <a:gd name="T24" fmla="*/ 55 w 357"/>
                <a:gd name="T25" fmla="*/ 322 h 516"/>
                <a:gd name="T26" fmla="*/ 42 w 357"/>
                <a:gd name="T27" fmla="*/ 322 h 516"/>
                <a:gd name="T28" fmla="*/ 27 w 357"/>
                <a:gd name="T29" fmla="*/ 312 h 516"/>
                <a:gd name="T30" fmla="*/ 3 w 357"/>
                <a:gd name="T31" fmla="*/ 248 h 516"/>
                <a:gd name="T32" fmla="*/ 11 w 357"/>
                <a:gd name="T33" fmla="*/ 229 h 516"/>
                <a:gd name="T34" fmla="*/ 39 w 357"/>
                <a:gd name="T35" fmla="*/ 244 h 516"/>
                <a:gd name="T36" fmla="*/ 32 w 357"/>
                <a:gd name="T37" fmla="*/ 150 h 516"/>
                <a:gd name="T38" fmla="*/ 45 w 357"/>
                <a:gd name="T39" fmla="*/ 46 h 516"/>
                <a:gd name="T40" fmla="*/ 138 w 357"/>
                <a:gd name="T41" fmla="*/ 0 h 516"/>
                <a:gd name="T42" fmla="*/ 218 w 357"/>
                <a:gd name="T43" fmla="*/ 0 h 516"/>
                <a:gd name="T44" fmla="*/ 313 w 357"/>
                <a:gd name="T45" fmla="*/ 49 h 516"/>
                <a:gd name="T46" fmla="*/ 330 w 357"/>
                <a:gd name="T47" fmla="*/ 150 h 516"/>
                <a:gd name="T48" fmla="*/ 321 w 357"/>
                <a:gd name="T49" fmla="*/ 240 h 516"/>
                <a:gd name="T50" fmla="*/ 345 w 357"/>
                <a:gd name="T51" fmla="*/ 229 h 516"/>
                <a:gd name="T52" fmla="*/ 354 w 357"/>
                <a:gd name="T53" fmla="*/ 248 h 5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57" h="516">
                  <a:moveTo>
                    <a:pt x="354" y="248"/>
                  </a:moveTo>
                  <a:cubicBezTo>
                    <a:pt x="329" y="312"/>
                    <a:pt x="329" y="312"/>
                    <a:pt x="329" y="312"/>
                  </a:cubicBezTo>
                  <a:cubicBezTo>
                    <a:pt x="326" y="318"/>
                    <a:pt x="321" y="322"/>
                    <a:pt x="315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289" y="377"/>
                    <a:pt x="289" y="377"/>
                    <a:pt x="289" y="377"/>
                  </a:cubicBezTo>
                  <a:cubicBezTo>
                    <a:pt x="272" y="386"/>
                    <a:pt x="272" y="386"/>
                    <a:pt x="272" y="386"/>
                  </a:cubicBezTo>
                  <a:cubicBezTo>
                    <a:pt x="271" y="452"/>
                    <a:pt x="271" y="452"/>
                    <a:pt x="271" y="452"/>
                  </a:cubicBezTo>
                  <a:cubicBezTo>
                    <a:pt x="189" y="516"/>
                    <a:pt x="189" y="516"/>
                    <a:pt x="189" y="516"/>
                  </a:cubicBezTo>
                  <a:cubicBezTo>
                    <a:pt x="168" y="516"/>
                    <a:pt x="168" y="516"/>
                    <a:pt x="168" y="51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84" y="397"/>
                    <a:pt x="84" y="386"/>
                    <a:pt x="84" y="386"/>
                  </a:cubicBezTo>
                  <a:cubicBezTo>
                    <a:pt x="68" y="377"/>
                    <a:pt x="68" y="377"/>
                    <a:pt x="68" y="377"/>
                  </a:cubicBezTo>
                  <a:cubicBezTo>
                    <a:pt x="55" y="322"/>
                    <a:pt x="55" y="322"/>
                    <a:pt x="55" y="322"/>
                  </a:cubicBezTo>
                  <a:cubicBezTo>
                    <a:pt x="42" y="322"/>
                    <a:pt x="42" y="322"/>
                    <a:pt x="42" y="322"/>
                  </a:cubicBezTo>
                  <a:cubicBezTo>
                    <a:pt x="36" y="322"/>
                    <a:pt x="30" y="318"/>
                    <a:pt x="27" y="312"/>
                  </a:cubicBezTo>
                  <a:cubicBezTo>
                    <a:pt x="3" y="248"/>
                    <a:pt x="3" y="248"/>
                    <a:pt x="3" y="248"/>
                  </a:cubicBezTo>
                  <a:cubicBezTo>
                    <a:pt x="0" y="241"/>
                    <a:pt x="4" y="233"/>
                    <a:pt x="11" y="229"/>
                  </a:cubicBezTo>
                  <a:cubicBezTo>
                    <a:pt x="29" y="219"/>
                    <a:pt x="39" y="244"/>
                    <a:pt x="39" y="244"/>
                  </a:cubicBezTo>
                  <a:cubicBezTo>
                    <a:pt x="32" y="150"/>
                    <a:pt x="32" y="150"/>
                    <a:pt x="32" y="150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13" y="49"/>
                    <a:pt x="313" y="49"/>
                    <a:pt x="313" y="49"/>
                  </a:cubicBezTo>
                  <a:cubicBezTo>
                    <a:pt x="330" y="150"/>
                    <a:pt x="330" y="150"/>
                    <a:pt x="330" y="150"/>
                  </a:cubicBezTo>
                  <a:cubicBezTo>
                    <a:pt x="321" y="240"/>
                    <a:pt x="321" y="240"/>
                    <a:pt x="321" y="240"/>
                  </a:cubicBezTo>
                  <a:cubicBezTo>
                    <a:pt x="323" y="230"/>
                    <a:pt x="336" y="225"/>
                    <a:pt x="345" y="229"/>
                  </a:cubicBezTo>
                  <a:cubicBezTo>
                    <a:pt x="353" y="232"/>
                    <a:pt x="357" y="241"/>
                    <a:pt x="354" y="248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42" name="Freeform 2007">
              <a:extLst>
                <a:ext uri="{FF2B5EF4-FFF2-40B4-BE49-F238E27FC236}">
                  <a16:creationId xmlns:a16="http://schemas.microsoft.com/office/drawing/2014/main" id="{F6E1DFE3-BB44-458D-89E8-E2680229A9E5}"/>
                </a:ext>
              </a:extLst>
            </p:cNvPr>
            <p:cNvSpPr>
              <a:spLocks/>
            </p:cNvSpPr>
            <p:nvPr/>
          </p:nvSpPr>
          <p:spPr bwMode="gray">
            <a:xfrm>
              <a:off x="5858415" y="4452590"/>
              <a:ext cx="299589" cy="264038"/>
            </a:xfrm>
            <a:custGeom>
              <a:avLst/>
              <a:gdLst>
                <a:gd name="T0" fmla="*/ 8739 w 8739"/>
                <a:gd name="T1" fmla="*/ 4471 h 7702"/>
                <a:gd name="T2" fmla="*/ 8479 w 8739"/>
                <a:gd name="T3" fmla="*/ 7039 h 7702"/>
                <a:gd name="T4" fmla="*/ 8364 w 8739"/>
                <a:gd name="T5" fmla="*/ 7702 h 7702"/>
                <a:gd name="T6" fmla="*/ 8364 w 8739"/>
                <a:gd name="T7" fmla="*/ 7702 h 7702"/>
                <a:gd name="T8" fmla="*/ 7210 w 8739"/>
                <a:gd name="T9" fmla="*/ 3260 h 7702"/>
                <a:gd name="T10" fmla="*/ 7528 w 8739"/>
                <a:gd name="T11" fmla="*/ 2250 h 7702"/>
                <a:gd name="T12" fmla="*/ 6287 w 8739"/>
                <a:gd name="T13" fmla="*/ 1500 h 7702"/>
                <a:gd name="T14" fmla="*/ 3720 w 8739"/>
                <a:gd name="T15" fmla="*/ 2510 h 7702"/>
                <a:gd name="T16" fmla="*/ 1846 w 8739"/>
                <a:gd name="T17" fmla="*/ 2481 h 7702"/>
                <a:gd name="T18" fmla="*/ 1067 w 8739"/>
                <a:gd name="T19" fmla="*/ 2394 h 7702"/>
                <a:gd name="T20" fmla="*/ 1500 w 8739"/>
                <a:gd name="T21" fmla="*/ 3404 h 7702"/>
                <a:gd name="T22" fmla="*/ 403 w 8739"/>
                <a:gd name="T23" fmla="*/ 7702 h 7702"/>
                <a:gd name="T24" fmla="*/ 403 w 8739"/>
                <a:gd name="T25" fmla="*/ 7702 h 7702"/>
                <a:gd name="T26" fmla="*/ 259 w 8739"/>
                <a:gd name="T27" fmla="*/ 7039 h 7702"/>
                <a:gd name="T28" fmla="*/ 0 w 8739"/>
                <a:gd name="T29" fmla="*/ 4471 h 7702"/>
                <a:gd name="T30" fmla="*/ 375 w 8739"/>
                <a:gd name="T31" fmla="*/ 1356 h 7702"/>
                <a:gd name="T32" fmla="*/ 3201 w 8739"/>
                <a:gd name="T33" fmla="*/ 0 h 7702"/>
                <a:gd name="T34" fmla="*/ 5538 w 8739"/>
                <a:gd name="T35" fmla="*/ 0 h 7702"/>
                <a:gd name="T36" fmla="*/ 8393 w 8739"/>
                <a:gd name="T37" fmla="*/ 1356 h 7702"/>
                <a:gd name="T38" fmla="*/ 8739 w 8739"/>
                <a:gd name="T39" fmla="*/ 4471 h 7702"/>
                <a:gd name="T40" fmla="*/ 8739 w 8739"/>
                <a:gd name="T41" fmla="*/ 4471 h 7702"/>
                <a:gd name="T42" fmla="*/ 8739 w 8739"/>
                <a:gd name="T43" fmla="*/ 4471 h 7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739" h="7702">
                  <a:moveTo>
                    <a:pt x="8739" y="4471"/>
                  </a:moveTo>
                  <a:lnTo>
                    <a:pt x="8479" y="7039"/>
                  </a:lnTo>
                  <a:lnTo>
                    <a:pt x="8364" y="7702"/>
                  </a:lnTo>
                  <a:lnTo>
                    <a:pt x="8364" y="7702"/>
                  </a:lnTo>
                  <a:lnTo>
                    <a:pt x="7210" y="3260"/>
                  </a:lnTo>
                  <a:lnTo>
                    <a:pt x="7528" y="2250"/>
                  </a:lnTo>
                  <a:lnTo>
                    <a:pt x="6287" y="1500"/>
                  </a:lnTo>
                  <a:lnTo>
                    <a:pt x="3720" y="2510"/>
                  </a:lnTo>
                  <a:lnTo>
                    <a:pt x="1846" y="2481"/>
                  </a:lnTo>
                  <a:lnTo>
                    <a:pt x="1067" y="2394"/>
                  </a:lnTo>
                  <a:lnTo>
                    <a:pt x="1500" y="3404"/>
                  </a:lnTo>
                  <a:lnTo>
                    <a:pt x="403" y="7702"/>
                  </a:lnTo>
                  <a:lnTo>
                    <a:pt x="403" y="7702"/>
                  </a:lnTo>
                  <a:lnTo>
                    <a:pt x="259" y="7039"/>
                  </a:lnTo>
                  <a:lnTo>
                    <a:pt x="0" y="4471"/>
                  </a:lnTo>
                  <a:lnTo>
                    <a:pt x="375" y="1356"/>
                  </a:lnTo>
                  <a:lnTo>
                    <a:pt x="3201" y="0"/>
                  </a:lnTo>
                  <a:lnTo>
                    <a:pt x="5538" y="0"/>
                  </a:lnTo>
                  <a:lnTo>
                    <a:pt x="8393" y="1356"/>
                  </a:lnTo>
                  <a:lnTo>
                    <a:pt x="8739" y="4471"/>
                  </a:lnTo>
                  <a:lnTo>
                    <a:pt x="8739" y="4471"/>
                  </a:lnTo>
                  <a:lnTo>
                    <a:pt x="8739" y="4471"/>
                  </a:lnTo>
                  <a:close/>
                </a:path>
              </a:pathLst>
            </a:custGeom>
            <a:solidFill>
              <a:srgbClr val="827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43" name="Freeform 2008">
              <a:extLst>
                <a:ext uri="{FF2B5EF4-FFF2-40B4-BE49-F238E27FC236}">
                  <a16:creationId xmlns:a16="http://schemas.microsoft.com/office/drawing/2014/main" id="{4C852D61-97C9-4C84-B911-1929757BA808}"/>
                </a:ext>
              </a:extLst>
            </p:cNvPr>
            <p:cNvSpPr>
              <a:spLocks/>
            </p:cNvSpPr>
            <p:nvPr/>
          </p:nvSpPr>
          <p:spPr bwMode="gray">
            <a:xfrm>
              <a:off x="6018579" y="4875867"/>
              <a:ext cx="81077" cy="111725"/>
            </a:xfrm>
            <a:custGeom>
              <a:avLst/>
              <a:gdLst>
                <a:gd name="T0" fmla="*/ 2365 w 2365"/>
                <a:gd name="T1" fmla="*/ 1269 h 3259"/>
                <a:gd name="T2" fmla="*/ 548 w 2365"/>
                <a:gd name="T3" fmla="*/ 3259 h 3259"/>
                <a:gd name="T4" fmla="*/ 0 w 2365"/>
                <a:gd name="T5" fmla="*/ 1846 h 3259"/>
                <a:gd name="T6" fmla="*/ 2365 w 2365"/>
                <a:gd name="T7" fmla="*/ 0 h 3259"/>
                <a:gd name="T8" fmla="*/ 2365 w 2365"/>
                <a:gd name="T9" fmla="*/ 1269 h 3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5" h="3259">
                  <a:moveTo>
                    <a:pt x="2365" y="1269"/>
                  </a:moveTo>
                  <a:lnTo>
                    <a:pt x="548" y="3259"/>
                  </a:lnTo>
                  <a:lnTo>
                    <a:pt x="0" y="1846"/>
                  </a:lnTo>
                  <a:lnTo>
                    <a:pt x="2365" y="0"/>
                  </a:lnTo>
                  <a:lnTo>
                    <a:pt x="2365" y="126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44" name="Freeform 2009">
              <a:extLst>
                <a:ext uri="{FF2B5EF4-FFF2-40B4-BE49-F238E27FC236}">
                  <a16:creationId xmlns:a16="http://schemas.microsoft.com/office/drawing/2014/main" id="{18B68316-A0AD-4F7D-A035-A941584DBF3D}"/>
                </a:ext>
              </a:extLst>
            </p:cNvPr>
            <p:cNvSpPr>
              <a:spLocks/>
            </p:cNvSpPr>
            <p:nvPr/>
          </p:nvSpPr>
          <p:spPr bwMode="gray">
            <a:xfrm>
              <a:off x="5956289" y="4939153"/>
              <a:ext cx="107782" cy="431163"/>
            </a:xfrm>
            <a:custGeom>
              <a:avLst/>
              <a:gdLst>
                <a:gd name="T0" fmla="*/ 3144 w 3144"/>
                <a:gd name="T1" fmla="*/ 8135 h 12577"/>
                <a:gd name="T2" fmla="*/ 1500 w 3144"/>
                <a:gd name="T3" fmla="*/ 12577 h 12577"/>
                <a:gd name="T4" fmla="*/ 0 w 3144"/>
                <a:gd name="T5" fmla="*/ 8135 h 12577"/>
                <a:gd name="T6" fmla="*/ 837 w 3144"/>
                <a:gd name="T7" fmla="*/ 2336 h 12577"/>
                <a:gd name="T8" fmla="*/ 635 w 3144"/>
                <a:gd name="T9" fmla="*/ 1413 h 12577"/>
                <a:gd name="T10" fmla="*/ 1183 w 3144"/>
                <a:gd name="T11" fmla="*/ 0 h 12577"/>
                <a:gd name="T12" fmla="*/ 1817 w 3144"/>
                <a:gd name="T13" fmla="*/ 0 h 12577"/>
                <a:gd name="T14" fmla="*/ 2365 w 3144"/>
                <a:gd name="T15" fmla="*/ 1413 h 12577"/>
                <a:gd name="T16" fmla="*/ 2163 w 3144"/>
                <a:gd name="T17" fmla="*/ 2336 h 12577"/>
                <a:gd name="T18" fmla="*/ 3144 w 3144"/>
                <a:gd name="T19" fmla="*/ 8135 h 125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44" h="12577">
                  <a:moveTo>
                    <a:pt x="3144" y="8135"/>
                  </a:moveTo>
                  <a:lnTo>
                    <a:pt x="1500" y="12577"/>
                  </a:lnTo>
                  <a:lnTo>
                    <a:pt x="0" y="8135"/>
                  </a:lnTo>
                  <a:lnTo>
                    <a:pt x="837" y="2336"/>
                  </a:lnTo>
                  <a:lnTo>
                    <a:pt x="635" y="1413"/>
                  </a:lnTo>
                  <a:lnTo>
                    <a:pt x="1183" y="0"/>
                  </a:lnTo>
                  <a:lnTo>
                    <a:pt x="1817" y="0"/>
                  </a:lnTo>
                  <a:lnTo>
                    <a:pt x="2365" y="1413"/>
                  </a:lnTo>
                  <a:lnTo>
                    <a:pt x="2163" y="2336"/>
                  </a:lnTo>
                  <a:lnTo>
                    <a:pt x="3144" y="8135"/>
                  </a:lnTo>
                  <a:close/>
                </a:path>
              </a:pathLst>
            </a:custGeom>
            <a:solidFill>
              <a:srgbClr val="41A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45" name="Freeform 2010">
              <a:extLst>
                <a:ext uri="{FF2B5EF4-FFF2-40B4-BE49-F238E27FC236}">
                  <a16:creationId xmlns:a16="http://schemas.microsoft.com/office/drawing/2014/main" id="{678DEBD1-8097-4168-BB7F-1BF5A82DEE79}"/>
                </a:ext>
              </a:extLst>
            </p:cNvPr>
            <p:cNvSpPr>
              <a:spLocks/>
            </p:cNvSpPr>
            <p:nvPr/>
          </p:nvSpPr>
          <p:spPr bwMode="gray">
            <a:xfrm>
              <a:off x="5915768" y="4875867"/>
              <a:ext cx="81077" cy="111725"/>
            </a:xfrm>
            <a:custGeom>
              <a:avLst/>
              <a:gdLst>
                <a:gd name="T0" fmla="*/ 1817 w 2365"/>
                <a:gd name="T1" fmla="*/ 3259 h 3259"/>
                <a:gd name="T2" fmla="*/ 28 w 2365"/>
                <a:gd name="T3" fmla="*/ 1269 h 3259"/>
                <a:gd name="T4" fmla="*/ 0 w 2365"/>
                <a:gd name="T5" fmla="*/ 0 h 3259"/>
                <a:gd name="T6" fmla="*/ 2365 w 2365"/>
                <a:gd name="T7" fmla="*/ 1846 h 3259"/>
                <a:gd name="T8" fmla="*/ 1817 w 2365"/>
                <a:gd name="T9" fmla="*/ 3259 h 3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65" h="3259">
                  <a:moveTo>
                    <a:pt x="1817" y="3259"/>
                  </a:moveTo>
                  <a:lnTo>
                    <a:pt x="28" y="1269"/>
                  </a:lnTo>
                  <a:lnTo>
                    <a:pt x="0" y="0"/>
                  </a:lnTo>
                  <a:lnTo>
                    <a:pt x="2365" y="1846"/>
                  </a:lnTo>
                  <a:lnTo>
                    <a:pt x="1817" y="325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46" name="Freeform 2011">
              <a:extLst>
                <a:ext uri="{FF2B5EF4-FFF2-40B4-BE49-F238E27FC236}">
                  <a16:creationId xmlns:a16="http://schemas.microsoft.com/office/drawing/2014/main" id="{C657E187-408D-4E52-B8BB-B6CB1DA4B1B5}"/>
                </a:ext>
              </a:extLst>
            </p:cNvPr>
            <p:cNvSpPr>
              <a:spLocks/>
            </p:cNvSpPr>
            <p:nvPr/>
          </p:nvSpPr>
          <p:spPr bwMode="gray">
            <a:xfrm>
              <a:off x="5681417" y="4875867"/>
              <a:ext cx="651594" cy="829723"/>
            </a:xfrm>
            <a:custGeom>
              <a:avLst/>
              <a:gdLst>
                <a:gd name="T0" fmla="*/ 16152 w 19007"/>
                <a:gd name="T1" fmla="*/ 17943 h 24203"/>
                <a:gd name="T2" fmla="*/ 16123 w 19007"/>
                <a:gd name="T3" fmla="*/ 23510 h 24203"/>
                <a:gd name="T4" fmla="*/ 15661 w 19007"/>
                <a:gd name="T5" fmla="*/ 24203 h 24203"/>
                <a:gd name="T6" fmla="*/ 3374 w 19007"/>
                <a:gd name="T7" fmla="*/ 24203 h 24203"/>
                <a:gd name="T8" fmla="*/ 2913 w 19007"/>
                <a:gd name="T9" fmla="*/ 23510 h 24203"/>
                <a:gd name="T10" fmla="*/ 2884 w 19007"/>
                <a:gd name="T11" fmla="*/ 17885 h 24203"/>
                <a:gd name="T12" fmla="*/ 1211 w 19007"/>
                <a:gd name="T13" fmla="*/ 17077 h 24203"/>
                <a:gd name="T14" fmla="*/ 0 w 19007"/>
                <a:gd name="T15" fmla="*/ 14741 h 24203"/>
                <a:gd name="T16" fmla="*/ 432 w 19007"/>
                <a:gd name="T17" fmla="*/ 4644 h 24203"/>
                <a:gd name="T18" fmla="*/ 2048 w 19007"/>
                <a:gd name="T19" fmla="*/ 2279 h 24203"/>
                <a:gd name="T20" fmla="*/ 4701 w 19007"/>
                <a:gd name="T21" fmla="*/ 1096 h 24203"/>
                <a:gd name="T22" fmla="*/ 4730 w 19007"/>
                <a:gd name="T23" fmla="*/ 836 h 24203"/>
                <a:gd name="T24" fmla="*/ 6836 w 19007"/>
                <a:gd name="T25" fmla="*/ 0 h 24203"/>
                <a:gd name="T26" fmla="*/ 6864 w 19007"/>
                <a:gd name="T27" fmla="*/ 1269 h 24203"/>
                <a:gd name="T28" fmla="*/ 8191 w 19007"/>
                <a:gd name="T29" fmla="*/ 8740 h 24203"/>
                <a:gd name="T30" fmla="*/ 9518 w 19007"/>
                <a:gd name="T31" fmla="*/ 14423 h 24203"/>
                <a:gd name="T32" fmla="*/ 10874 w 19007"/>
                <a:gd name="T33" fmla="*/ 8740 h 24203"/>
                <a:gd name="T34" fmla="*/ 10874 w 19007"/>
                <a:gd name="T35" fmla="*/ 8711 h 24203"/>
                <a:gd name="T36" fmla="*/ 12172 w 19007"/>
                <a:gd name="T37" fmla="*/ 1269 h 24203"/>
                <a:gd name="T38" fmla="*/ 12200 w 19007"/>
                <a:gd name="T39" fmla="*/ 0 h 24203"/>
                <a:gd name="T40" fmla="*/ 14335 w 19007"/>
                <a:gd name="T41" fmla="*/ 836 h 24203"/>
                <a:gd name="T42" fmla="*/ 14364 w 19007"/>
                <a:gd name="T43" fmla="*/ 1096 h 24203"/>
                <a:gd name="T44" fmla="*/ 16988 w 19007"/>
                <a:gd name="T45" fmla="*/ 2279 h 24203"/>
                <a:gd name="T46" fmla="*/ 18575 w 19007"/>
                <a:gd name="T47" fmla="*/ 4644 h 24203"/>
                <a:gd name="T48" fmla="*/ 19007 w 19007"/>
                <a:gd name="T49" fmla="*/ 14741 h 24203"/>
                <a:gd name="T50" fmla="*/ 17854 w 19007"/>
                <a:gd name="T51" fmla="*/ 17077 h 24203"/>
                <a:gd name="T52" fmla="*/ 16152 w 19007"/>
                <a:gd name="T53" fmla="*/ 17943 h 24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007" h="24203">
                  <a:moveTo>
                    <a:pt x="16152" y="17943"/>
                  </a:moveTo>
                  <a:lnTo>
                    <a:pt x="16123" y="23510"/>
                  </a:lnTo>
                  <a:lnTo>
                    <a:pt x="15661" y="24203"/>
                  </a:lnTo>
                  <a:lnTo>
                    <a:pt x="3374" y="24203"/>
                  </a:lnTo>
                  <a:lnTo>
                    <a:pt x="2913" y="23510"/>
                  </a:lnTo>
                  <a:lnTo>
                    <a:pt x="2884" y="17885"/>
                  </a:lnTo>
                  <a:lnTo>
                    <a:pt x="1211" y="17077"/>
                  </a:lnTo>
                  <a:lnTo>
                    <a:pt x="0" y="14741"/>
                  </a:lnTo>
                  <a:lnTo>
                    <a:pt x="432" y="4644"/>
                  </a:lnTo>
                  <a:lnTo>
                    <a:pt x="2048" y="2279"/>
                  </a:lnTo>
                  <a:lnTo>
                    <a:pt x="4701" y="1096"/>
                  </a:lnTo>
                  <a:lnTo>
                    <a:pt x="4730" y="836"/>
                  </a:lnTo>
                  <a:lnTo>
                    <a:pt x="6836" y="0"/>
                  </a:lnTo>
                  <a:lnTo>
                    <a:pt x="6864" y="1269"/>
                  </a:lnTo>
                  <a:lnTo>
                    <a:pt x="8191" y="8740"/>
                  </a:lnTo>
                  <a:lnTo>
                    <a:pt x="9518" y="14423"/>
                  </a:lnTo>
                  <a:lnTo>
                    <a:pt x="10874" y="8740"/>
                  </a:lnTo>
                  <a:lnTo>
                    <a:pt x="10874" y="8711"/>
                  </a:lnTo>
                  <a:lnTo>
                    <a:pt x="12172" y="1269"/>
                  </a:lnTo>
                  <a:lnTo>
                    <a:pt x="12200" y="0"/>
                  </a:lnTo>
                  <a:lnTo>
                    <a:pt x="14335" y="836"/>
                  </a:lnTo>
                  <a:lnTo>
                    <a:pt x="14364" y="1096"/>
                  </a:lnTo>
                  <a:lnTo>
                    <a:pt x="16988" y="2279"/>
                  </a:lnTo>
                  <a:lnTo>
                    <a:pt x="18575" y="4644"/>
                  </a:lnTo>
                  <a:lnTo>
                    <a:pt x="19007" y="14741"/>
                  </a:lnTo>
                  <a:lnTo>
                    <a:pt x="17854" y="17077"/>
                  </a:lnTo>
                  <a:lnTo>
                    <a:pt x="16152" y="17943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47" name="Line 2012">
              <a:extLst>
                <a:ext uri="{FF2B5EF4-FFF2-40B4-BE49-F238E27FC236}">
                  <a16:creationId xmlns:a16="http://schemas.microsoft.com/office/drawing/2014/main" id="{599B90E2-1CA5-41D7-932F-7A55CD6DF37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795130" y="5491946"/>
              <a:ext cx="0" cy="0"/>
            </a:xfrm>
            <a:prstGeom prst="line">
              <a:avLst/>
            </a:prstGeom>
            <a:noFill/>
            <a:ln w="595313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48" name="Freeform 2013">
              <a:extLst>
                <a:ext uri="{FF2B5EF4-FFF2-40B4-BE49-F238E27FC236}">
                  <a16:creationId xmlns:a16="http://schemas.microsoft.com/office/drawing/2014/main" id="{C6AE34DA-3353-416F-BCD7-BB62FD8C869C}"/>
                </a:ext>
              </a:extLst>
            </p:cNvPr>
            <p:cNvSpPr>
              <a:spLocks/>
            </p:cNvSpPr>
            <p:nvPr/>
          </p:nvSpPr>
          <p:spPr bwMode="gray">
            <a:xfrm>
              <a:off x="5784228" y="5577994"/>
              <a:ext cx="446932" cy="196812"/>
            </a:xfrm>
            <a:custGeom>
              <a:avLst/>
              <a:gdLst>
                <a:gd name="T0" fmla="*/ 429 w 452"/>
                <a:gd name="T1" fmla="*/ 199 h 199"/>
                <a:gd name="T2" fmla="*/ 23 w 452"/>
                <a:gd name="T3" fmla="*/ 199 h 199"/>
                <a:gd name="T4" fmla="*/ 0 w 452"/>
                <a:gd name="T5" fmla="*/ 176 h 199"/>
                <a:gd name="T6" fmla="*/ 0 w 452"/>
                <a:gd name="T7" fmla="*/ 0 h 199"/>
                <a:gd name="T8" fmla="*/ 452 w 452"/>
                <a:gd name="T9" fmla="*/ 0 h 199"/>
                <a:gd name="T10" fmla="*/ 452 w 452"/>
                <a:gd name="T11" fmla="*/ 176 h 199"/>
                <a:gd name="T12" fmla="*/ 429 w 452"/>
                <a:gd name="T1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199">
                  <a:moveTo>
                    <a:pt x="429" y="199"/>
                  </a:moveTo>
                  <a:cubicBezTo>
                    <a:pt x="23" y="199"/>
                    <a:pt x="23" y="199"/>
                    <a:pt x="23" y="199"/>
                  </a:cubicBezTo>
                  <a:cubicBezTo>
                    <a:pt x="14" y="190"/>
                    <a:pt x="9" y="185"/>
                    <a:pt x="0" y="17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2" y="0"/>
                    <a:pt x="452" y="0"/>
                    <a:pt x="452" y="0"/>
                  </a:cubicBezTo>
                  <a:cubicBezTo>
                    <a:pt x="452" y="176"/>
                    <a:pt x="452" y="176"/>
                    <a:pt x="452" y="176"/>
                  </a:cubicBezTo>
                  <a:cubicBezTo>
                    <a:pt x="443" y="185"/>
                    <a:pt x="438" y="190"/>
                    <a:pt x="429" y="199"/>
                  </a:cubicBez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49" name="Freeform 2014">
              <a:extLst>
                <a:ext uri="{FF2B5EF4-FFF2-40B4-BE49-F238E27FC236}">
                  <a16:creationId xmlns:a16="http://schemas.microsoft.com/office/drawing/2014/main" id="{690096E0-7A9C-4F54-80E1-DB6D523CF1AD}"/>
                </a:ext>
              </a:extLst>
            </p:cNvPr>
            <p:cNvSpPr>
              <a:spLocks/>
            </p:cNvSpPr>
            <p:nvPr/>
          </p:nvSpPr>
          <p:spPr bwMode="gray">
            <a:xfrm>
              <a:off x="5797084" y="5609636"/>
              <a:ext cx="189853" cy="729860"/>
            </a:xfrm>
            <a:custGeom>
              <a:avLst/>
              <a:gdLst>
                <a:gd name="T0" fmla="*/ 0 w 192"/>
                <a:gd name="T1" fmla="*/ 47 h 738"/>
                <a:gd name="T2" fmla="*/ 0 w 192"/>
                <a:gd name="T3" fmla="*/ 95 h 738"/>
                <a:gd name="T4" fmla="*/ 0 w 192"/>
                <a:gd name="T5" fmla="*/ 98 h 738"/>
                <a:gd name="T6" fmla="*/ 61 w 192"/>
                <a:gd name="T7" fmla="*/ 738 h 738"/>
                <a:gd name="T8" fmla="*/ 192 w 192"/>
                <a:gd name="T9" fmla="*/ 738 h 738"/>
                <a:gd name="T10" fmla="*/ 192 w 192"/>
                <a:gd name="T11" fmla="*/ 37 h 738"/>
                <a:gd name="T12" fmla="*/ 155 w 192"/>
                <a:gd name="T13" fmla="*/ 0 h 738"/>
                <a:gd name="T14" fmla="*/ 47 w 192"/>
                <a:gd name="T15" fmla="*/ 0 h 738"/>
                <a:gd name="T16" fmla="*/ 0 w 192"/>
                <a:gd name="T17" fmla="*/ 47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2" h="738">
                  <a:moveTo>
                    <a:pt x="0" y="47"/>
                  </a:move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0" y="97"/>
                    <a:pt x="0" y="98"/>
                  </a:cubicBezTo>
                  <a:cubicBezTo>
                    <a:pt x="61" y="738"/>
                    <a:pt x="61" y="738"/>
                    <a:pt x="61" y="738"/>
                  </a:cubicBezTo>
                  <a:cubicBezTo>
                    <a:pt x="192" y="738"/>
                    <a:pt x="192" y="738"/>
                    <a:pt x="192" y="738"/>
                  </a:cubicBezTo>
                  <a:cubicBezTo>
                    <a:pt x="192" y="37"/>
                    <a:pt x="192" y="37"/>
                    <a:pt x="192" y="37"/>
                  </a:cubicBezTo>
                  <a:cubicBezTo>
                    <a:pt x="177" y="23"/>
                    <a:pt x="169" y="14"/>
                    <a:pt x="155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28" y="18"/>
                    <a:pt x="18" y="28"/>
                    <a:pt x="0" y="47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50" name="Freeform 2015">
              <a:extLst>
                <a:ext uri="{FF2B5EF4-FFF2-40B4-BE49-F238E27FC236}">
                  <a16:creationId xmlns:a16="http://schemas.microsoft.com/office/drawing/2014/main" id="{3B9E89AC-D997-432A-A822-1C0B306F54C5}"/>
                </a:ext>
              </a:extLst>
            </p:cNvPr>
            <p:cNvSpPr>
              <a:spLocks/>
            </p:cNvSpPr>
            <p:nvPr/>
          </p:nvSpPr>
          <p:spPr bwMode="gray">
            <a:xfrm>
              <a:off x="6026497" y="5609636"/>
              <a:ext cx="191806" cy="729860"/>
            </a:xfrm>
            <a:custGeom>
              <a:avLst/>
              <a:gdLst>
                <a:gd name="T0" fmla="*/ 0 w 194"/>
                <a:gd name="T1" fmla="*/ 35 h 738"/>
                <a:gd name="T2" fmla="*/ 0 w 194"/>
                <a:gd name="T3" fmla="*/ 738 h 738"/>
                <a:gd name="T4" fmla="*/ 131 w 194"/>
                <a:gd name="T5" fmla="*/ 738 h 738"/>
                <a:gd name="T6" fmla="*/ 194 w 194"/>
                <a:gd name="T7" fmla="*/ 98 h 738"/>
                <a:gd name="T8" fmla="*/ 194 w 194"/>
                <a:gd name="T9" fmla="*/ 95 h 738"/>
                <a:gd name="T10" fmla="*/ 194 w 194"/>
                <a:gd name="T11" fmla="*/ 45 h 738"/>
                <a:gd name="T12" fmla="*/ 149 w 194"/>
                <a:gd name="T13" fmla="*/ 0 h 738"/>
                <a:gd name="T14" fmla="*/ 35 w 194"/>
                <a:gd name="T15" fmla="*/ 0 h 738"/>
                <a:gd name="T16" fmla="*/ 0 w 194"/>
                <a:gd name="T17" fmla="*/ 35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4" h="738">
                  <a:moveTo>
                    <a:pt x="0" y="35"/>
                  </a:moveTo>
                  <a:cubicBezTo>
                    <a:pt x="0" y="738"/>
                    <a:pt x="0" y="738"/>
                    <a:pt x="0" y="738"/>
                  </a:cubicBezTo>
                  <a:cubicBezTo>
                    <a:pt x="131" y="738"/>
                    <a:pt x="131" y="738"/>
                    <a:pt x="131" y="738"/>
                  </a:cubicBezTo>
                  <a:cubicBezTo>
                    <a:pt x="194" y="98"/>
                    <a:pt x="194" y="98"/>
                    <a:pt x="194" y="98"/>
                  </a:cubicBezTo>
                  <a:cubicBezTo>
                    <a:pt x="194" y="97"/>
                    <a:pt x="194" y="96"/>
                    <a:pt x="194" y="95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77" y="27"/>
                    <a:pt x="167" y="17"/>
                    <a:pt x="149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1" y="14"/>
                    <a:pt x="13" y="21"/>
                    <a:pt x="0" y="35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51" name="Freeform 2016">
              <a:extLst>
                <a:ext uri="{FF2B5EF4-FFF2-40B4-BE49-F238E27FC236}">
                  <a16:creationId xmlns:a16="http://schemas.microsoft.com/office/drawing/2014/main" id="{F80483E0-3D7D-446E-83EB-77F8C8A6F4E9}"/>
                </a:ext>
              </a:extLst>
            </p:cNvPr>
            <p:cNvSpPr>
              <a:spLocks/>
            </p:cNvSpPr>
            <p:nvPr/>
          </p:nvSpPr>
          <p:spPr bwMode="gray">
            <a:xfrm>
              <a:off x="6029446" y="6255436"/>
              <a:ext cx="174049" cy="84058"/>
            </a:xfrm>
            <a:custGeom>
              <a:avLst/>
              <a:gdLst>
                <a:gd name="T0" fmla="*/ 5077 w 5077"/>
                <a:gd name="T1" fmla="*/ 2452 h 2452"/>
                <a:gd name="T2" fmla="*/ 0 w 5077"/>
                <a:gd name="T3" fmla="*/ 2452 h 2452"/>
                <a:gd name="T4" fmla="*/ 0 w 5077"/>
                <a:gd name="T5" fmla="*/ 2336 h 2452"/>
                <a:gd name="T6" fmla="*/ 895 w 5077"/>
                <a:gd name="T7" fmla="*/ 0 h 2452"/>
                <a:gd name="T8" fmla="*/ 3952 w 5077"/>
                <a:gd name="T9" fmla="*/ 0 h 2452"/>
                <a:gd name="T10" fmla="*/ 5077 w 5077"/>
                <a:gd name="T11" fmla="*/ 2452 h 2452"/>
                <a:gd name="T12" fmla="*/ 5077 w 5077"/>
                <a:gd name="T13" fmla="*/ 2452 h 2452"/>
                <a:gd name="T14" fmla="*/ 5077 w 5077"/>
                <a:gd name="T15" fmla="*/ 2452 h 2452"/>
                <a:gd name="T16" fmla="*/ 5077 w 5077"/>
                <a:gd name="T17" fmla="*/ 2452 h 2452"/>
                <a:gd name="T18" fmla="*/ 5077 w 5077"/>
                <a:gd name="T19" fmla="*/ 2452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77" h="2452">
                  <a:moveTo>
                    <a:pt x="5077" y="2452"/>
                  </a:moveTo>
                  <a:lnTo>
                    <a:pt x="0" y="2452"/>
                  </a:lnTo>
                  <a:lnTo>
                    <a:pt x="0" y="2336"/>
                  </a:lnTo>
                  <a:lnTo>
                    <a:pt x="895" y="0"/>
                  </a:lnTo>
                  <a:lnTo>
                    <a:pt x="3952" y="0"/>
                  </a:lnTo>
                  <a:lnTo>
                    <a:pt x="5077" y="2452"/>
                  </a:lnTo>
                  <a:lnTo>
                    <a:pt x="5077" y="2452"/>
                  </a:lnTo>
                  <a:lnTo>
                    <a:pt x="5077" y="2452"/>
                  </a:lnTo>
                  <a:lnTo>
                    <a:pt x="5077" y="2452"/>
                  </a:lnTo>
                  <a:lnTo>
                    <a:pt x="5077" y="2452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52" name="Freeform 2017">
              <a:extLst>
                <a:ext uri="{FF2B5EF4-FFF2-40B4-BE49-F238E27FC236}">
                  <a16:creationId xmlns:a16="http://schemas.microsoft.com/office/drawing/2014/main" id="{6F06C050-5E58-4BAE-A646-AEA7A4DA6354}"/>
                </a:ext>
              </a:extLst>
            </p:cNvPr>
            <p:cNvSpPr>
              <a:spLocks/>
            </p:cNvSpPr>
            <p:nvPr/>
          </p:nvSpPr>
          <p:spPr bwMode="gray">
            <a:xfrm>
              <a:off x="5810934" y="6255436"/>
              <a:ext cx="173054" cy="84058"/>
            </a:xfrm>
            <a:custGeom>
              <a:avLst/>
              <a:gdLst>
                <a:gd name="T0" fmla="*/ 5048 w 5048"/>
                <a:gd name="T1" fmla="*/ 2336 h 2452"/>
                <a:gd name="T2" fmla="*/ 5048 w 5048"/>
                <a:gd name="T3" fmla="*/ 2452 h 2452"/>
                <a:gd name="T4" fmla="*/ 0 w 5048"/>
                <a:gd name="T5" fmla="*/ 2452 h 2452"/>
                <a:gd name="T6" fmla="*/ 1096 w 5048"/>
                <a:gd name="T7" fmla="*/ 0 h 2452"/>
                <a:gd name="T8" fmla="*/ 4182 w 5048"/>
                <a:gd name="T9" fmla="*/ 0 h 2452"/>
                <a:gd name="T10" fmla="*/ 5048 w 5048"/>
                <a:gd name="T11" fmla="*/ 2336 h 2452"/>
                <a:gd name="T12" fmla="*/ 5048 w 5048"/>
                <a:gd name="T13" fmla="*/ 2336 h 2452"/>
                <a:gd name="T14" fmla="*/ 5048 w 5048"/>
                <a:gd name="T15" fmla="*/ 2336 h 2452"/>
                <a:gd name="T16" fmla="*/ 5048 w 5048"/>
                <a:gd name="T17" fmla="*/ 2336 h 2452"/>
                <a:gd name="T18" fmla="*/ 5048 w 5048"/>
                <a:gd name="T19" fmla="*/ 2336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8" h="2452">
                  <a:moveTo>
                    <a:pt x="5048" y="2336"/>
                  </a:moveTo>
                  <a:lnTo>
                    <a:pt x="5048" y="2452"/>
                  </a:lnTo>
                  <a:lnTo>
                    <a:pt x="0" y="2452"/>
                  </a:lnTo>
                  <a:lnTo>
                    <a:pt x="1096" y="0"/>
                  </a:lnTo>
                  <a:lnTo>
                    <a:pt x="4182" y="0"/>
                  </a:lnTo>
                  <a:lnTo>
                    <a:pt x="5048" y="2336"/>
                  </a:lnTo>
                  <a:lnTo>
                    <a:pt x="5048" y="2336"/>
                  </a:lnTo>
                  <a:lnTo>
                    <a:pt x="5048" y="2336"/>
                  </a:lnTo>
                  <a:lnTo>
                    <a:pt x="5048" y="2336"/>
                  </a:lnTo>
                  <a:lnTo>
                    <a:pt x="5048" y="2336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53" name="Freeform 2018">
              <a:extLst>
                <a:ext uri="{FF2B5EF4-FFF2-40B4-BE49-F238E27FC236}">
                  <a16:creationId xmlns:a16="http://schemas.microsoft.com/office/drawing/2014/main" id="{01012B9F-2EBE-451A-A55C-05D382963127}"/>
                </a:ext>
              </a:extLst>
            </p:cNvPr>
            <p:cNvSpPr>
              <a:spLocks/>
            </p:cNvSpPr>
            <p:nvPr/>
          </p:nvSpPr>
          <p:spPr bwMode="gray">
            <a:xfrm>
              <a:off x="6212375" y="5152762"/>
              <a:ext cx="29688" cy="368873"/>
            </a:xfrm>
            <a:custGeom>
              <a:avLst/>
              <a:gdLst>
                <a:gd name="T0" fmla="*/ 606 w 866"/>
                <a:gd name="T1" fmla="*/ 10760 h 10760"/>
                <a:gd name="T2" fmla="*/ 375 w 866"/>
                <a:gd name="T3" fmla="*/ 6779 h 10760"/>
                <a:gd name="T4" fmla="*/ 866 w 866"/>
                <a:gd name="T5" fmla="*/ 29 h 10760"/>
                <a:gd name="T6" fmla="*/ 491 w 866"/>
                <a:gd name="T7" fmla="*/ 0 h 10760"/>
                <a:gd name="T8" fmla="*/ 0 w 866"/>
                <a:gd name="T9" fmla="*/ 6779 h 10760"/>
                <a:gd name="T10" fmla="*/ 145 w 866"/>
                <a:gd name="T11" fmla="*/ 10760 h 10760"/>
                <a:gd name="T12" fmla="*/ 606 w 866"/>
                <a:gd name="T13" fmla="*/ 10760 h 10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6" h="10760">
                  <a:moveTo>
                    <a:pt x="606" y="10760"/>
                  </a:moveTo>
                  <a:lnTo>
                    <a:pt x="375" y="6779"/>
                  </a:lnTo>
                  <a:lnTo>
                    <a:pt x="866" y="29"/>
                  </a:lnTo>
                  <a:lnTo>
                    <a:pt x="491" y="0"/>
                  </a:lnTo>
                  <a:lnTo>
                    <a:pt x="0" y="6779"/>
                  </a:lnTo>
                  <a:lnTo>
                    <a:pt x="145" y="10760"/>
                  </a:lnTo>
                  <a:lnTo>
                    <a:pt x="606" y="1076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54" name="Freeform 2019">
              <a:extLst>
                <a:ext uri="{FF2B5EF4-FFF2-40B4-BE49-F238E27FC236}">
                  <a16:creationId xmlns:a16="http://schemas.microsoft.com/office/drawing/2014/main" id="{34C458DB-F9E9-4327-8627-794B102EE9DD}"/>
                </a:ext>
              </a:extLst>
            </p:cNvPr>
            <p:cNvSpPr>
              <a:spLocks/>
            </p:cNvSpPr>
            <p:nvPr/>
          </p:nvSpPr>
          <p:spPr bwMode="gray">
            <a:xfrm>
              <a:off x="5838633" y="4920366"/>
              <a:ext cx="339150" cy="601269"/>
            </a:xfrm>
            <a:custGeom>
              <a:avLst/>
              <a:gdLst>
                <a:gd name="T0" fmla="*/ 4759 w 9893"/>
                <a:gd name="T1" fmla="*/ 13154 h 17539"/>
                <a:gd name="T2" fmla="*/ 4759 w 9893"/>
                <a:gd name="T3" fmla="*/ 13154 h 17539"/>
                <a:gd name="T4" fmla="*/ 4759 w 9893"/>
                <a:gd name="T5" fmla="*/ 17539 h 17539"/>
                <a:gd name="T6" fmla="*/ 5163 w 9893"/>
                <a:gd name="T7" fmla="*/ 17539 h 17539"/>
                <a:gd name="T8" fmla="*/ 5163 w 9893"/>
                <a:gd name="T9" fmla="*/ 13125 h 17539"/>
                <a:gd name="T10" fmla="*/ 5134 w 9893"/>
                <a:gd name="T11" fmla="*/ 13125 h 17539"/>
                <a:gd name="T12" fmla="*/ 7874 w 9893"/>
                <a:gd name="T13" fmla="*/ 6548 h 17539"/>
                <a:gd name="T14" fmla="*/ 9893 w 9893"/>
                <a:gd name="T15" fmla="*/ 1154 h 17539"/>
                <a:gd name="T16" fmla="*/ 9431 w 9893"/>
                <a:gd name="T17" fmla="*/ 461 h 17539"/>
                <a:gd name="T18" fmla="*/ 9864 w 9893"/>
                <a:gd name="T19" fmla="*/ 375 h 17539"/>
                <a:gd name="T20" fmla="*/ 9806 w 9893"/>
                <a:gd name="T21" fmla="*/ 0 h 17539"/>
                <a:gd name="T22" fmla="*/ 8797 w 9893"/>
                <a:gd name="T23" fmla="*/ 144 h 17539"/>
                <a:gd name="T24" fmla="*/ 9460 w 9893"/>
                <a:gd name="T25" fmla="*/ 1182 h 17539"/>
                <a:gd name="T26" fmla="*/ 7528 w 9893"/>
                <a:gd name="T27" fmla="*/ 6433 h 17539"/>
                <a:gd name="T28" fmla="*/ 4961 w 9893"/>
                <a:gd name="T29" fmla="*/ 12606 h 17539"/>
                <a:gd name="T30" fmla="*/ 461 w 9893"/>
                <a:gd name="T31" fmla="*/ 1182 h 17539"/>
                <a:gd name="T32" fmla="*/ 1096 w 9893"/>
                <a:gd name="T33" fmla="*/ 144 h 17539"/>
                <a:gd name="T34" fmla="*/ 86 w 9893"/>
                <a:gd name="T35" fmla="*/ 0 h 17539"/>
                <a:gd name="T36" fmla="*/ 29 w 9893"/>
                <a:gd name="T37" fmla="*/ 375 h 17539"/>
                <a:gd name="T38" fmla="*/ 461 w 9893"/>
                <a:gd name="T39" fmla="*/ 461 h 17539"/>
                <a:gd name="T40" fmla="*/ 0 w 9893"/>
                <a:gd name="T41" fmla="*/ 1154 h 17539"/>
                <a:gd name="T42" fmla="*/ 4759 w 9893"/>
                <a:gd name="T43" fmla="*/ 13154 h 17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9893" h="17539">
                  <a:moveTo>
                    <a:pt x="4759" y="13154"/>
                  </a:moveTo>
                  <a:lnTo>
                    <a:pt x="4759" y="13154"/>
                  </a:lnTo>
                  <a:lnTo>
                    <a:pt x="4759" y="17539"/>
                  </a:lnTo>
                  <a:lnTo>
                    <a:pt x="5163" y="17539"/>
                  </a:lnTo>
                  <a:lnTo>
                    <a:pt x="5163" y="13125"/>
                  </a:lnTo>
                  <a:lnTo>
                    <a:pt x="5134" y="13125"/>
                  </a:lnTo>
                  <a:lnTo>
                    <a:pt x="7874" y="6548"/>
                  </a:lnTo>
                  <a:lnTo>
                    <a:pt x="9893" y="1154"/>
                  </a:lnTo>
                  <a:lnTo>
                    <a:pt x="9431" y="461"/>
                  </a:lnTo>
                  <a:lnTo>
                    <a:pt x="9864" y="375"/>
                  </a:lnTo>
                  <a:lnTo>
                    <a:pt x="9806" y="0"/>
                  </a:lnTo>
                  <a:lnTo>
                    <a:pt x="8797" y="144"/>
                  </a:lnTo>
                  <a:lnTo>
                    <a:pt x="9460" y="1182"/>
                  </a:lnTo>
                  <a:lnTo>
                    <a:pt x="7528" y="6433"/>
                  </a:lnTo>
                  <a:lnTo>
                    <a:pt x="4961" y="12606"/>
                  </a:lnTo>
                  <a:lnTo>
                    <a:pt x="461" y="1182"/>
                  </a:lnTo>
                  <a:lnTo>
                    <a:pt x="1096" y="144"/>
                  </a:lnTo>
                  <a:lnTo>
                    <a:pt x="86" y="0"/>
                  </a:lnTo>
                  <a:lnTo>
                    <a:pt x="29" y="375"/>
                  </a:lnTo>
                  <a:lnTo>
                    <a:pt x="461" y="461"/>
                  </a:lnTo>
                  <a:lnTo>
                    <a:pt x="0" y="1154"/>
                  </a:lnTo>
                  <a:lnTo>
                    <a:pt x="4759" y="13154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55" name="Freeform 2020">
              <a:extLst>
                <a:ext uri="{FF2B5EF4-FFF2-40B4-BE49-F238E27FC236}">
                  <a16:creationId xmlns:a16="http://schemas.microsoft.com/office/drawing/2014/main" id="{3BBA64E2-733D-4CC3-84BB-CC7CC313890F}"/>
                </a:ext>
              </a:extLst>
            </p:cNvPr>
            <p:cNvSpPr>
              <a:spLocks/>
            </p:cNvSpPr>
            <p:nvPr/>
          </p:nvSpPr>
          <p:spPr bwMode="gray">
            <a:xfrm>
              <a:off x="5775349" y="5152762"/>
              <a:ext cx="29654" cy="368873"/>
            </a:xfrm>
            <a:custGeom>
              <a:avLst/>
              <a:gdLst>
                <a:gd name="T0" fmla="*/ 231 w 865"/>
                <a:gd name="T1" fmla="*/ 10760 h 10760"/>
                <a:gd name="T2" fmla="*/ 634 w 865"/>
                <a:gd name="T3" fmla="*/ 10760 h 10760"/>
                <a:gd name="T4" fmla="*/ 865 w 865"/>
                <a:gd name="T5" fmla="*/ 6779 h 10760"/>
                <a:gd name="T6" fmla="*/ 865 w 865"/>
                <a:gd name="T7" fmla="*/ 6779 h 10760"/>
                <a:gd name="T8" fmla="*/ 375 w 865"/>
                <a:gd name="T9" fmla="*/ 0 h 10760"/>
                <a:gd name="T10" fmla="*/ 0 w 865"/>
                <a:gd name="T11" fmla="*/ 29 h 10760"/>
                <a:gd name="T12" fmla="*/ 461 w 865"/>
                <a:gd name="T13" fmla="*/ 6779 h 10760"/>
                <a:gd name="T14" fmla="*/ 231 w 865"/>
                <a:gd name="T15" fmla="*/ 10760 h 10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5" h="10760">
                  <a:moveTo>
                    <a:pt x="231" y="10760"/>
                  </a:moveTo>
                  <a:lnTo>
                    <a:pt x="634" y="10760"/>
                  </a:lnTo>
                  <a:lnTo>
                    <a:pt x="865" y="6779"/>
                  </a:lnTo>
                  <a:lnTo>
                    <a:pt x="865" y="6779"/>
                  </a:lnTo>
                  <a:lnTo>
                    <a:pt x="375" y="0"/>
                  </a:lnTo>
                  <a:lnTo>
                    <a:pt x="0" y="29"/>
                  </a:lnTo>
                  <a:lnTo>
                    <a:pt x="461" y="6779"/>
                  </a:lnTo>
                  <a:lnTo>
                    <a:pt x="231" y="1076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56" name="Freeform 2021">
              <a:extLst>
                <a:ext uri="{FF2B5EF4-FFF2-40B4-BE49-F238E27FC236}">
                  <a16:creationId xmlns:a16="http://schemas.microsoft.com/office/drawing/2014/main" id="{E02319B0-5B45-4604-B77E-6951EC913D76}"/>
                </a:ext>
              </a:extLst>
            </p:cNvPr>
            <p:cNvSpPr>
              <a:spLocks/>
            </p:cNvSpPr>
            <p:nvPr/>
          </p:nvSpPr>
          <p:spPr bwMode="gray">
            <a:xfrm>
              <a:off x="5777338" y="5340661"/>
              <a:ext cx="464725" cy="140419"/>
            </a:xfrm>
            <a:custGeom>
              <a:avLst/>
              <a:gdLst>
                <a:gd name="T0" fmla="*/ 13354 w 13556"/>
                <a:gd name="T1" fmla="*/ 0 h 4096"/>
                <a:gd name="T2" fmla="*/ 9922 w 13556"/>
                <a:gd name="T3" fmla="*/ 2538 h 4096"/>
                <a:gd name="T4" fmla="*/ 3691 w 13556"/>
                <a:gd name="T5" fmla="*/ 2538 h 4096"/>
                <a:gd name="T6" fmla="*/ 173 w 13556"/>
                <a:gd name="T7" fmla="*/ 0 h 4096"/>
                <a:gd name="T8" fmla="*/ 144 w 13556"/>
                <a:gd name="T9" fmla="*/ 606 h 4096"/>
                <a:gd name="T10" fmla="*/ 86 w 13556"/>
                <a:gd name="T11" fmla="*/ 1356 h 4096"/>
                <a:gd name="T12" fmla="*/ 0 w 13556"/>
                <a:gd name="T13" fmla="*/ 4096 h 4096"/>
                <a:gd name="T14" fmla="*/ 13556 w 13556"/>
                <a:gd name="T15" fmla="*/ 4067 h 4096"/>
                <a:gd name="T16" fmla="*/ 13412 w 13556"/>
                <a:gd name="T17" fmla="*/ 1327 h 4096"/>
                <a:gd name="T18" fmla="*/ 13354 w 13556"/>
                <a:gd name="T19" fmla="*/ 0 h 4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56" h="4096">
                  <a:moveTo>
                    <a:pt x="13354" y="0"/>
                  </a:moveTo>
                  <a:lnTo>
                    <a:pt x="9922" y="2538"/>
                  </a:lnTo>
                  <a:lnTo>
                    <a:pt x="3691" y="2538"/>
                  </a:lnTo>
                  <a:lnTo>
                    <a:pt x="173" y="0"/>
                  </a:lnTo>
                  <a:lnTo>
                    <a:pt x="144" y="606"/>
                  </a:lnTo>
                  <a:lnTo>
                    <a:pt x="86" y="1356"/>
                  </a:lnTo>
                  <a:lnTo>
                    <a:pt x="0" y="4096"/>
                  </a:lnTo>
                  <a:lnTo>
                    <a:pt x="13556" y="4067"/>
                  </a:lnTo>
                  <a:lnTo>
                    <a:pt x="13412" y="1327"/>
                  </a:lnTo>
                  <a:lnTo>
                    <a:pt x="13354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57" name="Freeform 2022">
              <a:extLst>
                <a:ext uri="{FF2B5EF4-FFF2-40B4-BE49-F238E27FC236}">
                  <a16:creationId xmlns:a16="http://schemas.microsoft.com/office/drawing/2014/main" id="{21490515-385A-43E7-8ECD-DBDF75F3D537}"/>
                </a:ext>
              </a:extLst>
            </p:cNvPr>
            <p:cNvSpPr>
              <a:spLocks/>
            </p:cNvSpPr>
            <p:nvPr/>
          </p:nvSpPr>
          <p:spPr bwMode="gray">
            <a:xfrm>
              <a:off x="6032428" y="5420743"/>
              <a:ext cx="138430" cy="60336"/>
            </a:xfrm>
            <a:custGeom>
              <a:avLst/>
              <a:gdLst>
                <a:gd name="T0" fmla="*/ 4038 w 4038"/>
                <a:gd name="T1" fmla="*/ 1760 h 1760"/>
                <a:gd name="T2" fmla="*/ 0 w 4038"/>
                <a:gd name="T3" fmla="*/ 1760 h 1760"/>
                <a:gd name="T4" fmla="*/ 0 w 4038"/>
                <a:gd name="T5" fmla="*/ 1674 h 1760"/>
                <a:gd name="T6" fmla="*/ 692 w 4038"/>
                <a:gd name="T7" fmla="*/ 0 h 1760"/>
                <a:gd name="T8" fmla="*/ 3144 w 4038"/>
                <a:gd name="T9" fmla="*/ 0 h 1760"/>
                <a:gd name="T10" fmla="*/ 4038 w 4038"/>
                <a:gd name="T11" fmla="*/ 1760 h 1760"/>
                <a:gd name="T12" fmla="*/ 4038 w 4038"/>
                <a:gd name="T13" fmla="*/ 1760 h 1760"/>
                <a:gd name="T14" fmla="*/ 4038 w 4038"/>
                <a:gd name="T15" fmla="*/ 1760 h 1760"/>
                <a:gd name="T16" fmla="*/ 4038 w 4038"/>
                <a:gd name="T17" fmla="*/ 1760 h 1760"/>
                <a:gd name="T18" fmla="*/ 4038 w 4038"/>
                <a:gd name="T19" fmla="*/ 176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38" h="1760">
                  <a:moveTo>
                    <a:pt x="4038" y="1760"/>
                  </a:moveTo>
                  <a:lnTo>
                    <a:pt x="0" y="1760"/>
                  </a:lnTo>
                  <a:lnTo>
                    <a:pt x="0" y="1674"/>
                  </a:lnTo>
                  <a:lnTo>
                    <a:pt x="692" y="0"/>
                  </a:lnTo>
                  <a:lnTo>
                    <a:pt x="3144" y="0"/>
                  </a:lnTo>
                  <a:lnTo>
                    <a:pt x="4038" y="1760"/>
                  </a:lnTo>
                  <a:lnTo>
                    <a:pt x="4038" y="1760"/>
                  </a:lnTo>
                  <a:lnTo>
                    <a:pt x="4038" y="1760"/>
                  </a:lnTo>
                  <a:lnTo>
                    <a:pt x="4038" y="1760"/>
                  </a:lnTo>
                  <a:lnTo>
                    <a:pt x="4038" y="1760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58" name="Freeform 2024">
              <a:extLst>
                <a:ext uri="{FF2B5EF4-FFF2-40B4-BE49-F238E27FC236}">
                  <a16:creationId xmlns:a16="http://schemas.microsoft.com/office/drawing/2014/main" id="{9D00006B-3993-49BB-BDEC-F5C3DB867B1A}"/>
                </a:ext>
              </a:extLst>
            </p:cNvPr>
            <p:cNvSpPr>
              <a:spLocks/>
            </p:cNvSpPr>
            <p:nvPr/>
          </p:nvSpPr>
          <p:spPr bwMode="gray">
            <a:xfrm>
              <a:off x="5844564" y="5420743"/>
              <a:ext cx="139425" cy="60336"/>
            </a:xfrm>
            <a:custGeom>
              <a:avLst/>
              <a:gdLst>
                <a:gd name="T0" fmla="*/ 4067 w 4067"/>
                <a:gd name="T1" fmla="*/ 1674 h 1760"/>
                <a:gd name="T2" fmla="*/ 4067 w 4067"/>
                <a:gd name="T3" fmla="*/ 1760 h 1760"/>
                <a:gd name="T4" fmla="*/ 0 w 4067"/>
                <a:gd name="T5" fmla="*/ 1760 h 1760"/>
                <a:gd name="T6" fmla="*/ 894 w 4067"/>
                <a:gd name="T7" fmla="*/ 0 h 1760"/>
                <a:gd name="T8" fmla="*/ 3346 w 4067"/>
                <a:gd name="T9" fmla="*/ 0 h 1760"/>
                <a:gd name="T10" fmla="*/ 4067 w 4067"/>
                <a:gd name="T11" fmla="*/ 1674 h 1760"/>
                <a:gd name="T12" fmla="*/ 4067 w 4067"/>
                <a:gd name="T13" fmla="*/ 1674 h 1760"/>
                <a:gd name="T14" fmla="*/ 4067 w 4067"/>
                <a:gd name="T15" fmla="*/ 1674 h 1760"/>
                <a:gd name="T16" fmla="*/ 4067 w 4067"/>
                <a:gd name="T17" fmla="*/ 1674 h 1760"/>
                <a:gd name="T18" fmla="*/ 4067 w 4067"/>
                <a:gd name="T19" fmla="*/ 1674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67" h="1760">
                  <a:moveTo>
                    <a:pt x="4067" y="1674"/>
                  </a:moveTo>
                  <a:lnTo>
                    <a:pt x="4067" y="1760"/>
                  </a:lnTo>
                  <a:lnTo>
                    <a:pt x="0" y="1760"/>
                  </a:lnTo>
                  <a:lnTo>
                    <a:pt x="894" y="0"/>
                  </a:lnTo>
                  <a:lnTo>
                    <a:pt x="3346" y="0"/>
                  </a:lnTo>
                  <a:lnTo>
                    <a:pt x="4067" y="1674"/>
                  </a:lnTo>
                  <a:lnTo>
                    <a:pt x="4067" y="1674"/>
                  </a:lnTo>
                  <a:lnTo>
                    <a:pt x="4067" y="1674"/>
                  </a:lnTo>
                  <a:lnTo>
                    <a:pt x="4067" y="1674"/>
                  </a:lnTo>
                  <a:lnTo>
                    <a:pt x="4067" y="167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59" name="Rectangle 2025">
              <a:extLst>
                <a:ext uri="{FF2B5EF4-FFF2-40B4-BE49-F238E27FC236}">
                  <a16:creationId xmlns:a16="http://schemas.microsoft.com/office/drawing/2014/main" id="{46A017E6-1047-4E06-A90C-84E0CBB9249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002775" y="5427669"/>
              <a:ext cx="12856" cy="52417"/>
            </a:xfrm>
            <a:prstGeom prst="rect">
              <a:avLst/>
            </a:pr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60" name="Freeform 2026">
              <a:extLst>
                <a:ext uri="{FF2B5EF4-FFF2-40B4-BE49-F238E27FC236}">
                  <a16:creationId xmlns:a16="http://schemas.microsoft.com/office/drawing/2014/main" id="{26298031-5FA8-4CD3-BF9A-64E644E876DB}"/>
                </a:ext>
              </a:extLst>
            </p:cNvPr>
            <p:cNvSpPr>
              <a:spLocks/>
            </p:cNvSpPr>
            <p:nvPr/>
          </p:nvSpPr>
          <p:spPr bwMode="gray">
            <a:xfrm>
              <a:off x="5704145" y="5446488"/>
              <a:ext cx="607131" cy="48441"/>
            </a:xfrm>
            <a:custGeom>
              <a:avLst/>
              <a:gdLst>
                <a:gd name="T0" fmla="*/ 614 w 614"/>
                <a:gd name="T1" fmla="*/ 49 h 49"/>
                <a:gd name="T2" fmla="*/ 0 w 614"/>
                <a:gd name="T3" fmla="*/ 49 h 49"/>
                <a:gd name="T4" fmla="*/ 0 w 614"/>
                <a:gd name="T5" fmla="*/ 45 h 49"/>
                <a:gd name="T6" fmla="*/ 45 w 614"/>
                <a:gd name="T7" fmla="*/ 0 h 49"/>
                <a:gd name="T8" fmla="*/ 569 w 614"/>
                <a:gd name="T9" fmla="*/ 0 h 49"/>
                <a:gd name="T10" fmla="*/ 614 w 614"/>
                <a:gd name="T11" fmla="*/ 45 h 49"/>
                <a:gd name="T12" fmla="*/ 614 w 614"/>
                <a:gd name="T13" fmla="*/ 4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4" h="49">
                  <a:moveTo>
                    <a:pt x="614" y="49"/>
                  </a:moveTo>
                  <a:cubicBezTo>
                    <a:pt x="0" y="49"/>
                    <a:pt x="0" y="49"/>
                    <a:pt x="0" y="49"/>
                  </a:cubicBezTo>
                  <a:cubicBezTo>
                    <a:pt x="0" y="45"/>
                    <a:pt x="0" y="45"/>
                    <a:pt x="0" y="45"/>
                  </a:cubicBezTo>
                  <a:cubicBezTo>
                    <a:pt x="17" y="27"/>
                    <a:pt x="27" y="17"/>
                    <a:pt x="45" y="0"/>
                  </a:cubicBezTo>
                  <a:cubicBezTo>
                    <a:pt x="569" y="0"/>
                    <a:pt x="569" y="0"/>
                    <a:pt x="569" y="0"/>
                  </a:cubicBezTo>
                  <a:cubicBezTo>
                    <a:pt x="587" y="17"/>
                    <a:pt x="596" y="27"/>
                    <a:pt x="614" y="45"/>
                  </a:cubicBezTo>
                  <a:lnTo>
                    <a:pt x="614" y="49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61" name="Freeform 2027">
              <a:extLst>
                <a:ext uri="{FF2B5EF4-FFF2-40B4-BE49-F238E27FC236}">
                  <a16:creationId xmlns:a16="http://schemas.microsoft.com/office/drawing/2014/main" id="{C84B1228-A7A8-4490-A93A-D912B7E04D12}"/>
                </a:ext>
              </a:extLst>
            </p:cNvPr>
            <p:cNvSpPr>
              <a:spLocks/>
            </p:cNvSpPr>
            <p:nvPr/>
          </p:nvSpPr>
          <p:spPr bwMode="gray">
            <a:xfrm>
              <a:off x="5738771" y="5087490"/>
              <a:ext cx="537882" cy="382722"/>
            </a:xfrm>
            <a:custGeom>
              <a:avLst/>
              <a:gdLst>
                <a:gd name="T0" fmla="*/ 521 w 544"/>
                <a:gd name="T1" fmla="*/ 387 h 387"/>
                <a:gd name="T2" fmla="*/ 23 w 544"/>
                <a:gd name="T3" fmla="*/ 387 h 387"/>
                <a:gd name="T4" fmla="*/ 0 w 544"/>
                <a:gd name="T5" fmla="*/ 364 h 387"/>
                <a:gd name="T6" fmla="*/ 0 w 544"/>
                <a:gd name="T7" fmla="*/ 24 h 387"/>
                <a:gd name="T8" fmla="*/ 23 w 544"/>
                <a:gd name="T9" fmla="*/ 0 h 387"/>
                <a:gd name="T10" fmla="*/ 521 w 544"/>
                <a:gd name="T11" fmla="*/ 0 h 387"/>
                <a:gd name="T12" fmla="*/ 544 w 544"/>
                <a:gd name="T13" fmla="*/ 24 h 387"/>
                <a:gd name="T14" fmla="*/ 544 w 544"/>
                <a:gd name="T15" fmla="*/ 364 h 387"/>
                <a:gd name="T16" fmla="*/ 521 w 544"/>
                <a:gd name="T17" fmla="*/ 387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4" h="387">
                  <a:moveTo>
                    <a:pt x="521" y="387"/>
                  </a:moveTo>
                  <a:cubicBezTo>
                    <a:pt x="23" y="387"/>
                    <a:pt x="23" y="387"/>
                    <a:pt x="23" y="387"/>
                  </a:cubicBezTo>
                  <a:cubicBezTo>
                    <a:pt x="10" y="387"/>
                    <a:pt x="0" y="377"/>
                    <a:pt x="0" y="36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11"/>
                    <a:pt x="10" y="0"/>
                    <a:pt x="23" y="0"/>
                  </a:cubicBezTo>
                  <a:cubicBezTo>
                    <a:pt x="521" y="0"/>
                    <a:pt x="521" y="0"/>
                    <a:pt x="521" y="0"/>
                  </a:cubicBezTo>
                  <a:cubicBezTo>
                    <a:pt x="534" y="0"/>
                    <a:pt x="544" y="11"/>
                    <a:pt x="544" y="24"/>
                  </a:cubicBezTo>
                  <a:cubicBezTo>
                    <a:pt x="544" y="364"/>
                    <a:pt x="544" y="364"/>
                    <a:pt x="544" y="364"/>
                  </a:cubicBezTo>
                  <a:cubicBezTo>
                    <a:pt x="544" y="377"/>
                    <a:pt x="534" y="387"/>
                    <a:pt x="521" y="387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62" name="Oval 2028">
              <a:extLst>
                <a:ext uri="{FF2B5EF4-FFF2-40B4-BE49-F238E27FC236}">
                  <a16:creationId xmlns:a16="http://schemas.microsoft.com/office/drawing/2014/main" id="{3C2FE1EF-B284-4F53-868E-AE9B53E37AEC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957283" y="5198255"/>
              <a:ext cx="104800" cy="104833"/>
            </a:xfrm>
            <a:prstGeom prst="ellipse">
              <a:avLst/>
            </a:prstGeom>
            <a:solidFill>
              <a:srgbClr val="879B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63" name="Freeform 2029">
              <a:extLst>
                <a:ext uri="{FF2B5EF4-FFF2-40B4-BE49-F238E27FC236}">
                  <a16:creationId xmlns:a16="http://schemas.microsoft.com/office/drawing/2014/main" id="{2EBBA95A-74DF-4DC4-A03D-796CE13F1401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774807"/>
              <a:ext cx="534933" cy="55365"/>
            </a:xfrm>
            <a:custGeom>
              <a:avLst/>
              <a:gdLst>
                <a:gd name="T0" fmla="*/ 486 w 541"/>
                <a:gd name="T1" fmla="*/ 0 h 56"/>
                <a:gd name="T2" fmla="*/ 56 w 541"/>
                <a:gd name="T3" fmla="*/ 0 h 56"/>
                <a:gd name="T4" fmla="*/ 0 w 541"/>
                <a:gd name="T5" fmla="*/ 56 h 56"/>
                <a:gd name="T6" fmla="*/ 541 w 541"/>
                <a:gd name="T7" fmla="*/ 56 h 56"/>
                <a:gd name="T8" fmla="*/ 486 w 541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1" h="56">
                  <a:moveTo>
                    <a:pt x="48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541" y="56"/>
                    <a:pt x="541" y="56"/>
                    <a:pt x="541" y="56"/>
                  </a:cubicBezTo>
                  <a:cubicBezTo>
                    <a:pt x="541" y="25"/>
                    <a:pt x="516" y="0"/>
                    <a:pt x="486" y="0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64" name="Freeform 2030">
              <a:extLst>
                <a:ext uri="{FF2B5EF4-FFF2-40B4-BE49-F238E27FC236}">
                  <a16:creationId xmlns:a16="http://schemas.microsoft.com/office/drawing/2014/main" id="{8F8594DF-A135-41C5-89E6-DE763B51EFE3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830171"/>
              <a:ext cx="534933" cy="37573"/>
            </a:xfrm>
            <a:custGeom>
              <a:avLst/>
              <a:gdLst>
                <a:gd name="T0" fmla="*/ 0 w 15604"/>
                <a:gd name="T1" fmla="*/ 0 h 1096"/>
                <a:gd name="T2" fmla="*/ 15604 w 15604"/>
                <a:gd name="T3" fmla="*/ 0 h 1096"/>
                <a:gd name="T4" fmla="*/ 15604 w 15604"/>
                <a:gd name="T5" fmla="*/ 1096 h 1096"/>
                <a:gd name="T6" fmla="*/ 0 w 15604"/>
                <a:gd name="T7" fmla="*/ 1096 h 1096"/>
                <a:gd name="T8" fmla="*/ 0 w 15604"/>
                <a:gd name="T9" fmla="*/ 0 h 1096"/>
                <a:gd name="T10" fmla="*/ 0 w 15604"/>
                <a:gd name="T1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604" h="1096">
                  <a:moveTo>
                    <a:pt x="0" y="0"/>
                  </a:moveTo>
                  <a:lnTo>
                    <a:pt x="15604" y="0"/>
                  </a:lnTo>
                  <a:lnTo>
                    <a:pt x="15604" y="1096"/>
                  </a:lnTo>
                  <a:lnTo>
                    <a:pt x="0" y="10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65" name="Freeform 2031">
              <a:extLst>
                <a:ext uri="{FF2B5EF4-FFF2-40B4-BE49-F238E27FC236}">
                  <a16:creationId xmlns:a16="http://schemas.microsoft.com/office/drawing/2014/main" id="{D2C4AF3D-DE9F-4E18-B89D-2D6D993CE673}"/>
                </a:ext>
              </a:extLst>
            </p:cNvPr>
            <p:cNvSpPr>
              <a:spLocks/>
            </p:cNvSpPr>
            <p:nvPr/>
          </p:nvSpPr>
          <p:spPr bwMode="gray">
            <a:xfrm>
              <a:off x="6573292" y="6115979"/>
              <a:ext cx="504285" cy="22763"/>
            </a:xfrm>
            <a:custGeom>
              <a:avLst/>
              <a:gdLst>
                <a:gd name="T0" fmla="*/ 0 w 14710"/>
                <a:gd name="T1" fmla="*/ 0 h 664"/>
                <a:gd name="T2" fmla="*/ 14710 w 14710"/>
                <a:gd name="T3" fmla="*/ 0 h 664"/>
                <a:gd name="T4" fmla="*/ 14710 w 14710"/>
                <a:gd name="T5" fmla="*/ 664 h 664"/>
                <a:gd name="T6" fmla="*/ 0 w 14710"/>
                <a:gd name="T7" fmla="*/ 664 h 664"/>
                <a:gd name="T8" fmla="*/ 0 w 14710"/>
                <a:gd name="T9" fmla="*/ 0 h 664"/>
                <a:gd name="T10" fmla="*/ 0 w 14710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10" h="664">
                  <a:moveTo>
                    <a:pt x="0" y="0"/>
                  </a:moveTo>
                  <a:lnTo>
                    <a:pt x="14710" y="0"/>
                  </a:lnTo>
                  <a:lnTo>
                    <a:pt x="14710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66" name="Freeform 2032">
              <a:extLst>
                <a:ext uri="{FF2B5EF4-FFF2-40B4-BE49-F238E27FC236}">
                  <a16:creationId xmlns:a16="http://schemas.microsoft.com/office/drawing/2014/main" id="{78134B37-C2C8-498E-B47D-985E2C700EF7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455367"/>
              <a:ext cx="32602" cy="884129"/>
            </a:xfrm>
            <a:custGeom>
              <a:avLst/>
              <a:gdLst>
                <a:gd name="T0" fmla="*/ 0 w 951"/>
                <a:gd name="T1" fmla="*/ 0 h 25790"/>
                <a:gd name="T2" fmla="*/ 951 w 951"/>
                <a:gd name="T3" fmla="*/ 0 h 25790"/>
                <a:gd name="T4" fmla="*/ 951 w 951"/>
                <a:gd name="T5" fmla="*/ 25790 h 25790"/>
                <a:gd name="T6" fmla="*/ 0 w 951"/>
                <a:gd name="T7" fmla="*/ 25790 h 25790"/>
                <a:gd name="T8" fmla="*/ 0 w 951"/>
                <a:gd name="T9" fmla="*/ 0 h 25790"/>
                <a:gd name="T10" fmla="*/ 0 w 951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1" h="25790">
                  <a:moveTo>
                    <a:pt x="0" y="0"/>
                  </a:moveTo>
                  <a:lnTo>
                    <a:pt x="951" y="0"/>
                  </a:lnTo>
                  <a:lnTo>
                    <a:pt x="951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67" name="Freeform 2033">
              <a:extLst>
                <a:ext uri="{FF2B5EF4-FFF2-40B4-BE49-F238E27FC236}">
                  <a16:creationId xmlns:a16="http://schemas.microsoft.com/office/drawing/2014/main" id="{877B67D3-0F6B-4727-B3E6-DBBC84D7CDEA}"/>
                </a:ext>
              </a:extLst>
            </p:cNvPr>
            <p:cNvSpPr>
              <a:spLocks/>
            </p:cNvSpPr>
            <p:nvPr/>
          </p:nvSpPr>
          <p:spPr bwMode="gray">
            <a:xfrm>
              <a:off x="7060780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68" name="Freeform 2034">
              <a:extLst>
                <a:ext uri="{FF2B5EF4-FFF2-40B4-BE49-F238E27FC236}">
                  <a16:creationId xmlns:a16="http://schemas.microsoft.com/office/drawing/2014/main" id="{48DF5254-1B32-4CC0-8A88-14E0B645A255}"/>
                </a:ext>
              </a:extLst>
            </p:cNvPr>
            <p:cNvSpPr>
              <a:spLocks/>
            </p:cNvSpPr>
            <p:nvPr/>
          </p:nvSpPr>
          <p:spPr bwMode="gray">
            <a:xfrm>
              <a:off x="6557489" y="5246696"/>
              <a:ext cx="534933" cy="208673"/>
            </a:xfrm>
            <a:custGeom>
              <a:avLst/>
              <a:gdLst>
                <a:gd name="T0" fmla="*/ 405 w 541"/>
                <a:gd name="T1" fmla="*/ 0 h 211"/>
                <a:gd name="T2" fmla="*/ 137 w 541"/>
                <a:gd name="T3" fmla="*/ 0 h 211"/>
                <a:gd name="T4" fmla="*/ 0 w 541"/>
                <a:gd name="T5" fmla="*/ 119 h 211"/>
                <a:gd name="T6" fmla="*/ 0 w 541"/>
                <a:gd name="T7" fmla="*/ 211 h 211"/>
                <a:gd name="T8" fmla="*/ 541 w 541"/>
                <a:gd name="T9" fmla="*/ 211 h 211"/>
                <a:gd name="T10" fmla="*/ 541 w 541"/>
                <a:gd name="T11" fmla="*/ 119 h 211"/>
                <a:gd name="T12" fmla="*/ 405 w 541"/>
                <a:gd name="T1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1" h="211">
                  <a:moveTo>
                    <a:pt x="405" y="0"/>
                  </a:moveTo>
                  <a:cubicBezTo>
                    <a:pt x="137" y="0"/>
                    <a:pt x="137" y="0"/>
                    <a:pt x="137" y="0"/>
                  </a:cubicBezTo>
                  <a:cubicBezTo>
                    <a:pt x="61" y="0"/>
                    <a:pt x="0" y="53"/>
                    <a:pt x="0" y="119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541" y="211"/>
                    <a:pt x="541" y="211"/>
                    <a:pt x="541" y="211"/>
                  </a:cubicBezTo>
                  <a:cubicBezTo>
                    <a:pt x="541" y="119"/>
                    <a:pt x="541" y="119"/>
                    <a:pt x="541" y="119"/>
                  </a:cubicBezTo>
                  <a:cubicBezTo>
                    <a:pt x="541" y="53"/>
                    <a:pt x="480" y="0"/>
                    <a:pt x="405" y="0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69" name="Freeform 2035">
              <a:extLst>
                <a:ext uri="{FF2B5EF4-FFF2-40B4-BE49-F238E27FC236}">
                  <a16:creationId xmlns:a16="http://schemas.microsoft.com/office/drawing/2014/main" id="{324A917B-96B6-4F07-9E0A-135E09272224}"/>
                </a:ext>
              </a:extLst>
            </p:cNvPr>
            <p:cNvSpPr>
              <a:spLocks/>
            </p:cNvSpPr>
            <p:nvPr/>
          </p:nvSpPr>
          <p:spPr bwMode="gray">
            <a:xfrm>
              <a:off x="6512992" y="5161641"/>
              <a:ext cx="124580" cy="330305"/>
            </a:xfrm>
            <a:custGeom>
              <a:avLst/>
              <a:gdLst>
                <a:gd name="T0" fmla="*/ 403 w 3634"/>
                <a:gd name="T1" fmla="*/ 6030 h 9635"/>
                <a:gd name="T2" fmla="*/ 0 w 3634"/>
                <a:gd name="T3" fmla="*/ 0 h 9635"/>
                <a:gd name="T4" fmla="*/ 3115 w 3634"/>
                <a:gd name="T5" fmla="*/ 0 h 9635"/>
                <a:gd name="T6" fmla="*/ 2971 w 3634"/>
                <a:gd name="T7" fmla="*/ 4818 h 9635"/>
                <a:gd name="T8" fmla="*/ 3634 w 3634"/>
                <a:gd name="T9" fmla="*/ 7212 h 9635"/>
                <a:gd name="T10" fmla="*/ 2884 w 3634"/>
                <a:gd name="T11" fmla="*/ 9635 h 9635"/>
                <a:gd name="T12" fmla="*/ 1673 w 3634"/>
                <a:gd name="T13" fmla="*/ 8453 h 9635"/>
                <a:gd name="T14" fmla="*/ 403 w 3634"/>
                <a:gd name="T15" fmla="*/ 6030 h 9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34" h="9635">
                  <a:moveTo>
                    <a:pt x="403" y="6030"/>
                  </a:moveTo>
                  <a:lnTo>
                    <a:pt x="0" y="0"/>
                  </a:lnTo>
                  <a:lnTo>
                    <a:pt x="3115" y="0"/>
                  </a:lnTo>
                  <a:lnTo>
                    <a:pt x="2971" y="4818"/>
                  </a:lnTo>
                  <a:lnTo>
                    <a:pt x="3634" y="7212"/>
                  </a:lnTo>
                  <a:lnTo>
                    <a:pt x="2884" y="9635"/>
                  </a:lnTo>
                  <a:lnTo>
                    <a:pt x="1673" y="8453"/>
                  </a:lnTo>
                  <a:lnTo>
                    <a:pt x="403" y="603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70" name="Freeform 2036">
              <a:extLst>
                <a:ext uri="{FF2B5EF4-FFF2-40B4-BE49-F238E27FC236}">
                  <a16:creationId xmlns:a16="http://schemas.microsoft.com/office/drawing/2014/main" id="{C4BBD308-8852-4388-9236-DB4D61A5C62E}"/>
                </a:ext>
              </a:extLst>
            </p:cNvPr>
            <p:cNvSpPr>
              <a:spLocks/>
            </p:cNvSpPr>
            <p:nvPr/>
          </p:nvSpPr>
          <p:spPr bwMode="gray">
            <a:xfrm>
              <a:off x="7024167" y="5161641"/>
              <a:ext cx="118684" cy="330305"/>
            </a:xfrm>
            <a:custGeom>
              <a:avLst/>
              <a:gdLst>
                <a:gd name="T0" fmla="*/ 3289 w 3462"/>
                <a:gd name="T1" fmla="*/ 6030 h 9635"/>
                <a:gd name="T2" fmla="*/ 3462 w 3462"/>
                <a:gd name="T3" fmla="*/ 0 h 9635"/>
                <a:gd name="T4" fmla="*/ 231 w 3462"/>
                <a:gd name="T5" fmla="*/ 0 h 9635"/>
                <a:gd name="T6" fmla="*/ 779 w 3462"/>
                <a:gd name="T7" fmla="*/ 4818 h 9635"/>
                <a:gd name="T8" fmla="*/ 0 w 3462"/>
                <a:gd name="T9" fmla="*/ 7385 h 9635"/>
                <a:gd name="T10" fmla="*/ 520 w 3462"/>
                <a:gd name="T11" fmla="*/ 9635 h 9635"/>
                <a:gd name="T12" fmla="*/ 2048 w 3462"/>
                <a:gd name="T13" fmla="*/ 8453 h 9635"/>
                <a:gd name="T14" fmla="*/ 3289 w 3462"/>
                <a:gd name="T15" fmla="*/ 6030 h 9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62" h="9635">
                  <a:moveTo>
                    <a:pt x="3289" y="6030"/>
                  </a:moveTo>
                  <a:lnTo>
                    <a:pt x="3462" y="0"/>
                  </a:lnTo>
                  <a:lnTo>
                    <a:pt x="231" y="0"/>
                  </a:lnTo>
                  <a:lnTo>
                    <a:pt x="779" y="4818"/>
                  </a:lnTo>
                  <a:lnTo>
                    <a:pt x="0" y="7385"/>
                  </a:lnTo>
                  <a:lnTo>
                    <a:pt x="520" y="9635"/>
                  </a:lnTo>
                  <a:lnTo>
                    <a:pt x="2048" y="8453"/>
                  </a:lnTo>
                  <a:lnTo>
                    <a:pt x="3289" y="603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71" name="Freeform 2037">
              <a:extLst>
                <a:ext uri="{FF2B5EF4-FFF2-40B4-BE49-F238E27FC236}">
                  <a16:creationId xmlns:a16="http://schemas.microsoft.com/office/drawing/2014/main" id="{638207C2-E5A4-41EB-99D1-B5E293526515}"/>
                </a:ext>
              </a:extLst>
            </p:cNvPr>
            <p:cNvSpPr>
              <a:spLocks/>
            </p:cNvSpPr>
            <p:nvPr/>
          </p:nvSpPr>
          <p:spPr bwMode="gray">
            <a:xfrm>
              <a:off x="6608876" y="5577994"/>
              <a:ext cx="438052" cy="196812"/>
            </a:xfrm>
            <a:custGeom>
              <a:avLst/>
              <a:gdLst>
                <a:gd name="T0" fmla="*/ 399 w 443"/>
                <a:gd name="T1" fmla="*/ 199 h 199"/>
                <a:gd name="T2" fmla="*/ 42 w 443"/>
                <a:gd name="T3" fmla="*/ 199 h 199"/>
                <a:gd name="T4" fmla="*/ 25 w 443"/>
                <a:gd name="T5" fmla="*/ 184 h 199"/>
                <a:gd name="T6" fmla="*/ 0 w 443"/>
                <a:gd name="T7" fmla="*/ 0 h 199"/>
                <a:gd name="T8" fmla="*/ 443 w 443"/>
                <a:gd name="T9" fmla="*/ 0 h 199"/>
                <a:gd name="T10" fmla="*/ 416 w 443"/>
                <a:gd name="T11" fmla="*/ 184 h 199"/>
                <a:gd name="T12" fmla="*/ 399 w 443"/>
                <a:gd name="T1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3" h="199">
                  <a:moveTo>
                    <a:pt x="399" y="199"/>
                  </a:moveTo>
                  <a:cubicBezTo>
                    <a:pt x="42" y="199"/>
                    <a:pt x="42" y="199"/>
                    <a:pt x="42" y="199"/>
                  </a:cubicBezTo>
                  <a:cubicBezTo>
                    <a:pt x="36" y="193"/>
                    <a:pt x="31" y="189"/>
                    <a:pt x="25" y="18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3" y="0"/>
                    <a:pt x="443" y="0"/>
                    <a:pt x="443" y="0"/>
                  </a:cubicBezTo>
                  <a:cubicBezTo>
                    <a:pt x="416" y="184"/>
                    <a:pt x="416" y="184"/>
                    <a:pt x="416" y="184"/>
                  </a:cubicBezTo>
                  <a:cubicBezTo>
                    <a:pt x="410" y="190"/>
                    <a:pt x="406" y="193"/>
                    <a:pt x="399" y="199"/>
                  </a:cubicBezTo>
                  <a:close/>
                </a:path>
              </a:pathLst>
            </a:custGeom>
            <a:solidFill>
              <a:srgbClr val="005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72" name="Freeform 2038">
              <a:extLst>
                <a:ext uri="{FF2B5EF4-FFF2-40B4-BE49-F238E27FC236}">
                  <a16:creationId xmlns:a16="http://schemas.microsoft.com/office/drawing/2014/main" id="{88CB8793-66E1-46F2-A0D9-82B19F93F10F}"/>
                </a:ext>
              </a:extLst>
            </p:cNvPr>
            <p:cNvSpPr>
              <a:spLocks/>
            </p:cNvSpPr>
            <p:nvPr/>
          </p:nvSpPr>
          <p:spPr bwMode="gray">
            <a:xfrm>
              <a:off x="6608876" y="4501030"/>
              <a:ext cx="434111" cy="392630"/>
            </a:xfrm>
            <a:custGeom>
              <a:avLst/>
              <a:gdLst>
                <a:gd name="T0" fmla="*/ 395 w 439"/>
                <a:gd name="T1" fmla="*/ 125 h 397"/>
                <a:gd name="T2" fmla="*/ 220 w 439"/>
                <a:gd name="T3" fmla="*/ 0 h 397"/>
                <a:gd name="T4" fmla="*/ 219 w 439"/>
                <a:gd name="T5" fmla="*/ 0 h 397"/>
                <a:gd name="T6" fmla="*/ 44 w 439"/>
                <a:gd name="T7" fmla="*/ 125 h 397"/>
                <a:gd name="T8" fmla="*/ 8 w 439"/>
                <a:gd name="T9" fmla="*/ 356 h 397"/>
                <a:gd name="T10" fmla="*/ 130 w 439"/>
                <a:gd name="T11" fmla="*/ 392 h 397"/>
                <a:gd name="T12" fmla="*/ 225 w 439"/>
                <a:gd name="T13" fmla="*/ 397 h 397"/>
                <a:gd name="T14" fmla="*/ 353 w 439"/>
                <a:gd name="T15" fmla="*/ 386 h 397"/>
                <a:gd name="T16" fmla="*/ 432 w 439"/>
                <a:gd name="T17" fmla="*/ 356 h 397"/>
                <a:gd name="T18" fmla="*/ 395 w 439"/>
                <a:gd name="T19" fmla="*/ 125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39" h="397">
                  <a:moveTo>
                    <a:pt x="395" y="125"/>
                  </a:moveTo>
                  <a:cubicBezTo>
                    <a:pt x="350" y="0"/>
                    <a:pt x="220" y="0"/>
                    <a:pt x="220" y="0"/>
                  </a:cubicBezTo>
                  <a:cubicBezTo>
                    <a:pt x="220" y="0"/>
                    <a:pt x="220" y="0"/>
                    <a:pt x="219" y="0"/>
                  </a:cubicBezTo>
                  <a:cubicBezTo>
                    <a:pt x="219" y="0"/>
                    <a:pt x="89" y="0"/>
                    <a:pt x="44" y="125"/>
                  </a:cubicBezTo>
                  <a:cubicBezTo>
                    <a:pt x="0" y="247"/>
                    <a:pt x="8" y="356"/>
                    <a:pt x="8" y="356"/>
                  </a:cubicBezTo>
                  <a:cubicBezTo>
                    <a:pt x="44" y="384"/>
                    <a:pt x="111" y="390"/>
                    <a:pt x="130" y="392"/>
                  </a:cubicBezTo>
                  <a:cubicBezTo>
                    <a:pt x="158" y="395"/>
                    <a:pt x="190" y="397"/>
                    <a:pt x="225" y="397"/>
                  </a:cubicBezTo>
                  <a:cubicBezTo>
                    <a:pt x="276" y="397"/>
                    <a:pt x="322" y="393"/>
                    <a:pt x="353" y="386"/>
                  </a:cubicBezTo>
                  <a:cubicBezTo>
                    <a:pt x="379" y="381"/>
                    <a:pt x="410" y="372"/>
                    <a:pt x="432" y="356"/>
                  </a:cubicBezTo>
                  <a:cubicBezTo>
                    <a:pt x="432" y="356"/>
                    <a:pt x="439" y="247"/>
                    <a:pt x="395" y="125"/>
                  </a:cubicBez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73" name="Freeform 2039">
              <a:extLst>
                <a:ext uri="{FF2B5EF4-FFF2-40B4-BE49-F238E27FC236}">
                  <a16:creationId xmlns:a16="http://schemas.microsoft.com/office/drawing/2014/main" id="{864997A5-D9A2-45E0-A02F-6CC02825E3E9}"/>
                </a:ext>
              </a:extLst>
            </p:cNvPr>
            <p:cNvSpPr>
              <a:spLocks/>
            </p:cNvSpPr>
            <p:nvPr/>
          </p:nvSpPr>
          <p:spPr bwMode="gray">
            <a:xfrm>
              <a:off x="6648438" y="4606859"/>
              <a:ext cx="355983" cy="382722"/>
            </a:xfrm>
            <a:custGeom>
              <a:avLst/>
              <a:gdLst>
                <a:gd name="T0" fmla="*/ 347 w 360"/>
                <a:gd name="T1" fmla="*/ 73 h 387"/>
                <a:gd name="T2" fmla="*/ 327 w 360"/>
                <a:gd name="T3" fmla="*/ 84 h 387"/>
                <a:gd name="T4" fmla="*/ 316 w 360"/>
                <a:gd name="T5" fmla="*/ 125 h 387"/>
                <a:gd name="T6" fmla="*/ 303 w 360"/>
                <a:gd name="T7" fmla="*/ 120 h 387"/>
                <a:gd name="T8" fmla="*/ 307 w 360"/>
                <a:gd name="T9" fmla="*/ 89 h 387"/>
                <a:gd name="T10" fmla="*/ 291 w 360"/>
                <a:gd name="T11" fmla="*/ 0 h 387"/>
                <a:gd name="T12" fmla="*/ 188 w 360"/>
                <a:gd name="T13" fmla="*/ 53 h 387"/>
                <a:gd name="T14" fmla="*/ 179 w 360"/>
                <a:gd name="T15" fmla="*/ 2 h 387"/>
                <a:gd name="T16" fmla="*/ 177 w 360"/>
                <a:gd name="T17" fmla="*/ 6 h 387"/>
                <a:gd name="T18" fmla="*/ 54 w 360"/>
                <a:gd name="T19" fmla="*/ 79 h 387"/>
                <a:gd name="T20" fmla="*/ 51 w 360"/>
                <a:gd name="T21" fmla="*/ 80 h 387"/>
                <a:gd name="T22" fmla="*/ 55 w 360"/>
                <a:gd name="T23" fmla="*/ 120 h 387"/>
                <a:gd name="T24" fmla="*/ 43 w 360"/>
                <a:gd name="T25" fmla="*/ 124 h 387"/>
                <a:gd name="T26" fmla="*/ 33 w 360"/>
                <a:gd name="T27" fmla="*/ 84 h 387"/>
                <a:gd name="T28" fmla="*/ 14 w 360"/>
                <a:gd name="T29" fmla="*/ 73 h 387"/>
                <a:gd name="T30" fmla="*/ 8 w 360"/>
                <a:gd name="T31" fmla="*/ 99 h 387"/>
                <a:gd name="T32" fmla="*/ 32 w 360"/>
                <a:gd name="T33" fmla="*/ 158 h 387"/>
                <a:gd name="T34" fmla="*/ 46 w 360"/>
                <a:gd name="T35" fmla="*/ 168 h 387"/>
                <a:gd name="T36" fmla="*/ 51 w 360"/>
                <a:gd name="T37" fmla="*/ 168 h 387"/>
                <a:gd name="T38" fmla="*/ 51 w 360"/>
                <a:gd name="T39" fmla="*/ 168 h 387"/>
                <a:gd name="T40" fmla="*/ 51 w 360"/>
                <a:gd name="T41" fmla="*/ 168 h 387"/>
                <a:gd name="T42" fmla="*/ 51 w 360"/>
                <a:gd name="T43" fmla="*/ 168 h 387"/>
                <a:gd name="T44" fmla="*/ 85 w 360"/>
                <a:gd name="T45" fmla="*/ 243 h 387"/>
                <a:gd name="T46" fmla="*/ 100 w 360"/>
                <a:gd name="T47" fmla="*/ 259 h 387"/>
                <a:gd name="T48" fmla="*/ 100 w 360"/>
                <a:gd name="T49" fmla="*/ 260 h 387"/>
                <a:gd name="T50" fmla="*/ 100 w 360"/>
                <a:gd name="T51" fmla="*/ 260 h 387"/>
                <a:gd name="T52" fmla="*/ 101 w 360"/>
                <a:gd name="T53" fmla="*/ 325 h 387"/>
                <a:gd name="T54" fmla="*/ 168 w 360"/>
                <a:gd name="T55" fmla="*/ 387 h 387"/>
                <a:gd name="T56" fmla="*/ 190 w 360"/>
                <a:gd name="T57" fmla="*/ 387 h 387"/>
                <a:gd name="T58" fmla="*/ 258 w 360"/>
                <a:gd name="T59" fmla="*/ 323 h 387"/>
                <a:gd name="T60" fmla="*/ 259 w 360"/>
                <a:gd name="T61" fmla="*/ 277 h 387"/>
                <a:gd name="T62" fmla="*/ 259 w 360"/>
                <a:gd name="T63" fmla="*/ 259 h 387"/>
                <a:gd name="T64" fmla="*/ 308 w 360"/>
                <a:gd name="T65" fmla="*/ 168 h 387"/>
                <a:gd name="T66" fmla="*/ 308 w 360"/>
                <a:gd name="T67" fmla="*/ 168 h 387"/>
                <a:gd name="T68" fmla="*/ 315 w 360"/>
                <a:gd name="T69" fmla="*/ 168 h 387"/>
                <a:gd name="T70" fmla="*/ 328 w 360"/>
                <a:gd name="T71" fmla="*/ 158 h 387"/>
                <a:gd name="T72" fmla="*/ 352 w 360"/>
                <a:gd name="T73" fmla="*/ 99 h 387"/>
                <a:gd name="T74" fmla="*/ 347 w 360"/>
                <a:gd name="T75" fmla="*/ 73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0" h="387">
                  <a:moveTo>
                    <a:pt x="347" y="73"/>
                  </a:moveTo>
                  <a:cubicBezTo>
                    <a:pt x="338" y="70"/>
                    <a:pt x="329" y="74"/>
                    <a:pt x="327" y="84"/>
                  </a:cubicBezTo>
                  <a:cubicBezTo>
                    <a:pt x="327" y="84"/>
                    <a:pt x="327" y="84"/>
                    <a:pt x="316" y="125"/>
                  </a:cubicBezTo>
                  <a:cubicBezTo>
                    <a:pt x="303" y="120"/>
                    <a:pt x="303" y="120"/>
                    <a:pt x="303" y="120"/>
                  </a:cubicBezTo>
                  <a:cubicBezTo>
                    <a:pt x="307" y="89"/>
                    <a:pt x="307" y="89"/>
                    <a:pt x="307" y="89"/>
                  </a:cubicBezTo>
                  <a:cubicBezTo>
                    <a:pt x="308" y="40"/>
                    <a:pt x="291" y="0"/>
                    <a:pt x="291" y="0"/>
                  </a:cubicBezTo>
                  <a:cubicBezTo>
                    <a:pt x="260" y="46"/>
                    <a:pt x="188" y="53"/>
                    <a:pt x="188" y="53"/>
                  </a:cubicBezTo>
                  <a:cubicBezTo>
                    <a:pt x="179" y="2"/>
                    <a:pt x="179" y="2"/>
                    <a:pt x="179" y="2"/>
                  </a:cubicBezTo>
                  <a:cubicBezTo>
                    <a:pt x="179" y="2"/>
                    <a:pt x="178" y="4"/>
                    <a:pt x="177" y="6"/>
                  </a:cubicBezTo>
                  <a:cubicBezTo>
                    <a:pt x="148" y="47"/>
                    <a:pt x="103" y="73"/>
                    <a:pt x="54" y="79"/>
                  </a:cubicBezTo>
                  <a:cubicBezTo>
                    <a:pt x="51" y="80"/>
                    <a:pt x="51" y="80"/>
                    <a:pt x="51" y="80"/>
                  </a:cubicBezTo>
                  <a:cubicBezTo>
                    <a:pt x="55" y="120"/>
                    <a:pt x="55" y="120"/>
                    <a:pt x="55" y="120"/>
                  </a:cubicBezTo>
                  <a:cubicBezTo>
                    <a:pt x="49" y="122"/>
                    <a:pt x="45" y="124"/>
                    <a:pt x="43" y="124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1" y="74"/>
                    <a:pt x="22" y="70"/>
                    <a:pt x="14" y="73"/>
                  </a:cubicBezTo>
                  <a:cubicBezTo>
                    <a:pt x="14" y="73"/>
                    <a:pt x="0" y="78"/>
                    <a:pt x="8" y="99"/>
                  </a:cubicBezTo>
                  <a:cubicBezTo>
                    <a:pt x="8" y="99"/>
                    <a:pt x="8" y="99"/>
                    <a:pt x="32" y="158"/>
                  </a:cubicBezTo>
                  <a:cubicBezTo>
                    <a:pt x="34" y="164"/>
                    <a:pt x="40" y="168"/>
                    <a:pt x="46" y="168"/>
                  </a:cubicBezTo>
                  <a:cubicBezTo>
                    <a:pt x="46" y="168"/>
                    <a:pt x="46" y="168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51" y="168"/>
                    <a:pt x="51" y="168"/>
                    <a:pt x="51" y="168"/>
                  </a:cubicBezTo>
                  <a:cubicBezTo>
                    <a:pt x="61" y="201"/>
                    <a:pt x="73" y="225"/>
                    <a:pt x="85" y="243"/>
                  </a:cubicBezTo>
                  <a:cubicBezTo>
                    <a:pt x="90" y="249"/>
                    <a:pt x="95" y="255"/>
                    <a:pt x="100" y="259"/>
                  </a:cubicBezTo>
                  <a:cubicBezTo>
                    <a:pt x="100" y="259"/>
                    <a:pt x="100" y="259"/>
                    <a:pt x="100" y="260"/>
                  </a:cubicBezTo>
                  <a:cubicBezTo>
                    <a:pt x="100" y="260"/>
                    <a:pt x="100" y="260"/>
                    <a:pt x="100" y="260"/>
                  </a:cubicBezTo>
                  <a:cubicBezTo>
                    <a:pt x="101" y="277"/>
                    <a:pt x="101" y="303"/>
                    <a:pt x="101" y="325"/>
                  </a:cubicBezTo>
                  <a:cubicBezTo>
                    <a:pt x="168" y="387"/>
                    <a:pt x="168" y="387"/>
                    <a:pt x="168" y="387"/>
                  </a:cubicBezTo>
                  <a:cubicBezTo>
                    <a:pt x="190" y="387"/>
                    <a:pt x="190" y="387"/>
                    <a:pt x="190" y="387"/>
                  </a:cubicBezTo>
                  <a:cubicBezTo>
                    <a:pt x="258" y="323"/>
                    <a:pt x="258" y="323"/>
                    <a:pt x="258" y="323"/>
                  </a:cubicBezTo>
                  <a:cubicBezTo>
                    <a:pt x="259" y="277"/>
                    <a:pt x="259" y="277"/>
                    <a:pt x="259" y="277"/>
                  </a:cubicBezTo>
                  <a:cubicBezTo>
                    <a:pt x="259" y="272"/>
                    <a:pt x="259" y="261"/>
                    <a:pt x="259" y="259"/>
                  </a:cubicBezTo>
                  <a:cubicBezTo>
                    <a:pt x="278" y="241"/>
                    <a:pt x="295" y="213"/>
                    <a:pt x="308" y="168"/>
                  </a:cubicBezTo>
                  <a:cubicBezTo>
                    <a:pt x="308" y="168"/>
                    <a:pt x="308" y="168"/>
                    <a:pt x="308" y="168"/>
                  </a:cubicBezTo>
                  <a:cubicBezTo>
                    <a:pt x="309" y="168"/>
                    <a:pt x="311" y="168"/>
                    <a:pt x="315" y="168"/>
                  </a:cubicBezTo>
                  <a:cubicBezTo>
                    <a:pt x="321" y="168"/>
                    <a:pt x="326" y="164"/>
                    <a:pt x="328" y="158"/>
                  </a:cubicBezTo>
                  <a:cubicBezTo>
                    <a:pt x="328" y="158"/>
                    <a:pt x="328" y="158"/>
                    <a:pt x="352" y="99"/>
                  </a:cubicBezTo>
                  <a:cubicBezTo>
                    <a:pt x="360" y="78"/>
                    <a:pt x="347" y="73"/>
                    <a:pt x="347" y="73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74" name="Freeform 2040">
              <a:extLst>
                <a:ext uri="{FF2B5EF4-FFF2-40B4-BE49-F238E27FC236}">
                  <a16:creationId xmlns:a16="http://schemas.microsoft.com/office/drawing/2014/main" id="{05C21796-D1A2-45A5-8F5B-F779D94D4000}"/>
                </a:ext>
              </a:extLst>
            </p:cNvPr>
            <p:cNvSpPr>
              <a:spLocks/>
            </p:cNvSpPr>
            <p:nvPr/>
          </p:nvSpPr>
          <p:spPr bwMode="gray">
            <a:xfrm>
              <a:off x="6491222" y="4896608"/>
              <a:ext cx="659514" cy="656668"/>
            </a:xfrm>
            <a:custGeom>
              <a:avLst/>
              <a:gdLst>
                <a:gd name="T0" fmla="*/ 520 w 667"/>
                <a:gd name="T1" fmla="*/ 422 h 664"/>
                <a:gd name="T2" fmla="*/ 564 w 667"/>
                <a:gd name="T3" fmla="*/ 663 h 664"/>
                <a:gd name="T4" fmla="*/ 109 w 667"/>
                <a:gd name="T5" fmla="*/ 664 h 664"/>
                <a:gd name="T6" fmla="*/ 159 w 667"/>
                <a:gd name="T7" fmla="*/ 422 h 664"/>
                <a:gd name="T8" fmla="*/ 118 w 667"/>
                <a:gd name="T9" fmla="*/ 291 h 664"/>
                <a:gd name="T10" fmla="*/ 11 w 667"/>
                <a:gd name="T11" fmla="*/ 277 h 664"/>
                <a:gd name="T12" fmla="*/ 103 w 667"/>
                <a:gd name="T13" fmla="*/ 63 h 664"/>
                <a:gd name="T14" fmla="*/ 260 w 667"/>
                <a:gd name="T15" fmla="*/ 0 h 664"/>
                <a:gd name="T16" fmla="*/ 326 w 667"/>
                <a:gd name="T17" fmla="*/ 67 h 664"/>
                <a:gd name="T18" fmla="*/ 351 w 667"/>
                <a:gd name="T19" fmla="*/ 67 h 664"/>
                <a:gd name="T20" fmla="*/ 417 w 667"/>
                <a:gd name="T21" fmla="*/ 0 h 664"/>
                <a:gd name="T22" fmla="*/ 575 w 667"/>
                <a:gd name="T23" fmla="*/ 63 h 664"/>
                <a:gd name="T24" fmla="*/ 667 w 667"/>
                <a:gd name="T25" fmla="*/ 277 h 664"/>
                <a:gd name="T26" fmla="*/ 560 w 667"/>
                <a:gd name="T27" fmla="*/ 291 h 664"/>
                <a:gd name="T28" fmla="*/ 560 w 667"/>
                <a:gd name="T29" fmla="*/ 291 h 664"/>
                <a:gd name="T30" fmla="*/ 520 w 667"/>
                <a:gd name="T31" fmla="*/ 422 h 664"/>
                <a:gd name="T32" fmla="*/ 520 w 667"/>
                <a:gd name="T33" fmla="*/ 422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7" h="664">
                  <a:moveTo>
                    <a:pt x="520" y="422"/>
                  </a:moveTo>
                  <a:cubicBezTo>
                    <a:pt x="564" y="663"/>
                    <a:pt x="564" y="663"/>
                    <a:pt x="564" y="663"/>
                  </a:cubicBezTo>
                  <a:cubicBezTo>
                    <a:pt x="109" y="664"/>
                    <a:pt x="109" y="664"/>
                    <a:pt x="109" y="664"/>
                  </a:cubicBezTo>
                  <a:cubicBezTo>
                    <a:pt x="159" y="422"/>
                    <a:pt x="159" y="422"/>
                    <a:pt x="159" y="422"/>
                  </a:cubicBezTo>
                  <a:cubicBezTo>
                    <a:pt x="118" y="291"/>
                    <a:pt x="118" y="291"/>
                    <a:pt x="118" y="291"/>
                  </a:cubicBezTo>
                  <a:cubicBezTo>
                    <a:pt x="11" y="277"/>
                    <a:pt x="11" y="277"/>
                    <a:pt x="11" y="277"/>
                  </a:cubicBezTo>
                  <a:cubicBezTo>
                    <a:pt x="11" y="277"/>
                    <a:pt x="0" y="105"/>
                    <a:pt x="103" y="63"/>
                  </a:cubicBezTo>
                  <a:cubicBezTo>
                    <a:pt x="241" y="5"/>
                    <a:pt x="260" y="0"/>
                    <a:pt x="260" y="0"/>
                  </a:cubicBezTo>
                  <a:cubicBezTo>
                    <a:pt x="326" y="67"/>
                    <a:pt x="326" y="67"/>
                    <a:pt x="326" y="67"/>
                  </a:cubicBezTo>
                  <a:cubicBezTo>
                    <a:pt x="351" y="67"/>
                    <a:pt x="351" y="67"/>
                    <a:pt x="351" y="67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575" y="63"/>
                    <a:pt x="575" y="63"/>
                    <a:pt x="575" y="63"/>
                  </a:cubicBezTo>
                  <a:cubicBezTo>
                    <a:pt x="654" y="138"/>
                    <a:pt x="667" y="277"/>
                    <a:pt x="667" y="277"/>
                  </a:cubicBezTo>
                  <a:cubicBezTo>
                    <a:pt x="560" y="291"/>
                    <a:pt x="560" y="291"/>
                    <a:pt x="560" y="291"/>
                  </a:cubicBezTo>
                  <a:cubicBezTo>
                    <a:pt x="560" y="291"/>
                    <a:pt x="560" y="291"/>
                    <a:pt x="560" y="291"/>
                  </a:cubicBezTo>
                  <a:cubicBezTo>
                    <a:pt x="520" y="422"/>
                    <a:pt x="520" y="422"/>
                    <a:pt x="520" y="422"/>
                  </a:cubicBezTo>
                  <a:cubicBezTo>
                    <a:pt x="520" y="422"/>
                    <a:pt x="520" y="422"/>
                    <a:pt x="520" y="422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75" name="Freeform 2041">
              <a:extLst>
                <a:ext uri="{FF2B5EF4-FFF2-40B4-BE49-F238E27FC236}">
                  <a16:creationId xmlns:a16="http://schemas.microsoft.com/office/drawing/2014/main" id="{2D4930A1-B8FF-40C2-99D2-BF05A9340ED7}"/>
                </a:ext>
              </a:extLst>
            </p:cNvPr>
            <p:cNvSpPr>
              <a:spLocks/>
            </p:cNvSpPr>
            <p:nvPr/>
          </p:nvSpPr>
          <p:spPr bwMode="gray">
            <a:xfrm>
              <a:off x="6638565" y="5625475"/>
              <a:ext cx="170073" cy="714022"/>
            </a:xfrm>
            <a:custGeom>
              <a:avLst/>
              <a:gdLst>
                <a:gd name="T0" fmla="*/ 0 w 172"/>
                <a:gd name="T1" fmla="*/ 46 h 722"/>
                <a:gd name="T2" fmla="*/ 0 w 172"/>
                <a:gd name="T3" fmla="*/ 94 h 722"/>
                <a:gd name="T4" fmla="*/ 0 w 172"/>
                <a:gd name="T5" fmla="*/ 96 h 722"/>
                <a:gd name="T6" fmla="*/ 55 w 172"/>
                <a:gd name="T7" fmla="*/ 722 h 722"/>
                <a:gd name="T8" fmla="*/ 172 w 172"/>
                <a:gd name="T9" fmla="*/ 722 h 722"/>
                <a:gd name="T10" fmla="*/ 172 w 172"/>
                <a:gd name="T11" fmla="*/ 37 h 722"/>
                <a:gd name="T12" fmla="*/ 138 w 172"/>
                <a:gd name="T13" fmla="*/ 0 h 722"/>
                <a:gd name="T14" fmla="*/ 42 w 172"/>
                <a:gd name="T15" fmla="*/ 0 h 722"/>
                <a:gd name="T16" fmla="*/ 0 w 172"/>
                <a:gd name="T17" fmla="*/ 46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" h="722">
                  <a:moveTo>
                    <a:pt x="0" y="46"/>
                  </a:moveTo>
                  <a:cubicBezTo>
                    <a:pt x="0" y="94"/>
                    <a:pt x="0" y="94"/>
                    <a:pt x="0" y="94"/>
                  </a:cubicBezTo>
                  <a:cubicBezTo>
                    <a:pt x="0" y="95"/>
                    <a:pt x="0" y="95"/>
                    <a:pt x="0" y="96"/>
                  </a:cubicBezTo>
                  <a:cubicBezTo>
                    <a:pt x="55" y="722"/>
                    <a:pt x="55" y="722"/>
                    <a:pt x="55" y="722"/>
                  </a:cubicBezTo>
                  <a:cubicBezTo>
                    <a:pt x="172" y="722"/>
                    <a:pt x="172" y="722"/>
                    <a:pt x="172" y="722"/>
                  </a:cubicBezTo>
                  <a:cubicBezTo>
                    <a:pt x="172" y="37"/>
                    <a:pt x="172" y="37"/>
                    <a:pt x="172" y="37"/>
                  </a:cubicBezTo>
                  <a:cubicBezTo>
                    <a:pt x="159" y="23"/>
                    <a:pt x="151" y="15"/>
                    <a:pt x="138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26" y="18"/>
                    <a:pt x="17" y="28"/>
                    <a:pt x="0" y="46"/>
                  </a:cubicBezTo>
                  <a:close/>
                </a:path>
              </a:pathLst>
            </a:custGeom>
            <a:solidFill>
              <a:srgbClr val="238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76" name="Freeform 2042">
              <a:extLst>
                <a:ext uri="{FF2B5EF4-FFF2-40B4-BE49-F238E27FC236}">
                  <a16:creationId xmlns:a16="http://schemas.microsoft.com/office/drawing/2014/main" id="{6C1DB3CA-7F36-4A9C-BFAB-CB6B3AB67055}"/>
                </a:ext>
              </a:extLst>
            </p:cNvPr>
            <p:cNvSpPr>
              <a:spLocks/>
            </p:cNvSpPr>
            <p:nvPr/>
          </p:nvSpPr>
          <p:spPr bwMode="gray">
            <a:xfrm>
              <a:off x="6845216" y="5625475"/>
              <a:ext cx="168084" cy="714022"/>
            </a:xfrm>
            <a:custGeom>
              <a:avLst/>
              <a:gdLst>
                <a:gd name="T0" fmla="*/ 0 w 170"/>
                <a:gd name="T1" fmla="*/ 35 h 722"/>
                <a:gd name="T2" fmla="*/ 0 w 170"/>
                <a:gd name="T3" fmla="*/ 722 h 722"/>
                <a:gd name="T4" fmla="*/ 115 w 170"/>
                <a:gd name="T5" fmla="*/ 722 h 722"/>
                <a:gd name="T6" fmla="*/ 170 w 170"/>
                <a:gd name="T7" fmla="*/ 96 h 722"/>
                <a:gd name="T8" fmla="*/ 170 w 170"/>
                <a:gd name="T9" fmla="*/ 94 h 722"/>
                <a:gd name="T10" fmla="*/ 170 w 170"/>
                <a:gd name="T11" fmla="*/ 44 h 722"/>
                <a:gd name="T12" fmla="*/ 131 w 170"/>
                <a:gd name="T13" fmla="*/ 0 h 722"/>
                <a:gd name="T14" fmla="*/ 31 w 170"/>
                <a:gd name="T15" fmla="*/ 0 h 722"/>
                <a:gd name="T16" fmla="*/ 0 w 170"/>
                <a:gd name="T17" fmla="*/ 35 h 7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0" h="722">
                  <a:moveTo>
                    <a:pt x="0" y="35"/>
                  </a:moveTo>
                  <a:cubicBezTo>
                    <a:pt x="0" y="722"/>
                    <a:pt x="0" y="722"/>
                    <a:pt x="0" y="722"/>
                  </a:cubicBezTo>
                  <a:cubicBezTo>
                    <a:pt x="115" y="722"/>
                    <a:pt x="115" y="722"/>
                    <a:pt x="115" y="722"/>
                  </a:cubicBezTo>
                  <a:cubicBezTo>
                    <a:pt x="170" y="96"/>
                    <a:pt x="170" y="96"/>
                    <a:pt x="170" y="96"/>
                  </a:cubicBezTo>
                  <a:cubicBezTo>
                    <a:pt x="170" y="95"/>
                    <a:pt x="170" y="95"/>
                    <a:pt x="170" y="94"/>
                  </a:cubicBezTo>
                  <a:cubicBezTo>
                    <a:pt x="170" y="44"/>
                    <a:pt x="170" y="44"/>
                    <a:pt x="170" y="44"/>
                  </a:cubicBezTo>
                  <a:cubicBezTo>
                    <a:pt x="155" y="27"/>
                    <a:pt x="146" y="17"/>
                    <a:pt x="131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9" y="14"/>
                    <a:pt x="12" y="21"/>
                    <a:pt x="0" y="35"/>
                  </a:cubicBezTo>
                  <a:close/>
                </a:path>
              </a:pathLst>
            </a:custGeom>
            <a:solidFill>
              <a:srgbClr val="2387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77" name="Freeform 2043">
              <a:extLst>
                <a:ext uri="{FF2B5EF4-FFF2-40B4-BE49-F238E27FC236}">
                  <a16:creationId xmlns:a16="http://schemas.microsoft.com/office/drawing/2014/main" id="{8DA29511-5E8A-49F9-A57A-7CD2443BCC0F}"/>
                </a:ext>
              </a:extLst>
            </p:cNvPr>
            <p:cNvSpPr>
              <a:spLocks/>
            </p:cNvSpPr>
            <p:nvPr/>
          </p:nvSpPr>
          <p:spPr bwMode="gray">
            <a:xfrm>
              <a:off x="6825437" y="6255436"/>
              <a:ext cx="173054" cy="84058"/>
            </a:xfrm>
            <a:custGeom>
              <a:avLst/>
              <a:gdLst>
                <a:gd name="T0" fmla="*/ 5048 w 5048"/>
                <a:gd name="T1" fmla="*/ 2452 h 2452"/>
                <a:gd name="T2" fmla="*/ 0 w 5048"/>
                <a:gd name="T3" fmla="*/ 2452 h 2452"/>
                <a:gd name="T4" fmla="*/ 0 w 5048"/>
                <a:gd name="T5" fmla="*/ 2336 h 2452"/>
                <a:gd name="T6" fmla="*/ 865 w 5048"/>
                <a:gd name="T7" fmla="*/ 0 h 2452"/>
                <a:gd name="T8" fmla="*/ 3923 w 5048"/>
                <a:gd name="T9" fmla="*/ 0 h 2452"/>
                <a:gd name="T10" fmla="*/ 5048 w 5048"/>
                <a:gd name="T11" fmla="*/ 2452 h 2452"/>
                <a:gd name="T12" fmla="*/ 5048 w 5048"/>
                <a:gd name="T13" fmla="*/ 2452 h 2452"/>
                <a:gd name="T14" fmla="*/ 5048 w 5048"/>
                <a:gd name="T15" fmla="*/ 2452 h 2452"/>
                <a:gd name="T16" fmla="*/ 5048 w 5048"/>
                <a:gd name="T17" fmla="*/ 2452 h 2452"/>
                <a:gd name="T18" fmla="*/ 5048 w 5048"/>
                <a:gd name="T19" fmla="*/ 2452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8" h="2452">
                  <a:moveTo>
                    <a:pt x="5048" y="2452"/>
                  </a:moveTo>
                  <a:lnTo>
                    <a:pt x="0" y="2452"/>
                  </a:lnTo>
                  <a:lnTo>
                    <a:pt x="0" y="2336"/>
                  </a:lnTo>
                  <a:lnTo>
                    <a:pt x="865" y="0"/>
                  </a:lnTo>
                  <a:lnTo>
                    <a:pt x="3923" y="0"/>
                  </a:lnTo>
                  <a:lnTo>
                    <a:pt x="5048" y="2452"/>
                  </a:lnTo>
                  <a:lnTo>
                    <a:pt x="5048" y="2452"/>
                  </a:lnTo>
                  <a:lnTo>
                    <a:pt x="5048" y="2452"/>
                  </a:lnTo>
                  <a:lnTo>
                    <a:pt x="5048" y="2452"/>
                  </a:lnTo>
                  <a:lnTo>
                    <a:pt x="5048" y="2452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78" name="Freeform 2044">
              <a:extLst>
                <a:ext uri="{FF2B5EF4-FFF2-40B4-BE49-F238E27FC236}">
                  <a16:creationId xmlns:a16="http://schemas.microsoft.com/office/drawing/2014/main" id="{963181D4-F09E-474E-8D3E-43A051698598}"/>
                </a:ext>
              </a:extLst>
            </p:cNvPr>
            <p:cNvSpPr>
              <a:spLocks/>
            </p:cNvSpPr>
            <p:nvPr/>
          </p:nvSpPr>
          <p:spPr bwMode="gray">
            <a:xfrm>
              <a:off x="6653375" y="6255436"/>
              <a:ext cx="172060" cy="84058"/>
            </a:xfrm>
            <a:custGeom>
              <a:avLst/>
              <a:gdLst>
                <a:gd name="T0" fmla="*/ 5019 w 5019"/>
                <a:gd name="T1" fmla="*/ 2336 h 2452"/>
                <a:gd name="T2" fmla="*/ 5019 w 5019"/>
                <a:gd name="T3" fmla="*/ 2452 h 2452"/>
                <a:gd name="T4" fmla="*/ 0 w 5019"/>
                <a:gd name="T5" fmla="*/ 2452 h 2452"/>
                <a:gd name="T6" fmla="*/ 1096 w 5019"/>
                <a:gd name="T7" fmla="*/ 0 h 2452"/>
                <a:gd name="T8" fmla="*/ 4154 w 5019"/>
                <a:gd name="T9" fmla="*/ 0 h 2452"/>
                <a:gd name="T10" fmla="*/ 5019 w 5019"/>
                <a:gd name="T11" fmla="*/ 2336 h 2452"/>
                <a:gd name="T12" fmla="*/ 5019 w 5019"/>
                <a:gd name="T13" fmla="*/ 2336 h 2452"/>
                <a:gd name="T14" fmla="*/ 5019 w 5019"/>
                <a:gd name="T15" fmla="*/ 2336 h 2452"/>
                <a:gd name="T16" fmla="*/ 5019 w 5019"/>
                <a:gd name="T17" fmla="*/ 2336 h 2452"/>
                <a:gd name="T18" fmla="*/ 5019 w 5019"/>
                <a:gd name="T19" fmla="*/ 2336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19" h="2452">
                  <a:moveTo>
                    <a:pt x="5019" y="2336"/>
                  </a:moveTo>
                  <a:lnTo>
                    <a:pt x="5019" y="2452"/>
                  </a:lnTo>
                  <a:lnTo>
                    <a:pt x="0" y="2452"/>
                  </a:lnTo>
                  <a:lnTo>
                    <a:pt x="1096" y="0"/>
                  </a:lnTo>
                  <a:lnTo>
                    <a:pt x="4154" y="0"/>
                  </a:lnTo>
                  <a:lnTo>
                    <a:pt x="5019" y="2336"/>
                  </a:lnTo>
                  <a:lnTo>
                    <a:pt x="5019" y="2336"/>
                  </a:lnTo>
                  <a:lnTo>
                    <a:pt x="5019" y="2336"/>
                  </a:lnTo>
                  <a:lnTo>
                    <a:pt x="5019" y="2336"/>
                  </a:lnTo>
                  <a:lnTo>
                    <a:pt x="5019" y="2336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79" name="Rectangle 2045">
              <a:extLst>
                <a:ext uri="{FF2B5EF4-FFF2-40B4-BE49-F238E27FC236}">
                  <a16:creationId xmlns:a16="http://schemas.microsoft.com/office/drawing/2014/main" id="{7350A342-6BE2-4E5E-A790-EEAFF371A37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6601987" y="5565138"/>
              <a:ext cx="448886" cy="34625"/>
            </a:xfrm>
            <a:prstGeom prst="rect">
              <a:avLst/>
            </a:pr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80" name="Freeform 2046">
              <a:extLst>
                <a:ext uri="{FF2B5EF4-FFF2-40B4-BE49-F238E27FC236}">
                  <a16:creationId xmlns:a16="http://schemas.microsoft.com/office/drawing/2014/main" id="{80AE8124-0D95-4C84-9EAA-0685B1257E49}"/>
                </a:ext>
              </a:extLst>
            </p:cNvPr>
            <p:cNvSpPr>
              <a:spLocks/>
            </p:cNvSpPr>
            <p:nvPr/>
          </p:nvSpPr>
          <p:spPr bwMode="gray">
            <a:xfrm>
              <a:off x="6611859" y="5384165"/>
              <a:ext cx="105794" cy="107782"/>
            </a:xfrm>
            <a:custGeom>
              <a:avLst/>
              <a:gdLst>
                <a:gd name="T0" fmla="*/ 2394 w 3086"/>
                <a:gd name="T1" fmla="*/ 1789 h 3144"/>
                <a:gd name="T2" fmla="*/ 375 w 3086"/>
                <a:gd name="T3" fmla="*/ 0 h 3144"/>
                <a:gd name="T4" fmla="*/ 0 w 3086"/>
                <a:gd name="T5" fmla="*/ 3144 h 3144"/>
                <a:gd name="T6" fmla="*/ 3086 w 3086"/>
                <a:gd name="T7" fmla="*/ 3144 h 3144"/>
                <a:gd name="T8" fmla="*/ 2394 w 3086"/>
                <a:gd name="T9" fmla="*/ 1789 h 3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86" h="3144">
                  <a:moveTo>
                    <a:pt x="2394" y="1789"/>
                  </a:moveTo>
                  <a:lnTo>
                    <a:pt x="375" y="0"/>
                  </a:lnTo>
                  <a:lnTo>
                    <a:pt x="0" y="3144"/>
                  </a:lnTo>
                  <a:lnTo>
                    <a:pt x="3086" y="3144"/>
                  </a:lnTo>
                  <a:lnTo>
                    <a:pt x="2394" y="1789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81" name="Freeform 2047">
              <a:extLst>
                <a:ext uri="{FF2B5EF4-FFF2-40B4-BE49-F238E27FC236}">
                  <a16:creationId xmlns:a16="http://schemas.microsoft.com/office/drawing/2014/main" id="{02B2212B-4CC4-435D-9C28-4630F107CE85}"/>
                </a:ext>
              </a:extLst>
            </p:cNvPr>
            <p:cNvSpPr>
              <a:spLocks/>
            </p:cNvSpPr>
            <p:nvPr/>
          </p:nvSpPr>
          <p:spPr bwMode="gray">
            <a:xfrm>
              <a:off x="6957934" y="5394073"/>
              <a:ext cx="84059" cy="97874"/>
            </a:xfrm>
            <a:custGeom>
              <a:avLst/>
              <a:gdLst>
                <a:gd name="T0" fmla="*/ 0 w 2452"/>
                <a:gd name="T1" fmla="*/ 1269 h 2855"/>
                <a:gd name="T2" fmla="*/ 0 w 2452"/>
                <a:gd name="T3" fmla="*/ 2855 h 2855"/>
                <a:gd name="T4" fmla="*/ 2452 w 2452"/>
                <a:gd name="T5" fmla="*/ 2855 h 2855"/>
                <a:gd name="T6" fmla="*/ 2452 w 2452"/>
                <a:gd name="T7" fmla="*/ 0 h 2855"/>
                <a:gd name="T8" fmla="*/ 0 w 2452"/>
                <a:gd name="T9" fmla="*/ 1269 h 28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52" h="2855">
                  <a:moveTo>
                    <a:pt x="0" y="1269"/>
                  </a:moveTo>
                  <a:lnTo>
                    <a:pt x="0" y="2855"/>
                  </a:lnTo>
                  <a:lnTo>
                    <a:pt x="2452" y="2855"/>
                  </a:lnTo>
                  <a:lnTo>
                    <a:pt x="2452" y="0"/>
                  </a:lnTo>
                  <a:lnTo>
                    <a:pt x="0" y="1269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82" name="Freeform 2048">
              <a:extLst>
                <a:ext uri="{FF2B5EF4-FFF2-40B4-BE49-F238E27FC236}">
                  <a16:creationId xmlns:a16="http://schemas.microsoft.com/office/drawing/2014/main" id="{683548F7-19C5-4BCA-9B07-1C02A87A070C}"/>
                </a:ext>
              </a:extLst>
            </p:cNvPr>
            <p:cNvSpPr>
              <a:spLocks/>
            </p:cNvSpPr>
            <p:nvPr/>
          </p:nvSpPr>
          <p:spPr bwMode="gray">
            <a:xfrm>
              <a:off x="6653375" y="5217040"/>
              <a:ext cx="348063" cy="274906"/>
            </a:xfrm>
            <a:custGeom>
              <a:avLst/>
              <a:gdLst>
                <a:gd name="T0" fmla="*/ 635 w 10153"/>
                <a:gd name="T1" fmla="*/ 8019 h 8019"/>
                <a:gd name="T2" fmla="*/ 0 w 10153"/>
                <a:gd name="T3" fmla="*/ 0 h 8019"/>
                <a:gd name="T4" fmla="*/ 10153 w 10153"/>
                <a:gd name="T5" fmla="*/ 0 h 8019"/>
                <a:gd name="T6" fmla="*/ 9461 w 10153"/>
                <a:gd name="T7" fmla="*/ 8019 h 8019"/>
                <a:gd name="T8" fmla="*/ 635 w 10153"/>
                <a:gd name="T9" fmla="*/ 8019 h 80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53" h="8019">
                  <a:moveTo>
                    <a:pt x="635" y="8019"/>
                  </a:moveTo>
                  <a:lnTo>
                    <a:pt x="0" y="0"/>
                  </a:lnTo>
                  <a:lnTo>
                    <a:pt x="10153" y="0"/>
                  </a:lnTo>
                  <a:lnTo>
                    <a:pt x="9461" y="8019"/>
                  </a:lnTo>
                  <a:lnTo>
                    <a:pt x="635" y="8019"/>
                  </a:lnTo>
                  <a:close/>
                </a:path>
              </a:pathLst>
            </a:custGeom>
            <a:solidFill>
              <a:srgbClr val="EB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83" name="Freeform 2049">
              <a:extLst>
                <a:ext uri="{FF2B5EF4-FFF2-40B4-BE49-F238E27FC236}">
                  <a16:creationId xmlns:a16="http://schemas.microsoft.com/office/drawing/2014/main" id="{204187C5-50F9-4862-921E-3A76328655F0}"/>
                </a:ext>
              </a:extLst>
            </p:cNvPr>
            <p:cNvSpPr>
              <a:spLocks/>
            </p:cNvSpPr>
            <p:nvPr/>
          </p:nvSpPr>
          <p:spPr bwMode="gray">
            <a:xfrm>
              <a:off x="6874869" y="5431646"/>
              <a:ext cx="149298" cy="60301"/>
            </a:xfrm>
            <a:custGeom>
              <a:avLst/>
              <a:gdLst>
                <a:gd name="T0" fmla="*/ 606 w 4355"/>
                <a:gd name="T1" fmla="*/ 1759 h 1759"/>
                <a:gd name="T2" fmla="*/ 606 w 4355"/>
                <a:gd name="T3" fmla="*/ 1644 h 1759"/>
                <a:gd name="T4" fmla="*/ 0 w 4355"/>
                <a:gd name="T5" fmla="*/ 0 h 1759"/>
                <a:gd name="T6" fmla="*/ 3519 w 4355"/>
                <a:gd name="T7" fmla="*/ 0 h 1759"/>
                <a:gd name="T8" fmla="*/ 4355 w 4355"/>
                <a:gd name="T9" fmla="*/ 1759 h 1759"/>
                <a:gd name="T10" fmla="*/ 4355 w 4355"/>
                <a:gd name="T11" fmla="*/ 1759 h 1759"/>
                <a:gd name="T12" fmla="*/ 4355 w 4355"/>
                <a:gd name="T13" fmla="*/ 1759 h 1759"/>
                <a:gd name="T14" fmla="*/ 4355 w 4355"/>
                <a:gd name="T15" fmla="*/ 1759 h 1759"/>
                <a:gd name="T16" fmla="*/ 606 w 4355"/>
                <a:gd name="T17" fmla="*/ 1759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55" h="1759">
                  <a:moveTo>
                    <a:pt x="606" y="1759"/>
                  </a:moveTo>
                  <a:lnTo>
                    <a:pt x="606" y="1644"/>
                  </a:lnTo>
                  <a:lnTo>
                    <a:pt x="0" y="0"/>
                  </a:lnTo>
                  <a:lnTo>
                    <a:pt x="3519" y="0"/>
                  </a:lnTo>
                  <a:lnTo>
                    <a:pt x="4355" y="1759"/>
                  </a:lnTo>
                  <a:lnTo>
                    <a:pt x="4355" y="1759"/>
                  </a:lnTo>
                  <a:lnTo>
                    <a:pt x="4355" y="1759"/>
                  </a:lnTo>
                  <a:lnTo>
                    <a:pt x="4355" y="1759"/>
                  </a:lnTo>
                  <a:lnTo>
                    <a:pt x="606" y="1759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84" name="Freeform 2050">
              <a:extLst>
                <a:ext uri="{FF2B5EF4-FFF2-40B4-BE49-F238E27FC236}">
                  <a16:creationId xmlns:a16="http://schemas.microsoft.com/office/drawing/2014/main" id="{C5560AD4-7286-4CD0-A007-1F2789A829FC}"/>
                </a:ext>
              </a:extLst>
            </p:cNvPr>
            <p:cNvSpPr>
              <a:spLocks/>
            </p:cNvSpPr>
            <p:nvPr/>
          </p:nvSpPr>
          <p:spPr bwMode="gray">
            <a:xfrm>
              <a:off x="6637572" y="5431646"/>
              <a:ext cx="143366" cy="60301"/>
            </a:xfrm>
            <a:custGeom>
              <a:avLst/>
              <a:gdLst>
                <a:gd name="T0" fmla="*/ 3490 w 4182"/>
                <a:gd name="T1" fmla="*/ 1644 h 1759"/>
                <a:gd name="T2" fmla="*/ 3490 w 4182"/>
                <a:gd name="T3" fmla="*/ 1759 h 1759"/>
                <a:gd name="T4" fmla="*/ 0 w 4182"/>
                <a:gd name="T5" fmla="*/ 1759 h 1759"/>
                <a:gd name="T6" fmla="*/ 750 w 4182"/>
                <a:gd name="T7" fmla="*/ 0 h 1759"/>
                <a:gd name="T8" fmla="*/ 4182 w 4182"/>
                <a:gd name="T9" fmla="*/ 0 h 1759"/>
                <a:gd name="T10" fmla="*/ 3490 w 4182"/>
                <a:gd name="T11" fmla="*/ 1644 h 1759"/>
                <a:gd name="T12" fmla="*/ 3490 w 4182"/>
                <a:gd name="T13" fmla="*/ 1644 h 1759"/>
                <a:gd name="T14" fmla="*/ 3490 w 4182"/>
                <a:gd name="T15" fmla="*/ 1644 h 1759"/>
                <a:gd name="T16" fmla="*/ 3490 w 4182"/>
                <a:gd name="T17" fmla="*/ 1644 h 1759"/>
                <a:gd name="T18" fmla="*/ 3490 w 4182"/>
                <a:gd name="T19" fmla="*/ 1644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82" h="1759">
                  <a:moveTo>
                    <a:pt x="3490" y="1644"/>
                  </a:moveTo>
                  <a:lnTo>
                    <a:pt x="3490" y="1759"/>
                  </a:lnTo>
                  <a:lnTo>
                    <a:pt x="0" y="1759"/>
                  </a:lnTo>
                  <a:lnTo>
                    <a:pt x="750" y="0"/>
                  </a:lnTo>
                  <a:lnTo>
                    <a:pt x="4182" y="0"/>
                  </a:lnTo>
                  <a:lnTo>
                    <a:pt x="3490" y="1644"/>
                  </a:lnTo>
                  <a:lnTo>
                    <a:pt x="3490" y="1644"/>
                  </a:lnTo>
                  <a:lnTo>
                    <a:pt x="3490" y="1644"/>
                  </a:lnTo>
                  <a:lnTo>
                    <a:pt x="3490" y="1644"/>
                  </a:lnTo>
                  <a:lnTo>
                    <a:pt x="3490" y="164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85" name="Freeform 2051">
              <a:extLst>
                <a:ext uri="{FF2B5EF4-FFF2-40B4-BE49-F238E27FC236}">
                  <a16:creationId xmlns:a16="http://schemas.microsoft.com/office/drawing/2014/main" id="{37096E5B-AF7E-47CC-8B9E-7975A59F84D8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774807"/>
              <a:ext cx="533940" cy="55365"/>
            </a:xfrm>
            <a:custGeom>
              <a:avLst/>
              <a:gdLst>
                <a:gd name="T0" fmla="*/ 485 w 540"/>
                <a:gd name="T1" fmla="*/ 0 h 56"/>
                <a:gd name="T2" fmla="*/ 56 w 540"/>
                <a:gd name="T3" fmla="*/ 0 h 56"/>
                <a:gd name="T4" fmla="*/ 0 w 540"/>
                <a:gd name="T5" fmla="*/ 56 h 56"/>
                <a:gd name="T6" fmla="*/ 540 w 540"/>
                <a:gd name="T7" fmla="*/ 56 h 56"/>
                <a:gd name="T8" fmla="*/ 485 w 540"/>
                <a:gd name="T9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56">
                  <a:moveTo>
                    <a:pt x="485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5"/>
                    <a:pt x="0" y="56"/>
                  </a:cubicBezTo>
                  <a:cubicBezTo>
                    <a:pt x="540" y="56"/>
                    <a:pt x="540" y="56"/>
                    <a:pt x="540" y="56"/>
                  </a:cubicBezTo>
                  <a:cubicBezTo>
                    <a:pt x="540" y="25"/>
                    <a:pt x="515" y="0"/>
                    <a:pt x="485" y="0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86" name="Freeform 2052">
              <a:extLst>
                <a:ext uri="{FF2B5EF4-FFF2-40B4-BE49-F238E27FC236}">
                  <a16:creationId xmlns:a16="http://schemas.microsoft.com/office/drawing/2014/main" id="{EAD87B96-F6DB-442E-A777-30C53193317D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830171"/>
              <a:ext cx="533940" cy="37573"/>
            </a:xfrm>
            <a:custGeom>
              <a:avLst/>
              <a:gdLst>
                <a:gd name="T0" fmla="*/ 0 w 15575"/>
                <a:gd name="T1" fmla="*/ 0 h 1096"/>
                <a:gd name="T2" fmla="*/ 15575 w 15575"/>
                <a:gd name="T3" fmla="*/ 0 h 1096"/>
                <a:gd name="T4" fmla="*/ 15575 w 15575"/>
                <a:gd name="T5" fmla="*/ 1096 h 1096"/>
                <a:gd name="T6" fmla="*/ 0 w 15575"/>
                <a:gd name="T7" fmla="*/ 1096 h 1096"/>
                <a:gd name="T8" fmla="*/ 0 w 15575"/>
                <a:gd name="T9" fmla="*/ 0 h 1096"/>
                <a:gd name="T10" fmla="*/ 0 w 15575"/>
                <a:gd name="T11" fmla="*/ 0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75" h="1096">
                  <a:moveTo>
                    <a:pt x="0" y="0"/>
                  </a:moveTo>
                  <a:lnTo>
                    <a:pt x="15575" y="0"/>
                  </a:lnTo>
                  <a:lnTo>
                    <a:pt x="15575" y="1096"/>
                  </a:lnTo>
                  <a:lnTo>
                    <a:pt x="0" y="109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87" name="Freeform 2053">
              <a:extLst>
                <a:ext uri="{FF2B5EF4-FFF2-40B4-BE49-F238E27FC236}">
                  <a16:creationId xmlns:a16="http://schemas.microsoft.com/office/drawing/2014/main" id="{324FB10C-4A20-47F6-8162-21C312F2124E}"/>
                </a:ext>
              </a:extLst>
            </p:cNvPr>
            <p:cNvSpPr>
              <a:spLocks/>
            </p:cNvSpPr>
            <p:nvPr/>
          </p:nvSpPr>
          <p:spPr bwMode="gray">
            <a:xfrm>
              <a:off x="8170173" y="6115979"/>
              <a:ext cx="504285" cy="22763"/>
            </a:xfrm>
            <a:custGeom>
              <a:avLst/>
              <a:gdLst>
                <a:gd name="T0" fmla="*/ 0 w 14710"/>
                <a:gd name="T1" fmla="*/ 0 h 664"/>
                <a:gd name="T2" fmla="*/ 14710 w 14710"/>
                <a:gd name="T3" fmla="*/ 0 h 664"/>
                <a:gd name="T4" fmla="*/ 14710 w 14710"/>
                <a:gd name="T5" fmla="*/ 664 h 664"/>
                <a:gd name="T6" fmla="*/ 0 w 14710"/>
                <a:gd name="T7" fmla="*/ 664 h 664"/>
                <a:gd name="T8" fmla="*/ 0 w 14710"/>
                <a:gd name="T9" fmla="*/ 0 h 664"/>
                <a:gd name="T10" fmla="*/ 0 w 14710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710" h="664">
                  <a:moveTo>
                    <a:pt x="0" y="0"/>
                  </a:moveTo>
                  <a:lnTo>
                    <a:pt x="14710" y="0"/>
                  </a:lnTo>
                  <a:lnTo>
                    <a:pt x="14710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88" name="Freeform 2054">
              <a:extLst>
                <a:ext uri="{FF2B5EF4-FFF2-40B4-BE49-F238E27FC236}">
                  <a16:creationId xmlns:a16="http://schemas.microsoft.com/office/drawing/2014/main" id="{88461085-6B46-4740-9273-EA28698C320F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8357" y="5120126"/>
              <a:ext cx="121598" cy="371821"/>
            </a:xfrm>
            <a:custGeom>
              <a:avLst/>
              <a:gdLst>
                <a:gd name="T0" fmla="*/ 1240 w 3547"/>
                <a:gd name="T1" fmla="*/ 0 h 10846"/>
                <a:gd name="T2" fmla="*/ 317 w 3547"/>
                <a:gd name="T3" fmla="*/ 5135 h 10846"/>
                <a:gd name="T4" fmla="*/ 0 w 3547"/>
                <a:gd name="T5" fmla="*/ 8106 h 10846"/>
                <a:gd name="T6" fmla="*/ 548 w 3547"/>
                <a:gd name="T7" fmla="*/ 10846 h 10846"/>
                <a:gd name="T8" fmla="*/ 2538 w 3547"/>
                <a:gd name="T9" fmla="*/ 10846 h 10846"/>
                <a:gd name="T10" fmla="*/ 3547 w 3547"/>
                <a:gd name="T11" fmla="*/ 8798 h 10846"/>
                <a:gd name="T12" fmla="*/ 3547 w 3547"/>
                <a:gd name="T13" fmla="*/ 0 h 10846"/>
                <a:gd name="T14" fmla="*/ 1240 w 3547"/>
                <a:gd name="T15" fmla="*/ 0 h 108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547" h="10846">
                  <a:moveTo>
                    <a:pt x="1240" y="0"/>
                  </a:moveTo>
                  <a:lnTo>
                    <a:pt x="317" y="5135"/>
                  </a:lnTo>
                  <a:lnTo>
                    <a:pt x="0" y="8106"/>
                  </a:lnTo>
                  <a:lnTo>
                    <a:pt x="548" y="10846"/>
                  </a:lnTo>
                  <a:lnTo>
                    <a:pt x="2538" y="10846"/>
                  </a:lnTo>
                  <a:lnTo>
                    <a:pt x="3547" y="8798"/>
                  </a:lnTo>
                  <a:lnTo>
                    <a:pt x="3547" y="0"/>
                  </a:lnTo>
                  <a:lnTo>
                    <a:pt x="1240" y="0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89" name="Freeform 2055">
              <a:extLst>
                <a:ext uri="{FF2B5EF4-FFF2-40B4-BE49-F238E27FC236}">
                  <a16:creationId xmlns:a16="http://schemas.microsoft.com/office/drawing/2014/main" id="{1154613C-2DB7-474A-BB18-A20A9B41A5BB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455367"/>
              <a:ext cx="31642" cy="884129"/>
            </a:xfrm>
            <a:custGeom>
              <a:avLst/>
              <a:gdLst>
                <a:gd name="T0" fmla="*/ 0 w 923"/>
                <a:gd name="T1" fmla="*/ 0 h 25790"/>
                <a:gd name="T2" fmla="*/ 923 w 923"/>
                <a:gd name="T3" fmla="*/ 0 h 25790"/>
                <a:gd name="T4" fmla="*/ 923 w 923"/>
                <a:gd name="T5" fmla="*/ 25790 h 25790"/>
                <a:gd name="T6" fmla="*/ 0 w 923"/>
                <a:gd name="T7" fmla="*/ 25790 h 25790"/>
                <a:gd name="T8" fmla="*/ 0 w 923"/>
                <a:gd name="T9" fmla="*/ 0 h 25790"/>
                <a:gd name="T10" fmla="*/ 0 w 923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" h="25790">
                  <a:moveTo>
                    <a:pt x="0" y="0"/>
                  </a:moveTo>
                  <a:lnTo>
                    <a:pt x="923" y="0"/>
                  </a:lnTo>
                  <a:lnTo>
                    <a:pt x="923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0" name="Freeform 2056">
              <a:extLst>
                <a:ext uri="{FF2B5EF4-FFF2-40B4-BE49-F238E27FC236}">
                  <a16:creationId xmlns:a16="http://schemas.microsoft.com/office/drawing/2014/main" id="{A4B1C07A-26DD-414C-8A4F-9CA25B25D89E}"/>
                </a:ext>
              </a:extLst>
            </p:cNvPr>
            <p:cNvSpPr>
              <a:spLocks/>
            </p:cNvSpPr>
            <p:nvPr/>
          </p:nvSpPr>
          <p:spPr bwMode="gray">
            <a:xfrm>
              <a:off x="8658654" y="5455367"/>
              <a:ext cx="30648" cy="884129"/>
            </a:xfrm>
            <a:custGeom>
              <a:avLst/>
              <a:gdLst>
                <a:gd name="T0" fmla="*/ 0 w 894"/>
                <a:gd name="T1" fmla="*/ 0 h 25790"/>
                <a:gd name="T2" fmla="*/ 894 w 894"/>
                <a:gd name="T3" fmla="*/ 0 h 25790"/>
                <a:gd name="T4" fmla="*/ 894 w 894"/>
                <a:gd name="T5" fmla="*/ 25790 h 25790"/>
                <a:gd name="T6" fmla="*/ 0 w 894"/>
                <a:gd name="T7" fmla="*/ 25790 h 25790"/>
                <a:gd name="T8" fmla="*/ 0 w 894"/>
                <a:gd name="T9" fmla="*/ 0 h 25790"/>
                <a:gd name="T10" fmla="*/ 0 w 894"/>
                <a:gd name="T11" fmla="*/ 0 h 257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4" h="25790">
                  <a:moveTo>
                    <a:pt x="0" y="0"/>
                  </a:moveTo>
                  <a:lnTo>
                    <a:pt x="894" y="0"/>
                  </a:lnTo>
                  <a:lnTo>
                    <a:pt x="894" y="25790"/>
                  </a:lnTo>
                  <a:lnTo>
                    <a:pt x="0" y="2579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1" name="Freeform 2057">
              <a:extLst>
                <a:ext uri="{FF2B5EF4-FFF2-40B4-BE49-F238E27FC236}">
                  <a16:creationId xmlns:a16="http://schemas.microsoft.com/office/drawing/2014/main" id="{CAE93F6E-0733-44C1-BD39-9E261538F081}"/>
                </a:ext>
              </a:extLst>
            </p:cNvPr>
            <p:cNvSpPr>
              <a:spLocks/>
            </p:cNvSpPr>
            <p:nvPr/>
          </p:nvSpPr>
          <p:spPr bwMode="gray">
            <a:xfrm>
              <a:off x="8155363" y="5246696"/>
              <a:ext cx="533940" cy="208673"/>
            </a:xfrm>
            <a:custGeom>
              <a:avLst/>
              <a:gdLst>
                <a:gd name="T0" fmla="*/ 404 w 540"/>
                <a:gd name="T1" fmla="*/ 0 h 211"/>
                <a:gd name="T2" fmla="*/ 136 w 540"/>
                <a:gd name="T3" fmla="*/ 0 h 211"/>
                <a:gd name="T4" fmla="*/ 0 w 540"/>
                <a:gd name="T5" fmla="*/ 119 h 211"/>
                <a:gd name="T6" fmla="*/ 0 w 540"/>
                <a:gd name="T7" fmla="*/ 211 h 211"/>
                <a:gd name="T8" fmla="*/ 540 w 540"/>
                <a:gd name="T9" fmla="*/ 211 h 211"/>
                <a:gd name="T10" fmla="*/ 540 w 540"/>
                <a:gd name="T11" fmla="*/ 119 h 211"/>
                <a:gd name="T12" fmla="*/ 404 w 540"/>
                <a:gd name="T13" fmla="*/ 0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0" h="211">
                  <a:moveTo>
                    <a:pt x="404" y="0"/>
                  </a:moveTo>
                  <a:cubicBezTo>
                    <a:pt x="136" y="0"/>
                    <a:pt x="136" y="0"/>
                    <a:pt x="136" y="0"/>
                  </a:cubicBezTo>
                  <a:cubicBezTo>
                    <a:pt x="61" y="0"/>
                    <a:pt x="0" y="53"/>
                    <a:pt x="0" y="119"/>
                  </a:cubicBezTo>
                  <a:cubicBezTo>
                    <a:pt x="0" y="211"/>
                    <a:pt x="0" y="211"/>
                    <a:pt x="0" y="211"/>
                  </a:cubicBezTo>
                  <a:cubicBezTo>
                    <a:pt x="540" y="211"/>
                    <a:pt x="540" y="211"/>
                    <a:pt x="540" y="211"/>
                  </a:cubicBezTo>
                  <a:cubicBezTo>
                    <a:pt x="540" y="119"/>
                    <a:pt x="540" y="119"/>
                    <a:pt x="540" y="119"/>
                  </a:cubicBezTo>
                  <a:cubicBezTo>
                    <a:pt x="540" y="53"/>
                    <a:pt x="479" y="0"/>
                    <a:pt x="404" y="0"/>
                  </a:cubicBez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2" name="Freeform 2058">
              <a:extLst>
                <a:ext uri="{FF2B5EF4-FFF2-40B4-BE49-F238E27FC236}">
                  <a16:creationId xmlns:a16="http://schemas.microsoft.com/office/drawing/2014/main" id="{AD787CA6-AFD6-45C2-9C9E-02D0B9F92B04}"/>
                </a:ext>
              </a:extLst>
            </p:cNvPr>
            <p:cNvSpPr>
              <a:spLocks/>
            </p:cNvSpPr>
            <p:nvPr/>
          </p:nvSpPr>
          <p:spPr bwMode="gray">
            <a:xfrm>
              <a:off x="8609220" y="5142856"/>
              <a:ext cx="118649" cy="349091"/>
            </a:xfrm>
            <a:custGeom>
              <a:avLst/>
              <a:gdLst>
                <a:gd name="T0" fmla="*/ 3288 w 3461"/>
                <a:gd name="T1" fmla="*/ 6578 h 10183"/>
                <a:gd name="T2" fmla="*/ 3461 w 3461"/>
                <a:gd name="T3" fmla="*/ 0 h 10183"/>
                <a:gd name="T4" fmla="*/ 259 w 3461"/>
                <a:gd name="T5" fmla="*/ 29 h 10183"/>
                <a:gd name="T6" fmla="*/ 778 w 3461"/>
                <a:gd name="T7" fmla="*/ 5366 h 10183"/>
                <a:gd name="T8" fmla="*/ 0 w 3461"/>
                <a:gd name="T9" fmla="*/ 7933 h 10183"/>
                <a:gd name="T10" fmla="*/ 634 w 3461"/>
                <a:gd name="T11" fmla="*/ 10183 h 10183"/>
                <a:gd name="T12" fmla="*/ 2048 w 3461"/>
                <a:gd name="T13" fmla="*/ 9001 h 10183"/>
                <a:gd name="T14" fmla="*/ 3288 w 3461"/>
                <a:gd name="T15" fmla="*/ 6578 h 10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61" h="10183">
                  <a:moveTo>
                    <a:pt x="3288" y="6578"/>
                  </a:moveTo>
                  <a:lnTo>
                    <a:pt x="3461" y="0"/>
                  </a:lnTo>
                  <a:lnTo>
                    <a:pt x="259" y="29"/>
                  </a:lnTo>
                  <a:lnTo>
                    <a:pt x="778" y="5366"/>
                  </a:lnTo>
                  <a:lnTo>
                    <a:pt x="0" y="7933"/>
                  </a:lnTo>
                  <a:lnTo>
                    <a:pt x="634" y="10183"/>
                  </a:lnTo>
                  <a:lnTo>
                    <a:pt x="2048" y="9001"/>
                  </a:lnTo>
                  <a:lnTo>
                    <a:pt x="3288" y="6578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3" name="Freeform 2059">
              <a:extLst>
                <a:ext uri="{FF2B5EF4-FFF2-40B4-BE49-F238E27FC236}">
                  <a16:creationId xmlns:a16="http://schemas.microsoft.com/office/drawing/2014/main" id="{4B43939B-260E-446E-A4AD-FE80D755B21D}"/>
                </a:ext>
              </a:extLst>
            </p:cNvPr>
            <p:cNvSpPr>
              <a:spLocks/>
            </p:cNvSpPr>
            <p:nvPr/>
          </p:nvSpPr>
          <p:spPr bwMode="gray">
            <a:xfrm>
              <a:off x="8207746" y="4515875"/>
              <a:ext cx="403428" cy="619095"/>
            </a:xfrm>
            <a:custGeom>
              <a:avLst/>
              <a:gdLst>
                <a:gd name="T0" fmla="*/ 374 w 408"/>
                <a:gd name="T1" fmla="*/ 100 h 626"/>
                <a:gd name="T2" fmla="*/ 216 w 408"/>
                <a:gd name="T3" fmla="*/ 0 h 626"/>
                <a:gd name="T4" fmla="*/ 207 w 408"/>
                <a:gd name="T5" fmla="*/ 0 h 626"/>
                <a:gd name="T6" fmla="*/ 205 w 408"/>
                <a:gd name="T7" fmla="*/ 0 h 626"/>
                <a:gd name="T8" fmla="*/ 196 w 408"/>
                <a:gd name="T9" fmla="*/ 0 h 626"/>
                <a:gd name="T10" fmla="*/ 38 w 408"/>
                <a:gd name="T11" fmla="*/ 100 h 626"/>
                <a:gd name="T12" fmla="*/ 26 w 408"/>
                <a:gd name="T13" fmla="*/ 558 h 626"/>
                <a:gd name="T14" fmla="*/ 154 w 408"/>
                <a:gd name="T15" fmla="*/ 626 h 626"/>
                <a:gd name="T16" fmla="*/ 205 w 408"/>
                <a:gd name="T17" fmla="*/ 626 h 626"/>
                <a:gd name="T18" fmla="*/ 207 w 408"/>
                <a:gd name="T19" fmla="*/ 626 h 626"/>
                <a:gd name="T20" fmla="*/ 259 w 408"/>
                <a:gd name="T21" fmla="*/ 626 h 626"/>
                <a:gd name="T22" fmla="*/ 382 w 408"/>
                <a:gd name="T23" fmla="*/ 558 h 626"/>
                <a:gd name="T24" fmla="*/ 374 w 408"/>
                <a:gd name="T25" fmla="*/ 100 h 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8" h="626">
                  <a:moveTo>
                    <a:pt x="374" y="100"/>
                  </a:moveTo>
                  <a:cubicBezTo>
                    <a:pt x="342" y="40"/>
                    <a:pt x="287" y="0"/>
                    <a:pt x="216" y="0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6" y="0"/>
                    <a:pt x="196" y="0"/>
                    <a:pt x="196" y="0"/>
                  </a:cubicBezTo>
                  <a:cubicBezTo>
                    <a:pt x="127" y="0"/>
                    <a:pt x="70" y="40"/>
                    <a:pt x="38" y="100"/>
                  </a:cubicBezTo>
                  <a:cubicBezTo>
                    <a:pt x="8" y="156"/>
                    <a:pt x="0" y="495"/>
                    <a:pt x="26" y="558"/>
                  </a:cubicBezTo>
                  <a:cubicBezTo>
                    <a:pt x="47" y="610"/>
                    <a:pt x="95" y="626"/>
                    <a:pt x="154" y="626"/>
                  </a:cubicBezTo>
                  <a:cubicBezTo>
                    <a:pt x="205" y="626"/>
                    <a:pt x="205" y="626"/>
                    <a:pt x="205" y="626"/>
                  </a:cubicBezTo>
                  <a:cubicBezTo>
                    <a:pt x="207" y="626"/>
                    <a:pt x="207" y="626"/>
                    <a:pt x="207" y="626"/>
                  </a:cubicBezTo>
                  <a:cubicBezTo>
                    <a:pt x="259" y="626"/>
                    <a:pt x="259" y="626"/>
                    <a:pt x="259" y="626"/>
                  </a:cubicBezTo>
                  <a:cubicBezTo>
                    <a:pt x="317" y="626"/>
                    <a:pt x="361" y="610"/>
                    <a:pt x="382" y="558"/>
                  </a:cubicBezTo>
                  <a:cubicBezTo>
                    <a:pt x="408" y="495"/>
                    <a:pt x="404" y="156"/>
                    <a:pt x="374" y="100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4" name="Freeform 2060">
              <a:extLst>
                <a:ext uri="{FF2B5EF4-FFF2-40B4-BE49-F238E27FC236}">
                  <a16:creationId xmlns:a16="http://schemas.microsoft.com/office/drawing/2014/main" id="{7C122ED3-60D0-49A3-B952-E3188B940117}"/>
                </a:ext>
              </a:extLst>
            </p:cNvPr>
            <p:cNvSpPr>
              <a:spLocks/>
            </p:cNvSpPr>
            <p:nvPr/>
          </p:nvSpPr>
          <p:spPr bwMode="gray">
            <a:xfrm>
              <a:off x="8084160" y="4914435"/>
              <a:ext cx="651628" cy="638842"/>
            </a:xfrm>
            <a:custGeom>
              <a:avLst/>
              <a:gdLst>
                <a:gd name="T0" fmla="*/ 513 w 659"/>
                <a:gd name="T1" fmla="*/ 410 h 646"/>
                <a:gd name="T2" fmla="*/ 557 w 659"/>
                <a:gd name="T3" fmla="*/ 645 h 646"/>
                <a:gd name="T4" fmla="*/ 108 w 659"/>
                <a:gd name="T5" fmla="*/ 646 h 646"/>
                <a:gd name="T6" fmla="*/ 157 w 659"/>
                <a:gd name="T7" fmla="*/ 410 h 646"/>
                <a:gd name="T8" fmla="*/ 117 w 659"/>
                <a:gd name="T9" fmla="*/ 282 h 646"/>
                <a:gd name="T10" fmla="*/ 11 w 659"/>
                <a:gd name="T11" fmla="*/ 269 h 646"/>
                <a:gd name="T12" fmla="*/ 102 w 659"/>
                <a:gd name="T13" fmla="*/ 60 h 646"/>
                <a:gd name="T14" fmla="*/ 252 w 659"/>
                <a:gd name="T15" fmla="*/ 0 h 646"/>
                <a:gd name="T16" fmla="*/ 322 w 659"/>
                <a:gd name="T17" fmla="*/ 46 h 646"/>
                <a:gd name="T18" fmla="*/ 346 w 659"/>
                <a:gd name="T19" fmla="*/ 45 h 646"/>
                <a:gd name="T20" fmla="*/ 416 w 659"/>
                <a:gd name="T21" fmla="*/ 0 h 646"/>
                <a:gd name="T22" fmla="*/ 568 w 659"/>
                <a:gd name="T23" fmla="*/ 60 h 646"/>
                <a:gd name="T24" fmla="*/ 659 w 659"/>
                <a:gd name="T25" fmla="*/ 269 h 646"/>
                <a:gd name="T26" fmla="*/ 553 w 659"/>
                <a:gd name="T27" fmla="*/ 282 h 646"/>
                <a:gd name="T28" fmla="*/ 552 w 659"/>
                <a:gd name="T29" fmla="*/ 282 h 646"/>
                <a:gd name="T30" fmla="*/ 513 w 659"/>
                <a:gd name="T31" fmla="*/ 410 h 646"/>
                <a:gd name="T32" fmla="*/ 513 w 659"/>
                <a:gd name="T33" fmla="*/ 410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59" h="646">
                  <a:moveTo>
                    <a:pt x="513" y="410"/>
                  </a:moveTo>
                  <a:cubicBezTo>
                    <a:pt x="557" y="645"/>
                    <a:pt x="557" y="645"/>
                    <a:pt x="557" y="645"/>
                  </a:cubicBezTo>
                  <a:cubicBezTo>
                    <a:pt x="108" y="646"/>
                    <a:pt x="108" y="646"/>
                    <a:pt x="108" y="646"/>
                  </a:cubicBezTo>
                  <a:cubicBezTo>
                    <a:pt x="157" y="410"/>
                    <a:pt x="157" y="410"/>
                    <a:pt x="157" y="410"/>
                  </a:cubicBezTo>
                  <a:cubicBezTo>
                    <a:pt x="117" y="282"/>
                    <a:pt x="117" y="282"/>
                    <a:pt x="117" y="282"/>
                  </a:cubicBezTo>
                  <a:cubicBezTo>
                    <a:pt x="11" y="269"/>
                    <a:pt x="11" y="269"/>
                    <a:pt x="11" y="269"/>
                  </a:cubicBezTo>
                  <a:cubicBezTo>
                    <a:pt x="11" y="269"/>
                    <a:pt x="0" y="102"/>
                    <a:pt x="102" y="60"/>
                  </a:cubicBezTo>
                  <a:cubicBezTo>
                    <a:pt x="238" y="4"/>
                    <a:pt x="252" y="0"/>
                    <a:pt x="252" y="0"/>
                  </a:cubicBezTo>
                  <a:cubicBezTo>
                    <a:pt x="322" y="46"/>
                    <a:pt x="322" y="46"/>
                    <a:pt x="322" y="46"/>
                  </a:cubicBezTo>
                  <a:cubicBezTo>
                    <a:pt x="346" y="45"/>
                    <a:pt x="346" y="45"/>
                    <a:pt x="346" y="45"/>
                  </a:cubicBezTo>
                  <a:cubicBezTo>
                    <a:pt x="416" y="0"/>
                    <a:pt x="416" y="0"/>
                    <a:pt x="416" y="0"/>
                  </a:cubicBezTo>
                  <a:cubicBezTo>
                    <a:pt x="568" y="60"/>
                    <a:pt x="568" y="60"/>
                    <a:pt x="568" y="60"/>
                  </a:cubicBezTo>
                  <a:cubicBezTo>
                    <a:pt x="646" y="134"/>
                    <a:pt x="659" y="269"/>
                    <a:pt x="659" y="269"/>
                  </a:cubicBezTo>
                  <a:cubicBezTo>
                    <a:pt x="553" y="282"/>
                    <a:pt x="553" y="282"/>
                    <a:pt x="553" y="282"/>
                  </a:cubicBezTo>
                  <a:cubicBezTo>
                    <a:pt x="552" y="282"/>
                    <a:pt x="552" y="282"/>
                    <a:pt x="552" y="282"/>
                  </a:cubicBezTo>
                  <a:cubicBezTo>
                    <a:pt x="513" y="410"/>
                    <a:pt x="513" y="410"/>
                    <a:pt x="513" y="410"/>
                  </a:cubicBezTo>
                  <a:cubicBezTo>
                    <a:pt x="513" y="410"/>
                    <a:pt x="513" y="410"/>
                    <a:pt x="513" y="410"/>
                  </a:cubicBezTo>
                  <a:close/>
                </a:path>
              </a:pathLst>
            </a:custGeom>
            <a:solidFill>
              <a:srgbClr val="8796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5" name="Freeform 2061">
              <a:extLst>
                <a:ext uri="{FF2B5EF4-FFF2-40B4-BE49-F238E27FC236}">
                  <a16:creationId xmlns:a16="http://schemas.microsoft.com/office/drawing/2014/main" id="{CFB426EF-7F17-4A4F-A516-9CACB14FA1CD}"/>
                </a:ext>
              </a:extLst>
            </p:cNvPr>
            <p:cNvSpPr>
              <a:spLocks/>
            </p:cNvSpPr>
            <p:nvPr/>
          </p:nvSpPr>
          <p:spPr bwMode="gray">
            <a:xfrm>
              <a:off x="8200856" y="5577994"/>
              <a:ext cx="430099" cy="196812"/>
            </a:xfrm>
            <a:custGeom>
              <a:avLst/>
              <a:gdLst>
                <a:gd name="T0" fmla="*/ 393 w 435"/>
                <a:gd name="T1" fmla="*/ 199 h 199"/>
                <a:gd name="T2" fmla="*/ 41 w 435"/>
                <a:gd name="T3" fmla="*/ 199 h 199"/>
                <a:gd name="T4" fmla="*/ 0 w 435"/>
                <a:gd name="T5" fmla="*/ 159 h 199"/>
                <a:gd name="T6" fmla="*/ 0 w 435"/>
                <a:gd name="T7" fmla="*/ 0 h 199"/>
                <a:gd name="T8" fmla="*/ 435 w 435"/>
                <a:gd name="T9" fmla="*/ 0 h 199"/>
                <a:gd name="T10" fmla="*/ 435 w 435"/>
                <a:gd name="T11" fmla="*/ 159 h 199"/>
                <a:gd name="T12" fmla="*/ 393 w 435"/>
                <a:gd name="T13" fmla="*/ 199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5" h="199">
                  <a:moveTo>
                    <a:pt x="393" y="199"/>
                  </a:moveTo>
                  <a:cubicBezTo>
                    <a:pt x="41" y="199"/>
                    <a:pt x="41" y="199"/>
                    <a:pt x="41" y="199"/>
                  </a:cubicBezTo>
                  <a:cubicBezTo>
                    <a:pt x="25" y="183"/>
                    <a:pt x="16" y="175"/>
                    <a:pt x="0" y="15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5" y="0"/>
                    <a:pt x="435" y="0"/>
                    <a:pt x="435" y="0"/>
                  </a:cubicBezTo>
                  <a:cubicBezTo>
                    <a:pt x="435" y="159"/>
                    <a:pt x="435" y="159"/>
                    <a:pt x="435" y="159"/>
                  </a:cubicBezTo>
                  <a:cubicBezTo>
                    <a:pt x="419" y="175"/>
                    <a:pt x="409" y="183"/>
                    <a:pt x="393" y="199"/>
                  </a:cubicBezTo>
                  <a:close/>
                </a:path>
              </a:pathLst>
            </a:custGeom>
            <a:solidFill>
              <a:srgbClr val="37500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6" name="Freeform 2062">
              <a:extLst>
                <a:ext uri="{FF2B5EF4-FFF2-40B4-BE49-F238E27FC236}">
                  <a16:creationId xmlns:a16="http://schemas.microsoft.com/office/drawing/2014/main" id="{4A999819-04E0-4F1A-AFF5-B8FBEE2B739F}"/>
                </a:ext>
              </a:extLst>
            </p:cNvPr>
            <p:cNvSpPr>
              <a:spLocks/>
            </p:cNvSpPr>
            <p:nvPr/>
          </p:nvSpPr>
          <p:spPr bwMode="gray">
            <a:xfrm>
              <a:off x="8182069" y="5565138"/>
              <a:ext cx="465719" cy="54405"/>
            </a:xfrm>
            <a:custGeom>
              <a:avLst/>
              <a:gdLst>
                <a:gd name="T0" fmla="*/ 13585 w 13585"/>
                <a:gd name="T1" fmla="*/ 1587 h 1587"/>
                <a:gd name="T2" fmla="*/ 0 w 13585"/>
                <a:gd name="T3" fmla="*/ 1587 h 1587"/>
                <a:gd name="T4" fmla="*/ 346 w 13585"/>
                <a:gd name="T5" fmla="*/ 0 h 1587"/>
                <a:gd name="T6" fmla="*/ 13210 w 13585"/>
                <a:gd name="T7" fmla="*/ 0 h 1587"/>
                <a:gd name="T8" fmla="*/ 13585 w 13585"/>
                <a:gd name="T9" fmla="*/ 1587 h 1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585" h="1587">
                  <a:moveTo>
                    <a:pt x="13585" y="1587"/>
                  </a:moveTo>
                  <a:lnTo>
                    <a:pt x="0" y="1587"/>
                  </a:lnTo>
                  <a:lnTo>
                    <a:pt x="346" y="0"/>
                  </a:lnTo>
                  <a:lnTo>
                    <a:pt x="13210" y="0"/>
                  </a:lnTo>
                  <a:lnTo>
                    <a:pt x="13585" y="1587"/>
                  </a:lnTo>
                  <a:close/>
                </a:path>
              </a:pathLst>
            </a:custGeom>
            <a:solidFill>
              <a:srgbClr val="647D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7" name="Freeform 2063">
              <a:extLst>
                <a:ext uri="{FF2B5EF4-FFF2-40B4-BE49-F238E27FC236}">
                  <a16:creationId xmlns:a16="http://schemas.microsoft.com/office/drawing/2014/main" id="{0ECFFBFC-F03E-48D9-B8F2-CE31A2600F83}"/>
                </a:ext>
              </a:extLst>
            </p:cNvPr>
            <p:cNvSpPr>
              <a:spLocks/>
            </p:cNvSpPr>
            <p:nvPr/>
          </p:nvSpPr>
          <p:spPr bwMode="gray">
            <a:xfrm>
              <a:off x="8193931" y="5596780"/>
              <a:ext cx="403428" cy="624032"/>
            </a:xfrm>
            <a:custGeom>
              <a:avLst/>
              <a:gdLst>
                <a:gd name="T0" fmla="*/ 274 w 408"/>
                <a:gd name="T1" fmla="*/ 16 h 631"/>
                <a:gd name="T2" fmla="*/ 0 w 408"/>
                <a:gd name="T3" fmla="*/ 586 h 631"/>
                <a:gd name="T4" fmla="*/ 92 w 408"/>
                <a:gd name="T5" fmla="*/ 631 h 631"/>
                <a:gd name="T6" fmla="*/ 387 w 408"/>
                <a:gd name="T7" fmla="*/ 133 h 631"/>
                <a:gd name="T8" fmla="*/ 388 w 408"/>
                <a:gd name="T9" fmla="*/ 131 h 631"/>
                <a:gd name="T10" fmla="*/ 408 w 408"/>
                <a:gd name="T11" fmla="*/ 90 h 631"/>
                <a:gd name="T12" fmla="*/ 394 w 408"/>
                <a:gd name="T13" fmla="*/ 38 h 631"/>
                <a:gd name="T14" fmla="*/ 313 w 408"/>
                <a:gd name="T15" fmla="*/ 0 h 631"/>
                <a:gd name="T16" fmla="*/ 274 w 408"/>
                <a:gd name="T17" fmla="*/ 16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8" h="631">
                  <a:moveTo>
                    <a:pt x="274" y="16"/>
                  </a:moveTo>
                  <a:cubicBezTo>
                    <a:pt x="0" y="586"/>
                    <a:pt x="0" y="586"/>
                    <a:pt x="0" y="586"/>
                  </a:cubicBezTo>
                  <a:cubicBezTo>
                    <a:pt x="92" y="631"/>
                    <a:pt x="92" y="631"/>
                    <a:pt x="92" y="631"/>
                  </a:cubicBezTo>
                  <a:cubicBezTo>
                    <a:pt x="387" y="133"/>
                    <a:pt x="387" y="133"/>
                    <a:pt x="387" y="133"/>
                  </a:cubicBezTo>
                  <a:cubicBezTo>
                    <a:pt x="387" y="132"/>
                    <a:pt x="388" y="132"/>
                    <a:pt x="388" y="131"/>
                  </a:cubicBezTo>
                  <a:cubicBezTo>
                    <a:pt x="408" y="90"/>
                    <a:pt x="408" y="90"/>
                    <a:pt x="408" y="90"/>
                  </a:cubicBezTo>
                  <a:cubicBezTo>
                    <a:pt x="402" y="70"/>
                    <a:pt x="399" y="59"/>
                    <a:pt x="394" y="38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298" y="6"/>
                    <a:pt x="290" y="10"/>
                    <a:pt x="274" y="16"/>
                  </a:cubicBez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8" name="Freeform 2064">
              <a:extLst>
                <a:ext uri="{FF2B5EF4-FFF2-40B4-BE49-F238E27FC236}">
                  <a16:creationId xmlns:a16="http://schemas.microsoft.com/office/drawing/2014/main" id="{88804A89-066D-499E-9E70-CF22E7C24A61}"/>
                </a:ext>
              </a:extLst>
            </p:cNvPr>
            <p:cNvSpPr>
              <a:spLocks/>
            </p:cNvSpPr>
            <p:nvPr/>
          </p:nvSpPr>
          <p:spPr bwMode="gray">
            <a:xfrm>
              <a:off x="8162289" y="6108059"/>
              <a:ext cx="159170" cy="135482"/>
            </a:xfrm>
            <a:custGeom>
              <a:avLst/>
              <a:gdLst>
                <a:gd name="T0" fmla="*/ 4643 w 4643"/>
                <a:gd name="T1" fmla="*/ 3952 h 3952"/>
                <a:gd name="T2" fmla="*/ 0 w 4643"/>
                <a:gd name="T3" fmla="*/ 1904 h 3952"/>
                <a:gd name="T4" fmla="*/ 57 w 4643"/>
                <a:gd name="T5" fmla="*/ 1789 h 3952"/>
                <a:gd name="T6" fmla="*/ 1788 w 4643"/>
                <a:gd name="T7" fmla="*/ 0 h 3952"/>
                <a:gd name="T8" fmla="*/ 4586 w 4643"/>
                <a:gd name="T9" fmla="*/ 1241 h 3952"/>
                <a:gd name="T10" fmla="*/ 4643 w 4643"/>
                <a:gd name="T11" fmla="*/ 3952 h 3952"/>
                <a:gd name="T12" fmla="*/ 4643 w 4643"/>
                <a:gd name="T13" fmla="*/ 3952 h 3952"/>
                <a:gd name="T14" fmla="*/ 4643 w 4643"/>
                <a:gd name="T15" fmla="*/ 3952 h 3952"/>
                <a:gd name="T16" fmla="*/ 4643 w 4643"/>
                <a:gd name="T17" fmla="*/ 3952 h 3952"/>
                <a:gd name="T18" fmla="*/ 4643 w 4643"/>
                <a:gd name="T19" fmla="*/ 3952 h 39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643" h="3952">
                  <a:moveTo>
                    <a:pt x="4643" y="3952"/>
                  </a:moveTo>
                  <a:lnTo>
                    <a:pt x="0" y="1904"/>
                  </a:lnTo>
                  <a:lnTo>
                    <a:pt x="57" y="1789"/>
                  </a:lnTo>
                  <a:lnTo>
                    <a:pt x="1788" y="0"/>
                  </a:lnTo>
                  <a:lnTo>
                    <a:pt x="4586" y="1241"/>
                  </a:lnTo>
                  <a:lnTo>
                    <a:pt x="4643" y="3952"/>
                  </a:lnTo>
                  <a:lnTo>
                    <a:pt x="4643" y="3952"/>
                  </a:lnTo>
                  <a:lnTo>
                    <a:pt x="4643" y="3952"/>
                  </a:lnTo>
                  <a:lnTo>
                    <a:pt x="4643" y="3952"/>
                  </a:lnTo>
                  <a:lnTo>
                    <a:pt x="4643" y="3952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99" name="Freeform 2065">
              <a:extLst>
                <a:ext uri="{FF2B5EF4-FFF2-40B4-BE49-F238E27FC236}">
                  <a16:creationId xmlns:a16="http://schemas.microsoft.com/office/drawing/2014/main" id="{AC3C5CF7-93F4-4459-9EF7-ECAA1C476951}"/>
                </a:ext>
              </a:extLst>
            </p:cNvPr>
            <p:cNvSpPr>
              <a:spLocks/>
            </p:cNvSpPr>
            <p:nvPr/>
          </p:nvSpPr>
          <p:spPr bwMode="gray">
            <a:xfrm>
              <a:off x="8272025" y="5631404"/>
              <a:ext cx="150291" cy="708091"/>
            </a:xfrm>
            <a:custGeom>
              <a:avLst/>
              <a:gdLst>
                <a:gd name="T0" fmla="*/ 0 w 152"/>
                <a:gd name="T1" fmla="*/ 46 h 716"/>
                <a:gd name="T2" fmla="*/ 0 w 152"/>
                <a:gd name="T3" fmla="*/ 93 h 716"/>
                <a:gd name="T4" fmla="*/ 1 w 152"/>
                <a:gd name="T5" fmla="*/ 95 h 716"/>
                <a:gd name="T6" fmla="*/ 49 w 152"/>
                <a:gd name="T7" fmla="*/ 716 h 716"/>
                <a:gd name="T8" fmla="*/ 152 w 152"/>
                <a:gd name="T9" fmla="*/ 716 h 716"/>
                <a:gd name="T10" fmla="*/ 152 w 152"/>
                <a:gd name="T11" fmla="*/ 37 h 716"/>
                <a:gd name="T12" fmla="*/ 122 w 152"/>
                <a:gd name="T13" fmla="*/ 0 h 716"/>
                <a:gd name="T14" fmla="*/ 37 w 152"/>
                <a:gd name="T15" fmla="*/ 0 h 716"/>
                <a:gd name="T16" fmla="*/ 0 w 152"/>
                <a:gd name="T17" fmla="*/ 46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" h="716">
                  <a:moveTo>
                    <a:pt x="0" y="46"/>
                  </a:moveTo>
                  <a:cubicBezTo>
                    <a:pt x="0" y="93"/>
                    <a:pt x="0" y="93"/>
                    <a:pt x="0" y="93"/>
                  </a:cubicBezTo>
                  <a:cubicBezTo>
                    <a:pt x="0" y="94"/>
                    <a:pt x="1" y="95"/>
                    <a:pt x="1" y="95"/>
                  </a:cubicBezTo>
                  <a:cubicBezTo>
                    <a:pt x="49" y="716"/>
                    <a:pt x="49" y="716"/>
                    <a:pt x="49" y="716"/>
                  </a:cubicBezTo>
                  <a:cubicBezTo>
                    <a:pt x="152" y="716"/>
                    <a:pt x="152" y="716"/>
                    <a:pt x="152" y="716"/>
                  </a:cubicBezTo>
                  <a:cubicBezTo>
                    <a:pt x="152" y="37"/>
                    <a:pt x="152" y="37"/>
                    <a:pt x="152" y="37"/>
                  </a:cubicBezTo>
                  <a:cubicBezTo>
                    <a:pt x="140" y="22"/>
                    <a:pt x="134" y="14"/>
                    <a:pt x="12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23" y="18"/>
                    <a:pt x="15" y="28"/>
                    <a:pt x="0" y="46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0" name="Freeform 2066">
              <a:extLst>
                <a:ext uri="{FF2B5EF4-FFF2-40B4-BE49-F238E27FC236}">
                  <a16:creationId xmlns:a16="http://schemas.microsoft.com/office/drawing/2014/main" id="{4A788CB0-ADF2-4C96-BE6A-0E0D87061414}"/>
                </a:ext>
              </a:extLst>
            </p:cNvPr>
            <p:cNvSpPr>
              <a:spLocks/>
            </p:cNvSpPr>
            <p:nvPr/>
          </p:nvSpPr>
          <p:spPr bwMode="gray">
            <a:xfrm>
              <a:off x="8270071" y="6255436"/>
              <a:ext cx="173020" cy="84058"/>
            </a:xfrm>
            <a:custGeom>
              <a:avLst/>
              <a:gdLst>
                <a:gd name="T0" fmla="*/ 5047 w 5047"/>
                <a:gd name="T1" fmla="*/ 2336 h 2452"/>
                <a:gd name="T2" fmla="*/ 5047 w 5047"/>
                <a:gd name="T3" fmla="*/ 2452 h 2452"/>
                <a:gd name="T4" fmla="*/ 0 w 5047"/>
                <a:gd name="T5" fmla="*/ 2452 h 2452"/>
                <a:gd name="T6" fmla="*/ 1096 w 5047"/>
                <a:gd name="T7" fmla="*/ 0 h 2452"/>
                <a:gd name="T8" fmla="*/ 4182 w 5047"/>
                <a:gd name="T9" fmla="*/ 0 h 2452"/>
                <a:gd name="T10" fmla="*/ 5047 w 5047"/>
                <a:gd name="T11" fmla="*/ 2336 h 2452"/>
                <a:gd name="T12" fmla="*/ 5047 w 5047"/>
                <a:gd name="T13" fmla="*/ 2336 h 2452"/>
                <a:gd name="T14" fmla="*/ 5047 w 5047"/>
                <a:gd name="T15" fmla="*/ 2336 h 2452"/>
                <a:gd name="T16" fmla="*/ 5047 w 5047"/>
                <a:gd name="T17" fmla="*/ 2336 h 2452"/>
                <a:gd name="T18" fmla="*/ 5047 w 5047"/>
                <a:gd name="T19" fmla="*/ 2336 h 2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047" h="2452">
                  <a:moveTo>
                    <a:pt x="5047" y="2336"/>
                  </a:moveTo>
                  <a:lnTo>
                    <a:pt x="5047" y="2452"/>
                  </a:lnTo>
                  <a:lnTo>
                    <a:pt x="0" y="2452"/>
                  </a:lnTo>
                  <a:lnTo>
                    <a:pt x="1096" y="0"/>
                  </a:lnTo>
                  <a:lnTo>
                    <a:pt x="4182" y="0"/>
                  </a:lnTo>
                  <a:lnTo>
                    <a:pt x="5047" y="2336"/>
                  </a:lnTo>
                  <a:lnTo>
                    <a:pt x="5047" y="2336"/>
                  </a:lnTo>
                  <a:lnTo>
                    <a:pt x="5047" y="2336"/>
                  </a:lnTo>
                  <a:lnTo>
                    <a:pt x="5047" y="2336"/>
                  </a:lnTo>
                  <a:lnTo>
                    <a:pt x="5047" y="2336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1" name="Freeform 2067">
              <a:extLst>
                <a:ext uri="{FF2B5EF4-FFF2-40B4-BE49-F238E27FC236}">
                  <a16:creationId xmlns:a16="http://schemas.microsoft.com/office/drawing/2014/main" id="{623876DF-1C38-4D24-931A-B0CF24534069}"/>
                </a:ext>
              </a:extLst>
            </p:cNvPr>
            <p:cNvSpPr>
              <a:spLocks/>
            </p:cNvSpPr>
            <p:nvPr/>
          </p:nvSpPr>
          <p:spPr bwMode="gray">
            <a:xfrm>
              <a:off x="8527149" y="5399009"/>
              <a:ext cx="103805" cy="92938"/>
            </a:xfrm>
            <a:custGeom>
              <a:avLst/>
              <a:gdLst>
                <a:gd name="T0" fmla="*/ 0 w 3028"/>
                <a:gd name="T1" fmla="*/ 1356 h 2711"/>
                <a:gd name="T2" fmla="*/ 0 w 3028"/>
                <a:gd name="T3" fmla="*/ 2711 h 2711"/>
                <a:gd name="T4" fmla="*/ 3028 w 3028"/>
                <a:gd name="T5" fmla="*/ 2711 h 2711"/>
                <a:gd name="T6" fmla="*/ 3028 w 3028"/>
                <a:gd name="T7" fmla="*/ 0 h 2711"/>
                <a:gd name="T8" fmla="*/ 0 w 3028"/>
                <a:gd name="T9" fmla="*/ 1356 h 2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28" h="2711">
                  <a:moveTo>
                    <a:pt x="0" y="1356"/>
                  </a:moveTo>
                  <a:lnTo>
                    <a:pt x="0" y="2711"/>
                  </a:lnTo>
                  <a:lnTo>
                    <a:pt x="3028" y="2711"/>
                  </a:lnTo>
                  <a:lnTo>
                    <a:pt x="3028" y="0"/>
                  </a:lnTo>
                  <a:lnTo>
                    <a:pt x="0" y="1356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2" name="Freeform 2068">
              <a:extLst>
                <a:ext uri="{FF2B5EF4-FFF2-40B4-BE49-F238E27FC236}">
                  <a16:creationId xmlns:a16="http://schemas.microsoft.com/office/drawing/2014/main" id="{AA2F84E7-8D9B-4EAC-8745-D5450786EA41}"/>
                </a:ext>
              </a:extLst>
            </p:cNvPr>
            <p:cNvSpPr>
              <a:spLocks/>
            </p:cNvSpPr>
            <p:nvPr/>
          </p:nvSpPr>
          <p:spPr bwMode="gray">
            <a:xfrm>
              <a:off x="8498457" y="5431646"/>
              <a:ext cx="128557" cy="60301"/>
            </a:xfrm>
            <a:custGeom>
              <a:avLst/>
              <a:gdLst>
                <a:gd name="T0" fmla="*/ 3750 w 3750"/>
                <a:gd name="T1" fmla="*/ 1759 h 1759"/>
                <a:gd name="T2" fmla="*/ 0 w 3750"/>
                <a:gd name="T3" fmla="*/ 1759 h 1759"/>
                <a:gd name="T4" fmla="*/ 0 w 3750"/>
                <a:gd name="T5" fmla="*/ 1644 h 1759"/>
                <a:gd name="T6" fmla="*/ 635 w 3750"/>
                <a:gd name="T7" fmla="*/ 0 h 1759"/>
                <a:gd name="T8" fmla="*/ 2913 w 3750"/>
                <a:gd name="T9" fmla="*/ 0 h 1759"/>
                <a:gd name="T10" fmla="*/ 3750 w 3750"/>
                <a:gd name="T11" fmla="*/ 1759 h 1759"/>
                <a:gd name="T12" fmla="*/ 3750 w 3750"/>
                <a:gd name="T13" fmla="*/ 1759 h 1759"/>
                <a:gd name="T14" fmla="*/ 3750 w 3750"/>
                <a:gd name="T15" fmla="*/ 1759 h 1759"/>
                <a:gd name="T16" fmla="*/ 3750 w 3750"/>
                <a:gd name="T17" fmla="*/ 1759 h 1759"/>
                <a:gd name="T18" fmla="*/ 3750 w 3750"/>
                <a:gd name="T19" fmla="*/ 1759 h 17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50" h="1759">
                  <a:moveTo>
                    <a:pt x="3750" y="1759"/>
                  </a:moveTo>
                  <a:lnTo>
                    <a:pt x="0" y="1759"/>
                  </a:lnTo>
                  <a:lnTo>
                    <a:pt x="0" y="1644"/>
                  </a:lnTo>
                  <a:lnTo>
                    <a:pt x="635" y="0"/>
                  </a:lnTo>
                  <a:lnTo>
                    <a:pt x="2913" y="0"/>
                  </a:lnTo>
                  <a:lnTo>
                    <a:pt x="3750" y="1759"/>
                  </a:lnTo>
                  <a:lnTo>
                    <a:pt x="3750" y="1759"/>
                  </a:lnTo>
                  <a:lnTo>
                    <a:pt x="3750" y="1759"/>
                  </a:lnTo>
                  <a:lnTo>
                    <a:pt x="3750" y="1759"/>
                  </a:lnTo>
                  <a:lnTo>
                    <a:pt x="3750" y="1759"/>
                  </a:lnTo>
                  <a:close/>
                </a:path>
              </a:pathLst>
            </a:custGeom>
            <a:solidFill>
              <a:srgbClr val="E1E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3" name="Freeform 2069">
              <a:extLst>
                <a:ext uri="{FF2B5EF4-FFF2-40B4-BE49-F238E27FC236}">
                  <a16:creationId xmlns:a16="http://schemas.microsoft.com/office/drawing/2014/main" id="{04F661F5-078C-4E4E-9104-EBC64BE887ED}"/>
                </a:ext>
              </a:extLst>
            </p:cNvPr>
            <p:cNvSpPr>
              <a:spLocks/>
            </p:cNvSpPr>
            <p:nvPr/>
          </p:nvSpPr>
          <p:spPr bwMode="gray">
            <a:xfrm>
              <a:off x="8271031" y="4588072"/>
              <a:ext cx="282825" cy="390642"/>
            </a:xfrm>
            <a:custGeom>
              <a:avLst/>
              <a:gdLst>
                <a:gd name="T0" fmla="*/ 273 w 286"/>
                <a:gd name="T1" fmla="*/ 119 h 395"/>
                <a:gd name="T2" fmla="*/ 266 w 286"/>
                <a:gd name="T3" fmla="*/ 121 h 395"/>
                <a:gd name="T4" fmla="*/ 266 w 286"/>
                <a:gd name="T5" fmla="*/ 86 h 395"/>
                <a:gd name="T6" fmla="*/ 183 w 286"/>
                <a:gd name="T7" fmla="*/ 0 h 395"/>
                <a:gd name="T8" fmla="*/ 142 w 286"/>
                <a:gd name="T9" fmla="*/ 0 h 395"/>
                <a:gd name="T10" fmla="*/ 102 w 286"/>
                <a:gd name="T11" fmla="*/ 0 h 395"/>
                <a:gd name="T12" fmla="*/ 19 w 286"/>
                <a:gd name="T13" fmla="*/ 86 h 395"/>
                <a:gd name="T14" fmla="*/ 19 w 286"/>
                <a:gd name="T15" fmla="*/ 121 h 395"/>
                <a:gd name="T16" fmla="*/ 14 w 286"/>
                <a:gd name="T17" fmla="*/ 119 h 395"/>
                <a:gd name="T18" fmla="*/ 0 w 286"/>
                <a:gd name="T19" fmla="*/ 133 h 395"/>
                <a:gd name="T20" fmla="*/ 0 w 286"/>
                <a:gd name="T21" fmla="*/ 186 h 395"/>
                <a:gd name="T22" fmla="*/ 14 w 286"/>
                <a:gd name="T23" fmla="*/ 200 h 395"/>
                <a:gd name="T24" fmla="*/ 19 w 286"/>
                <a:gd name="T25" fmla="*/ 198 h 395"/>
                <a:gd name="T26" fmla="*/ 63 w 286"/>
                <a:gd name="T27" fmla="*/ 275 h 395"/>
                <a:gd name="T28" fmla="*/ 63 w 286"/>
                <a:gd name="T29" fmla="*/ 338 h 395"/>
                <a:gd name="T30" fmla="*/ 145 w 286"/>
                <a:gd name="T31" fmla="*/ 394 h 395"/>
                <a:gd name="T32" fmla="*/ 227 w 286"/>
                <a:gd name="T33" fmla="*/ 338 h 395"/>
                <a:gd name="T34" fmla="*/ 227 w 286"/>
                <a:gd name="T35" fmla="*/ 270 h 395"/>
                <a:gd name="T36" fmla="*/ 266 w 286"/>
                <a:gd name="T37" fmla="*/ 198 h 395"/>
                <a:gd name="T38" fmla="*/ 273 w 286"/>
                <a:gd name="T39" fmla="*/ 200 h 395"/>
                <a:gd name="T40" fmla="*/ 286 w 286"/>
                <a:gd name="T41" fmla="*/ 186 h 395"/>
                <a:gd name="T42" fmla="*/ 286 w 286"/>
                <a:gd name="T43" fmla="*/ 133 h 395"/>
                <a:gd name="T44" fmla="*/ 273 w 286"/>
                <a:gd name="T45" fmla="*/ 119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86" h="395">
                  <a:moveTo>
                    <a:pt x="273" y="119"/>
                  </a:moveTo>
                  <a:cubicBezTo>
                    <a:pt x="270" y="119"/>
                    <a:pt x="268" y="121"/>
                    <a:pt x="266" y="121"/>
                  </a:cubicBezTo>
                  <a:cubicBezTo>
                    <a:pt x="266" y="86"/>
                    <a:pt x="266" y="86"/>
                    <a:pt x="266" y="86"/>
                  </a:cubicBezTo>
                  <a:cubicBezTo>
                    <a:pt x="262" y="37"/>
                    <a:pt x="226" y="0"/>
                    <a:pt x="183" y="0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02" y="0"/>
                    <a:pt x="102" y="0"/>
                    <a:pt x="102" y="0"/>
                  </a:cubicBezTo>
                  <a:cubicBezTo>
                    <a:pt x="59" y="0"/>
                    <a:pt x="24" y="37"/>
                    <a:pt x="19" y="86"/>
                  </a:cubicBezTo>
                  <a:cubicBezTo>
                    <a:pt x="19" y="121"/>
                    <a:pt x="19" y="121"/>
                    <a:pt x="19" y="121"/>
                  </a:cubicBezTo>
                  <a:cubicBezTo>
                    <a:pt x="17" y="121"/>
                    <a:pt x="16" y="119"/>
                    <a:pt x="14" y="119"/>
                  </a:cubicBezTo>
                  <a:cubicBezTo>
                    <a:pt x="6" y="119"/>
                    <a:pt x="0" y="125"/>
                    <a:pt x="0" y="133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0" y="194"/>
                    <a:pt x="6" y="200"/>
                    <a:pt x="14" y="200"/>
                  </a:cubicBezTo>
                  <a:cubicBezTo>
                    <a:pt x="16" y="200"/>
                    <a:pt x="17" y="200"/>
                    <a:pt x="19" y="198"/>
                  </a:cubicBezTo>
                  <a:cubicBezTo>
                    <a:pt x="22" y="222"/>
                    <a:pt x="40" y="251"/>
                    <a:pt x="63" y="275"/>
                  </a:cubicBezTo>
                  <a:cubicBezTo>
                    <a:pt x="63" y="284"/>
                    <a:pt x="63" y="285"/>
                    <a:pt x="63" y="338"/>
                  </a:cubicBezTo>
                  <a:cubicBezTo>
                    <a:pt x="79" y="368"/>
                    <a:pt x="110" y="394"/>
                    <a:pt x="145" y="394"/>
                  </a:cubicBezTo>
                  <a:cubicBezTo>
                    <a:pt x="179" y="395"/>
                    <a:pt x="211" y="368"/>
                    <a:pt x="227" y="338"/>
                  </a:cubicBezTo>
                  <a:cubicBezTo>
                    <a:pt x="227" y="270"/>
                    <a:pt x="227" y="270"/>
                    <a:pt x="227" y="270"/>
                  </a:cubicBezTo>
                  <a:cubicBezTo>
                    <a:pt x="247" y="247"/>
                    <a:pt x="263" y="220"/>
                    <a:pt x="266" y="198"/>
                  </a:cubicBezTo>
                  <a:cubicBezTo>
                    <a:pt x="268" y="200"/>
                    <a:pt x="270" y="200"/>
                    <a:pt x="273" y="200"/>
                  </a:cubicBezTo>
                  <a:cubicBezTo>
                    <a:pt x="279" y="200"/>
                    <a:pt x="286" y="194"/>
                    <a:pt x="286" y="186"/>
                  </a:cubicBezTo>
                  <a:cubicBezTo>
                    <a:pt x="286" y="133"/>
                    <a:pt x="286" y="133"/>
                    <a:pt x="286" y="133"/>
                  </a:cubicBezTo>
                  <a:cubicBezTo>
                    <a:pt x="286" y="125"/>
                    <a:pt x="279" y="119"/>
                    <a:pt x="273" y="119"/>
                  </a:cubicBez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4" name="Freeform 2070">
              <a:extLst>
                <a:ext uri="{FF2B5EF4-FFF2-40B4-BE49-F238E27FC236}">
                  <a16:creationId xmlns:a16="http://schemas.microsoft.com/office/drawing/2014/main" id="{D7FA2450-53F3-46DE-AC75-70BFAB955850}"/>
                </a:ext>
              </a:extLst>
            </p:cNvPr>
            <p:cNvSpPr>
              <a:spLocks/>
            </p:cNvSpPr>
            <p:nvPr/>
          </p:nvSpPr>
          <p:spPr bwMode="gray">
            <a:xfrm>
              <a:off x="8344222" y="4552487"/>
              <a:ext cx="198732" cy="199760"/>
            </a:xfrm>
            <a:custGeom>
              <a:avLst/>
              <a:gdLst>
                <a:gd name="T0" fmla="*/ 199 w 201"/>
                <a:gd name="T1" fmla="*/ 132 h 202"/>
                <a:gd name="T2" fmla="*/ 169 w 201"/>
                <a:gd name="T3" fmla="*/ 64 h 202"/>
                <a:gd name="T4" fmla="*/ 108 w 201"/>
                <a:gd name="T5" fmla="*/ 11 h 202"/>
                <a:gd name="T6" fmla="*/ 69 w 201"/>
                <a:gd name="T7" fmla="*/ 2 h 202"/>
                <a:gd name="T8" fmla="*/ 69 w 201"/>
                <a:gd name="T9" fmla="*/ 2 h 202"/>
                <a:gd name="T10" fmla="*/ 56 w 201"/>
                <a:gd name="T11" fmla="*/ 0 h 202"/>
                <a:gd name="T12" fmla="*/ 16 w 201"/>
                <a:gd name="T13" fmla="*/ 6 h 202"/>
                <a:gd name="T14" fmla="*/ 24 w 201"/>
                <a:gd name="T15" fmla="*/ 65 h 202"/>
                <a:gd name="T16" fmla="*/ 67 w 201"/>
                <a:gd name="T17" fmla="*/ 94 h 202"/>
                <a:gd name="T18" fmla="*/ 67 w 201"/>
                <a:gd name="T19" fmla="*/ 94 h 202"/>
                <a:gd name="T20" fmla="*/ 91 w 201"/>
                <a:gd name="T21" fmla="*/ 105 h 202"/>
                <a:gd name="T22" fmla="*/ 159 w 201"/>
                <a:gd name="T23" fmla="*/ 143 h 202"/>
                <a:gd name="T24" fmla="*/ 174 w 201"/>
                <a:gd name="T25" fmla="*/ 202 h 202"/>
                <a:gd name="T26" fmla="*/ 199 w 201"/>
                <a:gd name="T27" fmla="*/ 13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1" h="202">
                  <a:moveTo>
                    <a:pt x="199" y="132"/>
                  </a:moveTo>
                  <a:cubicBezTo>
                    <a:pt x="198" y="108"/>
                    <a:pt x="186" y="86"/>
                    <a:pt x="169" y="64"/>
                  </a:cubicBezTo>
                  <a:cubicBezTo>
                    <a:pt x="153" y="45"/>
                    <a:pt x="137" y="24"/>
                    <a:pt x="108" y="11"/>
                  </a:cubicBezTo>
                  <a:cubicBezTo>
                    <a:pt x="96" y="6"/>
                    <a:pt x="83" y="3"/>
                    <a:pt x="69" y="2"/>
                  </a:cubicBezTo>
                  <a:cubicBezTo>
                    <a:pt x="69" y="2"/>
                    <a:pt x="69" y="2"/>
                    <a:pt x="69" y="2"/>
                  </a:cubicBezTo>
                  <a:cubicBezTo>
                    <a:pt x="64" y="2"/>
                    <a:pt x="61" y="0"/>
                    <a:pt x="56" y="0"/>
                  </a:cubicBezTo>
                  <a:cubicBezTo>
                    <a:pt x="45" y="0"/>
                    <a:pt x="22" y="0"/>
                    <a:pt x="16" y="6"/>
                  </a:cubicBezTo>
                  <a:cubicBezTo>
                    <a:pt x="0" y="22"/>
                    <a:pt x="7" y="48"/>
                    <a:pt x="24" y="65"/>
                  </a:cubicBezTo>
                  <a:cubicBezTo>
                    <a:pt x="35" y="78"/>
                    <a:pt x="51" y="86"/>
                    <a:pt x="67" y="94"/>
                  </a:cubicBezTo>
                  <a:cubicBezTo>
                    <a:pt x="67" y="94"/>
                    <a:pt x="67" y="94"/>
                    <a:pt x="67" y="94"/>
                  </a:cubicBezTo>
                  <a:cubicBezTo>
                    <a:pt x="75" y="99"/>
                    <a:pt x="83" y="102"/>
                    <a:pt x="91" y="105"/>
                  </a:cubicBezTo>
                  <a:cubicBezTo>
                    <a:pt x="116" y="116"/>
                    <a:pt x="142" y="127"/>
                    <a:pt x="159" y="143"/>
                  </a:cubicBezTo>
                  <a:cubicBezTo>
                    <a:pt x="177" y="159"/>
                    <a:pt x="190" y="184"/>
                    <a:pt x="174" y="202"/>
                  </a:cubicBezTo>
                  <a:cubicBezTo>
                    <a:pt x="191" y="181"/>
                    <a:pt x="201" y="157"/>
                    <a:pt x="199" y="132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5" name="Rectangle 2071">
              <a:extLst>
                <a:ext uri="{FF2B5EF4-FFF2-40B4-BE49-F238E27FC236}">
                  <a16:creationId xmlns:a16="http://schemas.microsoft.com/office/drawing/2014/main" id="{645E7688-1730-4014-8C7A-77931589BB95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482000" y="5491946"/>
              <a:ext cx="4883649" cy="86047"/>
            </a:xfrm>
            <a:prstGeom prst="rect">
              <a:avLst/>
            </a:prstGeom>
            <a:solidFill>
              <a:srgbClr val="BECD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6" name="Freeform 2072">
              <a:extLst>
                <a:ext uri="{FF2B5EF4-FFF2-40B4-BE49-F238E27FC236}">
                  <a16:creationId xmlns:a16="http://schemas.microsoft.com/office/drawing/2014/main" id="{CC55D797-0258-4209-91A2-4947B9EFA991}"/>
                </a:ext>
              </a:extLst>
            </p:cNvPr>
            <p:cNvSpPr>
              <a:spLocks/>
            </p:cNvSpPr>
            <p:nvPr/>
          </p:nvSpPr>
          <p:spPr bwMode="gray">
            <a:xfrm>
              <a:off x="5073292" y="5864796"/>
              <a:ext cx="168118" cy="491500"/>
            </a:xfrm>
            <a:custGeom>
              <a:avLst/>
              <a:gdLst>
                <a:gd name="T0" fmla="*/ 4904 w 4904"/>
                <a:gd name="T1" fmla="*/ 0 h 14337"/>
                <a:gd name="T2" fmla="*/ 4644 w 4904"/>
                <a:gd name="T3" fmla="*/ 14337 h 14337"/>
                <a:gd name="T4" fmla="*/ 260 w 4904"/>
                <a:gd name="T5" fmla="*/ 14337 h 14337"/>
                <a:gd name="T6" fmla="*/ 0 w 4904"/>
                <a:gd name="T7" fmla="*/ 0 h 14337"/>
                <a:gd name="T8" fmla="*/ 4904 w 4904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4" h="14337">
                  <a:moveTo>
                    <a:pt x="4904" y="0"/>
                  </a:moveTo>
                  <a:lnTo>
                    <a:pt x="4644" y="14337"/>
                  </a:lnTo>
                  <a:lnTo>
                    <a:pt x="260" y="14337"/>
                  </a:lnTo>
                  <a:lnTo>
                    <a:pt x="0" y="0"/>
                  </a:lnTo>
                  <a:lnTo>
                    <a:pt x="4904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7" name="Freeform 2073">
              <a:extLst>
                <a:ext uri="{FF2B5EF4-FFF2-40B4-BE49-F238E27FC236}">
                  <a16:creationId xmlns:a16="http://schemas.microsoft.com/office/drawing/2014/main" id="{79D067DB-9743-47FA-84B6-597BD75EC715}"/>
                </a:ext>
              </a:extLst>
            </p:cNvPr>
            <p:cNvSpPr>
              <a:spLocks/>
            </p:cNvSpPr>
            <p:nvPr/>
          </p:nvSpPr>
          <p:spPr bwMode="gray">
            <a:xfrm>
              <a:off x="5073292" y="6356294"/>
              <a:ext cx="168118" cy="60336"/>
            </a:xfrm>
            <a:custGeom>
              <a:avLst/>
              <a:gdLst>
                <a:gd name="T0" fmla="*/ 85 w 170"/>
                <a:gd name="T1" fmla="*/ 0 h 61"/>
                <a:gd name="T2" fmla="*/ 15 w 170"/>
                <a:gd name="T3" fmla="*/ 0 h 61"/>
                <a:gd name="T4" fmla="*/ 0 w 170"/>
                <a:gd name="T5" fmla="*/ 61 h 61"/>
                <a:gd name="T6" fmla="*/ 85 w 170"/>
                <a:gd name="T7" fmla="*/ 61 h 61"/>
                <a:gd name="T8" fmla="*/ 170 w 170"/>
                <a:gd name="T9" fmla="*/ 61 h 61"/>
                <a:gd name="T10" fmla="*/ 154 w 170"/>
                <a:gd name="T11" fmla="*/ 0 h 61"/>
                <a:gd name="T12" fmla="*/ 85 w 170"/>
                <a:gd name="T13" fmla="*/ 0 h 61"/>
                <a:gd name="T14" fmla="*/ 85 w 170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0" h="61">
                  <a:moveTo>
                    <a:pt x="85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0" y="41"/>
                    <a:pt x="0" y="61"/>
                  </a:cubicBezTo>
                  <a:cubicBezTo>
                    <a:pt x="85" y="61"/>
                    <a:pt x="85" y="61"/>
                    <a:pt x="85" y="61"/>
                  </a:cubicBezTo>
                  <a:cubicBezTo>
                    <a:pt x="170" y="61"/>
                    <a:pt x="170" y="61"/>
                    <a:pt x="170" y="61"/>
                  </a:cubicBezTo>
                  <a:cubicBezTo>
                    <a:pt x="170" y="41"/>
                    <a:pt x="154" y="0"/>
                    <a:pt x="154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8" name="Freeform 2074">
              <a:extLst>
                <a:ext uri="{FF2B5EF4-FFF2-40B4-BE49-F238E27FC236}">
                  <a16:creationId xmlns:a16="http://schemas.microsoft.com/office/drawing/2014/main" id="{4A716EAC-3B3C-448F-A6A0-67ECBB888F61}"/>
                </a:ext>
              </a:extLst>
            </p:cNvPr>
            <p:cNvSpPr>
              <a:spLocks/>
            </p:cNvSpPr>
            <p:nvPr/>
          </p:nvSpPr>
          <p:spPr bwMode="gray">
            <a:xfrm>
              <a:off x="5251284" y="5864796"/>
              <a:ext cx="170073" cy="491500"/>
            </a:xfrm>
            <a:custGeom>
              <a:avLst/>
              <a:gdLst>
                <a:gd name="T0" fmla="*/ 4961 w 4961"/>
                <a:gd name="T1" fmla="*/ 0 h 14337"/>
                <a:gd name="T2" fmla="*/ 4586 w 4961"/>
                <a:gd name="T3" fmla="*/ 14337 h 14337"/>
                <a:gd name="T4" fmla="*/ 173 w 4961"/>
                <a:gd name="T5" fmla="*/ 14337 h 14337"/>
                <a:gd name="T6" fmla="*/ 0 w 4961"/>
                <a:gd name="T7" fmla="*/ 0 h 14337"/>
                <a:gd name="T8" fmla="*/ 4961 w 4961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61" h="14337">
                  <a:moveTo>
                    <a:pt x="4961" y="0"/>
                  </a:moveTo>
                  <a:lnTo>
                    <a:pt x="4586" y="14337"/>
                  </a:lnTo>
                  <a:lnTo>
                    <a:pt x="173" y="14337"/>
                  </a:lnTo>
                  <a:lnTo>
                    <a:pt x="0" y="0"/>
                  </a:lnTo>
                  <a:lnTo>
                    <a:pt x="4961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09" name="Freeform 2075">
              <a:extLst>
                <a:ext uri="{FF2B5EF4-FFF2-40B4-BE49-F238E27FC236}">
                  <a16:creationId xmlns:a16="http://schemas.microsoft.com/office/drawing/2014/main" id="{CE57737A-72DA-416A-84D9-8C947D67D256}"/>
                </a:ext>
              </a:extLst>
            </p:cNvPr>
            <p:cNvSpPr>
              <a:spLocks/>
            </p:cNvSpPr>
            <p:nvPr/>
          </p:nvSpPr>
          <p:spPr bwMode="gray">
            <a:xfrm>
              <a:off x="5251284" y="6356294"/>
              <a:ext cx="163147" cy="60336"/>
            </a:xfrm>
            <a:custGeom>
              <a:avLst/>
              <a:gdLst>
                <a:gd name="T0" fmla="*/ 82 w 165"/>
                <a:gd name="T1" fmla="*/ 0 h 61"/>
                <a:gd name="T2" fmla="*/ 15 w 165"/>
                <a:gd name="T3" fmla="*/ 0 h 61"/>
                <a:gd name="T4" fmla="*/ 0 w 165"/>
                <a:gd name="T5" fmla="*/ 61 h 61"/>
                <a:gd name="T6" fmla="*/ 82 w 165"/>
                <a:gd name="T7" fmla="*/ 61 h 61"/>
                <a:gd name="T8" fmla="*/ 165 w 165"/>
                <a:gd name="T9" fmla="*/ 61 h 61"/>
                <a:gd name="T10" fmla="*/ 149 w 165"/>
                <a:gd name="T11" fmla="*/ 0 h 61"/>
                <a:gd name="T12" fmla="*/ 82 w 165"/>
                <a:gd name="T13" fmla="*/ 0 h 61"/>
                <a:gd name="T14" fmla="*/ 82 w 165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5" h="61">
                  <a:moveTo>
                    <a:pt x="82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0" y="41"/>
                    <a:pt x="0" y="61"/>
                  </a:cubicBezTo>
                  <a:cubicBezTo>
                    <a:pt x="82" y="61"/>
                    <a:pt x="82" y="61"/>
                    <a:pt x="82" y="61"/>
                  </a:cubicBezTo>
                  <a:cubicBezTo>
                    <a:pt x="165" y="61"/>
                    <a:pt x="165" y="61"/>
                    <a:pt x="165" y="61"/>
                  </a:cubicBezTo>
                  <a:cubicBezTo>
                    <a:pt x="165" y="41"/>
                    <a:pt x="149" y="0"/>
                    <a:pt x="149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2" y="0"/>
                    <a:pt x="82" y="0"/>
                    <a:pt x="82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0" name="Freeform 2076">
              <a:extLst>
                <a:ext uri="{FF2B5EF4-FFF2-40B4-BE49-F238E27FC236}">
                  <a16:creationId xmlns:a16="http://schemas.microsoft.com/office/drawing/2014/main" id="{1B5FBDFA-80F5-4641-8B59-1D1266C3030E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763940"/>
              <a:ext cx="581420" cy="60301"/>
            </a:xfrm>
            <a:custGeom>
              <a:avLst/>
              <a:gdLst>
                <a:gd name="T0" fmla="*/ 528 w 588"/>
                <a:gd name="T1" fmla="*/ 0 h 61"/>
                <a:gd name="T2" fmla="*/ 61 w 588"/>
                <a:gd name="T3" fmla="*/ 0 h 61"/>
                <a:gd name="T4" fmla="*/ 0 w 588"/>
                <a:gd name="T5" fmla="*/ 61 h 61"/>
                <a:gd name="T6" fmla="*/ 588 w 588"/>
                <a:gd name="T7" fmla="*/ 61 h 61"/>
                <a:gd name="T8" fmla="*/ 528 w 588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8" h="61">
                  <a:moveTo>
                    <a:pt x="528" y="0"/>
                  </a:moveTo>
                  <a:cubicBezTo>
                    <a:pt x="61" y="0"/>
                    <a:pt x="61" y="0"/>
                    <a:pt x="61" y="0"/>
                  </a:cubicBezTo>
                  <a:cubicBezTo>
                    <a:pt x="27" y="0"/>
                    <a:pt x="0" y="27"/>
                    <a:pt x="0" y="61"/>
                  </a:cubicBezTo>
                  <a:cubicBezTo>
                    <a:pt x="588" y="61"/>
                    <a:pt x="588" y="61"/>
                    <a:pt x="588" y="61"/>
                  </a:cubicBezTo>
                  <a:cubicBezTo>
                    <a:pt x="588" y="27"/>
                    <a:pt x="561" y="0"/>
                    <a:pt x="528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1" name="Freeform 2077">
              <a:extLst>
                <a:ext uri="{FF2B5EF4-FFF2-40B4-BE49-F238E27FC236}">
                  <a16:creationId xmlns:a16="http://schemas.microsoft.com/office/drawing/2014/main" id="{B9A65FE1-80FD-4551-8A31-EF0E40EC6BEC}"/>
                </a:ext>
              </a:extLst>
            </p:cNvPr>
            <p:cNvSpPr>
              <a:spLocks/>
            </p:cNvSpPr>
            <p:nvPr/>
          </p:nvSpPr>
          <p:spPr bwMode="gray">
            <a:xfrm>
              <a:off x="5032771" y="5616561"/>
              <a:ext cx="432088" cy="170106"/>
            </a:xfrm>
            <a:custGeom>
              <a:avLst/>
              <a:gdLst>
                <a:gd name="T0" fmla="*/ 6 w 437"/>
                <a:gd name="T1" fmla="*/ 105 h 172"/>
                <a:gd name="T2" fmla="*/ 71 w 437"/>
                <a:gd name="T3" fmla="*/ 172 h 172"/>
                <a:gd name="T4" fmla="*/ 364 w 437"/>
                <a:gd name="T5" fmla="*/ 172 h 172"/>
                <a:gd name="T6" fmla="*/ 432 w 437"/>
                <a:gd name="T7" fmla="*/ 105 h 172"/>
                <a:gd name="T8" fmla="*/ 437 w 437"/>
                <a:gd name="T9" fmla="*/ 0 h 172"/>
                <a:gd name="T10" fmla="*/ 0 w 437"/>
                <a:gd name="T11" fmla="*/ 0 h 172"/>
                <a:gd name="T12" fmla="*/ 6 w 437"/>
                <a:gd name="T13" fmla="*/ 105 h 172"/>
                <a:gd name="T14" fmla="*/ 6 w 437"/>
                <a:gd name="T15" fmla="*/ 10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7" h="172">
                  <a:moveTo>
                    <a:pt x="6" y="105"/>
                  </a:moveTo>
                  <a:cubicBezTo>
                    <a:pt x="6" y="105"/>
                    <a:pt x="18" y="172"/>
                    <a:pt x="71" y="172"/>
                  </a:cubicBezTo>
                  <a:cubicBezTo>
                    <a:pt x="304" y="172"/>
                    <a:pt x="364" y="172"/>
                    <a:pt x="364" y="172"/>
                  </a:cubicBezTo>
                  <a:cubicBezTo>
                    <a:pt x="417" y="172"/>
                    <a:pt x="432" y="105"/>
                    <a:pt x="432" y="105"/>
                  </a:cubicBezTo>
                  <a:cubicBezTo>
                    <a:pt x="437" y="0"/>
                    <a:pt x="437" y="0"/>
                    <a:pt x="437" y="0"/>
                  </a:cubicBezTo>
                  <a:cubicBezTo>
                    <a:pt x="82" y="0"/>
                    <a:pt x="0" y="0"/>
                    <a:pt x="0" y="0"/>
                  </a:cubicBezTo>
                  <a:cubicBezTo>
                    <a:pt x="6" y="105"/>
                    <a:pt x="6" y="105"/>
                    <a:pt x="6" y="105"/>
                  </a:cubicBezTo>
                  <a:cubicBezTo>
                    <a:pt x="6" y="105"/>
                    <a:pt x="6" y="105"/>
                    <a:pt x="6" y="105"/>
                  </a:cubicBezTo>
                  <a:close/>
                </a:path>
              </a:pathLst>
            </a:custGeom>
            <a:solidFill>
              <a:srgbClr val="007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2" name="Freeform 2078">
              <a:extLst>
                <a:ext uri="{FF2B5EF4-FFF2-40B4-BE49-F238E27FC236}">
                  <a16:creationId xmlns:a16="http://schemas.microsoft.com/office/drawing/2014/main" id="{D7E76A6F-7975-4580-82F8-69AA016ACEF4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824240"/>
              <a:ext cx="581420" cy="40556"/>
            </a:xfrm>
            <a:custGeom>
              <a:avLst/>
              <a:gdLst>
                <a:gd name="T0" fmla="*/ 0 w 16960"/>
                <a:gd name="T1" fmla="*/ 0 h 1183"/>
                <a:gd name="T2" fmla="*/ 16960 w 16960"/>
                <a:gd name="T3" fmla="*/ 0 h 1183"/>
                <a:gd name="T4" fmla="*/ 16960 w 16960"/>
                <a:gd name="T5" fmla="*/ 1183 h 1183"/>
                <a:gd name="T6" fmla="*/ 0 w 16960"/>
                <a:gd name="T7" fmla="*/ 1183 h 1183"/>
                <a:gd name="T8" fmla="*/ 0 w 16960"/>
                <a:gd name="T9" fmla="*/ 0 h 1183"/>
                <a:gd name="T10" fmla="*/ 0 w 16960"/>
                <a:gd name="T11" fmla="*/ 0 h 1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960" h="1183">
                  <a:moveTo>
                    <a:pt x="0" y="0"/>
                  </a:moveTo>
                  <a:lnTo>
                    <a:pt x="16960" y="0"/>
                  </a:lnTo>
                  <a:lnTo>
                    <a:pt x="16960" y="1183"/>
                  </a:lnTo>
                  <a:lnTo>
                    <a:pt x="0" y="118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3" name="Freeform 2079">
              <a:extLst>
                <a:ext uri="{FF2B5EF4-FFF2-40B4-BE49-F238E27FC236}">
                  <a16:creationId xmlns:a16="http://schemas.microsoft.com/office/drawing/2014/main" id="{ED8A4D48-1B09-45F5-ADFC-B225F1DC02D4}"/>
                </a:ext>
              </a:extLst>
            </p:cNvPr>
            <p:cNvSpPr>
              <a:spLocks/>
            </p:cNvSpPr>
            <p:nvPr/>
          </p:nvSpPr>
          <p:spPr bwMode="gray">
            <a:xfrm>
              <a:off x="4966504" y="6174328"/>
              <a:ext cx="548783" cy="21769"/>
            </a:xfrm>
            <a:custGeom>
              <a:avLst/>
              <a:gdLst>
                <a:gd name="T0" fmla="*/ 0 w 16008"/>
                <a:gd name="T1" fmla="*/ 0 h 635"/>
                <a:gd name="T2" fmla="*/ 16008 w 16008"/>
                <a:gd name="T3" fmla="*/ 0 h 635"/>
                <a:gd name="T4" fmla="*/ 16008 w 16008"/>
                <a:gd name="T5" fmla="*/ 635 h 635"/>
                <a:gd name="T6" fmla="*/ 0 w 16008"/>
                <a:gd name="T7" fmla="*/ 635 h 635"/>
                <a:gd name="T8" fmla="*/ 0 w 16008"/>
                <a:gd name="T9" fmla="*/ 0 h 635"/>
                <a:gd name="T10" fmla="*/ 0 w 16008"/>
                <a:gd name="T11" fmla="*/ 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08" h="635">
                  <a:moveTo>
                    <a:pt x="0" y="0"/>
                  </a:moveTo>
                  <a:lnTo>
                    <a:pt x="16008" y="0"/>
                  </a:lnTo>
                  <a:lnTo>
                    <a:pt x="16008" y="635"/>
                  </a:lnTo>
                  <a:lnTo>
                    <a:pt x="0" y="6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4" name="Freeform 2080">
              <a:extLst>
                <a:ext uri="{FF2B5EF4-FFF2-40B4-BE49-F238E27FC236}">
                  <a16:creationId xmlns:a16="http://schemas.microsoft.com/office/drawing/2014/main" id="{0D370F1F-40A7-450F-8668-5EFA1696017B}"/>
                </a:ext>
              </a:extLst>
            </p:cNvPr>
            <p:cNvSpPr>
              <a:spLocks/>
            </p:cNvSpPr>
            <p:nvPr/>
          </p:nvSpPr>
          <p:spPr bwMode="gray">
            <a:xfrm>
              <a:off x="5079223" y="4508950"/>
              <a:ext cx="345115" cy="464793"/>
            </a:xfrm>
            <a:custGeom>
              <a:avLst/>
              <a:gdLst>
                <a:gd name="T0" fmla="*/ 346 w 349"/>
                <a:gd name="T1" fmla="*/ 244 h 470"/>
                <a:gd name="T2" fmla="*/ 322 w 349"/>
                <a:gd name="T3" fmla="*/ 307 h 470"/>
                <a:gd name="T4" fmla="*/ 308 w 349"/>
                <a:gd name="T5" fmla="*/ 316 h 470"/>
                <a:gd name="T6" fmla="*/ 295 w 349"/>
                <a:gd name="T7" fmla="*/ 316 h 470"/>
                <a:gd name="T8" fmla="*/ 282 w 349"/>
                <a:gd name="T9" fmla="*/ 371 h 470"/>
                <a:gd name="T10" fmla="*/ 267 w 349"/>
                <a:gd name="T11" fmla="*/ 380 h 470"/>
                <a:gd name="T12" fmla="*/ 270 w 349"/>
                <a:gd name="T13" fmla="*/ 454 h 470"/>
                <a:gd name="T14" fmla="*/ 205 w 349"/>
                <a:gd name="T15" fmla="*/ 470 h 470"/>
                <a:gd name="T16" fmla="*/ 142 w 349"/>
                <a:gd name="T17" fmla="*/ 470 h 470"/>
                <a:gd name="T18" fmla="*/ 80 w 349"/>
                <a:gd name="T19" fmla="*/ 451 h 470"/>
                <a:gd name="T20" fmla="*/ 82 w 349"/>
                <a:gd name="T21" fmla="*/ 380 h 470"/>
                <a:gd name="T22" fmla="*/ 66 w 349"/>
                <a:gd name="T23" fmla="*/ 371 h 470"/>
                <a:gd name="T24" fmla="*/ 53 w 349"/>
                <a:gd name="T25" fmla="*/ 316 h 470"/>
                <a:gd name="T26" fmla="*/ 41 w 349"/>
                <a:gd name="T27" fmla="*/ 316 h 470"/>
                <a:gd name="T28" fmla="*/ 26 w 349"/>
                <a:gd name="T29" fmla="*/ 307 h 470"/>
                <a:gd name="T30" fmla="*/ 2 w 349"/>
                <a:gd name="T31" fmla="*/ 244 h 470"/>
                <a:gd name="T32" fmla="*/ 11 w 349"/>
                <a:gd name="T33" fmla="*/ 225 h 470"/>
                <a:gd name="T34" fmla="*/ 35 w 349"/>
                <a:gd name="T35" fmla="*/ 235 h 470"/>
                <a:gd name="T36" fmla="*/ 33 w 349"/>
                <a:gd name="T37" fmla="*/ 148 h 470"/>
                <a:gd name="T38" fmla="*/ 45 w 349"/>
                <a:gd name="T39" fmla="*/ 47 h 470"/>
                <a:gd name="T40" fmla="*/ 136 w 349"/>
                <a:gd name="T41" fmla="*/ 0 h 470"/>
                <a:gd name="T42" fmla="*/ 215 w 349"/>
                <a:gd name="T43" fmla="*/ 0 h 470"/>
                <a:gd name="T44" fmla="*/ 303 w 349"/>
                <a:gd name="T45" fmla="*/ 46 h 470"/>
                <a:gd name="T46" fmla="*/ 316 w 349"/>
                <a:gd name="T47" fmla="*/ 151 h 470"/>
                <a:gd name="T48" fmla="*/ 314 w 349"/>
                <a:gd name="T49" fmla="*/ 235 h 470"/>
                <a:gd name="T50" fmla="*/ 338 w 349"/>
                <a:gd name="T51" fmla="*/ 225 h 470"/>
                <a:gd name="T52" fmla="*/ 346 w 349"/>
                <a:gd name="T53" fmla="*/ 244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49" h="470">
                  <a:moveTo>
                    <a:pt x="346" y="244"/>
                  </a:moveTo>
                  <a:cubicBezTo>
                    <a:pt x="322" y="307"/>
                    <a:pt x="322" y="307"/>
                    <a:pt x="322" y="307"/>
                  </a:cubicBezTo>
                  <a:cubicBezTo>
                    <a:pt x="319" y="314"/>
                    <a:pt x="314" y="316"/>
                    <a:pt x="308" y="316"/>
                  </a:cubicBezTo>
                  <a:cubicBezTo>
                    <a:pt x="295" y="316"/>
                    <a:pt x="295" y="316"/>
                    <a:pt x="295" y="316"/>
                  </a:cubicBezTo>
                  <a:cubicBezTo>
                    <a:pt x="282" y="371"/>
                    <a:pt x="282" y="371"/>
                    <a:pt x="282" y="371"/>
                  </a:cubicBezTo>
                  <a:cubicBezTo>
                    <a:pt x="267" y="380"/>
                    <a:pt x="267" y="380"/>
                    <a:pt x="267" y="380"/>
                  </a:cubicBezTo>
                  <a:cubicBezTo>
                    <a:pt x="267" y="413"/>
                    <a:pt x="270" y="454"/>
                    <a:pt x="270" y="454"/>
                  </a:cubicBezTo>
                  <a:cubicBezTo>
                    <a:pt x="205" y="470"/>
                    <a:pt x="205" y="470"/>
                    <a:pt x="205" y="470"/>
                  </a:cubicBezTo>
                  <a:cubicBezTo>
                    <a:pt x="142" y="470"/>
                    <a:pt x="142" y="470"/>
                    <a:pt x="142" y="470"/>
                  </a:cubicBezTo>
                  <a:cubicBezTo>
                    <a:pt x="80" y="451"/>
                    <a:pt x="80" y="451"/>
                    <a:pt x="80" y="451"/>
                  </a:cubicBezTo>
                  <a:cubicBezTo>
                    <a:pt x="82" y="380"/>
                    <a:pt x="82" y="380"/>
                    <a:pt x="82" y="380"/>
                  </a:cubicBezTo>
                  <a:cubicBezTo>
                    <a:pt x="66" y="371"/>
                    <a:pt x="66" y="371"/>
                    <a:pt x="66" y="371"/>
                  </a:cubicBezTo>
                  <a:cubicBezTo>
                    <a:pt x="53" y="316"/>
                    <a:pt x="53" y="316"/>
                    <a:pt x="53" y="316"/>
                  </a:cubicBezTo>
                  <a:cubicBezTo>
                    <a:pt x="41" y="316"/>
                    <a:pt x="41" y="316"/>
                    <a:pt x="41" y="316"/>
                  </a:cubicBezTo>
                  <a:cubicBezTo>
                    <a:pt x="35" y="316"/>
                    <a:pt x="29" y="314"/>
                    <a:pt x="26" y="307"/>
                  </a:cubicBezTo>
                  <a:cubicBezTo>
                    <a:pt x="2" y="244"/>
                    <a:pt x="2" y="244"/>
                    <a:pt x="2" y="244"/>
                  </a:cubicBezTo>
                  <a:cubicBezTo>
                    <a:pt x="0" y="237"/>
                    <a:pt x="4" y="229"/>
                    <a:pt x="11" y="225"/>
                  </a:cubicBezTo>
                  <a:cubicBezTo>
                    <a:pt x="26" y="216"/>
                    <a:pt x="35" y="235"/>
                    <a:pt x="35" y="235"/>
                  </a:cubicBezTo>
                  <a:cubicBezTo>
                    <a:pt x="33" y="148"/>
                    <a:pt x="33" y="148"/>
                    <a:pt x="33" y="148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136" y="0"/>
                    <a:pt x="136" y="0"/>
                    <a:pt x="136" y="0"/>
                  </a:cubicBezTo>
                  <a:cubicBezTo>
                    <a:pt x="215" y="0"/>
                    <a:pt x="215" y="0"/>
                    <a:pt x="215" y="0"/>
                  </a:cubicBezTo>
                  <a:cubicBezTo>
                    <a:pt x="303" y="46"/>
                    <a:pt x="303" y="46"/>
                    <a:pt x="303" y="46"/>
                  </a:cubicBezTo>
                  <a:cubicBezTo>
                    <a:pt x="316" y="151"/>
                    <a:pt x="316" y="151"/>
                    <a:pt x="316" y="151"/>
                  </a:cubicBezTo>
                  <a:cubicBezTo>
                    <a:pt x="314" y="235"/>
                    <a:pt x="314" y="235"/>
                    <a:pt x="314" y="235"/>
                  </a:cubicBezTo>
                  <a:cubicBezTo>
                    <a:pt x="315" y="226"/>
                    <a:pt x="329" y="221"/>
                    <a:pt x="338" y="225"/>
                  </a:cubicBezTo>
                  <a:cubicBezTo>
                    <a:pt x="346" y="228"/>
                    <a:pt x="349" y="237"/>
                    <a:pt x="346" y="244"/>
                  </a:cubicBez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5" name="Freeform 2081">
              <a:extLst>
                <a:ext uri="{FF2B5EF4-FFF2-40B4-BE49-F238E27FC236}">
                  <a16:creationId xmlns:a16="http://schemas.microsoft.com/office/drawing/2014/main" id="{91DFF374-9BFC-47F5-B3A7-BECEC748E0E2}"/>
                </a:ext>
              </a:extLst>
            </p:cNvPr>
            <p:cNvSpPr>
              <a:spLocks/>
            </p:cNvSpPr>
            <p:nvPr/>
          </p:nvSpPr>
          <p:spPr bwMode="gray">
            <a:xfrm>
              <a:off x="4923995" y="5305042"/>
              <a:ext cx="104800" cy="182962"/>
            </a:xfrm>
            <a:custGeom>
              <a:avLst/>
              <a:gdLst>
                <a:gd name="T0" fmla="*/ 173 w 3057"/>
                <a:gd name="T1" fmla="*/ 4154 h 5337"/>
                <a:gd name="T2" fmla="*/ 0 w 3057"/>
                <a:gd name="T3" fmla="*/ 0 h 5337"/>
                <a:gd name="T4" fmla="*/ 3057 w 3057"/>
                <a:gd name="T5" fmla="*/ 0 h 5337"/>
                <a:gd name="T6" fmla="*/ 3057 w 3057"/>
                <a:gd name="T7" fmla="*/ 5337 h 5337"/>
                <a:gd name="T8" fmla="*/ 894 w 3057"/>
                <a:gd name="T9" fmla="*/ 5337 h 5337"/>
                <a:gd name="T10" fmla="*/ 173 w 3057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57" h="5337">
                  <a:moveTo>
                    <a:pt x="173" y="4154"/>
                  </a:moveTo>
                  <a:lnTo>
                    <a:pt x="0" y="0"/>
                  </a:lnTo>
                  <a:lnTo>
                    <a:pt x="3057" y="0"/>
                  </a:lnTo>
                  <a:lnTo>
                    <a:pt x="3057" y="5337"/>
                  </a:lnTo>
                  <a:lnTo>
                    <a:pt x="894" y="5337"/>
                  </a:lnTo>
                  <a:lnTo>
                    <a:pt x="173" y="415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6" name="Freeform 2082">
              <a:extLst>
                <a:ext uri="{FF2B5EF4-FFF2-40B4-BE49-F238E27FC236}">
                  <a16:creationId xmlns:a16="http://schemas.microsoft.com/office/drawing/2014/main" id="{1C4DE37F-32C7-46E0-B76F-07C51F4497B3}"/>
                </a:ext>
              </a:extLst>
            </p:cNvPr>
            <p:cNvSpPr>
              <a:spLocks/>
            </p:cNvSpPr>
            <p:nvPr/>
          </p:nvSpPr>
          <p:spPr bwMode="gray">
            <a:xfrm>
              <a:off x="5463865" y="5305042"/>
              <a:ext cx="108776" cy="182962"/>
            </a:xfrm>
            <a:custGeom>
              <a:avLst/>
              <a:gdLst>
                <a:gd name="T0" fmla="*/ 3000 w 3173"/>
                <a:gd name="T1" fmla="*/ 4154 h 5337"/>
                <a:gd name="T2" fmla="*/ 3173 w 3173"/>
                <a:gd name="T3" fmla="*/ 0 h 5337"/>
                <a:gd name="T4" fmla="*/ 0 w 3173"/>
                <a:gd name="T5" fmla="*/ 0 h 5337"/>
                <a:gd name="T6" fmla="*/ 0 w 3173"/>
                <a:gd name="T7" fmla="*/ 5337 h 5337"/>
                <a:gd name="T8" fmla="*/ 1991 w 3173"/>
                <a:gd name="T9" fmla="*/ 5337 h 5337"/>
                <a:gd name="T10" fmla="*/ 3000 w 3173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73" h="5337">
                  <a:moveTo>
                    <a:pt x="3000" y="4154"/>
                  </a:moveTo>
                  <a:lnTo>
                    <a:pt x="3173" y="0"/>
                  </a:lnTo>
                  <a:lnTo>
                    <a:pt x="0" y="0"/>
                  </a:lnTo>
                  <a:lnTo>
                    <a:pt x="0" y="5337"/>
                  </a:lnTo>
                  <a:lnTo>
                    <a:pt x="1991" y="5337"/>
                  </a:lnTo>
                  <a:lnTo>
                    <a:pt x="3000" y="4154"/>
                  </a:lnTo>
                  <a:close/>
                </a:path>
              </a:pathLst>
            </a:custGeom>
            <a:solidFill>
              <a:srgbClr val="D7D7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7" name="Freeform 2083">
              <a:extLst>
                <a:ext uri="{FF2B5EF4-FFF2-40B4-BE49-F238E27FC236}">
                  <a16:creationId xmlns:a16="http://schemas.microsoft.com/office/drawing/2014/main" id="{3117BAC9-C436-435C-AE3B-D0F66B408423}"/>
                </a:ext>
              </a:extLst>
            </p:cNvPr>
            <p:cNvSpPr>
              <a:spLocks/>
            </p:cNvSpPr>
            <p:nvPr/>
          </p:nvSpPr>
          <p:spPr bwMode="gray">
            <a:xfrm>
              <a:off x="4920053" y="4940146"/>
              <a:ext cx="657525" cy="732808"/>
            </a:xfrm>
            <a:custGeom>
              <a:avLst/>
              <a:gdLst>
                <a:gd name="T0" fmla="*/ 15863 w 19180"/>
                <a:gd name="T1" fmla="*/ 11019 h 21376"/>
                <a:gd name="T2" fmla="*/ 15950 w 19180"/>
                <a:gd name="T3" fmla="*/ 21376 h 21376"/>
                <a:gd name="T4" fmla="*/ 3086 w 19180"/>
                <a:gd name="T5" fmla="*/ 21376 h 21376"/>
                <a:gd name="T6" fmla="*/ 3144 w 19180"/>
                <a:gd name="T7" fmla="*/ 11019 h 21376"/>
                <a:gd name="T8" fmla="*/ 0 w 19180"/>
                <a:gd name="T9" fmla="*/ 11019 h 21376"/>
                <a:gd name="T10" fmla="*/ 202 w 19180"/>
                <a:gd name="T11" fmla="*/ 4875 h 21376"/>
                <a:gd name="T12" fmla="*/ 1730 w 19180"/>
                <a:gd name="T13" fmla="*/ 2394 h 21376"/>
                <a:gd name="T14" fmla="*/ 6807 w 19180"/>
                <a:gd name="T15" fmla="*/ 0 h 21376"/>
                <a:gd name="T16" fmla="*/ 12460 w 19180"/>
                <a:gd name="T17" fmla="*/ 0 h 21376"/>
                <a:gd name="T18" fmla="*/ 17450 w 19180"/>
                <a:gd name="T19" fmla="*/ 2394 h 21376"/>
                <a:gd name="T20" fmla="*/ 19036 w 19180"/>
                <a:gd name="T21" fmla="*/ 4933 h 21376"/>
                <a:gd name="T22" fmla="*/ 19180 w 19180"/>
                <a:gd name="T23" fmla="*/ 11019 h 21376"/>
                <a:gd name="T24" fmla="*/ 15863 w 19180"/>
                <a:gd name="T25" fmla="*/ 11019 h 2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180" h="21376">
                  <a:moveTo>
                    <a:pt x="15863" y="11019"/>
                  </a:moveTo>
                  <a:lnTo>
                    <a:pt x="15950" y="21376"/>
                  </a:lnTo>
                  <a:lnTo>
                    <a:pt x="3086" y="21376"/>
                  </a:lnTo>
                  <a:lnTo>
                    <a:pt x="3144" y="11019"/>
                  </a:lnTo>
                  <a:lnTo>
                    <a:pt x="0" y="11019"/>
                  </a:lnTo>
                  <a:lnTo>
                    <a:pt x="202" y="4875"/>
                  </a:lnTo>
                  <a:lnTo>
                    <a:pt x="1730" y="2394"/>
                  </a:lnTo>
                  <a:lnTo>
                    <a:pt x="6807" y="0"/>
                  </a:lnTo>
                  <a:lnTo>
                    <a:pt x="12460" y="0"/>
                  </a:lnTo>
                  <a:lnTo>
                    <a:pt x="17450" y="2394"/>
                  </a:lnTo>
                  <a:lnTo>
                    <a:pt x="19036" y="4933"/>
                  </a:lnTo>
                  <a:lnTo>
                    <a:pt x="19180" y="11019"/>
                  </a:lnTo>
                  <a:lnTo>
                    <a:pt x="15863" y="11019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8" name="Freeform 2084">
              <a:extLst>
                <a:ext uri="{FF2B5EF4-FFF2-40B4-BE49-F238E27FC236}">
                  <a16:creationId xmlns:a16="http://schemas.microsoft.com/office/drawing/2014/main" id="{0DCC3626-4113-4FEC-B11D-B9E0927B1CE8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453380"/>
              <a:ext cx="34590" cy="963250"/>
            </a:xfrm>
            <a:custGeom>
              <a:avLst/>
              <a:gdLst>
                <a:gd name="T0" fmla="*/ 0 w 1009"/>
                <a:gd name="T1" fmla="*/ 0 h 28098"/>
                <a:gd name="T2" fmla="*/ 1009 w 1009"/>
                <a:gd name="T3" fmla="*/ 0 h 28098"/>
                <a:gd name="T4" fmla="*/ 1009 w 1009"/>
                <a:gd name="T5" fmla="*/ 28098 h 28098"/>
                <a:gd name="T6" fmla="*/ 0 w 1009"/>
                <a:gd name="T7" fmla="*/ 28098 h 28098"/>
                <a:gd name="T8" fmla="*/ 0 w 1009"/>
                <a:gd name="T9" fmla="*/ 0 h 28098"/>
                <a:gd name="T10" fmla="*/ 0 w 1009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9" h="28098">
                  <a:moveTo>
                    <a:pt x="0" y="0"/>
                  </a:moveTo>
                  <a:lnTo>
                    <a:pt x="1009" y="0"/>
                  </a:lnTo>
                  <a:lnTo>
                    <a:pt x="1009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19" name="Freeform 2085">
              <a:extLst>
                <a:ext uri="{FF2B5EF4-FFF2-40B4-BE49-F238E27FC236}">
                  <a16:creationId xmlns:a16="http://schemas.microsoft.com/office/drawing/2014/main" id="{AE6A4F61-ACCA-4736-8DCD-AE27E3A3706B}"/>
                </a:ext>
              </a:extLst>
            </p:cNvPr>
            <p:cNvSpPr>
              <a:spLocks/>
            </p:cNvSpPr>
            <p:nvPr/>
          </p:nvSpPr>
          <p:spPr bwMode="gray">
            <a:xfrm>
              <a:off x="5498490" y="5453380"/>
              <a:ext cx="33631" cy="963250"/>
            </a:xfrm>
            <a:custGeom>
              <a:avLst/>
              <a:gdLst>
                <a:gd name="T0" fmla="*/ 0 w 981"/>
                <a:gd name="T1" fmla="*/ 0 h 28098"/>
                <a:gd name="T2" fmla="*/ 981 w 981"/>
                <a:gd name="T3" fmla="*/ 0 h 28098"/>
                <a:gd name="T4" fmla="*/ 981 w 981"/>
                <a:gd name="T5" fmla="*/ 28098 h 28098"/>
                <a:gd name="T6" fmla="*/ 0 w 981"/>
                <a:gd name="T7" fmla="*/ 28098 h 28098"/>
                <a:gd name="T8" fmla="*/ 0 w 981"/>
                <a:gd name="T9" fmla="*/ 0 h 28098"/>
                <a:gd name="T10" fmla="*/ 0 w 981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1" h="28098">
                  <a:moveTo>
                    <a:pt x="0" y="0"/>
                  </a:moveTo>
                  <a:lnTo>
                    <a:pt x="981" y="0"/>
                  </a:lnTo>
                  <a:lnTo>
                    <a:pt x="981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0" name="Freeform 2086">
              <a:extLst>
                <a:ext uri="{FF2B5EF4-FFF2-40B4-BE49-F238E27FC236}">
                  <a16:creationId xmlns:a16="http://schemas.microsoft.com/office/drawing/2014/main" id="{FADD5A9E-7C62-46D5-8A7B-ABE0BAF4D5C4}"/>
                </a:ext>
              </a:extLst>
            </p:cNvPr>
            <p:cNvSpPr>
              <a:spLocks/>
            </p:cNvSpPr>
            <p:nvPr/>
          </p:nvSpPr>
          <p:spPr bwMode="gray">
            <a:xfrm>
              <a:off x="4950701" y="5225955"/>
              <a:ext cx="581420" cy="227426"/>
            </a:xfrm>
            <a:custGeom>
              <a:avLst/>
              <a:gdLst>
                <a:gd name="T0" fmla="*/ 440 w 588"/>
                <a:gd name="T1" fmla="*/ 0 h 230"/>
                <a:gd name="T2" fmla="*/ 148 w 588"/>
                <a:gd name="T3" fmla="*/ 0 h 230"/>
                <a:gd name="T4" fmla="*/ 0 w 588"/>
                <a:gd name="T5" fmla="*/ 131 h 230"/>
                <a:gd name="T6" fmla="*/ 0 w 588"/>
                <a:gd name="T7" fmla="*/ 230 h 230"/>
                <a:gd name="T8" fmla="*/ 588 w 588"/>
                <a:gd name="T9" fmla="*/ 230 h 230"/>
                <a:gd name="T10" fmla="*/ 588 w 588"/>
                <a:gd name="T11" fmla="*/ 131 h 230"/>
                <a:gd name="T12" fmla="*/ 440 w 588"/>
                <a:gd name="T1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8" h="230">
                  <a:moveTo>
                    <a:pt x="440" y="0"/>
                  </a:moveTo>
                  <a:cubicBezTo>
                    <a:pt x="148" y="0"/>
                    <a:pt x="148" y="0"/>
                    <a:pt x="148" y="0"/>
                  </a:cubicBezTo>
                  <a:cubicBezTo>
                    <a:pt x="66" y="0"/>
                    <a:pt x="0" y="58"/>
                    <a:pt x="0" y="131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588" y="230"/>
                    <a:pt x="588" y="230"/>
                    <a:pt x="588" y="230"/>
                  </a:cubicBezTo>
                  <a:cubicBezTo>
                    <a:pt x="588" y="131"/>
                    <a:pt x="588" y="131"/>
                    <a:pt x="588" y="131"/>
                  </a:cubicBezTo>
                  <a:cubicBezTo>
                    <a:pt x="588" y="58"/>
                    <a:pt x="522" y="0"/>
                    <a:pt x="440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1" name="Freeform 2087">
              <a:extLst>
                <a:ext uri="{FF2B5EF4-FFF2-40B4-BE49-F238E27FC236}">
                  <a16:creationId xmlns:a16="http://schemas.microsoft.com/office/drawing/2014/main" id="{78CF45E6-888E-4B60-8180-BCBD49C5E54C}"/>
                </a:ext>
              </a:extLst>
            </p:cNvPr>
            <p:cNvSpPr>
              <a:spLocks/>
            </p:cNvSpPr>
            <p:nvPr/>
          </p:nvSpPr>
          <p:spPr bwMode="gray">
            <a:xfrm>
              <a:off x="5104934" y="4503019"/>
              <a:ext cx="295646" cy="400515"/>
            </a:xfrm>
            <a:custGeom>
              <a:avLst/>
              <a:gdLst>
                <a:gd name="T0" fmla="*/ 8249 w 8624"/>
                <a:gd name="T1" fmla="*/ 1356 h 11683"/>
                <a:gd name="T2" fmla="*/ 5423 w 8624"/>
                <a:gd name="T3" fmla="*/ 0 h 11683"/>
                <a:gd name="T4" fmla="*/ 3115 w 8624"/>
                <a:gd name="T5" fmla="*/ 0 h 11683"/>
                <a:gd name="T6" fmla="*/ 346 w 8624"/>
                <a:gd name="T7" fmla="*/ 1356 h 11683"/>
                <a:gd name="T8" fmla="*/ 0 w 8624"/>
                <a:gd name="T9" fmla="*/ 4443 h 11683"/>
                <a:gd name="T10" fmla="*/ 260 w 8624"/>
                <a:gd name="T11" fmla="*/ 7010 h 11683"/>
                <a:gd name="T12" fmla="*/ 375 w 8624"/>
                <a:gd name="T13" fmla="*/ 7674 h 11683"/>
                <a:gd name="T14" fmla="*/ 1183 w 8624"/>
                <a:gd name="T15" fmla="*/ 10904 h 11683"/>
                <a:gd name="T16" fmla="*/ 1731 w 8624"/>
                <a:gd name="T17" fmla="*/ 11222 h 11683"/>
                <a:gd name="T18" fmla="*/ 3029 w 8624"/>
                <a:gd name="T19" fmla="*/ 11683 h 11683"/>
                <a:gd name="T20" fmla="*/ 5625 w 8624"/>
                <a:gd name="T21" fmla="*/ 11683 h 11683"/>
                <a:gd name="T22" fmla="*/ 6952 w 8624"/>
                <a:gd name="T23" fmla="*/ 11193 h 11683"/>
                <a:gd name="T24" fmla="*/ 7442 w 8624"/>
                <a:gd name="T25" fmla="*/ 10904 h 11683"/>
                <a:gd name="T26" fmla="*/ 7817 w 8624"/>
                <a:gd name="T27" fmla="*/ 9347 h 11683"/>
                <a:gd name="T28" fmla="*/ 8221 w 8624"/>
                <a:gd name="T29" fmla="*/ 7674 h 11683"/>
                <a:gd name="T30" fmla="*/ 8336 w 8624"/>
                <a:gd name="T31" fmla="*/ 7010 h 11683"/>
                <a:gd name="T32" fmla="*/ 8624 w 8624"/>
                <a:gd name="T33" fmla="*/ 4443 h 11683"/>
                <a:gd name="T34" fmla="*/ 8249 w 8624"/>
                <a:gd name="T35" fmla="*/ 1356 h 11683"/>
                <a:gd name="T36" fmla="*/ 8249 w 8624"/>
                <a:gd name="T37" fmla="*/ 1356 h 11683"/>
                <a:gd name="T38" fmla="*/ 8249 w 8624"/>
                <a:gd name="T39" fmla="*/ 1356 h 116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8624" h="11683">
                  <a:moveTo>
                    <a:pt x="8249" y="1356"/>
                  </a:moveTo>
                  <a:lnTo>
                    <a:pt x="5423" y="0"/>
                  </a:lnTo>
                  <a:lnTo>
                    <a:pt x="3115" y="0"/>
                  </a:lnTo>
                  <a:lnTo>
                    <a:pt x="346" y="1356"/>
                  </a:lnTo>
                  <a:lnTo>
                    <a:pt x="0" y="4443"/>
                  </a:lnTo>
                  <a:lnTo>
                    <a:pt x="260" y="7010"/>
                  </a:lnTo>
                  <a:lnTo>
                    <a:pt x="375" y="7674"/>
                  </a:lnTo>
                  <a:lnTo>
                    <a:pt x="1183" y="10904"/>
                  </a:lnTo>
                  <a:lnTo>
                    <a:pt x="1731" y="11222"/>
                  </a:lnTo>
                  <a:lnTo>
                    <a:pt x="3029" y="11683"/>
                  </a:lnTo>
                  <a:lnTo>
                    <a:pt x="5625" y="11683"/>
                  </a:lnTo>
                  <a:lnTo>
                    <a:pt x="6952" y="11193"/>
                  </a:lnTo>
                  <a:lnTo>
                    <a:pt x="7442" y="10904"/>
                  </a:lnTo>
                  <a:lnTo>
                    <a:pt x="7817" y="9347"/>
                  </a:lnTo>
                  <a:lnTo>
                    <a:pt x="8221" y="7674"/>
                  </a:lnTo>
                  <a:lnTo>
                    <a:pt x="8336" y="7010"/>
                  </a:lnTo>
                  <a:lnTo>
                    <a:pt x="8624" y="4443"/>
                  </a:lnTo>
                  <a:lnTo>
                    <a:pt x="8249" y="1356"/>
                  </a:lnTo>
                  <a:lnTo>
                    <a:pt x="8249" y="1356"/>
                  </a:lnTo>
                  <a:lnTo>
                    <a:pt x="8249" y="1356"/>
                  </a:lnTo>
                  <a:close/>
                </a:path>
              </a:pathLst>
            </a:custGeom>
            <a:solidFill>
              <a:srgbClr val="827F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2" name="Freeform 2088">
              <a:extLst>
                <a:ext uri="{FF2B5EF4-FFF2-40B4-BE49-F238E27FC236}">
                  <a16:creationId xmlns:a16="http://schemas.microsoft.com/office/drawing/2014/main" id="{5CFE6628-9EE1-4718-A07C-92C20DF63898}"/>
                </a:ext>
              </a:extLst>
            </p:cNvPr>
            <p:cNvSpPr>
              <a:spLocks/>
            </p:cNvSpPr>
            <p:nvPr/>
          </p:nvSpPr>
          <p:spPr bwMode="gray">
            <a:xfrm>
              <a:off x="7327732" y="5305042"/>
              <a:ext cx="105794" cy="182962"/>
            </a:xfrm>
            <a:custGeom>
              <a:avLst/>
              <a:gdLst>
                <a:gd name="T0" fmla="*/ 202 w 3086"/>
                <a:gd name="T1" fmla="*/ 4154 h 5337"/>
                <a:gd name="T2" fmla="*/ 0 w 3086"/>
                <a:gd name="T3" fmla="*/ 0 h 5337"/>
                <a:gd name="T4" fmla="*/ 3058 w 3086"/>
                <a:gd name="T5" fmla="*/ 0 h 5337"/>
                <a:gd name="T6" fmla="*/ 3086 w 3086"/>
                <a:gd name="T7" fmla="*/ 5337 h 5337"/>
                <a:gd name="T8" fmla="*/ 923 w 3086"/>
                <a:gd name="T9" fmla="*/ 5337 h 5337"/>
                <a:gd name="T10" fmla="*/ 202 w 3086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86" h="5337">
                  <a:moveTo>
                    <a:pt x="202" y="4154"/>
                  </a:moveTo>
                  <a:lnTo>
                    <a:pt x="0" y="0"/>
                  </a:lnTo>
                  <a:lnTo>
                    <a:pt x="3058" y="0"/>
                  </a:lnTo>
                  <a:lnTo>
                    <a:pt x="3086" y="5337"/>
                  </a:lnTo>
                  <a:lnTo>
                    <a:pt x="923" y="5337"/>
                  </a:lnTo>
                  <a:lnTo>
                    <a:pt x="202" y="4154"/>
                  </a:ln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3" name="Freeform 2089">
              <a:extLst>
                <a:ext uri="{FF2B5EF4-FFF2-40B4-BE49-F238E27FC236}">
                  <a16:creationId xmlns:a16="http://schemas.microsoft.com/office/drawing/2014/main" id="{4B5363D9-DCA5-4267-8F62-F0628F77A9BA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453380"/>
              <a:ext cx="35584" cy="963250"/>
            </a:xfrm>
            <a:custGeom>
              <a:avLst/>
              <a:gdLst>
                <a:gd name="T0" fmla="*/ 0 w 1038"/>
                <a:gd name="T1" fmla="*/ 0 h 28098"/>
                <a:gd name="T2" fmla="*/ 1038 w 1038"/>
                <a:gd name="T3" fmla="*/ 0 h 28098"/>
                <a:gd name="T4" fmla="*/ 1038 w 1038"/>
                <a:gd name="T5" fmla="*/ 28098 h 28098"/>
                <a:gd name="T6" fmla="*/ 0 w 1038"/>
                <a:gd name="T7" fmla="*/ 28098 h 28098"/>
                <a:gd name="T8" fmla="*/ 0 w 1038"/>
                <a:gd name="T9" fmla="*/ 0 h 28098"/>
                <a:gd name="T10" fmla="*/ 0 w 1038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38" h="28098">
                  <a:moveTo>
                    <a:pt x="0" y="0"/>
                  </a:moveTo>
                  <a:lnTo>
                    <a:pt x="1038" y="0"/>
                  </a:lnTo>
                  <a:lnTo>
                    <a:pt x="1038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4" name="Freeform 2090">
              <a:extLst>
                <a:ext uri="{FF2B5EF4-FFF2-40B4-BE49-F238E27FC236}">
                  <a16:creationId xmlns:a16="http://schemas.microsoft.com/office/drawing/2014/main" id="{B650B305-42C5-4A49-BD28-1F7DB0429254}"/>
                </a:ext>
              </a:extLst>
            </p:cNvPr>
            <p:cNvSpPr>
              <a:spLocks/>
            </p:cNvSpPr>
            <p:nvPr/>
          </p:nvSpPr>
          <p:spPr bwMode="gray">
            <a:xfrm>
              <a:off x="7502741" y="4636546"/>
              <a:ext cx="294686" cy="304594"/>
            </a:xfrm>
            <a:custGeom>
              <a:avLst/>
              <a:gdLst>
                <a:gd name="T0" fmla="*/ 1 w 298"/>
                <a:gd name="T1" fmla="*/ 140 h 308"/>
                <a:gd name="T2" fmla="*/ 159 w 298"/>
                <a:gd name="T3" fmla="*/ 308 h 308"/>
                <a:gd name="T4" fmla="*/ 298 w 298"/>
                <a:gd name="T5" fmla="*/ 168 h 308"/>
                <a:gd name="T6" fmla="*/ 298 w 298"/>
                <a:gd name="T7" fmla="*/ 0 h 308"/>
                <a:gd name="T8" fmla="*/ 0 w 298"/>
                <a:gd name="T9" fmla="*/ 0 h 308"/>
                <a:gd name="T10" fmla="*/ 1 w 298"/>
                <a:gd name="T11" fmla="*/ 14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8" h="308">
                  <a:moveTo>
                    <a:pt x="1" y="140"/>
                  </a:moveTo>
                  <a:cubicBezTo>
                    <a:pt x="1" y="217"/>
                    <a:pt x="82" y="308"/>
                    <a:pt x="159" y="308"/>
                  </a:cubicBezTo>
                  <a:cubicBezTo>
                    <a:pt x="236" y="308"/>
                    <a:pt x="298" y="245"/>
                    <a:pt x="298" y="168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1" y="140"/>
                  </a:ln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5" name="Freeform 2091">
              <a:extLst>
                <a:ext uri="{FF2B5EF4-FFF2-40B4-BE49-F238E27FC236}">
                  <a16:creationId xmlns:a16="http://schemas.microsoft.com/office/drawing/2014/main" id="{3972DC60-BAE8-457F-9E77-308FE1BF0B30}"/>
                </a:ext>
              </a:extLst>
            </p:cNvPr>
            <p:cNvSpPr>
              <a:spLocks/>
            </p:cNvSpPr>
            <p:nvPr/>
          </p:nvSpPr>
          <p:spPr bwMode="gray">
            <a:xfrm>
              <a:off x="7556152" y="4828387"/>
              <a:ext cx="183922" cy="187899"/>
            </a:xfrm>
            <a:custGeom>
              <a:avLst/>
              <a:gdLst>
                <a:gd name="T0" fmla="*/ 0 w 186"/>
                <a:gd name="T1" fmla="*/ 146 h 190"/>
                <a:gd name="T2" fmla="*/ 83 w 186"/>
                <a:gd name="T3" fmla="*/ 184 h 190"/>
                <a:gd name="T4" fmla="*/ 186 w 186"/>
                <a:gd name="T5" fmla="*/ 145 h 190"/>
                <a:gd name="T6" fmla="*/ 171 w 186"/>
                <a:gd name="T7" fmla="*/ 0 h 190"/>
                <a:gd name="T8" fmla="*/ 5 w 186"/>
                <a:gd name="T9" fmla="*/ 0 h 190"/>
                <a:gd name="T10" fmla="*/ 0 w 186"/>
                <a:gd name="T11" fmla="*/ 146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6" h="190">
                  <a:moveTo>
                    <a:pt x="0" y="146"/>
                  </a:moveTo>
                  <a:cubicBezTo>
                    <a:pt x="14" y="172"/>
                    <a:pt x="80" y="184"/>
                    <a:pt x="83" y="184"/>
                  </a:cubicBezTo>
                  <a:cubicBezTo>
                    <a:pt x="135" y="190"/>
                    <a:pt x="186" y="145"/>
                    <a:pt x="186" y="145"/>
                  </a:cubicBezTo>
                  <a:cubicBezTo>
                    <a:pt x="171" y="0"/>
                    <a:pt x="171" y="0"/>
                    <a:pt x="171" y="0"/>
                  </a:cubicBezTo>
                  <a:cubicBezTo>
                    <a:pt x="5" y="0"/>
                    <a:pt x="5" y="0"/>
                    <a:pt x="5" y="0"/>
                  </a:cubicBezTo>
                  <a:lnTo>
                    <a:pt x="0" y="146"/>
                  </a:ln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6" name="Freeform 2092">
              <a:extLst>
                <a:ext uri="{FF2B5EF4-FFF2-40B4-BE49-F238E27FC236}">
                  <a16:creationId xmlns:a16="http://schemas.microsoft.com/office/drawing/2014/main" id="{E8167BF5-FDDC-484D-908F-B9BFE139CF3A}"/>
                </a:ext>
              </a:extLst>
            </p:cNvPr>
            <p:cNvSpPr>
              <a:spLocks/>
            </p:cNvSpPr>
            <p:nvPr/>
          </p:nvSpPr>
          <p:spPr bwMode="gray">
            <a:xfrm>
              <a:off x="7490879" y="4506996"/>
              <a:ext cx="328283" cy="396538"/>
            </a:xfrm>
            <a:custGeom>
              <a:avLst/>
              <a:gdLst>
                <a:gd name="T0" fmla="*/ 0 w 9576"/>
                <a:gd name="T1" fmla="*/ 3721 h 11567"/>
                <a:gd name="T2" fmla="*/ 87 w 9576"/>
                <a:gd name="T3" fmla="*/ 7673 h 11567"/>
                <a:gd name="T4" fmla="*/ 866 w 9576"/>
                <a:gd name="T5" fmla="*/ 10038 h 11567"/>
                <a:gd name="T6" fmla="*/ 2394 w 9576"/>
                <a:gd name="T7" fmla="*/ 11567 h 11567"/>
                <a:gd name="T8" fmla="*/ 6346 w 9576"/>
                <a:gd name="T9" fmla="*/ 11538 h 11567"/>
                <a:gd name="T10" fmla="*/ 7961 w 9576"/>
                <a:gd name="T11" fmla="*/ 8481 h 11567"/>
                <a:gd name="T12" fmla="*/ 7961 w 9576"/>
                <a:gd name="T13" fmla="*/ 5106 h 11567"/>
                <a:gd name="T14" fmla="*/ 8942 w 9576"/>
                <a:gd name="T15" fmla="*/ 3779 h 11567"/>
                <a:gd name="T16" fmla="*/ 9576 w 9576"/>
                <a:gd name="T17" fmla="*/ 2423 h 11567"/>
                <a:gd name="T18" fmla="*/ 8624 w 9576"/>
                <a:gd name="T19" fmla="*/ 375 h 11567"/>
                <a:gd name="T20" fmla="*/ 4327 w 9576"/>
                <a:gd name="T21" fmla="*/ 0 h 11567"/>
                <a:gd name="T22" fmla="*/ 1817 w 9576"/>
                <a:gd name="T23" fmla="*/ 894 h 11567"/>
                <a:gd name="T24" fmla="*/ 548 w 9576"/>
                <a:gd name="T25" fmla="*/ 1817 h 11567"/>
                <a:gd name="T26" fmla="*/ 0 w 9576"/>
                <a:gd name="T27" fmla="*/ 3721 h 11567"/>
                <a:gd name="T28" fmla="*/ 0 w 9576"/>
                <a:gd name="T29" fmla="*/ 3721 h 11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576" h="11567">
                  <a:moveTo>
                    <a:pt x="0" y="3721"/>
                  </a:moveTo>
                  <a:lnTo>
                    <a:pt x="87" y="7673"/>
                  </a:lnTo>
                  <a:lnTo>
                    <a:pt x="866" y="10038"/>
                  </a:lnTo>
                  <a:lnTo>
                    <a:pt x="2394" y="11567"/>
                  </a:lnTo>
                  <a:lnTo>
                    <a:pt x="6346" y="11538"/>
                  </a:lnTo>
                  <a:lnTo>
                    <a:pt x="7961" y="8481"/>
                  </a:lnTo>
                  <a:lnTo>
                    <a:pt x="7961" y="5106"/>
                  </a:lnTo>
                  <a:lnTo>
                    <a:pt x="8942" y="3779"/>
                  </a:lnTo>
                  <a:lnTo>
                    <a:pt x="9576" y="2423"/>
                  </a:lnTo>
                  <a:lnTo>
                    <a:pt x="8624" y="375"/>
                  </a:lnTo>
                  <a:lnTo>
                    <a:pt x="4327" y="0"/>
                  </a:lnTo>
                  <a:lnTo>
                    <a:pt x="1817" y="894"/>
                  </a:lnTo>
                  <a:lnTo>
                    <a:pt x="548" y="1817"/>
                  </a:lnTo>
                  <a:lnTo>
                    <a:pt x="0" y="3721"/>
                  </a:lnTo>
                  <a:lnTo>
                    <a:pt x="0" y="3721"/>
                  </a:lnTo>
                  <a:close/>
                </a:path>
              </a:pathLst>
            </a:custGeom>
            <a:solidFill>
              <a:srgbClr val="6455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7" name="Freeform 2093">
              <a:extLst>
                <a:ext uri="{FF2B5EF4-FFF2-40B4-BE49-F238E27FC236}">
                  <a16:creationId xmlns:a16="http://schemas.microsoft.com/office/drawing/2014/main" id="{3D7A3310-53A7-4518-BBA4-09218152C023}"/>
                </a:ext>
              </a:extLst>
            </p:cNvPr>
            <p:cNvSpPr>
              <a:spLocks/>
            </p:cNvSpPr>
            <p:nvPr/>
          </p:nvSpPr>
          <p:spPr bwMode="gray">
            <a:xfrm>
              <a:off x="7478024" y="5864796"/>
              <a:ext cx="168118" cy="491500"/>
            </a:xfrm>
            <a:custGeom>
              <a:avLst/>
              <a:gdLst>
                <a:gd name="T0" fmla="*/ 4904 w 4904"/>
                <a:gd name="T1" fmla="*/ 0 h 14337"/>
                <a:gd name="T2" fmla="*/ 4644 w 4904"/>
                <a:gd name="T3" fmla="*/ 14337 h 14337"/>
                <a:gd name="T4" fmla="*/ 231 w 4904"/>
                <a:gd name="T5" fmla="*/ 14337 h 14337"/>
                <a:gd name="T6" fmla="*/ 0 w 4904"/>
                <a:gd name="T7" fmla="*/ 0 h 14337"/>
                <a:gd name="T8" fmla="*/ 4904 w 4904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04" h="14337">
                  <a:moveTo>
                    <a:pt x="4904" y="0"/>
                  </a:moveTo>
                  <a:lnTo>
                    <a:pt x="4644" y="14337"/>
                  </a:lnTo>
                  <a:lnTo>
                    <a:pt x="231" y="14337"/>
                  </a:lnTo>
                  <a:lnTo>
                    <a:pt x="0" y="0"/>
                  </a:lnTo>
                  <a:lnTo>
                    <a:pt x="4904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8" name="Freeform 2094">
              <a:extLst>
                <a:ext uri="{FF2B5EF4-FFF2-40B4-BE49-F238E27FC236}">
                  <a16:creationId xmlns:a16="http://schemas.microsoft.com/office/drawing/2014/main" id="{C90D0B87-671C-4C69-A060-B6A34A8B77C2}"/>
                </a:ext>
              </a:extLst>
            </p:cNvPr>
            <p:cNvSpPr>
              <a:spLocks/>
            </p:cNvSpPr>
            <p:nvPr/>
          </p:nvSpPr>
          <p:spPr bwMode="gray">
            <a:xfrm>
              <a:off x="7478024" y="6356294"/>
              <a:ext cx="168118" cy="60336"/>
            </a:xfrm>
            <a:custGeom>
              <a:avLst/>
              <a:gdLst>
                <a:gd name="T0" fmla="*/ 84 w 170"/>
                <a:gd name="T1" fmla="*/ 0 h 61"/>
                <a:gd name="T2" fmla="*/ 15 w 170"/>
                <a:gd name="T3" fmla="*/ 0 h 61"/>
                <a:gd name="T4" fmla="*/ 0 w 170"/>
                <a:gd name="T5" fmla="*/ 61 h 61"/>
                <a:gd name="T6" fmla="*/ 84 w 170"/>
                <a:gd name="T7" fmla="*/ 61 h 61"/>
                <a:gd name="T8" fmla="*/ 170 w 170"/>
                <a:gd name="T9" fmla="*/ 61 h 61"/>
                <a:gd name="T10" fmla="*/ 154 w 170"/>
                <a:gd name="T11" fmla="*/ 0 h 61"/>
                <a:gd name="T12" fmla="*/ 84 w 170"/>
                <a:gd name="T13" fmla="*/ 0 h 61"/>
                <a:gd name="T14" fmla="*/ 84 w 170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0" h="61">
                  <a:moveTo>
                    <a:pt x="84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5" y="0"/>
                    <a:pt x="0" y="41"/>
                    <a:pt x="0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170" y="61"/>
                    <a:pt x="170" y="61"/>
                    <a:pt x="170" y="61"/>
                  </a:cubicBezTo>
                  <a:cubicBezTo>
                    <a:pt x="170" y="41"/>
                    <a:pt x="154" y="0"/>
                    <a:pt x="15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0"/>
                    <a:pt x="84" y="0"/>
                    <a:pt x="84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29" name="Freeform 2095">
              <a:extLst>
                <a:ext uri="{FF2B5EF4-FFF2-40B4-BE49-F238E27FC236}">
                  <a16:creationId xmlns:a16="http://schemas.microsoft.com/office/drawing/2014/main" id="{4860964E-7508-4ECA-8722-0C2B9F9FD663}"/>
                </a:ext>
              </a:extLst>
            </p:cNvPr>
            <p:cNvSpPr>
              <a:spLocks/>
            </p:cNvSpPr>
            <p:nvPr/>
          </p:nvSpPr>
          <p:spPr bwMode="gray">
            <a:xfrm>
              <a:off x="7656015" y="5864796"/>
              <a:ext cx="169078" cy="491500"/>
            </a:xfrm>
            <a:custGeom>
              <a:avLst/>
              <a:gdLst>
                <a:gd name="T0" fmla="*/ 4932 w 4932"/>
                <a:gd name="T1" fmla="*/ 0 h 14337"/>
                <a:gd name="T2" fmla="*/ 4586 w 4932"/>
                <a:gd name="T3" fmla="*/ 14337 h 14337"/>
                <a:gd name="T4" fmla="*/ 144 w 4932"/>
                <a:gd name="T5" fmla="*/ 14337 h 14337"/>
                <a:gd name="T6" fmla="*/ 0 w 4932"/>
                <a:gd name="T7" fmla="*/ 0 h 14337"/>
                <a:gd name="T8" fmla="*/ 4932 w 4932"/>
                <a:gd name="T9" fmla="*/ 0 h 14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32" h="14337">
                  <a:moveTo>
                    <a:pt x="4932" y="0"/>
                  </a:moveTo>
                  <a:lnTo>
                    <a:pt x="4586" y="14337"/>
                  </a:lnTo>
                  <a:lnTo>
                    <a:pt x="144" y="14337"/>
                  </a:lnTo>
                  <a:lnTo>
                    <a:pt x="0" y="0"/>
                  </a:lnTo>
                  <a:lnTo>
                    <a:pt x="4932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0" name="Freeform 2096">
              <a:extLst>
                <a:ext uri="{FF2B5EF4-FFF2-40B4-BE49-F238E27FC236}">
                  <a16:creationId xmlns:a16="http://schemas.microsoft.com/office/drawing/2014/main" id="{E02CE786-DE5B-474C-B577-04924DDD68EE}"/>
                </a:ext>
              </a:extLst>
            </p:cNvPr>
            <p:cNvSpPr>
              <a:spLocks/>
            </p:cNvSpPr>
            <p:nvPr/>
          </p:nvSpPr>
          <p:spPr bwMode="gray">
            <a:xfrm>
              <a:off x="7656015" y="6356294"/>
              <a:ext cx="163147" cy="60336"/>
            </a:xfrm>
            <a:custGeom>
              <a:avLst/>
              <a:gdLst>
                <a:gd name="T0" fmla="*/ 82 w 165"/>
                <a:gd name="T1" fmla="*/ 0 h 61"/>
                <a:gd name="T2" fmla="*/ 14 w 165"/>
                <a:gd name="T3" fmla="*/ 0 h 61"/>
                <a:gd name="T4" fmla="*/ 0 w 165"/>
                <a:gd name="T5" fmla="*/ 61 h 61"/>
                <a:gd name="T6" fmla="*/ 82 w 165"/>
                <a:gd name="T7" fmla="*/ 61 h 61"/>
                <a:gd name="T8" fmla="*/ 165 w 165"/>
                <a:gd name="T9" fmla="*/ 61 h 61"/>
                <a:gd name="T10" fmla="*/ 149 w 165"/>
                <a:gd name="T11" fmla="*/ 0 h 61"/>
                <a:gd name="T12" fmla="*/ 82 w 165"/>
                <a:gd name="T13" fmla="*/ 0 h 61"/>
                <a:gd name="T14" fmla="*/ 82 w 165"/>
                <a:gd name="T15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5" h="61">
                  <a:moveTo>
                    <a:pt x="82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14" y="0"/>
                    <a:pt x="0" y="41"/>
                    <a:pt x="0" y="61"/>
                  </a:cubicBezTo>
                  <a:cubicBezTo>
                    <a:pt x="82" y="61"/>
                    <a:pt x="82" y="61"/>
                    <a:pt x="82" y="61"/>
                  </a:cubicBezTo>
                  <a:cubicBezTo>
                    <a:pt x="165" y="61"/>
                    <a:pt x="165" y="61"/>
                    <a:pt x="165" y="61"/>
                  </a:cubicBezTo>
                  <a:cubicBezTo>
                    <a:pt x="165" y="41"/>
                    <a:pt x="149" y="0"/>
                    <a:pt x="149" y="0"/>
                  </a:cubicBezTo>
                  <a:cubicBezTo>
                    <a:pt x="82" y="0"/>
                    <a:pt x="82" y="0"/>
                    <a:pt x="82" y="0"/>
                  </a:cubicBezTo>
                  <a:cubicBezTo>
                    <a:pt x="82" y="0"/>
                    <a:pt x="82" y="0"/>
                    <a:pt x="82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1" name="Freeform 2097">
              <a:extLst>
                <a:ext uri="{FF2B5EF4-FFF2-40B4-BE49-F238E27FC236}">
                  <a16:creationId xmlns:a16="http://schemas.microsoft.com/office/drawing/2014/main" id="{A7FA2534-20BC-4645-A86F-9EBF6525E2FC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763940"/>
              <a:ext cx="582414" cy="60301"/>
            </a:xfrm>
            <a:custGeom>
              <a:avLst/>
              <a:gdLst>
                <a:gd name="T0" fmla="*/ 528 w 589"/>
                <a:gd name="T1" fmla="*/ 0 h 61"/>
                <a:gd name="T2" fmla="*/ 61 w 589"/>
                <a:gd name="T3" fmla="*/ 0 h 61"/>
                <a:gd name="T4" fmla="*/ 0 w 589"/>
                <a:gd name="T5" fmla="*/ 61 h 61"/>
                <a:gd name="T6" fmla="*/ 589 w 589"/>
                <a:gd name="T7" fmla="*/ 61 h 61"/>
                <a:gd name="T8" fmla="*/ 528 w 589"/>
                <a:gd name="T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9" h="61">
                  <a:moveTo>
                    <a:pt x="528" y="0"/>
                  </a:moveTo>
                  <a:cubicBezTo>
                    <a:pt x="61" y="0"/>
                    <a:pt x="61" y="0"/>
                    <a:pt x="61" y="0"/>
                  </a:cubicBezTo>
                  <a:cubicBezTo>
                    <a:pt x="27" y="0"/>
                    <a:pt x="0" y="27"/>
                    <a:pt x="0" y="61"/>
                  </a:cubicBezTo>
                  <a:cubicBezTo>
                    <a:pt x="589" y="61"/>
                    <a:pt x="589" y="61"/>
                    <a:pt x="589" y="61"/>
                  </a:cubicBezTo>
                  <a:cubicBezTo>
                    <a:pt x="589" y="27"/>
                    <a:pt x="562" y="0"/>
                    <a:pt x="528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2" name="Freeform 2098">
              <a:extLst>
                <a:ext uri="{FF2B5EF4-FFF2-40B4-BE49-F238E27FC236}">
                  <a16:creationId xmlns:a16="http://schemas.microsoft.com/office/drawing/2014/main" id="{7BCC488C-2D78-43AD-89D4-04F16746BD67}"/>
                </a:ext>
              </a:extLst>
            </p:cNvPr>
            <p:cNvSpPr>
              <a:spLocks/>
            </p:cNvSpPr>
            <p:nvPr/>
          </p:nvSpPr>
          <p:spPr bwMode="gray">
            <a:xfrm>
              <a:off x="7436508" y="5616561"/>
              <a:ext cx="433082" cy="170106"/>
            </a:xfrm>
            <a:custGeom>
              <a:avLst/>
              <a:gdLst>
                <a:gd name="T0" fmla="*/ 7 w 438"/>
                <a:gd name="T1" fmla="*/ 105 h 172"/>
                <a:gd name="T2" fmla="*/ 72 w 438"/>
                <a:gd name="T3" fmla="*/ 172 h 172"/>
                <a:gd name="T4" fmla="*/ 365 w 438"/>
                <a:gd name="T5" fmla="*/ 172 h 172"/>
                <a:gd name="T6" fmla="*/ 433 w 438"/>
                <a:gd name="T7" fmla="*/ 105 h 172"/>
                <a:gd name="T8" fmla="*/ 438 w 438"/>
                <a:gd name="T9" fmla="*/ 0 h 172"/>
                <a:gd name="T10" fmla="*/ 0 w 438"/>
                <a:gd name="T11" fmla="*/ 0 h 172"/>
                <a:gd name="T12" fmla="*/ 7 w 438"/>
                <a:gd name="T13" fmla="*/ 105 h 172"/>
                <a:gd name="T14" fmla="*/ 7 w 438"/>
                <a:gd name="T15" fmla="*/ 105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38" h="172">
                  <a:moveTo>
                    <a:pt x="7" y="105"/>
                  </a:moveTo>
                  <a:cubicBezTo>
                    <a:pt x="7" y="105"/>
                    <a:pt x="18" y="172"/>
                    <a:pt x="72" y="172"/>
                  </a:cubicBezTo>
                  <a:cubicBezTo>
                    <a:pt x="305" y="172"/>
                    <a:pt x="365" y="172"/>
                    <a:pt x="365" y="172"/>
                  </a:cubicBezTo>
                  <a:cubicBezTo>
                    <a:pt x="418" y="172"/>
                    <a:pt x="433" y="105"/>
                    <a:pt x="433" y="105"/>
                  </a:cubicBezTo>
                  <a:cubicBezTo>
                    <a:pt x="438" y="0"/>
                    <a:pt x="438" y="0"/>
                    <a:pt x="438" y="0"/>
                  </a:cubicBezTo>
                  <a:cubicBezTo>
                    <a:pt x="82" y="0"/>
                    <a:pt x="0" y="0"/>
                    <a:pt x="0" y="0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5"/>
                    <a:pt x="7" y="105"/>
                    <a:pt x="7" y="105"/>
                  </a:cubicBezTo>
                  <a:close/>
                </a:path>
              </a:pathLst>
            </a:custGeom>
            <a:solidFill>
              <a:srgbClr val="007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3" name="Freeform 2099">
              <a:extLst>
                <a:ext uri="{FF2B5EF4-FFF2-40B4-BE49-F238E27FC236}">
                  <a16:creationId xmlns:a16="http://schemas.microsoft.com/office/drawing/2014/main" id="{3D3E7D58-8F19-4348-9AD0-AF2101423139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824240"/>
              <a:ext cx="582414" cy="40556"/>
            </a:xfrm>
            <a:custGeom>
              <a:avLst/>
              <a:gdLst>
                <a:gd name="T0" fmla="*/ 0 w 16989"/>
                <a:gd name="T1" fmla="*/ 0 h 1183"/>
                <a:gd name="T2" fmla="*/ 16989 w 16989"/>
                <a:gd name="T3" fmla="*/ 0 h 1183"/>
                <a:gd name="T4" fmla="*/ 16989 w 16989"/>
                <a:gd name="T5" fmla="*/ 1183 h 1183"/>
                <a:gd name="T6" fmla="*/ 0 w 16989"/>
                <a:gd name="T7" fmla="*/ 1183 h 1183"/>
                <a:gd name="T8" fmla="*/ 0 w 16989"/>
                <a:gd name="T9" fmla="*/ 0 h 1183"/>
                <a:gd name="T10" fmla="*/ 0 w 16989"/>
                <a:gd name="T11" fmla="*/ 0 h 1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989" h="1183">
                  <a:moveTo>
                    <a:pt x="0" y="0"/>
                  </a:moveTo>
                  <a:lnTo>
                    <a:pt x="16989" y="0"/>
                  </a:lnTo>
                  <a:lnTo>
                    <a:pt x="16989" y="1183"/>
                  </a:lnTo>
                  <a:lnTo>
                    <a:pt x="0" y="118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4" name="Freeform 2100">
              <a:extLst>
                <a:ext uri="{FF2B5EF4-FFF2-40B4-BE49-F238E27FC236}">
                  <a16:creationId xmlns:a16="http://schemas.microsoft.com/office/drawing/2014/main" id="{F5CF8629-85B1-4342-AE86-CC164E058222}"/>
                </a:ext>
              </a:extLst>
            </p:cNvPr>
            <p:cNvSpPr>
              <a:spLocks/>
            </p:cNvSpPr>
            <p:nvPr/>
          </p:nvSpPr>
          <p:spPr bwMode="gray">
            <a:xfrm>
              <a:off x="7371236" y="6174328"/>
              <a:ext cx="548783" cy="21769"/>
            </a:xfrm>
            <a:custGeom>
              <a:avLst/>
              <a:gdLst>
                <a:gd name="T0" fmla="*/ 0 w 16008"/>
                <a:gd name="T1" fmla="*/ 0 h 635"/>
                <a:gd name="T2" fmla="*/ 16008 w 16008"/>
                <a:gd name="T3" fmla="*/ 0 h 635"/>
                <a:gd name="T4" fmla="*/ 16008 w 16008"/>
                <a:gd name="T5" fmla="*/ 635 h 635"/>
                <a:gd name="T6" fmla="*/ 0 w 16008"/>
                <a:gd name="T7" fmla="*/ 635 h 635"/>
                <a:gd name="T8" fmla="*/ 0 w 16008"/>
                <a:gd name="T9" fmla="*/ 0 h 635"/>
                <a:gd name="T10" fmla="*/ 0 w 16008"/>
                <a:gd name="T11" fmla="*/ 0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08" h="635">
                  <a:moveTo>
                    <a:pt x="0" y="0"/>
                  </a:moveTo>
                  <a:lnTo>
                    <a:pt x="16008" y="0"/>
                  </a:lnTo>
                  <a:lnTo>
                    <a:pt x="16008" y="635"/>
                  </a:lnTo>
                  <a:lnTo>
                    <a:pt x="0" y="6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5" name="Freeform 2101">
              <a:extLst>
                <a:ext uri="{FF2B5EF4-FFF2-40B4-BE49-F238E27FC236}">
                  <a16:creationId xmlns:a16="http://schemas.microsoft.com/office/drawing/2014/main" id="{1E5E8964-B723-4590-880D-8B8504F3968A}"/>
                </a:ext>
              </a:extLst>
            </p:cNvPr>
            <p:cNvSpPr>
              <a:spLocks/>
            </p:cNvSpPr>
            <p:nvPr/>
          </p:nvSpPr>
          <p:spPr bwMode="gray">
            <a:xfrm>
              <a:off x="7867637" y="5305042"/>
              <a:ext cx="109736" cy="182962"/>
            </a:xfrm>
            <a:custGeom>
              <a:avLst/>
              <a:gdLst>
                <a:gd name="T0" fmla="*/ 2999 w 3201"/>
                <a:gd name="T1" fmla="*/ 4154 h 5337"/>
                <a:gd name="T2" fmla="*/ 3201 w 3201"/>
                <a:gd name="T3" fmla="*/ 0 h 5337"/>
                <a:gd name="T4" fmla="*/ 0 w 3201"/>
                <a:gd name="T5" fmla="*/ 0 h 5337"/>
                <a:gd name="T6" fmla="*/ 0 w 3201"/>
                <a:gd name="T7" fmla="*/ 5337 h 5337"/>
                <a:gd name="T8" fmla="*/ 2019 w 3201"/>
                <a:gd name="T9" fmla="*/ 5337 h 5337"/>
                <a:gd name="T10" fmla="*/ 2999 w 3201"/>
                <a:gd name="T11" fmla="*/ 4154 h 5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01" h="5337">
                  <a:moveTo>
                    <a:pt x="2999" y="4154"/>
                  </a:moveTo>
                  <a:lnTo>
                    <a:pt x="3201" y="0"/>
                  </a:lnTo>
                  <a:lnTo>
                    <a:pt x="0" y="0"/>
                  </a:lnTo>
                  <a:lnTo>
                    <a:pt x="0" y="5337"/>
                  </a:lnTo>
                  <a:lnTo>
                    <a:pt x="2019" y="5337"/>
                  </a:lnTo>
                  <a:lnTo>
                    <a:pt x="2999" y="4154"/>
                  </a:lnTo>
                  <a:close/>
                </a:path>
              </a:pathLst>
            </a:custGeom>
            <a:solidFill>
              <a:srgbClr val="B9B9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6" name="Freeform 2102">
              <a:extLst>
                <a:ext uri="{FF2B5EF4-FFF2-40B4-BE49-F238E27FC236}">
                  <a16:creationId xmlns:a16="http://schemas.microsoft.com/office/drawing/2014/main" id="{F5EAB8D1-DAAB-4543-ADA1-29130FBA3784}"/>
                </a:ext>
              </a:extLst>
            </p:cNvPr>
            <p:cNvSpPr>
              <a:spLocks/>
            </p:cNvSpPr>
            <p:nvPr/>
          </p:nvSpPr>
          <p:spPr bwMode="gray">
            <a:xfrm>
              <a:off x="7324784" y="4940146"/>
              <a:ext cx="656531" cy="732808"/>
            </a:xfrm>
            <a:custGeom>
              <a:avLst/>
              <a:gdLst>
                <a:gd name="T0" fmla="*/ 15835 w 19151"/>
                <a:gd name="T1" fmla="*/ 11019 h 21376"/>
                <a:gd name="T2" fmla="*/ 15950 w 19151"/>
                <a:gd name="T3" fmla="*/ 21376 h 21376"/>
                <a:gd name="T4" fmla="*/ 3086 w 19151"/>
                <a:gd name="T5" fmla="*/ 21376 h 21376"/>
                <a:gd name="T6" fmla="*/ 3115 w 19151"/>
                <a:gd name="T7" fmla="*/ 11019 h 21376"/>
                <a:gd name="T8" fmla="*/ 0 w 19151"/>
                <a:gd name="T9" fmla="*/ 11019 h 21376"/>
                <a:gd name="T10" fmla="*/ 173 w 19151"/>
                <a:gd name="T11" fmla="*/ 4875 h 21376"/>
                <a:gd name="T12" fmla="*/ 1730 w 19151"/>
                <a:gd name="T13" fmla="*/ 2394 h 21376"/>
                <a:gd name="T14" fmla="*/ 6807 w 19151"/>
                <a:gd name="T15" fmla="*/ 0 h 21376"/>
                <a:gd name="T16" fmla="*/ 12316 w 19151"/>
                <a:gd name="T17" fmla="*/ 0 h 21376"/>
                <a:gd name="T18" fmla="*/ 17421 w 19151"/>
                <a:gd name="T19" fmla="*/ 2394 h 21376"/>
                <a:gd name="T20" fmla="*/ 19036 w 19151"/>
                <a:gd name="T21" fmla="*/ 4933 h 21376"/>
                <a:gd name="T22" fmla="*/ 19151 w 19151"/>
                <a:gd name="T23" fmla="*/ 11019 h 21376"/>
                <a:gd name="T24" fmla="*/ 15835 w 19151"/>
                <a:gd name="T25" fmla="*/ 11019 h 2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151" h="21376">
                  <a:moveTo>
                    <a:pt x="15835" y="11019"/>
                  </a:moveTo>
                  <a:lnTo>
                    <a:pt x="15950" y="21376"/>
                  </a:lnTo>
                  <a:lnTo>
                    <a:pt x="3086" y="21376"/>
                  </a:lnTo>
                  <a:lnTo>
                    <a:pt x="3115" y="11019"/>
                  </a:lnTo>
                  <a:lnTo>
                    <a:pt x="0" y="11019"/>
                  </a:lnTo>
                  <a:lnTo>
                    <a:pt x="173" y="4875"/>
                  </a:lnTo>
                  <a:lnTo>
                    <a:pt x="1730" y="2394"/>
                  </a:lnTo>
                  <a:lnTo>
                    <a:pt x="6807" y="0"/>
                  </a:lnTo>
                  <a:lnTo>
                    <a:pt x="12316" y="0"/>
                  </a:lnTo>
                  <a:lnTo>
                    <a:pt x="17421" y="2394"/>
                  </a:lnTo>
                  <a:lnTo>
                    <a:pt x="19036" y="4933"/>
                  </a:lnTo>
                  <a:lnTo>
                    <a:pt x="19151" y="11019"/>
                  </a:lnTo>
                  <a:lnTo>
                    <a:pt x="15835" y="11019"/>
                  </a:lnTo>
                  <a:close/>
                </a:path>
              </a:pathLst>
            </a:custGeom>
            <a:solidFill>
              <a:srgbClr val="41AA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7" name="Freeform 2103">
              <a:extLst>
                <a:ext uri="{FF2B5EF4-FFF2-40B4-BE49-F238E27FC236}">
                  <a16:creationId xmlns:a16="http://schemas.microsoft.com/office/drawing/2014/main" id="{6F86C2F9-D7C3-4709-B8F1-C5DC399737F3}"/>
                </a:ext>
              </a:extLst>
            </p:cNvPr>
            <p:cNvSpPr>
              <a:spLocks/>
            </p:cNvSpPr>
            <p:nvPr/>
          </p:nvSpPr>
          <p:spPr bwMode="gray">
            <a:xfrm>
              <a:off x="7902227" y="5453380"/>
              <a:ext cx="34625" cy="963250"/>
            </a:xfrm>
            <a:custGeom>
              <a:avLst/>
              <a:gdLst>
                <a:gd name="T0" fmla="*/ 0 w 1010"/>
                <a:gd name="T1" fmla="*/ 0 h 28098"/>
                <a:gd name="T2" fmla="*/ 1010 w 1010"/>
                <a:gd name="T3" fmla="*/ 0 h 28098"/>
                <a:gd name="T4" fmla="*/ 1010 w 1010"/>
                <a:gd name="T5" fmla="*/ 28098 h 28098"/>
                <a:gd name="T6" fmla="*/ 0 w 1010"/>
                <a:gd name="T7" fmla="*/ 28098 h 28098"/>
                <a:gd name="T8" fmla="*/ 0 w 1010"/>
                <a:gd name="T9" fmla="*/ 0 h 28098"/>
                <a:gd name="T10" fmla="*/ 0 w 1010"/>
                <a:gd name="T11" fmla="*/ 0 h 280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10" h="28098">
                  <a:moveTo>
                    <a:pt x="0" y="0"/>
                  </a:moveTo>
                  <a:lnTo>
                    <a:pt x="1010" y="0"/>
                  </a:lnTo>
                  <a:lnTo>
                    <a:pt x="1010" y="28098"/>
                  </a:lnTo>
                  <a:lnTo>
                    <a:pt x="0" y="2809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8" name="Freeform 2104">
              <a:extLst>
                <a:ext uri="{FF2B5EF4-FFF2-40B4-BE49-F238E27FC236}">
                  <a16:creationId xmlns:a16="http://schemas.microsoft.com/office/drawing/2014/main" id="{FB34D07C-101A-4824-8D24-528939603D80}"/>
                </a:ext>
              </a:extLst>
            </p:cNvPr>
            <p:cNvSpPr>
              <a:spLocks/>
            </p:cNvSpPr>
            <p:nvPr/>
          </p:nvSpPr>
          <p:spPr bwMode="gray">
            <a:xfrm>
              <a:off x="7354438" y="5225955"/>
              <a:ext cx="582414" cy="227426"/>
            </a:xfrm>
            <a:custGeom>
              <a:avLst/>
              <a:gdLst>
                <a:gd name="T0" fmla="*/ 441 w 589"/>
                <a:gd name="T1" fmla="*/ 0 h 230"/>
                <a:gd name="T2" fmla="*/ 149 w 589"/>
                <a:gd name="T3" fmla="*/ 0 h 230"/>
                <a:gd name="T4" fmla="*/ 0 w 589"/>
                <a:gd name="T5" fmla="*/ 131 h 230"/>
                <a:gd name="T6" fmla="*/ 0 w 589"/>
                <a:gd name="T7" fmla="*/ 230 h 230"/>
                <a:gd name="T8" fmla="*/ 589 w 589"/>
                <a:gd name="T9" fmla="*/ 230 h 230"/>
                <a:gd name="T10" fmla="*/ 589 w 589"/>
                <a:gd name="T11" fmla="*/ 131 h 230"/>
                <a:gd name="T12" fmla="*/ 441 w 589"/>
                <a:gd name="T1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9" h="230">
                  <a:moveTo>
                    <a:pt x="441" y="0"/>
                  </a:moveTo>
                  <a:cubicBezTo>
                    <a:pt x="149" y="0"/>
                    <a:pt x="149" y="0"/>
                    <a:pt x="149" y="0"/>
                  </a:cubicBezTo>
                  <a:cubicBezTo>
                    <a:pt x="67" y="0"/>
                    <a:pt x="0" y="58"/>
                    <a:pt x="0" y="131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589" y="230"/>
                    <a:pt x="589" y="230"/>
                    <a:pt x="589" y="230"/>
                  </a:cubicBezTo>
                  <a:cubicBezTo>
                    <a:pt x="589" y="131"/>
                    <a:pt x="589" y="131"/>
                    <a:pt x="589" y="131"/>
                  </a:cubicBezTo>
                  <a:cubicBezTo>
                    <a:pt x="589" y="58"/>
                    <a:pt x="522" y="0"/>
                    <a:pt x="441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39" name="Freeform 2105">
              <a:extLst>
                <a:ext uri="{FF2B5EF4-FFF2-40B4-BE49-F238E27FC236}">
                  <a16:creationId xmlns:a16="http://schemas.microsoft.com/office/drawing/2014/main" id="{06081FCF-DB08-4FC4-A84F-8359423BB755}"/>
                </a:ext>
              </a:extLst>
            </p:cNvPr>
            <p:cNvSpPr>
              <a:spLocks/>
            </p:cNvSpPr>
            <p:nvPr/>
          </p:nvSpPr>
          <p:spPr bwMode="gray">
            <a:xfrm>
              <a:off x="8331367" y="5059791"/>
              <a:ext cx="128522" cy="60336"/>
            </a:xfrm>
            <a:custGeom>
              <a:avLst/>
              <a:gdLst>
                <a:gd name="T0" fmla="*/ 3432 w 3749"/>
                <a:gd name="T1" fmla="*/ 1760 h 1760"/>
                <a:gd name="T2" fmla="*/ 259 w 3749"/>
                <a:gd name="T3" fmla="*/ 1760 h 1760"/>
                <a:gd name="T4" fmla="*/ 0 w 3749"/>
                <a:gd name="T5" fmla="*/ 0 h 1760"/>
                <a:gd name="T6" fmla="*/ 3749 w 3749"/>
                <a:gd name="T7" fmla="*/ 0 h 1760"/>
                <a:gd name="T8" fmla="*/ 3432 w 3749"/>
                <a:gd name="T9" fmla="*/ 1760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49" h="1760">
                  <a:moveTo>
                    <a:pt x="3432" y="1760"/>
                  </a:moveTo>
                  <a:lnTo>
                    <a:pt x="259" y="1760"/>
                  </a:lnTo>
                  <a:lnTo>
                    <a:pt x="0" y="0"/>
                  </a:lnTo>
                  <a:lnTo>
                    <a:pt x="3749" y="0"/>
                  </a:lnTo>
                  <a:lnTo>
                    <a:pt x="3432" y="1760"/>
                  </a:lnTo>
                  <a:close/>
                </a:path>
              </a:pathLst>
            </a:custGeom>
            <a:solidFill>
              <a:srgbClr val="EBF0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0" name="Freeform 2106">
              <a:extLst>
                <a:ext uri="{FF2B5EF4-FFF2-40B4-BE49-F238E27FC236}">
                  <a16:creationId xmlns:a16="http://schemas.microsoft.com/office/drawing/2014/main" id="{0671CDF5-C4C9-40B8-8EBF-102CD3403F6A}"/>
                </a:ext>
              </a:extLst>
            </p:cNvPr>
            <p:cNvSpPr>
              <a:spLocks/>
            </p:cNvSpPr>
            <p:nvPr/>
          </p:nvSpPr>
          <p:spPr bwMode="gray">
            <a:xfrm>
              <a:off x="8068357" y="5068703"/>
              <a:ext cx="327289" cy="423243"/>
            </a:xfrm>
            <a:custGeom>
              <a:avLst/>
              <a:gdLst>
                <a:gd name="T0" fmla="*/ 0 w 9547"/>
                <a:gd name="T1" fmla="*/ 9606 h 12346"/>
                <a:gd name="T2" fmla="*/ 4124 w 9547"/>
                <a:gd name="T3" fmla="*/ 1413 h 12346"/>
                <a:gd name="T4" fmla="*/ 5278 w 9547"/>
                <a:gd name="T5" fmla="*/ 0 h 12346"/>
                <a:gd name="T6" fmla="*/ 8220 w 9547"/>
                <a:gd name="T7" fmla="*/ 0 h 12346"/>
                <a:gd name="T8" fmla="*/ 9547 w 9547"/>
                <a:gd name="T9" fmla="*/ 779 h 12346"/>
                <a:gd name="T10" fmla="*/ 9547 w 9547"/>
                <a:gd name="T11" fmla="*/ 1356 h 12346"/>
                <a:gd name="T12" fmla="*/ 8133 w 9547"/>
                <a:gd name="T13" fmla="*/ 1356 h 12346"/>
                <a:gd name="T14" fmla="*/ 7903 w 9547"/>
                <a:gd name="T15" fmla="*/ 1904 h 12346"/>
                <a:gd name="T16" fmla="*/ 6287 w 9547"/>
                <a:gd name="T17" fmla="*/ 1904 h 12346"/>
                <a:gd name="T18" fmla="*/ 5422 w 9547"/>
                <a:gd name="T19" fmla="*/ 3346 h 12346"/>
                <a:gd name="T20" fmla="*/ 3836 w 9547"/>
                <a:gd name="T21" fmla="*/ 10673 h 12346"/>
                <a:gd name="T22" fmla="*/ 2826 w 9547"/>
                <a:gd name="T23" fmla="*/ 12346 h 12346"/>
                <a:gd name="T24" fmla="*/ 548 w 9547"/>
                <a:gd name="T25" fmla="*/ 12346 h 12346"/>
                <a:gd name="T26" fmla="*/ 0 w 9547"/>
                <a:gd name="T27" fmla="*/ 9606 h 12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547" h="12346">
                  <a:moveTo>
                    <a:pt x="0" y="9606"/>
                  </a:moveTo>
                  <a:lnTo>
                    <a:pt x="4124" y="1413"/>
                  </a:lnTo>
                  <a:lnTo>
                    <a:pt x="5278" y="0"/>
                  </a:lnTo>
                  <a:lnTo>
                    <a:pt x="8220" y="0"/>
                  </a:lnTo>
                  <a:lnTo>
                    <a:pt x="9547" y="779"/>
                  </a:lnTo>
                  <a:lnTo>
                    <a:pt x="9547" y="1356"/>
                  </a:lnTo>
                  <a:lnTo>
                    <a:pt x="8133" y="1356"/>
                  </a:lnTo>
                  <a:lnTo>
                    <a:pt x="7903" y="1904"/>
                  </a:lnTo>
                  <a:lnTo>
                    <a:pt x="6287" y="1904"/>
                  </a:lnTo>
                  <a:lnTo>
                    <a:pt x="5422" y="3346"/>
                  </a:lnTo>
                  <a:lnTo>
                    <a:pt x="3836" y="10673"/>
                  </a:lnTo>
                  <a:lnTo>
                    <a:pt x="2826" y="12346"/>
                  </a:lnTo>
                  <a:lnTo>
                    <a:pt x="548" y="12346"/>
                  </a:lnTo>
                  <a:lnTo>
                    <a:pt x="0" y="9606"/>
                  </a:lnTo>
                  <a:close/>
                </a:path>
              </a:pathLst>
            </a:custGeom>
            <a:solidFill>
              <a:srgbClr val="E1E1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1" name="Freeform 2152">
              <a:extLst>
                <a:ext uri="{FF2B5EF4-FFF2-40B4-BE49-F238E27FC236}">
                  <a16:creationId xmlns:a16="http://schemas.microsoft.com/office/drawing/2014/main" id="{4FE4B5AE-AD3A-445D-8FEC-73B223F301AB}"/>
                </a:ext>
              </a:extLst>
            </p:cNvPr>
            <p:cNvSpPr>
              <a:spLocks/>
            </p:cNvSpPr>
            <p:nvPr/>
          </p:nvSpPr>
          <p:spPr bwMode="gray">
            <a:xfrm>
              <a:off x="4259545" y="5031130"/>
              <a:ext cx="325300" cy="447961"/>
            </a:xfrm>
            <a:custGeom>
              <a:avLst/>
              <a:gdLst>
                <a:gd name="T0" fmla="*/ 8595 w 9489"/>
                <a:gd name="T1" fmla="*/ 13067 h 13067"/>
                <a:gd name="T2" fmla="*/ 0 w 9489"/>
                <a:gd name="T3" fmla="*/ 1500 h 13067"/>
                <a:gd name="T4" fmla="*/ 2422 w 9489"/>
                <a:gd name="T5" fmla="*/ 0 h 13067"/>
                <a:gd name="T6" fmla="*/ 9489 w 9489"/>
                <a:gd name="T7" fmla="*/ 11135 h 13067"/>
                <a:gd name="T8" fmla="*/ 8595 w 9489"/>
                <a:gd name="T9" fmla="*/ 13067 h 13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89" h="13067">
                  <a:moveTo>
                    <a:pt x="8595" y="13067"/>
                  </a:moveTo>
                  <a:lnTo>
                    <a:pt x="0" y="1500"/>
                  </a:lnTo>
                  <a:lnTo>
                    <a:pt x="2422" y="0"/>
                  </a:lnTo>
                  <a:lnTo>
                    <a:pt x="9489" y="11135"/>
                  </a:lnTo>
                  <a:lnTo>
                    <a:pt x="8595" y="13067"/>
                  </a:ln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2" name="Freeform 2153">
              <a:extLst>
                <a:ext uri="{FF2B5EF4-FFF2-40B4-BE49-F238E27FC236}">
                  <a16:creationId xmlns:a16="http://schemas.microsoft.com/office/drawing/2014/main" id="{86708483-454A-4D95-8749-380CF422445C}"/>
                </a:ext>
              </a:extLst>
            </p:cNvPr>
            <p:cNvSpPr>
              <a:spLocks/>
            </p:cNvSpPr>
            <p:nvPr/>
          </p:nvSpPr>
          <p:spPr bwMode="gray">
            <a:xfrm>
              <a:off x="4487930" y="5420743"/>
              <a:ext cx="265993" cy="66267"/>
            </a:xfrm>
            <a:custGeom>
              <a:avLst/>
              <a:gdLst>
                <a:gd name="T0" fmla="*/ 269 w 269"/>
                <a:gd name="T1" fmla="*/ 67 h 67"/>
                <a:gd name="T2" fmla="*/ 0 w 269"/>
                <a:gd name="T3" fmla="*/ 67 h 67"/>
                <a:gd name="T4" fmla="*/ 112 w 269"/>
                <a:gd name="T5" fmla="*/ 20 h 67"/>
                <a:gd name="T6" fmla="*/ 131 w 269"/>
                <a:gd name="T7" fmla="*/ 0 h 67"/>
                <a:gd name="T8" fmla="*/ 201 w 269"/>
                <a:gd name="T9" fmla="*/ 0 h 67"/>
                <a:gd name="T10" fmla="*/ 269 w 269"/>
                <a:gd name="T1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9" h="67">
                  <a:moveTo>
                    <a:pt x="269" y="67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112" y="20"/>
                    <a:pt x="112" y="20"/>
                    <a:pt x="112" y="20"/>
                  </a:cubicBezTo>
                  <a:cubicBezTo>
                    <a:pt x="131" y="0"/>
                    <a:pt x="131" y="0"/>
                    <a:pt x="131" y="0"/>
                  </a:cubicBezTo>
                  <a:cubicBezTo>
                    <a:pt x="201" y="0"/>
                    <a:pt x="201" y="0"/>
                    <a:pt x="201" y="0"/>
                  </a:cubicBezTo>
                  <a:cubicBezTo>
                    <a:pt x="228" y="26"/>
                    <a:pt x="242" y="41"/>
                    <a:pt x="269" y="67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3" name="Freeform 2154">
              <a:extLst>
                <a:ext uri="{FF2B5EF4-FFF2-40B4-BE49-F238E27FC236}">
                  <a16:creationId xmlns:a16="http://schemas.microsoft.com/office/drawing/2014/main" id="{C8745612-AB97-495D-8D1D-5BB5BB10B0D1}"/>
                </a:ext>
              </a:extLst>
            </p:cNvPr>
            <p:cNvSpPr>
              <a:spLocks/>
            </p:cNvSpPr>
            <p:nvPr/>
          </p:nvSpPr>
          <p:spPr bwMode="gray">
            <a:xfrm>
              <a:off x="4300066" y="5630412"/>
              <a:ext cx="434077" cy="656668"/>
            </a:xfrm>
            <a:custGeom>
              <a:avLst/>
              <a:gdLst>
                <a:gd name="T0" fmla="*/ 353 w 439"/>
                <a:gd name="T1" fmla="*/ 0 h 664"/>
                <a:gd name="T2" fmla="*/ 0 w 439"/>
                <a:gd name="T3" fmla="*/ 607 h 664"/>
                <a:gd name="T4" fmla="*/ 133 w 439"/>
                <a:gd name="T5" fmla="*/ 664 h 664"/>
                <a:gd name="T6" fmla="*/ 439 w 439"/>
                <a:gd name="T7" fmla="*/ 164 h 664"/>
                <a:gd name="T8" fmla="*/ 404 w 439"/>
                <a:gd name="T9" fmla="*/ 31 h 664"/>
                <a:gd name="T10" fmla="*/ 353 w 439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9" h="664">
                  <a:moveTo>
                    <a:pt x="353" y="0"/>
                  </a:moveTo>
                  <a:cubicBezTo>
                    <a:pt x="0" y="607"/>
                    <a:pt x="0" y="607"/>
                    <a:pt x="0" y="607"/>
                  </a:cubicBezTo>
                  <a:cubicBezTo>
                    <a:pt x="133" y="664"/>
                    <a:pt x="133" y="664"/>
                    <a:pt x="133" y="664"/>
                  </a:cubicBezTo>
                  <a:cubicBezTo>
                    <a:pt x="439" y="164"/>
                    <a:pt x="439" y="164"/>
                    <a:pt x="439" y="164"/>
                  </a:cubicBezTo>
                  <a:cubicBezTo>
                    <a:pt x="425" y="112"/>
                    <a:pt x="418" y="83"/>
                    <a:pt x="404" y="31"/>
                  </a:cubicBezTo>
                  <a:lnTo>
                    <a:pt x="353" y="0"/>
                  </a:lnTo>
                  <a:close/>
                </a:path>
              </a:pathLst>
            </a:custGeom>
            <a:solidFill>
              <a:srgbClr val="0064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4" name="Freeform 2155">
              <a:extLst>
                <a:ext uri="{FF2B5EF4-FFF2-40B4-BE49-F238E27FC236}">
                  <a16:creationId xmlns:a16="http://schemas.microsoft.com/office/drawing/2014/main" id="{A29FC217-A588-4DD6-99C5-8E334A66EDDB}"/>
                </a:ext>
              </a:extLst>
            </p:cNvPr>
            <p:cNvSpPr>
              <a:spLocks/>
            </p:cNvSpPr>
            <p:nvPr/>
          </p:nvSpPr>
          <p:spPr bwMode="gray">
            <a:xfrm>
              <a:off x="4294136" y="6157529"/>
              <a:ext cx="190847" cy="179979"/>
            </a:xfrm>
            <a:custGeom>
              <a:avLst/>
              <a:gdLst>
                <a:gd name="T0" fmla="*/ 137 w 193"/>
                <a:gd name="T1" fmla="*/ 53 h 182"/>
                <a:gd name="T2" fmla="*/ 48 w 193"/>
                <a:gd name="T3" fmla="*/ 0 h 182"/>
                <a:gd name="T4" fmla="*/ 0 w 193"/>
                <a:gd name="T5" fmla="*/ 71 h 182"/>
                <a:gd name="T6" fmla="*/ 93 w 193"/>
                <a:gd name="T7" fmla="*/ 126 h 182"/>
                <a:gd name="T8" fmla="*/ 188 w 193"/>
                <a:gd name="T9" fmla="*/ 182 h 182"/>
                <a:gd name="T10" fmla="*/ 193 w 193"/>
                <a:gd name="T11" fmla="*/ 86 h 182"/>
                <a:gd name="T12" fmla="*/ 137 w 193"/>
                <a:gd name="T13" fmla="*/ 53 h 182"/>
                <a:gd name="T14" fmla="*/ 137 w 193"/>
                <a:gd name="T15" fmla="*/ 53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3" h="182">
                  <a:moveTo>
                    <a:pt x="137" y="53"/>
                  </a:moveTo>
                  <a:cubicBezTo>
                    <a:pt x="49" y="1"/>
                    <a:pt x="48" y="0"/>
                    <a:pt x="48" y="0"/>
                  </a:cubicBezTo>
                  <a:cubicBezTo>
                    <a:pt x="48" y="0"/>
                    <a:pt x="14" y="48"/>
                    <a:pt x="0" y="71"/>
                  </a:cubicBezTo>
                  <a:cubicBezTo>
                    <a:pt x="93" y="126"/>
                    <a:pt x="93" y="126"/>
                    <a:pt x="93" y="126"/>
                  </a:cubicBezTo>
                  <a:cubicBezTo>
                    <a:pt x="188" y="182"/>
                    <a:pt x="188" y="182"/>
                    <a:pt x="188" y="182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37" y="53"/>
                    <a:pt x="137" y="53"/>
                    <a:pt x="137" y="53"/>
                  </a:cubicBezTo>
                  <a:cubicBezTo>
                    <a:pt x="137" y="53"/>
                    <a:pt x="137" y="53"/>
                    <a:pt x="137" y="53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5" name="Freeform 2156">
              <a:extLst>
                <a:ext uri="{FF2B5EF4-FFF2-40B4-BE49-F238E27FC236}">
                  <a16:creationId xmlns:a16="http://schemas.microsoft.com/office/drawing/2014/main" id="{6950B5A5-70EF-4ED2-9642-030187D44885}"/>
                </a:ext>
              </a:extLst>
            </p:cNvPr>
            <p:cNvSpPr>
              <a:spLocks/>
            </p:cNvSpPr>
            <p:nvPr/>
          </p:nvSpPr>
          <p:spPr bwMode="gray">
            <a:xfrm>
              <a:off x="4191290" y="4528731"/>
              <a:ext cx="276893" cy="445012"/>
            </a:xfrm>
            <a:custGeom>
              <a:avLst/>
              <a:gdLst>
                <a:gd name="T0" fmla="*/ 190 w 280"/>
                <a:gd name="T1" fmla="*/ 0 h 450"/>
                <a:gd name="T2" fmla="*/ 9 w 280"/>
                <a:gd name="T3" fmla="*/ 189 h 450"/>
                <a:gd name="T4" fmla="*/ 37 w 280"/>
                <a:gd name="T5" fmla="*/ 280 h 450"/>
                <a:gd name="T6" fmla="*/ 2 w 280"/>
                <a:gd name="T7" fmla="*/ 325 h 450"/>
                <a:gd name="T8" fmla="*/ 11 w 280"/>
                <a:gd name="T9" fmla="*/ 352 h 450"/>
                <a:gd name="T10" fmla="*/ 0 w 280"/>
                <a:gd name="T11" fmla="*/ 404 h 450"/>
                <a:gd name="T12" fmla="*/ 140 w 280"/>
                <a:gd name="T13" fmla="*/ 450 h 450"/>
                <a:gd name="T14" fmla="*/ 156 w 280"/>
                <a:gd name="T15" fmla="*/ 369 h 450"/>
                <a:gd name="T16" fmla="*/ 198 w 280"/>
                <a:gd name="T17" fmla="*/ 376 h 450"/>
                <a:gd name="T18" fmla="*/ 280 w 280"/>
                <a:gd name="T19" fmla="*/ 189 h 450"/>
                <a:gd name="T20" fmla="*/ 190 w 280"/>
                <a:gd name="T21" fmla="*/ 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0" h="450">
                  <a:moveTo>
                    <a:pt x="190" y="0"/>
                  </a:moveTo>
                  <a:cubicBezTo>
                    <a:pt x="115" y="0"/>
                    <a:pt x="9" y="85"/>
                    <a:pt x="9" y="189"/>
                  </a:cubicBezTo>
                  <a:cubicBezTo>
                    <a:pt x="9" y="221"/>
                    <a:pt x="20" y="252"/>
                    <a:pt x="37" y="280"/>
                  </a:cubicBezTo>
                  <a:cubicBezTo>
                    <a:pt x="34" y="285"/>
                    <a:pt x="2" y="325"/>
                    <a:pt x="2" y="325"/>
                  </a:cubicBezTo>
                  <a:cubicBezTo>
                    <a:pt x="11" y="352"/>
                    <a:pt x="11" y="352"/>
                    <a:pt x="11" y="352"/>
                  </a:cubicBezTo>
                  <a:cubicBezTo>
                    <a:pt x="0" y="404"/>
                    <a:pt x="0" y="404"/>
                    <a:pt x="0" y="404"/>
                  </a:cubicBezTo>
                  <a:cubicBezTo>
                    <a:pt x="140" y="450"/>
                    <a:pt x="140" y="450"/>
                    <a:pt x="140" y="450"/>
                  </a:cubicBezTo>
                  <a:cubicBezTo>
                    <a:pt x="156" y="369"/>
                    <a:pt x="156" y="369"/>
                    <a:pt x="156" y="369"/>
                  </a:cubicBezTo>
                  <a:cubicBezTo>
                    <a:pt x="170" y="373"/>
                    <a:pt x="184" y="376"/>
                    <a:pt x="198" y="376"/>
                  </a:cubicBezTo>
                  <a:cubicBezTo>
                    <a:pt x="271" y="376"/>
                    <a:pt x="280" y="291"/>
                    <a:pt x="280" y="189"/>
                  </a:cubicBezTo>
                  <a:cubicBezTo>
                    <a:pt x="280" y="85"/>
                    <a:pt x="263" y="0"/>
                    <a:pt x="190" y="0"/>
                  </a:cubicBezTo>
                  <a:close/>
                </a:path>
              </a:pathLst>
            </a:custGeom>
            <a:solidFill>
              <a:srgbClr val="D8D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6" name="Freeform 2157">
              <a:extLst>
                <a:ext uri="{FF2B5EF4-FFF2-40B4-BE49-F238E27FC236}">
                  <a16:creationId xmlns:a16="http://schemas.microsoft.com/office/drawing/2014/main" id="{55C659A8-EC6E-4BEB-8516-8D039668A131}"/>
                </a:ext>
              </a:extLst>
            </p:cNvPr>
            <p:cNvSpPr>
              <a:spLocks/>
            </p:cNvSpPr>
            <p:nvPr/>
          </p:nvSpPr>
          <p:spPr bwMode="gray">
            <a:xfrm>
              <a:off x="4131983" y="4504014"/>
              <a:ext cx="341138" cy="401509"/>
            </a:xfrm>
            <a:custGeom>
              <a:avLst/>
              <a:gdLst>
                <a:gd name="T0" fmla="*/ 301 w 345"/>
                <a:gd name="T1" fmla="*/ 386 h 406"/>
                <a:gd name="T2" fmla="*/ 267 w 345"/>
                <a:gd name="T3" fmla="*/ 406 h 406"/>
                <a:gd name="T4" fmla="*/ 197 w 345"/>
                <a:gd name="T5" fmla="*/ 394 h 406"/>
                <a:gd name="T6" fmla="*/ 178 w 345"/>
                <a:gd name="T7" fmla="*/ 280 h 406"/>
                <a:gd name="T8" fmla="*/ 132 w 345"/>
                <a:gd name="T9" fmla="*/ 168 h 406"/>
                <a:gd name="T10" fmla="*/ 101 w 345"/>
                <a:gd name="T11" fmla="*/ 300 h 406"/>
                <a:gd name="T12" fmla="*/ 71 w 345"/>
                <a:gd name="T13" fmla="*/ 377 h 406"/>
                <a:gd name="T14" fmla="*/ 0 w 345"/>
                <a:gd name="T15" fmla="*/ 157 h 406"/>
                <a:gd name="T16" fmla="*/ 84 w 345"/>
                <a:gd name="T17" fmla="*/ 6 h 406"/>
                <a:gd name="T18" fmla="*/ 257 w 345"/>
                <a:gd name="T19" fmla="*/ 0 h 406"/>
                <a:gd name="T20" fmla="*/ 335 w 345"/>
                <a:gd name="T21" fmla="*/ 47 h 406"/>
                <a:gd name="T22" fmla="*/ 345 w 345"/>
                <a:gd name="T23" fmla="*/ 74 h 406"/>
                <a:gd name="T24" fmla="*/ 331 w 345"/>
                <a:gd name="T25" fmla="*/ 105 h 406"/>
                <a:gd name="T26" fmla="*/ 249 w 345"/>
                <a:gd name="T27" fmla="*/ 62 h 406"/>
                <a:gd name="T28" fmla="*/ 214 w 345"/>
                <a:gd name="T29" fmla="*/ 159 h 406"/>
                <a:gd name="T30" fmla="*/ 218 w 345"/>
                <a:gd name="T31" fmla="*/ 313 h 406"/>
                <a:gd name="T32" fmla="*/ 319 w 345"/>
                <a:gd name="T33" fmla="*/ 355 h 406"/>
                <a:gd name="T34" fmla="*/ 317 w 345"/>
                <a:gd name="T35" fmla="*/ 371 h 406"/>
                <a:gd name="T36" fmla="*/ 301 w 345"/>
                <a:gd name="T37" fmla="*/ 386 h 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45" h="406">
                  <a:moveTo>
                    <a:pt x="301" y="386"/>
                  </a:moveTo>
                  <a:cubicBezTo>
                    <a:pt x="267" y="406"/>
                    <a:pt x="267" y="406"/>
                    <a:pt x="267" y="406"/>
                  </a:cubicBezTo>
                  <a:cubicBezTo>
                    <a:pt x="197" y="394"/>
                    <a:pt x="197" y="394"/>
                    <a:pt x="197" y="394"/>
                  </a:cubicBezTo>
                  <a:cubicBezTo>
                    <a:pt x="178" y="280"/>
                    <a:pt x="178" y="280"/>
                    <a:pt x="178" y="280"/>
                  </a:cubicBezTo>
                  <a:cubicBezTo>
                    <a:pt x="132" y="168"/>
                    <a:pt x="132" y="168"/>
                    <a:pt x="132" y="168"/>
                  </a:cubicBezTo>
                  <a:cubicBezTo>
                    <a:pt x="101" y="300"/>
                    <a:pt x="101" y="300"/>
                    <a:pt x="101" y="300"/>
                  </a:cubicBezTo>
                  <a:cubicBezTo>
                    <a:pt x="71" y="377"/>
                    <a:pt x="71" y="377"/>
                    <a:pt x="71" y="377"/>
                  </a:cubicBezTo>
                  <a:cubicBezTo>
                    <a:pt x="0" y="157"/>
                    <a:pt x="0" y="157"/>
                    <a:pt x="0" y="157"/>
                  </a:cubicBezTo>
                  <a:cubicBezTo>
                    <a:pt x="84" y="6"/>
                    <a:pt x="84" y="6"/>
                    <a:pt x="84" y="6"/>
                  </a:cubicBezTo>
                  <a:cubicBezTo>
                    <a:pt x="257" y="0"/>
                    <a:pt x="257" y="0"/>
                    <a:pt x="257" y="0"/>
                  </a:cubicBezTo>
                  <a:cubicBezTo>
                    <a:pt x="335" y="47"/>
                    <a:pt x="335" y="47"/>
                    <a:pt x="335" y="47"/>
                  </a:cubicBezTo>
                  <a:cubicBezTo>
                    <a:pt x="339" y="57"/>
                    <a:pt x="341" y="64"/>
                    <a:pt x="345" y="74"/>
                  </a:cubicBezTo>
                  <a:cubicBezTo>
                    <a:pt x="331" y="105"/>
                    <a:pt x="331" y="105"/>
                    <a:pt x="331" y="105"/>
                  </a:cubicBezTo>
                  <a:cubicBezTo>
                    <a:pt x="249" y="62"/>
                    <a:pt x="249" y="62"/>
                    <a:pt x="249" y="62"/>
                  </a:cubicBezTo>
                  <a:cubicBezTo>
                    <a:pt x="214" y="159"/>
                    <a:pt x="214" y="159"/>
                    <a:pt x="214" y="159"/>
                  </a:cubicBezTo>
                  <a:cubicBezTo>
                    <a:pt x="218" y="313"/>
                    <a:pt x="218" y="313"/>
                    <a:pt x="218" y="313"/>
                  </a:cubicBezTo>
                  <a:cubicBezTo>
                    <a:pt x="319" y="355"/>
                    <a:pt x="319" y="355"/>
                    <a:pt x="319" y="355"/>
                  </a:cubicBezTo>
                  <a:cubicBezTo>
                    <a:pt x="317" y="371"/>
                    <a:pt x="317" y="371"/>
                    <a:pt x="317" y="371"/>
                  </a:cubicBezTo>
                  <a:lnTo>
                    <a:pt x="301" y="386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7" name="Freeform 2158">
              <a:extLst>
                <a:ext uri="{FF2B5EF4-FFF2-40B4-BE49-F238E27FC236}">
                  <a16:creationId xmlns:a16="http://schemas.microsoft.com/office/drawing/2014/main" id="{1976D560-C909-4A47-A413-A5D55542CC18}"/>
                </a:ext>
              </a:extLst>
            </p:cNvPr>
            <p:cNvSpPr>
              <a:spLocks/>
            </p:cNvSpPr>
            <p:nvPr/>
          </p:nvSpPr>
          <p:spPr bwMode="gray">
            <a:xfrm>
              <a:off x="4102328" y="4893661"/>
              <a:ext cx="328248" cy="665547"/>
            </a:xfrm>
            <a:custGeom>
              <a:avLst/>
              <a:gdLst>
                <a:gd name="T0" fmla="*/ 6807 w 9575"/>
                <a:gd name="T1" fmla="*/ 1558 h 19414"/>
                <a:gd name="T2" fmla="*/ 2711 w 9575"/>
                <a:gd name="T3" fmla="*/ 0 h 19414"/>
                <a:gd name="T4" fmla="*/ 0 w 9575"/>
                <a:gd name="T5" fmla="*/ 4212 h 19414"/>
                <a:gd name="T6" fmla="*/ 605 w 9575"/>
                <a:gd name="T7" fmla="*/ 14250 h 19414"/>
                <a:gd name="T8" fmla="*/ 317 w 9575"/>
                <a:gd name="T9" fmla="*/ 17856 h 19414"/>
                <a:gd name="T10" fmla="*/ 317 w 9575"/>
                <a:gd name="T11" fmla="*/ 19414 h 19414"/>
                <a:gd name="T12" fmla="*/ 9547 w 9575"/>
                <a:gd name="T13" fmla="*/ 18779 h 19414"/>
                <a:gd name="T14" fmla="*/ 9575 w 9575"/>
                <a:gd name="T15" fmla="*/ 5827 h 19414"/>
                <a:gd name="T16" fmla="*/ 6807 w 9575"/>
                <a:gd name="T17" fmla="*/ 1558 h 19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75" h="19414">
                  <a:moveTo>
                    <a:pt x="6807" y="1558"/>
                  </a:moveTo>
                  <a:lnTo>
                    <a:pt x="2711" y="0"/>
                  </a:lnTo>
                  <a:lnTo>
                    <a:pt x="0" y="4212"/>
                  </a:lnTo>
                  <a:lnTo>
                    <a:pt x="605" y="14250"/>
                  </a:lnTo>
                  <a:lnTo>
                    <a:pt x="317" y="17856"/>
                  </a:lnTo>
                  <a:lnTo>
                    <a:pt x="317" y="19414"/>
                  </a:lnTo>
                  <a:lnTo>
                    <a:pt x="9547" y="18779"/>
                  </a:lnTo>
                  <a:lnTo>
                    <a:pt x="9575" y="5827"/>
                  </a:lnTo>
                  <a:lnTo>
                    <a:pt x="6807" y="1558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8" name="Freeform 2159">
              <a:extLst>
                <a:ext uri="{FF2B5EF4-FFF2-40B4-BE49-F238E27FC236}">
                  <a16:creationId xmlns:a16="http://schemas.microsoft.com/office/drawing/2014/main" id="{EC52A59F-6641-48BB-823E-D5460CA70CE8}"/>
                </a:ext>
              </a:extLst>
            </p:cNvPr>
            <p:cNvSpPr>
              <a:spLocks/>
            </p:cNvSpPr>
            <p:nvPr/>
          </p:nvSpPr>
          <p:spPr bwMode="gray">
            <a:xfrm>
              <a:off x="4510693" y="5741176"/>
              <a:ext cx="195784" cy="602263"/>
            </a:xfrm>
            <a:custGeom>
              <a:avLst/>
              <a:gdLst>
                <a:gd name="T0" fmla="*/ 5711 w 5711"/>
                <a:gd name="T1" fmla="*/ 375 h 17568"/>
                <a:gd name="T2" fmla="*/ 4643 w 5711"/>
                <a:gd name="T3" fmla="*/ 17280 h 17568"/>
                <a:gd name="T4" fmla="*/ 865 w 5711"/>
                <a:gd name="T5" fmla="*/ 17568 h 17568"/>
                <a:gd name="T6" fmla="*/ 634 w 5711"/>
                <a:gd name="T7" fmla="*/ 2221 h 17568"/>
                <a:gd name="T8" fmla="*/ 0 w 5711"/>
                <a:gd name="T9" fmla="*/ 0 h 17568"/>
                <a:gd name="T10" fmla="*/ 5711 w 5711"/>
                <a:gd name="T11" fmla="*/ 375 h 17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11" h="17568">
                  <a:moveTo>
                    <a:pt x="5711" y="375"/>
                  </a:moveTo>
                  <a:lnTo>
                    <a:pt x="4643" y="17280"/>
                  </a:lnTo>
                  <a:lnTo>
                    <a:pt x="865" y="17568"/>
                  </a:lnTo>
                  <a:lnTo>
                    <a:pt x="634" y="2221"/>
                  </a:lnTo>
                  <a:lnTo>
                    <a:pt x="0" y="0"/>
                  </a:lnTo>
                  <a:lnTo>
                    <a:pt x="5711" y="375"/>
                  </a:lnTo>
                  <a:close/>
                </a:path>
              </a:pathLst>
            </a:custGeom>
            <a:solidFill>
              <a:srgbClr val="239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49" name="Freeform 2160">
              <a:extLst>
                <a:ext uri="{FF2B5EF4-FFF2-40B4-BE49-F238E27FC236}">
                  <a16:creationId xmlns:a16="http://schemas.microsoft.com/office/drawing/2014/main" id="{6E84060C-CD35-4832-B6CD-2FF875C00DB6}"/>
                </a:ext>
              </a:extLst>
            </p:cNvPr>
            <p:cNvSpPr>
              <a:spLocks/>
            </p:cNvSpPr>
            <p:nvPr/>
          </p:nvSpPr>
          <p:spPr bwMode="gray">
            <a:xfrm>
              <a:off x="4534418" y="6259381"/>
              <a:ext cx="212582" cy="83065"/>
            </a:xfrm>
            <a:custGeom>
              <a:avLst/>
              <a:gdLst>
                <a:gd name="T0" fmla="*/ 107 w 215"/>
                <a:gd name="T1" fmla="*/ 0 h 84"/>
                <a:gd name="T2" fmla="*/ 5 w 215"/>
                <a:gd name="T3" fmla="*/ 0 h 84"/>
                <a:gd name="T4" fmla="*/ 0 w 215"/>
                <a:gd name="T5" fmla="*/ 84 h 84"/>
                <a:gd name="T6" fmla="*/ 107 w 215"/>
                <a:gd name="T7" fmla="*/ 84 h 84"/>
                <a:gd name="T8" fmla="*/ 215 w 215"/>
                <a:gd name="T9" fmla="*/ 84 h 84"/>
                <a:gd name="T10" fmla="*/ 171 w 215"/>
                <a:gd name="T11" fmla="*/ 0 h 84"/>
                <a:gd name="T12" fmla="*/ 107 w 215"/>
                <a:gd name="T13" fmla="*/ 0 h 84"/>
                <a:gd name="T14" fmla="*/ 107 w 215"/>
                <a:gd name="T1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5" h="84">
                  <a:moveTo>
                    <a:pt x="107" y="0"/>
                  </a:moveTo>
                  <a:cubicBezTo>
                    <a:pt x="6" y="0"/>
                    <a:pt x="5" y="0"/>
                    <a:pt x="5" y="0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107" y="84"/>
                    <a:pt x="107" y="84"/>
                    <a:pt x="107" y="84"/>
                  </a:cubicBezTo>
                  <a:cubicBezTo>
                    <a:pt x="215" y="84"/>
                    <a:pt x="215" y="84"/>
                    <a:pt x="215" y="84"/>
                  </a:cubicBezTo>
                  <a:cubicBezTo>
                    <a:pt x="171" y="0"/>
                    <a:pt x="171" y="0"/>
                    <a:pt x="171" y="0"/>
                  </a:cubicBezTo>
                  <a:cubicBezTo>
                    <a:pt x="107" y="0"/>
                    <a:pt x="107" y="0"/>
                    <a:pt x="107" y="0"/>
                  </a:cubicBezTo>
                  <a:cubicBezTo>
                    <a:pt x="107" y="0"/>
                    <a:pt x="107" y="0"/>
                    <a:pt x="107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0" name="Freeform 2161">
              <a:extLst>
                <a:ext uri="{FF2B5EF4-FFF2-40B4-BE49-F238E27FC236}">
                  <a16:creationId xmlns:a16="http://schemas.microsoft.com/office/drawing/2014/main" id="{97DB4D6C-0601-46F7-B51A-439B09A71041}"/>
                </a:ext>
              </a:extLst>
            </p:cNvPr>
            <p:cNvSpPr>
              <a:spLocks/>
            </p:cNvSpPr>
            <p:nvPr/>
          </p:nvSpPr>
          <p:spPr bwMode="gray">
            <a:xfrm>
              <a:off x="4075623" y="5767882"/>
              <a:ext cx="434077" cy="62290"/>
            </a:xfrm>
            <a:custGeom>
              <a:avLst/>
              <a:gdLst>
                <a:gd name="T0" fmla="*/ 393 w 439"/>
                <a:gd name="T1" fmla="*/ 0 h 63"/>
                <a:gd name="T2" fmla="*/ 45 w 439"/>
                <a:gd name="T3" fmla="*/ 0 h 63"/>
                <a:gd name="T4" fmla="*/ 0 w 439"/>
                <a:gd name="T5" fmla="*/ 63 h 63"/>
                <a:gd name="T6" fmla="*/ 439 w 439"/>
                <a:gd name="T7" fmla="*/ 63 h 63"/>
                <a:gd name="T8" fmla="*/ 393 w 439"/>
                <a:gd name="T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9" h="63">
                  <a:moveTo>
                    <a:pt x="393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8"/>
                    <a:pt x="0" y="63"/>
                  </a:cubicBezTo>
                  <a:cubicBezTo>
                    <a:pt x="439" y="63"/>
                    <a:pt x="439" y="63"/>
                    <a:pt x="439" y="63"/>
                  </a:cubicBezTo>
                  <a:cubicBezTo>
                    <a:pt x="439" y="28"/>
                    <a:pt x="418" y="0"/>
                    <a:pt x="393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1" name="Freeform 2162">
              <a:extLst>
                <a:ext uri="{FF2B5EF4-FFF2-40B4-BE49-F238E27FC236}">
                  <a16:creationId xmlns:a16="http://schemas.microsoft.com/office/drawing/2014/main" id="{A3FE772F-22AA-47E3-AAB9-9AC0476B3A54}"/>
                </a:ext>
              </a:extLst>
            </p:cNvPr>
            <p:cNvSpPr>
              <a:spLocks/>
            </p:cNvSpPr>
            <p:nvPr/>
          </p:nvSpPr>
          <p:spPr bwMode="gray">
            <a:xfrm>
              <a:off x="4075623" y="5825235"/>
              <a:ext cx="434077" cy="42510"/>
            </a:xfrm>
            <a:custGeom>
              <a:avLst/>
              <a:gdLst>
                <a:gd name="T0" fmla="*/ 0 w 12662"/>
                <a:gd name="T1" fmla="*/ 0 h 1240"/>
                <a:gd name="T2" fmla="*/ 12662 w 12662"/>
                <a:gd name="T3" fmla="*/ 0 h 1240"/>
                <a:gd name="T4" fmla="*/ 12662 w 12662"/>
                <a:gd name="T5" fmla="*/ 1240 h 1240"/>
                <a:gd name="T6" fmla="*/ 0 w 12662"/>
                <a:gd name="T7" fmla="*/ 1240 h 1240"/>
                <a:gd name="T8" fmla="*/ 0 w 12662"/>
                <a:gd name="T9" fmla="*/ 0 h 1240"/>
                <a:gd name="T10" fmla="*/ 0 w 12662"/>
                <a:gd name="T11" fmla="*/ 0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62" h="1240">
                  <a:moveTo>
                    <a:pt x="0" y="0"/>
                  </a:moveTo>
                  <a:lnTo>
                    <a:pt x="12662" y="0"/>
                  </a:lnTo>
                  <a:lnTo>
                    <a:pt x="12662" y="1240"/>
                  </a:lnTo>
                  <a:lnTo>
                    <a:pt x="0" y="124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2" name="Freeform 2163">
              <a:extLst>
                <a:ext uri="{FF2B5EF4-FFF2-40B4-BE49-F238E27FC236}">
                  <a16:creationId xmlns:a16="http://schemas.microsoft.com/office/drawing/2014/main" id="{D8CCFDD3-1BC1-4A92-9887-A2A9ACA3E32A}"/>
                </a:ext>
              </a:extLst>
            </p:cNvPr>
            <p:cNvSpPr>
              <a:spLocks/>
            </p:cNvSpPr>
            <p:nvPr/>
          </p:nvSpPr>
          <p:spPr bwMode="gray">
            <a:xfrm>
              <a:off x="4067704" y="6115979"/>
              <a:ext cx="420226" cy="22763"/>
            </a:xfrm>
            <a:custGeom>
              <a:avLst/>
              <a:gdLst>
                <a:gd name="T0" fmla="*/ 0 w 12258"/>
                <a:gd name="T1" fmla="*/ 0 h 664"/>
                <a:gd name="T2" fmla="*/ 12258 w 12258"/>
                <a:gd name="T3" fmla="*/ 0 h 664"/>
                <a:gd name="T4" fmla="*/ 12258 w 12258"/>
                <a:gd name="T5" fmla="*/ 664 h 664"/>
                <a:gd name="T6" fmla="*/ 0 w 12258"/>
                <a:gd name="T7" fmla="*/ 664 h 664"/>
                <a:gd name="T8" fmla="*/ 0 w 12258"/>
                <a:gd name="T9" fmla="*/ 0 h 664"/>
                <a:gd name="T10" fmla="*/ 0 w 12258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58" h="664">
                  <a:moveTo>
                    <a:pt x="0" y="0"/>
                  </a:moveTo>
                  <a:lnTo>
                    <a:pt x="12258" y="0"/>
                  </a:lnTo>
                  <a:lnTo>
                    <a:pt x="12258" y="664"/>
                  </a:lnTo>
                  <a:lnTo>
                    <a:pt x="0" y="66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3" name="Freeform 2164">
              <a:extLst>
                <a:ext uri="{FF2B5EF4-FFF2-40B4-BE49-F238E27FC236}">
                  <a16:creationId xmlns:a16="http://schemas.microsoft.com/office/drawing/2014/main" id="{D3857EAA-9333-428F-B05C-6372718FF6F9}"/>
                </a:ext>
              </a:extLst>
            </p:cNvPr>
            <p:cNvSpPr>
              <a:spLocks/>
            </p:cNvSpPr>
            <p:nvPr/>
          </p:nvSpPr>
          <p:spPr bwMode="gray">
            <a:xfrm>
              <a:off x="4048917" y="5456363"/>
              <a:ext cx="53411" cy="883134"/>
            </a:xfrm>
            <a:custGeom>
              <a:avLst/>
              <a:gdLst>
                <a:gd name="T0" fmla="*/ 0 w 1558"/>
                <a:gd name="T1" fmla="*/ 0 h 25761"/>
                <a:gd name="T2" fmla="*/ 1558 w 1558"/>
                <a:gd name="T3" fmla="*/ 0 h 25761"/>
                <a:gd name="T4" fmla="*/ 1558 w 1558"/>
                <a:gd name="T5" fmla="*/ 25761 h 25761"/>
                <a:gd name="T6" fmla="*/ 0 w 1558"/>
                <a:gd name="T7" fmla="*/ 25761 h 25761"/>
                <a:gd name="T8" fmla="*/ 0 w 1558"/>
                <a:gd name="T9" fmla="*/ 0 h 25761"/>
                <a:gd name="T10" fmla="*/ 0 w 1558"/>
                <a:gd name="T11" fmla="*/ 0 h 25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58" h="25761">
                  <a:moveTo>
                    <a:pt x="0" y="0"/>
                  </a:moveTo>
                  <a:lnTo>
                    <a:pt x="1558" y="0"/>
                  </a:lnTo>
                  <a:lnTo>
                    <a:pt x="1558" y="25761"/>
                  </a:lnTo>
                  <a:lnTo>
                    <a:pt x="0" y="2576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4" name="Freeform 2165">
              <a:extLst>
                <a:ext uri="{FF2B5EF4-FFF2-40B4-BE49-F238E27FC236}">
                  <a16:creationId xmlns:a16="http://schemas.microsoft.com/office/drawing/2014/main" id="{3D8E475A-6B4A-451E-8BE3-3F0595C70D7B}"/>
                </a:ext>
              </a:extLst>
            </p:cNvPr>
            <p:cNvSpPr>
              <a:spLocks/>
            </p:cNvSpPr>
            <p:nvPr/>
          </p:nvSpPr>
          <p:spPr bwMode="gray">
            <a:xfrm>
              <a:off x="4465201" y="5825235"/>
              <a:ext cx="45491" cy="517210"/>
            </a:xfrm>
            <a:custGeom>
              <a:avLst/>
              <a:gdLst>
                <a:gd name="T0" fmla="*/ 0 w 1327"/>
                <a:gd name="T1" fmla="*/ 0 h 15087"/>
                <a:gd name="T2" fmla="*/ 1327 w 1327"/>
                <a:gd name="T3" fmla="*/ 0 h 15087"/>
                <a:gd name="T4" fmla="*/ 1327 w 1327"/>
                <a:gd name="T5" fmla="*/ 15087 h 15087"/>
                <a:gd name="T6" fmla="*/ 0 w 1327"/>
                <a:gd name="T7" fmla="*/ 15087 h 15087"/>
                <a:gd name="T8" fmla="*/ 0 w 1327"/>
                <a:gd name="T9" fmla="*/ 0 h 15087"/>
                <a:gd name="T10" fmla="*/ 0 w 1327"/>
                <a:gd name="T11" fmla="*/ 0 h 150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27" h="15087">
                  <a:moveTo>
                    <a:pt x="0" y="0"/>
                  </a:moveTo>
                  <a:lnTo>
                    <a:pt x="1327" y="0"/>
                  </a:lnTo>
                  <a:lnTo>
                    <a:pt x="1327" y="15087"/>
                  </a:lnTo>
                  <a:lnTo>
                    <a:pt x="0" y="1508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5" name="Freeform 2166">
              <a:extLst>
                <a:ext uri="{FF2B5EF4-FFF2-40B4-BE49-F238E27FC236}">
                  <a16:creationId xmlns:a16="http://schemas.microsoft.com/office/drawing/2014/main" id="{0B9F3F04-83E6-42FE-8A71-95924955AA87}"/>
                </a:ext>
              </a:extLst>
            </p:cNvPr>
            <p:cNvSpPr>
              <a:spLocks/>
            </p:cNvSpPr>
            <p:nvPr/>
          </p:nvSpPr>
          <p:spPr bwMode="gray">
            <a:xfrm>
              <a:off x="4048917" y="5221978"/>
              <a:ext cx="53411" cy="234385"/>
            </a:xfrm>
            <a:custGeom>
              <a:avLst/>
              <a:gdLst>
                <a:gd name="T0" fmla="*/ 40 w 54"/>
                <a:gd name="T1" fmla="*/ 0 h 237"/>
                <a:gd name="T2" fmla="*/ 14 w 54"/>
                <a:gd name="T3" fmla="*/ 0 h 237"/>
                <a:gd name="T4" fmla="*/ 0 w 54"/>
                <a:gd name="T5" fmla="*/ 134 h 237"/>
                <a:gd name="T6" fmla="*/ 0 w 54"/>
                <a:gd name="T7" fmla="*/ 237 h 237"/>
                <a:gd name="T8" fmla="*/ 54 w 54"/>
                <a:gd name="T9" fmla="*/ 237 h 237"/>
                <a:gd name="T10" fmla="*/ 54 w 54"/>
                <a:gd name="T11" fmla="*/ 134 h 237"/>
                <a:gd name="T12" fmla="*/ 40 w 54"/>
                <a:gd name="T13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" h="237">
                  <a:moveTo>
                    <a:pt x="40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0"/>
                    <a:pt x="0" y="134"/>
                  </a:cubicBezTo>
                  <a:cubicBezTo>
                    <a:pt x="0" y="237"/>
                    <a:pt x="0" y="237"/>
                    <a:pt x="0" y="237"/>
                  </a:cubicBezTo>
                  <a:cubicBezTo>
                    <a:pt x="54" y="237"/>
                    <a:pt x="54" y="237"/>
                    <a:pt x="54" y="237"/>
                  </a:cubicBezTo>
                  <a:cubicBezTo>
                    <a:pt x="54" y="134"/>
                    <a:pt x="54" y="134"/>
                    <a:pt x="54" y="134"/>
                  </a:cubicBezTo>
                  <a:cubicBezTo>
                    <a:pt x="54" y="60"/>
                    <a:pt x="48" y="0"/>
                    <a:pt x="40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6" name="Freeform 2167">
              <a:extLst>
                <a:ext uri="{FF2B5EF4-FFF2-40B4-BE49-F238E27FC236}">
                  <a16:creationId xmlns:a16="http://schemas.microsoft.com/office/drawing/2014/main" id="{98B5884C-A6D7-4FD7-93C8-9B11E4D3E5EE}"/>
                </a:ext>
              </a:extLst>
            </p:cNvPr>
            <p:cNvSpPr>
              <a:spLocks/>
            </p:cNvSpPr>
            <p:nvPr/>
          </p:nvSpPr>
          <p:spPr bwMode="gray">
            <a:xfrm>
              <a:off x="4216042" y="5551288"/>
              <a:ext cx="490436" cy="216593"/>
            </a:xfrm>
            <a:custGeom>
              <a:avLst/>
              <a:gdLst>
                <a:gd name="T0" fmla="*/ 14306 w 14306"/>
                <a:gd name="T1" fmla="*/ 6318 h 6318"/>
                <a:gd name="T2" fmla="*/ 0 w 14306"/>
                <a:gd name="T3" fmla="*/ 6318 h 6318"/>
                <a:gd name="T4" fmla="*/ 0 w 14306"/>
                <a:gd name="T5" fmla="*/ 0 h 6318"/>
                <a:gd name="T6" fmla="*/ 12344 w 14306"/>
                <a:gd name="T7" fmla="*/ 1472 h 6318"/>
                <a:gd name="T8" fmla="*/ 14306 w 14306"/>
                <a:gd name="T9" fmla="*/ 3375 h 6318"/>
                <a:gd name="T10" fmla="*/ 14306 w 14306"/>
                <a:gd name="T11" fmla="*/ 6318 h 6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306" h="6318">
                  <a:moveTo>
                    <a:pt x="14306" y="6318"/>
                  </a:moveTo>
                  <a:lnTo>
                    <a:pt x="0" y="6318"/>
                  </a:lnTo>
                  <a:lnTo>
                    <a:pt x="0" y="0"/>
                  </a:lnTo>
                  <a:lnTo>
                    <a:pt x="12344" y="1472"/>
                  </a:lnTo>
                  <a:lnTo>
                    <a:pt x="14306" y="3375"/>
                  </a:lnTo>
                  <a:lnTo>
                    <a:pt x="14306" y="6318"/>
                  </a:lnTo>
                  <a:close/>
                </a:path>
              </a:pathLst>
            </a:custGeom>
            <a:solidFill>
              <a:srgbClr val="239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7" name="Freeform 2168">
              <a:extLst>
                <a:ext uri="{FF2B5EF4-FFF2-40B4-BE49-F238E27FC236}">
                  <a16:creationId xmlns:a16="http://schemas.microsoft.com/office/drawing/2014/main" id="{D7137662-891F-4DCF-B30C-BFC5903DBAFB}"/>
                </a:ext>
              </a:extLst>
            </p:cNvPr>
            <p:cNvSpPr>
              <a:spLocks/>
            </p:cNvSpPr>
            <p:nvPr/>
          </p:nvSpPr>
          <p:spPr bwMode="gray">
            <a:xfrm>
              <a:off x="4113196" y="5575046"/>
              <a:ext cx="212582" cy="192836"/>
            </a:xfrm>
            <a:custGeom>
              <a:avLst/>
              <a:gdLst>
                <a:gd name="T0" fmla="*/ 44 w 215"/>
                <a:gd name="T1" fmla="*/ 195 h 195"/>
                <a:gd name="T2" fmla="*/ 192 w 215"/>
                <a:gd name="T3" fmla="*/ 195 h 195"/>
                <a:gd name="T4" fmla="*/ 215 w 215"/>
                <a:gd name="T5" fmla="*/ 172 h 195"/>
                <a:gd name="T6" fmla="*/ 215 w 215"/>
                <a:gd name="T7" fmla="*/ 23 h 195"/>
                <a:gd name="T8" fmla="*/ 192 w 215"/>
                <a:gd name="T9" fmla="*/ 0 h 195"/>
                <a:gd name="T10" fmla="*/ 23 w 215"/>
                <a:gd name="T11" fmla="*/ 0 h 195"/>
                <a:gd name="T12" fmla="*/ 0 w 215"/>
                <a:gd name="T13" fmla="*/ 23 h 195"/>
                <a:gd name="T14" fmla="*/ 0 w 215"/>
                <a:gd name="T15" fmla="*/ 152 h 195"/>
                <a:gd name="T16" fmla="*/ 44 w 215"/>
                <a:gd name="T1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5" h="195">
                  <a:moveTo>
                    <a:pt x="44" y="195"/>
                  </a:moveTo>
                  <a:cubicBezTo>
                    <a:pt x="192" y="195"/>
                    <a:pt x="192" y="195"/>
                    <a:pt x="192" y="195"/>
                  </a:cubicBezTo>
                  <a:cubicBezTo>
                    <a:pt x="205" y="195"/>
                    <a:pt x="215" y="185"/>
                    <a:pt x="215" y="172"/>
                  </a:cubicBezTo>
                  <a:cubicBezTo>
                    <a:pt x="215" y="23"/>
                    <a:pt x="215" y="23"/>
                    <a:pt x="215" y="23"/>
                  </a:cubicBezTo>
                  <a:cubicBezTo>
                    <a:pt x="215" y="11"/>
                    <a:pt x="205" y="0"/>
                    <a:pt x="192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1"/>
                    <a:pt x="0" y="23"/>
                  </a:cubicBezTo>
                  <a:cubicBezTo>
                    <a:pt x="0" y="152"/>
                    <a:pt x="0" y="152"/>
                    <a:pt x="0" y="152"/>
                  </a:cubicBezTo>
                  <a:cubicBezTo>
                    <a:pt x="17" y="169"/>
                    <a:pt x="27" y="178"/>
                    <a:pt x="44" y="195"/>
                  </a:cubicBezTo>
                  <a:close/>
                </a:path>
              </a:pathLst>
            </a:custGeom>
            <a:solidFill>
              <a:srgbClr val="2391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8" name="Freeform 2169">
              <a:extLst>
                <a:ext uri="{FF2B5EF4-FFF2-40B4-BE49-F238E27FC236}">
                  <a16:creationId xmlns:a16="http://schemas.microsoft.com/office/drawing/2014/main" id="{44EA5883-21F5-4D03-8AC4-FDA9543179CC}"/>
                </a:ext>
              </a:extLst>
            </p:cNvPr>
            <p:cNvSpPr>
              <a:spLocks/>
            </p:cNvSpPr>
            <p:nvPr/>
          </p:nvSpPr>
          <p:spPr bwMode="gray">
            <a:xfrm>
              <a:off x="4113196" y="5511728"/>
              <a:ext cx="316421" cy="90025"/>
            </a:xfrm>
            <a:custGeom>
              <a:avLst/>
              <a:gdLst>
                <a:gd name="T0" fmla="*/ 7672 w 9230"/>
                <a:gd name="T1" fmla="*/ 2135 h 2626"/>
                <a:gd name="T2" fmla="*/ 0 w 9230"/>
                <a:gd name="T3" fmla="*/ 2626 h 2626"/>
                <a:gd name="T4" fmla="*/ 0 w 9230"/>
                <a:gd name="T5" fmla="*/ 0 h 2626"/>
                <a:gd name="T6" fmla="*/ 9230 w 9230"/>
                <a:gd name="T7" fmla="*/ 750 h 2626"/>
                <a:gd name="T8" fmla="*/ 9114 w 9230"/>
                <a:gd name="T9" fmla="*/ 1876 h 2626"/>
                <a:gd name="T10" fmla="*/ 7672 w 9230"/>
                <a:gd name="T11" fmla="*/ 2135 h 2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30" h="2626">
                  <a:moveTo>
                    <a:pt x="7672" y="2135"/>
                  </a:moveTo>
                  <a:lnTo>
                    <a:pt x="0" y="2626"/>
                  </a:lnTo>
                  <a:lnTo>
                    <a:pt x="0" y="0"/>
                  </a:lnTo>
                  <a:lnTo>
                    <a:pt x="9230" y="750"/>
                  </a:lnTo>
                  <a:lnTo>
                    <a:pt x="9114" y="1876"/>
                  </a:lnTo>
                  <a:lnTo>
                    <a:pt x="7672" y="2135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59" name="Freeform 2170">
              <a:extLst>
                <a:ext uri="{FF2B5EF4-FFF2-40B4-BE49-F238E27FC236}">
                  <a16:creationId xmlns:a16="http://schemas.microsoft.com/office/drawing/2014/main" id="{6438311A-F9AB-48E0-B3D7-C530C4D1D868}"/>
                </a:ext>
              </a:extLst>
            </p:cNvPr>
            <p:cNvSpPr>
              <a:spLocks/>
            </p:cNvSpPr>
            <p:nvPr/>
          </p:nvSpPr>
          <p:spPr bwMode="gray">
            <a:xfrm>
              <a:off x="4290192" y="5088485"/>
              <a:ext cx="252143" cy="398526"/>
            </a:xfrm>
            <a:custGeom>
              <a:avLst/>
              <a:gdLst>
                <a:gd name="T0" fmla="*/ 5768 w 7355"/>
                <a:gd name="T1" fmla="*/ 11625 h 11625"/>
                <a:gd name="T2" fmla="*/ 0 w 7355"/>
                <a:gd name="T3" fmla="*/ 4875 h 11625"/>
                <a:gd name="T4" fmla="*/ 1730 w 7355"/>
                <a:gd name="T5" fmla="*/ 0 h 11625"/>
                <a:gd name="T6" fmla="*/ 7355 w 7355"/>
                <a:gd name="T7" fmla="*/ 9173 h 11625"/>
                <a:gd name="T8" fmla="*/ 5768 w 7355"/>
                <a:gd name="T9" fmla="*/ 11625 h 11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55" h="11625">
                  <a:moveTo>
                    <a:pt x="5768" y="11625"/>
                  </a:moveTo>
                  <a:lnTo>
                    <a:pt x="0" y="4875"/>
                  </a:lnTo>
                  <a:lnTo>
                    <a:pt x="1730" y="0"/>
                  </a:lnTo>
                  <a:lnTo>
                    <a:pt x="7355" y="9173"/>
                  </a:lnTo>
                  <a:lnTo>
                    <a:pt x="5768" y="11625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0" name="Freeform 2171">
              <a:extLst>
                <a:ext uri="{FF2B5EF4-FFF2-40B4-BE49-F238E27FC236}">
                  <a16:creationId xmlns:a16="http://schemas.microsoft.com/office/drawing/2014/main" id="{7977A123-9258-407A-B1E1-5A2CBA20C9CE}"/>
                </a:ext>
              </a:extLst>
            </p:cNvPr>
            <p:cNvSpPr>
              <a:spLocks/>
            </p:cNvSpPr>
            <p:nvPr/>
          </p:nvSpPr>
          <p:spPr bwMode="gray">
            <a:xfrm>
              <a:off x="4480045" y="5399009"/>
              <a:ext cx="183887" cy="88001"/>
            </a:xfrm>
            <a:custGeom>
              <a:avLst/>
              <a:gdLst>
                <a:gd name="T0" fmla="*/ 5364 w 5364"/>
                <a:gd name="T1" fmla="*/ 2336 h 2567"/>
                <a:gd name="T2" fmla="*/ 230 w 5364"/>
                <a:gd name="T3" fmla="*/ 2567 h 2567"/>
                <a:gd name="T4" fmla="*/ 0 w 5364"/>
                <a:gd name="T5" fmla="*/ 750 h 2567"/>
                <a:gd name="T6" fmla="*/ 1471 w 5364"/>
                <a:gd name="T7" fmla="*/ 0 h 2567"/>
                <a:gd name="T8" fmla="*/ 3951 w 5364"/>
                <a:gd name="T9" fmla="*/ 519 h 2567"/>
                <a:gd name="T10" fmla="*/ 5364 w 5364"/>
                <a:gd name="T11" fmla="*/ 2336 h 2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64" h="2567">
                  <a:moveTo>
                    <a:pt x="5364" y="2336"/>
                  </a:moveTo>
                  <a:lnTo>
                    <a:pt x="230" y="2567"/>
                  </a:lnTo>
                  <a:lnTo>
                    <a:pt x="0" y="750"/>
                  </a:lnTo>
                  <a:lnTo>
                    <a:pt x="1471" y="0"/>
                  </a:lnTo>
                  <a:lnTo>
                    <a:pt x="3951" y="519"/>
                  </a:lnTo>
                  <a:lnTo>
                    <a:pt x="5364" y="2336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1" name="Freeform 2172">
              <a:extLst>
                <a:ext uri="{FF2B5EF4-FFF2-40B4-BE49-F238E27FC236}">
                  <a16:creationId xmlns:a16="http://schemas.microsoft.com/office/drawing/2014/main" id="{77897A97-0083-4E8E-B03F-7EBF00DE43D8}"/>
                </a:ext>
              </a:extLst>
            </p:cNvPr>
            <p:cNvSpPr>
              <a:spLocks/>
            </p:cNvSpPr>
            <p:nvPr/>
          </p:nvSpPr>
          <p:spPr bwMode="gray">
            <a:xfrm>
              <a:off x="4165613" y="4980667"/>
              <a:ext cx="255091" cy="288790"/>
            </a:xfrm>
            <a:custGeom>
              <a:avLst/>
              <a:gdLst>
                <a:gd name="T0" fmla="*/ 258 w 258"/>
                <a:gd name="T1" fmla="*/ 205 h 292"/>
                <a:gd name="T2" fmla="*/ 122 w 258"/>
                <a:gd name="T3" fmla="*/ 292 h 292"/>
                <a:gd name="T4" fmla="*/ 0 w 258"/>
                <a:gd name="T5" fmla="*/ 100 h 292"/>
                <a:gd name="T6" fmla="*/ 14 w 258"/>
                <a:gd name="T7" fmla="*/ 38 h 292"/>
                <a:gd name="T8" fmla="*/ 74 w 258"/>
                <a:gd name="T9" fmla="*/ 0 h 292"/>
                <a:gd name="T10" fmla="*/ 136 w 258"/>
                <a:gd name="T11" fmla="*/ 13 h 292"/>
                <a:gd name="T12" fmla="*/ 258 w 258"/>
                <a:gd name="T13" fmla="*/ 205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8" h="292">
                  <a:moveTo>
                    <a:pt x="258" y="205"/>
                  </a:moveTo>
                  <a:cubicBezTo>
                    <a:pt x="122" y="292"/>
                    <a:pt x="122" y="292"/>
                    <a:pt x="122" y="292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00"/>
                    <a:pt x="8" y="62"/>
                    <a:pt x="14" y="38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98" y="5"/>
                    <a:pt x="136" y="13"/>
                    <a:pt x="136" y="13"/>
                  </a:cubicBezTo>
                  <a:lnTo>
                    <a:pt x="258" y="205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2" name="Freeform 2173">
              <a:extLst>
                <a:ext uri="{FF2B5EF4-FFF2-40B4-BE49-F238E27FC236}">
                  <a16:creationId xmlns:a16="http://schemas.microsoft.com/office/drawing/2014/main" id="{6D138101-3A21-4C41-BB98-D32854A0C7C3}"/>
                </a:ext>
              </a:extLst>
            </p:cNvPr>
            <p:cNvSpPr>
              <a:spLocks/>
            </p:cNvSpPr>
            <p:nvPr/>
          </p:nvSpPr>
          <p:spPr bwMode="gray">
            <a:xfrm>
              <a:off x="4598695" y="5399009"/>
              <a:ext cx="106788" cy="80083"/>
            </a:xfrm>
            <a:custGeom>
              <a:avLst/>
              <a:gdLst>
                <a:gd name="T0" fmla="*/ 108 w 108"/>
                <a:gd name="T1" fmla="*/ 48 h 81"/>
                <a:gd name="T2" fmla="*/ 65 w 108"/>
                <a:gd name="T3" fmla="*/ 81 h 81"/>
                <a:gd name="T4" fmla="*/ 0 w 108"/>
                <a:gd name="T5" fmla="*/ 14 h 81"/>
                <a:gd name="T6" fmla="*/ 13 w 108"/>
                <a:gd name="T7" fmla="*/ 0 h 81"/>
                <a:gd name="T8" fmla="*/ 61 w 108"/>
                <a:gd name="T9" fmla="*/ 0 h 81"/>
                <a:gd name="T10" fmla="*/ 108 w 108"/>
                <a:gd name="T11" fmla="*/ 4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" h="81">
                  <a:moveTo>
                    <a:pt x="108" y="48"/>
                  </a:moveTo>
                  <a:cubicBezTo>
                    <a:pt x="65" y="81"/>
                    <a:pt x="65" y="81"/>
                    <a:pt x="65" y="81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79" y="19"/>
                    <a:pt x="89" y="29"/>
                    <a:pt x="108" y="48"/>
                  </a:cubicBez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3" name="Freeform 2174">
              <a:extLst>
                <a:ext uri="{FF2B5EF4-FFF2-40B4-BE49-F238E27FC236}">
                  <a16:creationId xmlns:a16="http://schemas.microsoft.com/office/drawing/2014/main" id="{8E91FEE2-0C14-42CC-AB15-DAE4336A32F4}"/>
                </a:ext>
              </a:extLst>
            </p:cNvPr>
            <p:cNvSpPr>
              <a:spLocks/>
            </p:cNvSpPr>
            <p:nvPr/>
          </p:nvSpPr>
          <p:spPr bwMode="gray">
            <a:xfrm>
              <a:off x="9229172" y="5031130"/>
              <a:ext cx="325335" cy="447961"/>
            </a:xfrm>
            <a:custGeom>
              <a:avLst/>
              <a:gdLst>
                <a:gd name="T0" fmla="*/ 894 w 9490"/>
                <a:gd name="T1" fmla="*/ 13067 h 13067"/>
                <a:gd name="T2" fmla="*/ 9490 w 9490"/>
                <a:gd name="T3" fmla="*/ 1500 h 13067"/>
                <a:gd name="T4" fmla="*/ 7067 w 9490"/>
                <a:gd name="T5" fmla="*/ 0 h 13067"/>
                <a:gd name="T6" fmla="*/ 0 w 9490"/>
                <a:gd name="T7" fmla="*/ 11135 h 13067"/>
                <a:gd name="T8" fmla="*/ 894 w 9490"/>
                <a:gd name="T9" fmla="*/ 13067 h 13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90" h="13067">
                  <a:moveTo>
                    <a:pt x="894" y="13067"/>
                  </a:moveTo>
                  <a:lnTo>
                    <a:pt x="9490" y="1500"/>
                  </a:lnTo>
                  <a:lnTo>
                    <a:pt x="7067" y="0"/>
                  </a:lnTo>
                  <a:lnTo>
                    <a:pt x="0" y="11135"/>
                  </a:lnTo>
                  <a:lnTo>
                    <a:pt x="894" y="13067"/>
                  </a:ln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4" name="Freeform 2175">
              <a:extLst>
                <a:ext uri="{FF2B5EF4-FFF2-40B4-BE49-F238E27FC236}">
                  <a16:creationId xmlns:a16="http://schemas.microsoft.com/office/drawing/2014/main" id="{142A7632-CB90-49E2-83C2-6C8452E567C9}"/>
                </a:ext>
              </a:extLst>
            </p:cNvPr>
            <p:cNvSpPr>
              <a:spLocks/>
            </p:cNvSpPr>
            <p:nvPr/>
          </p:nvSpPr>
          <p:spPr bwMode="gray">
            <a:xfrm>
              <a:off x="9060087" y="5420743"/>
              <a:ext cx="265992" cy="66267"/>
            </a:xfrm>
            <a:custGeom>
              <a:avLst/>
              <a:gdLst>
                <a:gd name="T0" fmla="*/ 0 w 269"/>
                <a:gd name="T1" fmla="*/ 67 h 67"/>
                <a:gd name="T2" fmla="*/ 269 w 269"/>
                <a:gd name="T3" fmla="*/ 67 h 67"/>
                <a:gd name="T4" fmla="*/ 157 w 269"/>
                <a:gd name="T5" fmla="*/ 20 h 67"/>
                <a:gd name="T6" fmla="*/ 138 w 269"/>
                <a:gd name="T7" fmla="*/ 0 h 67"/>
                <a:gd name="T8" fmla="*/ 68 w 269"/>
                <a:gd name="T9" fmla="*/ 0 h 67"/>
                <a:gd name="T10" fmla="*/ 0 w 269"/>
                <a:gd name="T1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9" h="67">
                  <a:moveTo>
                    <a:pt x="0" y="67"/>
                  </a:moveTo>
                  <a:cubicBezTo>
                    <a:pt x="269" y="67"/>
                    <a:pt x="269" y="67"/>
                    <a:pt x="269" y="67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38" y="0"/>
                    <a:pt x="138" y="0"/>
                    <a:pt x="13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42" y="26"/>
                    <a:pt x="27" y="41"/>
                    <a:pt x="0" y="67"/>
                  </a:cubicBezTo>
                  <a:close/>
                </a:path>
              </a:pathLst>
            </a:custGeom>
            <a:solidFill>
              <a:srgbClr val="AAAA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5" name="Freeform 2176">
              <a:extLst>
                <a:ext uri="{FF2B5EF4-FFF2-40B4-BE49-F238E27FC236}">
                  <a16:creationId xmlns:a16="http://schemas.microsoft.com/office/drawing/2014/main" id="{051C18F9-864E-4ECE-8494-685A8E61EAA5}"/>
                </a:ext>
              </a:extLst>
            </p:cNvPr>
            <p:cNvSpPr>
              <a:spLocks/>
            </p:cNvSpPr>
            <p:nvPr/>
          </p:nvSpPr>
          <p:spPr bwMode="gray">
            <a:xfrm>
              <a:off x="9079867" y="5630412"/>
              <a:ext cx="434077" cy="656668"/>
            </a:xfrm>
            <a:custGeom>
              <a:avLst/>
              <a:gdLst>
                <a:gd name="T0" fmla="*/ 86 w 439"/>
                <a:gd name="T1" fmla="*/ 0 h 664"/>
                <a:gd name="T2" fmla="*/ 439 w 439"/>
                <a:gd name="T3" fmla="*/ 607 h 664"/>
                <a:gd name="T4" fmla="*/ 306 w 439"/>
                <a:gd name="T5" fmla="*/ 664 h 664"/>
                <a:gd name="T6" fmla="*/ 0 w 439"/>
                <a:gd name="T7" fmla="*/ 164 h 664"/>
                <a:gd name="T8" fmla="*/ 35 w 439"/>
                <a:gd name="T9" fmla="*/ 31 h 664"/>
                <a:gd name="T10" fmla="*/ 86 w 439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39" h="664">
                  <a:moveTo>
                    <a:pt x="86" y="0"/>
                  </a:moveTo>
                  <a:cubicBezTo>
                    <a:pt x="439" y="607"/>
                    <a:pt x="439" y="607"/>
                    <a:pt x="439" y="607"/>
                  </a:cubicBezTo>
                  <a:cubicBezTo>
                    <a:pt x="306" y="664"/>
                    <a:pt x="306" y="664"/>
                    <a:pt x="306" y="664"/>
                  </a:cubicBezTo>
                  <a:cubicBezTo>
                    <a:pt x="0" y="164"/>
                    <a:pt x="0" y="164"/>
                    <a:pt x="0" y="164"/>
                  </a:cubicBezTo>
                  <a:cubicBezTo>
                    <a:pt x="14" y="112"/>
                    <a:pt x="21" y="83"/>
                    <a:pt x="35" y="31"/>
                  </a:cubicBezTo>
                  <a:lnTo>
                    <a:pt x="86" y="0"/>
                  </a:lnTo>
                  <a:close/>
                </a:path>
              </a:pathLst>
            </a:custGeom>
            <a:solidFill>
              <a:srgbClr val="55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6" name="Freeform 2177">
              <a:extLst>
                <a:ext uri="{FF2B5EF4-FFF2-40B4-BE49-F238E27FC236}">
                  <a16:creationId xmlns:a16="http://schemas.microsoft.com/office/drawing/2014/main" id="{AA8641CF-4ED1-42CE-8ADC-4CE59BD1E592}"/>
                </a:ext>
              </a:extLst>
            </p:cNvPr>
            <p:cNvSpPr>
              <a:spLocks/>
            </p:cNvSpPr>
            <p:nvPr/>
          </p:nvSpPr>
          <p:spPr bwMode="gray">
            <a:xfrm>
              <a:off x="9330022" y="6157529"/>
              <a:ext cx="189853" cy="179979"/>
            </a:xfrm>
            <a:custGeom>
              <a:avLst/>
              <a:gdLst>
                <a:gd name="T0" fmla="*/ 56 w 192"/>
                <a:gd name="T1" fmla="*/ 53 h 182"/>
                <a:gd name="T2" fmla="*/ 145 w 192"/>
                <a:gd name="T3" fmla="*/ 0 h 182"/>
                <a:gd name="T4" fmla="*/ 192 w 192"/>
                <a:gd name="T5" fmla="*/ 71 h 182"/>
                <a:gd name="T6" fmla="*/ 99 w 192"/>
                <a:gd name="T7" fmla="*/ 126 h 182"/>
                <a:gd name="T8" fmla="*/ 4 w 192"/>
                <a:gd name="T9" fmla="*/ 182 h 182"/>
                <a:gd name="T10" fmla="*/ 0 w 192"/>
                <a:gd name="T11" fmla="*/ 86 h 182"/>
                <a:gd name="T12" fmla="*/ 56 w 192"/>
                <a:gd name="T13" fmla="*/ 53 h 182"/>
                <a:gd name="T14" fmla="*/ 56 w 192"/>
                <a:gd name="T15" fmla="*/ 53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92" h="182">
                  <a:moveTo>
                    <a:pt x="56" y="53"/>
                  </a:moveTo>
                  <a:cubicBezTo>
                    <a:pt x="143" y="1"/>
                    <a:pt x="145" y="0"/>
                    <a:pt x="145" y="0"/>
                  </a:cubicBezTo>
                  <a:cubicBezTo>
                    <a:pt x="145" y="0"/>
                    <a:pt x="179" y="48"/>
                    <a:pt x="192" y="71"/>
                  </a:cubicBezTo>
                  <a:cubicBezTo>
                    <a:pt x="99" y="126"/>
                    <a:pt x="99" y="126"/>
                    <a:pt x="99" y="126"/>
                  </a:cubicBezTo>
                  <a:cubicBezTo>
                    <a:pt x="4" y="182"/>
                    <a:pt x="4" y="182"/>
                    <a:pt x="4" y="182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56" y="53"/>
                    <a:pt x="56" y="53"/>
                    <a:pt x="56" y="53"/>
                  </a:cubicBezTo>
                  <a:cubicBezTo>
                    <a:pt x="56" y="53"/>
                    <a:pt x="56" y="53"/>
                    <a:pt x="56" y="53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7" name="Freeform 2178">
              <a:extLst>
                <a:ext uri="{FF2B5EF4-FFF2-40B4-BE49-F238E27FC236}">
                  <a16:creationId xmlns:a16="http://schemas.microsoft.com/office/drawing/2014/main" id="{8574389E-398A-4FE8-8DDF-E6EA361EA0E6}"/>
                </a:ext>
              </a:extLst>
            </p:cNvPr>
            <p:cNvSpPr>
              <a:spLocks/>
            </p:cNvSpPr>
            <p:nvPr/>
          </p:nvSpPr>
          <p:spPr bwMode="gray">
            <a:xfrm>
              <a:off x="9345861" y="4528731"/>
              <a:ext cx="276859" cy="445012"/>
            </a:xfrm>
            <a:custGeom>
              <a:avLst/>
              <a:gdLst>
                <a:gd name="T0" fmla="*/ 90 w 280"/>
                <a:gd name="T1" fmla="*/ 0 h 450"/>
                <a:gd name="T2" fmla="*/ 271 w 280"/>
                <a:gd name="T3" fmla="*/ 189 h 450"/>
                <a:gd name="T4" fmla="*/ 243 w 280"/>
                <a:gd name="T5" fmla="*/ 280 h 450"/>
                <a:gd name="T6" fmla="*/ 278 w 280"/>
                <a:gd name="T7" fmla="*/ 325 h 450"/>
                <a:gd name="T8" fmla="*/ 269 w 280"/>
                <a:gd name="T9" fmla="*/ 352 h 450"/>
                <a:gd name="T10" fmla="*/ 280 w 280"/>
                <a:gd name="T11" fmla="*/ 404 h 450"/>
                <a:gd name="T12" fmla="*/ 140 w 280"/>
                <a:gd name="T13" fmla="*/ 450 h 450"/>
                <a:gd name="T14" fmla="*/ 124 w 280"/>
                <a:gd name="T15" fmla="*/ 369 h 450"/>
                <a:gd name="T16" fmla="*/ 82 w 280"/>
                <a:gd name="T17" fmla="*/ 376 h 450"/>
                <a:gd name="T18" fmla="*/ 0 w 280"/>
                <a:gd name="T19" fmla="*/ 189 h 450"/>
                <a:gd name="T20" fmla="*/ 90 w 280"/>
                <a:gd name="T21" fmla="*/ 0 h 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80" h="450">
                  <a:moveTo>
                    <a:pt x="90" y="0"/>
                  </a:moveTo>
                  <a:cubicBezTo>
                    <a:pt x="165" y="0"/>
                    <a:pt x="271" y="85"/>
                    <a:pt x="271" y="189"/>
                  </a:cubicBezTo>
                  <a:cubicBezTo>
                    <a:pt x="271" y="221"/>
                    <a:pt x="261" y="252"/>
                    <a:pt x="243" y="280"/>
                  </a:cubicBezTo>
                  <a:cubicBezTo>
                    <a:pt x="247" y="285"/>
                    <a:pt x="278" y="325"/>
                    <a:pt x="278" y="325"/>
                  </a:cubicBezTo>
                  <a:cubicBezTo>
                    <a:pt x="269" y="352"/>
                    <a:pt x="269" y="352"/>
                    <a:pt x="269" y="352"/>
                  </a:cubicBezTo>
                  <a:cubicBezTo>
                    <a:pt x="280" y="404"/>
                    <a:pt x="280" y="404"/>
                    <a:pt x="280" y="404"/>
                  </a:cubicBezTo>
                  <a:cubicBezTo>
                    <a:pt x="140" y="450"/>
                    <a:pt x="140" y="450"/>
                    <a:pt x="140" y="450"/>
                  </a:cubicBezTo>
                  <a:cubicBezTo>
                    <a:pt x="124" y="369"/>
                    <a:pt x="124" y="369"/>
                    <a:pt x="124" y="369"/>
                  </a:cubicBezTo>
                  <a:cubicBezTo>
                    <a:pt x="110" y="373"/>
                    <a:pt x="96" y="376"/>
                    <a:pt x="82" y="376"/>
                  </a:cubicBezTo>
                  <a:cubicBezTo>
                    <a:pt x="9" y="376"/>
                    <a:pt x="0" y="291"/>
                    <a:pt x="0" y="189"/>
                  </a:cubicBezTo>
                  <a:cubicBezTo>
                    <a:pt x="0" y="85"/>
                    <a:pt x="17" y="0"/>
                    <a:pt x="90" y="0"/>
                  </a:cubicBezTo>
                  <a:close/>
                </a:path>
              </a:pathLst>
            </a:custGeom>
            <a:solidFill>
              <a:srgbClr val="D8D7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8" name="Freeform 2179">
              <a:extLst>
                <a:ext uri="{FF2B5EF4-FFF2-40B4-BE49-F238E27FC236}">
                  <a16:creationId xmlns:a16="http://schemas.microsoft.com/office/drawing/2014/main" id="{D8B9F1FC-E0F6-40EB-9EB4-C2823F352E89}"/>
                </a:ext>
              </a:extLst>
            </p:cNvPr>
            <p:cNvSpPr>
              <a:spLocks/>
            </p:cNvSpPr>
            <p:nvPr/>
          </p:nvSpPr>
          <p:spPr bwMode="gray">
            <a:xfrm>
              <a:off x="9340889" y="4485228"/>
              <a:ext cx="341138" cy="391601"/>
            </a:xfrm>
            <a:custGeom>
              <a:avLst/>
              <a:gdLst>
                <a:gd name="T0" fmla="*/ 168 w 345"/>
                <a:gd name="T1" fmla="*/ 299 h 396"/>
                <a:gd name="T2" fmla="*/ 194 w 345"/>
                <a:gd name="T3" fmla="*/ 183 h 396"/>
                <a:gd name="T4" fmla="*/ 216 w 345"/>
                <a:gd name="T5" fmla="*/ 207 h 396"/>
                <a:gd name="T6" fmla="*/ 244 w 345"/>
                <a:gd name="T7" fmla="*/ 319 h 396"/>
                <a:gd name="T8" fmla="*/ 274 w 345"/>
                <a:gd name="T9" fmla="*/ 396 h 396"/>
                <a:gd name="T10" fmla="*/ 322 w 345"/>
                <a:gd name="T11" fmla="*/ 347 h 396"/>
                <a:gd name="T12" fmla="*/ 345 w 345"/>
                <a:gd name="T13" fmla="*/ 176 h 396"/>
                <a:gd name="T14" fmla="*/ 325 w 345"/>
                <a:gd name="T15" fmla="*/ 104 h 396"/>
                <a:gd name="T16" fmla="*/ 261 w 345"/>
                <a:gd name="T17" fmla="*/ 25 h 396"/>
                <a:gd name="T18" fmla="*/ 181 w 345"/>
                <a:gd name="T19" fmla="*/ 0 h 396"/>
                <a:gd name="T20" fmla="*/ 88 w 345"/>
                <a:gd name="T21" fmla="*/ 19 h 396"/>
                <a:gd name="T22" fmla="*/ 10 w 345"/>
                <a:gd name="T23" fmla="*/ 66 h 396"/>
                <a:gd name="T24" fmla="*/ 0 w 345"/>
                <a:gd name="T25" fmla="*/ 93 h 396"/>
                <a:gd name="T26" fmla="*/ 14 w 345"/>
                <a:gd name="T27" fmla="*/ 124 h 396"/>
                <a:gd name="T28" fmla="*/ 96 w 345"/>
                <a:gd name="T29" fmla="*/ 81 h 396"/>
                <a:gd name="T30" fmla="*/ 131 w 345"/>
                <a:gd name="T31" fmla="*/ 178 h 396"/>
                <a:gd name="T32" fmla="*/ 168 w 345"/>
                <a:gd name="T33" fmla="*/ 299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45" h="396">
                  <a:moveTo>
                    <a:pt x="168" y="299"/>
                  </a:moveTo>
                  <a:cubicBezTo>
                    <a:pt x="194" y="183"/>
                    <a:pt x="194" y="183"/>
                    <a:pt x="194" y="183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44" y="319"/>
                    <a:pt x="244" y="319"/>
                    <a:pt x="244" y="319"/>
                  </a:cubicBezTo>
                  <a:cubicBezTo>
                    <a:pt x="274" y="396"/>
                    <a:pt x="274" y="396"/>
                    <a:pt x="274" y="396"/>
                  </a:cubicBezTo>
                  <a:cubicBezTo>
                    <a:pt x="322" y="347"/>
                    <a:pt x="322" y="347"/>
                    <a:pt x="322" y="347"/>
                  </a:cubicBezTo>
                  <a:cubicBezTo>
                    <a:pt x="345" y="176"/>
                    <a:pt x="345" y="176"/>
                    <a:pt x="345" y="176"/>
                  </a:cubicBezTo>
                  <a:cubicBezTo>
                    <a:pt x="325" y="104"/>
                    <a:pt x="325" y="104"/>
                    <a:pt x="325" y="104"/>
                  </a:cubicBezTo>
                  <a:cubicBezTo>
                    <a:pt x="261" y="25"/>
                    <a:pt x="261" y="25"/>
                    <a:pt x="261" y="25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88" y="19"/>
                    <a:pt x="88" y="19"/>
                    <a:pt x="88" y="19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6" y="76"/>
                    <a:pt x="4" y="83"/>
                    <a:pt x="0" y="93"/>
                  </a:cubicBezTo>
                  <a:cubicBezTo>
                    <a:pt x="14" y="124"/>
                    <a:pt x="14" y="124"/>
                    <a:pt x="14" y="124"/>
                  </a:cubicBezTo>
                  <a:cubicBezTo>
                    <a:pt x="96" y="81"/>
                    <a:pt x="96" y="81"/>
                    <a:pt x="96" y="81"/>
                  </a:cubicBezTo>
                  <a:cubicBezTo>
                    <a:pt x="131" y="178"/>
                    <a:pt x="131" y="178"/>
                    <a:pt x="131" y="178"/>
                  </a:cubicBezTo>
                  <a:lnTo>
                    <a:pt x="168" y="299"/>
                  </a:lnTo>
                  <a:close/>
                </a:path>
              </a:pathLst>
            </a:custGeom>
            <a:solidFill>
              <a:srgbClr val="73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69" name="Freeform 2180">
              <a:extLst>
                <a:ext uri="{FF2B5EF4-FFF2-40B4-BE49-F238E27FC236}">
                  <a16:creationId xmlns:a16="http://schemas.microsoft.com/office/drawing/2014/main" id="{D0004A51-D3D2-4B45-98DA-B8DBA0CB9520}"/>
                </a:ext>
              </a:extLst>
            </p:cNvPr>
            <p:cNvSpPr>
              <a:spLocks/>
            </p:cNvSpPr>
            <p:nvPr/>
          </p:nvSpPr>
          <p:spPr bwMode="gray">
            <a:xfrm>
              <a:off x="9385388" y="4893663"/>
              <a:ext cx="327288" cy="665547"/>
            </a:xfrm>
            <a:custGeom>
              <a:avLst/>
              <a:gdLst>
                <a:gd name="T0" fmla="*/ 2712 w 9547"/>
                <a:gd name="T1" fmla="*/ 1558 h 19414"/>
                <a:gd name="T2" fmla="*/ 6807 w 9547"/>
                <a:gd name="T3" fmla="*/ 0 h 19414"/>
                <a:gd name="T4" fmla="*/ 9547 w 9547"/>
                <a:gd name="T5" fmla="*/ 4212 h 19414"/>
                <a:gd name="T6" fmla="*/ 8942 w 9547"/>
                <a:gd name="T7" fmla="*/ 14250 h 19414"/>
                <a:gd name="T8" fmla="*/ 9201 w 9547"/>
                <a:gd name="T9" fmla="*/ 17856 h 19414"/>
                <a:gd name="T10" fmla="*/ 9201 w 9547"/>
                <a:gd name="T11" fmla="*/ 19414 h 19414"/>
                <a:gd name="T12" fmla="*/ 0 w 9547"/>
                <a:gd name="T13" fmla="*/ 18779 h 19414"/>
                <a:gd name="T14" fmla="*/ 0 w 9547"/>
                <a:gd name="T15" fmla="*/ 4673 h 19414"/>
                <a:gd name="T16" fmla="*/ 2712 w 9547"/>
                <a:gd name="T17" fmla="*/ 1558 h 19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47" h="19414">
                  <a:moveTo>
                    <a:pt x="2712" y="1558"/>
                  </a:moveTo>
                  <a:lnTo>
                    <a:pt x="6807" y="0"/>
                  </a:lnTo>
                  <a:lnTo>
                    <a:pt x="9547" y="4212"/>
                  </a:lnTo>
                  <a:lnTo>
                    <a:pt x="8942" y="14250"/>
                  </a:lnTo>
                  <a:lnTo>
                    <a:pt x="9201" y="17856"/>
                  </a:lnTo>
                  <a:lnTo>
                    <a:pt x="9201" y="19414"/>
                  </a:lnTo>
                  <a:lnTo>
                    <a:pt x="0" y="18779"/>
                  </a:lnTo>
                  <a:lnTo>
                    <a:pt x="0" y="4673"/>
                  </a:lnTo>
                  <a:lnTo>
                    <a:pt x="2712" y="1558"/>
                  </a:lnTo>
                  <a:close/>
                </a:path>
              </a:pathLst>
            </a:custGeom>
            <a:solidFill>
              <a:srgbClr val="329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0" name="Freeform 2181">
              <a:extLst>
                <a:ext uri="{FF2B5EF4-FFF2-40B4-BE49-F238E27FC236}">
                  <a16:creationId xmlns:a16="http://schemas.microsoft.com/office/drawing/2014/main" id="{1282F64D-71E0-468E-9046-A73AF5CEC385}"/>
                </a:ext>
              </a:extLst>
            </p:cNvPr>
            <p:cNvSpPr>
              <a:spLocks/>
            </p:cNvSpPr>
            <p:nvPr/>
          </p:nvSpPr>
          <p:spPr bwMode="gray">
            <a:xfrm>
              <a:off x="9108528" y="5741179"/>
              <a:ext cx="195784" cy="602263"/>
            </a:xfrm>
            <a:custGeom>
              <a:avLst/>
              <a:gdLst>
                <a:gd name="T0" fmla="*/ 0 w 5711"/>
                <a:gd name="T1" fmla="*/ 375 h 17568"/>
                <a:gd name="T2" fmla="*/ 1039 w 5711"/>
                <a:gd name="T3" fmla="*/ 17280 h 17568"/>
                <a:gd name="T4" fmla="*/ 4846 w 5711"/>
                <a:gd name="T5" fmla="*/ 17568 h 17568"/>
                <a:gd name="T6" fmla="*/ 5048 w 5711"/>
                <a:gd name="T7" fmla="*/ 2221 h 17568"/>
                <a:gd name="T8" fmla="*/ 5711 w 5711"/>
                <a:gd name="T9" fmla="*/ 0 h 17568"/>
                <a:gd name="T10" fmla="*/ 0 w 5711"/>
                <a:gd name="T11" fmla="*/ 375 h 17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11" h="17568">
                  <a:moveTo>
                    <a:pt x="0" y="375"/>
                  </a:moveTo>
                  <a:lnTo>
                    <a:pt x="1039" y="17280"/>
                  </a:lnTo>
                  <a:lnTo>
                    <a:pt x="4846" y="17568"/>
                  </a:lnTo>
                  <a:lnTo>
                    <a:pt x="5048" y="2221"/>
                  </a:lnTo>
                  <a:lnTo>
                    <a:pt x="5711" y="0"/>
                  </a:lnTo>
                  <a:lnTo>
                    <a:pt x="0" y="375"/>
                  </a:ln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1" name="Freeform 2182">
              <a:extLst>
                <a:ext uri="{FF2B5EF4-FFF2-40B4-BE49-F238E27FC236}">
                  <a16:creationId xmlns:a16="http://schemas.microsoft.com/office/drawing/2014/main" id="{FF7EDC1E-9470-4CCD-8518-E1E6A2B57B11}"/>
                </a:ext>
              </a:extLst>
            </p:cNvPr>
            <p:cNvSpPr>
              <a:spLocks/>
            </p:cNvSpPr>
            <p:nvPr/>
          </p:nvSpPr>
          <p:spPr bwMode="gray">
            <a:xfrm>
              <a:off x="9067006" y="6259384"/>
              <a:ext cx="213575" cy="83065"/>
            </a:xfrm>
            <a:custGeom>
              <a:avLst/>
              <a:gdLst>
                <a:gd name="T0" fmla="*/ 108 w 216"/>
                <a:gd name="T1" fmla="*/ 0 h 84"/>
                <a:gd name="T2" fmla="*/ 211 w 216"/>
                <a:gd name="T3" fmla="*/ 0 h 84"/>
                <a:gd name="T4" fmla="*/ 216 w 216"/>
                <a:gd name="T5" fmla="*/ 84 h 84"/>
                <a:gd name="T6" fmla="*/ 108 w 216"/>
                <a:gd name="T7" fmla="*/ 84 h 84"/>
                <a:gd name="T8" fmla="*/ 0 w 216"/>
                <a:gd name="T9" fmla="*/ 84 h 84"/>
                <a:gd name="T10" fmla="*/ 44 w 216"/>
                <a:gd name="T11" fmla="*/ 0 h 84"/>
                <a:gd name="T12" fmla="*/ 108 w 216"/>
                <a:gd name="T13" fmla="*/ 0 h 84"/>
                <a:gd name="T14" fmla="*/ 108 w 216"/>
                <a:gd name="T1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16" h="84">
                  <a:moveTo>
                    <a:pt x="108" y="0"/>
                  </a:moveTo>
                  <a:cubicBezTo>
                    <a:pt x="209" y="0"/>
                    <a:pt x="211" y="0"/>
                    <a:pt x="211" y="0"/>
                  </a:cubicBezTo>
                  <a:cubicBezTo>
                    <a:pt x="216" y="84"/>
                    <a:pt x="216" y="84"/>
                    <a:pt x="216" y="84"/>
                  </a:cubicBezTo>
                  <a:cubicBezTo>
                    <a:pt x="108" y="84"/>
                    <a:pt x="108" y="84"/>
                    <a:pt x="108" y="8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108" y="0"/>
                    <a:pt x="108" y="0"/>
                    <a:pt x="108" y="0"/>
                  </a:cubicBezTo>
                  <a:cubicBezTo>
                    <a:pt x="108" y="0"/>
                    <a:pt x="108" y="0"/>
                    <a:pt x="108" y="0"/>
                  </a:cubicBezTo>
                  <a:close/>
                </a:path>
              </a:pathLst>
            </a:custGeom>
            <a:solidFill>
              <a:srgbClr val="2B2B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2" name="Freeform 2183">
              <a:extLst>
                <a:ext uri="{FF2B5EF4-FFF2-40B4-BE49-F238E27FC236}">
                  <a16:creationId xmlns:a16="http://schemas.microsoft.com/office/drawing/2014/main" id="{BDB96516-7424-4601-92BA-0F547E69D2CC}"/>
                </a:ext>
              </a:extLst>
            </p:cNvPr>
            <p:cNvSpPr>
              <a:spLocks/>
            </p:cNvSpPr>
            <p:nvPr/>
          </p:nvSpPr>
          <p:spPr bwMode="gray">
            <a:xfrm>
              <a:off x="9305299" y="5767885"/>
              <a:ext cx="433081" cy="62290"/>
            </a:xfrm>
            <a:custGeom>
              <a:avLst/>
              <a:gdLst>
                <a:gd name="T0" fmla="*/ 45 w 438"/>
                <a:gd name="T1" fmla="*/ 0 h 63"/>
                <a:gd name="T2" fmla="*/ 393 w 438"/>
                <a:gd name="T3" fmla="*/ 0 h 63"/>
                <a:gd name="T4" fmla="*/ 438 w 438"/>
                <a:gd name="T5" fmla="*/ 63 h 63"/>
                <a:gd name="T6" fmla="*/ 0 w 438"/>
                <a:gd name="T7" fmla="*/ 63 h 63"/>
                <a:gd name="T8" fmla="*/ 45 w 438"/>
                <a:gd name="T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8" h="63">
                  <a:moveTo>
                    <a:pt x="45" y="0"/>
                  </a:moveTo>
                  <a:cubicBezTo>
                    <a:pt x="393" y="0"/>
                    <a:pt x="393" y="0"/>
                    <a:pt x="393" y="0"/>
                  </a:cubicBezTo>
                  <a:cubicBezTo>
                    <a:pt x="418" y="0"/>
                    <a:pt x="438" y="28"/>
                    <a:pt x="438" y="63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0" y="28"/>
                    <a:pt x="20" y="0"/>
                    <a:pt x="45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3" name="Freeform 2184">
              <a:extLst>
                <a:ext uri="{FF2B5EF4-FFF2-40B4-BE49-F238E27FC236}">
                  <a16:creationId xmlns:a16="http://schemas.microsoft.com/office/drawing/2014/main" id="{FC866000-E4E6-45C7-B86F-6B913B316694}"/>
                </a:ext>
              </a:extLst>
            </p:cNvPr>
            <p:cNvSpPr>
              <a:spLocks/>
            </p:cNvSpPr>
            <p:nvPr/>
          </p:nvSpPr>
          <p:spPr bwMode="gray">
            <a:xfrm>
              <a:off x="9305299" y="5825238"/>
              <a:ext cx="433081" cy="42510"/>
            </a:xfrm>
            <a:custGeom>
              <a:avLst/>
              <a:gdLst>
                <a:gd name="T0" fmla="*/ 12633 w 12633"/>
                <a:gd name="T1" fmla="*/ 0 h 1240"/>
                <a:gd name="T2" fmla="*/ 0 w 12633"/>
                <a:gd name="T3" fmla="*/ 0 h 1240"/>
                <a:gd name="T4" fmla="*/ 0 w 12633"/>
                <a:gd name="T5" fmla="*/ 1240 h 1240"/>
                <a:gd name="T6" fmla="*/ 12633 w 12633"/>
                <a:gd name="T7" fmla="*/ 1240 h 1240"/>
                <a:gd name="T8" fmla="*/ 12633 w 12633"/>
                <a:gd name="T9" fmla="*/ 0 h 1240"/>
                <a:gd name="T10" fmla="*/ 12633 w 12633"/>
                <a:gd name="T11" fmla="*/ 0 h 1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33" h="1240">
                  <a:moveTo>
                    <a:pt x="12633" y="0"/>
                  </a:moveTo>
                  <a:lnTo>
                    <a:pt x="0" y="0"/>
                  </a:lnTo>
                  <a:lnTo>
                    <a:pt x="0" y="1240"/>
                  </a:lnTo>
                  <a:lnTo>
                    <a:pt x="12633" y="1240"/>
                  </a:lnTo>
                  <a:lnTo>
                    <a:pt x="12633" y="0"/>
                  </a:lnTo>
                  <a:lnTo>
                    <a:pt x="12633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4" name="Freeform 2185">
              <a:extLst>
                <a:ext uri="{FF2B5EF4-FFF2-40B4-BE49-F238E27FC236}">
                  <a16:creationId xmlns:a16="http://schemas.microsoft.com/office/drawing/2014/main" id="{C0324045-794D-4027-BEBE-661893267236}"/>
                </a:ext>
              </a:extLst>
            </p:cNvPr>
            <p:cNvSpPr>
              <a:spLocks/>
            </p:cNvSpPr>
            <p:nvPr/>
          </p:nvSpPr>
          <p:spPr bwMode="gray">
            <a:xfrm>
              <a:off x="9326074" y="6115982"/>
              <a:ext cx="420226" cy="22763"/>
            </a:xfrm>
            <a:custGeom>
              <a:avLst/>
              <a:gdLst>
                <a:gd name="T0" fmla="*/ 12258 w 12258"/>
                <a:gd name="T1" fmla="*/ 0 h 664"/>
                <a:gd name="T2" fmla="*/ 0 w 12258"/>
                <a:gd name="T3" fmla="*/ 0 h 664"/>
                <a:gd name="T4" fmla="*/ 0 w 12258"/>
                <a:gd name="T5" fmla="*/ 664 h 664"/>
                <a:gd name="T6" fmla="*/ 12258 w 12258"/>
                <a:gd name="T7" fmla="*/ 664 h 664"/>
                <a:gd name="T8" fmla="*/ 12258 w 12258"/>
                <a:gd name="T9" fmla="*/ 0 h 664"/>
                <a:gd name="T10" fmla="*/ 12258 w 12258"/>
                <a:gd name="T11" fmla="*/ 0 h 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58" h="664">
                  <a:moveTo>
                    <a:pt x="12258" y="0"/>
                  </a:moveTo>
                  <a:lnTo>
                    <a:pt x="0" y="0"/>
                  </a:lnTo>
                  <a:lnTo>
                    <a:pt x="0" y="664"/>
                  </a:lnTo>
                  <a:lnTo>
                    <a:pt x="12258" y="664"/>
                  </a:lnTo>
                  <a:lnTo>
                    <a:pt x="12258" y="0"/>
                  </a:lnTo>
                  <a:lnTo>
                    <a:pt x="12258" y="0"/>
                  </a:lnTo>
                  <a:close/>
                </a:path>
              </a:pathLst>
            </a:custGeom>
            <a:solidFill>
              <a:srgbClr val="2D3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5" name="Freeform 2186">
              <a:extLst>
                <a:ext uri="{FF2B5EF4-FFF2-40B4-BE49-F238E27FC236}">
                  <a16:creationId xmlns:a16="http://schemas.microsoft.com/office/drawing/2014/main" id="{D8A18D74-CC54-4855-8FF9-EBD05CD03B31}"/>
                </a:ext>
              </a:extLst>
            </p:cNvPr>
            <p:cNvSpPr>
              <a:spLocks/>
            </p:cNvSpPr>
            <p:nvPr/>
          </p:nvSpPr>
          <p:spPr bwMode="gray">
            <a:xfrm>
              <a:off x="9712667" y="5456365"/>
              <a:ext cx="52417" cy="883135"/>
            </a:xfrm>
            <a:custGeom>
              <a:avLst/>
              <a:gdLst>
                <a:gd name="T0" fmla="*/ 1529 w 1529"/>
                <a:gd name="T1" fmla="*/ 0 h 25761"/>
                <a:gd name="T2" fmla="*/ 0 w 1529"/>
                <a:gd name="T3" fmla="*/ 0 h 25761"/>
                <a:gd name="T4" fmla="*/ 0 w 1529"/>
                <a:gd name="T5" fmla="*/ 25761 h 25761"/>
                <a:gd name="T6" fmla="*/ 1529 w 1529"/>
                <a:gd name="T7" fmla="*/ 25761 h 25761"/>
                <a:gd name="T8" fmla="*/ 1529 w 1529"/>
                <a:gd name="T9" fmla="*/ 0 h 25761"/>
                <a:gd name="T10" fmla="*/ 1529 w 1529"/>
                <a:gd name="T11" fmla="*/ 0 h 25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9" h="25761">
                  <a:moveTo>
                    <a:pt x="1529" y="0"/>
                  </a:moveTo>
                  <a:lnTo>
                    <a:pt x="0" y="0"/>
                  </a:lnTo>
                  <a:lnTo>
                    <a:pt x="0" y="25761"/>
                  </a:lnTo>
                  <a:lnTo>
                    <a:pt x="1529" y="25761"/>
                  </a:lnTo>
                  <a:lnTo>
                    <a:pt x="1529" y="0"/>
                  </a:lnTo>
                  <a:lnTo>
                    <a:pt x="1529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6" name="Freeform 2187">
              <a:extLst>
                <a:ext uri="{FF2B5EF4-FFF2-40B4-BE49-F238E27FC236}">
                  <a16:creationId xmlns:a16="http://schemas.microsoft.com/office/drawing/2014/main" id="{D00D1777-D47F-43D4-9142-D5C7445FA98E}"/>
                </a:ext>
              </a:extLst>
            </p:cNvPr>
            <p:cNvSpPr>
              <a:spLocks/>
            </p:cNvSpPr>
            <p:nvPr/>
          </p:nvSpPr>
          <p:spPr bwMode="gray">
            <a:xfrm>
              <a:off x="9304304" y="5825239"/>
              <a:ext cx="44498" cy="517211"/>
            </a:xfrm>
            <a:custGeom>
              <a:avLst/>
              <a:gdLst>
                <a:gd name="T0" fmla="*/ 1298 w 1298"/>
                <a:gd name="T1" fmla="*/ 0 h 15087"/>
                <a:gd name="T2" fmla="*/ 0 w 1298"/>
                <a:gd name="T3" fmla="*/ 0 h 15087"/>
                <a:gd name="T4" fmla="*/ 0 w 1298"/>
                <a:gd name="T5" fmla="*/ 15087 h 15087"/>
                <a:gd name="T6" fmla="*/ 1298 w 1298"/>
                <a:gd name="T7" fmla="*/ 15087 h 15087"/>
                <a:gd name="T8" fmla="*/ 1298 w 1298"/>
                <a:gd name="T9" fmla="*/ 0 h 15087"/>
                <a:gd name="T10" fmla="*/ 1298 w 1298"/>
                <a:gd name="T11" fmla="*/ 0 h 150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98" h="15087">
                  <a:moveTo>
                    <a:pt x="1298" y="0"/>
                  </a:moveTo>
                  <a:lnTo>
                    <a:pt x="0" y="0"/>
                  </a:lnTo>
                  <a:lnTo>
                    <a:pt x="0" y="15087"/>
                  </a:lnTo>
                  <a:lnTo>
                    <a:pt x="1298" y="15087"/>
                  </a:lnTo>
                  <a:lnTo>
                    <a:pt x="1298" y="0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rgbClr val="3C46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7" name="Freeform 2188">
              <a:extLst>
                <a:ext uri="{FF2B5EF4-FFF2-40B4-BE49-F238E27FC236}">
                  <a16:creationId xmlns:a16="http://schemas.microsoft.com/office/drawing/2014/main" id="{F0FF06E7-AC6D-4194-8D69-095E1A06EB0C}"/>
                </a:ext>
              </a:extLst>
            </p:cNvPr>
            <p:cNvSpPr>
              <a:spLocks/>
            </p:cNvSpPr>
            <p:nvPr/>
          </p:nvSpPr>
          <p:spPr bwMode="gray">
            <a:xfrm>
              <a:off x="9712664" y="5221981"/>
              <a:ext cx="52417" cy="234385"/>
            </a:xfrm>
            <a:custGeom>
              <a:avLst/>
              <a:gdLst>
                <a:gd name="T0" fmla="*/ 13 w 53"/>
                <a:gd name="T1" fmla="*/ 0 h 237"/>
                <a:gd name="T2" fmla="*/ 39 w 53"/>
                <a:gd name="T3" fmla="*/ 0 h 237"/>
                <a:gd name="T4" fmla="*/ 53 w 53"/>
                <a:gd name="T5" fmla="*/ 134 h 237"/>
                <a:gd name="T6" fmla="*/ 53 w 53"/>
                <a:gd name="T7" fmla="*/ 237 h 237"/>
                <a:gd name="T8" fmla="*/ 0 w 53"/>
                <a:gd name="T9" fmla="*/ 237 h 237"/>
                <a:gd name="T10" fmla="*/ 0 w 53"/>
                <a:gd name="T11" fmla="*/ 134 h 237"/>
                <a:gd name="T12" fmla="*/ 13 w 53"/>
                <a:gd name="T13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3" h="237">
                  <a:moveTo>
                    <a:pt x="13" y="0"/>
                  </a:moveTo>
                  <a:cubicBezTo>
                    <a:pt x="39" y="0"/>
                    <a:pt x="39" y="0"/>
                    <a:pt x="39" y="0"/>
                  </a:cubicBezTo>
                  <a:cubicBezTo>
                    <a:pt x="47" y="0"/>
                    <a:pt x="53" y="60"/>
                    <a:pt x="53" y="134"/>
                  </a:cubicBezTo>
                  <a:cubicBezTo>
                    <a:pt x="53" y="237"/>
                    <a:pt x="53" y="237"/>
                    <a:pt x="53" y="237"/>
                  </a:cubicBezTo>
                  <a:cubicBezTo>
                    <a:pt x="0" y="237"/>
                    <a:pt x="0" y="237"/>
                    <a:pt x="0" y="237"/>
                  </a:cubicBezTo>
                  <a:cubicBezTo>
                    <a:pt x="0" y="134"/>
                    <a:pt x="0" y="134"/>
                    <a:pt x="0" y="134"/>
                  </a:cubicBezTo>
                  <a:cubicBezTo>
                    <a:pt x="0" y="60"/>
                    <a:pt x="6" y="0"/>
                    <a:pt x="13" y="0"/>
                  </a:cubicBezTo>
                  <a:close/>
                </a:path>
              </a:pathLst>
            </a:custGeom>
            <a:solidFill>
              <a:srgbClr val="7887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8" name="Freeform 2189">
              <a:extLst>
                <a:ext uri="{FF2B5EF4-FFF2-40B4-BE49-F238E27FC236}">
                  <a16:creationId xmlns:a16="http://schemas.microsoft.com/office/drawing/2014/main" id="{FC805FF4-C331-46E7-ADAD-18E548958272}"/>
                </a:ext>
              </a:extLst>
            </p:cNvPr>
            <p:cNvSpPr>
              <a:spLocks/>
            </p:cNvSpPr>
            <p:nvPr/>
          </p:nvSpPr>
          <p:spPr bwMode="gray">
            <a:xfrm>
              <a:off x="9108509" y="5551292"/>
              <a:ext cx="489474" cy="216593"/>
            </a:xfrm>
            <a:custGeom>
              <a:avLst/>
              <a:gdLst>
                <a:gd name="T0" fmla="*/ 0 w 14278"/>
                <a:gd name="T1" fmla="*/ 6318 h 6318"/>
                <a:gd name="T2" fmla="*/ 14278 w 14278"/>
                <a:gd name="T3" fmla="*/ 6318 h 6318"/>
                <a:gd name="T4" fmla="*/ 14278 w 14278"/>
                <a:gd name="T5" fmla="*/ 0 h 6318"/>
                <a:gd name="T6" fmla="*/ 1962 w 14278"/>
                <a:gd name="T7" fmla="*/ 1472 h 6318"/>
                <a:gd name="T8" fmla="*/ 0 w 14278"/>
                <a:gd name="T9" fmla="*/ 3375 h 6318"/>
                <a:gd name="T10" fmla="*/ 0 w 14278"/>
                <a:gd name="T11" fmla="*/ 6318 h 6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278" h="6318">
                  <a:moveTo>
                    <a:pt x="0" y="6318"/>
                  </a:moveTo>
                  <a:lnTo>
                    <a:pt x="14278" y="6318"/>
                  </a:lnTo>
                  <a:lnTo>
                    <a:pt x="14278" y="0"/>
                  </a:lnTo>
                  <a:lnTo>
                    <a:pt x="1962" y="1472"/>
                  </a:lnTo>
                  <a:lnTo>
                    <a:pt x="0" y="3375"/>
                  </a:lnTo>
                  <a:lnTo>
                    <a:pt x="0" y="6318"/>
                  </a:ln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79" name="Freeform 2190">
              <a:extLst>
                <a:ext uri="{FF2B5EF4-FFF2-40B4-BE49-F238E27FC236}">
                  <a16:creationId xmlns:a16="http://schemas.microsoft.com/office/drawing/2014/main" id="{BA834F64-DC0A-4837-933C-AC280230A9E7}"/>
                </a:ext>
              </a:extLst>
            </p:cNvPr>
            <p:cNvSpPr>
              <a:spLocks/>
            </p:cNvSpPr>
            <p:nvPr/>
          </p:nvSpPr>
          <p:spPr bwMode="gray">
            <a:xfrm>
              <a:off x="9488213" y="5575046"/>
              <a:ext cx="212581" cy="192836"/>
            </a:xfrm>
            <a:custGeom>
              <a:avLst/>
              <a:gdLst>
                <a:gd name="T0" fmla="*/ 172 w 215"/>
                <a:gd name="T1" fmla="*/ 195 h 195"/>
                <a:gd name="T2" fmla="*/ 23 w 215"/>
                <a:gd name="T3" fmla="*/ 195 h 195"/>
                <a:gd name="T4" fmla="*/ 0 w 215"/>
                <a:gd name="T5" fmla="*/ 172 h 195"/>
                <a:gd name="T6" fmla="*/ 0 w 215"/>
                <a:gd name="T7" fmla="*/ 23 h 195"/>
                <a:gd name="T8" fmla="*/ 23 w 215"/>
                <a:gd name="T9" fmla="*/ 0 h 195"/>
                <a:gd name="T10" fmla="*/ 192 w 215"/>
                <a:gd name="T11" fmla="*/ 0 h 195"/>
                <a:gd name="T12" fmla="*/ 215 w 215"/>
                <a:gd name="T13" fmla="*/ 23 h 195"/>
                <a:gd name="T14" fmla="*/ 215 w 215"/>
                <a:gd name="T15" fmla="*/ 152 h 195"/>
                <a:gd name="T16" fmla="*/ 172 w 215"/>
                <a:gd name="T17" fmla="*/ 195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5" h="195">
                  <a:moveTo>
                    <a:pt x="172" y="195"/>
                  </a:moveTo>
                  <a:cubicBezTo>
                    <a:pt x="23" y="195"/>
                    <a:pt x="23" y="195"/>
                    <a:pt x="23" y="195"/>
                  </a:cubicBezTo>
                  <a:cubicBezTo>
                    <a:pt x="11" y="195"/>
                    <a:pt x="0" y="185"/>
                    <a:pt x="0" y="17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11"/>
                    <a:pt x="11" y="0"/>
                    <a:pt x="23" y="0"/>
                  </a:cubicBezTo>
                  <a:cubicBezTo>
                    <a:pt x="192" y="0"/>
                    <a:pt x="192" y="0"/>
                    <a:pt x="192" y="0"/>
                  </a:cubicBezTo>
                  <a:cubicBezTo>
                    <a:pt x="205" y="0"/>
                    <a:pt x="215" y="11"/>
                    <a:pt x="215" y="23"/>
                  </a:cubicBezTo>
                  <a:cubicBezTo>
                    <a:pt x="215" y="152"/>
                    <a:pt x="215" y="152"/>
                    <a:pt x="215" y="152"/>
                  </a:cubicBezTo>
                  <a:cubicBezTo>
                    <a:pt x="198" y="169"/>
                    <a:pt x="189" y="178"/>
                    <a:pt x="172" y="195"/>
                  </a:cubicBezTo>
                  <a:close/>
                </a:path>
              </a:pathLst>
            </a:custGeom>
            <a:solidFill>
              <a:srgbClr val="6978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0" name="Freeform 2191">
              <a:extLst>
                <a:ext uri="{FF2B5EF4-FFF2-40B4-BE49-F238E27FC236}">
                  <a16:creationId xmlns:a16="http://schemas.microsoft.com/office/drawing/2014/main" id="{93830BDA-399A-456D-8E38-DAB10D29F5FE}"/>
                </a:ext>
              </a:extLst>
            </p:cNvPr>
            <p:cNvSpPr>
              <a:spLocks/>
            </p:cNvSpPr>
            <p:nvPr/>
          </p:nvSpPr>
          <p:spPr bwMode="gray">
            <a:xfrm>
              <a:off x="9385370" y="5511727"/>
              <a:ext cx="315426" cy="90025"/>
            </a:xfrm>
            <a:custGeom>
              <a:avLst/>
              <a:gdLst>
                <a:gd name="T0" fmla="*/ 1529 w 9201"/>
                <a:gd name="T1" fmla="*/ 2135 h 2626"/>
                <a:gd name="T2" fmla="*/ 9201 w 9201"/>
                <a:gd name="T3" fmla="*/ 2626 h 2626"/>
                <a:gd name="T4" fmla="*/ 9201 w 9201"/>
                <a:gd name="T5" fmla="*/ 0 h 2626"/>
                <a:gd name="T6" fmla="*/ 0 w 9201"/>
                <a:gd name="T7" fmla="*/ 750 h 2626"/>
                <a:gd name="T8" fmla="*/ 87 w 9201"/>
                <a:gd name="T9" fmla="*/ 1876 h 2626"/>
                <a:gd name="T10" fmla="*/ 1529 w 9201"/>
                <a:gd name="T11" fmla="*/ 2135 h 26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01" h="2626">
                  <a:moveTo>
                    <a:pt x="1529" y="2135"/>
                  </a:moveTo>
                  <a:lnTo>
                    <a:pt x="9201" y="2626"/>
                  </a:lnTo>
                  <a:lnTo>
                    <a:pt x="9201" y="0"/>
                  </a:lnTo>
                  <a:lnTo>
                    <a:pt x="0" y="750"/>
                  </a:lnTo>
                  <a:lnTo>
                    <a:pt x="87" y="1876"/>
                  </a:lnTo>
                  <a:lnTo>
                    <a:pt x="1529" y="2135"/>
                  </a:lnTo>
                  <a:close/>
                </a:path>
              </a:pathLst>
            </a:custGeom>
            <a:solidFill>
              <a:srgbClr val="329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1" name="Freeform 2192">
              <a:extLst>
                <a:ext uri="{FF2B5EF4-FFF2-40B4-BE49-F238E27FC236}">
                  <a16:creationId xmlns:a16="http://schemas.microsoft.com/office/drawing/2014/main" id="{A75DDB5F-367A-4AA6-AB56-290F49A3A5B9}"/>
                </a:ext>
              </a:extLst>
            </p:cNvPr>
            <p:cNvSpPr>
              <a:spLocks/>
            </p:cNvSpPr>
            <p:nvPr/>
          </p:nvSpPr>
          <p:spPr bwMode="gray">
            <a:xfrm>
              <a:off x="9271657" y="5088484"/>
              <a:ext cx="252143" cy="398526"/>
            </a:xfrm>
            <a:custGeom>
              <a:avLst/>
              <a:gdLst>
                <a:gd name="T0" fmla="*/ 1587 w 7355"/>
                <a:gd name="T1" fmla="*/ 11625 h 11625"/>
                <a:gd name="T2" fmla="*/ 7355 w 7355"/>
                <a:gd name="T3" fmla="*/ 4875 h 11625"/>
                <a:gd name="T4" fmla="*/ 5625 w 7355"/>
                <a:gd name="T5" fmla="*/ 0 h 11625"/>
                <a:gd name="T6" fmla="*/ 0 w 7355"/>
                <a:gd name="T7" fmla="*/ 9173 h 11625"/>
                <a:gd name="T8" fmla="*/ 1587 w 7355"/>
                <a:gd name="T9" fmla="*/ 11625 h 116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55" h="11625">
                  <a:moveTo>
                    <a:pt x="1587" y="11625"/>
                  </a:moveTo>
                  <a:lnTo>
                    <a:pt x="7355" y="4875"/>
                  </a:lnTo>
                  <a:lnTo>
                    <a:pt x="5625" y="0"/>
                  </a:lnTo>
                  <a:lnTo>
                    <a:pt x="0" y="9173"/>
                  </a:lnTo>
                  <a:lnTo>
                    <a:pt x="1587" y="11625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2" name="Freeform 2193">
              <a:extLst>
                <a:ext uri="{FF2B5EF4-FFF2-40B4-BE49-F238E27FC236}">
                  <a16:creationId xmlns:a16="http://schemas.microsoft.com/office/drawing/2014/main" id="{DFC375D1-6E35-4C68-BA1B-E1AA1015C9AC}"/>
                </a:ext>
              </a:extLst>
            </p:cNvPr>
            <p:cNvSpPr>
              <a:spLocks/>
            </p:cNvSpPr>
            <p:nvPr/>
          </p:nvSpPr>
          <p:spPr bwMode="gray">
            <a:xfrm>
              <a:off x="9150059" y="5399010"/>
              <a:ext cx="183922" cy="88001"/>
            </a:xfrm>
            <a:custGeom>
              <a:avLst/>
              <a:gdLst>
                <a:gd name="T0" fmla="*/ 0 w 5365"/>
                <a:gd name="T1" fmla="*/ 2336 h 2567"/>
                <a:gd name="T2" fmla="*/ 5134 w 5365"/>
                <a:gd name="T3" fmla="*/ 2567 h 2567"/>
                <a:gd name="T4" fmla="*/ 5365 w 5365"/>
                <a:gd name="T5" fmla="*/ 750 h 2567"/>
                <a:gd name="T6" fmla="*/ 3894 w 5365"/>
                <a:gd name="T7" fmla="*/ 0 h 2567"/>
                <a:gd name="T8" fmla="*/ 1442 w 5365"/>
                <a:gd name="T9" fmla="*/ 519 h 2567"/>
                <a:gd name="T10" fmla="*/ 0 w 5365"/>
                <a:gd name="T11" fmla="*/ 2336 h 25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65" h="2567">
                  <a:moveTo>
                    <a:pt x="0" y="2336"/>
                  </a:moveTo>
                  <a:lnTo>
                    <a:pt x="5134" y="2567"/>
                  </a:lnTo>
                  <a:lnTo>
                    <a:pt x="5365" y="750"/>
                  </a:lnTo>
                  <a:lnTo>
                    <a:pt x="3894" y="0"/>
                  </a:lnTo>
                  <a:lnTo>
                    <a:pt x="1442" y="519"/>
                  </a:lnTo>
                  <a:lnTo>
                    <a:pt x="0" y="2336"/>
                  </a:ln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3" name="Freeform 2194">
              <a:extLst>
                <a:ext uri="{FF2B5EF4-FFF2-40B4-BE49-F238E27FC236}">
                  <a16:creationId xmlns:a16="http://schemas.microsoft.com/office/drawing/2014/main" id="{814C9B7B-8433-4181-9638-6D1DA59AC661}"/>
                </a:ext>
              </a:extLst>
            </p:cNvPr>
            <p:cNvSpPr>
              <a:spLocks/>
            </p:cNvSpPr>
            <p:nvPr/>
          </p:nvSpPr>
          <p:spPr bwMode="gray">
            <a:xfrm>
              <a:off x="9393286" y="4980666"/>
              <a:ext cx="255124" cy="288790"/>
            </a:xfrm>
            <a:custGeom>
              <a:avLst/>
              <a:gdLst>
                <a:gd name="T0" fmla="*/ 0 w 258"/>
                <a:gd name="T1" fmla="*/ 205 h 292"/>
                <a:gd name="T2" fmla="*/ 137 w 258"/>
                <a:gd name="T3" fmla="*/ 292 h 292"/>
                <a:gd name="T4" fmla="*/ 258 w 258"/>
                <a:gd name="T5" fmla="*/ 100 h 292"/>
                <a:gd name="T6" fmla="*/ 245 w 258"/>
                <a:gd name="T7" fmla="*/ 38 h 292"/>
                <a:gd name="T8" fmla="*/ 185 w 258"/>
                <a:gd name="T9" fmla="*/ 0 h 292"/>
                <a:gd name="T10" fmla="*/ 122 w 258"/>
                <a:gd name="T11" fmla="*/ 13 h 292"/>
                <a:gd name="T12" fmla="*/ 0 w 258"/>
                <a:gd name="T13" fmla="*/ 205 h 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58" h="292">
                  <a:moveTo>
                    <a:pt x="0" y="205"/>
                  </a:moveTo>
                  <a:cubicBezTo>
                    <a:pt x="137" y="292"/>
                    <a:pt x="137" y="292"/>
                    <a:pt x="137" y="292"/>
                  </a:cubicBezTo>
                  <a:cubicBezTo>
                    <a:pt x="258" y="100"/>
                    <a:pt x="258" y="100"/>
                    <a:pt x="258" y="100"/>
                  </a:cubicBezTo>
                  <a:cubicBezTo>
                    <a:pt x="258" y="100"/>
                    <a:pt x="250" y="62"/>
                    <a:pt x="245" y="38"/>
                  </a:cubicBezTo>
                  <a:cubicBezTo>
                    <a:pt x="185" y="0"/>
                    <a:pt x="185" y="0"/>
                    <a:pt x="185" y="0"/>
                  </a:cubicBezTo>
                  <a:cubicBezTo>
                    <a:pt x="160" y="5"/>
                    <a:pt x="122" y="13"/>
                    <a:pt x="122" y="13"/>
                  </a:cubicBezTo>
                  <a:lnTo>
                    <a:pt x="0" y="205"/>
                  </a:lnTo>
                  <a:close/>
                </a:path>
              </a:pathLst>
            </a:custGeom>
            <a:solidFill>
              <a:srgbClr val="0F789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  <p:sp>
          <p:nvSpPr>
            <p:cNvPr id="184" name="Freeform 2195">
              <a:extLst>
                <a:ext uri="{FF2B5EF4-FFF2-40B4-BE49-F238E27FC236}">
                  <a16:creationId xmlns:a16="http://schemas.microsoft.com/office/drawing/2014/main" id="{F90577B6-3911-49FC-A4A1-FC28CEC01389}"/>
                </a:ext>
              </a:extLst>
            </p:cNvPr>
            <p:cNvSpPr>
              <a:spLocks/>
            </p:cNvSpPr>
            <p:nvPr/>
          </p:nvSpPr>
          <p:spPr bwMode="gray">
            <a:xfrm>
              <a:off x="9109517" y="5399029"/>
              <a:ext cx="105794" cy="80083"/>
            </a:xfrm>
            <a:custGeom>
              <a:avLst/>
              <a:gdLst>
                <a:gd name="T0" fmla="*/ 0 w 107"/>
                <a:gd name="T1" fmla="*/ 48 h 81"/>
                <a:gd name="T2" fmla="*/ 42 w 107"/>
                <a:gd name="T3" fmla="*/ 81 h 81"/>
                <a:gd name="T4" fmla="*/ 107 w 107"/>
                <a:gd name="T5" fmla="*/ 14 h 81"/>
                <a:gd name="T6" fmla="*/ 94 w 107"/>
                <a:gd name="T7" fmla="*/ 0 h 81"/>
                <a:gd name="T8" fmla="*/ 46 w 107"/>
                <a:gd name="T9" fmla="*/ 0 h 81"/>
                <a:gd name="T10" fmla="*/ 0 w 107"/>
                <a:gd name="T11" fmla="*/ 4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7" h="81">
                  <a:moveTo>
                    <a:pt x="0" y="48"/>
                  </a:moveTo>
                  <a:cubicBezTo>
                    <a:pt x="42" y="81"/>
                    <a:pt x="42" y="81"/>
                    <a:pt x="42" y="81"/>
                  </a:cubicBezTo>
                  <a:cubicBezTo>
                    <a:pt x="107" y="14"/>
                    <a:pt x="107" y="14"/>
                    <a:pt x="107" y="14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28" y="19"/>
                    <a:pt x="18" y="29"/>
                    <a:pt x="0" y="48"/>
                  </a:cubicBezTo>
                  <a:close/>
                </a:path>
              </a:pathLst>
            </a:custGeom>
            <a:solidFill>
              <a:srgbClr val="C8C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92" tIns="45696" rIns="91392" bIns="45696" numCol="1" anchor="t" anchorCtr="0" compatLnSpc="1">
              <a:prstTxWarp prst="textNoShape">
                <a:avLst/>
              </a:prstTxWarp>
            </a:bodyPr>
            <a:lstStyle/>
            <a:p>
              <a:endParaRPr lang="en-US" sz="1799" dirty="0">
                <a:cs typeface="+mn-ea"/>
                <a:sym typeface="+mn-lt"/>
              </a:endParaRPr>
            </a:p>
          </p:txBody>
        </p:sp>
      </p:grpSp>
      <p:sp>
        <p:nvSpPr>
          <p:cNvPr id="185" name="Footer Placeholder 2">
            <a:extLst>
              <a:ext uri="{FF2B5EF4-FFF2-40B4-BE49-F238E27FC236}">
                <a16:creationId xmlns:a16="http://schemas.microsoft.com/office/drawing/2014/main" id="{F4A222D9-F86F-410D-BA2E-BA0FDA73DD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9216000" cy="5472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Restricted | © Siemens 2022 | 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YU HE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cs"/>
              </a:rPr>
              <a:t> | T CED INW-CN </a:t>
            </a:r>
          </a:p>
        </p:txBody>
      </p:sp>
    </p:spTree>
    <p:extLst>
      <p:ext uri="{BB962C8B-B14F-4D97-AF65-F5344CB8AC3E}">
        <p14:creationId xmlns:p14="http://schemas.microsoft.com/office/powerpoint/2010/main" val="1404974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">
            <a:extLst>
              <a:ext uri="{FF2B5EF4-FFF2-40B4-BE49-F238E27FC236}">
                <a16:creationId xmlns:a16="http://schemas.microsoft.com/office/drawing/2014/main" id="{EF7BA6B8-2D49-49EE-AA38-401584AC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1414463"/>
            <a:ext cx="9288000" cy="615553"/>
          </a:xfrm>
        </p:spPr>
        <p:txBody>
          <a:bodyPr/>
          <a:lstStyle/>
          <a:p>
            <a:r>
              <a:rPr lang="en-US" dirty="0">
                <a:latin typeface="+mn-lt"/>
                <a:ea typeface="+mn-ea"/>
                <a:cs typeface="+mn-ea"/>
                <a:sym typeface="+mn-lt"/>
              </a:rPr>
              <a:t>Contact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A8C0B1B3-7902-4A0F-A274-1F5878B81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4453" y="2325278"/>
            <a:ext cx="9288000" cy="1930123"/>
          </a:xfrm>
        </p:spPr>
        <p:txBody>
          <a:bodyPr/>
          <a:lstStyle/>
          <a:p>
            <a:r>
              <a:rPr lang="en-US" dirty="0">
                <a:cs typeface="+mn-ea"/>
                <a:sym typeface="+mn-lt"/>
              </a:rPr>
              <a:t>Published by Siemens </a:t>
            </a:r>
          </a:p>
          <a:p>
            <a:r>
              <a:rPr lang="en-US" dirty="0">
                <a:cs typeface="+mn-ea"/>
                <a:sym typeface="+mn-lt"/>
              </a:rPr>
              <a:t>T </a:t>
            </a:r>
            <a:r>
              <a:rPr lang="en-US" altLang="zh-CN" dirty="0">
                <a:cs typeface="+mn-ea"/>
                <a:sym typeface="+mn-lt"/>
              </a:rPr>
              <a:t>CED INW-CN</a:t>
            </a:r>
            <a:endParaRPr lang="en-US" dirty="0">
              <a:cs typeface="+mn-ea"/>
              <a:sym typeface="+mn-lt"/>
            </a:endParaRPr>
          </a:p>
          <a:p>
            <a:pPr lvl="1"/>
            <a:r>
              <a:rPr lang="en-US" altLang="zh-CN" dirty="0">
                <a:cs typeface="+mn-ea"/>
                <a:sym typeface="+mn-lt"/>
              </a:rPr>
              <a:t>YU He</a:t>
            </a:r>
          </a:p>
          <a:p>
            <a:br>
              <a:rPr lang="en-US" dirty="0">
                <a:cs typeface="+mn-ea"/>
                <a:sym typeface="+mn-lt"/>
              </a:rPr>
            </a:br>
            <a:r>
              <a:rPr lang="en-US" dirty="0">
                <a:cs typeface="+mn-ea"/>
                <a:sym typeface="+mn-lt"/>
              </a:rPr>
              <a:t>200, </a:t>
            </a:r>
            <a:r>
              <a:rPr lang="en-US" dirty="0" err="1">
                <a:cs typeface="+mn-ea"/>
                <a:sym typeface="+mn-lt"/>
              </a:rPr>
              <a:t>Linghu</a:t>
            </a:r>
            <a:r>
              <a:rPr lang="en-US" dirty="0">
                <a:cs typeface="+mn-ea"/>
                <a:sym typeface="+mn-lt"/>
              </a:rPr>
              <a:t> Avenue</a:t>
            </a:r>
            <a:br>
              <a:rPr lang="en-US" dirty="0">
                <a:cs typeface="+mn-ea"/>
                <a:sym typeface="+mn-lt"/>
              </a:rPr>
            </a:br>
            <a:r>
              <a:rPr lang="en-US" dirty="0">
                <a:cs typeface="+mn-ea"/>
                <a:sym typeface="+mn-lt"/>
              </a:rPr>
              <a:t>214135, Wuxi</a:t>
            </a:r>
            <a:br>
              <a:rPr lang="en-US" dirty="0">
                <a:cs typeface="+mn-ea"/>
                <a:sym typeface="+mn-lt"/>
              </a:rPr>
            </a:br>
            <a:r>
              <a:rPr lang="en-US" dirty="0">
                <a:cs typeface="+mn-ea"/>
                <a:sym typeface="+mn-lt"/>
              </a:rPr>
              <a:t>China</a:t>
            </a:r>
          </a:p>
          <a:p>
            <a:endParaRPr lang="en-US" dirty="0">
              <a:cs typeface="+mn-ea"/>
              <a:sym typeface="+mn-lt"/>
            </a:endParaRPr>
          </a:p>
          <a:p>
            <a:r>
              <a:rPr lang="en-US" dirty="0">
                <a:cs typeface="+mn-ea"/>
                <a:sym typeface="+mn-lt"/>
              </a:rPr>
              <a:t>Mobile: +86 18921506861</a:t>
            </a:r>
          </a:p>
          <a:p>
            <a:r>
              <a:rPr lang="en-US" dirty="0">
                <a:cs typeface="+mn-ea"/>
                <a:sym typeface="+mn-lt"/>
              </a:rPr>
              <a:t>E-mail: </a:t>
            </a:r>
            <a:r>
              <a:rPr lang="en-US" altLang="zh-CN" dirty="0">
                <a:cs typeface="+mn-ea"/>
                <a:sym typeface="+mn-lt"/>
              </a:rPr>
              <a:t>yu-he</a:t>
            </a:r>
            <a:r>
              <a:rPr lang="en-US" dirty="0">
                <a:cs typeface="+mn-ea"/>
                <a:sym typeface="+mn-lt"/>
              </a:rPr>
              <a:t>@siemens.com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179B7B7F-6040-4FAC-A4F5-328DD72C087A}"/>
              </a:ext>
            </a:extLst>
          </p:cNvPr>
          <p:cNvSpPr txBox="1">
            <a:spLocks/>
          </p:cNvSpPr>
          <p:nvPr/>
        </p:nvSpPr>
        <p:spPr>
          <a:xfrm>
            <a:off x="482400" y="6509207"/>
            <a:ext cx="9216000" cy="5472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>
                <a:solidFill>
                  <a:prstClr val="white"/>
                </a:solidFill>
                <a:latin typeface="Arial"/>
                <a:ea typeface="Microsoft YaHei"/>
              </a:rPr>
              <a:t>Restricted | © Siemens 2022 | </a:t>
            </a:r>
            <a:r>
              <a:rPr lang="en-US" altLang="zh-CN" sz="900">
                <a:solidFill>
                  <a:prstClr val="white"/>
                </a:solidFill>
                <a:latin typeface="Arial"/>
                <a:ea typeface="Microsoft YaHei"/>
              </a:rPr>
              <a:t>YU HE</a:t>
            </a:r>
            <a:r>
              <a:rPr lang="en-US" sz="900">
                <a:solidFill>
                  <a:prstClr val="white"/>
                </a:solidFill>
                <a:latin typeface="Arial"/>
                <a:ea typeface="Microsoft YaHei"/>
              </a:rPr>
              <a:t> | T CED INW-CN </a:t>
            </a:r>
            <a:endParaRPr lang="en-US" sz="900" dirty="0">
              <a:solidFill>
                <a:prstClr val="white"/>
              </a:solidFill>
              <a:latin typeface="Arial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151983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AE40-BD7C-44FD-935E-1EF8EE876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63" y="134779"/>
            <a:ext cx="9863997" cy="576000"/>
          </a:xfrm>
        </p:spPr>
        <p:txBody>
          <a:bodyPr/>
          <a:lstStyle/>
          <a:p>
            <a:r>
              <a:rPr lang="en-US" altLang="zh-CN" sz="2400" dirty="0"/>
              <a:t>Backup-</a:t>
            </a:r>
            <a:r>
              <a:rPr lang="zh-CN" altLang="en-US" sz="2400" dirty="0"/>
              <a:t>数据传送方式</a:t>
            </a:r>
            <a:endParaRPr lang="en-US" sz="2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1E7A46-E57C-40E9-AF97-463AAEFD1C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2023 | </a:t>
            </a:r>
            <a:r>
              <a:rPr lang="en-US" altLang="zh-CN" dirty="0"/>
              <a:t>YU HE</a:t>
            </a:r>
            <a:r>
              <a:rPr lang="en-US" dirty="0"/>
              <a:t> | T CED INW-CN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FAF16-1CE1-4E7F-9921-350FFF1CB6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20B1A8F9-0C7F-0D98-6D2D-637815B34535}"/>
              </a:ext>
            </a:extLst>
          </p:cNvPr>
          <p:cNvSpPr/>
          <p:nvPr/>
        </p:nvSpPr>
        <p:spPr>
          <a:xfrm>
            <a:off x="1476375" y="1362075"/>
            <a:ext cx="514350" cy="3704144"/>
          </a:xfrm>
          <a:prstGeom prst="leftBrac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Badge 1 with solid fill">
            <a:extLst>
              <a:ext uri="{FF2B5EF4-FFF2-40B4-BE49-F238E27FC236}">
                <a16:creationId xmlns:a16="http://schemas.microsoft.com/office/drawing/2014/main" id="{866673EC-A498-1FF6-8D14-9AEDE426FA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90725" y="1171575"/>
            <a:ext cx="457200" cy="457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E3CAAE-A41D-2965-94E6-56892FBC0CDC}"/>
              </a:ext>
            </a:extLst>
          </p:cNvPr>
          <p:cNvSpPr txBox="1"/>
          <p:nvPr/>
        </p:nvSpPr>
        <p:spPr>
          <a:xfrm>
            <a:off x="2219325" y="1275269"/>
            <a:ext cx="3124569" cy="249812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MQTT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12" name="Graphic 11" descr="Badge with solid fill">
            <a:extLst>
              <a:ext uri="{FF2B5EF4-FFF2-40B4-BE49-F238E27FC236}">
                <a16:creationId xmlns:a16="http://schemas.microsoft.com/office/drawing/2014/main" id="{2EE016CC-46A0-0FAA-425C-797CB446AB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90725" y="4712713"/>
            <a:ext cx="457200" cy="457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39D5F69-49E7-86E5-46F1-B031A0680383}"/>
              </a:ext>
            </a:extLst>
          </p:cNvPr>
          <p:cNvSpPr txBox="1"/>
          <p:nvPr/>
        </p:nvSpPr>
        <p:spPr>
          <a:xfrm>
            <a:off x="2233267" y="4759786"/>
            <a:ext cx="3124569" cy="249812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File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756760-0E94-F225-F5D6-3941200BB971}"/>
              </a:ext>
            </a:extLst>
          </p:cNvPr>
          <p:cNvSpPr txBox="1"/>
          <p:nvPr/>
        </p:nvSpPr>
        <p:spPr>
          <a:xfrm>
            <a:off x="1022776" y="2302913"/>
            <a:ext cx="276999" cy="3437444"/>
          </a:xfrm>
          <a:prstGeom prst="rect">
            <a:avLst/>
          </a:prstGeom>
          <a:noFill/>
        </p:spPr>
        <p:txBody>
          <a:bodyPr vert="eaVert" wrap="square" lIns="0" tIns="0" rIns="0" bIns="0" rtlCol="0">
            <a:spAutoFit/>
          </a:bodyPr>
          <a:lstStyle/>
          <a:p>
            <a:pPr algn="l"/>
            <a:r>
              <a:rPr lang="zh-CN" altLang="en-US" dirty="0"/>
              <a:t>存在网络中断问题</a:t>
            </a:r>
            <a:endParaRPr lang="en-US" dirty="0" err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910331-1212-B129-AB38-55B372549584}"/>
              </a:ext>
            </a:extLst>
          </p:cNvPr>
          <p:cNvSpPr txBox="1"/>
          <p:nvPr/>
        </p:nvSpPr>
        <p:spPr>
          <a:xfrm>
            <a:off x="2218592" y="1736369"/>
            <a:ext cx="6839683" cy="599331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Solution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： 设备端 缓存数据，网络恢复后传送</a:t>
            </a:r>
            <a:endParaRPr lang="en-US" altLang="zh-CN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755199-7BDC-AD13-1CA0-BCE62490C43A}"/>
              </a:ext>
            </a:extLst>
          </p:cNvPr>
          <p:cNvSpPr txBox="1"/>
          <p:nvPr/>
        </p:nvSpPr>
        <p:spPr>
          <a:xfrm>
            <a:off x="2233267" y="5066219"/>
            <a:ext cx="6839683" cy="251544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Solution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： 文件传送至中央服务器之后，定时读入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3226D99A-3182-98D1-DF31-4A25F640DAC7}"/>
              </a:ext>
            </a:extLst>
          </p:cNvPr>
          <p:cNvSpPr/>
          <p:nvPr/>
        </p:nvSpPr>
        <p:spPr>
          <a:xfrm>
            <a:off x="6931147" y="989198"/>
            <a:ext cx="457200" cy="1605165"/>
          </a:xfrm>
          <a:prstGeom prst="leftBrac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6021DC-38AD-76AB-1DE5-150624871807}"/>
              </a:ext>
            </a:extLst>
          </p:cNvPr>
          <p:cNvSpPr txBox="1"/>
          <p:nvPr/>
        </p:nvSpPr>
        <p:spPr>
          <a:xfrm>
            <a:off x="7159747" y="905998"/>
            <a:ext cx="4184528" cy="251544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优：通用性方案，实时性支撑数据监控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E60CE5-6812-A7F0-4608-8326CF4A03AA}"/>
              </a:ext>
            </a:extLst>
          </p:cNvPr>
          <p:cNvSpPr txBox="1"/>
          <p:nvPr/>
        </p:nvSpPr>
        <p:spPr>
          <a:xfrm>
            <a:off x="7159747" y="2131412"/>
            <a:ext cx="4184528" cy="1680973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答复客户问题：网络是前提条件，也是远程监控的前提；现场网关可以支持断网后</a:t>
            </a:r>
            <a:r>
              <a:rPr lang="zh-CN" altLang="en-US" sz="1600" b="1" u="sng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一周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的数据缓存；</a:t>
            </a:r>
            <a:endParaRPr lang="en-US" altLang="zh-CN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此外，</a:t>
            </a:r>
            <a:r>
              <a:rPr lang="en-US" altLang="zh-CN" sz="1600" b="1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MaintLoop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补充提供文件导入功能，由管理人员确认数据窗口区间后，进行手工导入，以应对小概率的数据丢失问题。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A1FFB0A1-E8CB-BEF0-E358-1DF23E79287B}"/>
              </a:ext>
            </a:extLst>
          </p:cNvPr>
          <p:cNvSpPr/>
          <p:nvPr/>
        </p:nvSpPr>
        <p:spPr>
          <a:xfrm>
            <a:off x="7223369" y="4389408"/>
            <a:ext cx="457200" cy="1605165"/>
          </a:xfrm>
          <a:prstGeom prst="leftBrace">
            <a:avLst/>
          </a:prstGeom>
          <a:ln w="9525">
            <a:solidFill>
              <a:schemeClr val="accent1"/>
            </a:solidFill>
            <a:headEnd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C6817F-54D3-EEB6-4785-937DBBDC5886}"/>
              </a:ext>
            </a:extLst>
          </p:cNvPr>
          <p:cNvSpPr txBox="1"/>
          <p:nvPr/>
        </p:nvSpPr>
        <p:spPr>
          <a:xfrm>
            <a:off x="7388347" y="4291765"/>
            <a:ext cx="3780877" cy="522387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缺：增加文件配置性任务和开发工作量，非实时监控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81E478-E73B-E17D-FB28-D6575314CF52}"/>
              </a:ext>
            </a:extLst>
          </p:cNvPr>
          <p:cNvSpPr txBox="1"/>
          <p:nvPr/>
        </p:nvSpPr>
        <p:spPr>
          <a:xfrm>
            <a:off x="7388347" y="5707511"/>
            <a:ext cx="3780877" cy="520655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问题：定时获取数据时，若网络中断仍无法读到数据。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24" name="Graphic 23" descr="Checkmark with solid fill">
            <a:extLst>
              <a:ext uri="{FF2B5EF4-FFF2-40B4-BE49-F238E27FC236}">
                <a16:creationId xmlns:a16="http://schemas.microsoft.com/office/drawing/2014/main" id="{731DA737-E13D-1ABE-B84A-46133B8EED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76067" y="125563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281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AE40-BD7C-44FD-935E-1EF8EE876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162" y="402119"/>
            <a:ext cx="9863997" cy="576000"/>
          </a:xfrm>
        </p:spPr>
        <p:txBody>
          <a:bodyPr/>
          <a:lstStyle/>
          <a:p>
            <a:r>
              <a:rPr lang="en-US" altLang="zh-CN" sz="2400" dirty="0"/>
              <a:t>Backup</a:t>
            </a:r>
            <a:br>
              <a:rPr lang="en-US" altLang="zh-CN" sz="2400" dirty="0"/>
            </a:br>
            <a:r>
              <a:rPr lang="zh-CN" altLang="en-US" sz="2400" dirty="0"/>
              <a:t>是否需要</a:t>
            </a:r>
            <a:r>
              <a:rPr lang="en-US" altLang="zh-CN" sz="2400" dirty="0"/>
              <a:t>SM1281/CMS1200 </a:t>
            </a:r>
            <a:r>
              <a:rPr lang="zh-CN" altLang="en-US" sz="2400" dirty="0"/>
              <a:t>原始数据的存储</a:t>
            </a:r>
            <a:endParaRPr lang="en-US" sz="24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1E7A46-E57C-40E9-AF97-463AAEFD1C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Restricted | © Siemens 2023 | </a:t>
            </a:r>
            <a:r>
              <a:rPr lang="en-US" altLang="zh-CN" dirty="0"/>
              <a:t>YU HE</a:t>
            </a:r>
            <a:r>
              <a:rPr lang="en-US" dirty="0"/>
              <a:t> | T CED INW-CN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FAF16-1CE1-4E7F-9921-350FFF1CB6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698128-2CBD-6EA4-1E5F-3F916D1EC4B9}"/>
              </a:ext>
            </a:extLst>
          </p:cNvPr>
          <p:cNvSpPr txBox="1"/>
          <p:nvPr/>
        </p:nvSpPr>
        <p:spPr>
          <a:xfrm>
            <a:off x="87164" y="1896535"/>
            <a:ext cx="3998913" cy="251544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1-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CMS1200 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自身数据丢失问题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4C1403-4C9A-61BE-CBF0-4B3C91335FAC}"/>
              </a:ext>
            </a:extLst>
          </p:cNvPr>
          <p:cNvSpPr txBox="1"/>
          <p:nvPr/>
        </p:nvSpPr>
        <p:spPr>
          <a:xfrm>
            <a:off x="411164" y="2344210"/>
            <a:ext cx="8932713" cy="251544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CMS1200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自存自传的状态下，存储时会导致前端采集中断而丢失数据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7CEC01-9BB0-4B7F-4EC3-E8270230BADC}"/>
              </a:ext>
            </a:extLst>
          </p:cNvPr>
          <p:cNvSpPr txBox="1"/>
          <p:nvPr/>
        </p:nvSpPr>
        <p:spPr>
          <a:xfrm>
            <a:off x="411163" y="2756000"/>
            <a:ext cx="9863997" cy="251544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获取</a:t>
            </a: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CMS1200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的数据方式，采用</a:t>
            </a: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X-Tools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的内部库，基于程序获取</a:t>
            </a: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CMS1200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下的数据（ </a:t>
            </a: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.wav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格式）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42E6C8-32C1-865D-2BA6-042509BE2054}"/>
              </a:ext>
            </a:extLst>
          </p:cNvPr>
          <p:cNvSpPr txBox="1"/>
          <p:nvPr/>
        </p:nvSpPr>
        <p:spPr>
          <a:xfrm>
            <a:off x="153839" y="3239688"/>
            <a:ext cx="3998913" cy="251544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2-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X-Tools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数据导入分析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46717-5E4B-AD38-86CC-B0D5DBD595C1}"/>
              </a:ext>
            </a:extLst>
          </p:cNvPr>
          <p:cNvSpPr txBox="1"/>
          <p:nvPr/>
        </p:nvSpPr>
        <p:spPr>
          <a:xfrm>
            <a:off x="411164" y="3694680"/>
            <a:ext cx="8932713" cy="597599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 marL="285750" indent="-28575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专家支持性的行为操作，客户友好度低</a:t>
            </a:r>
            <a:endParaRPr lang="en-US" altLang="zh-CN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285750" indent="-285750">
              <a:lnSpc>
                <a:spcPct val="110000"/>
              </a:lnSpc>
              <a:spcBef>
                <a:spcPts val="600"/>
              </a:spcBef>
              <a:buFont typeface="Wingdings" panose="05000000000000000000" pitchFamily="2" charset="2"/>
              <a:buChar char="q"/>
            </a:pP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X-Tools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部署需要</a:t>
            </a: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Windows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系统，支持文件格式（</a:t>
            </a: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.</a:t>
            </a:r>
            <a:r>
              <a:rPr lang="en-US" altLang="zh-CN" sz="1600" b="1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xts</a:t>
            </a: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, .csv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）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AC6511-05F7-6DAA-7F0F-48AD9652018A}"/>
              </a:ext>
            </a:extLst>
          </p:cNvPr>
          <p:cNvSpPr txBox="1"/>
          <p:nvPr/>
        </p:nvSpPr>
        <p:spPr>
          <a:xfrm>
            <a:off x="0" y="1395006"/>
            <a:ext cx="3998913" cy="283026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b="1" u="sng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问题 及 工作项</a:t>
            </a:r>
            <a:endParaRPr lang="en-US" b="1" u="sng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875A27-D98A-2816-A2A8-69D689FB6494}"/>
              </a:ext>
            </a:extLst>
          </p:cNvPr>
          <p:cNvSpPr txBox="1"/>
          <p:nvPr/>
        </p:nvSpPr>
        <p:spPr>
          <a:xfrm>
            <a:off x="87164" y="4515598"/>
            <a:ext cx="3998913" cy="283026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b="1" u="sng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建 议</a:t>
            </a:r>
            <a:endParaRPr lang="en-US" b="1" u="sng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EBB16-CECD-4D6E-7609-EAE50CEC1B0C}"/>
              </a:ext>
            </a:extLst>
          </p:cNvPr>
          <p:cNvSpPr txBox="1"/>
          <p:nvPr/>
        </p:nvSpPr>
        <p:spPr>
          <a:xfrm>
            <a:off x="295905" y="5021943"/>
            <a:ext cx="9356500" cy="947119"/>
          </a:xfrm>
          <a:prstGeom prst="rect">
            <a:avLst/>
          </a:prstGeom>
          <a:noFill/>
        </p:spPr>
        <p:txBody>
          <a:bodyPr wrap="square" lIns="431775" tIns="0" rIns="0" bIns="0" rtlCol="0">
            <a:spAutoFit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提供给终端客户两种等级的服务：</a:t>
            </a:r>
            <a:endParaRPr lang="en-US" altLang="zh-CN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1- </a:t>
            </a: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Basic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版本，基于</a:t>
            </a:r>
            <a:r>
              <a:rPr lang="en-US" altLang="zh-CN" sz="1600" b="1" dirty="0" err="1">
                <a:ea typeface="Arial Unicode MS" panose="020B0604020202020204" pitchFamily="34" charset="-128"/>
                <a:cs typeface="Arial Unicode MS" panose="020B0604020202020204" pitchFamily="34" charset="-128"/>
              </a:rPr>
              <a:t>MaintLoop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的设备监控和分析服务</a:t>
            </a:r>
            <a:endParaRPr lang="en-US" altLang="zh-CN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2- </a:t>
            </a: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Advanced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版本，边缘端加装</a:t>
            </a:r>
            <a:r>
              <a:rPr lang="en-US" altLang="zh-CN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X-Tools</a:t>
            </a:r>
            <a:r>
              <a:rPr lang="zh-CN" altLang="en-US" sz="1600" b="1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，获取更多的基于高频数据的频域分析特征</a:t>
            </a:r>
            <a:endParaRPr lang="en-US" sz="1600" b="1" dirty="0"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29374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qQ3awhsBkSjCU_r304bX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qQ3awhsBkSjCU_r304bX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qQ3awhsBkSjCU_r304bX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qQ3awhsBkSjCU_r304bX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qQ3awhsBkSjCU_r304bXQ"/>
</p:tagLst>
</file>

<file path=ppt/theme/theme1.xml><?xml version="1.0" encoding="utf-8"?>
<a:theme xmlns:a="http://schemas.openxmlformats.org/drawingml/2006/main" name="Siemens 2020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ooieeu3g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sie-ppt-O365-16x9-standard-eng-v3-0.pptx" id="{126F423E-7F52-41DE-A20C-756A6822B9A2}" vid="{51365D51-9DD3-491E-AF49-CB2F506BEAC1}"/>
    </a:ext>
  </a:extLst>
</a:theme>
</file>

<file path=ppt/theme/theme2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4ppTags>
  <Name>Free Content</Name>
  <PpLayout>11</PpLayout>
  <Index>9</Index>
</p4ppTag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B174D5FE7DC343B8DB7235E0ED09A9" ma:contentTypeVersion="6" ma:contentTypeDescription="Create a new document." ma:contentTypeScope="" ma:versionID="25a5548619853e2e015bca764fa528c5">
  <xsd:schema xmlns:xsd="http://www.w3.org/2001/XMLSchema" xmlns:xs="http://www.w3.org/2001/XMLSchema" xmlns:p="http://schemas.microsoft.com/office/2006/metadata/properties" xmlns:ns2="c871b2bf-9c29-448e-bcb4-2f3f17144cb5" targetNamespace="http://schemas.microsoft.com/office/2006/metadata/properties" ma:root="true" ma:fieldsID="0eea03751fc4ef6bf140dc2ef857a7aa" ns2:_="">
    <xsd:import namespace="c871b2bf-9c29-448e-bcb4-2f3f17144c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71b2bf-9c29-448e-bcb4-2f3f17144c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097D0C-BE3E-4AEC-9593-65CFCCB19297}">
  <ds:schemaRefs/>
</ds:datastoreItem>
</file>

<file path=customXml/itemProps2.xml><?xml version="1.0" encoding="utf-8"?>
<ds:datastoreItem xmlns:ds="http://schemas.openxmlformats.org/officeDocument/2006/customXml" ds:itemID="{53A56ABD-608E-44B1-8067-B759FE0DD1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FA42EB-90FA-4F29-AD7C-D6AA50015DB3}">
  <ds:schemaRefs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dcmitype/"/>
    <ds:schemaRef ds:uri="9e776604-f57f-41ff-b37d-aeaa9b01075c"/>
    <ds:schemaRef ds:uri="658b11ea-c6d3-4639-a05a-9b8f21dc6de6"/>
    <ds:schemaRef ds:uri="http://purl.org/dc/elements/1.1/"/>
  </ds:schemaRefs>
</ds:datastoreItem>
</file>

<file path=customXml/itemProps4.xml><?xml version="1.0" encoding="utf-8"?>
<ds:datastoreItem xmlns:ds="http://schemas.openxmlformats.org/officeDocument/2006/customXml" ds:itemID="{3B60A748-859D-4CC5-B484-786E9D5509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71b2bf-9c29-448e-bcb4-2f3f17144c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NEW!_sie-ppt-O365-16x9-standard-eng-v3-0</Template>
  <TotalTime>20019</TotalTime>
  <Words>1209</Words>
  <Application>Microsoft Office PowerPoint</Application>
  <PresentationFormat>Widescreen</PresentationFormat>
  <Paragraphs>137</Paragraphs>
  <Slides>12</Slides>
  <Notes>0</Notes>
  <HiddenSlides>2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DengXian</vt:lpstr>
      <vt:lpstr>Arial</vt:lpstr>
      <vt:lpstr>Wingdings</vt:lpstr>
      <vt:lpstr>Siemens 2020</vt:lpstr>
      <vt:lpstr>Macro-Enabled Worksheet</vt:lpstr>
      <vt:lpstr>MC-BPM Oil Drilling Pre-Maintenance</vt:lpstr>
      <vt:lpstr>Overview</vt:lpstr>
      <vt:lpstr>1. 数据集成方案--边缘端数据集成</vt:lpstr>
      <vt:lpstr>1.1 MaintLoop与IoT2050的通信配置</vt:lpstr>
      <vt:lpstr>1.2 MQTT 数据格式示例</vt:lpstr>
      <vt:lpstr>1.3 数据文件导入，作为数据录入的补充方案</vt:lpstr>
      <vt:lpstr>2. 数据集成方案--大屏数据展示</vt:lpstr>
      <vt:lpstr>3. MaintLoop基本功能模块</vt:lpstr>
      <vt:lpstr>PowerPoint Presentation</vt:lpstr>
      <vt:lpstr>Contact</vt:lpstr>
      <vt:lpstr>Backup-数据传送方式</vt:lpstr>
      <vt:lpstr>Backup 是否需要SM1281/CMS1200 原始数据的存储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chart two-line headline, Arial, 80 pt</dc:title>
  <dc:creator>Yu, He (T RDA IOT INW-CN)</dc:creator>
  <cp:keywords>Template</cp:keywords>
  <dc:description>Version 3.0.8
September 2020</dc:description>
  <cp:lastModifiedBy>Yu, He (T CED INW-CN)</cp:lastModifiedBy>
  <cp:revision>348</cp:revision>
  <dcterms:created xsi:type="dcterms:W3CDTF">2020-11-27T07:32:20Z</dcterms:created>
  <dcterms:modified xsi:type="dcterms:W3CDTF">2023-03-29T03:22:48Z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0x01010072B174D5FE7DC343B8DB7235E0ED09A9</vt:lpwstr>
  </property>
  <property fmtid="{D5CDD505-2E9C-101B-9397-08002B2CF9AE}" pid="3" name="MSIP_Label_a59b6cd5-d141-4a33-8bf1-0ca04484304f_Enabled">
    <vt:lpwstr>true</vt:lpwstr>
  </property>
  <property fmtid="{D5CDD505-2E9C-101B-9397-08002B2CF9AE}" pid="4" name="MSIP_Label_a59b6cd5-d141-4a33-8bf1-0ca04484304f_SetDate">
    <vt:lpwstr>2022-06-26T05:53:21Z</vt:lpwstr>
  </property>
  <property fmtid="{D5CDD505-2E9C-101B-9397-08002B2CF9AE}" pid="5" name="MSIP_Label_a59b6cd5-d141-4a33-8bf1-0ca04484304f_Method">
    <vt:lpwstr>Standard</vt:lpwstr>
  </property>
  <property fmtid="{D5CDD505-2E9C-101B-9397-08002B2CF9AE}" pid="6" name="MSIP_Label_a59b6cd5-d141-4a33-8bf1-0ca04484304f_Name">
    <vt:lpwstr>restricted-default</vt:lpwstr>
  </property>
  <property fmtid="{D5CDD505-2E9C-101B-9397-08002B2CF9AE}" pid="7" name="MSIP_Label_a59b6cd5-d141-4a33-8bf1-0ca04484304f_SiteId">
    <vt:lpwstr>38ae3bcd-9579-4fd4-adda-b42e1495d55a</vt:lpwstr>
  </property>
  <property fmtid="{D5CDD505-2E9C-101B-9397-08002B2CF9AE}" pid="8" name="MSIP_Label_a59b6cd5-d141-4a33-8bf1-0ca04484304f_ActionId">
    <vt:lpwstr>f925726c-a707-4b58-8df1-0b6731ff310f</vt:lpwstr>
  </property>
  <property fmtid="{D5CDD505-2E9C-101B-9397-08002B2CF9AE}" pid="9" name="MSIP_Label_a59b6cd5-d141-4a33-8bf1-0ca04484304f_ContentBits">
    <vt:lpwstr>0</vt:lpwstr>
  </property>
  <property fmtid="{D5CDD505-2E9C-101B-9397-08002B2CF9AE}" pid="10" name="Document_Confidentiality">
    <vt:lpwstr>Restricted</vt:lpwstr>
  </property>
</Properties>
</file>